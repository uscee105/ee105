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notesSlides/notesSlide2.xml" ContentType="application/vnd.openxmlformats-officedocument.presentationml.notesSlide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794" r:id="rId2"/>
    <p:sldId id="805" r:id="rId3"/>
    <p:sldId id="796" r:id="rId4"/>
    <p:sldId id="817" r:id="rId5"/>
    <p:sldId id="818" r:id="rId6"/>
    <p:sldId id="802" r:id="rId7"/>
    <p:sldId id="795" r:id="rId8"/>
    <p:sldId id="803" r:id="rId9"/>
    <p:sldId id="797" r:id="rId10"/>
    <p:sldId id="798" r:id="rId11"/>
    <p:sldId id="806" r:id="rId12"/>
    <p:sldId id="799" r:id="rId13"/>
    <p:sldId id="665" r:id="rId14"/>
    <p:sldId id="696" r:id="rId15"/>
    <p:sldId id="669" r:id="rId16"/>
    <p:sldId id="807" r:id="rId17"/>
    <p:sldId id="808" r:id="rId18"/>
    <p:sldId id="810" r:id="rId19"/>
    <p:sldId id="809" r:id="rId20"/>
    <p:sldId id="811" r:id="rId21"/>
    <p:sldId id="815" r:id="rId22"/>
    <p:sldId id="813" r:id="rId23"/>
    <p:sldId id="671" r:id="rId24"/>
    <p:sldId id="81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4" autoAdjust="0"/>
    <p:restoredTop sz="89494" autoAdjust="0"/>
  </p:normalViewPr>
  <p:slideViewPr>
    <p:cSldViewPr snapToGrid="0">
      <p:cViewPr varScale="1">
        <p:scale>
          <a:sx n="124" d="100"/>
          <a:sy n="124" d="100"/>
        </p:scale>
        <p:origin x="475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2:56.813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135 9 5529 0 0,'-2'-1'256'0'0,"1"1"-1"0"0,0-1 1 0 0,0 0-1 0 0,-1 0 1 0 0,1 0-1 0 0,0 1 1 0 0,-1-1 0 0 0,1 1-1 0 0,-1-1 1 0 0,1 1-1 0 0,0 0 1 0 0,-1-1-1 0 0,1 1 1 0 0,-1 0-1 0 0,1 0 1 0 0,-1 0-1 0 0,1 0 1 0 0,-1 0 0 0 0,1 0-1 0 0,-3 1 1 0 0,-10 12 3330 0 0,5 2-4166 0 0,-5 16 1014 0 0,1 0 0 0 0,1 0 0 0 0,2 1 0 0 0,1 1 0 0 0,2-1 0 0 0,1 2 0 0 0,-2 46 0 0 0,11 240-12 0 0,1-240-50 0 0,98 1334 768 0 0,-75-1148-1086 0 0,48 613 1875 0 0,-63-347-1440 0 0,-9-311-272 0 0,3-103 32 0 0,-1-68-6425 0 0,-2-36-724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2:58.138"/>
    </inkml:context>
    <inkml:brush xml:id="br0">
      <inkml:brushProperty name="width" value="0.035" units="cm"/>
      <inkml:brushProperty name="height" value="0.035" units="cm"/>
      <inkml:brushProperty name="color" value="#F6630D"/>
    </inkml:brush>
  </inkml:definitions>
  <inkml:trace contextRef="#ctx0" brushRef="#br0">25 23 12443 0 0,'-2'1'20'0'0,"0"0"1"0"0,1 0-1 0 0,-1 1 1 0 0,0-1-1 0 0,1 0 0 0 0,-1 1 1 0 0,1-1-1 0 0,0 1 1 0 0,0-1-1 0 0,-1 1 1 0 0,1-1-1 0 0,0 1 1 0 0,0 0-1 0 0,0 0 1 0 0,1 0-1 0 0,-1 0 1 0 0,0-1-1 0 0,1 1 1 0 0,-1 0-1 0 0,1 0 1 0 0,0 0-1 0 0,-1 0 1 0 0,1 0-1 0 0,0 0 0 0 0,0 0 1 0 0,0 0-1 0 0,1 0 1 0 0,-1 0-1 0 0,0 0 1 0 0,1 0-1 0 0,-1 0 1 0 0,1 0-1 0 0,0 0 1 0 0,0 0-1 0 0,0 0 1 0 0,0-1-1 0 0,0 1 1 0 0,0 0-1 0 0,0-1 1 0 0,0 1-1 0 0,1-1 0 0 0,-1 1 1 0 0,0-1-1 0 0,1 1 1 0 0,-1-1-1 0 0,1 0 1 0 0,0 0-1 0 0,0 0 1 0 0,-1 0-1 0 0,1 0 1 0 0,0 0-1 0 0,0-1 1 0 0,0 1-1 0 0,0 0 1 0 0,0-1-1 0 0,2 1 1 0 0,25 3-119 0 0,-1-1-1 0 0,0-1 1 0 0,0-2 0 0 0,47-5 0 0 0,115-25-422 0 0,-134 19 476 0 0,156-18 86 0 0,240-2 0 0 0,103 18 1738 0 0,838 25-188 0 0,564 69-574 0 0,-1026-67 660 0 0,-298-9-701 0 0,-22 1-179 0 0,584 21 1045 0 0,-965-5-1558 0 0,-57-3-2071 0 0,-141-18-5667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3:03.214"/>
    </inkml:context>
    <inkml:brush xml:id="br0">
      <inkml:brushProperty name="width" value="0.2" units="cm"/>
      <inkml:brushProperty name="height" value="0.2" units="cm"/>
      <inkml:brushProperty name="color" value="#F6630D"/>
    </inkml:brush>
  </inkml:definitions>
  <inkml:trace contextRef="#ctx0" brushRef="#br0">27 2184 9674 0 0,'-3'-4'112'0'0,"0"0"0"0"0,0 0-1 0 0,1-1 1 0 0,-1 1 0 0 0,1-1 0 0 0,0 1 0 0 0,0-1-1 0 0,1 0 1 0 0,-1 0 0 0 0,1 0 0 0 0,0 0-1 0 0,0 0 1 0 0,1 0 0 0 0,-1 0 0 0 0,1-1 0 0 0,1-9-1 0 0,2-11-211 0 0,1 1 0 0 0,7-29 0 0 0,-5 27 244 0 0,26-95 283 0 0,85-209 0 0 0,-64 193-168 0 0,158-341-114 0 0,-133 314-146 0 0,-57 118 41 0 0,2 1 0 0 0,3 1 1 0 0,1 1-1 0 0,2 2 1 0 0,2 1-1 0 0,52-54 0 0 0,-81 93-10 0 0,1 0-1 0 0,-1-1 0 0 0,1 2 0 0 0,-1-1 0 0 0,1 0 0 0 0,0 0 0 0 0,0 1 1 0 0,0-1-1 0 0,0 1 0 0 0,0 0 0 0 0,0 0 0 0 0,0 0 0 0 0,0 1 0 0 0,0-1 1 0 0,0 1-1 0 0,1-1 0 0 0,5 1 0 0 0,-4 1-9 0 0,0 0 0 0 0,0 0 0 0 0,0 0 0 0 0,-1 1 0 0 0,1 0 0 0 0,0 0 0 0 0,-1 0-1 0 0,1 0 1 0 0,-1 1 0 0 0,6 4 0 0 0,5 6-31 0 0,0 0-1 0 0,-2 1 0 0 0,0 0 1 0 0,21 30-1 0 0,2 9-19 0 0,-3 2 1 0 0,-2 1-1 0 0,42 109 0 0 0,43 191 404 0 0,-64-187-151 0 0,-28-93-217 0 0,117 327-207 0 0,-117-349 171 0 0,2 0 0 0 0,3-1 0 0 0,2-2-1 0 0,2-1 1 0 0,44 51 0 0 0,-66-88 36 0 0,120 129 442 0 0,-111-123-358 0 0,2 0 0 0 0,0-1 0 0 0,1-1-1 0 0,43 23 1 0 0,-61-37-56 0 0,1 0 1 0 0,0-1-1 0 0,0 1 1 0 0,0-2-1 0 0,0 1 0 0 0,0 0 1 0 0,1-1-1 0 0,-1 0 0 0 0,0-1 1 0 0,1 0-1 0 0,-1 0 0 0 0,0 0 1 0 0,1 0-1 0 0,9-3 0 0 0,-8 1-11 0 0,0-1 0 0 0,0 0-1 0 0,0-1 1 0 0,-1 1-1 0 0,0-1 1 0 0,1-1 0 0 0,-1 1-1 0 0,-1-1 1 0 0,13-12 0 0 0,-4 2-148 0 0,-2-1 0 0 0,0 0 0 0 0,0-1 0 0 0,-2-1 0 0 0,0 0 1 0 0,-1-1-1 0 0,-1 0 0 0 0,8-21 0 0 0,3-29-447 0 0,-2-1 1 0 0,-4-1-1 0 0,6-79 0 0 0,16-76 187 0 0,3 55 671 0 0,8 1 0 0 0,7 3-1 0 0,8 3 1 0 0,99-190-1 0 0,-134 303 296 0 0,158-282 2255 0 0,-182 327-2780 0 0,9-15 41 0 0,1 1 1 0 0,1 0 0 0 0,0 2-1 0 0,25-26 1 0 0,-36 41-99 0 0,0 0 0 0 0,1-1 0 0 0,0 1 0 0 0,0 0 0 0 0,0 1 0 0 0,0-1 0 0 0,0 1 0 0 0,1-1 0 0 0,-1 1 0 0 0,0 1-1 0 0,1-1 1 0 0,0 1 0 0 0,-1 0 0 0 0,1 0 0 0 0,0 0 0 0 0,0 0 0 0 0,0 1 0 0 0,0 0 0 0 0,-1 0 0 0 0,1 0 0 0 0,0 1 0 0 0,0-1 0 0 0,0 1 0 0 0,0 0 0 0 0,-1 1-1 0 0,1-1 1 0 0,-1 1 0 0 0,6 2 0 0 0,6 6-32 0 0,-1 0 1 0 0,0 0-1 0 0,-1 2 0 0 0,0 0 0 0 0,-1 0 0 0 0,0 1 1 0 0,-1 1-1 0 0,-1 0 0 0 0,0 0 0 0 0,0 1 0 0 0,14 30 1 0 0,4 16 130 0 0,38 118 0 0 0,-48-124-4 0 0,16 45-22 0 0,249 749-2043 0 0,-159-498 1673 0 0,-88-267 284 0 0,3-2-1 0 0,55 83 1 0 0,-84-148 181 0 0,0-1-1 0 0,1 0 1 0 0,1 0 0 0 0,1-1 0 0 0,0-1 0 0 0,1-1 0 0 0,26 20-1 0 0,-37-30-81 0 0,1-1-1 0 0,-1 1 0 0 0,1 0 1 0 0,0-1-1 0 0,0 0 0 0 0,0 0 0 0 0,0-1 1 0 0,1 1-1 0 0,-1-1 0 0 0,0 0 1 0 0,1 0-1 0 0,-1-1 0 0 0,1 0 1 0 0,-1 0-1 0 0,0 0 0 0 0,1 0 0 0 0,-1-1 1 0 0,0 0-1 0 0,1 0 0 0 0,-1-1 1 0 0,0 1-1 0 0,0-1 0 0 0,0 0 1 0 0,0-1-1 0 0,0 1 0 0 0,0-1 0 0 0,-1 0 1 0 0,1 0-1 0 0,-1 0 0 0 0,0-1 1 0 0,0 1-1 0 0,6-8 0 0 0,-2 1-24 0 0,0 0-1 0 0,0-1 0 0 0,-1 0 1 0 0,0-1-1 0 0,-1 1 1 0 0,0-1-1 0 0,-1 0 0 0 0,6-19 1 0 0,20-108 87 0 0,-26 110-114 0 0,125-814-2480 0 0,-126 812 2307 0 0,-1 9-1 0 0,59-364-947 0 0,-42 294 1276 0 0,3 1-1 0 0,40-99 1 0 0,-55 170-116 0 0,1 1-1 0 0,1 1 1 0 0,0-1 0 0 0,22-28 0 0 0,-26 40-70 0 0,-1 0 0 0 0,1 1 0 0 0,1 0 0 0 0,-1 0 0 0 0,1 0 0 0 0,0 1 0 0 0,0 0 1 0 0,0 0-1 0 0,1 0 0 0 0,0 1 0 0 0,0 1 0 0 0,0-1 0 0 0,16-4 0 0 0,-19 8-22 0 0,1 0 0 0 0,-1-1 0 0 0,0 2-1 0 0,0-1 1 0 0,0 1 0 0 0,0-1 0 0 0,0 1 0 0 0,0 1-1 0 0,0-1 1 0 0,0 1 0 0 0,-1 0 0 0 0,1 0-1 0 0,0 0 1 0 0,-1 1 0 0 0,1-1 0 0 0,-1 1 0 0 0,0 0-1 0 0,0 0 1 0 0,0 1 0 0 0,-1-1 0 0 0,1 1 0 0 0,3 5-1 0 0,9 11-175 0 0,0 1-1 0 0,-2 0 0 0 0,14 27 1 0 0,-19-32 40 0 0,216 337-171 0 0,-177-279 351 0 0,-3 2 0 0 0,62 142 0 0 0,42 175-67 0 0,-23-53 422 0 0,-106-291-235 0 0,3-1 1 0 0,32 51 0 0 0,-45-82-39 0 0,2-1-1 0 0,0 0 1 0 0,1-1 0 0 0,0 0 0 0 0,1 0 0 0 0,1-2 0 0 0,0 0 0 0 0,32 20 0 0 0,-41-29-35 0 0,1 0 0 0 0,0-1-1 0 0,0 1 1 0 0,1-2 0 0 0,-1 1 0 0 0,1-1 0 0 0,-1 0 0 0 0,1-1 0 0 0,0 0 0 0 0,-1 0-1 0 0,1 0 1 0 0,0-1 0 0 0,0 0 0 0 0,0-1 0 0 0,-1 0 0 0 0,13-3 0 0 0,-12 2-145 0 0,0-1 1 0 0,-1-1 0 0 0,1 1 0 0 0,-1-1-1 0 0,0-1 1 0 0,0 1 0 0 0,0-1 0 0 0,-1 0 0 0 0,1-1-1 0 0,-1 0 1 0 0,-1 0 0 0 0,1 0 0 0 0,-1 0-1 0 0,0-1 1 0 0,6-11 0 0 0,9-18-397 0 0,-1-2 0 0 0,20-58 0 0 0,17-85 44 0 0,-45 142 337 0 0,128-617-110 0 0,-68 274 374 0 0,27 10-556 0 0,-84 332 181 0 0,25-53 0 0 0,-33 82 204 0 0,0 0-1 0 0,0 0 1 0 0,1 1-1 0 0,0 0 1 0 0,1 0 0 0 0,0 1-1 0 0,0 0 1 0 0,1 0-1 0 0,15-10 1 0 0,-20 17 27 0 0,0 0 0 0 0,0 0 1 0 0,1 0-1 0 0,-1 1 0 0 0,1-1 1 0 0,-1 1-1 0 0,1 0 0 0 0,0 1 0 0 0,0-1 1 0 0,-1 1-1 0 0,1 0 0 0 0,0 0 1 0 0,-1 0-1 0 0,1 1 0 0 0,0 0 0 0 0,-1 0 1 0 0,1 0-1 0 0,0 0 0 0 0,-1 1 1 0 0,0 0-1 0 0,1 0 0 0 0,-1 0 0 0 0,0 0 1 0 0,6 4-1 0 0,5 5 59 0 0,0-1-1 0 0,0 2 1 0 0,-1 0 0 0 0,24 27-1 0 0,-16-13-38 0 0,-3 0 1 0 0,0 2-1 0 0,-1 0 0 0 0,18 41 1 0 0,46 128 55 0 0,261 677-501 0 0,-176-507 332 0 0,-124-288 438 0 0,3-3 1 0 0,85 108 0 0 0,-114-164-123 0 0,0 0 1 0 0,1-1-1 0 0,1-1 0 0 0,29 21 1 0 0,-40-34-161 0 0,-1 0 0 0 0,1-1 1 0 0,0 0-1 0 0,0 0 1 0 0,1 0-1 0 0,-1-1 1 0 0,12 2-1 0 0,-15-4-27 0 0,0 0 0 0 0,0-1-1 0 0,0 0 1 0 0,-1 0 0 0 0,1 0 0 0 0,0 0-1 0 0,0-1 1 0 0,0 0 0 0 0,0 0 0 0 0,-1 0 0 0 0,1 0-1 0 0,0-1 1 0 0,-1 0 0 0 0,7-3 0 0 0,-6 1-65 0 0,1 0 0 0 0,-1 0 0 0 0,0 0 0 0 0,0-1 0 0 0,0 0 0 0 0,-1 0 0 0 0,0 0 0 0 0,0-1 0 0 0,0 1 0 0 0,0-1 0 0 0,4-11 0 0 0,3-8-110 0 0,12-40 0 0 0,-20 52 64 0 0,45-166-1533 0 0,28-213 0 0 0,27-110-1561 0 0,-1 176 2878 0 0,-71 244 1907 0 0,78-146 1 0 0,-105 221-1604 0 0,1 0 0 0 0,0-1 0 0 0,0 1 0 0 0,0 1 0 0 0,1-1 0 0 0,-1 1 1 0 0,12-10-1 0 0,-14 15-57 0 0,0-1 1 0 0,0 0-1 0 0,-1 1 1 0 0,1-1-1 0 0,0 1 1 0 0,0 0-1 0 0,1 0 1 0 0,-1 0-1 0 0,0 0 1 0 0,0 1-1 0 0,0-1 1 0 0,1 1-1 0 0,-1 0 1 0 0,0 0-1 0 0,0 0 1 0 0,1 0-1 0 0,-1 1 1 0 0,0-1-1 0 0,0 1 1 0 0,0 0-1 0 0,0 0 1 0 0,6 2-1 0 0,6 4-95 0 0,-1 1-1 0 0,0 0 1 0 0,0 1 0 0 0,-1 1-1 0 0,0 0 1 0 0,-1 1-1 0 0,0 0 1 0 0,14 17 0 0 0,10 17-155 0 0,31 50 1 0 0,-36-49 339 0 0,71 108 750 0 0,-40-59-80 0 0,3-2 0 0 0,93 101 0 0 0,68 38 522 0 0,77 81 1653 0 0,-147-156-4587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4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96 4145 0 0,'-1'-3'191'0'0,"-1"-1"0"0"0,1 0 0 0 0,0 0 0 0 0,0 0 0 0 0,0 0 0 0 0,1 0 0 0 0,-1 0 0 0 0,1 0 0 0 0,0 0 0 0 0,0 1 0 0 0,0-1 1 0 0,1 0-1 0 0,-1 0 0 0 0,1 0 0 0 0,0 0 0 0 0,0 0 0 0 0,1 0 0 0 0,-1 1 0 0 0,1-1 0 0 0,-1 0 0 0 0,1 1 0 0 0,4-6 0 0 0,-6 9-124 0 0,0 0-1 0 0,1-1 1 0 0,-1 1-1 0 0,0 0 1 0 0,1 0-1 0 0,-1-1 1 0 0,0 1-1 0 0,1 0 1 0 0,-1 0-1 0 0,0 0 1 0 0,1 0-1 0 0,-1-1 0 0 0,0 1 1 0 0,1 0-1 0 0,-1 0 1 0 0,1 0-1 0 0,-1 0 1 0 0,0 0-1 0 0,1 0 1 0 0,-1 0-1 0 0,1 0 1 0 0,-1 0-1 0 0,0 0 1 0 0,1 0-1 0 0,-1 0 1 0 0,0 0-1 0 0,1 1 1 0 0,-1-1-1 0 0,0 0 1 0 0,1 0-1 0 0,-1 0 1 0 0,1 0-1 0 0,-1 1 1 0 0,0-1-1 0 0,0 0 1 0 0,1 0-1 0 0,-1 1 1 0 0,0-1-1 0 0,1 0 1 0 0,-1 1-1 0 0,0-1 1 0 0,0 0-1 0 0,0 1 1 0 0,1-1-1 0 0,-1 0 1 0 0,0 1-1 0 0,0-1 1 0 0,0 0-1 0 0,0 1 1 0 0,0-1-1 0 0,0 0 0 0 0,1 1 1 0 0,-1 0-1 0 0,7 22 1229 0 0,4 41 615 0 0,-2 0 1 0 0,-1 97-1 0 0,0 5-581 0 0,-3-121-1419 0 0,6 68 573 0 0,-2-39-3468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4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54 3225 0 0,'0'-3'-117'0'0,"1"1"0"0"0,-1 0 0 0 0,1 0 0 0 0,0-1 0 0 0,-1 1 0 0 0,1 0 0 0 0,0 0 0 0 0,0 0 0 0 0,1 0 0 0 0,-1 0 0 0 0,0 0 0 0 0,1 1 0 0 0,2-4 0 0 0,-1 2 299 0 0,0 1 0 0 0,0 0 0 0 0,1 0 0 0 0,-1 0 0 0 0,1 0 0 0 0,-1 1 0 0 0,1 0 0 0 0,-1-1 1 0 0,1 1-1 0 0,0 0 0 0 0,-1 1 0 0 0,8-2 0 0 0,-5 2 202 0 0,0 0 0 0 0,0 0 0 0 0,1 0 0 0 0,-1 0 0 0 0,0 1-1 0 0,0 0 1 0 0,0 1 0 0 0,0-1 0 0 0,0 1 0 0 0,-1 0 0 0 0,1 0 0 0 0,0 1 0 0 0,8 5 0 0 0,-6-1-120 0 0,0 1 1 0 0,0 1-1 0 0,-1-1 1 0 0,0 1 0 0 0,0 1-1 0 0,-1-1 1 0 0,0 1-1 0 0,-1 0 1 0 0,0 0-1 0 0,0 1 1 0 0,-2-1 0 0 0,1 1-1 0 0,2 14 1 0 0,-1 0 204 0 0,0 0 0 0 0,-2 0 1 0 0,-2 0-1 0 0,-1 48 0 0 0,-1-65-457 0 0,1 0-1 0 0,-2 0 0 0 0,1 0 0 0 0,-1-1 1 0 0,0 1-1 0 0,0 0 0 0 0,-1-1 0 0 0,0 0 1 0 0,-1 1-1 0 0,0-1 0 0 0,0-1 0 0 0,0 1 1 0 0,-1 0-1 0 0,0-1 0 0 0,0 0 0 0 0,0 0 1 0 0,-1-1-1 0 0,0 1 0 0 0,0-1 0 0 0,0-1 1 0 0,-1 1-1 0 0,0-1 0 0 0,0 0 0 0 0,0-1 1 0 0,0 1-1 0 0,0-1 0 0 0,-1-1 0 0 0,0 1 1 0 0,1-1-1 0 0,-1-1 0 0 0,-10 2 0 0 0,2-3-1267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5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0,'1'1'79'0'0,"0"-1"1"0"0,0 1 0 0 0,-1-1 0 0 0,1 1 0 0 0,0 0 0 0 0,0-1-1 0 0,0 1 1 0 0,-1 0 0 0 0,1 0 0 0 0,0 0 0 0 0,-1 0-1 0 0,1-1 1 0 0,-1 1 0 0 0,1 0 0 0 0,-1 0 0 0 0,1 0-1 0 0,-1 0 1 0 0,0 0 0 0 0,0 0 0 0 0,1 2 0 0 0,7 28 1498 0 0,-6-24-930 0 0,20 95 3684 0 0,6 27-982 0 0,-23-113-3033 0 0,1 0 0 0 0,0 0 0 0 0,1 0 0 0 0,0-1-1 0 0,15 22 1 0 0,-21-36-310 0 0,-1 1-1 0 0,1-1 1 0 0,0 1-1 0 0,0-1 1 0 0,0 0-1 0 0,0 1 1 0 0,0-1-1 0 0,0 0 0 0 0,0 0 1 0 0,0 0-1 0 0,1 0 1 0 0,-1 0-1 0 0,0 0 1 0 0,1 0-1 0 0,-1 0 1 0 0,1 0-1 0 0,-1-1 1 0 0,1 1-1 0 0,-1-1 1 0 0,1 1-1 0 0,-1-1 1 0 0,1 1-1 0 0,-1-1 0 0 0,1 0 1 0 0,0 0-1 0 0,-1 0 1 0 0,1 0-1 0 0,0 0 1 0 0,1 0-1 0 0,-1-2-48 0 0,1 1 0 0 0,-1-1 0 0 0,0 0 0 0 0,0 0 0 0 0,0 1 0 0 0,0-1 0 0 0,0-1 0 0 0,-1 1 0 0 0,1 0 0 0 0,-1 0 0 0 0,1 0 0 0 0,-1-1 0 0 0,0 1 0 0 0,0-1 0 0 0,0 1 0 0 0,0-1 0 0 0,1-3-1 0 0,15-76-1720 0 0,-16 67 1353 0 0,2 0 1 0 0,0 0-1 0 0,1 0 1 0 0,0 1-1 0 0,1-1 1 0 0,0 1-1 0 0,9-16 1 0 0,-13 29 388 0 0,-1 0 1 0 0,1 0-1 0 0,-1 0 1 0 0,1 1 0 0 0,-1-1-1 0 0,1 0 1 0 0,0 0-1 0 0,0 0 1 0 0,-1 0 0 0 0,1 1-1 0 0,0-1 1 0 0,0 0-1 0 0,0 0 1 0 0,0 1 0 0 0,0-1-1 0 0,0 1 1 0 0,0-1-1 0 0,0 1 1 0 0,0 0 0 0 0,0-1-1 0 0,0 1 1 0 0,0 0-1 0 0,0-1 1 0 0,0 1 0 0 0,0 0-1 0 0,2 0 1 0 0,-1 1 29 0 0,-1-1 1 0 0,1 1-1 0 0,-1 0 0 0 0,0 0 1 0 0,1 0-1 0 0,-1 0 1 0 0,0 0-1 0 0,1 0 1 0 0,-1 0-1 0 0,0 1 0 0 0,0-1 1 0 0,0 0-1 0 0,0 1 1 0 0,0-1-1 0 0,1 3 1 0 0,4 9 329 0 0,-1-1 0 0 0,0 1 0 0 0,4 17 0 0 0,-7-25-142 0 0,52 166 3101 0 0,-6-63-4079 0 0,-41-94-66 0 0,2-3-217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5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0 180 6913 0 0,'0'5'19'0'0,"1"0"0"0"0,-1-1-1 0 0,1 1 1 0 0,0 0-1 0 0,0-1 1 0 0,0 0-1 0 0,1 1 1 0 0,-1-1-1 0 0,3 5 1 0 0,0 0 125 0 0,0 5 802 0 0,1 0 1 0 0,1 0 0 0 0,0-1-1 0 0,1 1 1 0 0,12 17-1 0 0,-17-29-910 0 0,-1 0 0 0 0,1 0 0 0 0,-1 1 0 0 0,1-2 0 0 0,0 1 0 0 0,0 0 0 0 0,0 0 0 0 0,0-1 1 0 0,0 1-1 0 0,0-1 0 0 0,0 1 0 0 0,1-1 0 0 0,-1 0 0 0 0,0 0 0 0 0,1 0 0 0 0,-1 0 0 0 0,1-1 0 0 0,-1 1 0 0 0,1-1 0 0 0,-1 1 0 0 0,1-1 0 0 0,0 0 0 0 0,-1 0 0 0 0,1 0 0 0 0,-1 0 0 0 0,1 0 0 0 0,-1-1 0 0 0,1 1 0 0 0,0-1 0 0 0,-1 0 0 0 0,0 0 0 0 0,1 1 0 0 0,-1-2 0 0 0,1 1 0 0 0,-1 0 0 0 0,0 0 0 0 0,0-1 0 0 0,0 1 0 0 0,3-4 0 0 0,1 0-150 0 0,-1 1-1 0 0,1-1 0 0 0,-1-1 1 0 0,-1 1-1 0 0,1-1 1 0 0,-1 0-1 0 0,0 0 1 0 0,0 0-1 0 0,-1 0 1 0 0,0-1-1 0 0,0 1 1 0 0,3-14-1 0 0,-1-2-165 0 0,-1 0 0 0 0,2-41 0 0 0,-5 46 304 0 0,0 1 0 0 0,1-1 0 0 0,1 1 0 0 0,0-1 0 0 0,1 1-1 0 0,9-23 1 0 0,-13 38-1 0 0,1 0-1 0 0,-1 0 0 0 0,1 0 1 0 0,-1-1-1 0 0,1 1 0 0 0,0 0 1 0 0,-1 0-1 0 0,1 0 0 0 0,0 0 1 0 0,0 0-1 0 0,0 0 0 0 0,0 1 1 0 0,0-1-1 0 0,0 0 0 0 0,0 0 1 0 0,1 0-1 0 0,-1 1 8 0 0,-1 0 0 0 0,1 0 0 0 0,-1 0 0 0 0,0 0 0 0 0,1 0 0 0 0,-1 0 0 0 0,1 0 0 0 0,-1 0-1 0 0,1 0 1 0 0,-1 1 0 0 0,1-1 0 0 0,-1 0 0 0 0,1 0 0 0 0,-1 0 0 0 0,0 1 0 0 0,1-1 0 0 0,-1 0 0 0 0,1 0 0 0 0,-1 1 0 0 0,0-1 0 0 0,1 0 0 0 0,-1 1 0 0 0,0-1 0 0 0,0 1-1 0 0,1-1 1 0 0,-1 0 0 0 0,1 1 0 0 0,1 3 139 0 0,-1 0 0 0 0,1 0 0 0 0,-1 0 0 0 0,1 1 0 0 0,-1-1 0 0 0,0 0 0 0 0,0 7 0 0 0,4 205 4436 0 0,-4-75-3578 0 0,-1-123-1081 0 0,-1 1-1 0 0,0-1 1 0 0,-4 21 0 0 0,-11 22-3014 0 0,13-50 941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5.8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158 7 3681 0 0,'0'0'101'0'0,"0"-1"-1"0"0,0 1 1 0 0,-1-1 0 0 0,1 1 0 0 0,0 0 0 0 0,0-1-1 0 0,-1 1 1 0 0,1 0 0 0 0,0 0 0 0 0,0-1 0 0 0,-1 1-1 0 0,1 0 1 0 0,0 0 0 0 0,-1-1 0 0 0,1 1 0 0 0,0 0-1 0 0,-1 0 1 0 0,1 0 0 0 0,-1-1 0 0 0,1 1 0 0 0,0 0-1 0 0,-1 0 1 0 0,1 0 0 0 0,-1 0 0 0 0,1 0 0 0 0,0 0-1 0 0,-1 0 1 0 0,1 0 0 0 0,-1 0 0 0 0,1 0 0 0 0,0 0-1 0 0,-1 0 1 0 0,1 0 0 0 0,-1 0 0 0 0,1 0 0 0 0,0 1-1 0 0,-1-1 1 0 0,1 0 0 0 0,-1 0 0 0 0,1 0 0 0 0,-1 1-1 0 0,-19 18 2465 0 0,-15 33 207 0 0,33-49-2516 0 0,-9 16 510 0 0,-36 61 1561 0 0,42-70-2072 0 0,1 1 1 0 0,0-1-1 0 0,0 1 1 0 0,1-1-1 0 0,0 1 0 0 0,-1 13 1 0 0,4-22-250 0 0,0 0 0 0 0,0-1 0 0 0,0 1 1 0 0,0 0-1 0 0,0 0 0 0 0,0 0 0 0 0,0 0 0 0 0,1-1 1 0 0,-1 1-1 0 0,1 0 0 0 0,-1 0 0 0 0,1-1 0 0 0,0 1 1 0 0,0 0-1 0 0,0-1 0 0 0,0 1 0 0 0,0-1 0 0 0,0 1 0 0 0,0-1 1 0 0,0 1-1 0 0,1-1 0 0 0,-1 0 0 0 0,0 0 0 0 0,1 0 1 0 0,-1 0-1 0 0,1 0 0 0 0,-1 0 0 0 0,1 0 0 0 0,0 0 0 0 0,-1 0 1 0 0,1-1-1 0 0,3 2 0 0 0,6 0-111 0 0,0 0-1 0 0,0 0 1 0 0,0-1-1 0 0,18-1 1 0 0,10 2-174 0 0,-36-1 252 0 0,1-1-1 0 0,-1 1 1 0 0,1 0-1 0 0,-1 0 1 0 0,0 0-1 0 0,1 0 0 0 0,-1 1 1 0 0,0-1-1 0 0,0 1 1 0 0,0 0-1 0 0,0 0 1 0 0,0 0-1 0 0,-1 0 0 0 0,1 0 1 0 0,0 1-1 0 0,-1-1 1 0 0,0 1-1 0 0,1 0 1 0 0,-1 0-1 0 0,0 0 0 0 0,-1 0 1 0 0,3 4-1 0 0,-3-3 23 0 0,0 1-1 0 0,0 0 0 0 0,0-1 0 0 0,0 1 0 0 0,-1 0 1 0 0,0 0-1 0 0,0 0 0 0 0,0 0 0 0 0,-1-1 0 0 0,0 1 1 0 0,0 0-1 0 0,0 0 0 0 0,0-1 0 0 0,-1 1 0 0 0,-3 7 1 0 0,-5 7 103 0 0,-1 1 1 0 0,-1-2 0 0 0,-1 0 0 0 0,-26 30-1 0 0,3-5-666 0 0,27-31-294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6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0 403 3225 0 0,'2'-1'144'0'0,"-1"1"1"0"0,1-1 0 0 0,0 1 0 0 0,-1-1-1 0 0,1 1 1 0 0,-1 0 0 0 0,1-1-1 0 0,0 1 1 0 0,0 0 0 0 0,-1 0-1 0 0,1 0 1 0 0,0 0 0 0 0,-1 1 0 0 0,1-1-1 0 0,0 0 1 0 0,-1 1 0 0 0,1-1-1 0 0,0 1 1 0 0,-1 0 0 0 0,1-1 0 0 0,-1 1-1 0 0,1 0 1 0 0,-1 0 0 0 0,0 0-1 0 0,1 0 1 0 0,-1 0 0 0 0,0 0 0 0 0,1 0-1 0 0,-1 1 1 0 0,0-1 0 0 0,0 0-1 0 0,0 1 1 0 0,1 1 0 0 0,4 7 1371 0 0,0 0-1 0 0,-1 0 1 0 0,8 21 0 0 0,-8-20-1012 0 0,75 190 5676 0 0,-74-183-6378 0 0,-5-14-58 0 0,0 0-1 0 0,0 0 0 0 0,0-1 0 0 0,0 1 1 0 0,1-1-1 0 0,0 1 0 0 0,-1-1 1 0 0,1 0-1 0 0,0 1 0 0 0,1-1 0 0 0,-1 0 1 0 0,4 3-1 0 0</inkml:trace>
  <inkml:trace contextRef="#ctx0" brushRef="#br0" timeOffset="1">76 50 3225 0 0,'2'-5'288'0'0,"-1"-1"-288"0"0,0 4 0 0 0,-1 0 0 0 0,2 1 64 0 0,-2-2-64 0 0,1-1 0 0 0,2-3 0 0 0,-1 1 576 0 0,2-1 96 0 0,-1 3 8 0 0,0 1 8 0 0,1 3-688 0 0,0 0-160 0 0,0 3-16 0 0,0 1-8 0 0,-2 3 184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6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39 4145 0 0,'-7'-10'5514'0'0,"6"8"-5103"0"0,0 0 0 0 0,0 0 1 0 0,0 0-1 0 0,-1 0 0 0 0,1 0 1 0 0,0 0-1 0 0,-1 1 0 0 0,0-1 1 0 0,1 1-1 0 0,-1-1 0 0 0,0 1 1 0 0,0 0-1 0 0,1-1 1 0 0,-1 1-1 0 0,0 0 0 0 0,-3-1 1 0 0,2 2-284 0 0,0-1 1 0 0,-1 1 0 0 0,1 0 0 0 0,0 0-1 0 0,-1 0 1 0 0,1 1 0 0 0,0-1 0 0 0,-1 1-1 0 0,1 0 1 0 0,0-1 0 0 0,0 2 0 0 0,-1-1-1 0 0,1 0 1 0 0,0 1 0 0 0,0-1 0 0 0,1 1-1 0 0,-1 0 1 0 0,0 0 0 0 0,0 0 0 0 0,-2 3-1 0 0,-8 6 152 0 0,1 1-1 0 0,-17 20 1 0 0,11-11-142 0 0,2 1 1 0 0,-25 43-1 0 0,36-56-111 0 0,0 1-1 0 0,0 0 1 0 0,1 0-1 0 0,1 0 1 0 0,0 0-1 0 0,0 1 1 0 0,1-1-1 0 0,0 1 0 0 0,1 0 1 0 0,0 12-1 0 0,2-20-64 0 0,0 1-1 0 0,0 0 0 0 0,0 0 0 0 0,0-1 0 0 0,1 1 1 0 0,0-1-1 0 0,0 1 0 0 0,0-1 0 0 0,0 0 0 0 0,0 0 1 0 0,0 0-1 0 0,1 0 0 0 0,0 0 0 0 0,-1 0 0 0 0,1 0 1 0 0,0-1-1 0 0,1 0 0 0 0,-1 0 0 0 0,0 0 0 0 0,1 0 1 0 0,4 2-1 0 0,10 5-366 0 0,1-1-1 0 0,32 9 1 0 0,-49-17 385 0 0,51 14-1826 0 0,-26-7 628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7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92 450 2304 0 0,'-1'0'36'0'0,"1"0"-1"0"0,-1 0 0 0 0,0 1 0 0 0,1-1 0 0 0,-1 0 0 0 0,0 0 0 0 0,1 0 0 0 0,-1 0 0 0 0,1 1 0 0 0,-1-1 0 0 0,0 0 1 0 0,1 1-1 0 0,-1-1 0 0 0,1 0 0 0 0,-1 1 0 0 0,1-1 0 0 0,-1 1 0 0 0,1-1 0 0 0,0 1 0 0 0,-1-1 0 0 0,1 1 0 0 0,-1-1 0 0 0,1 1 1 0 0,0-1-1 0 0,0 1 0 0 0,-1 0 0 0 0,1-1 0 0 0,0 2 0 0 0,-12 18 1457 0 0,-2 8 490 0 0,1 0 0 0 0,-11 38-1 0 0,20-55-1589 0 0,1 1 0 0 0,1-1-1 0 0,-1 0 1 0 0,2 1-1 0 0,0-1 1 0 0,0 1-1 0 0,1-1 1 0 0,1 1 0 0 0,2 16-1 0 0,-3-26-400 0 0,0 0-1 0 0,1 0 1 0 0,-1 0 0 0 0,1 0-1 0 0,-1 0 1 0 0,1 0 0 0 0,0 0-1 0 0,-1 0 1 0 0,1 0 0 0 0,0 0-1 0 0,1-1 1 0 0,-1 1 0 0 0,0 0 0 0 0,0-1-1 0 0,1 1 1 0 0,-1-1 0 0 0,1 1-1 0 0,-1-1 1 0 0,1 0 0 0 0,0 1-1 0 0,-1-1 1 0 0,1 0 0 0 0,0 0-1 0 0,0 0 1 0 0,0 0 0 0 0,3 0-1 0 0,-3-1-53 0 0,1 0 0 0 0,-1 0 0 0 0,0-1 0 0 0,1 1 0 0 0,-1-1 0 0 0,0 0 0 0 0,1 1-1 0 0,-1-1 1 0 0,0 0 0 0 0,0 0 0 0 0,0-1 0 0 0,0 1 0 0 0,0 0 0 0 0,0-1 0 0 0,0 1 0 0 0,0-1 0 0 0,-1 0 0 0 0,1 1-1 0 0,-1-1 1 0 0,1 0 0 0 0,-1 0 0 0 0,3-4 0 0 0,18-30-860 0 0,22-48 0 0 0,5-7-1769 0 0,-48 89 2612 0 0,0 0 1 0 0,0 0 0 0 0,0 0-1 0 0,0 0 1 0 0,1 0-1 0 0,-1 1 1 0 0,1-1 0 0 0,-1 1-1 0 0,1-1 1 0 0,0 1-1 0 0,0-1 1 0 0,0 1 0 0 0,2-2-1 0 0,-3 3 88 0 0,-1 0-1 0 0,0 0 1 0 0,1 0 0 0 0,-1 0-1 0 0,0 0 1 0 0,1 0-1 0 0,-1 0 1 0 0,0 0 0 0 0,1 0-1 0 0,-1 0 1 0 0,0 0-1 0 0,1 1 1 0 0,-1-1 0 0 0,0 0-1 0 0,1 0 1 0 0,-1 0-1 0 0,0 0 1 0 0,1 0 0 0 0,-1 1-1 0 0,0-1 1 0 0,1 0-1 0 0,-1 0 1 0 0,0 1 0 0 0,0-1-1 0 0,1 0 1 0 0,-1 0 0 0 0,0 1-1 0 0,1-1 1 0 0,4 20 892 0 0,-2 21 1221 0 0,-3-21-898 0 0,2 0 0 0 0,0 0 0 0 0,2 0 1 0 0,7 26-1 0 0,-9-40-1235 0 0,0 0 0 0 0,1 0 0 0 0,0 0 0 0 0,1-1 0 0 0,-1 1 0 0 0,1-1 0 0 0,5 7 0 0 0,-4-8-422 0 0,-1 0 1 0 0,0 0-1 0 0,1 0 1 0 0,0-1 0 0 0,0 0-1 0 0,0 0 1 0 0,0 0-1 0 0,1 0 1 0 0,6 1-1 0 0</inkml:trace>
  <inkml:trace contextRef="#ctx0" brushRef="#br0" timeOffset="1">584 58 4609 0 0,'0'-8'314'0'0,"0"-21"-229"0"0,0 28-34 0 0,0 0-1 0 0,0 0 0 0 0,0 0 0 0 0,0-1 0 0 0,1 1 0 0 0,-1 0 0 0 0,0 0 0 0 0,1 0 0 0 0,-1 0 0 0 0,0 0 0 0 0,1 0 0 0 0,-1 0 0 0 0,1 0 1 0 0,-1 0-1 0 0,1 0 0 0 0,0 0 0 0 0,0 0 0 0 0,1-1 0 0 0,-2 2 109 0 0,1 1 1 0 0,-1-1-1 0 0,0 0 1 0 0,1 1-1 0 0,-1-1 1 0 0,1 0-1 0 0,-1 1 0 0 0,0-1 1 0 0,1 1-1 0 0,-1-1 1 0 0,0 1-1 0 0,1-1 1 0 0,-1 1-1 0 0,0-1 1 0 0,0 1-1 0 0,0-1 0 0 0,1 1 1 0 0,-1-1-1 0 0,0 1 1 0 0,0-1-1 0 0,0 1 1 0 0,0-1-1 0 0,0 1 1 0 0,0 0-1 0 0,0-1 0 0 0,0 1 1 0 0,0-1-1 0 0,-1 1 1 0 0,3 23 1069 0 0,-2-22-839 0 0,1 59 227 0 0,12 186 5052 0 0,-8-212-5016 0 0,1-1-1 0 0,1 1 1 0 0,2-1-1 0 0,2-1 1 0 0,15 35 0 0 0,8 0-464 0 0,-15-31-843 0 0,-2 1 0 0 0,13 41 0 0 0,-19-36-6735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7.9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 6913 0 0,'-13'0'-1143'0'0,"5"3"3555"0"0,22 10 2905 0 0,-10-12-5144 0 0,1 1 0 0 0,0-1-1 0 0,0 1 1 0 0,0-1 0 0 0,0-1 0 0 0,0 1 0 0 0,0-1-1 0 0,0 0 1 0 0,0 0 0 0 0,0 0 0 0 0,10-2 0 0 0,8 0-95 0 0,43 6 721 0 0,-1 3 0 0 0,125 29-1 0 0,-14-1 656 0 0,-148-31-1414 0 0,34 5 166 0 0,70 3-1 0 0,-114-12-176 0 0,1 0 0 0 0,-1-1 0 0 0,0-1 0 0 0,0-1 0 0 0,0-1 0 0 0,0 0-1 0 0,0-1 1 0 0,25-11 0 0 0,-22 1-1945 0 0,-11 4 81 0 0,-10 11 1788 0 0,0 0 0 0 0,0 0 0 0 0,0-1 0 0 0,0 1 0 0 0,0 0 1 0 0,0 0-1 0 0,0 0 0 0 0,0-1 0 0 0,1 1 0 0 0,-1 0 0 0 0,0 0 0 0 0,0 0 0 0 0,0-1 1 0 0,0 1-1 0 0,0 0 0 0 0,0 0 0 0 0,0 0 0 0 0,0-1 0 0 0,0 1 0 0 0,-1 0 0 0 0,1 0 1 0 0,0-1-1 0 0,0 1 0 0 0,0 0 0 0 0,0 0 0 0 0,0 0 0 0 0,0 0 0 0 0,0-1 1 0 0,0 1-1 0 0,0 0 0 0 0,-1 0 0 0 0,1 0 0 0 0,0 0 0 0 0,0-1 0 0 0,0 1 0 0 0,0 0 1 0 0,-1 0-1 0 0,1 0 0 0 0,0 0 0 0 0,0 0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8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5985 0 0,'-1'0'258'0'0,"-1"0"-1"0"0,1 0 1 0 0,0 0-1 0 0,0 0 1 0 0,0 0-1 0 0,0 0 1 0 0,0 0-1 0 0,0 0 1 0 0,0 0-1 0 0,0 1 0 0 0,0-1 1 0 0,0 0-1 0 0,0 1 1 0 0,0-1-1 0 0,0 1 1 0 0,0-1-1 0 0,0 1 1 0 0,0 0-1 0 0,0-1 1 0 0,0 1-1 0 0,0 0 1 0 0,1 0-1 0 0,-1-1 1 0 0,0 1-1 0 0,1 0 1 0 0,-2 2-1 0 0,2-1-25 0 0,-1-1-1 0 0,1 1 1 0 0,0 0 0 0 0,0 0-1 0 0,0 0 1 0 0,0 0 0 0 0,0 0-1 0 0,0 0 1 0 0,0 0-1 0 0,1 0 1 0 0,-1-1 0 0 0,1 1-1 0 0,-1 0 1 0 0,2 2 0 0 0,4 8 268 0 0,0 0 0 0 0,0 0 0 0 0,12 14 0 0 0,-15-22-348 0 0,12 16-28 0 0,0-1 1 0 0,2 0-1 0 0,1-1 0 0 0,0-1 1 0 0,1 0-1 0 0,1-2 0 0 0,0 0 1 0 0,1-1-1 0 0,1-2 0 0 0,0 0 1 0 0,0-1-1 0 0,48 16 0 0 0,7 4-124 0 0,-70-28 0 0 0,-1 1 0 0 0,1-1 0 0 0,-1 1 0 0 0,0 1 0 0 0,-1-1 0 0 0,1 1 0 0 0,-1 0 0 0 0,0 0 0 0 0,6 8 0 0 0,-10-12 4 0 0,-1 0-1 0 0,0 0 1 0 0,0 0-1 0 0,0 0 0 0 0,0 0 1 0 0,0 0-1 0 0,0 0 1 0 0,0 0-1 0 0,0 0 1 0 0,0 1-1 0 0,0-1 0 0 0,-1 0 1 0 0,1 0-1 0 0,0 0 1 0 0,-1 0-1 0 0,1 0 1 0 0,-1 0-1 0 0,1 0 1 0 0,-1 0-1 0 0,1-1 0 0 0,-1 1 1 0 0,0 0-1 0 0,1 0 1 0 0,-2 1-1 0 0,-24 26 197 0 0,17-19-86 0 0,-44 48 803 0 0,33-38-1327 0 0,1 2-1 0 0,1 0 0 0 0,1 0 0 0 0,-14 26 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9.5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0 356 5985 0 0,'2'1'251'0'0,"-1"0"0"0"0,1 0 0 0 0,0-1 0 0 0,0 0 0 0 0,-1 1 0 0 0,1-1 0 0 0,0 0-1 0 0,0 1 1 0 0,0-1 0 0 0,0 0 0 0 0,-1-1 0 0 0,1 1 0 0 0,0 0 0 0 0,3-1 0 0 0,26-6 2855 0 0,-14 2-2180 0 0,0-1 0 0 0,-1-1-1 0 0,0 0 1 0 0,-1-1 0 0 0,18-12 0 0 0,-19 11-773 0 0,-1-1 0 0 0,-1 0-1 0 0,0-1 1 0 0,0 0 0 0 0,-1 0 0 0 0,0-2-1 0 0,-1 1 1 0 0,-1-1 0 0 0,16-28 0 0 0,-23 34-181 0 0,1 0 0 0 0,-1 0 0 0 0,0 0 0 0 0,-1 0 0 0 0,0 0 1 0 0,0-1-1 0 0,-1 1 0 0 0,1 0 0 0 0,-2-1 0 0 0,0-8 0 0 0,1 13-55 0 0,0 0 0 0 0,-1 0-1 0 0,1-1 1 0 0,-1 1 0 0 0,0 0-1 0 0,0 0 1 0 0,0-1 0 0 0,0 1-1 0 0,-1 0 1 0 0,1 0 0 0 0,-1 0-1 0 0,0 1 1 0 0,0-1 0 0 0,0 0-1 0 0,0 1 1 0 0,0-1 0 0 0,0 1-1 0 0,-1 0 1 0 0,1-1-1 0 0,-1 1 1 0 0,0 0 0 0 0,1 1-1 0 0,-1-1 1 0 0,-4-1 0 0 0,4 2-21 0 0,0 1 1 0 0,-1 0-1 0 0,1 0 1 0 0,0 0-1 0 0,0 0 1 0 0,0 0-1 0 0,0 1 1 0 0,0 0-1 0 0,-1-1 1 0 0,1 1-1 0 0,0 0 1 0 0,1 1-1 0 0,-1-1 1 0 0,0 0-1 0 0,0 1 0 0 0,0 0 1 0 0,1-1-1 0 0,-1 1 1 0 0,1 0-1 0 0,0 1 1 0 0,-1-1-1 0 0,-2 4 1 0 0,-7 6 28 0 0,1 1 0 0 0,-15 24 1 0 0,26-37 76 0 0,-15 22 359 0 0,1 1 0 0 0,-12 29 0 0 0,22-44-213 0 0,1-1-1 0 0,0 1 1 0 0,0 0 0 0 0,1 1-1 0 0,0-1 1 0 0,1 0 0 0 0,0 1-1 0 0,0-1 1 0 0,1 0-1 0 0,-1 1 1 0 0,3 8 0 0 0,-1-12-92 0 0,1 0 1 0 0,0 0 0 0 0,0 0-1 0 0,0 0 1 0 0,0-1-1 0 0,1 1 1 0 0,0-1 0 0 0,0 0-1 0 0,0 0 1 0 0,1 0-1 0 0,0 0 1 0 0,-1 0 0 0 0,1-1-1 0 0,0 1 1 0 0,1-1 0 0 0,-1 0-1 0 0,0 0 1 0 0,1-1-1 0 0,0 1 1 0 0,0-1 0 0 0,-1 0-1 0 0,1-1 1 0 0,1 1-1 0 0,5 0 1 0 0,4 2 13 0 0,0-1 0 0 0,0-1 0 0 0,0 0 0 0 0,0-1 0 0 0,0-1 0 0 0,0 0 0 0 0,19-3 0 0 0,-14-1-536 0 0,0 0-1 0 0,-1-1 1 0 0,1-1-1 0 0,-2 0 1 0 0,1-2 0 0 0,21-11-1 0 0,-13 2-5593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9.8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20 3681 0 0,'-5'-15'518'0'0,"5"14"-463"0"0,0 1 0 0 0,1 0 0 0 0,-1 0 0 0 0,0 0 0 0 0,0-1 0 0 0,0 1 0 0 0,0 0 0 0 0,0 0 0 0 0,1 0 0 0 0,-1-1 0 0 0,0 1 0 0 0,0 0 0 0 0,0 0 0 0 0,1 0 0 0 0,-1 0 0 0 0,0 0 0 0 0,0-1 0 0 0,0 1 0 0 0,1 0 0 0 0,-1 0 0 0 0,0 0 0 0 0,0 0-1 0 0,1 0 1 0 0,-1 0 0 0 0,0 0 0 0 0,0 0 0 0 0,7 4 2708 0 0,-5 1-1446 0 0,7 21 61 0 0,-1 0 0 0 0,-2 1-1 0 0,6 38 1 0 0,1 90 1611 0 0,-9-88-1637 0 0,15 79 0 0 0,50 117-2713 0 0,-58-230-5690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0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1 237 5529 0 0,'22'-3'3968'0'0,"-11"0"-2414"0"0,0-1 1 0 0,0 0 0 0 0,17-10-1 0 0,-17 8-843 0 0,-1 0 0 0 0,0-1 0 0 0,17-16 0 0 0,-22 19-749 0 0,0-1-1 0 0,0 1 1 0 0,-1-1-1 0 0,0 0 0 0 0,0 0 1 0 0,0-1-1 0 0,-1 1 1 0 0,0-1-1 0 0,0 0 1 0 0,0 0-1 0 0,-1 0 0 0 0,0 0 1 0 0,0 0-1 0 0,-1-1 1 0 0,1 1-1 0 0,-1 0 1 0 0,0-1-1 0 0,-1 1 0 0 0,0-8 1 0 0,0 12-171 0 0,0 0-1 0 0,0 0 1 0 0,0 0 0 0 0,-1 0 0 0 0,1 0-1 0 0,-1 0 1 0 0,1 0 0 0 0,-1 0 0 0 0,0 0-1 0 0,0 0 1 0 0,0 0 0 0 0,0 1 0 0 0,0-1-1 0 0,0 0 1 0 0,0 1 0 0 0,0-1 0 0 0,-1 1-1 0 0,1-1 1 0 0,0 1 0 0 0,-1-1 0 0 0,0 1-1 0 0,-2-2 1 0 0,1 2-16 0 0,0 1 0 0 0,1-1-1 0 0,-1 0 1 0 0,0 1 0 0 0,0 0-1 0 0,1 0 1 0 0,-1 0 0 0 0,0 0 0 0 0,0 0-1 0 0,1 0 1 0 0,-1 1 0 0 0,0-1-1 0 0,0 1 1 0 0,-3 1 0 0 0,-4 2 13 0 0,1 0 0 0 0,0 0 0 0 0,-13 8 1 0 0,-15 15 2994 0 0,35-25-2703 0 0,1-1 0 0 0,-1 1 0 0 0,1 0 1 0 0,0-1-1 0 0,0 1 0 0 0,-1 0 0 0 0,1 0 0 0 0,1 0 1 0 0,-1-1-1 0 0,0 1 0 0 0,0 0 0 0 0,1 0 0 0 0,-1 0 1 0 0,1 1-1 0 0,-1-1 0 0 0,1 0 0 0 0,0 0 0 0 0,0 0 0 0 0,0 0 1 0 0,0 0-1 0 0,0 0 0 0 0,1 0 0 0 0,-1 0 0 0 0,1 0 1 0 0,1 4-1 0 0,2 7 608 0 0,1-1 0 0 0,0 0 1 0 0,9 14-1 0 0,1 3-134 0 0,-5-7-551 0 0,-5-8-260 0 0,0 0-1 0 0,2 0 1 0 0,0-1-1 0 0,0 0 1 0 0,1-1-1 0 0,1 1 1 0 0,12 12-1 0 0,-8-15-5119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0.9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 3681 0 0,'0'0'284'0'0,"0"0"-187"0"0,-2 0 703 0 0,-1 1 0 0 0,0-1 0 0 0,1 1 0 0 0,-1 0-1 0 0,0 0 1 0 0,1 0 0 0 0,-1 0 0 0 0,1 1 0 0 0,-5 2 0 0 0,0 2-33 0 0,-1-1 1 0 0,1 1-1 0 0,0 0 1 0 0,-5 8-1 0 0,7-7-553 0 0,0 1-1 0 0,1 0 1 0 0,0 0-1 0 0,0 0 1 0 0,1 0-1 0 0,0 0 1 0 0,0 1-1 0 0,1 0 1 0 0,0-1-1 0 0,1 1 1 0 0,0 0-1 0 0,0 0 1 0 0,1 0-1 0 0,0 0 1 0 0,1 0 0 0 0,0-1-1 0 0,0 1 1 0 0,4 12-1 0 0,-3-13-146 0 0,0 1-1 0 0,0-1 1 0 0,1 0-1 0 0,0 0 0 0 0,1-1 1 0 0,-1 1-1 0 0,2-1 1 0 0,-1 0-1 0 0,1 0 1 0 0,0 0-1 0 0,0 0 1 0 0,1-1-1 0 0,0 0 1 0 0,0 0-1 0 0,0-1 1 0 0,1 1-1 0 0,0-1 1 0 0,0-1-1 0 0,12 7 1 0 0,-14-10-81 0 0,0 1 1 0 0,0 0 0 0 0,0-1 0 0 0,0 0-1 0 0,0 0 1 0 0,0-1 0 0 0,0 0 0 0 0,0 1-1 0 0,0-2 1 0 0,0 1 0 0 0,1 0 0 0 0,-1-1-1 0 0,9-3 1 0 0,19-12-5875 0 0,-13 0-649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1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7370 0 0,'3'-3'2297'0'0,"4"7"-450"0"0,4 10 907 0 0,-1 23-693 0 0,-2 0-1 0 0,4 45 1 0 0,0-6-1150 0 0,38 132 298 0 0,-16-79-3268 0 0,-27-104-5305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1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 7834 0 0,'6'2'444'0'0,"-1"1"1"0"0,1-1-1 0 0,0 1 1 0 0,-1-2-1 0 0,1 1 1 0 0,0-1-1 0 0,0 0 1 0 0,0 0-1 0 0,11 0 1 0 0,-5 0 409 0 0,8 1 208 0 0,1-2-1 0 0,0 0 0 0 0,0-1 0 0 0,34-6 0 0 0,-9-3-2565 0 0,-2 0-4410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2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1 173 6913 0 0,'16'4'1017'0'0,"1"1"-1"0"0,-1 0 0 0 0,1 1 0 0 0,-1 1 0 0 0,-1 0 0 0 0,21 14 0 0 0,-28-16-726 0 0,0 0 1 0 0,0 0-1 0 0,-1 1 0 0 0,0 1 1 0 0,0-1-1 0 0,-1 1 0 0 0,0 0 1 0 0,0 0-1 0 0,-1 1 0 0 0,1 0 1 0 0,-2 0-1 0 0,1 0 0 0 0,3 11 1 0 0,-7-6-18 0 0,-9-16-34 0 0,-10-17 235 0 0,13 7-312 0 0,1 0-1 0 0,1 1 0 0 0,0-1 0 0 0,1 0 0 0 0,0-1 1 0 0,1 1-1 0 0,1-26 0 0 0,13-97-4237 0 0,-10 113 1559 0 0,2-11-3415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2.4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1 311 1376 0 0,'7'12'766'0'0,"0"1"0"0"0,-1 0 0 0 0,0 0 0 0 0,-1 0 0 0 0,0 0 0 0 0,4 27 0 0 0,7 87 3948 0 0,-11-71-3239 0 0,-3-64-4517 0 0,-1-20 3151 0 0,-2 10-109 0 0</inkml:trace>
  <inkml:trace contextRef="#ctx0" brushRef="#br0" timeOffset="1">66 22 9218 0 0,'0'-3'408'0'0,"1"2"80"0"0,1-2-392 0 0,-1 2-96 0 0,-1 0 0 0 0,2-2-328 0 0,-1 1 136 0 0,0 0-8 0 0,1-1-664 0 0,-1 0-136 0 0,-6 11-1217 0 0,0 1 2217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2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262 0 2761 0 0,'-11'2'962'0'0,"0"-1"1"0"0,0 2 0 0 0,1 0 0 0 0,-1 0 0 0 0,1 1 0 0 0,-1 0 0 0 0,1 0 0 0 0,0 1-1 0 0,1 1 1 0 0,-13 9 0 0 0,9-5-541 0 0,1 2 0 0 0,0 0 0 0 0,1 0 0 0 0,0 1 0 0 0,1 0 0 0 0,1 1 0 0 0,0 0 0 0 0,1 1 0 0 0,0 0 0 0 0,1 0 0 0 0,1 0 0 0 0,0 1 0 0 0,-6 29 0 0 0,12-43-416 0 0,-1 1-1 0 0,1-1 1 0 0,-1 1-1 0 0,1-1 1 0 0,0 1 0 0 0,0 0-1 0 0,0-1 1 0 0,0 1-1 0 0,1-1 1 0 0,-1 1 0 0 0,1-1-1 0 0,0 0 1 0 0,-1 1-1 0 0,1-1 1 0 0,0 1 0 0 0,0-1-1 0 0,1 0 1 0 0,-1 0-1 0 0,0 0 1 0 0,1 0-1 0 0,-1 0 1 0 0,1 0 0 0 0,0 0-1 0 0,0 0 1 0 0,-1 0-1 0 0,1-1 1 0 0,0 1 0 0 0,0-1-1 0 0,4 2 1 0 0,0 0-270 0 0,1-1 1 0 0,-1 0 0 0 0,1 0-1 0 0,-1-1 1 0 0,1 0 0 0 0,0 0-1 0 0,-1 0 1 0 0,1-1 0 0 0,12-1-1 0 0,2-1-1271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3.1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212 319 3225 0 0,'0'0'61'0'0,"1"-1"1"0"0,0 1-1 0 0,-1 0 1 0 0,1-1-1 0 0,0 1 1 0 0,0 0 0 0 0,-1-1-1 0 0,1 1 1 0 0,0 0-1 0 0,0 0 1 0 0,-1 0-1 0 0,1 0 1 0 0,0 0-1 0 0,0 0 1 0 0,0 0 0 0 0,-1 0-1 0 0,1 0 1 0 0,0 0-1 0 0,0 1 1 0 0,-1-1-1 0 0,1 0 1 0 0,0 0-1 0 0,-1 1 1 0 0,1-1 0 0 0,0 0-1 0 0,1 2 1 0 0,-2-1 182 0 0,0-1 0 0 0,-1 1 1 0 0,1 0-1 0 0,0 0 1 0 0,0 0-1 0 0,0 0 0 0 0,0 0 1 0 0,-1 0-1 0 0,1 0 1 0 0,0 0-1 0 0,-1 0 1 0 0,1-1-1 0 0,-1 1 0 0 0,1 0 1 0 0,-1 0-1 0 0,1 0 1 0 0,-2 0-1 0 0,-33 36 4866 0 0,12-19-3894 0 0,-29 16-1 0 0,33-22-900 0 0,0 0 0 0 0,1 2 1 0 0,-18 16-1 0 0,34-27-290 0 0,-1-1-1 0 0,1 2 1 0 0,0-1 0 0 0,0 0 0 0 0,0 0-1 0 0,0 1 1 0 0,1-1 0 0 0,-1 1 0 0 0,1-1-1 0 0,0 1 1 0 0,0-1 0 0 0,0 1-1 0 0,0 0 1 0 0,1 6 0 0 0,-1-9-15 0 0,1 0 1 0 0,1 0-1 0 0,-1 0 0 0 0,0 0 1 0 0,0 1-1 0 0,0-1 0 0 0,1 0 1 0 0,-1 0-1 0 0,0 0 0 0 0,1 0 1 0 0,-1 0-1 0 0,1 0 0 0 0,-1 0 1 0 0,1 0-1 0 0,0 0 0 0 0,-1 0 1 0 0,1 0-1 0 0,0-1 0 0 0,0 1 1 0 0,1 1-1 0 0,0-1-5 0 0,-1 0 1 0 0,1-1-1 0 0,0 1 0 0 0,-1-1 1 0 0,1 1-1 0 0,0-1 0 0 0,0 0 1 0 0,0 0-1 0 0,-1 1 0 0 0,1-1 1 0 0,0 0-1 0 0,0-1 0 0 0,0 1 1 0 0,-1 0-1 0 0,1-1 0 0 0,0 1 1 0 0,2-1-1 0 0,0-1-57 0 0,0 1 1 0 0,0-1-1 0 0,0 1 0 0 0,0-1 0 0 0,0-1 1 0 0,0 1-1 0 0,-1 0 0 0 0,1-1 0 0 0,-1 0 0 0 0,0 0 1 0 0,0 0-1 0 0,0 0 0 0 0,0 0 0 0 0,4-8 1 0 0,1-2-364 0 0,0 0 0 0 0,9-28 0 0 0,0 2 118 0 0,-18 43 543 0 0,0 0-1 0 0,0 1 0 0 0,1-1 0 0 0,-1 0 1 0 0,1 1-1 0 0,0-1 0 0 0,0 0 1 0 0,1 1-1 0 0,-1-1 0 0 0,3 7 1 0 0,12 47 1177 0 0,-11-49-1364 0 0,0 0 0 0 0,0 0 1 0 0,0-1-1 0 0,1 0 0 0 0,0 0 0 0 0,1 0 0 0 0,0-1 0 0 0,0 1 0 0 0,1-1 0 0 0,0-1 0 0 0,10 9 0 0 0,-15-13-141 0 0,1-1 0 0 0,0 1 0 0 0,-1 0 0 0 0,1-1-1 0 0,0 0 1 0 0,0 1 0 0 0,0-1 0 0 0,0 0 0 0 0,0 0 0 0 0,0-1 0 0 0,0 1 0 0 0,1-1 0 0 0,-1 0 0 0 0,0 1-1 0 0,0-1 1 0 0,0-1 0 0 0,1 1 0 0 0,-1 0 0 0 0,0-1 0 0 0,0 0 0 0 0,0 1 0 0 0,0-1 0 0 0,0 0 0 0 0,0-1 0 0 0,0 1-1 0 0,0 0 1 0 0,-1-1 0 0 0,1 0 0 0 0,0 0 0 0 0,-1 0 0 0 0,1 0 0 0 0,-1 0 0 0 0,0 0 0 0 0,0 0 0 0 0,0-1-1 0 0,0 1 1 0 0,2-4 0 0 0,7-10-910 0 0,-1 0-1 0 0,-1 0 1 0 0,0-1-1 0 0,-1 0 1 0 0,-1-1-1 0 0,-1 0 1 0 0,0 0-1 0 0,5-36 1 0 0,-3 4 622 0 0,-3 0 1 0 0,-2-57-1 0 0,-3 90 342 0 0,-2 1 0 0 0,0 0-1 0 0,-1 0 1 0 0,0 0-1 0 0,-1 0 1 0 0,-1 1-1 0 0,0-1 1 0 0,-2 1-1 0 0,1 0 1 0 0,-2 1-1 0 0,-10-15 1 0 0,16 9 8294 0 0,8 30-6711 0 0,6 26-241 0 0,-2 0 0 0 0,-2 0 0 0 0,5 42 0 0 0,4 21-365 0 0,2-33-732 0 0,2 0-1 0 0,42 89 0 0 0,-39-100-181 0 0,-17-38-116 0 0,-1 0 0 0 0,-1 0 0 0 0,0 0 0 0 0,3 27 0 0 0,-6-14-170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3.7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14 10594 0 0,'0'-1'119'0'0,"-1"0"0"0"0,1 0 0 0 0,-1 0 0 0 0,0 0 0 0 0,0 1 0 0 0,1-1 0 0 0,-1 0 0 0 0,0 0 0 0 0,0 1 0 0 0,0-1 0 0 0,0 0 0 0 0,0 1 0 0 0,0-1 0 0 0,1 1 0 0 0,-1 0 0 0 0,-1-1 0 0 0,1 1 0 0 0,0 0 0 0 0,0-1 0 0 0,0 1 0 0 0,0 0-1 0 0,0 0 1 0 0,0 0 0 0 0,0 0 0 0 0,-2 0 0 0 0,1 2 134 0 0,1-1-1 0 0,-1 1 1 0 0,1 0-1 0 0,-1 0 1 0 0,1 0-1 0 0,-1 0 1 0 0,1 0-1 0 0,0 1 1 0 0,0-1-1 0 0,-1 4 1 0 0,-2 2-250 0 0,-8 19 694 0 0,-16 52 0 0 0,26-70-604 0 0,-1 0 1 0 0,1 0 0 0 0,1 0-1 0 0,0 1 1 0 0,0-1 0 0 0,1 0-1 0 0,0 1 1 0 0,1-1 0 0 0,0 1-1 0 0,2 8 1 0 0,-2-16-108 0 0,0 1 1 0 0,0-1-1 0 0,0 0 1 0 0,0 0-1 0 0,1 0 1 0 0,-1 0-1 0 0,1 0 0 0 0,-1 0 1 0 0,1 0-1 0 0,0 0 1 0 0,0 0-1 0 0,0-1 1 0 0,0 1-1 0 0,0-1 1 0 0,0 0-1 0 0,0 1 0 0 0,0-1 1 0 0,1 0-1 0 0,-1 0 1 0 0,0 0-1 0 0,1-1 1 0 0,-1 1-1 0 0,1-1 0 0 0,3 1 1 0 0,8 1-130 0 0,1-1 1 0 0,0 0-1 0 0,17-2 1 0 0,-3 0-13 0 0,-3 1-80 0 0,-16-1 111 0 0,0 1-1 0 0,0 0 1 0 0,0 0 0 0 0,0 1-1 0 0,-1 1 1 0 0,1-1 0 0 0,0 2-1 0 0,-1-1 1 0 0,0 1-1 0 0,1 1 1 0 0,9 4 0 0 0,-18-7 108 0 0,0 0 0 0 0,0 0 0 0 0,0 1 0 0 0,0-1 0 0 0,0 0 0 0 0,0 1 0 0 0,0-1 0 0 0,0 0 0 0 0,-1 1 0 0 0,1-1 0 0 0,-1 1 0 0 0,1-1 0 0 0,-1 1 0 0 0,1-1 0 0 0,-1 1 0 0 0,0-1 0 0 0,0 1 0 0 0,1 0 0 0 0,-1-1 0 0 0,0 1 0 0 0,-1-1 0 0 0,1 1 0 0 0,0 0 0 0 0,0-1 0 0 0,-1 1 0 0 0,1-1 0 0 0,-1 1 0 0 0,1-1 0 0 0,-1 1 0 0 0,0-1 0 0 0,1 0 0 0 0,-1 1 0 0 0,-2 1 0 0 0,-3 7 56 0 0,0 0-1 0 0,-1 0 0 0 0,-9 10 0 0 0,15-19-31 0 0,-1 1-86 0 0,-59 63 1121 0 0,25-37-1478 0 0,31-25-271 0 0,0-1-1 0 0,1 0 0 0 0,-1 1 0 0 0,0-1 1 0 0,-10 2-1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4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0 308 9674 0 0,'4'1'157'0'0,"0"-1"0"0"0,0 1-1 0 0,-1 0 1 0 0,1 1 0 0 0,0-1 0 0 0,-1 1 0 0 0,1-1-1 0 0,-1 1 1 0 0,0 0 0 0 0,1 0 0 0 0,-1 1 0 0 0,0-1-1 0 0,0 1 1 0 0,-1-1 0 0 0,1 1 0 0 0,0 0 0 0 0,-1 0-1 0 0,3 5 1 0 0,7 9 818 0 0,-1 0 0 0 0,10 21 0 0 0,-18-31-755 0 0,8 14 626 0 0,-2 1-1 0 0,0-1 1 0 0,8 34-1 0 0,-15-44-801 0 0,1 0 1 0 0,-1 1-1 0 0,-1 0 0 0 0,0-1 1 0 0,0 1-1 0 0,-1 0 0 0 0,-1-1 1 0 0,-3 21-1 0 0,4-31-125 0 0,-6 13-657 0 0</inkml:trace>
  <inkml:trace contextRef="#ctx0" brushRef="#br0" timeOffset="1">30 15 9218 0 0,'3'-4'408'0'0,"-1"0"80"0"0,3 1-392 0 0,-3 0-96 0 0,0 2 0 0 0,-1 1 0 0 0,0 0-96 0 0,1 0-32 0 0,0 1-16 0 0,2 1 0 0 0,2 2-600 0 0,-2 3-120 0 0,0 3-32 0 0,-1 3-1 0 0,2 0 713 0 0,1 2 184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4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248 61 456 0 0,'1'-2'244'0'0,"-1"0"0"0"0,1 0 1 0 0,-1 0-1 0 0,1 0 0 0 0,-1 0 0 0 0,0 0 0 0 0,0 0 0 0 0,0 0 1 0 0,0 0-1 0 0,0 0 0 0 0,0 0 0 0 0,-1 0 0 0 0,1 0 0 0 0,-1 0 0 0 0,1 0 1 0 0,-1 0-1 0 0,0 1 0 0 0,1-1 0 0 0,-1 0 0 0 0,0 0 0 0 0,0 1 1 0 0,0-1-1 0 0,-1 0 0 0 0,1 1 0 0 0,0-1 0 0 0,-1 1 0 0 0,1 0 1 0 0,-2-2-1 0 0,0 2 51 0 0,1 0 1 0 0,0 0 0 0 0,-1 0 0 0 0,1 0-1 0 0,-1 1 1 0 0,1-1 0 0 0,-1 1 0 0 0,1 0-1 0 0,-1 0 1 0 0,1 0 0 0 0,-1 0 0 0 0,1 0-1 0 0,-1 0 1 0 0,1 1 0 0 0,-1-1 0 0 0,1 1-1 0 0,-1-1 1 0 0,1 1 0 0 0,-1 0 0 0 0,1 0-1 0 0,-4 2 1 0 0,-7 5 156 0 0,-1 1 0 0 0,1 0 0 0 0,1 1 0 0 0,0 0 0 0 0,0 1 0 0 0,1 0 0 0 0,-14 17-1 0 0,18-18-396 0 0,-1 0-1 0 0,1 0 0 0 0,1 1 1 0 0,0 0-1 0 0,1 0 0 0 0,0 0 0 0 0,0 1 1 0 0,1-1-1 0 0,-5 25 0 0 0,9-36-54 0 0,0 1 0 0 0,0 0 0 0 0,0 0 0 0 0,-1 0 0 0 0,1-1 0 0 0,0 1 0 0 0,0 0 0 0 0,0 0 0 0 0,0 0 0 0 0,1-1 0 0 0,-1 1 0 0 0,0 0 0 0 0,0 0 0 0 0,0 0 0 0 0,1-1 0 0 0,-1 1 0 0 0,0 0 0 0 0,1-1 0 0 0,-1 1 0 0 0,0 0 0 0 0,1 0 0 0 0,-1-1 0 0 0,1 1 0 0 0,0-1 0 0 0,-1 1 0 0 0,1-1 0 0 0,-1 1 0 0 0,1-1 0 0 0,1 2 0 0 0,-1-2 2 0 0,1 1 0 0 0,0-1 0 0 0,0 0 0 0 0,-1 0 1 0 0,1 0-1 0 0,0 1 0 0 0,0-2 0 0 0,0 1 0 0 0,-1 0 0 0 0,1 0 0 0 0,0 0 0 0 0,3-2 1 0 0,4-1 50 0 0,0 0 1 0 0,0-1 0 0 0,15-8 0 0 0,14-15 56 0 0,-27 19-262 0 0,1-1-1 0 0,0 2 1 0 0,0 0-1 0 0,1 0 1 0 0,20-7-1 0 0,-30 13 128 0 0,1 0 0 0 0,0 0 0 0 0,-1 0 0 0 0,1 1-1 0 0,0 0 1 0 0,-1 0 0 0 0,1 0 0 0 0,0 0-1 0 0,0 0 1 0 0,-1 1 0 0 0,1 0 0 0 0,-1 0-1 0 0,1 0 1 0 0,0 0 0 0 0,-1 0 0 0 0,0 1 0 0 0,1-1-1 0 0,-1 1 1 0 0,0 0 0 0 0,0 0 0 0 0,0 0-1 0 0,0 0 1 0 0,0 1 0 0 0,0-1 0 0 0,-1 1 0 0 0,4 3-1 0 0,5 10 223 0 0,0-1-1 0 0,-2 2 0 0 0,1-1 1 0 0,-2 1-1 0 0,0 1 0 0 0,-1-1 1 0 0,-1 1-1 0 0,-1 0 0 0 0,0 1 1 0 0,-2-1-1 0 0,0 1 0 0 0,-1 0 1 0 0,0 21-1 0 0,-2-31-83 0 0,0-1 0 0 0,-1 1 1 0 0,0-1-1 0 0,-1 1 0 0 0,1-1 0 0 0,-5 10 1 0 0,5-15-136 0 0,0 0 0 0 0,0 0 1 0 0,-1 0-1 0 0,0 0 0 0 0,1 0 1 0 0,-1 0-1 0 0,0-1 0 0 0,0 1 1 0 0,0-1-1 0 0,0 0 1 0 0,-1 1-1 0 0,1-1 0 0 0,-1 0 1 0 0,1 0-1 0 0,-1-1 0 0 0,0 1 1 0 0,0 0-1 0 0,0-1 1 0 0,-4 2-1 0 0,-2 0-681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1 169 2304 0 0,'5'1'509'0'0,"0"1"-1"0"0,0 0 1 0 0,-1 0-1 0 0,1 1 1 0 0,-1 0-1 0 0,1-1 1 0 0,-1 1-1 0 0,0 1 0 0 0,0-1 1 0 0,0 1-1 0 0,3 4 1 0 0,5 3 456 0 0,61 57 4674 0 0,-45-41-2902 0 0,50 40 0 0 0,-78-67-2731 0 0,0 0-1 0 0,0 0 0 0 0,0 1 1 0 0,1-1-1 0 0,-1 0 0 0 0,0 0 1 0 0,0 0-1 0 0,1 0 1 0 0,-1 0-1 0 0,0 1 0 0 0,0-1 1 0 0,0 0-1 0 0,1 0 0 0 0,-1 0 1 0 0,0 0-1 0 0,0 0 0 0 0,1 0 1 0 0,-1 0-1 0 0,0 0 0 0 0,1 0 1 0 0,-1 0-1 0 0,0 0 0 0 0,0 0 1 0 0,1 0-1 0 0,-1 0 0 0 0,0 0 1 0 0,0 0-1 0 0,1 0 1 0 0,-1 0-1 0 0,0-1 0 0 0,0 1 1 0 0,1 0-1 0 0,-1 0 0 0 0,0 0 1 0 0,0 0-1 0 0,0 0 0 0 0,1-1 1 0 0,-1 1-1 0 0,0 0 0 0 0,0-1 1 0 0,4-13-89 0 0,-7-27-554 0 0,2 34 441 0 0,0-17-490 0 0,0 0 0 0 0,1 0 0 0 0,1 0-1 0 0,9-44 1 0 0,-8 58 645 0 0,0 0 1 0 0,1 1-1 0 0,0-1 0 0 0,1 1 0 0 0,0 0 1 0 0,0 0-1 0 0,1 0 0 0 0,0 1 0 0 0,0-1 1 0 0,1 1-1 0 0,0 0 0 0 0,1 1 1 0 0,0 0-1 0 0,11-10 0 0 0,-17 16 108 0 0,1-1-1 0 0,0 1 0 0 0,0 0 1 0 0,0 0-1 0 0,0 0 1 0 0,0 0-1 0 0,0 0 1 0 0,0 0-1 0 0,0 1 1 0 0,0-1-1 0 0,0 1 1 0 0,1-1-1 0 0,-1 1 1 0 0,0 0-1 0 0,0 0 1 0 0,0 0-1 0 0,1 0 1 0 0,-1 0-1 0 0,4 2 1 0 0,-3-1 20 0 0,0 0 1 0 0,0 1-1 0 0,0-1 1 0 0,0 1-1 0 0,0 0 1 0 0,0 0 0 0 0,0 0-1 0 0,-1 0 1 0 0,1 0-1 0 0,-1 1 1 0 0,4 4 0 0 0,3 7 141 0 0,0 0 1 0 0,-1 0-1 0 0,0 1 1 0 0,6 19-1 0 0,-9-24-179 0 0,39 85 958 0 0,-43-89-830 0 0,-4-9 54 0 0,-3-12-87 0 0,5 4-140 0 0,0-1 1 0 0,1 0-1 0 0,1 1 0 0 0,-1-1 1 0 0,2 1-1 0 0,0-1 0 0 0,0 1 1 0 0,1 0-1 0 0,0-1 0 0 0,6-11 1 0 0,-9 22-19 0 0,1 1 0 0 0,-1-1 0 0 0,0 0 1 0 0,0 1-1 0 0,0-1 0 0 0,1 1 0 0 0,-1-1 0 0 0,0 0 0 0 0,1 1 1 0 0,-1-1-1 0 0,0 1 0 0 0,1-1 0 0 0,-1 1 0 0 0,0-1 1 0 0,1 1-1 0 0,-1 0 0 0 0,1-1 0 0 0,-1 1 0 0 0,1-1 0 0 0,0 1 1 0 0,-1 0-1 0 0,1-1 0 0 0,-1 1 0 0 0,1 0 0 0 0,-1 0 0 0 0,1 0 1 0 0,0-1-1 0 0,-1 1 0 0 0,1 0 0 0 0,0 0 0 0 0,-1 0 1 0 0,1 0-1 0 0,1 0 0 0 0,-1 1 5 0 0,0 0 0 0 0,0 0 0 0 0,0 0 0 0 0,0 0 0 0 0,0 0 0 0 0,0 0 0 0 0,0 1 1 0 0,0-1-1 0 0,0 0 0 0 0,-1 0 0 0 0,1 1 0 0 0,0-1 0 0 0,0 3 0 0 0,14 51 206 0 0,-15-53-183 0 0,6 24 55 0 0,1 1-1 0 0,1-1 0 0 0,1 0 1 0 0,19 36-1 0 0,-13-23-2592 0 0,-9-19-4198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6.0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309 471 6449 0 0,'-28'-36'2192'0'0,"24"30"-1537"0"0,0 0 0 0 0,0 0 1 0 0,-1 1-1 0 0,0-1 0 0 0,-9-7 0 0 0,12 11-486 0 0,-1 1-1 0 0,1-1 1 0 0,-1 1 0 0 0,0 0 0 0 0,1 0-1 0 0,-1 0 1 0 0,0 0 0 0 0,0 0 0 0 0,0 1-1 0 0,0-1 1 0 0,0 1 0 0 0,0 0 0 0 0,0 0-1 0 0,0 0 1 0 0,0 0 0 0 0,0 0 0 0 0,1 1-1 0 0,-5 0 1 0 0,-5 3 74 0 0,1 0 0 0 0,-1 0 0 0 0,1 2 0 0 0,0-1 0 0 0,0 1 0 0 0,1 1 1 0 0,-1 0-1 0 0,2 1 0 0 0,-1-1 0 0 0,1 2 0 0 0,0-1 0 0 0,1 2 0 0 0,0-1 0 0 0,0 1 0 0 0,1 0 0 0 0,0 0 0 0 0,1 1 0 0 0,-8 18 0 0 0,13-23-223 0 0,0 0-1 0 0,0 0 0 0 0,1 0 1 0 0,0-1-1 0 0,0 1 1 0 0,0 0-1 0 0,1 0 0 0 0,-1 0 1 0 0,2-1-1 0 0,-1 1 0 0 0,1 0 1 0 0,-1-1-1 0 0,2 1 1 0 0,-1-1-1 0 0,0 0 0 0 0,1 0 1 0 0,0 0-1 0 0,6 7 0 0 0,-6-7 1 0 0,1 0-1 0 0,0 0 0 0 0,0 0 0 0 0,0-1 0 0 0,1 0 0 0 0,-1 0 0 0 0,1 0 0 0 0,0-1 0 0 0,0 1 1 0 0,0-1-1 0 0,0 0 0 0 0,1-1 0 0 0,-1 1 0 0 0,1-1 0 0 0,0 0 0 0 0,0 0 0 0 0,10 1 1 0 0,-13-3-66 0 0,-1 0 1 0 0,1-1 0 0 0,0 1-1 0 0,-1-1 1 0 0,1 1 0 0 0,-1-1-1 0 0,1 0 1 0 0,-1 0 0 0 0,1 0-1 0 0,-1 0 1 0 0,0 0 0 0 0,0-1-1 0 0,1 1 1 0 0,-1-1 0 0 0,0 1-1 0 0,0-1 1 0 0,0 0 0 0 0,-1 0-1 0 0,1 0 1 0 0,0 0 0 0 0,-1 0-1 0 0,1 0 1 0 0,-1 0 0 0 0,0-1-1 0 0,0 1 1 0 0,1 0 0 0 0,0-5 0 0 0,3-7-264 0 0,-1 0 0 0 0,0 0 0 0 0,3-25 0 0 0,-5 26 193 0 0,4-24-222 0 0,-2 0-1 0 0,-1-1 1 0 0,-5-65-1 0 0,-1 87 226 0 0,3 16 127 0 0,0-1 0 0 0,0 1 1 0 0,0 0-1 0 0,0 0 0 0 0,-1 0 0 0 0,1 0 0 0 0,0 0 0 0 0,0 0 0 0 0,0 0 0 0 0,0 0 0 0 0,0 0 0 0 0,0 0 0 0 0,0-1 0 0 0,0 1 0 0 0,0 0 0 0 0,0 0 0 0 0,0 0 0 0 0,0 0 0 0 0,-1 0 0 0 0,1 0 0 0 0,0 0 0 0 0,0 0 1 0 0,0 0-1 0 0,0 0 0 0 0,0 0 0 0 0,0 0 0 0 0,0 0 0 0 0,0 0 0 0 0,-1 0 0 0 0,1 0 0 0 0,0 0 0 0 0,0 0 0 0 0,0 0 0 0 0,0 0 0 0 0,0 0 0 0 0,0 0 0 0 0,0 0 0 0 0,-1 0 0 0 0,1 0 0 0 0,0 0 0 0 0,0 0 1 0 0,0 0-1 0 0,0 0 0 0 0,0 0 0 0 0,0 1 0 0 0,0-1 0 0 0,0 0 0 0 0,0 0 0 0 0,0 0 0 0 0,0 0 0 0 0,-1 0 0 0 0,1 0 0 0 0,0 0 0 0 0,0 0 0 0 0,0 0 0 0 0,0 1 0 0 0,-1 0 144 0 0,1 1 1 0 0,-1 0-1 0 0,1 0 0 0 0,-1 0 0 0 0,1 0 0 0 0,-1 0 0 0 0,1-1 1 0 0,0 1-1 0 0,0 0 0 0 0,0 0 0 0 0,1 4 0 0 0,1 4-22 0 0,0 0 0 0 0,1 0 0 0 0,1 0 0 0 0,0 0 0 0 0,0 0 0 0 0,1-1 0 0 0,0 1 0 0 0,0-1 0 0 0,1 0 0 0 0,1-1 0 0 0,-1 0 0 0 0,1 0 0 0 0,1 0 0 0 0,-1-1 0 0 0,14 10 0 0 0,3 1-133 0 0,0-2 0 0 0,1 0 0 0 0,1-2 0 0 0,37 15 0 0 0,-58-26-25 0 0,0-1 0 0 0,0 0 0 0 0,1 0-1 0 0,-1 0 1 0 0,0-1 0 0 0,1 0-1 0 0,-1 0 1 0 0,11 0 0 0 0,-14-1-27 0 0,-1-1 1 0 0,1 1-1 0 0,0-1 0 0 0,0 0 1 0 0,0 1-1 0 0,0-1 1 0 0,-1 0-1 0 0,1 0 0 0 0,0 0 1 0 0,-1 0-1 0 0,1-1 0 0 0,-1 1 1 0 0,1 0-1 0 0,-1-1 1 0 0,1 1-1 0 0,-1-1 0 0 0,0 1 1 0 0,0-1-1 0 0,0 0 1 0 0,0 1-1 0 0,0-1 0 0 0,0 0 1 0 0,0 0-1 0 0,-1 0 1 0 0,1 0-1 0 0,-1 0 0 0 0,1-2 1 0 0,4-14-483 0 0,-2 1 0 0 0,0-1 1 0 0,-1 0-1 0 0,0 0 0 0 0,-2-25 1 0 0,-13-93-1662 0 0,5 58 1193 0 0,3-4 422 0 0,4 40 275 0 0,-14-77 1 0 0,10 106 3005 0 0,2 24 382 0 0,2 23-693 0 0,5 14-2111 0 0,3 0 0 0 0,2 0 0 0 0,2-1 0 0 0,2 0 0 0 0,2-1 0 0 0,2-1 0 0 0,2-1 0 0 0,2 0 0 0 0,1-1 0 0 0,43 58 0 0 0,-50-80-325 0 0,9 13 131 0 0,36 65-1 0 0,-55-89-190 0 0,0 0 0 0 0,-1 0-1 0 0,0 0 1 0 0,-1 1-1 0 0,0 0 1 0 0,0 0 0 0 0,-1 0-1 0 0,-1 0 1 0 0,0 0-1 0 0,0 0 1 0 0,-3 20 0 0 0,-5 2-328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17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3225 0 0,'8'6'5397'0'0,"-4"7"-4421"0"0,0-1 0 0 0,-1 1 0 0 0,-1 0-1 0 0,0 0 1 0 0,-1 1 0 0 0,0 18 0 0 0,0-14-970 0 0,-3 180 1697 0 0,-1-19-701 0 0,1 124-458 0 0,3 52 367 0 0,6-196-416 0 0,9 131 1061 0 0,7-76-1359 0 0,3 50 66 0 0,-22-187-219 0 0,-8 110 0 0 0,4-182-42 0 0,-16 242 275 0 0,15-186-198 0 0,3 1-1 0 0,10 62 1 0 0,3 35-79 0 0,-11-99 0 0 0,-4-59-28 0 0,0-1 1 0 0,0 1-1 0 0,0 0 0 0 0,0-1 1 0 0,0 1-1 0 0,0 0 0 0 0,0-1 1 0 0,0 1-1 0 0,0 0 0 0 0,0-1 1 0 0,0 1-1 0 0,0 0 1 0 0,1-1-1 0 0,-1 1 0 0 0,0 0 1 0 0,0-1-1 0 0,1 1 0 0 0,-1-1 1 0 0,0 1-1 0 0,1-1 0 0 0,-1 1 1 0 0,1 0-1 0 0,-1-1 1 0 0,2 1-1 0 0,6-13-1557 0 0,4-29-1342 0 0,7-27-3047 0 0,-15 52 1580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18.4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251 85 3225 0 0,'-11'5'308'0'0,"0"1"1"0"0,0 1-1 0 0,1 0 1 0 0,0 0-1 0 0,0 1 1 0 0,0 0-1 0 0,2 1 1 0 0,-13 14-1 0 0,0 1 449 0 0,-1 1-46 0 0,1 1 0 0 0,1 0 0 0 0,1 1 0 0 0,-23 47 0 0 0,41-74-718 0 0,1 1 0 0 0,0 0 0 0 0,-1 0 1 0 0,1 0-1 0 0,0 0 0 0 0,-1 0 0 0 0,1-1 0 0 0,0 1 1 0 0,0 0-1 0 0,0 0 0 0 0,0 0 0 0 0,0 0 0 0 0,0 0 1 0 0,0 0-1 0 0,0 0 0 0 0,0 0 0 0 0,0 0 0 0 0,1 0 0 0 0,-1-1 1 0 0,0 1-1 0 0,1 0 0 0 0,-1 0 0 0 0,0 0 0 0 0,1 0 1 0 0,0 1-1 0 0,0-2 6 0 0,-1 0 1 0 0,1 0 0 0 0,-1 0 0 0 0,1 0-1 0 0,0 0 1 0 0,-1 1 0 0 0,1-1-1 0 0,-1 0 1 0 0,1 0 0 0 0,0 0-1 0 0,-1 0 1 0 0,1-1 0 0 0,-1 1-1 0 0,1 0 1 0 0,0 0 0 0 0,-1 0-1 0 0,1 0 1 0 0,-1-1 0 0 0,1 1-1 0 0,-1 0 1 0 0,1 0 0 0 0,-1-1 0 0 0,1 1-1 0 0,-1-1 1 0 0,1 1 0 0 0,-1 0-1 0 0,1-1 1 0 0,-1 1 0 0 0,0-1-1 0 0,1 1 1 0 0,-1-1 0 0 0,0 1-1 0 0,1-1 1 0 0,-1 1 0 0 0,0-1-1 0 0,0 1 1 0 0,1-1 0 0 0,-1-1-1 0 0,128-176 654 0 0,-74 109-485 0 0,46-63 34 0 0,-101 135 166 0 0,0 0-1 0 0,0 0 1 0 0,1 1-1 0 0,-1-1 1 0 0,1 0-1 0 0,-1 1 1 0 0,1-1 0 0 0,0 1-1 0 0,1-1 1 0 0,0 6-1 0 0,6 41 832 0 0,-1-29-1007 0 0,0 0 1 0 0,1 0 0 0 0,1-1 0 0 0,1 0 0 0 0,1 0 0 0 0,17 25 0 0 0,82 105 1140 0 0,-103-143-1328 0 0,44 58-5238 0 0,-26-32-704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19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88 2761 0 0,'-24'-33'407'0'0,"21"29"-318"0"0,1 0 0 0 0,-1-1 1 0 0,1 1-1 0 0,-1 0 0 0 0,0 0 0 0 0,0 1 0 0 0,-1-1 1 0 0,1 1-1 0 0,-1-1 0 0 0,0 1 0 0 0,0 0 1 0 0,0 1-1 0 0,0-1 0 0 0,-5-2 0 0 0,8 5 24 0 0,0 0 0 0 0,0 0-1 0 0,0 1 1 0 0,0-1 0 0 0,1 0-1 0 0,-1 0 1 0 0,0 0 0 0 0,0 1-1 0 0,0-1 1 0 0,0 0 0 0 0,1 1-1 0 0,-1-1 1 0 0,0 0 0 0 0,0 1-1 0 0,1-1 1 0 0,-1 1 0 0 0,0 0-1 0 0,1-1 1 0 0,-1 1 0 0 0,0-1-1 0 0,1 1 1 0 0,-1 0 0 0 0,1 0-1 0 0,-1-1 1 0 0,1 1 0 0 0,0 0-1 0 0,-1 0 1 0 0,1-1 0 0 0,0 1-1 0 0,-1 0 1 0 0,1 0 0 0 0,0 0-1 0 0,0 0 1 0 0,0 0 0 0 0,0-1-1 0 0,0 2 1 0 0,-5 37 1423 0 0,5-35-1365 0 0,-1 30 439 0 0,2 0-1 0 0,2 0 1 0 0,11 58-1 0 0,34 98 365 0 0,-21-92-286 0 0,-15-56-487 0 0,-3-13 37 0 0,6 39 0 0 0,-13-60-233 0 0,-1 0-1 0 0,-1 0 1 0 0,0 0 0 0 0,0 0 0 0 0,0 0-1 0 0,-1 0 1 0 0,0 0 0 0 0,-1 0 0 0 0,1 0-1 0 0,-4 7 1 0 0,5-15-5 0 0,0 1-1 0 0,0-1 1 0 0,0 1-1 0 0,0-1 1 0 0,0 1-1 0 0,0-1 1 0 0,0 0-1 0 0,-1 1 0 0 0,1-1 1 0 0,0 1-1 0 0,0-1 1 0 0,0 1-1 0 0,-1-1 1 0 0,1 0-1 0 0,0 1 1 0 0,0-1-1 0 0,-1 0 1 0 0,1 1-1 0 0,0-1 1 0 0,-1 0-1 0 0,1 1 1 0 0,0-1-1 0 0,-1 0 1 0 0,1 0-1 0 0,0 1 0 0 0,-1-1 1 0 0,1 0-1 0 0,-1 0 1 0 0,1 0-1 0 0,0 0 1 0 0,-1 1-1 0 0,1-1 1 0 0,-1 0-1 0 0,1 0 1 0 0,-1 0-1 0 0,1 0 1 0 0,0 0-1 0 0,-1 0 1 0 0,1 0-1 0 0,-1 0 1 0 0,1 0-1 0 0,-1 0 0 0 0,1 0 1 0 0,-1-1-1 0 0,1 1 1 0 0,0 0-1 0 0,-1 0 1 0 0,1 0-1 0 0,-1-1 1 0 0,1 1-1 0 0,0 0 1 0 0,-1 0-1 0 0,1-1 1 0 0,0 1-1 0 0,-1 0 1 0 0,1-1-1 0 0,0 1 1 0 0,-1 0-1 0 0,1-1 0 0 0,0 1 1 0 0,-2-2-31 0 0,1 0 0 0 0,0 0 0 0 0,0 0 0 0 0,0 0 0 0 0,0 0 1 0 0,0-1-1 0 0,0 1 0 0 0,0 0 0 0 0,1 0 0 0 0,-1-3 0 0 0,1-15-582 0 0,2 0 0 0 0,0 0 0 0 0,1 0 0 0 0,1 0 0 0 0,11-34 0 0 0,-14 53 709 0 0,-1-1 1 0 0,1 0-1 0 0,0 1 0 0 0,0-1 1 0 0,-1 1-1 0 0,1-1 0 0 0,1 1 0 0 0,-1 0 1 0 0,0-1-1 0 0,0 1 0 0 0,0 0 1 0 0,1-1-1 0 0,-1 1 0 0 0,0 0 0 0 0,1 0 1 0 0,-1 0-1 0 0,1 1 0 0 0,0-1 1 0 0,-1 0-1 0 0,1 0 0 0 0,0 1 0 0 0,-1-1 1 0 0,1 1-1 0 0,0 0 0 0 0,-1-1 1 0 0,1 1-1 0 0,0 0 0 0 0,0 0 1 0 0,0 0-1 0 0,1 0 0 0 0,8 1 331 0 0,0 1-1 0 0,-1 0 1 0 0,1 1-1 0 0,10 3 1 0 0,11 3-16 0 0,47 3 127 0 0,106 1 0 0 0,81-13-379 0 0,-228-1-72 0 0,167-9 129 0 0,-121 4-119 0 0,1 3 0 0 0,159 15 0 0 0,67 44-68 0 0,113 14-5 0 0,-209-47 41 0 0,458 32 351 0 0,-606-53-333 0 0,-1-4-1 0 0,0-2 0 0 0,0-4 0 0 0,-1-2 0 0 0,0-3 0 0 0,99-33 0 0 0,8-18-28 0 0,-140 54-27 0 0,0 2 0 0 0,1 1 0 0 0,0 1 0 0 0,0 2 0 0 0,51 0 0 0 0,36-4 21 0 0,17-15-522 0 0,-77 12 9 0 0,1 2 0 0 0,66-1 0 0 0,-106 10-760 0 0,-1 0-5039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20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0 3225 0 0,'-2'3'241'0'0,"0"0"0"0"0,0 0 0 0 0,0 0 0 0 0,0 0 0 0 0,1 0 0 0 0,-1 0 1 0 0,1 0-1 0 0,0 1 0 0 0,-1-1 0 0 0,1 4 0 0 0,1-6-95 0 0,0 1 0 0 0,0-1 0 0 0,0 0 0 0 0,0 0 0 0 0,1 0 0 0 0,-1 0 0 0 0,1 1 0 0 0,-1-1 0 0 0,0 0 1 0 0,1 0-1 0 0,0 0 0 0 0,-1 0 0 0 0,1 0 0 0 0,0 0 0 0 0,-1 0 0 0 0,1 0 0 0 0,0 0 0 0 0,0-1 0 0 0,0 1 0 0 0,0 0 0 0 0,0 0 0 0 0,0-1 0 0 0,0 1 0 0 0,0 0 0 0 0,0-1 0 0 0,0 1 0 0 0,0-1 0 0 0,0 0 0 0 0,1 1 0 0 0,-1-1 0 0 0,0 0 0 0 0,0 0 0 0 0,2 0 0 0 0,70 16 2523 0 0,-52-13-2050 0 0,0 2 0 0 0,0 0 1 0 0,0 1-1 0 0,29 13 0 0 0,-44-16-513 0 0,0 1 1 0 0,0 0-1 0 0,0 0 1 0 0,0 0-1 0 0,-1 1 0 0 0,1 0 1 0 0,-1 0-1 0 0,0 0 1 0 0,-1 0-1 0 0,1 1 1 0 0,-1 0-1 0 0,0 0 0 0 0,-1 0 1 0 0,0 0-1 0 0,0 1 1 0 0,0 0-1 0 0,3 12 1 0 0,-3-6-49 0 0,0 0 0 0 0,-2 0 0 0 0,1 1 0 0 0,-2-1 0 0 0,0 0 0 0 0,0 1 0 0 0,-2-1-1 0 0,1 0 1 0 0,-2 0 0 0 0,1 1 0 0 0,-2-2 0 0 0,-6 18 0 0 0,1-7-395 0 0,-2-1-1 0 0,0 0 0 0 0,-1-1 0 0 0,-1 0 0 0 0,-29 35 0 0 0,24-35-1068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21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2049 456 0 0,'-2'-2'54'0'0,"-1"1"-1"0"0,1 0 1 0 0,0 0 0 0 0,0 1-1 0 0,0-1 1 0 0,0 0 0 0 0,0 1-1 0 0,-1-1 1 0 0,1 1-1 0 0,0 0 1 0 0,-1 0 0 0 0,1 0-1 0 0,0 0 1 0 0,0 0 0 0 0,-4 1-1 0 0,-35 6 913 0 0,40-7-931 0 0,-18 4 804 0 0,1 0 1 0 0,0 2-1 0 0,0 0 0 0 0,0 1 1 0 0,-27 16-1 0 0,164-121 581 0 0,-27 37-484 0 0,2 3 0 0 0,3 5 0 0 0,2 5 0 0 0,152-53 0 0 0,62 7-424 0 0,-163 52-488 0 0,-130 36-15 0 0,168-54-34 0 0,-149 46 86 0 0,-1-3 0 0 0,63-37 0 0 0,30-35 484 0 0,-112 73-369 0 0,0 0 0 0 0,-1-1 0 0 0,-1-1 0 0 0,20-26 0 0 0,77-118 16 0 0,65-85-744 0 0,-51 75 613 0 0,-55 68 17 0 0,-46 68-38 0 0,125-164 429 0 0,-108 148 228 0 0,84-78 0 0 0,-118 121-602 0 0,1 0 0 0 0,0 0 0 0 0,0 1-1 0 0,1 0 1 0 0,0 1 0 0 0,1 1 0 0 0,-1 0 0 0 0,1 0-1 0 0,0 2 1 0 0,1-1 0 0 0,-1 2 0 0 0,1-1 0 0 0,0 2 0 0 0,0 0-1 0 0,0 1 1 0 0,0 0 0 0 0,0 1 0 0 0,25 3 0 0 0,-2 1-65 0 0,87 11 138 0 0,156 37-1 0 0,-245-40-82 0 0,0 2 1 0 0,-1 1-1 0 0,0 2 0 0 0,51 34 1 0 0,-43-25 120 0 0,86 40 1 0 0,252 76 594 0 0,-368-137-789 0 0,0 0 1 0 0,0 0-1 0 0,0-2 1 0 0,1 1 0 0 0,-1-2-1 0 0,1 0 1 0 0,0 0 0 0 0,0-1-1 0 0,0-1 1 0 0,0 0-1 0 0,0 0 1 0 0,-1-2 0 0 0,1 1-1 0 0,0-2 1 0 0,-1 0 0 0 0,1 0-1 0 0,-1-1 1 0 0,19-9 0 0 0,-14 4-338 0 0,0 0 1 0 0,-1-1 0 0 0,0-1 0 0 0,17-17 0 0 0,-11 8-6737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0.7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0 5985 0 0,'-3'4'686'0'0,"0"-1"0"0"0,1 1 0 0 0,-1 0 0 0 0,1 0-1 0 0,0 0 1 0 0,0 1 0 0 0,1-1 0 0 0,-1 0 0 0 0,1 1 0 0 0,0-1 0 0 0,0 1-1 0 0,0-1 1 0 0,0 6 0 0 0,-7 26-5429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1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1 187 2304 0 0,'2'-2'384'0'0,"-1"-1"0"0"0,1 1-1 0 0,-1-1 1 0 0,1 0-1 0 0,-1 0 1 0 0,0 0-1 0 0,2-5 1 0 0,-3 7-144 0 0,1 0 0 0 0,-1 0 1 0 0,0 0-1 0 0,1 0 1 0 0,-1 0-1 0 0,0 0 1 0 0,0 0-1 0 0,0 0 1 0 0,0 0-1 0 0,0 0 1 0 0,0 0-1 0 0,0 0 0 0 0,0 0 1 0 0,0 0-1 0 0,0 0 1 0 0,-1 0-1 0 0,1 0 1 0 0,0 0-1 0 0,-1 0 1 0 0,1 0-1 0 0,-1 0 1 0 0,1 0-1 0 0,-1 0 0 0 0,1 0 1 0 0,-1 1-1 0 0,1-1 1 0 0,-2-1-1 0 0,9 21-8328 0 0,-6-19 8087 0 0,0 0-1 0 0,-1 0 1 0 0,1 0 0 0 0,0 1 0 0 0,-1-1 0 0 0,1 0-1 0 0,0 0 1 0 0,-1 0 0 0 0,1 0 0 0 0,0 0 0 0 0,0 0-1 0 0,2-2-5 0 0,0 1 1 0 0,0 0-1 0 0,-1-1 0 0 0,1 0 0 0 0,-1 0 0 0 0,0 0 0 0 0,1 0 1 0 0,2-3-1 0 0,7-8-47 0 0,-1-1 1 0 0,16-25 0 0 0,-18 24-106 0 0,1 0 0 0 0,21-22 1 0 0,-15 62-851 0 0,-9-2 752 0 0,-7-22 256 0 0,0 0 0 0 0,0 0 0 0 0,0 0 0 0 0,0-1 0 0 0,0 1 0 0 0,0 0-1 0 0,0 0 1 0 0,0 0 0 0 0,0-1 0 0 0,0 1 0 0 0,1 0 0 0 0,-1 0 0 0 0,0 0 0 0 0,1-1 0 0 0,-1 1 0 0 0,0 0 0 0 0,1-1-1 0 0,-1 1 1 0 0,1 0 0 0 0,-1-1 0 0 0,1 1 0 0 0,0 0 0 0 0,-1-1 0 0 0,1 1 0 0 0,-1-1 0 0 0,1 1 0 0 0,0-1-1 0 0,0 0 1 0 0,-1 1 0 0 0,1-1 0 0 0,0 0 0 0 0,0 1 0 0 0,-1-1 0 0 0,1 0 0 0 0,0 0 0 0 0,0 0 0 0 0,0 1 0 0 0,0-1-1 0 0,4 0 102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1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4145 0 0,'-2'3'197'0'0,"0"1"0"0"0,1-1 1 0 0,-1 0-1 0 0,1 1 0 0 0,0-1 0 0 0,0 1 0 0 0,0-1 1 0 0,0 8-1 0 0,14-28-3772 0 0,-13 17 3302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2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87 1376 0 0,'-1'-3'340'0'0,"1"3"-327"0"0,0 0 1 0 0,0-1-1 0 0,0 1 1 0 0,0 0-1 0 0,0 0 1 0 0,0 0 0 0 0,0 0-1 0 0,0 0 1 0 0,0 0-1 0 0,0 0 1 0 0,0-1-1 0 0,0 1 1 0 0,0 0-1 0 0,0 0 1 0 0,0 0-1 0 0,0 0 1 0 0,0 0-1 0 0,0-1 1 0 0,0 1-1 0 0,0 0 1 0 0,0 0 0 0 0,0 0-1 0 0,0 0 1 0 0,0 0-1 0 0,0 0 1 0 0,0-1-1 0 0,0 1 1 0 0,0 0-1 0 0,0 0 1 0 0,0 0-1 0 0,0 0 1 0 0,0 0-1 0 0,0 0 1 0 0,0 0 0 0 0,1 0-1 0 0,-1-1 1 0 0,0 1-1 0 0,0 0 1 0 0,0 0-1 0 0,0 0 1 0 0,0 0-1 0 0,0 0 1 0 0,0 0-1 0 0,1 0 1 0 0,-1 0-1 0 0,0 0 1 0 0,0 0-1 0 0,0 0 1 0 0,0 0 0 0 0,21-2-30 0 0</inkml:trace>
  <inkml:trace contextRef="#ctx0" brushRef="#br0" timeOffset="1">157 45 1840 0 0,'1'0'160'0'0,"0"-1"-160"0"0,-1 0 0 0 0,0-1 0 0 0,2 2 88 0 0,-1-1-24 0 0,2-3 0 0 0,0-2 0 0 0,1-2-64 0 0,0 0 0 0 0,-3 1 0 0 0,-1 1 0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2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2304 0 0,'26'-16'2037'0'0,"-2"1"-3524"0"0,-24 14 1434 0 0,-1 1-11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2.7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4 205 4145 0 0,'-2'4'184'0'0,"1"-3"40"0"0,1 1-224 0 0,0-1 0 0 0,0-2-248 0 0,1-1 88 0 0,2-3-8 0 0,1 0 168 0 0</inkml:trace>
  <inkml:trace contextRef="#ctx0" brushRef="#br0" timeOffset="1">200 38 3681 0 0,'1'1'54'0'0,"-1"-1"0"0"0,1 0 1 0 0,-1 1-1 0 0,1-1 0 0 0,-1 1 1 0 0,1-1-1 0 0,-1 0 0 0 0,1 1 1 0 0,-1-1-1 0 0,1 0 0 0 0,0 0 0 0 0,-1 0 1 0 0,1 1-1 0 0,-1-1 0 0 0,1 0 1 0 0,0 0-1 0 0,-1 0 0 0 0,1 0 1 0 0,-1 0-1 0 0,1 0 0 0 0,0 0 0 0 0,-1 0 1 0 0,1 0-1 0 0,-1 0 0 0 0,1 0 1 0 0,0-1-1 0 0,-1 1 0 0 0,1 0 1 0 0,-1 0-1 0 0,1 0 0 0 0,-1-1 1 0 0,1 1-1 0 0,0 0 0 0 0,-1-1 0 0 0,1 1 1 0 0,-1-1-1 0 0,0 1 0 0 0,1-1 1 0 0,0 0-1 0 0,17-17-887 0 0,-14 4 654 0 0,-4 9 179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3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1 515 3225 0 0,'0'1'312'0'0,"1"1"-312"0"0,0 0 192 0 0,1-2 8 0 0,-1 0 0 0 0,0 0 0 0 0,2 0-272 0 0</inkml:trace>
  <inkml:trace contextRef="#ctx0" brushRef="#br0" timeOffset="1">120 242 4609 0 0,'0'-6'1794'0'0,"-9"-15"-3498"0"0,8 19 1911 0 0,-4-7-568 0 0</inkml:trace>
  <inkml:trace contextRef="#ctx0" brushRef="#br0" timeOffset="2">240 64 3209 0 0,'2'-1'288'0'0,"0"0"-288"0"0,-1-1 0 0 0,0 1 0 0 0,-1 0 0 0 0,2-1 0 0 0,-1-1 0 0 0,3-1 0 0 0,0-1-96 0 0,2-3 96 0 0,-1 0 0 0 0,1 0-96 0 0,0-2 96 0 0,0 1-80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3.5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6 139 1376 0 0,'6'-7'655'0'0,"-6"7"-633"0"0,0 0 0 0 0,0 0 0 0 0,0 0 0 0 0,0-1 0 0 0,0 1 1 0 0,0 0-1 0 0,0 0 0 0 0,0 0 0 0 0,0 0 0 0 0,0 0 0 0 0,0 0 0 0 0,0-1 0 0 0,1 1 0 0 0,-1 0 0 0 0,0 0 1 0 0,0 0-1 0 0,0 0 0 0 0,0 0 0 0 0,0 0 0 0 0,0 0 0 0 0,1 0 0 0 0,-1 0 0 0 0,0 0 0 0 0,0 0 1 0 0,0 0-1 0 0,0 0 0 0 0,0 0 0 0 0,1-1 0 0 0,-1 1 0 0 0,0 0 0 0 0,0 0 0 0 0,0 0 0 0 0,0 1 0 0 0,0-1 1 0 0,1 0-1 0 0,-1 0 0 0 0,0 0 0 0 0,0 0 0 0 0,0 0 0 0 0,0 0 0 0 0,0 0 0 0 0,0 0 0 0 0,1 0 1 0 0,-1 0-1 0 0,0 0 0 0 0,0 0 0 0 0,0 0 0 0 0,0 0 0 0 0,0 1 0 0 0,0-1 0 0 0,0 0 0 0 0,1 0 1 0 0,-1 0-1 0 0,0 0 0 0 0,0 0 0 0 0,0 0 0 0 0,0 0 0 0 0,0 1 0 0 0,0-1 0 0 0,0 0 0 0 0,0 0 0 0 0,0 0 1 0 0,0 0-1 0 0,0 0 0 0 0,0 1 0 0 0,0-1 0 0 0,0 0 0 0 0,0 4-48 0 0,0 1-1 0 0,-1-1 1 0 0,0 0-1 0 0,0 0 0 0 0,0 0 1 0 0,0 0-1 0 0,0 0 1 0 0,-4 7-1 0 0,-1 0 101 0 0</inkml:trace>
  <inkml:trace contextRef="#ctx0" brushRef="#br0" timeOffset="1">143 46 6913 0 0,'0'0'737'0'0,"0"-1"-737"0"0,0 0-528 0 0,1-5-1497 0 0,1 2 2025 0 0,-2-3 104 0 0,1 2 40 0 0,-2 0 8 0 0,1-2-88 0 0,-2 1-64 0 0,-2 2 72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04.0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83 3225 0 0,'-1'0'122'0'0,"-30"9"1647"0"0,30-9-1704 0 0,0 0-1 0 0,0 1 1 0 0,1-1-1 0 0,-1 0 1 0 0,0 1-1 0 0,0-1 1 0 0,0 0 0 0 0,0 0-1 0 0,0 0 1 0 0,0 0-1 0 0,0 0 1 0 0,1 0-1 0 0,-1 0 1 0 0,0 0 0 0 0,0 0-1 0 0,0-1 1 0 0,0 1-1 0 0,0 0 1 0 0,1 0-1 0 0,-1-1 1 0 0,0 1-1 0 0,0-1 1 0 0,0 1 0 0 0,1-1-1 0 0,-1 1 1 0 0,0-1-1 0 0,1 1 1 0 0,-1-1-1 0 0,0 1 1 0 0,0-2 0 0 0,1 1-16 0 0,0-1 1 0 0,1 1 0 0 0,-1 0 0 0 0,1 0 0 0 0,-1-1 0 0 0,1 1-1 0 0,-1 0 1 0 0,1 0 0 0 0,0 0 0 0 0,-1 0 0 0 0,1 0 0 0 0,0 0-1 0 0,0 0 1 0 0,0 0 0 0 0,0 0 0 0 0,0 0 0 0 0,0 0 0 0 0,0 0-1 0 0,0 1 1 0 0,0-1 0 0 0,0 0 0 0 0,2 0 0 0 0,28-13 576 0 0,-15 11-255 0 0,1 0 1 0 0,0 1-1 0 0,-1 1 0 0 0,1 0 1 0 0,0 1-1 0 0,0 1 0 0 0,24 4 1 0 0,41 2 176 0 0,679-51 1382 0 0,-746 43-1915 0 0,14-3 41 0 0,-1 2-1 0 0,52 3 1 0 0,-71 0-50 0 0,-1 0 1 0 0,1 0-1 0 0,-1 1 1 0 0,0 0 0 0 0,0 1-1 0 0,0 0 1 0 0,0 0-1 0 0,0 1 1 0 0,-1 0-1 0 0,1 0 1 0 0,-1 1-1 0 0,0-1 1 0 0,-1 2 0 0 0,7 5-1 0 0,-6-4-11 0 0,0-1 0 0 0,0 0 0 0 0,0 0-1 0 0,1-1 1 0 0,-1 0 0 0 0,1 0 0 0 0,1-1 0 0 0,-1 0 0 0 0,1 0 0 0 0,-1-1-1 0 0,1 0 1 0 0,0-1 0 0 0,0 0 0 0 0,18 2 0 0 0,-8-3-382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30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1904 1376 0 0,'-5'9'405'0'0,"-14"28"556"0"0,18-36-901 0 0,1 1-1 0 0,-1-1 0 0 0,1 0 0 0 0,-1 0 1 0 0,1 1-1 0 0,-1-1 0 0 0,1 0 0 0 0,0 1 1 0 0,0-1-1 0 0,0 1 0 0 0,-1-1 0 0 0,1 0 0 0 0,1 1 1 0 0,-1-1-1 0 0,0 0 0 0 0,0 1 0 0 0,0-1 1 0 0,1 0-1 0 0,-1 1 0 0 0,1-1 0 0 0,-1 0 1 0 0,2 2-1 0 0,0-2-10 0 0,0-1 1 0 0,0 1-1 0 0,1-1 0 0 0,-1 0 1 0 0,0 0-1 0 0,1 0 0 0 0,-1 0 1 0 0,0 0-1 0 0,1-1 0 0 0,3 0 1 0 0,0 0 704 0 0,6 2 351 0 0,-10 0-966 0 0,-1-1 1 0 0,0 0-1 0 0,1 1 1 0 0,-1-1-1 0 0,1 0 1 0 0,-1 0-1 0 0,1 0 1 0 0,-1-1-1 0 0,1 1 1 0 0,-1 0-1 0 0,1 0 1 0 0,-1-1-1 0 0,0 1 1 0 0,2-1-1 0 0,45-7 2486 0 0,-27 2-2044 0 0,0-1-1 0 0,0-1 1 0 0,37-21 0 0 0,11-5 224 0 0,-33 18-698 0 0,-1-3-1 0 0,-1 0 0 0 0,0-2 1 0 0,-2-2-1 0 0,0-1 1 0 0,-2-1-1 0 0,49-53 0 0 0,-35 31 109 0 0,83-82 221 0 0,-17 45-282 0 0,-24 21-140 0 0,-66 48 208 0 0,37-20 0 0 0,-37 24-128 0 0,-1-1 0 0 0,31-25 0 0 0,82-101 184 0 0,-65 63-172 0 0,9-13-70 0 0,21-21 16 0 0,40-31 220 0 0,-122 121-266 0 0,-2 0 0 0 0,0 0 1 0 0,-2-2-1 0 0,0 1 0 0 0,-1-2 0 0 0,-1 1 1 0 0,11-42-1 0 0,-4 16-30 0 0,-4 19 15 0 0,2 1 0 0 0,0 1-1 0 0,2 0 1 0 0,0 1 0 0 0,2 1-1 0 0,1 0 1 0 0,25-24 0 0 0,-29 34 19 0 0,0 0 1 0 0,0 1-1 0 0,1 1 0 0 0,1 0 1 0 0,0 1-1 0 0,30-14 1 0 0,-8 7 70 0 0,2 2 1 0 0,43-11-1 0 0,-67 23 13 0 0,0 1 0 0 0,19-1 0 0 0,30-6-133 0 0,-47 7 40 0 0,0 0 0 0 0,0 2 0 0 0,0 0 0 0 0,30 2-1 0 0,-25 1 2 0 0,1-2-1 0 0,29-3 0 0 0,-24-2 26 0 0,1 2 1 0 0,-1 1 0 0 0,1 1-1 0 0,0 2 1 0 0,60 9-1 0 0,-74-5 22 0 0,0 1-1 0 0,-1 1 0 0 0,0 1 1 0 0,16 9-1 0 0,15 8 94 0 0,-38-21-48 0 0,-1 2-1 0 0,0-1 0 0 0,0 1 1 0 0,-1 0-1 0 0,1 1 0 0 0,-1 0 1 0 0,-1 0-1 0 0,1 0 0 0 0,-1 1 1 0 0,-1 0-1 0 0,9 14 1 0 0,-7-10 41 0 0,1-1-1 0 0,0 0 1 0 0,1 0 0 0 0,20 19 0 0 0,-22-25-135 0 0,1-1 0 0 0,-1 1 0 0 0,1-1 0 0 0,0-1 0 0 0,1 0 0 0 0,-1 0 0 0 0,0 0 0 0 0,1-1 0 0 0,0-1 0 0 0,16 2 0 0 0,-15-2 0 0 0,0 0 0 0 0,-1 1 0 0 0,1 0 0 0 0,-1 0 0 0 0,0 1 0 0 0,0 1 0 0 0,0-1 0 0 0,0 1 0 0 0,11 7 0 0 0,24 25-14 0 0,-36-28 9 0 0,0 0 0 0 0,1-1 0 0 0,0 0 0 0 0,0-1 0 0 0,1 0 0 0 0,-1 0 0 0 0,1-1 0 0 0,0-1 0 0 0,14 5 0 0 0,42 10 206 0 0,1-4 0 0 0,128 14 0 0 0,-159-27-104 0 0,54 10-1 0 0,-77-9-172 0 0,1 0 1 0 0,-1 1-1 0 0,0 1 1 0 0,0 0-1 0 0,-1 1 0 0 0,1 0 1 0 0,13 9-1 0 0,-13-5-539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3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52 2160 0 0,'4'-17'1772'0'0,"-3"15"-1409"0"0,0 0 1 0 0,0 1-1 0 0,-1-1 0 0 0,1 0 0 0 0,-1 0 0 0 0,0 0 0 0 0,1 0 1 0 0,-1 1-1 0 0,0-1 0 0 0,0 0 0 0 0,0 0 0 0 0,0 0 0 0 0,0 0 1 0 0,0 0-1 0 0,-1 0 0 0 0,0-2 0 0 0,-1 6-11 0 0,1-1-1 0 0,0 1 1 0 0,0 0 0 0 0,0 0-1 0 0,0 0 1 0 0,0 0 0 0 0,1 0-1 0 0,-1 1 1 0 0,0-1 0 0 0,1 0-1 0 0,0 0 1 0 0,-1 3 0 0 0,-15 205 662 0 0,0 0-230 0 0,11-178-813 0 0,1-10-39 0 0,2 0-1 0 0,0 0 1 0 0,1 1 0 0 0,3 31 0 0 0,3-44-141 0 0,2-7-2721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4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38 1376 0 0,'-5'-16'-313'0'0,"5"15"553"0"0,0 0-1 0 0,0 0 0 0 0,-1 0 0 0 0,1 0 0 0 0,0 0 0 0 0,1 0 0 0 0,-1 0 0 0 0,0 0 0 0 0,0 0 1 0 0,0 0-1 0 0,1 0 0 0 0,-1 0 0 0 0,0 0 0 0 0,1 0 0 0 0,2-4 1192 0 0,-2 5-1261 0 0,-1 0 0 0 0,1-1 0 0 0,-1 1 0 0 0,1 0 1 0 0,-1 0-1 0 0,0 0 0 0 0,1-1 0 0 0,-1 1 0 0 0,1 0 0 0 0,-1 0 1 0 0,1 0-1 0 0,-1 0 0 0 0,1 0 0 0 0,-1 0 0 0 0,1 0 1 0 0,-1 0-1 0 0,1 0 0 0 0,17 11 2271 0 0,-6 0-1213 0 0,-1 0-1 0 0,17 25 1 0 0,35 66 70 0 0,-31-48-788 0 0,-5-8-166 0 0,80 119 307 0 0,-91-143-649 0 0,2 0-1 0 0,0-1 0 0 0,1-2 0 0 0,44 36 0 0 0,-48-48-424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4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4 223 2761 0 0,'-1'-2'113'0'0,"1"1"1"0"0,-1 0 0 0 0,1-1-1 0 0,-1 1 1 0 0,1-1 0 0 0,0 1 0 0 0,0-1-1 0 0,0 1 1 0 0,0-1 0 0 0,0 1 0 0 0,0-1-1 0 0,0 1 1 0 0,1-1 0 0 0,-1 1-1 0 0,1 0 1 0 0,-1-1 0 0 0,1 1 0 0 0,-1-1-1 0 0,1 1 1 0 0,-1 0 0 0 0,1 0 0 0 0,0-1-1 0 0,0 1 1 0 0,0 0 0 0 0,0 0-1 0 0,2-2 1 0 0,32-33 3581 0 0,-27 29-3029 0 0,19-17 1075 0 0,49-35 0 0 0,-62 50-2129 0 0,0 1 0 0 0,1 0 0 0 0,0 0 0 0 0,0 2 0 0 0,30-10 0 0 0,-31 13-3812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5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0,'4'2'6195'0'0,"0"0"-5252"0"0,2 2-624 0 0,-1 1 0 0 0,1-1 1 0 0,-1 1-1 0 0,1 1 1 0 0,-2-1-1 0 0,1 1 1 0 0,0 0-1 0 0,-1 0 0 0 0,0 0 1 0 0,5 11-1 0 0,5 14 288 0 0,10 36-1 0 0,2 0-174 0 0,-10-30-170 0 0,40 64 0 0 0,-49-91-593 0 0,0 0 1 0 0,1 0-1 0 0,0 0 1 0 0,1-1-1 0 0,0 0 1 0 0,0-1-1 0 0,1 0 1 0 0,0 0 0 0 0,0-1-1 0 0,15 8 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5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1 130 2128 0 0,'0'-4'117'0'0,"1"0"-1"0"0,0 0 0 0 0,0 0 1 0 0,0 0-1 0 0,0 0 0 0 0,1 0 0 0 0,-1 0 1 0 0,1 1-1 0 0,0-1 0 0 0,0 1 0 0 0,1-1 1 0 0,2-3-1 0 0,2-1 581 0 0,0 0 0 0 0,1 0 0 0 0,11-10 0 0 0,-13 14-434 0 0,-1 0 1 0 0,1 0-1 0 0,0 1 0 0 0,0 0 1 0 0,0 0-1 0 0,1 0 0 0 0,-1 1 1 0 0,1 0-1 0 0,-1 0 0 0 0,1 1 1 0 0,0-1-1 0 0,11 1 0 0 0,-7 1-52 0 0,-1 0-1 0 0,1 1 0 0 0,-1 0 0 0 0,0 1 1 0 0,1 0-1 0 0,-1 1 0 0 0,17 7 0 0 0,-11-3-70 0 0,0 1 0 0 0,0 1 0 0 0,-1 0-1 0 0,0 1 1 0 0,-1 1 0 0 0,0 0 0 0 0,0 1-1 0 0,-1 0 1 0 0,16 21 0 0 0,-24-26-73 0 0,0 0 0 0 0,-1 1 1 0 0,1-1-1 0 0,-2 1 0 0 0,1 0 0 0 0,-1 0 1 0 0,0 0-1 0 0,-1 1 0 0 0,0-1 0 0 0,0 1 1 0 0,-1-1-1 0 0,0 1 0 0 0,-1 0 0 0 0,1-1 1 0 0,-2 1-1 0 0,1 0 0 0 0,-1-1 0 0 0,-1 1 1 0 0,1-1-1 0 0,-1 1 0 0 0,-1-1 0 0 0,0 0 1 0 0,0 0-1 0 0,-7 13 0 0 0,-2 0-111 0 0,0 0-1 0 0,-1-2 1 0 0,-1 0-1 0 0,-1 0 1 0 0,0-1-1 0 0,-2-1 1 0 0,-35 29-1 0 0,46-41-1543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6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230 183 2304 0 0,'0'-19'1334'0'0,"1"4"-214"0"0,-1 1 0 0 0,-1 0 1 0 0,0-1-1 0 0,-1 1 1 0 0,-5-22-1 0 0,6 33-956 0 0,-1 0 0 0 0,1-1 1 0 0,0 1-1 0 0,-1 0 0 0 0,0 0 0 0 0,1 1 0 0 0,-1-1 0 0 0,0 0 0 0 0,-1 1 0 0 0,1-1 0 0 0,0 1 0 0 0,-1 0 1 0 0,1-1-1 0 0,-1 1 0 0 0,0 0 0 0 0,0 1 0 0 0,0-1 0 0 0,0 0 0 0 0,0 1 0 0 0,0 0 0 0 0,0 0 0 0 0,0 0 1 0 0,0 0-1 0 0,-1 0 0 0 0,1 0 0 0 0,0 1 0 0 0,-1 0 0 0 0,1 0 0 0 0,-5 0 0 0 0,3 0-81 0 0,0 0 0 0 0,0 1 0 0 0,0-1 0 0 0,0 1-1 0 0,0 0 1 0 0,0 1 0 0 0,0-1 0 0 0,0 1 0 0 0,1 0 0 0 0,-1 0-1 0 0,1 0 1 0 0,-1 1 0 0 0,1 0 0 0 0,0 0 0 0 0,0 0 0 0 0,0 0-1 0 0,1 0 1 0 0,-1 1 0 0 0,1 0 0 0 0,0-1 0 0 0,-1 1 0 0 0,2 1-1 0 0,-5 6 1 0 0,1 1-79 0 0,1 0 0 0 0,0 0 0 0 0,1 1 0 0 0,1-1 1 0 0,0 1-1 0 0,0 0 0 0 0,1 0 0 0 0,0 14 0 0 0,1-21-13 0 0,1 0 1 0 0,0 0-1 0 0,0 0 1 0 0,1 0-1 0 0,0-1 1 0 0,0 1 0 0 0,0 0-1 0 0,1 0 1 0 0,-1 0-1 0 0,1-1 1 0 0,1 1-1 0 0,-1-1 1 0 0,1 0-1 0 0,0 1 1 0 0,0-1 0 0 0,1 0-1 0 0,-1-1 1 0 0,1 1-1 0 0,6 5 1 0 0,-4-5-15 0 0,1 0 1 0 0,-1-1 0 0 0,1 0-1 0 0,0 0 1 0 0,0 0 0 0 0,1-1-1 0 0,-1 0 1 0 0,1-1 0 0 0,-1 0-1 0 0,1 0 1 0 0,0 0 0 0 0,0-1-1 0 0,-1 0 1 0 0,10-1 0 0 0,28 1-206 0 0,84-9 1 0 0,-113 6-12 0 0,-1-1-1 0 0,1-1 1 0 0,0 0-1 0 0,-1-1 1 0 0,0 0-1 0 0,0-1 1 0 0,0-1-1 0 0,23-15 1 0 0,-29 15-1083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6.8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3225 0 0,'-3'2'1357'0'0,"9"4"-202"0"0,10 2 527 0 0,27-4 928 0 0,53-1-1 0 0,-8-2-1325 0 0,108 11-1583 0 0,-112-7-5076 0 0,-74-4 1808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7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1 1840 0 0,'-6'0'88'0'0,"4"-1"102"0"0,0 1 0 0 0,0 0-1 0 0,0 0 1 0 0,0 0 0 0 0,0 0 0 0 0,1 1-1 0 0,-1-1 1 0 0,0 0 0 0 0,0 1-1 0 0,0-1 1 0 0,0 1 0 0 0,0 0 0 0 0,0 0-1 0 0,0 0 1 0 0,-2 2 0 0 0,14-3 3216 0 0,7-1-3103 0 0,0 2 1 0 0,0 0 0 0 0,0 1-1 0 0,0 0 1 0 0,-1 2 0 0 0,1 0-1 0 0,-1 1 1 0 0,0 0 0 0 0,18 9-1 0 0,-25-10-159 0 0,-1 0-1 0 0,0 1 1 0 0,0-1-1 0 0,0 1 0 0 0,-1 1 1 0 0,1 0-1 0 0,-2 0 1 0 0,1 0-1 0 0,0 1 0 0 0,-1 0 1 0 0,-1 0-1 0 0,1 0 1 0 0,-1 1-1 0 0,0 0 0 0 0,-1 0 1 0 0,0 0-1 0 0,0 1 1 0 0,5 15-1 0 0,-9-19-169 0 0,0 1 0 0 0,0 0 0 0 0,0-1-1 0 0,-1 1 1 0 0,0-1 0 0 0,0 0 0 0 0,0 1 0 0 0,0-1 0 0 0,-1 0 0 0 0,0 1 0 0 0,0-1-1 0 0,-1 0 1 0 0,1-1 0 0 0,-1 1 0 0 0,0 0 0 0 0,0-1 0 0 0,-7 8 0 0 0,5-5-43 0 0,-5 6-384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7.9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1 920 0 0,'-1'0'80'0'0,"1"0"0"0"0,0 0-1 0 0,0 0 1 0 0,0 1 0 0 0,-1-1-1 0 0,1 0 1 0 0,0 0 0 0 0,0 0 0 0 0,0 0-1 0 0,0 1 1 0 0,-1-1 0 0 0,1 0-1 0 0,0 0 1 0 0,0 1 0 0 0,0-1-1 0 0,0 0 1 0 0,0 0 0 0 0,0 1 0 0 0,0-1-1 0 0,0 0 1 0 0,-1 0 0 0 0,1 1-1 0 0,0-1 1 0 0,0 0 0 0 0,0 0 0 0 0,0 1-1 0 0,0-1 1 0 0,1 0 0 0 0,-1 0-1 0 0,0 1 1 0 0,0-1 0 0 0,0 0-1 0 0,0 0 1 0 0,0 1 0 0 0,0-1 0 0 0,0 0-1 0 0,0 0 1 0 0,0 1 0 0 0,1-1-1 0 0,-1 0 1 0 0,13 5 1668 0 0,16-3 38 0 0,11-4 96 0 0,28-2 970 0 0,84 6-1 0 0,-129 0-2818 0 0,1 1 0 0 0,-1 1 0 0 0,0 2 0 0 0,0 0 0 0 0,-1 1 0 0 0,0 1 0 0 0,31 16 0 0 0,27 23-3160 0 0,-68-40-1459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8.3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 1840 0 0,'8'-2'5617'0'0,"53"-8"-2882"0"0,-57 10-2651 0 0,1 0 1 0 0,-1 1-1 0 0,0 0 1 0 0,0-1 0 0 0,0 2-1 0 0,0-1 1 0 0,0 0 0 0 0,0 1-1 0 0,0-1 1 0 0,0 1 0 0 0,-1 0-1 0 0,1 1 1 0 0,-1-1 0 0 0,1 1-1 0 0,-1-1 1 0 0,0 1 0 0 0,0 0-1 0 0,0 0 1 0 0,0 0 0 0 0,0 1-1 0 0,-1-1 1 0 0,0 1 0 0 0,3 5-1 0 0,-2-5 15 0 0,0 1 0 0 0,0-1 1 0 0,-1 1-1 0 0,0 0 0 0 0,0 0 0 0 0,0 0 0 0 0,0 0 0 0 0,-1 0 0 0 0,0 0 0 0 0,0 1 0 0 0,0-1 0 0 0,-1 0 0 0 0,0 1 0 0 0,0-1 0 0 0,0 0 0 0 0,-1 1 1 0 0,0-1-1 0 0,-1 8 0 0 0,-4-2 197 0 0,-1-1 1 0 0,0 1-1 0 0,-1-1 1 0 0,1-1-1 0 0,-2 1 0 0 0,-15 13 1 0 0,10-9-215 0 0,2-2-222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3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0 169 3225 0 0,'0'-2'174'0'0,"0"0"-1"0"0,0 0 1 0 0,0 1 0 0 0,1-1 0 0 0,-1 0 0 0 0,0 0 0 0 0,1 0 0 0 0,-1 0-1 0 0,1 1 1 0 0,0-1 0 0 0,-1 0 0 0 0,1 0 0 0 0,0 1 0 0 0,0-1 0 0 0,0 0-1 0 0,0 1 1 0 0,0-1 0 0 0,2-1 0 0 0,25-28 1630 0 0,-14 21-1625 0 0,0 0 0 0 0,0 2 0 0 0,1-1 0 0 0,0 2 0 0 0,31-11 0 0 0,14-8-319 0 0,-30 12 12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4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23 126 3225 0 0,'-1'1'187'0'0,"1"-1"0"0"0,-1 0 0 0 0,0 0 0 0 0,0 0 0 0 0,1 0 0 0 0,-1 0 0 0 0,0 0 0 0 0,0 0 0 0 0,0 0 0 0 0,0 0 0 0 0,1 0 0 0 0,-1 0 0 0 0,0 0 0 0 0,0-1 0 0 0,1 1 0 0 0,-1 0 0 0 0,0-1 0 0 0,0 1 0 0 0,1 0 0 0 0,-1-1 0 0 0,0 1 0 0 0,1-1 0 0 0,-1 1 0 0 0,0-1 0 0 0,1 1 0 0 0,-1-1 0 0 0,1 0 0 0 0,-1 1 0 0 0,1-1 0 0 0,-1 1 0 0 0,1-1 0 0 0,-1-1 0 0 0,1 1 32 0 0,1 0 0 0 0,-1 0-1 0 0,1-1 1 0 0,-1 1 0 0 0,1 0-1 0 0,-1 0 1 0 0,1 0 0 0 0,-1 0-1 0 0,1 0 1 0 0,0 0 0 0 0,0 0-1 0 0,0 0 1 0 0,0 0 0 0 0,-1 0-1 0 0,1 1 1 0 0,0-1 0 0 0,0 0-1 0 0,3-1 1 0 0,117-76-959 0 0,-94 60-3869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5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0 198 4145 0 0,'4'-7'386'0'0,"0"-1"1"0"0,0 0-1 0 0,0 1 1 0 0,9-10-1 0 0,-3 8-403 0 0,0 0-1 0 0,1 1 1 0 0,0 0-1 0 0,0 1 1 0 0,1 0-1 0 0,12-5 0 0 0,-12 6 2 0 0,-1 1 0 0 0,1-2 0 0 0,-2 0 0 0 0,1 0 0 0 0,-1-1-1 0 0,17-17 1 0 0,-7-1 16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5.9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10 321 5065 0 0,'0'0'65'0'0,"0"0"-1"0"0,-1 0 1 0 0,1 0-1 0 0,0 0 1 0 0,0 0-1 0 0,-1 0 1 0 0,1 0-1 0 0,0 0 1 0 0,-1 0-1 0 0,1 0 1 0 0,0 0-1 0 0,0 0 1 0 0,-1 0-1 0 0,1 0 1 0 0,0 0-1 0 0,-1 0 1 0 0,1 0 0 0 0,0 0-1 0 0,0 0 1 0 0,-1 0-1 0 0,1 0 1 0 0,0-1-1 0 0,0 1 1 0 0,-1 0-1 0 0,1 0 1 0 0,0 0-1 0 0,0-1 1 0 0,-1 1-1 0 0,1 0 1 0 0,0 0-1 0 0,0 0 1 0 0,0-1-1 0 0,0 1 1 0 0,-1 0-1 0 0,1 0 1 0 0,0-1-1 0 0,0 1 1 0 0,0 0-1 0 0,0 0 1 0 0,0-1 0 0 0,0 1-1 0 0,0 0 1 0 0,0-1-1 0 0,0 1 1 0 0,0 0-1 0 0,0-1 1 0 0,0 1-1 0 0,0 0 1 0 0,0 0-1 0 0,0-1 1 0 0,0 1-1 0 0,0 0 1 0 0,0-1-1 0 0,0 1 1 0 0,0 0-1 0 0,0 0 1 0 0,1-1-1 0 0,-1 1 1 0 0,19-23 1283 0 0,36-22-1250 0 0,-54 44-64 0 0,289-217-4449 0 0,-259 194 4415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7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1 195 4145 0 0,'2'-3'314'0'0,"1"1"-1"0"0,-1 0 1 0 0,1 0 0 0 0,0 0-1 0 0,-1 1 1 0 0,1-1 0 0 0,5-2 0 0 0,-1 1 174 0 0,65-49 2390 0 0,28-36-4683 0 0,-65 54 1095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9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41 102 3225 0 0,'-3'-15'606'0'0,"2"7"-76"0"0,0-1 1 0 0,-1 1-1 0 0,0-1 0 0 0,-1 1 1 0 0,0 0-1 0 0,0 0 0 0 0,-8-14 1 0 0,2 16 983 0 0,6 14-557 0 0,5 22-441 0 0,-1-26-637 0 0,6 109 684 0 0,-11 141 1 0 0,0-39-284 0 0,30 423-244 0 0,-13-389 93 0 0,-8 45-1277 0 0,-5-278-2934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9.9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57 244 3225 0 0,'-29'-23'1571'0'0,"29"23"-1541"0"0,-1-1 0 0 0,1 1 0 0 0,-1-1 0 0 0,0 1 0 0 0,1 0 1 0 0,-1-1-1 0 0,1 1 0 0 0,-1 0 0 0 0,0-1 0 0 0,0 1 0 0 0,1 0 1 0 0,-1 0-1 0 0,0 0 0 0 0,1 0 0 0 0,-1 0 0 0 0,0 0 1 0 0,0 0-1 0 0,1 0 0 0 0,-1 0 0 0 0,0 0 0 0 0,1 0 0 0 0,-1 0 1 0 0,0 0-1 0 0,1 1 0 0 0,-1-1 0 0 0,0 0 0 0 0,1 0 1 0 0,-1 1-1 0 0,0-1 0 0 0,1 1 0 0 0,-1-1 0 0 0,1 0 0 0 0,-1 1 1 0 0,1-1-1 0 0,-1 1 0 0 0,1-1 0 0 0,-1 1 0 0 0,1 0 1 0 0,-1-1-1 0 0,1 1 0 0 0,0-1 0 0 0,-1 1 0 0 0,1 0 0 0 0,0-1 1 0 0,-1 1-1 0 0,1 0 0 0 0,0-1 0 0 0,0 1 0 0 0,0 0 1 0 0,0 1-1 0 0,0-2-30 0 0,0 1 0 0 0,0 0 0 0 0,0-1 0 0 0,0 1 0 0 0,1-1 0 0 0,-1 1 0 0 0,0 0 0 0 0,0-1 0 0 0,1 1 0 0 0,-1-1 0 0 0,1 1 0 0 0,-1 0 0 0 0,0-1 0 0 0,1 1 0 0 0,-1-1 0 0 0,1 0 0 0 0,-1 1 0 0 0,1-1 1 0 0,-1 1-1 0 0,1-1 0 0 0,0 0 0 0 0,-1 1 0 0 0,1-1 0 0 0,-1 0 0 0 0,1 0 0 0 0,0 1 0 0 0,-1-1 0 0 0,1 0 0 0 0,0 0 0 0 0,-1 0 0 0 0,1 0 0 0 0,1 0 0 0 0,28 4 85 0 0,-23-4 53 0 0,65 8 251 0 0,1-4 0 0 0,-1-4-1 0 0,1-2 1 0 0,81-13 0 0 0,436-92-15 0 0,-84 7-1149 0 0,-406 83 681 0 0,0 5 1 0 0,1 4-1 0 0,192 9 1 0 0,300 72-531 0 0,-23-22-33 0 0,-98-13-965 0 0,-317-24 1078 0 0,77 13 520 0 0,-208-22 85 0 0,0 2 1 0 0,0 0-1 0 0,-1 2 1 0 0,0 0-1 0 0,-1 2 1 0 0,0 0 0 0 0,-1 1-1 0 0,0 2 1 0 0,-1 0-1 0 0,0 1 1 0 0,-1 1-1 0 0,-1 1 1 0 0,-1 0-1 0 0,0 1 1 0 0,26 39-1 0 0,-40-53-76 0 0,-1 0 0 0 0,0-1-1 0 0,1 1 1 0 0,0 0 0 0 0,0-1 0 0 0,0 0-1 0 0,0 0 1 0 0,1 0 0 0 0,-1 0-1 0 0,1-1 1 0 0,0 1 0 0 0,-1-1 0 0 0,1 0-1 0 0,0 0 1 0 0,0 0 0 0 0,1 0 0 0 0,-1-1-1 0 0,0 0 1 0 0,1 0 0 0 0,-1 0 0 0 0,0 0-1 0 0,1-1 1 0 0,-1 0 0 0 0,1 0 0 0 0,-1 0-1 0 0,5-1 1 0 0,15 5-2495 0 0,-18-5 2255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50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 2761 0 0,'-2'-1'153'0'0,"0"1"1"0"0,0 0 0 0 0,0-1-1 0 0,0 1 1 0 0,0 0 0 0 0,0 0-1 0 0,0 1 1 0 0,0-1 0 0 0,0 0-1 0 0,0 0 1 0 0,0 1 0 0 0,0 0 0 0 0,0-1-1 0 0,0 1 1 0 0,0 0 0 0 0,-3 2-1 0 0,2 0 218 0 0,0-1 0 0 0,0 2-1 0 0,0-1 1 0 0,0 0 0 0 0,1 0 0 0 0,0 1-1 0 0,-3 5 1 0 0,-8 13 163 0 0,2 0 0 0 0,1 1 0 0 0,0 0 0 0 0,2 1 0 0 0,0 0-1 0 0,2 0 1 0 0,1 1 0 0 0,1 0 0 0 0,0-1 0 0 0,2 2 0 0 0,3 47 0 0 0,7 138-377 0 0,6 76-328 0 0,-1-190 568 0 0,5 0 0 0 0,42 130 0 0 0,-29-115-407 0 0,9 22 1073 0 0,19 79 78 0 0,-55-204-1352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51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73 920 0 0,'-28'14'857'0'0,"24"-13"-684"0"0,1 1 0 0 0,-1-1 1 0 0,1 1-1 0 0,-1-1 1 0 0,1 1-1 0 0,0 0 1 0 0,0 0-1 0 0,0 0 1 0 0,0 1-1 0 0,0-1 0 0 0,0 1 1 0 0,1 0-1 0 0,-1-1 1 0 0,1 1-1 0 0,-3 4 1 0 0,5-6-130 0 0,1 0 0 0 0,-1-1 1 0 0,0 1-1 0 0,0 0 1 0 0,0-1-1 0 0,0 1 0 0 0,1-1 1 0 0,-1 1-1 0 0,0 0 1 0 0,1-1-1 0 0,-1 1 0 0 0,0-1 1 0 0,1 1-1 0 0,-1-1 1 0 0,1 1-1 0 0,-1-1 0 0 0,0 1 1 0 0,1-1-1 0 0,-1 0 1 0 0,1 1-1 0 0,0-1 0 0 0,-1 0 1 0 0,1 1-1 0 0,-1-1 1 0 0,1 0-1 0 0,0 0 0 0 0,-1 1 1 0 0,1-1-1 0 0,-1 0 1 0 0,1 0-1 0 0,1 0 0 0 0,25 6 160 0 0,-24-5-125 0 0,31 2 175 0 0,0-2 1 0 0,0-1 0 0 0,1-1 0 0 0,-1-2-1 0 0,54-12 1 0 0,2 1-88 0 0,133-17 103 0 0,201-19-47 0 0,117 40-296 0 0,156-15 418 0 0,-280 26 629 0 0,-346 2-952 0 0,15 4 94 0 0,104 23 0 0 0,-1 1 32 0 0,370 56-965 0 0,-417-62 558 0 0,-68-16 669 0 0,1-4-1 0 0,109-5 0 0 0,7 0-76 0 0,-134 3-352 0 0,-1 3 1 0 0,1 3 0 0 0,-2 2 0 0 0,1 2-1 0 0,85 33 1 0 0,-19-8-2396 0 0,-112-35-549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0:57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25 446 9674 0 0,'-1'0'49'0'0,"0"1"1"0"0,-1-1-1 0 0,1 0 0 0 0,0 1 0 0 0,0-1 1 0 0,-1 1-1 0 0,1-1 0 0 0,0 1 0 0 0,0 0 1 0 0,0-1-1 0 0,0 1 0 0 0,0 0 1 0 0,0 0-1 0 0,0 0 0 0 0,0 0 0 0 0,0 0 1 0 0,0 0-1 0 0,0 0 0 0 0,0 0 0 0 0,1 0 1 0 0,-2 2-1 0 0,2-3-57 0 0,0 1-1 0 0,0 0 1 0 0,0 0 0 0 0,0-1-1 0 0,-1 1 1 0 0,1 0 0 0 0,0 0 0 0 0,0 0-1 0 0,1-1 1 0 0,-1 1 0 0 0,0 0-1 0 0,0 0 1 0 0,0-1 0 0 0,0 1-1 0 0,1 0 1 0 0,-1 0 0 0 0,0-1 0 0 0,1 1-1 0 0,-1 0 1 0 0,1-1 0 0 0,-1 1-1 0 0,0-1 1 0 0,1 1 0 0 0,0 0-1 0 0,-1-1 1 0 0,1 1 0 0 0,-1-1 0 0 0,1 1-1 0 0,0-1 1 0 0,-1 0 0 0 0,1 1-1 0 0,0-1 1 0 0,-1 1 0 0 0,1-1-1 0 0,0 0 1 0 0,-1 0 0 0 0,1 0 0 0 0,1 1-1 0 0,4 0-25 0 0,0 0 0 0 0,0-1 0 0 0,0 0-1 0 0,0 0 1 0 0,0 0 0 0 0,0 0 0 0 0,0-1 0 0 0,0 0-1 0 0,0-1 1 0 0,0 1 0 0 0,0-1 0 0 0,0 0 0 0 0,8-5 0 0 0,27-6 234 0 0,420-47 2558 0 0,-169 30-1413 0 0,11-3-737 0 0,34-4 227 0 0,268-33 819 0 0,-42-10-881 0 0,-219 30 315 0 0,-260 39-813 0 0,103-6 75 0 0,-92 10-339 0 0,111-22-1 0 0,-131 15 112 0 0,0 4 1 0 0,107-2 0 0 0,152 26 1553 0 0,-329-14-1781 0 0,-4 0 44 0 0,0 0 1 0 0,0 0-1 0 0,0 0 1 0 0,1 0 0 0 0,-1 0-1 0 0,0 0 1 0 0,0 0-1 0 0,0 0 1 0 0,0 0 0 0 0,1 1-1 0 0,-1-1 1 0 0,0 0-1 0 0,0 1 1 0 0,0-1 0 0 0,0 1-1 0 0,0-1 1 0 0,0 1 0 0 0,0-1-1 0 0,2 2 1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3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52 206 1376 0 0,'-37'6'2620'0'0,"23"-4"1279"0"0,35-11-1182 0 0,76-27-830 0 0,109-24 1 0 0,106-9 2481 0 0,-247 56-4169 0 0,-12 3-1557 0 0,0 2-1 0 0,1 3 1 0 0,68 2 0 0 0,-97 4-4456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3.4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 5065 0 0,'3'-1'352'0'0,"0"-1"1"0"0,1 1-1 0 0,-1 0 0 0 0,0 0 0 0 0,1 0 1 0 0,-1 0-1 0 0,0 1 0 0 0,1-1 0 0 0,-1 1 1 0 0,1 0-1 0 0,-1 0 0 0 0,1 0 0 0 0,-1 0 0 0 0,1 1 1 0 0,-1-1-1 0 0,0 1 0 0 0,1 0 0 0 0,-1 0 1 0 0,0 0-1 0 0,1 0 0 0 0,-1 1 0 0 0,0 0 1 0 0,0-1-1 0 0,0 1 0 0 0,0 0 0 0 0,-1 0 1 0 0,1 0-1 0 0,0 1 0 0 0,-1-1 0 0 0,0 1 1 0 0,1 0-1 0 0,2 4 0 0 0,2 3 118 0 0,0 1 0 0 0,-1 0 0 0 0,0 0 0 0 0,-1 0 0 0 0,0 1 1 0 0,-1-1-1 0 0,5 24 0 0 0,29 217 1238 0 0,-29-164-1794 0 0,5 0 1 0 0,28 97-1 0 0,-23-134-1283 0 0,-9-32 65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4.4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9 423 8754 0 0,'-1'0'82'0'0,"0"0"0"0"0,1 1 0 0 0,-1-1 0 0 0,1 0 0 0 0,-1 1 0 0 0,1-1 0 0 0,0 0 0 0 0,-1 1 0 0 0,1-1 0 0 0,-1 1 0 0 0,1-1 0 0 0,0 1-1 0 0,-1-1 1 0 0,1 1 0 0 0,0-1 0 0 0,0 1 0 0 0,-1-1 0 0 0,1 1 0 0 0,0-1 0 0 0,0 1 0 0 0,0 0 0 0 0,0-1 0 0 0,-1 1 0 0 0,1-1 0 0 0,0 1 0 0 0,0 0 0 0 0,0-1 0 0 0,0 1 0 0 0,1-1 0 0 0,-1 1 0 0 0,0-1 0 0 0,0 1 0 0 0,0 0 0 0 0,0-1 0 0 0,1 1 0 0 0,-1-1 0 0 0,0 1 0 0 0,0-1 0 0 0,1 1 0 0 0,-1-1 0 0 0,0 1 0 0 0,1-1 0 0 0,-1 1 0 0 0,1-1 0 0 0,-1 0 0 0 0,0 1 0 0 0,1-1-1 0 0,-1 1 1 0 0,1-1 0 0 0,-1 0 0 0 0,1 0 0 0 0,-1 1 0 0 0,1-1 0 0 0,0 0 0 0 0,-1 0 0 0 0,1 0 0 0 0,-1 1 0 0 0,1-1 0 0 0,-1 0 0 0 0,1 0 0 0 0,0 0 0 0 0,3 1 255 0 0,-1 0-1 0 0,0 0 1 0 0,0 0 0 0 0,1-1 0 0 0,-1 1-1 0 0,0-1 1 0 0,1 1 0 0 0,-1-1-1 0 0,0 0 1 0 0,6-1 0 0 0,1-3-225 0 0,-1-1 1 0 0,0 1-1 0 0,0-1 1 0 0,-1-1 0 0 0,0 0-1 0 0,0 0 1 0 0,0-1-1 0 0,0 1 1 0 0,-1-2-1 0 0,7-8 1 0 0,2-4 192 0 0,0-1-1 0 0,22-40 1 0 0,-26 39-305 0 0,-1 0 0 0 0,-1-1 0 0 0,12-37 0 0 0,-20 54 0 0 0,-1 0 0 0 0,1 0 0 0 0,-1 0 0 0 0,0-1 0 0 0,-1 1 0 0 0,1 0 0 0 0,-1 0 0 0 0,0 0 0 0 0,-1-1 0 0 0,1 1 0 0 0,-1 0 0 0 0,-1 0 0 0 0,1 0 0 0 0,-1 0 0 0 0,0 0 0 0 0,0 0 0 0 0,-1 1 0 0 0,0-1 0 0 0,-6-9 0 0 0,8 13-33 0 0,-1 0 0 0 0,1 1 0 0 0,0-1 0 0 0,-1 1 0 0 0,1-1 0 0 0,-1 1 0 0 0,0 0 0 0 0,1 0-1 0 0,-1-1 1 0 0,0 1 0 0 0,0 0 0 0 0,0 1 0 0 0,0-1 0 0 0,0 0 0 0 0,0 0 0 0 0,0 1 0 0 0,0-1 0 0 0,0 1 0 0 0,0 0 0 0 0,0 0-1 0 0,0 0 1 0 0,0 0 0 0 0,0 0 0 0 0,0 0 0 0 0,0 0 0 0 0,0 0 0 0 0,0 1 0 0 0,0-1 0 0 0,0 1 0 0 0,0 0 0 0 0,0 0-1 0 0,0 0 1 0 0,0-1 0 0 0,0 2 0 0 0,0-1 0 0 0,1 0 0 0 0,-1 0 0 0 0,1 0 0 0 0,-1 1 0 0 0,1-1 0 0 0,-1 1 0 0 0,-1 2 0 0 0,-3 3-134 0 0,0 0 1 0 0,0 0 0 0 0,1 1-1 0 0,1-1 1 0 0,-1 1 0 0 0,1 0 0 0 0,0 0-1 0 0,-4 15 1 0 0,5-7 178 0 0,0 1 0 0 0,1-1 0 0 0,1 0 0 0 0,0 1 0 0 0,2-1 0 0 0,0 1 0 0 0,0-1 1 0 0,2 0-1 0 0,0 0 0 0 0,1 0 0 0 0,0 0 0 0 0,8 17 0 0 0,-7-21 113 0 0,0-2-1 0 0,0 1 1 0 0,1-1 0 0 0,1 0-1 0 0,0 0 1 0 0,0 0-1 0 0,15 14 1 0 0,-16-19-48 0 0,0 0 1 0 0,0 0-1 0 0,1 0 0 0 0,0-1 1 0 0,0 0-1 0 0,0 0 0 0 0,0-1 1 0 0,0 0-1 0 0,1 0 0 0 0,-1-1 0 0 0,1 0 1 0 0,10 2-1 0 0,-12-3-70 0 0,0-1 0 0 0,0 1 0 0 0,0-1-1 0 0,0-1 1 0 0,0 1 0 0 0,0-1 0 0 0,1 0 0 0 0,-2 0-1 0 0,1-1 1 0 0,0 1 0 0 0,0-1 0 0 0,0-1 0 0 0,-1 1 0 0 0,1-1-1 0 0,-1 0 1 0 0,0 0 0 0 0,0 0 0 0 0,0-1 0 0 0,0 0-1 0 0,-1 0 1 0 0,1 0 0 0 0,-1-1 0 0 0,0 1 0 0 0,0-1 0 0 0,-1 0-1 0 0,6-11 1 0 0,3-7-21 0 0,-1-2 0 0 0,-1 1 0 0 0,-1-1 1 0 0,9-47-1 0 0,-14 55 38 0 0,-3 14-21 0 0,3-13 52 0 0,1 0 0 0 0,9-22 0 0 0,-13 34-22 0 0,1 1-1 0 0,-1 0 1 0 0,1 0 0 0 0,0 0-1 0 0,0 0 1 0 0,0 0 0 0 0,0 0 0 0 0,0 1-1 0 0,1-1 1 0 0,-1 1 0 0 0,1-1-1 0 0,-1 1 1 0 0,1 0 0 0 0,0 0-1 0 0,0 0 1 0 0,0 1 0 0 0,0-1 0 0 0,5-1-1 0 0,-6 3-2 0 0,0 0-1 0 0,0 0 1 0 0,0 0-1 0 0,0 0 0 0 0,0 0 1 0 0,0 1-1 0 0,0-1 1 0 0,0 1-1 0 0,0-1 1 0 0,0 1-1 0 0,0 0 1 0 0,-1 0-1 0 0,1-1 0 0 0,0 1 1 0 0,0 1-1 0 0,-1-1 1 0 0,1 0-1 0 0,0 0 1 0 0,-1 1-1 0 0,1-1 0 0 0,-1 1 1 0 0,0-1-1 0 0,0 1 1 0 0,1-1-1 0 0,0 3 1 0 0,5 7 161 0 0,0 0 0 0 0,9 21 1 0 0,-13-25-123 0 0,13 24 152 0 0,28 67 57 0 0,-41-90-274 0 0,0 0 0 0 0,0 0-1 0 0,-1 0 1 0 0,-1 0 0 0 0,1 1-1 0 0,-1-1 1 0 0,-1 1-1 0 0,0-1 1 0 0,-1 15 0 0 0,-2-12 12 0 0,2-20 17 0 0,4-20-18 0 0,5-7-69 0 0,20-52 0 0 0,-23 76 40 0 0,0 0 1 0 0,1 0-1 0 0,0 1 1 0 0,1-1-1 0 0,0 1 1 0 0,1 1-1 0 0,16-19 1 0 0,-20 26 21 0 0,-1 0 0 0 0,0 0 0 0 0,1 0 0 0 0,0 0 0 0 0,0 1 0 0 0,-1-1 0 0 0,1 1 0 0 0,1 0 0 0 0,-1 0 0 0 0,0 0 0 0 0,1 1 0 0 0,-1 0 0 0 0,0 0 0 0 0,1 0 0 0 0,0 0 0 0 0,-1 0 0 0 0,1 1 0 0 0,-1 0 0 0 0,1 0 0 0 0,0 0 0 0 0,-1 1 0 0 0,1 0 0 0 0,-1 0 0 0 0,1 0 0 0 0,-1 0 0 0 0,1 0 0 0 0,-1 1 0 0 0,0 0 0 0 0,0 0 0 0 0,0 0 0 0 0,0 1 0 0 0,0-1 0 0 0,0 1 0 0 0,-1 0 0 0 0,1 0 0 0 0,-1 0 0 0 0,0 0 0 0 0,0 1 0 0 0,0-1 0 0 0,0 1 0 0 0,0 0 0 0 0,-1 0 0 0 0,0 0 0 0 0,4 8 0 0 0,1 11 58 0 0,-1 0 1 0 0,0 0 0 0 0,-2 0-1 0 0,-1 1 1 0 0,1 24 0 0 0,2-71-164 0 0,1-1 0 0 0,2 1 1 0 0,0 1-1 0 0,1 0 0 0 0,1 0 0 0 0,2 1 1 0 0,0 0-1 0 0,0 1 0 0 0,2 1 0 0 0,21-22 1 0 0,-32 37 88 0 0,-1 1 0 0 0,1 0 0 0 0,0 0 0 0 0,0 0 0 0 0,0 0 0 0 0,1 0 0 0 0,-1 1 1 0 0,1 0-1 0 0,-1 0 0 0 0,1 0 0 0 0,0 0 0 0 0,0 1 0 0 0,-1 0 0 0 0,1 0 0 0 0,0 0 0 0 0,10 0 1 0 0,-9 2 65 0 0,0 0 1 0 0,0 0 0 0 0,0 1-1 0 0,0 0 1 0 0,0 0 0 0 0,0 0 0 0 0,-1 0-1 0 0,1 1 1 0 0,-1 0 0 0 0,1 0 0 0 0,-1 1-1 0 0,0-1 1 0 0,6 7 0 0 0,-2-1-5 0 0,0 1 1 0 0,0-1-1 0 0,-1 1 1 0 0,0 1-1 0 0,-1 0 1 0 0,0 0-1 0 0,-1 0 1 0 0,0 1-1 0 0,5 15 1 0 0,3 16-814 0 0,13 60 0 0 0,0 2-6815 0 0,-19-82 4974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4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9218 0 0,'1'-2'235'0'0,"-1"0"-1"0"0,1 0 1 0 0,0 0-1 0 0,1 0 1 0 0,-1 0 0 0 0,0 1-1 0 0,0-1 1 0 0,1 0-1 0 0,-1 1 1 0 0,1 0 0 0 0,0-1-1 0 0,-1 1 1 0 0,1 0 0 0 0,0-1-1 0 0,0 1 1 0 0,-1 0-1 0 0,1 0 1 0 0,0 1 0 0 0,0-1-1 0 0,0 0 1 0 0,0 1-1 0 0,0-1 1 0 0,1 1 0 0 0,-1-1-1 0 0,0 1 1 0 0,0 0-1 0 0,0 0 1 0 0,0 0 0 0 0,0 0-1 0 0,0 1 1 0 0,0-1 0 0 0,1 0-1 0 0,-1 1 1 0 0,0 0-1 0 0,0-1 1 0 0,0 1 0 0 0,2 1-1 0 0,4 2 81 0 0,0 0 0 0 0,0 0 0 0 0,-1 0-1 0 0,0 1 1 0 0,0 0 0 0 0,0 1 0 0 0,0 0 0 0 0,-1 0 0 0 0,0 0-1 0 0,0 1 1 0 0,-1 0 0 0 0,1 0 0 0 0,-2 0 0 0 0,7 11-1 0 0,2 8-259 0 0,-1 0-1 0 0,-1 0 1 0 0,8 31-1 0 0,-10-27-1 0 0,-1 0 0 0 0,-2 1 0 0 0,4 39 0 0 0,-9-54-330 0 0,-1 0 0 0 0,0 0-1 0 0,-1-1 1 0 0,-1 1 0 0 0,0 0 0 0 0,-2-1-1 0 0,1 1 1 0 0,-9 19 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4.8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5065 0 0,'2'-6'357'0'0,"0"0"0"0"0,0 0 1 0 0,1 1-1 0 0,0-1 0 0 0,-1 1 0 0 0,2-1 0 0 0,-1 1 0 0 0,1 0 1 0 0,0 0-1 0 0,0 1 0 0 0,0-1 0 0 0,6-4 0 0 0,1-1 522 0 0,1 0 0 0 0,1 1-1 0 0,23-14 1 0 0,-24 18-365 0 0,1-1 0 0 0,-1 1 0 0 0,1 1 0 0 0,1 0 0 0 0,-1 1 0 0 0,0 0 0 0 0,1 1 0 0 0,16 0 0 0 0,-24 2-428 0 0,0-1 0 0 0,0 1 0 0 0,-1 1 0 0 0,1-1 0 0 0,0 1 0 0 0,-1 0 0 0 0,1 0 0 0 0,0 1 0 0 0,-1-1 0 0 0,0 1 0 0 0,1 0 0 0 0,-1 1 1 0 0,0 0-1 0 0,0-1 0 0 0,0 1 0 0 0,0 1 0 0 0,-1-1 0 0 0,1 1 0 0 0,-1 0 0 0 0,0 0 0 0 0,0 0 0 0 0,3 5 0 0 0,-5-4-86 0 0,0-1 0 0 0,0 1-1 0 0,-1 0 1 0 0,1-1-1 0 0,-1 1 1 0 0,0 0 0 0 0,0 0-1 0 0,-1 0 1 0 0,0 0 0 0 0,0-1-1 0 0,0 1 1 0 0,0 0 0 0 0,-1 0-1 0 0,0 0 1 0 0,0 0 0 0 0,0-1-1 0 0,0 1 1 0 0,-1 0 0 0 0,0-1-1 0 0,0 1 1 0 0,0-1 0 0 0,-5 8-1 0 0,-6 8-13 0 0,0-2 0 0 0,-1 1 0 0 0,-22 22 0 0 0,15-20-1079 0 0,0-1 0 0 0,-2-1-1 0 0,0-1 1 0 0,-45 27 0 0 0,53-36-5051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29.4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24 314 2761 0 0,'-3'-2'261'0'0,"1"0"1"0"0,0-1-1 0 0,0 1 1 0 0,0-1 0 0 0,1 1-1 0 0,-1-1 1 0 0,0 0-1 0 0,1 0 1 0 0,0 0 0 0 0,0 0-1 0 0,0 0 1 0 0,0 0 0 0 0,0 0-1 0 0,0 0 1 0 0,1 0-1 0 0,0 0 1 0 0,0 0 0 0 0,-1 0-1 0 0,2 0 1 0 0,-1-1-1 0 0,0 1 1 0 0,1 0 0 0 0,-1 0-1 0 0,1 0 1 0 0,0 0-1 0 0,0 0 1 0 0,0 0 0 0 0,0 0-1 0 0,3-4 1 0 0,1-2 432 0 0,-1 0 0 0 0,1 1 0 0 0,1-1 0 0 0,0 1 0 0 0,0 0 0 0 0,0 0 0 0 0,1 1 1 0 0,10-9-1 0 0,12-4-284 0 0,2 1-1 0 0,0 2 1 0 0,1 1 0 0 0,0 1 0 0 0,1 1 0 0 0,1 3 0 0 0,47-11 0 0 0,-76 20-395 0 0,0 1 0 0 0,0 0 0 0 0,0 0-1 0 0,1 0 1 0 0,-1 1 0 0 0,0 0 0 0 0,0 0 0 0 0,1 0 0 0 0,-1 1 0 0 0,0 0 0 0 0,0 0-1 0 0,0 0 1 0 0,0 1 0 0 0,6 1 0 0 0,-9-1 4 0 0,1-1-1 0 0,-1 1 1 0 0,1 0 0 0 0,-1 0 0 0 0,0 0-1 0 0,0 0 1 0 0,0 1 0 0 0,0-1-1 0 0,0 1 1 0 0,0-1 0 0 0,-1 1-1 0 0,1-1 1 0 0,-1 1 0 0 0,0 0 0 0 0,0 0-1 0 0,0 0 1 0 0,0-1 0 0 0,0 1-1 0 0,0 0 1 0 0,-1 0 0 0 0,0 0 0 0 0,1 0-1 0 0,-1 1 1 0 0,0-1 0 0 0,-1 4-1 0 0,0 7 36 0 0,-1 0-1 0 0,0-1 0 0 0,-1 1 1 0 0,-1-1-1 0 0,0 0 0 0 0,0 0 0 0 0,-12 22 1 0 0,-56 83 211 0 0,49-83-101 0 0,-25 47-1 0 0,47-80-138 0 0,0 0-1 0 0,0 0 0 0 0,0 1 0 0 0,1-1 1 0 0,-1 0-1 0 0,1 1 0 0 0,-1-1 1 0 0,1 0-1 0 0,-1 1 0 0 0,1-1 0 0 0,0 4 1 0 0,1-5-13 0 0,-1 0 0 0 0,0-1 1 0 0,0 1-1 0 0,0 0 0 0 0,1 0 1 0 0,-1-1-1 0 0,0 1 0 0 0,1 0 1 0 0,-1 0-1 0 0,1-1 0 0 0,-1 1 1 0 0,1 0-1 0 0,-1-1 0 0 0,1 1 1 0 0,0-1-1 0 0,-1 1 0 0 0,1-1 1 0 0,0 1-1 0 0,-1-1 0 0 0,1 1 1 0 0,0-1-1 0 0,1 1 0 0 0,1 0 17 0 0,1-1 0 0 0,0 1-1 0 0,0-1 1 0 0,0 0 0 0 0,-1 0 0 0 0,1 0-1 0 0,0 0 1 0 0,0-1 0 0 0,0 1-1 0 0,-1-1 1 0 0,1 0 0 0 0,5-2 0 0 0,96-42 229 0 0,-81 33-775 0 0,0 1 0 0 0,1 1 0 0 0,1 2 1 0 0,46-11-1 0 0,-44 15-6886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29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12 8290 0 0,'9'-12'8489'0'0,"-8"12"-8282"0"0,-4 20 80 0 0,-2-1-1 0 0,0-1 1 0 0,-2 1-1 0 0,-12 27 1 0 0,-9 25 130 0 0,24-59-361 0 0,-1 3 138 0 0,0 0 1 0 0,1 0-1 0 0,1 0 1 0 0,-3 30-1 0 0,5-42-138 0 0,1-1-1 0 0,0 1 1 0 0,0 0-1 0 0,0-1 0 0 0,1 1 1 0 0,-1 0-1 0 0,1-1 1 0 0,-1 1-1 0 0,1 0 1 0 0,0-1-1 0 0,0 1 1 0 0,0-1-1 0 0,1 1 1 0 0,-1-1-1 0 0,0 0 1 0 0,1 1-1 0 0,-1-1 0 0 0,1 0 1 0 0,0 0-1 0 0,0 0 1 0 0,0 0-1 0 0,0 0 1 0 0,0-1-1 0 0,0 1 1 0 0,1-1-1 0 0,-1 1 1 0 0,0-1-1 0 0,1 0 0 0 0,-1 0 1 0 0,1 0-1 0 0,-1 0 1 0 0,1 0-1 0 0,0-1 1 0 0,-1 1-1 0 0,4 0 1 0 0,11 0 12 0 0,-1 0 0 0 0,0-1 0 0 0,0 0 0 0 0,1-1 0 0 0,16-4 0 0 0,83-21 448 0 0,-21 3-312 0 0,-46 16-1805 0 0,0 1-1 0 0,62 1 1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30.2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46 920 0 0,'-2'-46'17947'0'0,"3"47"-17779"0"0,0-1 6 0 0,0 1 1 0 0,0 0-1 0 0,0-1 1 0 0,0 1-1 0 0,0 0 1 0 0,0 0-1 0 0,0 0 1 0 0,0 0-1 0 0,0 0 1 0 0,0 0-1 0 0,-1 0 1 0 0,1 0-1 0 0,-1 1 1 0 0,1-1-1 0 0,0 0 0 0 0,-1 0 1 0 0,0 0-1 0 0,1 1 1 0 0,-1-1-1 0 0,0 3 1 0 0,6 33-25 0 0,-5-26 149 0 0,6 62 31 0 0,-5 121 0 0 0,-3-125-534 0 0,2-1 1 0 0,12 81-1 0 0,-12-143-27 0 0,0 0 0 0 0,0 0 0 0 0,1 0 0 0 0,0 0 0 0 0,0-1 1 0 0,4 7-1 0 0,0-2-370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30.6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9 221 3209 0 0,'-9'-32'5884'0'0,"13"48"-4248"0"0,2 18-755 0 0,-5-16-397 0 0,2-1 0 0 0,-1 0 0 0 0,2 0 0 0 0,0-1 0 0 0,1 1 0 0 0,1-1 0 0 0,13 26 0 0 0,-15-35-270 0 0,1 1 1 0 0,0-1 0 0 0,0 0 0 0 0,1-1-1 0 0,0 1 1 0 0,1-1 0 0 0,-1 0 0 0 0,1 0-1 0 0,0-1 1 0 0,0 0 0 0 0,1 0-1 0 0,-1-1 1 0 0,1 0 0 0 0,0 0 0 0 0,0-1-1 0 0,16 4 1 0 0,-17-5-100 0 0,0 0 0 0 0,-1-1 0 0 0,1 0 0 0 0,0 0-1 0 0,0 0 1 0 0,0-1 0 0 0,0-1 0 0 0,0 1 0 0 0,0-1 0 0 0,0 0 0 0 0,0 0-1 0 0,0-1 1 0 0,-1 0 0 0 0,1 0 0 0 0,9-5 0 0 0,-9 3-39 0 0,0-1 1 0 0,-1 0-1 0 0,1 0 1 0 0,-1 0-1 0 0,0-1 1 0 0,0 0 0 0 0,-1 0-1 0 0,1 0 1 0 0,-2-1-1 0 0,1 0 1 0 0,-1 0-1 0 0,7-14 1 0 0,-4 6-1 0 0,-2-1 0 0 0,0 1-1 0 0,-1-1 1 0 0,0 0 0 0 0,-1 0 0 0 0,-1 0 0 0 0,0-1 0 0 0,-2 1 0 0 0,0-1 0 0 0,-2-20 0 0 0,1 26-71 0 0,-1 0-1 0 0,0 1 1 0 0,0-1 0 0 0,-1 0-1 0 0,0 1 1 0 0,-1-1 0 0 0,0 1-1 0 0,-1 0 1 0 0,0 0 0 0 0,0 1-1 0 0,-1 0 1 0 0,-1 0 0 0 0,1 0 0 0 0,-1 0-1 0 0,-1 1 1 0 0,-8-7 0 0 0,11 11-101 0 0,0 1 0 0 0,0 0 1 0 0,0 0-1 0 0,0 1 1 0 0,0 0-1 0 0,0 0 0 0 0,0 0 1 0 0,-11-2-1 0 0,13 3-123 0 0,1 1 0 0 0,-1 0-1 0 0,1 0 1 0 0,-1-1 0 0 0,0 1-1 0 0,1 1 1 0 0,-1-1 0 0 0,1 0-1 0 0,-1 1 1 0 0,1-1 0 0 0,-1 1 0 0 0,1 0-1 0 0,0-1 1 0 0,-1 1 0 0 0,1 0-1 0 0,0 1 1 0 0,0-1 0 0 0,-1 0-1 0 0,1 1 1 0 0,0-1 0 0 0,-3 4-1 0 0,-3 7-1379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31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386 117 6913 0 0,'-1'-6'433'0'0,"0"0"-1"0"0,-1 1 1 0 0,0-1-1 0 0,0 0 1 0 0,-1 0-1 0 0,1 1 1 0 0,-1-1-1 0 0,0 1 1 0 0,-1 0-1 0 0,1 0 1 0 0,-1 0-1 0 0,0 1 1 0 0,0-1-1 0 0,-1 1 1 0 0,1 0-1 0 0,-1 0 1 0 0,0 0-1 0 0,0 1 0 0 0,0 0 1 0 0,0 0-1 0 0,-1 0 1 0 0,1 0-1 0 0,-1 1 1 0 0,0 0-1 0 0,0 0 1 0 0,0 1-1 0 0,-9-2 1 0 0,7 4-315 0 0,0 1 0 0 0,0-1 0 0 0,0 2 1 0 0,1-1-1 0 0,-1 1 0 0 0,1 0 0 0 0,0 1 0 0 0,0-1 1 0 0,0 1-1 0 0,0 1 0 0 0,1 0 0 0 0,-1-1 0 0 0,1 2 1 0 0,-9 9-1 0 0,-3 5-79 0 0,1 1-1 0 0,0 0 1 0 0,-13 24 0 0 0,20-30-31 0 0,1 1 0 0 0,1 0 1 0 0,0 0-1 0 0,1 1 0 0 0,1 0 0 0 0,-8 34 0 0 0,12-44-7 0 0,1-1-1 0 0,1 1 0 0 0,-1 0 0 0 0,1 0 1 0 0,0 0-1 0 0,1-1 0 0 0,0 1 1 0 0,0 0-1 0 0,0-1 0 0 0,1 1 1 0 0,0 0-1 0 0,0-1 0 0 0,1 0 1 0 0,0 0-1 0 0,0 1 0 0 0,0-2 1 0 0,1 1-1 0 0,-1 0 0 0 0,2-1 1 0 0,-1 1-1 0 0,7 5 0 0 0,-1-1 50 0 0,1-1 0 0 0,1-1 0 0 0,-1 1 0 0 0,1-2 0 0 0,1 0 0 0 0,0 0 0 0 0,0-1-1 0 0,0-1 1 0 0,0 0 0 0 0,1-1 0 0 0,0 0 0 0 0,0-1 0 0 0,0-1 0 0 0,0 0 0 0 0,0-1 0 0 0,0 0 0 0 0,1-1 0 0 0,-1-1 0 0 0,0 0-1 0 0,0-1 1 0 0,1-1 0 0 0,-2 0 0 0 0,1-1 0 0 0,0 0 0 0 0,-1-1 0 0 0,1 0 0 0 0,18-12 0 0 0,-11 4-536 0 0,-1 0 0 0 0,31-28 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8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87 6449 0 0,'3'-19'2028'0'0,"-3"14"-1113"0"0,0-1 0 0 0,1 1-1 0 0,-1-1 1 0 0,1 1-1 0 0,1 0 1 0 0,-1-1-1 0 0,1 1 1 0 0,0 0-1 0 0,0 0 1 0 0,4-7-1 0 0,-5 12-843 0 0,-1-1-1 0 0,1 1 0 0 0,0 0 1 0 0,-1-1-1 0 0,1 1 1 0 0,0 0-1 0 0,-1 0 0 0 0,1 0 1 0 0,0-1-1 0 0,-1 1 1 0 0,1 0-1 0 0,0 0 0 0 0,-1 0 1 0 0,1 0-1 0 0,0 0 1 0 0,-1 0-1 0 0,1 0 0 0 0,0 0 1 0 0,-1 1-1 0 0,1-1 0 0 0,0 0 1 0 0,-1 0-1 0 0,1 1 1 0 0,0-1-1 0 0,-1 0 0 0 0,1 1 1 0 0,0-1-1 0 0,-1 0 1 0 0,1 1-1 0 0,-1-1 0 0 0,1 1 1 0 0,-1-1-1 0 0,1 1 1 0 0,-1-1-1 0 0,0 1 0 0 0,1-1 1 0 0,-1 1-1 0 0,1 1 0 0 0,15 23 370 0 0,-11-9-320 0 0,0 0 0 0 0,-1 1 0 0 0,-1-1 0 0 0,0 1 0 0 0,0 23-1 0 0,-5 89 133 0 0,0-75-149 0 0,4 201 46 0 0,1-218-126 0 0,1 0 1 0 0,2-1-1 0 0,2 1 0 0 0,23 64 0 0 0,6-5-3313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8.3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118 201 4145 0 0,'-20'4'2466'0'0,"-1"1"0"0"0,1 1 0 0 0,-36 17 1 0 0,66-21-1798 0 0,1 1 0 0 0,0 0 0 0 0,-1 1 1 0 0,14 6-1 0 0,-9 0-443 0 0,0 1-1 0 0,-1 1 1 0 0,-1 0 0 0 0,1 0 0 0 0,-2 2-1 0 0,0-1 1 0 0,12 20 0 0 0,-10-15-128 0 0,1 0 0 0 0,0 0-1 0 0,2-2 1 0 0,22 19 0 0 0,-34-31-78 0 0,1-1 0 0 0,0 1 1 0 0,0-1-1 0 0,0 0 0 0 0,0 0 1 0 0,0-1-1 0 0,1 0 0 0 0,-1 0 0 0 0,1 0 1 0 0,0-1-1 0 0,-1 0 0 0 0,1 0 1 0 0,0-1-1 0 0,0 0 0 0 0,0 0 0 0 0,-1 0 1 0 0,1-1-1 0 0,12-3 0 0 0,-5 0 78 0 0,1-2-1 0 0,-1 1 0 0 0,0-2 1 0 0,0 0-1 0 0,0-1 1 0 0,-1 0-1 0 0,0-1 0 0 0,-1 0 1 0 0,0-1-1 0 0,18-19 1 0 0,-3-1 211 0 0,-2-1 0 0 0,42-65 0 0 0,-27 30-295 0 0,46-109-1 0 0,-82 166-454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0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1 203 10594 0 0,'3'0'325'0'0,"0"-1"-1"0"0,-1 1 1 0 0,1 0-1 0 0,0-1 1 0 0,0 1-1 0 0,0-1 1 0 0,-1 0-1 0 0,5-2 1 0 0,211-76 5305 0 0,115-23-4112 0 0,-320 98-1938 0 0,-1 1-1 0 0,1 0 1 0 0,0 1 0 0 0,17 0-1 0 0,-12 3-6273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 1840 0 0,'-10'-3'432'0'0,"28"16"2370"0"0,-10-4-2265 0 0,-1 0-1 0 0,0 1 0 0 0,0 0 0 0 0,-1 1 1 0 0,-1-1-1 0 0,1 1 0 0 0,-2 0 0 0 0,1 0 1 0 0,-2 1-1 0 0,1-1 0 0 0,-2 1 0 0 0,0 0 1 0 0,2 20-1 0 0,-2 20 1869 0 0,-7 100 1 0 0,1-93-2382 0 0,2-21-1256 0 0,-1-4-4575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63 11522 0 0,'-4'9'318'0'0,"1"-1"0"0"0,1 1-1 0 0,-1 0 1 0 0,1 0-1 0 0,1 0 1 0 0,0 0-1 0 0,0 0 1 0 0,1 0 0 0 0,0 0-1 0 0,2 11 1 0 0,-2 1 389 0 0,0-10-606 0 0,0-1 0 0 0,1 1 0 0 0,1-1-1 0 0,0 0 1 0 0,0 1 0 0 0,0-1 0 0 0,8 16-1 0 0,-9-24-87 0 0,0 0 0 0 0,0 1 0 0 0,0-1 0 0 0,0 0-1 0 0,1 1 1 0 0,-1-1 0 0 0,1 0 0 0 0,0 0 0 0 0,0 0-1 0 0,-1-1 1 0 0,1 1 0 0 0,1 0 0 0 0,-1-1 0 0 0,0 1-1 0 0,0-1 1 0 0,0 0 0 0 0,1 1 0 0 0,-1-1 0 0 0,1 0 0 0 0,-1-1-1 0 0,1 1 1 0 0,-1 0 0 0 0,1-1 0 0 0,-1 1 0 0 0,1-1-1 0 0,-1 0 1 0 0,1 0 0 0 0,0 0 0 0 0,-1 0 0 0 0,1 0-1 0 0,0-1 1 0 0,-1 1 0 0 0,1-1 0 0 0,-1 0 0 0 0,4-1-1 0 0,2-1 103 0 0,-1-1 0 0 0,0 0 0 0 0,1 0-1 0 0,-2-1 1 0 0,1 0 0 0 0,0 0 0 0 0,-1-1-1 0 0,0 0 1 0 0,0 0 0 0 0,-1 0 0 0 0,0-1 0 0 0,0 1-1 0 0,0-1 1 0 0,-1 0 0 0 0,0-1 0 0 0,-1 1-1 0 0,6-17 1 0 0,-5 15-92 0 0,-1-1 1 0 0,0 1-1 0 0,-1-1 0 0 0,0 0 0 0 0,0 0 0 0 0,-1 0 1 0 0,-1 0-1 0 0,0 0 0 0 0,0 0 0 0 0,-1 0 0 0 0,0 0 1 0 0,0 0-1 0 0,-1 0 0 0 0,-6-16 0 0 0,7 23-19 0 0,0 1-1 0 0,-1-1 1 0 0,1 1-1 0 0,-1-1 1 0 0,1 1-1 0 0,-1 0 1 0 0,0-1-1 0 0,0 1 1 0 0,0 0-1 0 0,0 0 1 0 0,0 1-1 0 0,-1-1 1 0 0,1 0-1 0 0,-1 1 1 0 0,1-1-1 0 0,-1 1 1 0 0,1 0-1 0 0,-1 0 1 0 0,1 0-1 0 0,-1 0 1 0 0,0 0-1 0 0,0 1 1 0 0,0-1-1 0 0,1 1 1 0 0,-5 0-1 0 0,0 0-135 0 0,-1 0 0 0 0,1 1 0 0 0,0 0-1 0 0,0 0 1 0 0,0 1 0 0 0,0 0 0 0 0,0 1-1 0 0,-13 5 1 0 0,-3 5-1105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9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59 10138 0 0,'0'0'70'0'0,"-1"0"0"0"0,1 0 0 0 0,-1 0-1 0 0,1 0 1 0 0,0 0 0 0 0,-1 1 0 0 0,1-1-1 0 0,-1 0 1 0 0,1 0 0 0 0,0 0 0 0 0,-1 1 0 0 0,1-1-1 0 0,0 0 1 0 0,-1 1 0 0 0,1-1 0 0 0,0 0 0 0 0,-1 1-1 0 0,1-1 1 0 0,0 0 0 0 0,0 1 0 0 0,0-1-1 0 0,-1 0 1 0 0,1 1 0 0 0,0-1 0 0 0,0 1 0 0 0,0-1-1 0 0,0 1 1 0 0,0-1 0 0 0,-1 0 0 0 0,1 1 0 0 0,0-1-1 0 0,0 1 1 0 0,0-1 0 0 0,0 1 0 0 0,1-1-1 0 0,-1 0 1 0 0,0 1 0 0 0,10 22 1052 0 0,30 23-616 0 0,-34-39-246 0 0,3 3-206 0 0,-2-1 97 0 0,0-1 0 0 0,1 0 0 0 0,0 0 1 0 0,1-1-1 0 0,16 11 0 0 0,-23-16-127 0 0,1-1 0 0 0,-1 0 0 0 0,1 0 1 0 0,0 0-1 0 0,0 0 0 0 0,-1-1 0 0 0,1 1 0 0 0,0-1 0 0 0,0 1 1 0 0,0-1-1 0 0,0 0 0 0 0,0 0 0 0 0,0 0 0 0 0,-1-1 0 0 0,1 1 1 0 0,0-1-1 0 0,0 0 0 0 0,0 1 0 0 0,-1-1 0 0 0,1 0 0 0 0,0-1 1 0 0,-1 1-1 0 0,1 0 0 0 0,-1-1 0 0 0,1 1 0 0 0,-1-1 0 0 0,3-3 0 0 0,5-3-64 0 0,-2 0-1 0 0,1-1 1 0 0,-1 0-1 0 0,-1-1 1 0 0,1 0-1 0 0,-2 0 1 0 0,10-17-1 0 0,-2-3-121 0 0,14-48 0 0 0,-28 78 169 0 0,0 0 1 0 0,0 0-1 0 0,0-1 0 0 0,0 1 0 0 0,0 0 0 0 0,0 0 0 0 0,1 0 0 0 0,-1-1 0 0 0,0 1 0 0 0,0 0 0 0 0,0 0 1 0 0,0-1-1 0 0,0 1 0 0 0,0 0 0 0 0,0 0 0 0 0,0 0 0 0 0,1-1 0 0 0,-1 1 0 0 0,0 0 0 0 0,0 0 0 0 0,0 0 1 0 0,0 0-1 0 0,1-1 0 0 0,-1 1 0 0 0,0 0 0 0 0,0 0 0 0 0,1 0 0 0 0,-1 0 0 0 0,0 0 0 0 0,0 0 0 0 0,0 0 1 0 0,1-1-1 0 0,-1 1 0 0 0,0 0 0 0 0,0 0 0 0 0,1 0 0 0 0,-1 0 0 0 0,0 0 0 0 0,0 0 0 0 0,1 0 0 0 0,-1 0 1 0 0,8 11 704 0 0,5 22 863 0 0,-12-28-1328 0 0,7 17 347 0 0,-5-11-656 0 0,1-1-1 0 0,0 1 0 0 0,1-1 1 0 0,0 0-1 0 0,1 0 1 0 0,0 0-1 0 0,10 13 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0.6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146 353 2304 0 0,'1'-2'382'0'0,"-1"1"-1"0"0,0-1 0 0 0,0 0 0 0 0,0 0 0 0 0,0 0 0 0 0,0 0 0 0 0,-1 1 0 0 0,1-1 0 0 0,0 0 0 0 0,-1 0 0 0 0,0 1 0 0 0,1-1 0 0 0,-1 0 0 0 0,0 1 0 0 0,0-1 0 0 0,0 0 0 0 0,0 1 0 0 0,0-1 0 0 0,0 1 0 0 0,0 0 0 0 0,0-1 0 0 0,-1 1 0 0 0,1 0 0 0 0,0 0 0 0 0,-1 0 0 0 0,1 0 0 0 0,-3-2 0 0 0,2 3-182 0 0,0 0 1 0 0,0 0-1 0 0,0 0 1 0 0,0 0-1 0 0,0 0 1 0 0,1 1-1 0 0,-1-1 1 0 0,0 1-1 0 0,0-1 1 0 0,0 1-1 0 0,1-1 1 0 0,-1 1-1 0 0,0 0 0 0 0,1 0 1 0 0,-1 0-1 0 0,1 0 1 0 0,-1 0-1 0 0,1 0 1 0 0,-1 0-1 0 0,1 1 1 0 0,0-1-1 0 0,-1 0 1 0 0,1 1-1 0 0,0-1 1 0 0,0 1-1 0 0,-1 2 1 0 0,-10 13 51 0 0,1 1 0 0 0,1 0 0 0 0,0 0 0 0 0,2 1 0 0 0,-9 25 0 0 0,14-35-275 0 0,1 0 0 0 0,0 0 0 0 0,0 0 0 0 0,1 0 0 0 0,0 0 0 0 0,1 0 0 0 0,0 0 0 0 0,0 0 0 0 0,1 1 0 0 0,0-1-1 0 0,1 0 1 0 0,0 0 0 0 0,0-1 0 0 0,5 13 0 0 0,-6-19 20 0 0,0 0-1 0 0,-1 0 1 0 0,1 0 0 0 0,0 0-1 0 0,0 0 1 0 0,1-1 0 0 0,-1 1-1 0 0,0 0 1 0 0,0-1-1 0 0,1 1 1 0 0,-1-1 0 0 0,1 0-1 0 0,-1 1 1 0 0,1-1 0 0 0,0 0-1 0 0,0 0 1 0 0,-1 0-1 0 0,1 0 1 0 0,0 0 0 0 0,0 0-1 0 0,0-1 1 0 0,3 2 0 0 0,-3-2-29 0 0,1 0 0 0 0,0-1 1 0 0,0 1-1 0 0,0 0 0 0 0,0-1 1 0 0,0 0-1 0 0,-1 1 0 0 0,1-1 1 0 0,0 0-1 0 0,-1 0 0 0 0,1-1 1 0 0,-1 1-1 0 0,1-1 1 0 0,2-1-1 0 0,8-7-421 0 0,-1-1 0 0 0,0 0 1 0 0,0-1-1 0 0,12-17 0 0 0,-24 29 441 0 0,24-30-864 0 0,-2-1 1 0 0,-1-1-1 0 0,-1-1 1 0 0,-2-1-1 0 0,22-58 1 0 0,-30 63 1131 0 0,-1-1 0 0 0,8-52 1 0 0,-13 57 822 0 0,-2-1 0 0 0,-1 1 0 0 0,-4-44 1 0 0,-3 49 988 0 0,0 31-98 0 0,-3 33-476 0 0,7 6-1263 0 0,3-1 0 0 0,1 1 1 0 0,12 66-1 0 0,1-40-114 0 0,34 106-1 0 0,-46-171-114 0 0,1-1 0 0 0,0 0 0 0 0,1 0 1 0 0,0-1-1 0 0,0 1 0 0 0,10 12 0 0 0,-14-21-3 0 0,1 1-1 0 0,-1 0 1 0 0,1-1-1 0 0,-1 1 1 0 0,1-1-1 0 0,-1 1 1 0 0,1-1-1 0 0,0 0 1 0 0,-1 1-1 0 0,1-1 0 0 0,0 0 1 0 0,0 0-1 0 0,0-1 1 0 0,0 1-1 0 0,0 0 1 0 0,0-1-1 0 0,0 1 1 0 0,0-1-1 0 0,0 1 1 0 0,0-1-1 0 0,1 0 1 0 0,-1 0-1 0 0,0 0 1 0 0,0 0-1 0 0,0-1 1 0 0,0 1-1 0 0,0 0 1 0 0,0-1-1 0 0,0 1 1 0 0,0-1-1 0 0,0 0 1 0 0,0 0-1 0 0,0 0 1 0 0,0 0-1 0 0,0 0 1 0 0,0 0-1 0 0,-1 0 1 0 0,1-1-1 0 0,2-1 1 0 0,4-5-50 0 0,0 0 1 0 0,0-1-1 0 0,0 0 0 0 0,-1 0 0 0 0,-1-1 1 0 0,10-18-1 0 0,27-70-438 0 0,-4 8-85 0 0,-29 72 454 0 0,1-1 1 0 0,25-31-1 0 0,-32 45 103 0 0,0 0-1 0 0,0 0 0 0 0,1 0 1 0 0,0 1-1 0 0,0 0 0 0 0,0 0 1 0 0,0 0-1 0 0,1 1 0 0 0,-1 0 1 0 0,1 0-1 0 0,0 0 0 0 0,0 1 1 0 0,0 0-1 0 0,7-2 0 0 0,-11 4 38 0 0,0 0-1 0 0,0-1 0 0 0,0 1 0 0 0,0 0 0 0 0,0 0 1 0 0,0 1-1 0 0,0-1 0 0 0,0 0 0 0 0,0 1 0 0 0,-1-1 0 0 0,1 1 1 0 0,0-1-1 0 0,0 1 0 0 0,0 0 0 0 0,0 0 0 0 0,-1 0 0 0 0,1 0 1 0 0,0 0-1 0 0,-1 0 0 0 0,1 1 0 0 0,-1-1 0 0 0,0 0 0 0 0,1 1 1 0 0,-1-1-1 0 0,0 1 0 0 0,0 0 0 0 0,0-1 0 0 0,2 4 0 0 0,2 5 174 0 0,-1 1-1 0 0,-1-1 0 0 0,1 1 0 0 0,1 14 0 0 0,-3-16-100 0 0,0 0 0 0 0,1 0 0 0 0,-1-1-1 0 0,7 13 1 0 0,-6-17-209 0 0,0 0 1 0 0,0 1-1 0 0,0-1 0 0 0,1-1 1 0 0,-1 1-1 0 0,1 0 0 0 0,0-1 1 0 0,0 0-1 0 0,0 0 0 0 0,1 0 1 0 0,-1-1-1 0 0,8 4 0 0 0,10 1-7530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1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 10594 0 0,'-1'0'123'0'0,"1"0"0"0"0,0 0 1 0 0,-1-1-1 0 0,1 1 0 0 0,0 0 0 0 0,-1 0 0 0 0,1 0 0 0 0,-1 0 0 0 0,1 0 0 0 0,0 0 0 0 0,-1 0 0 0 0,1 0 1 0 0,0 1-1 0 0,-1-1 0 0 0,1 0 0 0 0,0 0 0 0 0,-1 0 0 0 0,-2 2 1231 0 0,3-1-1231 0 0,0-1 0 0 0,0 0 0 0 0,-1 1 1 0 0,1-1-1 0 0,0 0 0 0 0,0 0 0 0 0,0 1 0 0 0,0-1 0 0 0,0 1 0 0 0,0-1 0 0 0,0 0 0 0 0,-1 1 0 0 0,1-1 1 0 0,0 0-1 0 0,0 1 0 0 0,0-1 0 0 0,0 0 0 0 0,0 1 0 0 0,1-1 0 0 0,-1 0 0 0 0,0 1 0 0 0,0-1 0 0 0,0 0 0 0 0,0 1 1 0 0,0-1-1 0 0,0 0 0 0 0,1 1 0 0 0,7 30 245 0 0,-5-20-50 0 0,23 108 413 0 0,-5 1 1 0 0,6 142-1 0 0,14 94-1170 0 0,-21-268-4396 0 0,-17-73-860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1.9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0 5985 0 0,'-2'1'249'0'0,"0"1"-1"0"0,0-1 0 0 0,0 1 0 0 0,0-1 1 0 0,1 1-1 0 0,-1 0 0 0 0,0-1 0 0 0,1 1 1 0 0,-1 0-1 0 0,1 0 0 0 0,0 0 0 0 0,0 0 1 0 0,0 0-1 0 0,0 0 0 0 0,0 1 1 0 0,0-1-1 0 0,0 0 0 0 0,1 0 0 0 0,-1 1 1 0 0,1-1-1 0 0,0 0 0 0 0,0 1 0 0 0,0-1 1 0 0,0 1-1 0 0,0-1 0 0 0,0 0 1 0 0,0 1-1 0 0,2 3 0 0 0,-1-2-82 0 0,0 0 1 0 0,1 0-1 0 0,-1 0 1 0 0,1 0-1 0 0,0-1 1 0 0,0 1-1 0 0,1-1 0 0 0,-1 1 1 0 0,1-1-1 0 0,-1 0 1 0 0,1 0-1 0 0,0 0 0 0 0,0 0 1 0 0,1 0-1 0 0,-1-1 1 0 0,5 3-1 0 0,29 16 1101 0 0,2-1 0 0 0,1-3 0 0 0,0-1 0 0 0,69 17 0 0 0,-104-31-1251 0 0,0-1 1 0 0,1 0-1 0 0,-1-1 1 0 0,1 0-1 0 0,-1 1 1 0 0,1-2-1 0 0,0 1 1 0 0,-1-1-1 0 0,1 0 1 0 0,-1 0-1 0 0,0 0 0 0 0,1-1 1 0 0,-1 1-1 0 0,0-1 1 0 0,0-1-1 0 0,9-4 1 0 0,-7 1-2 0 0,-1 1 0 0 0,0 0 1 0 0,0-1-1 0 0,0-1 0 0 0,-1 1 0 0 0,0 0 1 0 0,0-1-1 0 0,-1 0 0 0 0,0-1 1 0 0,6-12-1 0 0,4-12-1489 0 0,-2-2-3349 0 0,-1-1-2275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3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0 121 920 0 0,'5'-16'5110'0'0,"10"-9"-3972"0"0,-9 17-635 0 0,1 1-1 0 0,0 0 0 0 0,0 0 1 0 0,0 1-1 0 0,1 0 1 0 0,0 0-1 0 0,0 0 0 0 0,16-6 1 0 0,-21 10-225 0 0,1 0 1 0 0,0 0-1 0 0,0 0 1 0 0,0 1-1 0 0,0 0 1 0 0,0 0-1 0 0,1 0 1 0 0,-1 0-1 0 0,0 0 1 0 0,0 1 0 0 0,1 0-1 0 0,-1 0 1 0 0,0 0-1 0 0,1 0 1 0 0,-1 1-1 0 0,0 0 1 0 0,0 0-1 0 0,0 0 1 0 0,1 0-1 0 0,-1 1 1 0 0,0-1-1 0 0,4 4 1 0 0,-5-2-245 0 0,0 0 0 0 0,0 0 0 0 0,-1 0 0 0 0,0 1-1 0 0,1-1 1 0 0,-1 1 0 0 0,-1-1 0 0 0,1 1 0 0 0,0 0 0 0 0,-1 0 0 0 0,0-1 0 0 0,0 1 0 0 0,0 0 0 0 0,0 0 0 0 0,-1 0-1 0 0,1 1 1 0 0,-1-1 0 0 0,0 0 0 0 0,0 0 0 0 0,-1 5 0 0 0,-1 7 33 0 0,0 1 1 0 0,-1-1-1 0 0,-7 27 0 0 0,-3-8 224 0 0,-19 39-1 0 0,-1 2 512 0 0,32-76-795 0 0,1 0-1 0 0,0 1 1 0 0,0-1-1 0 0,0 0 1 0 0,0 0-1 0 0,0 0 1 0 0,-1 1-1 0 0,1-1 1 0 0,0 0-1 0 0,0 0 1 0 0,0 0-1 0 0,0 1 0 0 0,0-1 1 0 0,0 0-1 0 0,0 0 1 0 0,0 1-1 0 0,0-1 1 0 0,0 0-1 0 0,0 0 1 0 0,0 1-1 0 0,0-1 1 0 0,0 0-1 0 0,0 0 1 0 0,0 0-1 0 0,0 1 1 0 0,0-1-1 0 0,0 0 0 0 0,0 0 1 0 0,0 1-1 0 0,0-1 1 0 0,1 0-1 0 0,-1 0 1 0 0,0 0-1 0 0,0 1 1 0 0,0-1-1 0 0,0 0 1 0 0,0 0-1 0 0,1 0 1 0 0,-1 0-1 0 0,0 1 1 0 0,0-1-1 0 0,0 0 0 0 0,1 0 1 0 0,-1 0-1 0 0,0 0 1 0 0,0 0-1 0 0,15-4 91 0 0,26-23-178 0 0,-29 20 69 0 0,1-2 1 0 0,0 2 0 0 0,0 0-1 0 0,1 0 1 0 0,0 2-1 0 0,0-1 1 0 0,20-3 0 0 0,-30 8 10 0 0,0 0 1 0 0,0 1 0 0 0,-1-1 0 0 0,1 1 0 0 0,0 0 0 0 0,0 0 0 0 0,0 0-1 0 0,0 0 1 0 0,-1 1 0 0 0,1 0 0 0 0,0 0 0 0 0,0 0 0 0 0,-1 0 0 0 0,1 0 0 0 0,0 1-1 0 0,-1 0 1 0 0,0-1 0 0 0,1 1 0 0 0,-1 1 0 0 0,0-1 0 0 0,0 0 0 0 0,0 1-1 0 0,0-1 1 0 0,-1 1 0 0 0,1 0 0 0 0,-1 0 0 0 0,1 0 0 0 0,-1 0 0 0 0,3 7-1 0 0,-2-4 47 0 0,-1 0 0 0 0,0 1 0 0 0,0-1-1 0 0,-1 1 1 0 0,1 0 0 0 0,-1 0-1 0 0,-1-1 1 0 0,1 1 0 0 0,-1 0-1 0 0,-1 0 1 0 0,1 0 0 0 0,-1-1-1 0 0,0 1 1 0 0,0 0 0 0 0,-1-1 0 0 0,0 1-1 0 0,0-1 1 0 0,-1 1 0 0 0,0-1-1 0 0,-5 8 1 0 0,4-6-15 0 0,-1 0 0 0 0,0 0 0 0 0,0-1 0 0 0,-1 1 0 0 0,0-1 0 0 0,-1-1 0 0 0,1 1 0 0 0,-1-1 0 0 0,0 0 0 0 0,-1-1 0 0 0,0 0 0 0 0,1 0 0 0 0,-2 0 0 0 0,-13 5 0 0 0,22-10-54 0 0,0 0-70 0 0,0 0-1 0 0,-1 1 1 0 0,1-1-1 0 0,-1 0 1 0 0,1 0 0 0 0,-1 0-1 0 0,1 0 1 0 0,0 1-1 0 0,-1-1 1 0 0,1 0 0 0 0,-1 0-1 0 0,1 0 1 0 0,-1 0-1 0 0,1 0 1 0 0,-1 0 0 0 0,1 0-1 0 0,-1 0 1 0 0,1 0-1 0 0,-1-1 1 0 0,1 1 0 0 0,-1 0-1 0 0,1 0 1 0 0,0 0-1 0 0,-1 0 1 0 0,1-1 0 0 0,-1 1-1 0 0,0-1 1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3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90 1376 0 0,'6'-20'1898'0'0,"-5"14"-977"0"0,1 0 1 0 0,0 0-1 0 0,0-1 1 0 0,1 1-1 0 0,-1 1 1 0 0,7-10-1 0 0,-8 13-729 0 0,1 1-1 0 0,-1-1 1 0 0,1 1-1 0 0,0-1 0 0 0,-1 1 1 0 0,1 0-1 0 0,0-1 0 0 0,0 1 1 0 0,0 0-1 0 0,0 0 0 0 0,0 1 1 0 0,0-1-1 0 0,0 0 0 0 0,0 1 1 0 0,1-1-1 0 0,-1 1 1 0 0,0-1-1 0 0,0 1 0 0 0,0 0 1 0 0,1 0-1 0 0,-1 0 0 0 0,0 1 1 0 0,0-1-1 0 0,4 1 0 0 0,-4 0-63 0 0,1 0 0 0 0,-1 0-1 0 0,1 0 1 0 0,-1 0 0 0 0,0 0-1 0 0,1 1 1 0 0,-1-1-1 0 0,0 1 1 0 0,0 0 0 0 0,0 0-1 0 0,0-1 1 0 0,0 1 0 0 0,-1 0-1 0 0,1 1 1 0 0,-1-1-1 0 0,1 0 1 0 0,-1 0 0 0 0,0 1-1 0 0,1-1 1 0 0,-1 0 0 0 0,0 1-1 0 0,-1 0 1 0 0,2 3-1 0 0,1 5 22 0 0,-1 0 0 0 0,0-1 0 0 0,-1 1 0 0 0,0 16 0 0 0,-3 5 131 0 0,-1 0-1 0 0,-2-1 1 0 0,-2 0 0 0 0,-18 56 0 0 0,-4 19 1482 0 0,28-105-1723 0 0,1-1 0 0 0,0 1 1 0 0,0 0-1 0 0,-1 0 0 0 0,1-1 1 0 0,0 1-1 0 0,0 0 1 0 0,0 0-1 0 0,0 0 0 0 0,0-1 1 0 0,0 1-1 0 0,0 0 1 0 0,0 0-1 0 0,0-1 0 0 0,1 1 1 0 0,-1 0-1 0 0,0 0 0 0 0,0-1 1 0 0,1 1-1 0 0,-1 0 1 0 0,0 0-1 0 0,1-1 0 0 0,-1 1 1 0 0,1 0-1 0 0,0 0-21 0 0,0-1 0 0 0,0 0 0 0 0,-1 0-1 0 0,1 0 1 0 0,0 0 0 0 0,0 1 0 0 0,0-1 0 0 0,-1 0 0 0 0,1 0 0 0 0,0-1-1 0 0,0 1 1 0 0,0 0 0 0 0,0 0 0 0 0,-1 0 0 0 0,1-1 0 0 0,0 1 0 0 0,0 0-1 0 0,-1 0 1 0 0,2-1 0 0 0,44-29-50 0 0,-34 21 128 0 0,124-71-309 0 0,-75 52-6346 0 0,-31 17-373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4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69 8754 0 0,'-6'6'315'0'0,"0"-1"1"0"0,1 0-1 0 0,-1 1 0 0 0,2 0 1 0 0,-1 0-1 0 0,0 1 1 0 0,-6 13-1 0 0,-21 51 1351 0 0,31-68-1629 0 0,-3 6 160 0 0,1 0-1 0 0,0 1 1 0 0,1-1 0 0 0,0 1-1 0 0,0 0 1 0 0,1-1 0 0 0,0 21-1 0 0,1-27-143 0 0,0 0 0 0 0,1 1-1 0 0,-1-1 1 0 0,1 0-1 0 0,-1 1 1 0 0,1-1-1 0 0,0 0 1 0 0,1 0-1 0 0,-1 0 1 0 0,0 0-1 0 0,1 0 1 0 0,0 0 0 0 0,0 0-1 0 0,-1-1 1 0 0,2 1-1 0 0,-1-1 1 0 0,0 1-1 0 0,0-1 1 0 0,1 0-1 0 0,-1 0 1 0 0,1 0-1 0 0,0 0 1 0 0,0 0 0 0 0,0 0-1 0 0,0-1 1 0 0,0 1-1 0 0,4 0 1 0 0,-4-1 100 0 0,-1-1 0 0 0,1 0 1 0 0,0 0-1 0 0,-1 0 0 0 0,1 0 0 0 0,0 0 1 0 0,-1 0-1 0 0,1-1 0 0 0,-1 1 1 0 0,1-1-1 0 0,0 0 0 0 0,-1 0 0 0 0,0 0 1 0 0,1 0-1 0 0,-1 0 0 0 0,1 0 1 0 0,-1-1-1 0 0,0 1 0 0 0,0-1 0 0 0,0 1 1 0 0,0-1-1 0 0,0 0 0 0 0,0 0 1 0 0,-1 0-1 0 0,1 0 0 0 0,0 0 0 0 0,-1-1 1 0 0,3-3-1 0 0,3-7 220 0 0,0 0 0 0 0,-1-1 0 0 0,9-24 0 0 0,-8 17-252 0 0,-2 0 0 0 0,0-1 0 0 0,3-29 0 0 0,-7 42-118 0 0,-1-1-1 0 0,1 1 1 0 0,-2-1 0 0 0,1 1 0 0 0,-2 0 0 0 0,1-1 0 0 0,-1 1-1 0 0,0 0 1 0 0,-1 0 0 0 0,-5-12 0 0 0,7 19-119 0 0,0 0 0 0 0,-1 0 0 0 0,1 0 0 0 0,-1 0-1 0 0,1 0 1 0 0,-1 0 0 0 0,0 0 0 0 0,1 1 0 0 0,-1-1 0 0 0,0 0 0 0 0,0 1 0 0 0,0 0 0 0 0,0-1 0 0 0,-1 1 0 0 0,1 0 0 0 0,0 0 0 0 0,0 1 0 0 0,-1-1 0 0 0,1 0 0 0 0,-1 1-1 0 0,1-1 1 0 0,0 1 0 0 0,-1 0 0 0 0,1 0 0 0 0,-1 0 0 0 0,1 0 0 0 0,-1 0 0 0 0,1 0 0 0 0,0 1 0 0 0,-1-1 0 0 0,1 1 0 0 0,-1 0 0 0 0,1-1 0 0 0,-3 3 0 0 0,-10 5 81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4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261 33 5065 0 0,'-3'-3'651'0'0,"-1"0"0"0"0,0 0-1 0 0,0 0 1 0 0,0 0 0 0 0,-1 1 0 0 0,1-1 0 0 0,0 1-1 0 0,-1 0 1 0 0,0 1 0 0 0,1-1 0 0 0,-1 1 0 0 0,0 0-1 0 0,-9-2 1 0 0,8 3-571 0 0,0 0-1 0 0,-1 0 1 0 0,1 0-1 0 0,0 1 1 0 0,0 0 0 0 0,0 0-1 0 0,0 0 1 0 0,0 1-1 0 0,0 0 1 0 0,1 0 0 0 0,-1 1-1 0 0,0-1 1 0 0,1 1-1 0 0,0 0 1 0 0,0 1 0 0 0,0-1-1 0 0,-6 6 1 0 0,3 0 65 0 0,-1 1 0 0 0,2 0-1 0 0,0 0 1 0 0,0 0 0 0 0,0 1 0 0 0,1 0 0 0 0,1 0 0 0 0,0 0 0 0 0,1 1 0 0 0,0 0 0 0 0,0 0 0 0 0,2 0 0 0 0,-1 0 0 0 0,2 1 0 0 0,-1-1 0 0 0,2 0 0 0 0,-1 1 0 0 0,3 15 0 0 0,-1-21-7 0 0,0 1 0 0 0,0 0 0 0 0,1 0 0 0 0,0-1 1 0 0,0 1-1 0 0,0-1 0 0 0,1 1 0 0 0,1-1 0 0 0,-1 0 1 0 0,1 0-1 0 0,0-1 0 0 0,1 1 0 0 0,0-1 0 0 0,0 0 1 0 0,0 0-1 0 0,0 0 0 0 0,1-1 0 0 0,0 0 1 0 0,0 0-1 0 0,1 0 0 0 0,-1-1 0 0 0,1 0 0 0 0,0 0 1 0 0,0-1-1 0 0,1 0 0 0 0,-1 0 0 0 0,0-1 0 0 0,1 1 1 0 0,11 0-1 0 0,-8-1-94 0 0,1-1-1 0 0,-1-1 1 0 0,1 0 0 0 0,-1-1 0 0 0,0 0 0 0 0,1-1 0 0 0,-1 0-1 0 0,0 0 1 0 0,0-2 0 0 0,0 1 0 0 0,0-1 0 0 0,0-1 0 0 0,-1 0-1 0 0,15-9 1 0 0,6-7-141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4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96 4145 0 0,'-1'-3'191'0'0,"-1"-1"0"0"0,1 0 0 0 0,0 0 0 0 0,0 0 0 0 0,0 0 0 0 0,1 0 0 0 0,-1 0 0 0 0,1 0 0 0 0,0 0 0 0 0,0 1 0 0 0,0-1 1 0 0,1 0-1 0 0,-1 0 0 0 0,1 0 0 0 0,0 0 0 0 0,0 0 0 0 0,1 0 0 0 0,-1 1 0 0 0,1-1 0 0 0,-1 0 0 0 0,1 1 0 0 0,4-6 0 0 0,-6 9-124 0 0,0 0-1 0 0,1-1 1 0 0,-1 1-1 0 0,0 0 1 0 0,1 0-1 0 0,-1-1 1 0 0,0 1-1 0 0,1 0 1 0 0,-1 0-1 0 0,0 0 1 0 0,1 0-1 0 0,-1-1 0 0 0,0 1 1 0 0,1 0-1 0 0,-1 0 1 0 0,1 0-1 0 0,-1 0 1 0 0,0 0-1 0 0,1 0 1 0 0,-1 0-1 0 0,1 0 1 0 0,-1 0-1 0 0,0 0 1 0 0,1 0-1 0 0,-1 0 1 0 0,0 0-1 0 0,1 1 1 0 0,-1-1-1 0 0,0 0 1 0 0,1 0-1 0 0,-1 0 1 0 0,1 0-1 0 0,-1 1 1 0 0,0-1-1 0 0,0 0 1 0 0,1 0-1 0 0,-1 1 1 0 0,0-1-1 0 0,1 0 1 0 0,-1 1-1 0 0,0-1 1 0 0,0 0-1 0 0,0 1 1 0 0,1-1-1 0 0,-1 0 1 0 0,0 1-1 0 0,0-1 1 0 0,0 0-1 0 0,0 1 1 0 0,0-1-1 0 0,0 0 0 0 0,1 1 1 0 0,-1 0-1 0 0,7 22 1229 0 0,4 41 615 0 0,-2 0 1 0 0,-1 97-1 0 0,0 5-581 0 0,-3-121-1419 0 0,6 68 573 0 0,-2-39-3468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4.7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54 3225 0 0,'0'-3'-117'0'0,"1"1"0"0"0,-1 0 0 0 0,1 0 0 0 0,0-1 0 0 0,-1 1 0 0 0,1 0 0 0 0,0 0 0 0 0,0 0 0 0 0,1 0 0 0 0,-1 0 0 0 0,0 0 0 0 0,1 1 0 0 0,2-4 0 0 0,-1 2 299 0 0,0 1 0 0 0,0 0 0 0 0,1 0 0 0 0,-1 0 0 0 0,1 0 0 0 0,-1 1 0 0 0,1 0 0 0 0,-1-1 1 0 0,1 1-1 0 0,0 0 0 0 0,-1 1 0 0 0,8-2 0 0 0,-5 2 202 0 0,0 0 0 0 0,0 0 0 0 0,1 0 0 0 0,-1 0 0 0 0,0 1-1 0 0,0 0 1 0 0,0 1 0 0 0,0-1 0 0 0,0 1 0 0 0,-1 0 0 0 0,1 0 0 0 0,0 1 0 0 0,8 5 0 0 0,-6-1-120 0 0,0 1 1 0 0,0 1-1 0 0,-1-1 1 0 0,0 1 0 0 0,0 1-1 0 0,-1-1 1 0 0,0 1-1 0 0,-1 0 1 0 0,0 0-1 0 0,0 1 1 0 0,-2-1 0 0 0,1 1-1 0 0,2 14 1 0 0,-1 0 204 0 0,0 0 0 0 0,-2 0 1 0 0,-2 0-1 0 0,-1 48 0 0 0,-1-65-457 0 0,1 0-1 0 0,-2 0 0 0 0,1 0 0 0 0,-1-1 1 0 0,0 1-1 0 0,0 0 0 0 0,-1-1 0 0 0,0 0 1 0 0,-1 1-1 0 0,0-1 0 0 0,0-1 0 0 0,0 1 1 0 0,-1 0-1 0 0,0-1 0 0 0,0 0 0 0 0,0 0 1 0 0,-1-1-1 0 0,0 1 0 0 0,0-1 0 0 0,0-1 1 0 0,-1 1-1 0 0,0-1 0 0 0,0 0 0 0 0,0-1 1 0 0,0 1-1 0 0,0-1 0 0 0,-1-1 0 0 0,0 1 1 0 0,1-1-1 0 0,-1-1 0 0 0,-10 2 0 0 0,2-3-1267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5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3225 0 0,'1'1'79'0'0,"0"-1"1"0"0,0 1 0 0 0,-1-1 0 0 0,1 1 0 0 0,0 0 0 0 0,0-1-1 0 0,0 1 1 0 0,-1 0 0 0 0,1 0 0 0 0,0 0 0 0 0,-1 0-1 0 0,1-1 1 0 0,-1 1 0 0 0,1 0 0 0 0,-1 0 0 0 0,1 0-1 0 0,-1 0 1 0 0,0 0 0 0 0,0 0 0 0 0,1 2 0 0 0,7 28 1498 0 0,-6-24-930 0 0,20 95 3684 0 0,6 27-982 0 0,-23-113-3033 0 0,1 0 0 0 0,0 0 0 0 0,1 0 0 0 0,0-1-1 0 0,15 22 1 0 0,-21-36-310 0 0,-1 1-1 0 0,1-1 1 0 0,0 1-1 0 0,0-1 1 0 0,0 0-1 0 0,0 1 1 0 0,0-1-1 0 0,0 0 0 0 0,0 0 1 0 0,0 0-1 0 0,1 0 1 0 0,-1 0-1 0 0,0 0 1 0 0,1 0-1 0 0,-1 0 1 0 0,1 0-1 0 0,-1-1 1 0 0,1 1-1 0 0,-1-1 1 0 0,1 1-1 0 0,-1-1 1 0 0,1 1-1 0 0,-1-1 0 0 0,1 0 1 0 0,0 0-1 0 0,-1 0 1 0 0,1 0-1 0 0,0 0 1 0 0,1 0-1 0 0,-1-2-48 0 0,1 1 0 0 0,-1-1 0 0 0,0 0 0 0 0,0 0 0 0 0,0 1 0 0 0,0-1 0 0 0,0-1 0 0 0,-1 1 0 0 0,1 0 0 0 0,-1 0 0 0 0,1 0 0 0 0,-1-1 0 0 0,0 1 0 0 0,0-1 0 0 0,0 1 0 0 0,0-1 0 0 0,1-3-1 0 0,15-76-1720 0 0,-16 67 1353 0 0,2 0 1 0 0,0 0-1 0 0,1 0 1 0 0,0 1-1 0 0,1-1 1 0 0,0 1-1 0 0,9-16 1 0 0,-13 29 388 0 0,-1 0 1 0 0,1 0-1 0 0,-1 0 1 0 0,1 1 0 0 0,-1-1-1 0 0,1 0 1 0 0,0 0-1 0 0,0 0 1 0 0,-1 0 0 0 0,1 1-1 0 0,0-1 1 0 0,0 0-1 0 0,0 0 1 0 0,0 1 0 0 0,0-1-1 0 0,0 1 1 0 0,0-1-1 0 0,0 1 1 0 0,0 0 0 0 0,0-1-1 0 0,0 1 1 0 0,0 0-1 0 0,0-1 1 0 0,0 1 0 0 0,0 0-1 0 0,2 0 1 0 0,-1 1 29 0 0,-1-1 1 0 0,1 1-1 0 0,-1 0 0 0 0,0 0 1 0 0,1 0-1 0 0,-1 0 1 0 0,0 0-1 0 0,1 0 1 0 0,-1 0-1 0 0,0 1 0 0 0,0-1 1 0 0,0 0-1 0 0,0 1 1 0 0,0-1-1 0 0,1 3 1 0 0,4 9 329 0 0,-1-1 0 0 0,0 1 0 0 0,4 17 0 0 0,-7-25-142 0 0,52 166 3101 0 0,-6-63-4079 0 0,-41-94-66 0 0,2-3-217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5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0 180 6913 0 0,'0'5'19'0'0,"1"0"0"0"0,-1-1-1 0 0,1 1 1 0 0,0 0-1 0 0,0-1 1 0 0,0 0-1 0 0,1 1 1 0 0,-1-1-1 0 0,3 5 1 0 0,0 0 125 0 0,0 5 802 0 0,1 0 1 0 0,1 0 0 0 0,0-1-1 0 0,1 1 1 0 0,12 17-1 0 0,-17-29-910 0 0,-1 0 0 0 0,1 0 0 0 0,-1 1 0 0 0,1-2 0 0 0,0 1 0 0 0,0 0 0 0 0,0 0 0 0 0,0-1 1 0 0,0 1-1 0 0,0-1 0 0 0,0 1 0 0 0,1-1 0 0 0,-1 0 0 0 0,0 0 0 0 0,1 0 0 0 0,-1 0 0 0 0,1-1 0 0 0,-1 1 0 0 0,1-1 0 0 0,-1 1 0 0 0,1-1 0 0 0,0 0 0 0 0,-1 0 0 0 0,1 0 0 0 0,-1 0 0 0 0,1 0 0 0 0,-1-1 0 0 0,1 1 0 0 0,0-1 0 0 0,-1 0 0 0 0,0 0 0 0 0,1 1 0 0 0,-1-2 0 0 0,1 1 0 0 0,-1 0 0 0 0,0 0 0 0 0,0-1 0 0 0,0 1 0 0 0,3-4 0 0 0,1 0-150 0 0,-1 1-1 0 0,1-1 0 0 0,-1-1 1 0 0,-1 1-1 0 0,1-1 1 0 0,-1 0-1 0 0,0 0 1 0 0,0 0-1 0 0,-1 0 1 0 0,0-1-1 0 0,0 1 1 0 0,3-14-1 0 0,-1-2-165 0 0,-1 0 0 0 0,2-41 0 0 0,-5 46 304 0 0,0 1 0 0 0,1-1 0 0 0,1 1 0 0 0,0-1 0 0 0,1 1-1 0 0,9-23 1 0 0,-13 38-1 0 0,1 0-1 0 0,-1 0 0 0 0,1 0 1 0 0,-1-1-1 0 0,1 1 0 0 0,0 0 1 0 0,-1 0-1 0 0,1 0 0 0 0,0 0 1 0 0,0 0-1 0 0,0 0 0 0 0,0 1 1 0 0,0-1-1 0 0,0 0 0 0 0,0 0 1 0 0,1 0-1 0 0,-1 1 8 0 0,-1 0 0 0 0,1 0 0 0 0,-1 0 0 0 0,0 0 0 0 0,1 0 0 0 0,-1 0 0 0 0,1 0 0 0 0,-1 0-1 0 0,1 0 1 0 0,-1 1 0 0 0,1-1 0 0 0,-1 0 0 0 0,1 0 0 0 0,-1 0 0 0 0,0 1 0 0 0,1-1 0 0 0,-1 0 0 0 0,1 0 0 0 0,-1 1 0 0 0,0-1 0 0 0,1 0 0 0 0,-1 1 0 0 0,0-1 0 0 0,0 1-1 0 0,1-1 1 0 0,-1 0 0 0 0,1 1 0 0 0,1 3 139 0 0,-1 0 0 0 0,1 0 0 0 0,-1 0 0 0 0,1 1 0 0 0,-1-1 0 0 0,0 0 0 0 0,0 7 0 0 0,4 205 4436 0 0,-4-75-3578 0 0,-1-123-1081 0 0,-1 1-1 0 0,0-1 1 0 0,-4 21 0 0 0,-11 22-3014 0 0,13-50 941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5.8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158 7 3681 0 0,'0'0'101'0'0,"0"-1"-1"0"0,0 1 1 0 0,-1-1 0 0 0,1 1 0 0 0,0 0 0 0 0,0-1-1 0 0,-1 1 1 0 0,1 0 0 0 0,0 0 0 0 0,0-1 0 0 0,-1 1-1 0 0,1 0 1 0 0,0 0 0 0 0,-1-1 0 0 0,1 1 0 0 0,0 0-1 0 0,-1 0 1 0 0,1 0 0 0 0,-1-1 0 0 0,1 1 0 0 0,0 0-1 0 0,-1 0 1 0 0,1 0 0 0 0,-1 0 0 0 0,1 0 0 0 0,0 0-1 0 0,-1 0 1 0 0,1 0 0 0 0,-1 0 0 0 0,1 0 0 0 0,0 0-1 0 0,-1 0 1 0 0,1 0 0 0 0,-1 0 0 0 0,1 0 0 0 0,0 1-1 0 0,-1-1 1 0 0,1 0 0 0 0,-1 0 0 0 0,1 0 0 0 0,-1 1-1 0 0,-19 18 2465 0 0,-15 33 207 0 0,33-49-2516 0 0,-9 16 510 0 0,-36 61 1561 0 0,42-70-2072 0 0,1 1 1 0 0,0-1-1 0 0,0 1 1 0 0,1-1-1 0 0,0 1 0 0 0,-1 13 1 0 0,4-22-250 0 0,0 0 0 0 0,0-1 0 0 0,0 1 1 0 0,0 0-1 0 0,0 0 0 0 0,0 0 0 0 0,0 0 0 0 0,1-1 1 0 0,-1 1-1 0 0,1 0 0 0 0,-1 0 0 0 0,1-1 0 0 0,0 1 1 0 0,0 0-1 0 0,0-1 0 0 0,0 1 0 0 0,0-1 0 0 0,0 1 0 0 0,0-1 1 0 0,0 1-1 0 0,1-1 0 0 0,-1 0 0 0 0,0 0 0 0 0,1 0 1 0 0,-1 0-1 0 0,1 0 0 0 0,-1 0 0 0 0,1 0 0 0 0,0 0 0 0 0,-1 0 1 0 0,1-1-1 0 0,3 2 0 0 0,6 0-111 0 0,0 0-1 0 0,0 0 1 0 0,0-1-1 0 0,18-1 1 0 0,10 2-174 0 0,-36-1 252 0 0,1-1-1 0 0,-1 1 1 0 0,1 0-1 0 0,-1 0 1 0 0,0 0-1 0 0,1 0 0 0 0,-1 1 1 0 0,0-1-1 0 0,0 1 1 0 0,0 0-1 0 0,0 0 1 0 0,0 0-1 0 0,-1 0 0 0 0,1 0 1 0 0,0 1-1 0 0,-1-1 1 0 0,0 1-1 0 0,1 0 1 0 0,-1 0-1 0 0,0 0 0 0 0,-1 0 1 0 0,3 4-1 0 0,-3-3 23 0 0,0 1-1 0 0,0 0 0 0 0,0-1 0 0 0,0 1 0 0 0,-1 0 1 0 0,0 0-1 0 0,0 0 0 0 0,0 0 0 0 0,-1-1 0 0 0,0 1 1 0 0,0 0-1 0 0,0 0 0 0 0,0-1 0 0 0,-1 1 0 0 0,-3 7 1 0 0,-5 7 103 0 0,-1 1 1 0 0,-1-2 0 0 0,-1 0 0 0 0,-26 30-1 0 0,3-5-666 0 0,27-31-294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6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0 403 3225 0 0,'2'-1'144'0'0,"-1"1"1"0"0,1-1 0 0 0,0 1 0 0 0,-1-1-1 0 0,1 1 1 0 0,-1 0 0 0 0,1-1-1 0 0,0 1 1 0 0,0 0 0 0 0,-1 0-1 0 0,1 0 1 0 0,0 0 0 0 0,-1 1 0 0 0,1-1-1 0 0,0 0 1 0 0,-1 1 0 0 0,1-1-1 0 0,0 1 1 0 0,-1 0 0 0 0,1-1 0 0 0,-1 1-1 0 0,1 0 1 0 0,-1 0 0 0 0,0 0-1 0 0,1 0 1 0 0,-1 0 0 0 0,0 0 0 0 0,1 0-1 0 0,-1 1 1 0 0,0-1 0 0 0,0 0-1 0 0,0 1 1 0 0,1 1 0 0 0,4 7 1371 0 0,0 0-1 0 0,-1 0 1 0 0,8 21 0 0 0,-8-20-1012 0 0,75 190 5676 0 0,-74-183-6378 0 0,-5-14-58 0 0,0 0-1 0 0,0 0 0 0 0,0-1 0 0 0,0 1 1 0 0,1-1-1 0 0,0 1 0 0 0,-1-1 1 0 0,1 0-1 0 0,0 1 0 0 0,1-1 0 0 0,-1 0 1 0 0,4 3-1 0 0</inkml:trace>
  <inkml:trace contextRef="#ctx0" brushRef="#br0" timeOffset="1">76 50 3225 0 0,'2'-5'288'0'0,"-1"-1"-288"0"0,0 4 0 0 0,-1 0 0 0 0,2 1 64 0 0,-2-2-64 0 0,1-1 0 0 0,2-3 0 0 0,-1 1 576 0 0,2-1 96 0 0,-1 3 8 0 0,0 1 8 0 0,1 3-688 0 0,0 0-160 0 0,0 3-16 0 0,0 1-8 0 0,-2 3 184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6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267 39 4145 0 0,'-7'-10'5514'0'0,"6"8"-5103"0"0,0 0 0 0 0,0 0 1 0 0,0 0-1 0 0,-1 0 0 0 0,1 0 1 0 0,0 0-1 0 0,-1 1 0 0 0,0-1 1 0 0,1 1-1 0 0,-1-1 0 0 0,0 1 1 0 0,0 0-1 0 0,1-1 1 0 0,-1 1-1 0 0,0 0 0 0 0,-3-1 1 0 0,2 2-284 0 0,0-1 1 0 0,-1 1 0 0 0,1 0 0 0 0,0 0-1 0 0,-1 0 1 0 0,1 1 0 0 0,0-1 0 0 0,-1 1-1 0 0,1 0 1 0 0,0-1 0 0 0,0 2 0 0 0,-1-1-1 0 0,1 0 1 0 0,0 1 0 0 0,0-1 0 0 0,1 1-1 0 0,-1 0 1 0 0,0 0 0 0 0,0 0 0 0 0,-2 3-1 0 0,-8 6 152 0 0,1 1-1 0 0,-17 20 1 0 0,11-11-142 0 0,2 1 1 0 0,-25 43-1 0 0,36-56-111 0 0,0 1-1 0 0,0 0 1 0 0,1 0-1 0 0,1 0 1 0 0,0 0-1 0 0,0 1 1 0 0,1-1-1 0 0,0 1 0 0 0,1 0 1 0 0,0 12-1 0 0,2-20-64 0 0,0 1-1 0 0,0 0 0 0 0,0 0 0 0 0,0-1 0 0 0,1 1 1 0 0,0-1-1 0 0,0 1 0 0 0,0-1 0 0 0,0 0 0 0 0,0 0 1 0 0,0 0-1 0 0,1 0 0 0 0,0 0 0 0 0,-1 0 0 0 0,1 0 1 0 0,0-1-1 0 0,1 0 0 0 0,-1 0 0 0 0,0 0 0 0 0,1 0 1 0 0,4 2-1 0 0,10 5-366 0 0,1-1-1 0 0,32 9 1 0 0,-49-17 385 0 0,51 14-1826 0 0,-26-7 628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7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92 450 2304 0 0,'-1'0'36'0'0,"1"0"-1"0"0,-1 0 0 0 0,0 1 0 0 0,1-1 0 0 0,-1 0 0 0 0,0 0 0 0 0,1 0 0 0 0,-1 0 0 0 0,1 1 0 0 0,-1-1 0 0 0,0 0 1 0 0,1 1-1 0 0,-1-1 0 0 0,1 0 0 0 0,-1 1 0 0 0,1-1 0 0 0,-1 1 0 0 0,1-1 0 0 0,0 1 0 0 0,-1-1 0 0 0,1 1 0 0 0,-1-1 0 0 0,1 1 1 0 0,0-1-1 0 0,0 1 0 0 0,-1 0 0 0 0,1-1 0 0 0,0 2 0 0 0,-12 18 1457 0 0,-2 8 490 0 0,1 0 0 0 0,-11 38-1 0 0,20-55-1589 0 0,1 1 0 0 0,1-1-1 0 0,-1 0 1 0 0,2 1-1 0 0,0-1 1 0 0,0 1-1 0 0,1-1 1 0 0,1 1 0 0 0,2 16-1 0 0,-3-26-400 0 0,0 0-1 0 0,1 0 1 0 0,-1 0 0 0 0,1 0-1 0 0,-1 0 1 0 0,1 0 0 0 0,0 0-1 0 0,-1 0 1 0 0,1 0 0 0 0,0 0-1 0 0,1-1 1 0 0,-1 1 0 0 0,0 0 0 0 0,0-1-1 0 0,1 1 1 0 0,-1-1 0 0 0,1 1-1 0 0,-1-1 1 0 0,1 0 0 0 0,0 1-1 0 0,-1-1 1 0 0,1 0 0 0 0,0 0-1 0 0,0 0 1 0 0,0 0 0 0 0,3 0-1 0 0,-3-1-53 0 0,1 0 0 0 0,-1 0 0 0 0,0-1 0 0 0,1 1 0 0 0,-1-1 0 0 0,0 0 0 0 0,1 1-1 0 0,-1-1 1 0 0,0 0 0 0 0,0 0 0 0 0,0-1 0 0 0,0 1 0 0 0,0 0 0 0 0,0-1 0 0 0,0 1 0 0 0,0-1 0 0 0,-1 0 0 0 0,1 1-1 0 0,-1-1 1 0 0,1 0 0 0 0,-1 0 0 0 0,3-4 0 0 0,18-30-860 0 0,22-48 0 0 0,5-7-1769 0 0,-48 89 2612 0 0,0 0 1 0 0,0 0 0 0 0,0 0-1 0 0,0 0 1 0 0,1 0-1 0 0,-1 1 1 0 0,1-1 0 0 0,-1 1-1 0 0,1-1 1 0 0,0 1-1 0 0,0-1 1 0 0,0 1 0 0 0,2-2-1 0 0,-3 3 88 0 0,-1 0-1 0 0,0 0 1 0 0,1 0 0 0 0,-1 0-1 0 0,0 0 1 0 0,1 0-1 0 0,-1 0 1 0 0,0 0 0 0 0,1 0-1 0 0,-1 0 1 0 0,0 0-1 0 0,1 1 1 0 0,-1-1 0 0 0,0 0-1 0 0,1 0 1 0 0,-1 0-1 0 0,0 0 1 0 0,1 0 0 0 0,-1 1-1 0 0,0-1 1 0 0,1 0-1 0 0,-1 0 1 0 0,0 1 0 0 0,0-1-1 0 0,1 0 1 0 0,-1 0 0 0 0,0 1-1 0 0,1-1 1 0 0,4 20 892 0 0,-2 21 1221 0 0,-3-21-898 0 0,2 0 0 0 0,0 0 0 0 0,2 0 1 0 0,7 26-1 0 0,-9-40-1235 0 0,0 0 0 0 0,1 0 0 0 0,0 0 0 0 0,1-1 0 0 0,-1 1 0 0 0,1-1 0 0 0,5 7 0 0 0,-4-8-422 0 0,-1 0 1 0 0,0 0-1 0 0,1 0 1 0 0,0-1 0 0 0,0 0-1 0 0,0 0 1 0 0,0 0-1 0 0,1 0 1 0 0,6 1-1 0 0</inkml:trace>
  <inkml:trace contextRef="#ctx0" brushRef="#br0" timeOffset="1">584 58 4609 0 0,'0'-8'314'0'0,"0"-21"-229"0"0,0 28-34 0 0,0 0-1 0 0,0 0 0 0 0,0 0 0 0 0,0-1 0 0 0,1 1 0 0 0,-1 0 0 0 0,0 0 0 0 0,1 0 0 0 0,-1 0 0 0 0,0 0 0 0 0,1 0 0 0 0,-1 0 0 0 0,1 0 1 0 0,-1 0-1 0 0,1 0 0 0 0,0 0 0 0 0,0 0 0 0 0,1-1 0 0 0,-2 2 109 0 0,1 1 1 0 0,-1-1-1 0 0,0 0 1 0 0,1 1-1 0 0,-1-1 1 0 0,1 0-1 0 0,-1 1 0 0 0,0-1 1 0 0,1 1-1 0 0,-1-1 1 0 0,0 1-1 0 0,1-1 1 0 0,-1 1-1 0 0,0-1 1 0 0,0 1-1 0 0,0-1 0 0 0,1 1 1 0 0,-1-1-1 0 0,0 1 1 0 0,0-1-1 0 0,0 1 1 0 0,0-1-1 0 0,0 1 1 0 0,0 0-1 0 0,0-1 0 0 0,0 1 1 0 0,0-1-1 0 0,-1 1 1 0 0,3 23 1069 0 0,-2-22-839 0 0,1 59 227 0 0,12 186 5052 0 0,-8-212-5016 0 0,1-1-1 0 0,1 1 1 0 0,2-1-1 0 0,2-1 1 0 0,15 35 0 0 0,8 0-464 0 0,-15-31-843 0 0,-2 1 0 0 0,13 41 0 0 0,-19-36-6735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7.9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1 6913 0 0,'-13'0'-1143'0'0,"5"3"3555"0"0,22 10 2905 0 0,-10-12-5144 0 0,1 1 0 0 0,0-1-1 0 0,0 1 1 0 0,0-1 0 0 0,0-1 0 0 0,0 1 0 0 0,0-1-1 0 0,0 0 1 0 0,0 0 0 0 0,0 0 0 0 0,10-2 0 0 0,8 0-95 0 0,43 6 721 0 0,-1 3 0 0 0,125 29-1 0 0,-14-1 656 0 0,-148-31-1414 0 0,34 5 166 0 0,70 3-1 0 0,-114-12-176 0 0,1 0 0 0 0,-1-1 0 0 0,0-1 0 0 0,0-1 0 0 0,0-1 0 0 0,0 0-1 0 0,0-1 1 0 0,25-11 0 0 0,-22 1-1945 0 0,-11 4 81 0 0,-10 11 1788 0 0,0 0 0 0 0,0 0 0 0 0,0-1 0 0 0,0 1 0 0 0,0 0 1 0 0,0 0-1 0 0,0 0 0 0 0,0-1 0 0 0,1 1 0 0 0,-1 0 0 0 0,0 0 0 0 0,0 0 0 0 0,0-1 1 0 0,0 1-1 0 0,0 0 0 0 0,0 0 0 0 0,0 0 0 0 0,0-1 0 0 0,0 1 0 0 0,-1 0 0 0 0,1 0 1 0 0,0-1-1 0 0,0 1 0 0 0,0 0 0 0 0,0 0 0 0 0,0 0 0 0 0,0 0 0 0 0,0-1 1 0 0,0 1-1 0 0,0 0 0 0 0,-1 0 0 0 0,1 0 0 0 0,0 0 0 0 0,0-1 0 0 0,0 1 0 0 0,0 0 1 0 0,-1 0-1 0 0,1 0 0 0 0,0 0 0 0 0,0 0 0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8.5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5985 0 0,'-1'0'258'0'0,"-1"0"-1"0"0,1 0 1 0 0,0 0-1 0 0,0 0 1 0 0,0 0-1 0 0,0 0 1 0 0,0 0-1 0 0,0 0 1 0 0,0 0-1 0 0,0 1 0 0 0,0-1 1 0 0,0 0-1 0 0,0 1 1 0 0,0-1-1 0 0,0 1 1 0 0,0-1-1 0 0,0 1 1 0 0,0 0-1 0 0,0-1 1 0 0,0 1-1 0 0,0 0 1 0 0,1 0-1 0 0,-1-1 1 0 0,0 1-1 0 0,1 0 1 0 0,-2 2-1 0 0,2-1-25 0 0,-1-1-1 0 0,1 1 1 0 0,0 0 0 0 0,0 0-1 0 0,0 0 1 0 0,0 0 0 0 0,0 0-1 0 0,0 0 1 0 0,0 0-1 0 0,1 0 1 0 0,-1-1 0 0 0,1 1-1 0 0,-1 0 1 0 0,2 2 0 0 0,4 8 268 0 0,0 0 0 0 0,0 0 0 0 0,12 14 0 0 0,-15-22-348 0 0,12 16-28 0 0,0-1 1 0 0,2 0-1 0 0,1-1 0 0 0,0-1 1 0 0,1 0-1 0 0,1-2 0 0 0,0 0 1 0 0,1-1-1 0 0,1-2 0 0 0,0 0 1 0 0,0-1-1 0 0,48 16 0 0 0,7 4-124 0 0,-70-28 0 0 0,-1 1 0 0 0,1-1 0 0 0,-1 1 0 0 0,0 1 0 0 0,-1-1 0 0 0,1 1 0 0 0,-1 0 0 0 0,0 0 0 0 0,6 8 0 0 0,-10-12 4 0 0,-1 0-1 0 0,0 0 1 0 0,0 0-1 0 0,0 0 0 0 0,0 0 1 0 0,0 0-1 0 0,0 0 1 0 0,0 0-1 0 0,0 0 1 0 0,0 1-1 0 0,0-1 0 0 0,-1 0 1 0 0,1 0-1 0 0,0 0 1 0 0,-1 0-1 0 0,1 0 1 0 0,-1 0-1 0 0,1 0 1 0 0,-1 0-1 0 0,1-1 0 0 0,-1 1 1 0 0,0 0-1 0 0,1 0 1 0 0,-2 1-1 0 0,-24 26 197 0 0,17-19-86 0 0,-44 48 803 0 0,33-38-1327 0 0,1 2-1 0 0,1 0 0 0 0,1 0 0 0 0,-14 26 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9.5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0 356 5985 0 0,'2'1'251'0'0,"-1"0"0"0"0,1 0 0 0 0,0-1 0 0 0,0 0 0 0 0,-1 1 0 0 0,1-1 0 0 0,0 0-1 0 0,0 1 1 0 0,0-1 0 0 0,0 0 0 0 0,-1-1 0 0 0,1 1 0 0 0,0 0 0 0 0,3-1 0 0 0,26-6 2855 0 0,-14 2-2180 0 0,0-1 0 0 0,-1-1-1 0 0,0 0 1 0 0,-1-1 0 0 0,18-12 0 0 0,-19 11-773 0 0,-1-1 0 0 0,-1 0-1 0 0,0-1 1 0 0,0 0 0 0 0,-1 0 0 0 0,0-2-1 0 0,-1 1 1 0 0,-1-1 0 0 0,16-28 0 0 0,-23 34-181 0 0,1 0 0 0 0,-1 0 0 0 0,0 0 0 0 0,-1 0 0 0 0,0 0 1 0 0,0-1-1 0 0,-1 1 0 0 0,1 0 0 0 0,-2-1 0 0 0,0-8 0 0 0,1 13-55 0 0,0 0 0 0 0,-1 0-1 0 0,1-1 1 0 0,-1 1 0 0 0,0 0-1 0 0,0 0 1 0 0,0-1 0 0 0,0 1-1 0 0,-1 0 1 0 0,1 0 0 0 0,-1 0-1 0 0,0 1 1 0 0,0-1 0 0 0,0 0-1 0 0,0 1 1 0 0,0-1 0 0 0,0 1-1 0 0,-1 0 1 0 0,1-1-1 0 0,-1 1 1 0 0,0 0 0 0 0,1 1-1 0 0,-1-1 1 0 0,-4-1 0 0 0,4 2-21 0 0,0 1 1 0 0,-1 0-1 0 0,1 0 1 0 0,0 0-1 0 0,0 0 1 0 0,0 0-1 0 0,0 1 1 0 0,0 0-1 0 0,-1-1 1 0 0,1 1-1 0 0,0 0 1 0 0,1 1-1 0 0,-1-1 1 0 0,0 0-1 0 0,0 1 0 0 0,0 0 1 0 0,1-1-1 0 0,-1 1 1 0 0,1 0-1 0 0,0 1 1 0 0,-1-1-1 0 0,-2 4 1 0 0,-7 6 28 0 0,1 1 0 0 0,-15 24 1 0 0,26-37 76 0 0,-15 22 359 0 0,1 1 0 0 0,-12 29 0 0 0,22-44-213 0 0,1-1-1 0 0,0 1 1 0 0,0 0 0 0 0,1 1-1 0 0,0-1 1 0 0,1 0 0 0 0,0 1-1 0 0,0-1 1 0 0,1 0-1 0 0,-1 1 1 0 0,3 8 0 0 0,-1-12-92 0 0,1 0 1 0 0,0 0 0 0 0,0 0-1 0 0,0 0 1 0 0,0-1-1 0 0,1 1 1 0 0,0-1 0 0 0,0 0-1 0 0,0 0 1 0 0,1 0-1 0 0,0 0 1 0 0,-1 0 0 0 0,1-1-1 0 0,0 1 1 0 0,1-1 0 0 0,-1 0-1 0 0,0 0 1 0 0,1-1-1 0 0,0 1 1 0 0,0-1 0 0 0,-1 0-1 0 0,1-1 1 0 0,1 1-1 0 0,5 0 1 0 0,4 2 13 0 0,0-1 0 0 0,0-1 0 0 0,0 0 0 0 0,0-1 0 0 0,0-1 0 0 0,0 0 0 0 0,19-3 0 0 0,-14-1-536 0 0,0 0-1 0 0,-1-1 1 0 0,1-1-1 0 0,-2 0 1 0 0,1-2 0 0 0,21-11-1 0 0,-13 2-5593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29.8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20 3681 0 0,'-5'-15'518'0'0,"5"14"-463"0"0,0 1 0 0 0,1 0 0 0 0,-1 0 0 0 0,0 0 0 0 0,0-1 0 0 0,0 1 0 0 0,0 0 0 0 0,0 0 0 0 0,1 0 0 0 0,-1-1 0 0 0,0 1 0 0 0,0 0 0 0 0,0 0 0 0 0,1 0 0 0 0,-1 0 0 0 0,0 0 0 0 0,0-1 0 0 0,0 1 0 0 0,1 0 0 0 0,-1 0 0 0 0,0 0 0 0 0,0 0-1 0 0,1 0 1 0 0,-1 0 0 0 0,0 0 0 0 0,0 0 0 0 0,7 4 2708 0 0,-5 1-1446 0 0,7 21 61 0 0,-1 0 0 0 0,-2 1-1 0 0,6 38 1 0 0,1 90 1611 0 0,-9-88-1637 0 0,15 79 0 0 0,50 117-2713 0 0,-58-230-5690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0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1 237 5529 0 0,'22'-3'3968'0'0,"-11"0"-2414"0"0,0-1 1 0 0,0 0 0 0 0,17-10-1 0 0,-17 8-843 0 0,-1 0 0 0 0,0-1 0 0 0,17-16 0 0 0,-22 19-749 0 0,0-1-1 0 0,0 1 1 0 0,-1-1-1 0 0,0 0 0 0 0,0 0 1 0 0,0-1-1 0 0,-1 1 1 0 0,0-1-1 0 0,0 0 1 0 0,0 0-1 0 0,-1 0 0 0 0,0 0 1 0 0,0 0-1 0 0,-1-1 1 0 0,1 1-1 0 0,-1 0 1 0 0,0-1-1 0 0,-1 1 0 0 0,0-8 1 0 0,0 12-171 0 0,0 0-1 0 0,0 0 1 0 0,0 0 0 0 0,-1 0 0 0 0,1 0-1 0 0,-1 0 1 0 0,1 0 0 0 0,-1 0 0 0 0,0 0-1 0 0,0 0 1 0 0,0 0 0 0 0,0 1 0 0 0,0-1-1 0 0,0 0 1 0 0,0 1 0 0 0,0-1 0 0 0,-1 1-1 0 0,1-1 1 0 0,0 1 0 0 0,-1-1 0 0 0,0 1-1 0 0,-2-2 1 0 0,1 2-16 0 0,0 1 0 0 0,1-1-1 0 0,-1 0 1 0 0,0 1 0 0 0,0 0-1 0 0,1 0 1 0 0,-1 0 0 0 0,0 0 0 0 0,0 0-1 0 0,1 0 1 0 0,-1 1 0 0 0,0-1-1 0 0,0 1 1 0 0,-3 1 0 0 0,-4 2 13 0 0,1 0 0 0 0,0 0 0 0 0,-13 8 1 0 0,-15 15 2994 0 0,35-25-2703 0 0,1-1 0 0 0,-1 1 0 0 0,1 0 1 0 0,0-1-1 0 0,0 1 0 0 0,-1 0 0 0 0,1 0 0 0 0,1 0 1 0 0,-1-1-1 0 0,0 1 0 0 0,0 0 0 0 0,1 0 0 0 0,-1 0 1 0 0,1 1-1 0 0,-1-1 0 0 0,1 0 0 0 0,0 0 0 0 0,0 0 0 0 0,0 0 1 0 0,0 0-1 0 0,0 0 0 0 0,1 0 0 0 0,-1 0 0 0 0,1 0 1 0 0,1 4-1 0 0,2 7 608 0 0,1-1 0 0 0,0 0 1 0 0,9 14-1 0 0,1 3-134 0 0,-5-7-551 0 0,-5-8-260 0 0,0 0-1 0 0,2 0 1 0 0,0-1-1 0 0,0 0 1 0 0,1-1-1 0 0,1 1 1 0 0,12 12-1 0 0,-8-15-5119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0.9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 3681 0 0,'0'0'284'0'0,"0"0"-187"0"0,-2 0 703 0 0,-1 1 0 0 0,0-1 0 0 0,1 1 0 0 0,-1 0-1 0 0,0 0 1 0 0,1 0 0 0 0,-1 0 0 0 0,1 1 0 0 0,-5 2 0 0 0,0 2-33 0 0,-1-1 1 0 0,1 1-1 0 0,0 0 1 0 0,-5 8-1 0 0,7-7-553 0 0,0 1-1 0 0,1 0 1 0 0,0 0-1 0 0,0 0 1 0 0,1 0-1 0 0,0 0 1 0 0,0 1-1 0 0,1 0 1 0 0,0-1-1 0 0,1 1 1 0 0,0 0-1 0 0,0 0 1 0 0,1 0-1 0 0,0 0 1 0 0,1 0 0 0 0,0-1-1 0 0,0 1 1 0 0,4 12-1 0 0,-3-13-146 0 0,0 1-1 0 0,0-1 1 0 0,1 0-1 0 0,0 0 0 0 0,1-1 1 0 0,-1 1-1 0 0,2-1 1 0 0,-1 0-1 0 0,1 0 1 0 0,0 0-1 0 0,0 0 1 0 0,1-1-1 0 0,0 0 1 0 0,0 0-1 0 0,0-1 1 0 0,1 1-1 0 0,0-1 1 0 0,0-1-1 0 0,12 7 1 0 0,-14-10-81 0 0,0 1 1 0 0,0 0 0 0 0,0-1 0 0 0,0 0-1 0 0,0 0 1 0 0,0-1 0 0 0,0 0 0 0 0,0 1-1 0 0,0-2 1 0 0,0 1 0 0 0,1 0 0 0 0,-1-1-1 0 0,9-3 1 0 0,19-12-5875 0 0,-13 0-649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1.3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7370 0 0,'3'-3'2297'0'0,"4"7"-450"0"0,4 10 907 0 0,-1 23-693 0 0,-2 0-1 0 0,4 45 1 0 0,0-6-1150 0 0,38 132 298 0 0,-16-79-3268 0 0,-27-104-5305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1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 7834 0 0,'6'2'444'0'0,"-1"1"1"0"0,1-1-1 0 0,0 1 1 0 0,-1-2-1 0 0,1 1 1 0 0,0-1-1 0 0,0 0 1 0 0,0 0-1 0 0,11 0 1 0 0,-5 0 409 0 0,8 1 208 0 0,1-2-1 0 0,0 0 0 0 0,0-1 0 0 0,34-6 0 0 0,-9-3-2565 0 0,-2 0-4410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2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1 173 6913 0 0,'16'4'1017'0'0,"1"1"-1"0"0,-1 0 0 0 0,1 1 0 0 0,-1 1 0 0 0,-1 0 0 0 0,21 14 0 0 0,-28-16-726 0 0,0 0 1 0 0,0 0-1 0 0,-1 1 0 0 0,0 1 1 0 0,0-1-1 0 0,-1 1 0 0 0,0 0 1 0 0,0 0-1 0 0,-1 1 0 0 0,1 0 1 0 0,-2 0-1 0 0,1 0 0 0 0,3 11 1 0 0,-7-6-18 0 0,-9-16-34 0 0,-10-17 235 0 0,13 7-312 0 0,1 0-1 0 0,1 1 0 0 0,0-1 0 0 0,1 0 0 0 0,0-1 1 0 0,1 1-1 0 0,1-26 0 0 0,13-97-4237 0 0,-10 113 1559 0 0,2-11-3415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2.4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1 311 1376 0 0,'7'12'766'0'0,"0"1"0"0"0,-1 0 0 0 0,0 0 0 0 0,-1 0 0 0 0,0 0 0 0 0,4 27 0 0 0,7 87 3948 0 0,-11-71-3239 0 0,-3-64-4517 0 0,-1-20 3151 0 0,-2 10-109 0 0</inkml:trace>
  <inkml:trace contextRef="#ctx0" brushRef="#br0" timeOffset="1">66 22 9218 0 0,'0'-3'408'0'0,"1"2"80"0"0,1-2-392 0 0,-1 2-96 0 0,-1 0 0 0 0,2-2-328 0 0,-1 1 136 0 0,0 0-8 0 0,1-1-664 0 0,-1 0-136 0 0,-6 11-1217 0 0,0 1 2217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2.7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262 0 2761 0 0,'-11'2'962'0'0,"0"-1"1"0"0,0 2 0 0 0,1 0 0 0 0,-1 0 0 0 0,1 1 0 0 0,-1 0 0 0 0,1 0 0 0 0,0 1-1 0 0,1 1 1 0 0,-13 9 0 0 0,9-5-541 0 0,1 2 0 0 0,0 0 0 0 0,1 0 0 0 0,0 1 0 0 0,1 0 0 0 0,1 1 0 0 0,0 0 0 0 0,1 1 0 0 0,0 0 0 0 0,1 0 0 0 0,1 0 0 0 0,0 1 0 0 0,-6 29 0 0 0,12-43-416 0 0,-1 1-1 0 0,1-1 1 0 0,-1 1-1 0 0,1-1 1 0 0,0 1 0 0 0,0 0-1 0 0,0-1 1 0 0,0 1-1 0 0,1-1 1 0 0,-1 1 0 0 0,1-1-1 0 0,0 0 1 0 0,-1 1-1 0 0,1-1 1 0 0,0 1 0 0 0,0-1-1 0 0,1 0 1 0 0,-1 0-1 0 0,0 0 1 0 0,1 0-1 0 0,-1 0 1 0 0,1 0 0 0 0,0 0-1 0 0,0 0 1 0 0,-1 0-1 0 0,1-1 1 0 0,0 1 0 0 0,0-1-1 0 0,4 2 1 0 0,0 0-270 0 0,1-1 1 0 0,-1 0 0 0 0,1 0-1 0 0,-1-1 1 0 0,1 0 0 0 0,0 0-1 0 0,-1 0 1 0 0,1-1 0 0 0,12-1-1 0 0,2-1-1271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3.1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212 319 3225 0 0,'0'0'61'0'0,"1"-1"1"0"0,0 1-1 0 0,-1 0 1 0 0,1-1-1 0 0,0 1 1 0 0,0 0 0 0 0,-1-1-1 0 0,1 1 1 0 0,0 0-1 0 0,0 0 1 0 0,-1 0-1 0 0,1 0 1 0 0,0 0-1 0 0,0 0 1 0 0,0 0 0 0 0,-1 0-1 0 0,1 0 1 0 0,0 0-1 0 0,0 1 1 0 0,-1-1-1 0 0,1 0 1 0 0,0 0-1 0 0,-1 1 1 0 0,1-1 0 0 0,0 0-1 0 0,1 2 1 0 0,-2-1 182 0 0,0-1 0 0 0,-1 1 1 0 0,1 0-1 0 0,0 0 1 0 0,0 0-1 0 0,0 0 0 0 0,0 0 1 0 0,-1 0-1 0 0,1 0 1 0 0,0 0-1 0 0,-1 0 1 0 0,1-1-1 0 0,-1 1 0 0 0,1 0 1 0 0,-1 0-1 0 0,1 0 1 0 0,-2 0-1 0 0,-33 36 4866 0 0,12-19-3894 0 0,-29 16-1 0 0,33-22-900 0 0,0 0 0 0 0,1 2 1 0 0,-18 16-1 0 0,34-27-290 0 0,-1-1-1 0 0,1 2 1 0 0,0-1 0 0 0,0 0 0 0 0,0 0-1 0 0,0 1 1 0 0,1-1 0 0 0,-1 1 0 0 0,1-1-1 0 0,0 1 1 0 0,0-1 0 0 0,0 1-1 0 0,0 0 1 0 0,1 6 0 0 0,-1-9-15 0 0,1 0 1 0 0,1 0-1 0 0,-1 0 0 0 0,0 0 1 0 0,0 1-1 0 0,0-1 0 0 0,1 0 1 0 0,-1 0-1 0 0,0 0 0 0 0,1 0 1 0 0,-1 0-1 0 0,1 0 0 0 0,-1 0 1 0 0,1 0-1 0 0,0 0 0 0 0,-1 0 1 0 0,1 0-1 0 0,0-1 0 0 0,0 1 1 0 0,1 1-1 0 0,0-1-5 0 0,-1 0 1 0 0,1-1-1 0 0,0 1 0 0 0,-1-1 1 0 0,1 1-1 0 0,0-1 0 0 0,0 0 1 0 0,0 0-1 0 0,-1 1 0 0 0,1-1 1 0 0,0 0-1 0 0,0-1 0 0 0,0 1 1 0 0,-1 0-1 0 0,1-1 0 0 0,0 1 1 0 0,2-1-1 0 0,0-1-57 0 0,0 1 1 0 0,0-1-1 0 0,0 1 0 0 0,0-1 0 0 0,0-1 1 0 0,0 1-1 0 0,-1 0 0 0 0,1-1 0 0 0,-1 0 0 0 0,0 0 1 0 0,0 0-1 0 0,0 0 0 0 0,0 0 0 0 0,4-8 1 0 0,1-2-364 0 0,0 0 0 0 0,9-28 0 0 0,0 2 118 0 0,-18 43 543 0 0,0 0-1 0 0,0 1 0 0 0,1-1 0 0 0,-1 0 1 0 0,1 1-1 0 0,0-1 0 0 0,0 0 1 0 0,1 1-1 0 0,-1-1 0 0 0,3 7 1 0 0,12 47 1177 0 0,-11-49-1364 0 0,0 0 0 0 0,0 0 1 0 0,0-1-1 0 0,1 0 0 0 0,0 0 0 0 0,1 0 0 0 0,0-1 0 0 0,0 1 0 0 0,1-1 0 0 0,0-1 0 0 0,10 9 0 0 0,-15-13-141 0 0,1-1 0 0 0,0 1 0 0 0,-1 0 0 0 0,1-1-1 0 0,0 0 1 0 0,0 1 0 0 0,0-1 0 0 0,0 0 0 0 0,0 0 0 0 0,0-1 0 0 0,0 1 0 0 0,1-1 0 0 0,-1 0 0 0 0,0 1-1 0 0,0-1 1 0 0,0-1 0 0 0,1 1 0 0 0,-1 0 0 0 0,0-1 0 0 0,0 0 0 0 0,0 1 0 0 0,0-1 0 0 0,0 0 0 0 0,0-1 0 0 0,0 1-1 0 0,0 0 1 0 0,-1-1 0 0 0,1 0 0 0 0,0 0 0 0 0,-1 0 0 0 0,1 0 0 0 0,-1 0 0 0 0,0 0 0 0 0,0 0 0 0 0,0-1-1 0 0,0 1 1 0 0,2-4 0 0 0,7-10-910 0 0,-1 0-1 0 0,-1 0 1 0 0,0-1-1 0 0,-1 0 1 0 0,-1-1-1 0 0,-1 0 1 0 0,0 0-1 0 0,5-36 1 0 0,-3 4 622 0 0,-3 0 1 0 0,-2-57-1 0 0,-3 90 342 0 0,-2 1 0 0 0,0 0-1 0 0,-1 0 1 0 0,0 0-1 0 0,-1 0 1 0 0,-1 1-1 0 0,0-1 1 0 0,-2 1-1 0 0,1 0 1 0 0,-2 1-1 0 0,-10-15 1 0 0,16 9 8294 0 0,8 30-6711 0 0,6 26-241 0 0,-2 0 0 0 0,-2 0 0 0 0,5 42 0 0 0,4 21-365 0 0,2-33-732 0 0,2 0-1 0 0,42 89 0 0 0,-39-100-181 0 0,-17-38-116 0 0,-1 0 0 0 0,-1 0 0 0 0,0 0 0 0 0,3 27 0 0 0,-6-14-170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3.7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14 10594 0 0,'0'-1'119'0'0,"-1"0"0"0"0,1 0 0 0 0,-1 0 0 0 0,0 0 0 0 0,0 1 0 0 0,1-1 0 0 0,-1 0 0 0 0,0 0 0 0 0,0 1 0 0 0,0-1 0 0 0,0 0 0 0 0,0 1 0 0 0,0-1 0 0 0,1 1 0 0 0,-1 0 0 0 0,-1-1 0 0 0,1 1 0 0 0,0 0 0 0 0,0-1 0 0 0,0 1 0 0 0,0 0-1 0 0,0 0 1 0 0,0 0 0 0 0,0 0 0 0 0,-2 0 0 0 0,1 2 134 0 0,1-1-1 0 0,-1 1 1 0 0,1 0-1 0 0,-1 0 1 0 0,1 0-1 0 0,-1 0 1 0 0,1 0-1 0 0,0 1 1 0 0,0-1-1 0 0,-1 4 1 0 0,-2 2-250 0 0,-8 19 694 0 0,-16 52 0 0 0,26-70-604 0 0,-1 0 1 0 0,1 0 0 0 0,1 0-1 0 0,0 1 1 0 0,0-1 0 0 0,1 0-1 0 0,0 1 1 0 0,1-1 0 0 0,0 1-1 0 0,2 8 1 0 0,-2-16-108 0 0,0 1 1 0 0,0-1-1 0 0,0 0 1 0 0,0 0-1 0 0,1 0 1 0 0,-1 0-1 0 0,1 0 0 0 0,-1 0 1 0 0,1 0-1 0 0,0 0 1 0 0,0 0-1 0 0,0-1 1 0 0,0 1-1 0 0,0-1 1 0 0,0 0-1 0 0,0 1 0 0 0,0-1 1 0 0,1 0-1 0 0,-1 0 1 0 0,0 0-1 0 0,1-1 1 0 0,-1 1-1 0 0,1-1 0 0 0,3 1 1 0 0,8 1-130 0 0,1-1 1 0 0,0 0-1 0 0,17-2 1 0 0,-3 0-13 0 0,-3 1-80 0 0,-16-1 111 0 0,0 1-1 0 0,0 0 1 0 0,0 0 0 0 0,0 1-1 0 0,-1 1 1 0 0,1-1 0 0 0,0 2-1 0 0,-1-1 1 0 0,0 1-1 0 0,1 1 1 0 0,9 4 0 0 0,-18-7 108 0 0,0 0 0 0 0,0 0 0 0 0,0 1 0 0 0,0-1 0 0 0,0 0 0 0 0,0 1 0 0 0,0-1 0 0 0,0 0 0 0 0,-1 1 0 0 0,1-1 0 0 0,-1 1 0 0 0,1-1 0 0 0,-1 1 0 0 0,1-1 0 0 0,-1 1 0 0 0,0-1 0 0 0,0 1 0 0 0,1 0 0 0 0,-1-1 0 0 0,0 1 0 0 0,-1-1 0 0 0,1 1 0 0 0,0 0 0 0 0,0-1 0 0 0,-1 1 0 0 0,1-1 0 0 0,-1 1 0 0 0,1-1 0 0 0,-1 1 0 0 0,0-1 0 0 0,1 0 0 0 0,-1 1 0 0 0,-2 1 0 0 0,-3 7 56 0 0,0 0-1 0 0,-1 0 0 0 0,-9 10 0 0 0,15-19-31 0 0,-1 1-86 0 0,-59 63 1121 0 0,25-37-1478 0 0,31-25-271 0 0,0-1-1 0 0,1 0 0 0 0,-1 1 0 0 0,0-1 1 0 0,-10 2-1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4.1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0 308 9674 0 0,'4'1'157'0'0,"0"-1"0"0"0,0 1-1 0 0,-1 0 1 0 0,1 1 0 0 0,0-1 0 0 0,-1 1 0 0 0,1-1-1 0 0,-1 1 1 0 0,0 0 0 0 0,1 0 0 0 0,-1 1 0 0 0,0-1-1 0 0,0 1 1 0 0,-1-1 0 0 0,1 1 0 0 0,0 0 0 0 0,-1 0-1 0 0,3 5 1 0 0,7 9 818 0 0,-1 0 0 0 0,10 21 0 0 0,-18-31-755 0 0,8 14 626 0 0,-2 1-1 0 0,0-1 1 0 0,8 34-1 0 0,-15-44-801 0 0,1 0 1 0 0,-1 1-1 0 0,-1 0 0 0 0,0-1 1 0 0,0 1-1 0 0,-1 0 0 0 0,-1-1 1 0 0,-3 21-1 0 0,4-31-125 0 0,-6 13-657 0 0</inkml:trace>
  <inkml:trace contextRef="#ctx0" brushRef="#br0" timeOffset="1">30 15 9218 0 0,'3'-4'408'0'0,"-1"0"80"0"0,3 1-392 0 0,-3 0-96 0 0,0 2 0 0 0,-1 1 0 0 0,0 0-96 0 0,1 0-32 0 0,0 1-16 0 0,2 1 0 0 0,2 2-600 0 0,-2 3-120 0 0,0 3-32 0 0,-1 3-1 0 0,2 0 713 0 0,1 2 184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4.5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248 61 456 0 0,'1'-2'244'0'0,"-1"0"0"0"0,1 0 1 0 0,-1 0-1 0 0,1 0 0 0 0,-1 0 0 0 0,0 0 0 0 0,0 0 0 0 0,0 0 1 0 0,0 0-1 0 0,0 0 0 0 0,0 0 0 0 0,-1 0 0 0 0,1 0 0 0 0,-1 0 0 0 0,1 0 1 0 0,-1 0-1 0 0,0 1 0 0 0,1-1 0 0 0,-1 0 0 0 0,0 0 0 0 0,0 1 1 0 0,0-1-1 0 0,-1 0 0 0 0,1 1 0 0 0,0-1 0 0 0,-1 1 0 0 0,1 0 1 0 0,-2-2-1 0 0,0 2 51 0 0,1 0 1 0 0,0 0 0 0 0,-1 0 0 0 0,1 0-1 0 0,-1 1 1 0 0,1-1 0 0 0,-1 1 0 0 0,1 0-1 0 0,-1 0 1 0 0,1 0 0 0 0,-1 0 0 0 0,1 0-1 0 0,-1 0 1 0 0,1 1 0 0 0,-1-1 0 0 0,1 1-1 0 0,-1-1 1 0 0,1 1 0 0 0,-1 0 0 0 0,1 0-1 0 0,-4 2 1 0 0,-7 5 156 0 0,-1 1 0 0 0,1 0 0 0 0,1 1 0 0 0,0 0 0 0 0,0 1 0 0 0,1 0 0 0 0,-14 17-1 0 0,18-18-396 0 0,-1 0-1 0 0,1 0 0 0 0,1 1 1 0 0,0 0-1 0 0,1 0 0 0 0,0 0 0 0 0,0 1 1 0 0,1-1-1 0 0,-5 25 0 0 0,9-36-54 0 0,0 1 0 0 0,0 0 0 0 0,0 0 0 0 0,-1 0 0 0 0,1-1 0 0 0,0 1 0 0 0,0 0 0 0 0,0 0 0 0 0,0 0 0 0 0,1-1 0 0 0,-1 1 0 0 0,0 0 0 0 0,0 0 0 0 0,0 0 0 0 0,1-1 0 0 0,-1 1 0 0 0,0 0 0 0 0,1-1 0 0 0,-1 1 0 0 0,0 0 0 0 0,1 0 0 0 0,-1-1 0 0 0,1 1 0 0 0,0-1 0 0 0,-1 1 0 0 0,1-1 0 0 0,-1 1 0 0 0,1-1 0 0 0,1 2 0 0 0,-1-2 2 0 0,1 1 0 0 0,0-1 0 0 0,0 0 0 0 0,-1 0 1 0 0,1 0-1 0 0,0 1 0 0 0,0-2 0 0 0,0 1 0 0 0,-1 0 0 0 0,1 0 0 0 0,0 0 0 0 0,3-2 1 0 0,4-1 50 0 0,0 0 1 0 0,0-1 0 0 0,15-8 0 0 0,14-15 56 0 0,-27 19-262 0 0,1-1-1 0 0,0 2 1 0 0,0 0-1 0 0,1 0 1 0 0,20-7-1 0 0,-30 13 128 0 0,1 0 0 0 0,0 0 0 0 0,-1 0 0 0 0,1 1-1 0 0,0 0 1 0 0,-1 0 0 0 0,1 0 0 0 0,0 0-1 0 0,0 0 1 0 0,-1 1 0 0 0,1 0 0 0 0,-1 0-1 0 0,1 0 1 0 0,0 0 0 0 0,-1 0 0 0 0,0 1 0 0 0,1-1-1 0 0,-1 1 1 0 0,0 0 0 0 0,0 0 0 0 0,0 0-1 0 0,0 0 1 0 0,0 1 0 0 0,0-1 0 0 0,-1 1 0 0 0,4 3-1 0 0,5 10 223 0 0,0-1-1 0 0,-2 2 0 0 0,1-1 1 0 0,-2 1-1 0 0,0 1 0 0 0,-1-1 1 0 0,-1 1-1 0 0,-1 0 0 0 0,0 1 1 0 0,-2-1-1 0 0,0 1 0 0 0,-1 0 1 0 0,0 21-1 0 0,-2-31-83 0 0,0-1 0 0 0,-1 1 1 0 0,0-1-1 0 0,-1 1 0 0 0,1-1 0 0 0,-5 10 1 0 0,5-15-136 0 0,0 0 0 0 0,0 0 1 0 0,-1 0-1 0 0,0 0 0 0 0,1 0 1 0 0,-1 0-1 0 0,0-1 0 0 0,0 1 1 0 0,0-1-1 0 0,0 0 1 0 0,-1 1-1 0 0,1-1 0 0 0,-1 0 1 0 0,1 0-1 0 0,-1-1 0 0 0,0 1 1 0 0,0 0-1 0 0,0-1 1 0 0,-4 2-1 0 0,-2 0-681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1 169 2304 0 0,'5'1'509'0'0,"0"1"-1"0"0,0 0 1 0 0,-1 0-1 0 0,1 1 1 0 0,-1 0-1 0 0,1-1 1 0 0,-1 1-1 0 0,0 1 0 0 0,0-1 1 0 0,0 1-1 0 0,3 4 1 0 0,5 3 456 0 0,61 57 4674 0 0,-45-41-2902 0 0,50 40 0 0 0,-78-67-2731 0 0,0 0-1 0 0,0 0 0 0 0,0 1 1 0 0,1-1-1 0 0,-1 0 0 0 0,0 0 1 0 0,0 0-1 0 0,1 0 1 0 0,-1 0-1 0 0,0 1 0 0 0,0-1 1 0 0,0 0-1 0 0,1 0 0 0 0,-1 0 1 0 0,0 0-1 0 0,0 0 0 0 0,1 0 1 0 0,-1 0-1 0 0,0 0 0 0 0,1 0 1 0 0,-1 0-1 0 0,0 0 0 0 0,0 0 1 0 0,1 0-1 0 0,-1 0 0 0 0,0 0 1 0 0,0 0-1 0 0,1 0 1 0 0,-1 0-1 0 0,0-1 0 0 0,0 1 1 0 0,1 0-1 0 0,-1 0 0 0 0,0 0 1 0 0,0 0-1 0 0,0 0 0 0 0,1-1 1 0 0,-1 1-1 0 0,0 0 0 0 0,0-1 1 0 0,4-13-89 0 0,-7-27-554 0 0,2 34 441 0 0,0-17-490 0 0,0 0 0 0 0,1 0 0 0 0,1 0-1 0 0,9-44 1 0 0,-8 58 645 0 0,0 0 1 0 0,1 1-1 0 0,0-1 0 0 0,1 1 0 0 0,0 0 1 0 0,0 0-1 0 0,1 0 0 0 0,0 1 0 0 0,0-1 1 0 0,1 1-1 0 0,0 0 0 0 0,1 1 1 0 0,0 0-1 0 0,11-10 0 0 0,-17 16 108 0 0,1-1-1 0 0,0 1 0 0 0,0 0 1 0 0,0 0-1 0 0,0 0 1 0 0,0 0-1 0 0,0 0 1 0 0,0 0-1 0 0,0 1 1 0 0,0-1-1 0 0,0 1 1 0 0,1-1-1 0 0,-1 1 1 0 0,0 0-1 0 0,0 0 1 0 0,0 0-1 0 0,1 0 1 0 0,-1 0-1 0 0,4 2 1 0 0,-3-1 20 0 0,0 0 1 0 0,0 1-1 0 0,0-1 1 0 0,0 1-1 0 0,0 0 1 0 0,0 0 0 0 0,0 0-1 0 0,-1 0 1 0 0,1 0-1 0 0,-1 1 1 0 0,4 4 0 0 0,3 7 141 0 0,0 0 1 0 0,-1 0-1 0 0,0 1 1 0 0,6 19-1 0 0,-9-24-179 0 0,39 85 958 0 0,-43-89-830 0 0,-4-9 54 0 0,-3-12-87 0 0,5 4-140 0 0,0-1 1 0 0,1 0-1 0 0,1 1 0 0 0,-1-1 1 0 0,2 1-1 0 0,0-1 0 0 0,0 1 1 0 0,1 0-1 0 0,0-1 0 0 0,6-11 1 0 0,-9 22-19 0 0,1 1 0 0 0,-1-1 0 0 0,0 0 1 0 0,0 1-1 0 0,0-1 0 0 0,1 1 0 0 0,-1-1 0 0 0,0 0 0 0 0,1 1 1 0 0,-1-1-1 0 0,0 1 0 0 0,1-1 0 0 0,-1 1 0 0 0,0-1 1 0 0,1 1-1 0 0,-1 0 0 0 0,1-1 0 0 0,-1 1 0 0 0,1-1 0 0 0,0 1 1 0 0,-1 0-1 0 0,1-1 0 0 0,-1 1 0 0 0,1 0 0 0 0,-1 0 0 0 0,1 0 1 0 0,0-1-1 0 0,-1 1 0 0 0,1 0 0 0 0,0 0 0 0 0,-1 0 1 0 0,1 0-1 0 0,1 0 0 0 0,-1 1 5 0 0,0 0 0 0 0,0 0 0 0 0,0 0 0 0 0,0 0 0 0 0,0 0 0 0 0,0 0 0 0 0,0 1 1 0 0,0-1-1 0 0,0 0 0 0 0,-1 0 0 0 0,1 1 0 0 0,0-1 0 0 0,0 3 0 0 0,14 51 206 0 0,-15-53-183 0 0,6 24 55 0 0,1 1-1 0 0,1-1 0 0 0,1 0 1 0 0,19 36-1 0 0,-13-23-2592 0 0,-9-19-4198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7:36.0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309 471 6449 0 0,'-28'-36'2192'0'0,"24"30"-1537"0"0,0 0 0 0 0,0 0 1 0 0,-1 1-1 0 0,0-1 0 0 0,-9-7 0 0 0,12 11-486 0 0,-1 1-1 0 0,1-1 1 0 0,-1 1 0 0 0,0 0 0 0 0,1 0-1 0 0,-1 0 1 0 0,0 0 0 0 0,0 0 0 0 0,0 1-1 0 0,0-1 1 0 0,0 1 0 0 0,0 0 0 0 0,0 0-1 0 0,0 0 1 0 0,0 0 0 0 0,0 0 0 0 0,1 1-1 0 0,-5 0 1 0 0,-5 3 74 0 0,1 0 0 0 0,-1 0 0 0 0,1 2 0 0 0,0-1 0 0 0,0 1 0 0 0,1 1 1 0 0,-1 0-1 0 0,2 1 0 0 0,-1-1 0 0 0,1 2 0 0 0,0-1 0 0 0,1 2 0 0 0,0-1 0 0 0,0 1 0 0 0,1 0 0 0 0,0 0 0 0 0,1 1 0 0 0,-8 18 0 0 0,13-23-223 0 0,0 0-1 0 0,0 0 0 0 0,1 0 1 0 0,0-1-1 0 0,0 1 1 0 0,0 0-1 0 0,1 0 0 0 0,-1 0 1 0 0,2-1-1 0 0,-1 1 0 0 0,1 0 1 0 0,-1-1-1 0 0,2 1 1 0 0,-1-1-1 0 0,0 0 0 0 0,1 0 1 0 0,0 0-1 0 0,6 7 0 0 0,-6-7 1 0 0,1 0-1 0 0,0 0 0 0 0,0 0 0 0 0,0-1 0 0 0,1 0 0 0 0,-1 0 0 0 0,1 0 0 0 0,0-1 0 0 0,0 1 1 0 0,0-1-1 0 0,0 0 0 0 0,1-1 0 0 0,-1 1 0 0 0,1-1 0 0 0,0 0 0 0 0,0 0 0 0 0,10 1 1 0 0,-13-3-66 0 0,-1 0 1 0 0,1-1 0 0 0,0 1-1 0 0,-1-1 1 0 0,1 1 0 0 0,-1-1-1 0 0,1 0 1 0 0,-1 0 0 0 0,1 0-1 0 0,-1 0 1 0 0,0 0 0 0 0,0-1-1 0 0,1 1 1 0 0,-1-1 0 0 0,0 1-1 0 0,0-1 1 0 0,0 0 0 0 0,-1 0-1 0 0,1 0 1 0 0,0 0 0 0 0,-1 0-1 0 0,1 0 1 0 0,-1 0 0 0 0,0-1-1 0 0,0 1 1 0 0,1 0 0 0 0,0-5 0 0 0,3-7-264 0 0,-1 0 0 0 0,0 0 0 0 0,3-25 0 0 0,-5 26 193 0 0,4-24-222 0 0,-2 0-1 0 0,-1-1 1 0 0,-5-65-1 0 0,-1 87 226 0 0,3 16 127 0 0,0-1 0 0 0,0 1 1 0 0,0 0-1 0 0,0 0 0 0 0,-1 0 0 0 0,1 0 0 0 0,0 0 0 0 0,0 0 0 0 0,0 0 0 0 0,0 0 0 0 0,0 0 0 0 0,0 0 0 0 0,0-1 0 0 0,0 1 0 0 0,0 0 0 0 0,0 0 0 0 0,0 0 0 0 0,0 0 0 0 0,-1 0 0 0 0,1 0 0 0 0,0 0 0 0 0,0 0 1 0 0,0 0-1 0 0,0 0 0 0 0,0 0 0 0 0,0 0 0 0 0,0 0 0 0 0,0 0 0 0 0,-1 0 0 0 0,1 0 0 0 0,0 0 0 0 0,0 0 0 0 0,0 0 0 0 0,0 0 0 0 0,0 0 0 0 0,0 0 0 0 0,0 0 0 0 0,-1 0 0 0 0,1 0 0 0 0,0 0 0 0 0,0 0 1 0 0,0 0-1 0 0,0 0 0 0 0,0 0 0 0 0,0 1 0 0 0,0-1 0 0 0,0 0 0 0 0,0 0 0 0 0,0 0 0 0 0,0 0 0 0 0,-1 0 0 0 0,1 0 0 0 0,0 0 0 0 0,0 0 0 0 0,0 0 0 0 0,0 1 0 0 0,-1 0 144 0 0,1 1 1 0 0,-1 0-1 0 0,1 0 0 0 0,-1 0 0 0 0,1 0 0 0 0,-1 0 0 0 0,1-1 1 0 0,0 1-1 0 0,0 0 0 0 0,0 0 0 0 0,1 4 0 0 0,1 4-22 0 0,0 0 0 0 0,1 0 0 0 0,1 0 0 0 0,0 0 0 0 0,0 0 0 0 0,1-1 0 0 0,0 1 0 0 0,0-1 0 0 0,1 0 0 0 0,1-1 0 0 0,-1 0 0 0 0,1 0 0 0 0,1 0 0 0 0,-1-1 0 0 0,14 10 0 0 0,3 1-133 0 0,0-2 0 0 0,1 0 0 0 0,1-2 0 0 0,37 15 0 0 0,-58-26-25 0 0,0-1 0 0 0,0 0 0 0 0,1 0-1 0 0,-1 0 1 0 0,0-1 0 0 0,1 0-1 0 0,-1 0 1 0 0,11 0 0 0 0,-14-1-27 0 0,-1-1 1 0 0,1 1-1 0 0,0-1 0 0 0,0 0 1 0 0,0 1-1 0 0,0-1 1 0 0,-1 0-1 0 0,1 0 0 0 0,0 0 1 0 0,-1 0-1 0 0,1-1 0 0 0,-1 1 1 0 0,1 0-1 0 0,-1-1 1 0 0,1 1-1 0 0,-1-1 0 0 0,0 1 1 0 0,0-1-1 0 0,0 0 1 0 0,0 1-1 0 0,0-1 0 0 0,0 0 1 0 0,0 0-1 0 0,-1 0 1 0 0,1 0-1 0 0,-1 0 0 0 0,1-2 1 0 0,4-14-483 0 0,-2 1 0 0 0,0-1 1 0 0,-1 0-1 0 0,0 0 0 0 0,-2-25 1 0 0,-13-93-1662 0 0,5 58 1193 0 0,3-4 422 0 0,4 40 275 0 0,-14-77 1 0 0,10 106 3005 0 0,2 24 382 0 0,2 23-693 0 0,5 14-2111 0 0,3 0 0 0 0,2 0 0 0 0,2-1 0 0 0,2 0 0 0 0,2-1 0 0 0,2-1 0 0 0,2-1 0 0 0,2 0 0 0 0,1-1 0 0 0,43 58 0 0 0,-50-80-325 0 0,9 13 131 0 0,36 65-1 0 0,-55-89-190 0 0,0 0 0 0 0,-1 0-1 0 0,0 0 1 0 0,-1 1-1 0 0,0 0 1 0 0,0 0 0 0 0,-1 0-1 0 0,-1 0 1 0 0,0 0-1 0 0,0 0 1 0 0,-3 20 0 0 0,-5 2-328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17.4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3225 0 0,'8'6'5397'0'0,"-4"7"-4421"0"0,0-1 0 0 0,-1 1 0 0 0,-1 0-1 0 0,0 0 1 0 0,-1 1 0 0 0,0 18 0 0 0,0-14-970 0 0,-3 180 1697 0 0,-1-19-701 0 0,1 124-458 0 0,3 52 367 0 0,6-196-416 0 0,9 131 1061 0 0,7-76-1359 0 0,3 50 66 0 0,-22-187-219 0 0,-8 110 0 0 0,4-182-42 0 0,-16 242 275 0 0,15-186-198 0 0,3 1-1 0 0,10 62 1 0 0,3 35-79 0 0,-11-99 0 0 0,-4-59-28 0 0,0-1 1 0 0,0 1-1 0 0,0 0 0 0 0,0-1 1 0 0,0 1-1 0 0,0 0 0 0 0,0-1 1 0 0,0 1-1 0 0,0 0 0 0 0,0-1 1 0 0,0 1-1 0 0,0 0 1 0 0,1-1-1 0 0,-1 1 0 0 0,0 0 1 0 0,0-1-1 0 0,1 1 0 0 0,-1-1 1 0 0,0 1-1 0 0,1-1 0 0 0,-1 1 1 0 0,1 0-1 0 0,-1-1 1 0 0,2 1-1 0 0,6-13-1557 0 0,4-29-1342 0 0,7-27-3047 0 0,-15 52 1580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18.4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251 85 3225 0 0,'-11'5'308'0'0,"0"1"1"0"0,0 1-1 0 0,1 0 1 0 0,0 0-1 0 0,0 1 1 0 0,0 0-1 0 0,2 1 1 0 0,-13 14-1 0 0,0 1 449 0 0,-1 1-46 0 0,1 1 0 0 0,1 0 0 0 0,1 1 0 0 0,-23 47 0 0 0,41-74-718 0 0,1 1 0 0 0,0 0 0 0 0,-1 0 1 0 0,1 0-1 0 0,0 0 0 0 0,-1 0 0 0 0,1-1 0 0 0,0 1 1 0 0,0 0-1 0 0,0 0 0 0 0,0 0 0 0 0,0 0 0 0 0,0 0 1 0 0,0 0-1 0 0,0 0 0 0 0,0 0 0 0 0,0 0 0 0 0,1 0 0 0 0,-1-1 1 0 0,0 1-1 0 0,1 0 0 0 0,-1 0 0 0 0,0 0 0 0 0,1 0 1 0 0,0 1-1 0 0,0-2 6 0 0,-1 0 1 0 0,1 0 0 0 0,-1 0 0 0 0,1 0-1 0 0,0 0 1 0 0,-1 1 0 0 0,1-1-1 0 0,-1 0 1 0 0,1 0 0 0 0,0 0-1 0 0,-1 0 1 0 0,1-1 0 0 0,-1 1-1 0 0,1 0 1 0 0,0 0 0 0 0,-1 0-1 0 0,1 0 1 0 0,-1-1 0 0 0,1 1-1 0 0,-1 0 1 0 0,1 0 0 0 0,-1-1 0 0 0,1 1-1 0 0,-1-1 1 0 0,1 1 0 0 0,-1 0-1 0 0,1-1 1 0 0,-1 1 0 0 0,0-1-1 0 0,1 1 1 0 0,-1-1 0 0 0,0 1-1 0 0,1-1 1 0 0,-1 1 0 0 0,0-1-1 0 0,0 1 1 0 0,1-1 0 0 0,-1-1-1 0 0,128-176 654 0 0,-74 109-485 0 0,46-63 34 0 0,-101 135 166 0 0,0 0-1 0 0,0 0 1 0 0,1 1-1 0 0,-1-1 1 0 0,1 0-1 0 0,-1 1 1 0 0,1-1 0 0 0,0 1-1 0 0,1-1 1 0 0,0 6-1 0 0,6 41 832 0 0,-1-29-1007 0 0,0 0 1 0 0,1 0 0 0 0,1-1 0 0 0,1 0 0 0 0,1 0 0 0 0,17 25 0 0 0,82 105 1140 0 0,-103-143-1328 0 0,44 58-5238 0 0,-26-32-704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19.7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88 2761 0 0,'-24'-33'407'0'0,"21"29"-318"0"0,1 0 0 0 0,-1-1 1 0 0,1 1-1 0 0,-1 0 0 0 0,0 0 0 0 0,0 1 0 0 0,-1-1 1 0 0,1 1-1 0 0,-1-1 0 0 0,0 1 0 0 0,0 0 1 0 0,0 1-1 0 0,0-1 0 0 0,-5-2 0 0 0,8 5 24 0 0,0 0 0 0 0,0 0-1 0 0,0 1 1 0 0,0-1 0 0 0,1 0-1 0 0,-1 0 1 0 0,0 0 0 0 0,0 1-1 0 0,0-1 1 0 0,0 0 0 0 0,1 1-1 0 0,-1-1 1 0 0,0 0 0 0 0,0 1-1 0 0,1-1 1 0 0,-1 1 0 0 0,0 0-1 0 0,1-1 1 0 0,-1 1 0 0 0,0-1-1 0 0,1 1 1 0 0,-1 0 0 0 0,1 0-1 0 0,-1-1 1 0 0,1 1 0 0 0,0 0-1 0 0,-1 0 1 0 0,1-1 0 0 0,0 1-1 0 0,-1 0 1 0 0,1 0 0 0 0,0 0-1 0 0,0 0 1 0 0,0 0 0 0 0,0-1-1 0 0,0 2 1 0 0,-5 37 1423 0 0,5-35-1365 0 0,-1 30 439 0 0,2 0-1 0 0,2 0 1 0 0,11 58-1 0 0,34 98 365 0 0,-21-92-286 0 0,-15-56-487 0 0,-3-13 37 0 0,6 39 0 0 0,-13-60-233 0 0,-1 0-1 0 0,-1 0 1 0 0,0 0 0 0 0,0 0 0 0 0,0 0-1 0 0,-1 0 1 0 0,0 0 0 0 0,-1 0 0 0 0,1 0-1 0 0,-4 7 1 0 0,5-15-5 0 0,0 1-1 0 0,0-1 1 0 0,0 1-1 0 0,0-1 1 0 0,0 1-1 0 0,0-1 1 0 0,0 0-1 0 0,-1 1 0 0 0,1-1 1 0 0,0 1-1 0 0,0-1 1 0 0,0 1-1 0 0,-1-1 1 0 0,1 0-1 0 0,0 1 1 0 0,0-1-1 0 0,-1 0 1 0 0,1 1-1 0 0,0-1 1 0 0,-1 0-1 0 0,1 1 1 0 0,0-1-1 0 0,-1 0 1 0 0,1 0-1 0 0,0 1 0 0 0,-1-1 1 0 0,1 0-1 0 0,-1 0 1 0 0,1 0-1 0 0,0 0 1 0 0,-1 1-1 0 0,1-1 1 0 0,-1 0-1 0 0,1 0 1 0 0,-1 0-1 0 0,1 0 1 0 0,0 0-1 0 0,-1 0 1 0 0,1 0-1 0 0,-1 0 1 0 0,1 0-1 0 0,-1 0 0 0 0,1 0 1 0 0,-1-1-1 0 0,1 1 1 0 0,0 0-1 0 0,-1 0 1 0 0,1 0-1 0 0,-1-1 1 0 0,1 1-1 0 0,0 0 1 0 0,-1 0-1 0 0,1-1 1 0 0,0 1-1 0 0,-1 0 1 0 0,1-1-1 0 0,0 1 1 0 0,-1 0-1 0 0,1-1 0 0 0,0 1 1 0 0,-2-2-31 0 0,1 0 0 0 0,0 0 0 0 0,0 0 0 0 0,0 0 0 0 0,0 0 1 0 0,0-1-1 0 0,0 1 0 0 0,0 0 0 0 0,1 0 0 0 0,-1-3 0 0 0,1-15-582 0 0,2 0 0 0 0,0 0 0 0 0,1 0 0 0 0,1 0 0 0 0,11-34 0 0 0,-14 53 709 0 0,-1-1 1 0 0,1 0-1 0 0,0 1 0 0 0,0-1 1 0 0,-1 1-1 0 0,1-1 0 0 0,1 1 0 0 0,-1 0 1 0 0,0-1-1 0 0,0 1 0 0 0,0 0 1 0 0,1-1-1 0 0,-1 1 0 0 0,0 0 0 0 0,1 0 1 0 0,-1 0-1 0 0,1 1 0 0 0,0-1 1 0 0,-1 0-1 0 0,1 0 0 0 0,0 1 0 0 0,-1-1 1 0 0,1 1-1 0 0,0 0 0 0 0,-1-1 1 0 0,1 1-1 0 0,0 0 0 0 0,0 0 1 0 0,0 0-1 0 0,1 0 0 0 0,8 1 331 0 0,0 1-1 0 0,-1 0 1 0 0,1 1-1 0 0,10 3 1 0 0,11 3-16 0 0,47 3 127 0 0,106 1 0 0 0,81-13-379 0 0,-228-1-72 0 0,167-9 129 0 0,-121 4-119 0 0,1 3 0 0 0,159 15 0 0 0,67 44-68 0 0,113 14-5 0 0,-209-47 41 0 0,458 32 351 0 0,-606-53-333 0 0,-1-4-1 0 0,0-2 0 0 0,0-4 0 0 0,-1-2 0 0 0,0-3 0 0 0,99-33 0 0 0,8-18-28 0 0,-140 54-27 0 0,0 2 0 0 0,1 1 0 0 0,0 1 0 0 0,0 2 0 0 0,51 0 0 0 0,36-4 21 0 0,17-15-522 0 0,-77 12 9 0 0,1 2 0 0 0,66-1 0 0 0,-106 10-760 0 0,-1 0-5039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20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0 3225 0 0,'-2'3'241'0'0,"0"0"0"0"0,0 0 0 0 0,0 0 0 0 0,0 0 0 0 0,1 0 0 0 0,-1 0 1 0 0,1 0-1 0 0,0 1 0 0 0,-1-1 0 0 0,1 4 0 0 0,1-6-95 0 0,0 1 0 0 0,0-1 0 0 0,0 0 0 0 0,0 0 0 0 0,1 0 0 0 0,-1 0 0 0 0,1 1 0 0 0,-1-1 0 0 0,0 0 1 0 0,1 0-1 0 0,0 0 0 0 0,-1 0 0 0 0,1 0 0 0 0,0 0 0 0 0,-1 0 0 0 0,1 0 0 0 0,0 0 0 0 0,0-1 0 0 0,0 1 0 0 0,0 0 0 0 0,0 0 0 0 0,0-1 0 0 0,0 1 0 0 0,0 0 0 0 0,0-1 0 0 0,0 1 0 0 0,0-1 0 0 0,0 0 0 0 0,1 1 0 0 0,-1-1 0 0 0,0 0 0 0 0,0 0 0 0 0,2 0 0 0 0,70 16 2523 0 0,-52-13-2050 0 0,0 2 0 0 0,0 0 1 0 0,0 1-1 0 0,29 13 0 0 0,-44-16-513 0 0,0 1 1 0 0,0 0-1 0 0,0 0 1 0 0,0 0-1 0 0,-1 1 0 0 0,1 0 1 0 0,-1 0-1 0 0,0 0 1 0 0,-1 0-1 0 0,1 1 1 0 0,-1 0-1 0 0,0 0 0 0 0,-1 0 1 0 0,0 0-1 0 0,0 1 1 0 0,0 0-1 0 0,3 12 1 0 0,-3-6-49 0 0,0 0 0 0 0,-2 0 0 0 0,1 1 0 0 0,-2-1 0 0 0,0 0 0 0 0,0 1 0 0 0,-2-1-1 0 0,1 0 1 0 0,-2 0 0 0 0,1 1 0 0 0,-2-2 0 0 0,-6 18 0 0 0,1-7-395 0 0,-2-1-1 0 0,0 0 0 0 0,-1-1 0 0 0,-1 0 0 0 0,-29 35 0 0 0,24-35-1068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21.5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218 2049 456 0 0,'-2'-2'54'0'0,"-1"1"-1"0"0,1 0 1 0 0,0 0 0 0 0,0 1-1 0 0,0-1 1 0 0,0 0 0 0 0,0 1-1 0 0,-1-1 1 0 0,1 1-1 0 0,0 0 1 0 0,-1 0 0 0 0,1 0-1 0 0,0 0 1 0 0,0 0 0 0 0,-4 1-1 0 0,-35 6 913 0 0,40-7-931 0 0,-18 4 804 0 0,1 0 1 0 0,0 2-1 0 0,0 0 0 0 0,0 1 1 0 0,-27 16-1 0 0,164-121 581 0 0,-27 37-484 0 0,2 3 0 0 0,3 5 0 0 0,2 5 0 0 0,152-53 0 0 0,62 7-424 0 0,-163 52-488 0 0,-130 36-15 0 0,168-54-34 0 0,-149 46 86 0 0,-1-3 0 0 0,63-37 0 0 0,30-35 484 0 0,-112 73-369 0 0,0 0 0 0 0,-1-1 0 0 0,-1-1 0 0 0,20-26 0 0 0,77-118 16 0 0,65-85-744 0 0,-51 75 613 0 0,-55 68 17 0 0,-46 68-38 0 0,125-164 429 0 0,-108 148 228 0 0,84-78 0 0 0,-118 121-602 0 0,1 0 0 0 0,0 0 0 0 0,0 1-1 0 0,1 0 1 0 0,0 1 0 0 0,1 1 0 0 0,-1 0 0 0 0,1 0-1 0 0,0 2 1 0 0,1-1 0 0 0,-1 2 0 0 0,1-1 0 0 0,0 2 0 0 0,0 0-1 0 0,0 1 1 0 0,0 0 0 0 0,0 1 0 0 0,25 3 0 0 0,-2 1-65 0 0,87 11 138 0 0,156 37-1 0 0,-245-40-82 0 0,0 2 1 0 0,-1 1-1 0 0,0 2 0 0 0,51 34 1 0 0,-43-25 120 0 0,86 40 1 0 0,252 76 594 0 0,-368-137-789 0 0,0 0 1 0 0,0 0-1 0 0,0-2 1 0 0,1 1 0 0 0,-1-2-1 0 0,1 0 1 0 0,0 0 0 0 0,0-1-1 0 0,0-1 1 0 0,0 0-1 0 0,0 0 1 0 0,-1-2 0 0 0,1 1-1 0 0,0-2 1 0 0,-1 0 0 0 0,1 0-1 0 0,-1-1 1 0 0,19-9 0 0 0,-14 4-338 0 0,0 0 1 0 0,-1-1 0 0 0,0-1 0 0 0,17-17 0 0 0,-11 8-6737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0.7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0 5985 0 0,'-3'4'686'0'0,"0"-1"0"0"0,1 1 0 0 0,-1 0 0 0 0,1 0-1 0 0,0 0 1 0 0,0 1 0 0 0,1-1 0 0 0,-1 0 0 0 0,1 1 0 0 0,0-1 0 0 0,0 1-1 0 0,0-1 1 0 0,0 6 0 0 0,-7 26-5429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1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1 187 2304 0 0,'2'-2'384'0'0,"-1"-1"0"0"0,1 1-1 0 0,-1-1 1 0 0,1 0-1 0 0,-1 0 1 0 0,0 0-1 0 0,2-5 1 0 0,-3 7-144 0 0,1 0 0 0 0,-1 0 1 0 0,0 0-1 0 0,1 0 1 0 0,-1 0-1 0 0,0 0 1 0 0,0 0-1 0 0,0 0 1 0 0,0 0-1 0 0,0 0 1 0 0,0 0-1 0 0,0 0 0 0 0,0 0 1 0 0,0 0-1 0 0,0 0 1 0 0,-1 0-1 0 0,1 0 1 0 0,0 0-1 0 0,-1 0 1 0 0,1 0-1 0 0,-1 0 1 0 0,1 0-1 0 0,-1 0 0 0 0,1 0 1 0 0,-1 1-1 0 0,1-1 1 0 0,-2-1-1 0 0,9 21-8328 0 0,-6-19 8087 0 0,0 0-1 0 0,-1 0 1 0 0,1 0 0 0 0,0 1 0 0 0,-1-1 0 0 0,1 0-1 0 0,0 0 1 0 0,-1 0 0 0 0,1 0 0 0 0,0 0 0 0 0,0 0-1 0 0,2-2-5 0 0,0 1 1 0 0,0 0-1 0 0,-1-1 0 0 0,1 0 0 0 0,-1 0 0 0 0,0 0 0 0 0,1 0 1 0 0,2-3-1 0 0,7-8-47 0 0,-1-1 1 0 0,16-25 0 0 0,-18 24-106 0 0,1 0 0 0 0,21-22 1 0 0,-15 62-851 0 0,-9-2 752 0 0,-7-22 256 0 0,0 0 0 0 0,0 0 0 0 0,0 0 0 0 0,0-1 0 0 0,0 1 0 0 0,0 0-1 0 0,0 0 1 0 0,0 0 0 0 0,0-1 0 0 0,0 1 0 0 0,1 0 0 0 0,-1 0 0 0 0,0 0 0 0 0,1-1 0 0 0,-1 1 0 0 0,0 0 0 0 0,1-1-1 0 0,-1 1 1 0 0,1 0 0 0 0,-1-1 0 0 0,1 1 0 0 0,0 0 0 0 0,-1-1 0 0 0,1 1 0 0 0,-1-1 0 0 0,1 1 0 0 0,0-1-1 0 0,0 0 1 0 0,-1 1 0 0 0,1-1 0 0 0,0 0 0 0 0,0 1 0 0 0,-1-1 0 0 0,1 0 0 0 0,0 0 0 0 0,0 0 0 0 0,0 1 0 0 0,0-1-1 0 0,4 0 102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1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0 4145 0 0,'-2'3'197'0'0,"0"1"0"0"0,1-1 1 0 0,-1 0-1 0 0,1 1 0 0 0,0-1 0 0 0,0 1 0 0 0,0-1 1 0 0,0 8-1 0 0,14-28-3772 0 0,-13 17 3302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2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87 1376 0 0,'-1'-3'340'0'0,"1"3"-327"0"0,0 0 1 0 0,0-1-1 0 0,0 1 1 0 0,0 0-1 0 0,0 0 1 0 0,0 0 0 0 0,0 0-1 0 0,0 0 1 0 0,0 0-1 0 0,0 0 1 0 0,0-1-1 0 0,0 1 1 0 0,0 0-1 0 0,0 0 1 0 0,0 0-1 0 0,0 0 1 0 0,0 0-1 0 0,0-1 1 0 0,0 1-1 0 0,0 0 1 0 0,0 0 0 0 0,0 0-1 0 0,0 0 1 0 0,0 0-1 0 0,0 0 1 0 0,0-1-1 0 0,0 1 1 0 0,0 0-1 0 0,0 0 1 0 0,0 0-1 0 0,0 0 1 0 0,0 0-1 0 0,0 0 1 0 0,0 0 0 0 0,1 0-1 0 0,-1-1 1 0 0,0 1-1 0 0,0 0 1 0 0,0 0-1 0 0,0 0 1 0 0,0 0-1 0 0,0 0 1 0 0,0 0-1 0 0,1 0 1 0 0,-1 0-1 0 0,0 0 1 0 0,0 0-1 0 0,0 0 1 0 0,0 0 0 0 0,21-2-30 0 0</inkml:trace>
  <inkml:trace contextRef="#ctx0" brushRef="#br0" timeOffset="1">157 45 1840 0 0,'1'0'160'0'0,"0"-1"-160"0"0,-1 0 0 0 0,0-1 0 0 0,2 2 88 0 0,-1-1-24 0 0,2-3 0 0 0,0-2 0 0 0,1-2-64 0 0,0 0 0 0 0,-3 1 0 0 0,-1 1 0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2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2304 0 0,'26'-16'2037'0'0,"-2"1"-3524"0"0,-24 14 1434 0 0,-1 1-11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2.7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4 205 4145 0 0,'-2'4'184'0'0,"1"-3"40"0"0,1 1-224 0 0,0-1 0 0 0,0-2-248 0 0,1-1 88 0 0,2-3-8 0 0,1 0 168 0 0</inkml:trace>
  <inkml:trace contextRef="#ctx0" brushRef="#br0" timeOffset="1">200 38 3681 0 0,'1'1'54'0'0,"-1"-1"0"0"0,1 0 1 0 0,-1 1-1 0 0,1-1 0 0 0,-1 1 1 0 0,1-1-1 0 0,-1 0 0 0 0,1 1 1 0 0,-1-1-1 0 0,1 0 0 0 0,0 0 0 0 0,-1 0 1 0 0,1 1-1 0 0,-1-1 0 0 0,1 0 1 0 0,0 0-1 0 0,-1 0 0 0 0,1 0 1 0 0,-1 0-1 0 0,1 0 0 0 0,0 0 0 0 0,-1 0 1 0 0,1 0-1 0 0,-1 0 0 0 0,1 0 1 0 0,0-1-1 0 0,-1 1 0 0 0,1 0 1 0 0,-1 0-1 0 0,1 0 0 0 0,-1-1 1 0 0,1 1-1 0 0,0 0 0 0 0,-1-1 0 0 0,1 1 1 0 0,-1-1-1 0 0,0 1 0 0 0,1-1 1 0 0,0 0-1 0 0,17-17-887 0 0,-14 4 654 0 0,-4 9 179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3.1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1 515 3225 0 0,'0'1'312'0'0,"1"1"-312"0"0,0 0 192 0 0,1-2 8 0 0,-1 0 0 0 0,0 0 0 0 0,2 0-272 0 0</inkml:trace>
  <inkml:trace contextRef="#ctx0" brushRef="#br0" timeOffset="1">120 242 4609 0 0,'0'-6'1794'0'0,"-9"-15"-3498"0"0,8 19 1911 0 0,-4-7-568 0 0</inkml:trace>
  <inkml:trace contextRef="#ctx0" brushRef="#br0" timeOffset="2">240 64 3209 0 0,'2'-1'288'0'0,"0"0"-288"0"0,-1-1 0 0 0,0 1 0 0 0,-1 0 0 0 0,2-1 0 0 0,-1-1 0 0 0,3-1 0 0 0,0-1-96 0 0,2-3 96 0 0,-1 0 0 0 0,1 0-96 0 0,0-2 96 0 0,0 1-80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8:53.5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6 139 1376 0 0,'6'-7'655'0'0,"-6"7"-633"0"0,0 0 0 0 0,0 0 0 0 0,0 0 0 0 0,0-1 0 0 0,0 1 1 0 0,0 0-1 0 0,0 0 0 0 0,0 0 0 0 0,0 0 0 0 0,0 0 0 0 0,0 0 0 0 0,0-1 0 0 0,1 1 0 0 0,-1 0 0 0 0,0 0 1 0 0,0 0-1 0 0,0 0 0 0 0,0 0 0 0 0,0 0 0 0 0,0 0 0 0 0,1 0 0 0 0,-1 0 0 0 0,0 0 0 0 0,0 0 1 0 0,0 0-1 0 0,0 0 0 0 0,0 0 0 0 0,1-1 0 0 0,-1 1 0 0 0,0 0 0 0 0,0 0 0 0 0,0 0 0 0 0,0 1 0 0 0,0-1 1 0 0,1 0-1 0 0,-1 0 0 0 0,0 0 0 0 0,0 0 0 0 0,0 0 0 0 0,0 0 0 0 0,0 0 0 0 0,0 0 0 0 0,1 0 1 0 0,-1 0-1 0 0,0 0 0 0 0,0 0 0 0 0,0 0 0 0 0,0 0 0 0 0,0 1 0 0 0,0-1 0 0 0,0 0 0 0 0,1 0 1 0 0,-1 0-1 0 0,0 0 0 0 0,0 0 0 0 0,0 0 0 0 0,0 0 0 0 0,0 1 0 0 0,0-1 0 0 0,0 0 0 0 0,0 0 0 0 0,0 0 1 0 0,0 0-1 0 0,0 0 0 0 0,0 1 0 0 0,0-1 0 0 0,0 0 0 0 0,0 4-48 0 0,0 1-1 0 0,-1-1 1 0 0,0 0-1 0 0,0 0 0 0 0,0 0 1 0 0,0 0-1 0 0,0 0 1 0 0,-4 7-1 0 0,-1 0 101 0 0</inkml:trace>
  <inkml:trace contextRef="#ctx0" brushRef="#br0" timeOffset="1">143 46 6913 0 0,'0'0'737'0'0,"0"-1"-737"0"0,0 0-528 0 0,1-5-1497 0 0,1 2 2025 0 0,-2-3 104 0 0,1 2 40 0 0,-2 0 8 0 0,1-2-88 0 0,-2 1-64 0 0,-2 2 72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04.0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59 83 3225 0 0,'-1'0'122'0'0,"-30"9"1647"0"0,30-9-1704 0 0,0 0-1 0 0,0 1 1 0 0,1-1-1 0 0,-1 0 1 0 0,0 1-1 0 0,0-1 1 0 0,0 0 0 0 0,0 0-1 0 0,0 0 1 0 0,0 0-1 0 0,0 0 1 0 0,1 0-1 0 0,-1 0 1 0 0,0 0 0 0 0,0 0-1 0 0,0-1 1 0 0,0 1-1 0 0,0 0 1 0 0,1 0-1 0 0,-1-1 1 0 0,0 1-1 0 0,0-1 1 0 0,0 1 0 0 0,1-1-1 0 0,-1 1 1 0 0,0-1-1 0 0,1 1 1 0 0,-1-1-1 0 0,0 1 1 0 0,0-2 0 0 0,1 1-16 0 0,0-1 1 0 0,1 1 0 0 0,-1 0 0 0 0,1 0 0 0 0,-1-1 0 0 0,1 1-1 0 0,-1 0 1 0 0,1 0 0 0 0,0 0 0 0 0,-1 0 0 0 0,1 0 0 0 0,0 0-1 0 0,0 0 1 0 0,0 0 0 0 0,0 0 0 0 0,0 0 0 0 0,0 0 0 0 0,0 0-1 0 0,0 1 1 0 0,0-1 0 0 0,0 0 0 0 0,2 0 0 0 0,28-13 576 0 0,-15 11-255 0 0,1 0 1 0 0,0 1-1 0 0,-1 1 0 0 0,1 0 1 0 0,0 1-1 0 0,0 1 0 0 0,24 4 1 0 0,41 2 176 0 0,679-51 1382 0 0,-746 43-1915 0 0,14-3 41 0 0,-1 2-1 0 0,52 3 1 0 0,-71 0-50 0 0,-1 0 1 0 0,1 0-1 0 0,-1 1 1 0 0,0 0 0 0 0,0 1-1 0 0,0 0 1 0 0,0 0-1 0 0,0 1 1 0 0,-1 0-1 0 0,1 0 1 0 0,-1 1-1 0 0,0-1 1 0 0,-1 2 0 0 0,7 5-1 0 0,-6-4-11 0 0,0-1 0 0 0,0 0 0 0 0,0 0-1 0 0,1-1 1 0 0,-1 0 0 0 0,1 0 0 0 0,1-1 0 0 0,-1 0 0 0 0,1 0 0 0 0,-1-1-1 0 0,1 0 1 0 0,0-1 0 0 0,0 0 0 0 0,18 2 0 0 0,-8-3-382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30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1904 1376 0 0,'-5'9'405'0'0,"-14"28"556"0"0,18-36-901 0 0,1 1-1 0 0,-1-1 0 0 0,1 0 0 0 0,-1 0 1 0 0,1 1-1 0 0,-1-1 0 0 0,1 0 0 0 0,0 1 1 0 0,0-1-1 0 0,0 1 0 0 0,-1-1 0 0 0,1 0 0 0 0,1 1 1 0 0,-1-1-1 0 0,0 0 0 0 0,0 1 0 0 0,0-1 1 0 0,1 0-1 0 0,-1 1 0 0 0,1-1 0 0 0,-1 0 1 0 0,2 2-1 0 0,0-2-10 0 0,0-1 1 0 0,0 1-1 0 0,1-1 0 0 0,-1 0 1 0 0,0 0-1 0 0,1 0 0 0 0,-1 0 1 0 0,0 0-1 0 0,1-1 0 0 0,3 0 1 0 0,0 0 704 0 0,6 2 351 0 0,-10 0-966 0 0,-1-1 1 0 0,0 0-1 0 0,1 1 1 0 0,-1-1-1 0 0,1 0 1 0 0,-1 0-1 0 0,1 0 1 0 0,-1-1-1 0 0,1 1 1 0 0,-1 0-1 0 0,1 0 1 0 0,-1-1-1 0 0,0 1 1 0 0,2-1-1 0 0,45-7 2486 0 0,-27 2-2044 0 0,0-1-1 0 0,0-1 1 0 0,37-21 0 0 0,11-5 224 0 0,-33 18-698 0 0,-1-3-1 0 0,-1 0 0 0 0,0-2 1 0 0,-2-2-1 0 0,0-1 1 0 0,-2-1-1 0 0,49-53 0 0 0,-35 31 109 0 0,83-82 221 0 0,-17 45-282 0 0,-24 21-140 0 0,-66 48 208 0 0,37-20 0 0 0,-37 24-128 0 0,-1-1 0 0 0,31-25 0 0 0,82-101 184 0 0,-65 63-172 0 0,9-13-70 0 0,21-21 16 0 0,40-31 220 0 0,-122 121-266 0 0,-2 0 0 0 0,0 0 1 0 0,-2-2-1 0 0,0 1 0 0 0,-1-2 0 0 0,-1 1 1 0 0,11-42-1 0 0,-4 16-30 0 0,-4 19 15 0 0,2 1 0 0 0,0 1-1 0 0,2 0 1 0 0,0 1 0 0 0,2 1-1 0 0,1 0 1 0 0,25-24 0 0 0,-29 34 19 0 0,0 0 1 0 0,0 1-1 0 0,1 1 0 0 0,1 0 1 0 0,0 1-1 0 0,30-14 1 0 0,-8 7 70 0 0,2 2 1 0 0,43-11-1 0 0,-67 23 13 0 0,0 1 0 0 0,19-1 0 0 0,30-6-133 0 0,-47 7 40 0 0,0 0 0 0 0,0 2 0 0 0,0 0 0 0 0,30 2-1 0 0,-25 1 2 0 0,1-2-1 0 0,29-3 0 0 0,-24-2 26 0 0,1 2 1 0 0,-1 1 0 0 0,1 1-1 0 0,0 2 1 0 0,60 9-1 0 0,-74-5 22 0 0,0 1-1 0 0,-1 1 0 0 0,0 1 1 0 0,16 9-1 0 0,15 8 94 0 0,-38-21-48 0 0,-1 2-1 0 0,0-1 0 0 0,0 1 1 0 0,-1 0-1 0 0,1 1 0 0 0,-1 0 1 0 0,-1 0-1 0 0,1 0 0 0 0,-1 1 1 0 0,-1 0-1 0 0,9 14 1 0 0,-7-10 41 0 0,1-1-1 0 0,0 0 1 0 0,1 0 0 0 0,20 19 0 0 0,-22-25-135 0 0,1-1 0 0 0,-1 1 0 0 0,1-1 0 0 0,0-1 0 0 0,1 0 0 0 0,-1 0 0 0 0,0 0 0 0 0,1-1 0 0 0,0-1 0 0 0,16 2 0 0 0,-15-2 0 0 0,0 0 0 0 0,-1 1 0 0 0,1 0 0 0 0,-1 0 0 0 0,0 1 0 0 0,0 1 0 0 0,0-1 0 0 0,0 1 0 0 0,11 7 0 0 0,24 25-14 0 0,-36-28 9 0 0,0 0 0 0 0,1-1 0 0 0,0 0 0 0 0,0-1 0 0 0,1 0 0 0 0,-1 0 0 0 0,1-1 0 0 0,0-1 0 0 0,14 5 0 0 0,42 10 206 0 0,1-4 0 0 0,128 14 0 0 0,-159-27-104 0 0,54 10-1 0 0,-77-9-172 0 0,1 0 1 0 0,-1 1-1 0 0,0 1 1 0 0,0 0-1 0 0,-1 1 0 0 0,1 0 1 0 0,13 9-1 0 0,-13-5-539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3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52 2160 0 0,'4'-17'1772'0'0,"-3"15"-1409"0"0,0 0 1 0 0,0 1-1 0 0,-1-1 0 0 0,1 0 0 0 0,-1 0 0 0 0,0 0 0 0 0,1 0 1 0 0,-1 1-1 0 0,0-1 0 0 0,0 0 0 0 0,0 0 0 0 0,0 0 0 0 0,0 0 1 0 0,0 0-1 0 0,-1 0 0 0 0,0-2 0 0 0,-1 6-11 0 0,1-1-1 0 0,0 1 1 0 0,0 0 0 0 0,0 0-1 0 0,0 0 1 0 0,0 0 0 0 0,1 0-1 0 0,-1 1 1 0 0,0-1 0 0 0,1 0-1 0 0,0 0 1 0 0,-1 3 0 0 0,-15 205 662 0 0,0 0-230 0 0,11-178-813 0 0,1-10-39 0 0,2 0-1 0 0,0 0 1 0 0,1 1 0 0 0,3 31 0 0 0,3-44-141 0 0,2-7-2721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4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38 1376 0 0,'-5'-16'-313'0'0,"5"15"553"0"0,0 0-1 0 0,0 0 0 0 0,-1 0 0 0 0,1 0 0 0 0,0 0 0 0 0,1 0 0 0 0,-1 0 0 0 0,0 0 0 0 0,0 0 1 0 0,0 0-1 0 0,1 0 0 0 0,-1 0 0 0 0,0 0 0 0 0,1 0 0 0 0,2-4 1192 0 0,-2 5-1261 0 0,-1 0 0 0 0,1-1 0 0 0,-1 1 0 0 0,1 0 1 0 0,-1 0-1 0 0,0 0 0 0 0,1-1 0 0 0,-1 1 0 0 0,1 0 0 0 0,-1 0 1 0 0,1 0-1 0 0,-1 0 0 0 0,1 0 0 0 0,-1 0 0 0 0,1 0 1 0 0,-1 0-1 0 0,1 0 0 0 0,17 11 2271 0 0,-6 0-1213 0 0,-1 0-1 0 0,17 25 1 0 0,35 66 70 0 0,-31-48-788 0 0,-5-8-166 0 0,80 119 307 0 0,-91-143-649 0 0,2 0-1 0 0,0-1 0 0 0,1-2 0 0 0,44 36 0 0 0,-48-48-424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4.6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4 223 2761 0 0,'-1'-2'113'0'0,"1"1"1"0"0,-1 0 0 0 0,1-1-1 0 0,-1 1 1 0 0,1-1 0 0 0,0 1 0 0 0,0-1-1 0 0,0 1 1 0 0,0-1 0 0 0,0 1 0 0 0,0-1-1 0 0,0 1 1 0 0,1-1 0 0 0,-1 1-1 0 0,1 0 1 0 0,-1-1 0 0 0,1 1 0 0 0,-1-1-1 0 0,1 1 1 0 0,-1 0 0 0 0,1 0 0 0 0,0-1-1 0 0,0 1 1 0 0,0 0 0 0 0,0 0-1 0 0,2-2 1 0 0,32-33 3581 0 0,-27 29-3029 0 0,19-17 1075 0 0,49-35 0 0 0,-62 50-2129 0 0,0 1 0 0 0,1 0 0 0 0,0 0 0 0 0,0 2 0 0 0,30-10 0 0 0,-31 13-3812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5.0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5065 0 0,'4'2'6195'0'0,"0"0"-5252"0"0,2 2-624 0 0,-1 1 0 0 0,1-1 1 0 0,-1 1-1 0 0,1 1 1 0 0,-2-1-1 0 0,1 1 1 0 0,0 0-1 0 0,-1 0 0 0 0,0 0 1 0 0,5 11-1 0 0,5 14 288 0 0,10 36-1 0 0,2 0-174 0 0,-10-30-170 0 0,40 64 0 0 0,-49-91-593 0 0,0 0 1 0 0,1 0-1 0 0,0 0 1 0 0,1-1-1 0 0,0 0 1 0 0,0-1-1 0 0,1 0 1 0 0,0 0 0 0 0,0-1-1 0 0,15 8 1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5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1 130 2128 0 0,'0'-4'117'0'0,"1"0"-1"0"0,0 0 0 0 0,0 0 1 0 0,0 0-1 0 0,0 0 0 0 0,1 0 0 0 0,-1 0 1 0 0,1 1-1 0 0,0-1 0 0 0,0 1 0 0 0,1-1 1 0 0,2-3-1 0 0,2-1 581 0 0,0 0 0 0 0,1 0 0 0 0,11-10 0 0 0,-13 14-434 0 0,-1 0 1 0 0,1 0-1 0 0,0 1 0 0 0,0 0 1 0 0,0 0-1 0 0,1 0 0 0 0,-1 1 1 0 0,1 0-1 0 0,-1 0 0 0 0,1 1 1 0 0,0-1-1 0 0,11 1 0 0 0,-7 1-52 0 0,-1 0-1 0 0,1 1 0 0 0,-1 0 0 0 0,0 1 1 0 0,1 0-1 0 0,-1 1 0 0 0,17 7 0 0 0,-11-3-70 0 0,0 1 0 0 0,0 1 0 0 0,-1 0-1 0 0,0 1 1 0 0,-1 1 0 0 0,0 0 0 0 0,0 1-1 0 0,-1 0 1 0 0,16 21 0 0 0,-24-26-73 0 0,0 0 0 0 0,-1 1 1 0 0,1-1-1 0 0,-2 1 0 0 0,1 0 0 0 0,-1 0 1 0 0,0 0-1 0 0,-1 1 0 0 0,0-1 0 0 0,0 1 1 0 0,-1-1-1 0 0,0 1 0 0 0,-1 0 0 0 0,1-1 1 0 0,-2 1-1 0 0,1 0 0 0 0,-1-1 0 0 0,-1 1 1 0 0,1-1-1 0 0,-1 1 0 0 0,-1-1 0 0 0,0 0 1 0 0,0 0-1 0 0,-7 13 0 0 0,-2 0-111 0 0,0 0-1 0 0,-1-2 1 0 0,-1 0-1 0 0,-1 0 1 0 0,0-1-1 0 0,-2-1 1 0 0,-35 29-1 0 0,46-41-1543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6.0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230 183 2304 0 0,'0'-19'1334'0'0,"1"4"-214"0"0,-1 1 0 0 0,-1 0 1 0 0,0-1-1 0 0,-1 1 1 0 0,-5-22-1 0 0,6 33-956 0 0,-1 0 0 0 0,1-1 1 0 0,0 1-1 0 0,-1 0 0 0 0,0 0 0 0 0,1 1 0 0 0,-1-1 0 0 0,0 0 0 0 0,-1 1 0 0 0,1-1 0 0 0,0 1 0 0 0,-1 0 1 0 0,1-1-1 0 0,-1 1 0 0 0,0 0 0 0 0,0 1 0 0 0,0-1 0 0 0,0 0 0 0 0,0 1 0 0 0,0 0 0 0 0,0 0 0 0 0,0 0 1 0 0,0 0-1 0 0,-1 0 0 0 0,1 0 0 0 0,0 1 0 0 0,-1 0 0 0 0,1 0 0 0 0,-5 0 0 0 0,3 0-81 0 0,0 0 0 0 0,0 1 0 0 0,0-1 0 0 0,0 1-1 0 0,0 0 1 0 0,0 1 0 0 0,0-1 0 0 0,0 1 0 0 0,1 0 0 0 0,-1 0-1 0 0,1 0 1 0 0,-1 1 0 0 0,1 0 0 0 0,0 0 0 0 0,0 0 0 0 0,0 0-1 0 0,1 0 1 0 0,-1 1 0 0 0,1 0 0 0 0,0-1 0 0 0,-1 1 0 0 0,2 1-1 0 0,-5 6 1 0 0,1 1-79 0 0,1 0 0 0 0,0 0 0 0 0,1 1 0 0 0,1-1 1 0 0,0 1-1 0 0,0 0 0 0 0,1 0 0 0 0,0 14 0 0 0,1-21-13 0 0,1 0 1 0 0,0 0-1 0 0,0 0 1 0 0,1 0-1 0 0,0-1 1 0 0,0 1 0 0 0,0 0-1 0 0,1 0 1 0 0,-1 0-1 0 0,1-1 1 0 0,1 1-1 0 0,-1-1 1 0 0,1 0-1 0 0,0 1 1 0 0,0-1 0 0 0,1 0-1 0 0,-1-1 1 0 0,1 1-1 0 0,6 5 1 0 0,-4-5-15 0 0,1 0 1 0 0,-1-1 0 0 0,1 0-1 0 0,0 0 1 0 0,0 0 0 0 0,1-1-1 0 0,-1 0 1 0 0,1-1 0 0 0,-1 0-1 0 0,1 0 1 0 0,0 0 0 0 0,0-1-1 0 0,-1 0 1 0 0,10-1 0 0 0,28 1-206 0 0,84-9 1 0 0,-113 6-12 0 0,-1-1-1 0 0,1-1 1 0 0,0 0-1 0 0,-1-1 1 0 0,0 0-1 0 0,0-1 1 0 0,0-1-1 0 0,23-15 1 0 0,-29 15-1083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6.8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3225 0 0,'-3'2'1357'0'0,"9"4"-202"0"0,10 2 527 0 0,27-4 928 0 0,53-1-1 0 0,-8-2-1325 0 0,108 11-1583 0 0,-112-7-5076 0 0,-74-4 1808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7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1 1840 0 0,'-6'0'88'0'0,"4"-1"102"0"0,0 1 0 0 0,0 0-1 0 0,0 0 1 0 0,0 0 0 0 0,0 0 0 0 0,1 1-1 0 0,-1-1 1 0 0,0 0 0 0 0,0 1-1 0 0,0-1 1 0 0,0 1 0 0 0,0 0 0 0 0,0 0-1 0 0,0 0 1 0 0,-2 2 0 0 0,14-3 3216 0 0,7-1-3103 0 0,0 2 1 0 0,0 0 0 0 0,0 1-1 0 0,0 0 1 0 0,-1 2 0 0 0,1 0-1 0 0,-1 1 1 0 0,0 0 0 0 0,18 9-1 0 0,-25-10-159 0 0,-1 0-1 0 0,0 1 1 0 0,0-1-1 0 0,0 1 0 0 0,-1 1 1 0 0,1 0-1 0 0,-2 0 1 0 0,1 0-1 0 0,0 1 0 0 0,-1 0 1 0 0,-1 0-1 0 0,1 0 1 0 0,-1 1-1 0 0,0 0 0 0 0,-1 0 1 0 0,0 0-1 0 0,0 1 1 0 0,5 15-1 0 0,-9-19-169 0 0,0 1 0 0 0,0 0 0 0 0,0-1-1 0 0,-1 1 1 0 0,0-1 0 0 0,0 0 0 0 0,0 1 0 0 0,0-1 0 0 0,-1 0 0 0 0,0 1 0 0 0,0-1-1 0 0,-1 0 1 0 0,1-1 0 0 0,-1 1 0 0 0,0 0 0 0 0,0-1 0 0 0,-7 8 0 0 0,5-5-43 0 0,-5 6-384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7.9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1 920 0 0,'-1'0'80'0'0,"1"0"0"0"0,0 0-1 0 0,0 0 1 0 0,0 1 0 0 0,-1-1-1 0 0,1 0 1 0 0,0 0 0 0 0,0 0 0 0 0,0 0-1 0 0,0 1 1 0 0,-1-1 0 0 0,1 0-1 0 0,0 0 1 0 0,0 1 0 0 0,0-1-1 0 0,0 0 1 0 0,0 0 0 0 0,0 1 0 0 0,0-1-1 0 0,0 0 1 0 0,-1 0 0 0 0,1 1-1 0 0,0-1 1 0 0,0 0 0 0 0,0 0 0 0 0,0 1-1 0 0,0-1 1 0 0,1 0 0 0 0,-1 0-1 0 0,0 1 1 0 0,0-1 0 0 0,0 0-1 0 0,0 0 1 0 0,0 1 0 0 0,0-1 0 0 0,0 0-1 0 0,0 0 1 0 0,0 1 0 0 0,1-1-1 0 0,-1 0 1 0 0,13 5 1668 0 0,16-3 38 0 0,11-4 96 0 0,28-2 970 0 0,84 6-1 0 0,-129 0-2818 0 0,1 1 0 0 0,-1 1 0 0 0,0 2 0 0 0,0 0 0 0 0,-1 1 0 0 0,0 1 0 0 0,31 16 0 0 0,27 23-3160 0 0,-68-40-1459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19:48.3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 1840 0 0,'8'-2'5617'0'0,"53"-8"-2882"0"0,-57 10-2651 0 0,1 0 1 0 0,-1 1-1 0 0,0 0 1 0 0,0-1 0 0 0,0 2-1 0 0,0-1 1 0 0,0 0 0 0 0,0 1-1 0 0,0-1 1 0 0,0 1 0 0 0,-1 0-1 0 0,1 1 1 0 0,-1-1 0 0 0,1 1-1 0 0,-1-1 1 0 0,0 1 0 0 0,0 0-1 0 0,0 0 1 0 0,0 0 0 0 0,0 1-1 0 0,-1-1 1 0 0,0 1 0 0 0,3 5-1 0 0,-2-5 15 0 0,0 1 0 0 0,0-1 1 0 0,-1 1-1 0 0,0 0 0 0 0,0 0 0 0 0,0 0 0 0 0,0 0 0 0 0,-1 0 0 0 0,0 0 0 0 0,0 1 0 0 0,0-1 0 0 0,-1 0 0 0 0,0 1 0 0 0,0-1 0 0 0,0 0 0 0 0,-1 1 1 0 0,0-1-1 0 0,-1 8 0 0 0,-4-2 197 0 0,-1-1 1 0 0,0 1-1 0 0,-1-1 1 0 0,1-1-1 0 0,-2 1 0 0 0,-15 13 1 0 0,10-9-215 0 0,2-2-222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3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0 169 3225 0 0,'0'-2'174'0'0,"0"0"-1"0"0,0 0 1 0 0,0 1 0 0 0,1-1 0 0 0,-1 0 0 0 0,0 0 0 0 0,1 0 0 0 0,-1 0-1 0 0,1 1 1 0 0,0-1 0 0 0,-1 0 0 0 0,1 0 0 0 0,0 1 0 0 0,0-1 0 0 0,0 0-1 0 0,0 1 1 0 0,0-1 0 0 0,2-1 0 0 0,25-28 1630 0 0,-14 21-1625 0 0,0 0 0 0 0,0 2 0 0 0,1-1 0 0 0,0 2 0 0 0,31-11 0 0 0,14-8-319 0 0,-30 12 12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4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23 126 3225 0 0,'-1'1'187'0'0,"1"-1"0"0"0,-1 0 0 0 0,0 0 0 0 0,0 0 0 0 0,1 0 0 0 0,-1 0 0 0 0,0 0 0 0 0,0 0 0 0 0,0 0 0 0 0,0 0 0 0 0,1 0 0 0 0,-1 0 0 0 0,0 0 0 0 0,0-1 0 0 0,1 1 0 0 0,-1 0 0 0 0,0-1 0 0 0,0 1 0 0 0,1 0 0 0 0,-1-1 0 0 0,0 1 0 0 0,1-1 0 0 0,-1 1 0 0 0,0-1 0 0 0,1 1 0 0 0,-1-1 0 0 0,1 0 0 0 0,-1 1 0 0 0,1-1 0 0 0,-1 1 0 0 0,1-1 0 0 0,-1-1 0 0 0,1 1 32 0 0,1 0 0 0 0,-1 0-1 0 0,1-1 1 0 0,-1 1 0 0 0,1 0-1 0 0,-1 0 1 0 0,1 0 0 0 0,-1 0-1 0 0,1 0 1 0 0,0 0 0 0 0,0 0-1 0 0,0 0 1 0 0,0 0 0 0 0,-1 0-1 0 0,1 1 1 0 0,0-1 0 0 0,0 0-1 0 0,3-1 1 0 0,117-76-959 0 0,-94 60-3869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5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0 198 4145 0 0,'4'-7'386'0'0,"0"-1"1"0"0,0 0-1 0 0,0 1 1 0 0,9-10-1 0 0,-3 8-403 0 0,0 0-1 0 0,1 1 1 0 0,0 0-1 0 0,0 1 1 0 0,1 0-1 0 0,12-5 0 0 0,-12 6 2 0 0,-1 1 0 0 0,1-2 0 0 0,-2 0 0 0 0,1 0 0 0 0,-1-1-1 0 0,17-17 1 0 0,-7-1 16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5.9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10 321 5065 0 0,'0'0'65'0'0,"0"0"-1"0"0,-1 0 1 0 0,1 0-1 0 0,0 0 1 0 0,0 0-1 0 0,-1 0 1 0 0,1 0-1 0 0,0 0 1 0 0,-1 0-1 0 0,1 0 1 0 0,0 0-1 0 0,0 0 1 0 0,-1 0-1 0 0,1 0 1 0 0,0 0-1 0 0,-1 0 1 0 0,1 0 0 0 0,0 0-1 0 0,0 0 1 0 0,-1 0-1 0 0,1 0 1 0 0,0-1-1 0 0,0 1 1 0 0,-1 0-1 0 0,1 0 1 0 0,0 0-1 0 0,0-1 1 0 0,-1 1-1 0 0,1 0 1 0 0,0 0-1 0 0,0 0 1 0 0,0-1-1 0 0,0 1 1 0 0,-1 0-1 0 0,1 0 1 0 0,0-1-1 0 0,0 1 1 0 0,0 0-1 0 0,0 0 1 0 0,0-1 0 0 0,0 1-1 0 0,0 0 1 0 0,0-1-1 0 0,0 1 1 0 0,0 0-1 0 0,0-1 1 0 0,0 1-1 0 0,0 0 1 0 0,0 0-1 0 0,0-1 1 0 0,0 1-1 0 0,0 0 1 0 0,0-1-1 0 0,0 1 1 0 0,0 0-1 0 0,0 0 1 0 0,1-1-1 0 0,-1 1 1 0 0,19-23 1283 0 0,36-22-1250 0 0,-54 44-64 0 0,289-217-4449 0 0,-259 194 4415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7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1 195 4145 0 0,'2'-3'314'0'0,"1"1"-1"0"0,-1 0 1 0 0,1 0 0 0 0,0 0-1 0 0,-1 1 1 0 0,1-1 0 0 0,5-2 0 0 0,-1 1 174 0 0,65-49 2390 0 0,28-36-4683 0 0,-65 54 1095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9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41 102 3225 0 0,'-3'-15'606'0'0,"2"7"-76"0"0,0-1 1 0 0,-1 1-1 0 0,0-1 0 0 0,-1 1 1 0 0,0 0-1 0 0,0 0 0 0 0,-8-14 1 0 0,2 16 983 0 0,6 14-557 0 0,5 22-441 0 0,-1-26-637 0 0,6 109 684 0 0,-11 141 1 0 0,0-39-284 0 0,30 423-244 0 0,-13-389 93 0 0,-8 45-1277 0 0,-5-278-2934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49.9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57 244 3225 0 0,'-29'-23'1571'0'0,"29"23"-1541"0"0,-1-1 0 0 0,1 1 0 0 0,-1-1 0 0 0,0 1 0 0 0,1 0 1 0 0,-1-1-1 0 0,1 1 0 0 0,-1 0 0 0 0,0-1 0 0 0,0 1 0 0 0,1 0 1 0 0,-1 0-1 0 0,0 0 0 0 0,1 0 0 0 0,-1 0 0 0 0,0 0 1 0 0,0 0-1 0 0,1 0 0 0 0,-1 0 0 0 0,0 0 0 0 0,1 0 0 0 0,-1 0 1 0 0,0 0-1 0 0,1 1 0 0 0,-1-1 0 0 0,0 0 0 0 0,1 0 1 0 0,-1 1-1 0 0,0-1 0 0 0,1 1 0 0 0,-1-1 0 0 0,1 0 0 0 0,-1 1 1 0 0,1-1-1 0 0,-1 1 0 0 0,1-1 0 0 0,-1 1 0 0 0,1 0 1 0 0,-1-1-1 0 0,1 1 0 0 0,0-1 0 0 0,-1 1 0 0 0,1 0 0 0 0,0-1 1 0 0,-1 1-1 0 0,1 0 0 0 0,0-1 0 0 0,0 1 0 0 0,0 0 1 0 0,0 1-1 0 0,0-2-30 0 0,0 1 0 0 0,0 0 0 0 0,0-1 0 0 0,0 1 0 0 0,1-1 0 0 0,-1 1 0 0 0,0 0 0 0 0,0-1 0 0 0,1 1 0 0 0,-1-1 0 0 0,1 1 0 0 0,-1 0 0 0 0,0-1 0 0 0,1 1 0 0 0,-1-1 0 0 0,1 0 0 0 0,-1 1 0 0 0,1-1 1 0 0,-1 1-1 0 0,1-1 0 0 0,0 0 0 0 0,-1 1 0 0 0,1-1 0 0 0,-1 0 0 0 0,1 0 0 0 0,0 1 0 0 0,-1-1 0 0 0,1 0 0 0 0,0 0 0 0 0,-1 0 0 0 0,1 0 0 0 0,1 0 0 0 0,28 4 85 0 0,-23-4 53 0 0,65 8 251 0 0,1-4 0 0 0,-1-4-1 0 0,1-2 1 0 0,81-13 0 0 0,436-92-15 0 0,-84 7-1149 0 0,-406 83 681 0 0,0 5 1 0 0,1 4-1 0 0,192 9 1 0 0,300 72-531 0 0,-23-22-33 0 0,-98-13-965 0 0,-317-24 1078 0 0,77 13 520 0 0,-208-22 85 0 0,0 2 1 0 0,0 0-1 0 0,-1 2 1 0 0,0 0-1 0 0,-1 2 1 0 0,0 0 0 0 0,-1 1-1 0 0,0 2 1 0 0,-1 0-1 0 0,0 1 1 0 0,-1 1-1 0 0,-1 1 1 0 0,-1 0-1 0 0,0 1 1 0 0,26 39-1 0 0,-40-53-76 0 0,-1 0 0 0 0,0-1-1 0 0,1 1 1 0 0,0 0 0 0 0,0-1 0 0 0,0 0-1 0 0,0 0 1 0 0,1 0 0 0 0,-1 0-1 0 0,1-1 1 0 0,0 1 0 0 0,-1-1 0 0 0,1 0-1 0 0,0 0 1 0 0,0 0 0 0 0,1 0 0 0 0,-1-1-1 0 0,0 0 1 0 0,1 0 0 0 0,-1 0 0 0 0,0 0-1 0 0,1-1 1 0 0,-1 0 0 0 0,1 0 0 0 0,-1 0-1 0 0,5-1 1 0 0,15 5-2495 0 0,-18-5 2255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50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 2761 0 0,'-2'-1'153'0'0,"0"1"1"0"0,0 0 0 0 0,0-1-1 0 0,0 1 1 0 0,0 0 0 0 0,0 0-1 0 0,0 1 1 0 0,0-1 0 0 0,0 0-1 0 0,0 0 1 0 0,0 1 0 0 0,0 0 0 0 0,0-1-1 0 0,0 1 1 0 0,0 0 0 0 0,-3 2-1 0 0,2 0 218 0 0,0-1 0 0 0,0 2-1 0 0,0-1 1 0 0,0 0 0 0 0,1 0 0 0 0,0 1-1 0 0,-3 5 1 0 0,-8 13 163 0 0,2 0 0 0 0,1 1 0 0 0,0 0 0 0 0,2 1 0 0 0,0 0-1 0 0,2 0 1 0 0,1 1 0 0 0,1 0 0 0 0,0-1 0 0 0,2 2 0 0 0,3 47 0 0 0,7 138-377 0 0,6 76-328 0 0,-1-190 568 0 0,5 0 0 0 0,42 130 0 0 0,-29-115-407 0 0,9 22 1073 0 0,19 79 78 0 0,-55-204-1352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0:51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73 920 0 0,'-28'14'857'0'0,"24"-13"-684"0"0,1 1 0 0 0,-1-1 1 0 0,1 1-1 0 0,-1-1 1 0 0,1 1-1 0 0,0 0 1 0 0,0 0-1 0 0,0 0 1 0 0,0 1-1 0 0,0-1 0 0 0,0 1 1 0 0,1 0-1 0 0,-1-1 1 0 0,1 1-1 0 0,-3 4 1 0 0,5-6-130 0 0,1 0 0 0 0,-1-1 1 0 0,0 1-1 0 0,0 0 1 0 0,0-1-1 0 0,0 1 0 0 0,1-1 1 0 0,-1 1-1 0 0,0 0 1 0 0,1-1-1 0 0,-1 1 0 0 0,0-1 1 0 0,1 1-1 0 0,-1-1 1 0 0,1 1-1 0 0,-1-1 0 0 0,0 1 1 0 0,1-1-1 0 0,-1 0 1 0 0,1 1-1 0 0,0-1 0 0 0,-1 0 1 0 0,1 1-1 0 0,-1-1 1 0 0,1 0-1 0 0,0 0 0 0 0,-1 1 1 0 0,1-1-1 0 0,-1 0 1 0 0,1 0-1 0 0,1 0 0 0 0,25 6 160 0 0,-24-5-125 0 0,31 2 175 0 0,0-2 1 0 0,0-1 0 0 0,1-1 0 0 0,-1-2-1 0 0,54-12 1 0 0,2 1-88 0 0,133-17 103 0 0,201-19-47 0 0,117 40-296 0 0,156-15 418 0 0,-280 26 629 0 0,-346 2-952 0 0,15 4 94 0 0,104 23 0 0 0,-1 1 32 0 0,370 56-965 0 0,-417-62 558 0 0,-68-16 669 0 0,1-4-1 0 0,109-5 0 0 0,7 0-76 0 0,-134 3-352 0 0,-1 3 1 0 0,1 3 0 0 0,-2 2 0 0 0,1 2-1 0 0,85 33 1 0 0,-19-8-2396 0 0,-112-35-549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0:57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25 446 9674 0 0,'-1'0'49'0'0,"0"1"1"0"0,-1-1-1 0 0,1 0 0 0 0,0 1 0 0 0,0-1 1 0 0,-1 1-1 0 0,1-1 0 0 0,0 1 0 0 0,0 0 1 0 0,0-1-1 0 0,0 1 0 0 0,0 0 1 0 0,0 0-1 0 0,0 0 0 0 0,0 0 0 0 0,0 0 1 0 0,0 0-1 0 0,0 0 0 0 0,0 0 0 0 0,1 0 1 0 0,-2 2-1 0 0,2-3-57 0 0,0 1-1 0 0,0 0 1 0 0,0 0 0 0 0,0-1-1 0 0,-1 1 1 0 0,1 0 0 0 0,0 0 0 0 0,0 0-1 0 0,1-1 1 0 0,-1 1 0 0 0,0 0-1 0 0,0 0 1 0 0,0-1 0 0 0,0 1-1 0 0,1 0 1 0 0,-1 0 0 0 0,0-1 0 0 0,1 1-1 0 0,-1 0 1 0 0,1-1 0 0 0,-1 1-1 0 0,0-1 1 0 0,1 1 0 0 0,0 0-1 0 0,-1-1 1 0 0,1 1 0 0 0,-1-1 0 0 0,1 1-1 0 0,0-1 1 0 0,-1 0 0 0 0,1 1-1 0 0,0-1 1 0 0,-1 1 0 0 0,1-1-1 0 0,0 0 1 0 0,-1 0 0 0 0,1 0 0 0 0,1 1-1 0 0,4 0-25 0 0,0 0 0 0 0,0-1 0 0 0,0 0-1 0 0,0 0 1 0 0,0 0 0 0 0,0 0 0 0 0,0-1 0 0 0,0 0-1 0 0,0-1 1 0 0,0 1 0 0 0,0-1 0 0 0,0 0 0 0 0,8-5 0 0 0,27-6 234 0 0,420-47 2558 0 0,-169 30-1413 0 0,11-3-737 0 0,34-4 227 0 0,268-33 819 0 0,-42-10-881 0 0,-219 30 315 0 0,-260 39-813 0 0,103-6 75 0 0,-92 10-339 0 0,111-22-1 0 0,-131 15 112 0 0,0 4 1 0 0,107-2 0 0 0,152 26 1553 0 0,-329-14-1781 0 0,-4 0 44 0 0,0 0 1 0 0,0 0-1 0 0,0 0 1 0 0,1 0 0 0 0,-1 0-1 0 0,0 0 1 0 0,0 0-1 0 0,0 0 1 0 0,0 0 0 0 0,1 1-1 0 0,-1-1 1 0 0,0 0-1 0 0,0 1 1 0 0,0-1 0 0 0,0 1-1 0 0,0-1 1 0 0,0 1 0 0 0,0-1-1 0 0,2 2 1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3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52 206 1376 0 0,'-37'6'2620'0'0,"23"-4"1279"0"0,35-11-1182 0 0,76-27-830 0 0,109-24 1 0 0,106-9 2481 0 0,-247 56-4169 0 0,-12 3-1557 0 0,0 2-1 0 0,1 3 1 0 0,68 2 0 0 0,-97 4-4456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3.4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 5065 0 0,'3'-1'352'0'0,"0"-1"1"0"0,1 1-1 0 0,-1 0 0 0 0,0 0 0 0 0,1 0 1 0 0,-1 0-1 0 0,0 1 0 0 0,1-1 0 0 0,-1 1 1 0 0,1 0-1 0 0,-1 0 0 0 0,1 0 0 0 0,-1 0 0 0 0,1 1 1 0 0,-1-1-1 0 0,0 1 0 0 0,1 0 0 0 0,-1 0 1 0 0,0 0-1 0 0,1 0 0 0 0,-1 1 0 0 0,0 0 1 0 0,0-1-1 0 0,0 1 0 0 0,0 0 0 0 0,-1 0 1 0 0,1 0-1 0 0,0 1 0 0 0,-1-1 0 0 0,0 1 1 0 0,1 0-1 0 0,2 4 0 0 0,2 3 118 0 0,0 1 0 0 0,-1 0 0 0 0,0 0 0 0 0,-1 0 0 0 0,0 1 1 0 0,-1-1-1 0 0,5 24 0 0 0,29 217 1238 0 0,-29-164-1794 0 0,5 0 1 0 0,28 97-1 0 0,-23-134-1283 0 0,-9-32 65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4.4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9 423 8754 0 0,'-1'0'82'0'0,"0"0"0"0"0,1 1 0 0 0,-1-1 0 0 0,1 0 0 0 0,-1 1 0 0 0,1-1 0 0 0,0 0 0 0 0,-1 1 0 0 0,1-1 0 0 0,-1 1 0 0 0,1-1 0 0 0,0 1-1 0 0,-1-1 1 0 0,1 1 0 0 0,0-1 0 0 0,0 1 0 0 0,-1-1 0 0 0,1 1 0 0 0,0-1 0 0 0,0 1 0 0 0,0 0 0 0 0,0-1 0 0 0,-1 1 0 0 0,1-1 0 0 0,0 1 0 0 0,0 0 0 0 0,0-1 0 0 0,0 1 0 0 0,1-1 0 0 0,-1 1 0 0 0,0-1 0 0 0,0 1 0 0 0,0 0 0 0 0,0-1 0 0 0,1 1 0 0 0,-1-1 0 0 0,0 1 0 0 0,0-1 0 0 0,1 1 0 0 0,-1-1 0 0 0,0 1 0 0 0,1-1 0 0 0,-1 1 0 0 0,1-1 0 0 0,-1 0 0 0 0,0 1 0 0 0,1-1-1 0 0,-1 1 1 0 0,1-1 0 0 0,-1 0 0 0 0,1 0 0 0 0,-1 1 0 0 0,1-1 0 0 0,0 0 0 0 0,-1 0 0 0 0,1 0 0 0 0,-1 1 0 0 0,1-1 0 0 0,-1 0 0 0 0,1 0 0 0 0,0 0 0 0 0,3 1 255 0 0,-1 0-1 0 0,0 0 1 0 0,0 0 0 0 0,1-1 0 0 0,-1 1-1 0 0,0-1 1 0 0,1 1 0 0 0,-1-1-1 0 0,0 0 1 0 0,6-1 0 0 0,1-3-225 0 0,-1-1 1 0 0,0 1-1 0 0,0-1 1 0 0,-1-1 0 0 0,0 0-1 0 0,0 0 1 0 0,0-1-1 0 0,0 1 1 0 0,-1-2-1 0 0,7-8 1 0 0,2-4 192 0 0,0-1-1 0 0,22-40 1 0 0,-26 39-305 0 0,-1 0 0 0 0,-1-1 0 0 0,12-37 0 0 0,-20 54 0 0 0,-1 0 0 0 0,1 0 0 0 0,-1 0 0 0 0,0-1 0 0 0,-1 1 0 0 0,1 0 0 0 0,-1 0 0 0 0,0 0 0 0 0,-1-1 0 0 0,1 1 0 0 0,-1 0 0 0 0,-1 0 0 0 0,1 0 0 0 0,-1 0 0 0 0,0 0 0 0 0,0 0 0 0 0,-1 1 0 0 0,0-1 0 0 0,-6-9 0 0 0,8 13-33 0 0,-1 0 0 0 0,1 1 0 0 0,0-1 0 0 0,-1 1 0 0 0,1-1 0 0 0,-1 1 0 0 0,0 0 0 0 0,1 0-1 0 0,-1-1 1 0 0,0 1 0 0 0,0 0 0 0 0,0 1 0 0 0,0-1 0 0 0,0 0 0 0 0,0 0 0 0 0,0 1 0 0 0,0-1 0 0 0,0 1 0 0 0,0 0 0 0 0,0 0-1 0 0,0 0 1 0 0,0 0 0 0 0,0 0 0 0 0,0 0 0 0 0,0 0 0 0 0,0 0 0 0 0,0 1 0 0 0,0-1 0 0 0,0 1 0 0 0,0 0 0 0 0,0 0-1 0 0,0 0 1 0 0,0-1 0 0 0,0 2 0 0 0,0-1 0 0 0,1 0 0 0 0,-1 0 0 0 0,1 0 0 0 0,-1 1 0 0 0,1-1 0 0 0,-1 1 0 0 0,-1 2 0 0 0,-3 3-134 0 0,0 0 1 0 0,0 0 0 0 0,1 1-1 0 0,1-1 1 0 0,-1 1 0 0 0,1 0 0 0 0,0 0-1 0 0,-4 15 1 0 0,5-7 178 0 0,0 1 0 0 0,1-1 0 0 0,1 0 0 0 0,0 1 0 0 0,2-1 0 0 0,0 1 0 0 0,0-1 1 0 0,2 0-1 0 0,0 0 0 0 0,1 0 0 0 0,0 0 0 0 0,8 17 0 0 0,-7-21 113 0 0,0-2-1 0 0,0 1 1 0 0,1-1 0 0 0,1 0-1 0 0,0 0 1 0 0,0 0-1 0 0,15 14 1 0 0,-16-19-48 0 0,0 0 1 0 0,0 0-1 0 0,1 0 0 0 0,0-1 1 0 0,0 0-1 0 0,0 0 0 0 0,0-1 1 0 0,0 0-1 0 0,1 0 0 0 0,-1-1 0 0 0,1 0 1 0 0,10 2-1 0 0,-12-3-70 0 0,0-1 0 0 0,0 1 0 0 0,0-1-1 0 0,0-1 1 0 0,0 1 0 0 0,0-1 0 0 0,1 0 0 0 0,-2 0-1 0 0,1-1 1 0 0,0 1 0 0 0,0-1 0 0 0,0-1 0 0 0,-1 1 0 0 0,1-1-1 0 0,-1 0 1 0 0,0 0 0 0 0,0 0 0 0 0,0-1 0 0 0,0 0-1 0 0,-1 0 1 0 0,1 0 0 0 0,-1-1 0 0 0,0 1 0 0 0,0-1 0 0 0,-1 0-1 0 0,6-11 1 0 0,3-7-21 0 0,-1-2 0 0 0,-1 1 0 0 0,-1-1 1 0 0,9-47-1 0 0,-14 55 38 0 0,-3 14-21 0 0,3-13 52 0 0,1 0 0 0 0,9-22 0 0 0,-13 34-22 0 0,1 1-1 0 0,-1 0 1 0 0,1 0 0 0 0,0 0-1 0 0,0 0 1 0 0,0 0 0 0 0,0 0 0 0 0,0 1-1 0 0,1-1 1 0 0,-1 1 0 0 0,1-1-1 0 0,-1 1 1 0 0,1 0 0 0 0,0 0-1 0 0,0 0 1 0 0,0 1 0 0 0,0-1 0 0 0,5-1-1 0 0,-6 3-2 0 0,0 0-1 0 0,0 0 1 0 0,0 0-1 0 0,0 0 0 0 0,0 0 1 0 0,0 1-1 0 0,0-1 1 0 0,0 1-1 0 0,0-1 1 0 0,0 1-1 0 0,0 0 1 0 0,-1 0-1 0 0,1-1 0 0 0,0 1 1 0 0,0 1-1 0 0,-1-1 1 0 0,1 0-1 0 0,0 0 1 0 0,-1 1-1 0 0,1-1 0 0 0,-1 1 1 0 0,0-1-1 0 0,0 1 1 0 0,1-1-1 0 0,0 3 1 0 0,5 7 161 0 0,0 0 0 0 0,9 21 1 0 0,-13-25-123 0 0,13 24 152 0 0,28 67 57 0 0,-41-90-274 0 0,0 0 0 0 0,0 0-1 0 0,-1 0 1 0 0,-1 0 0 0 0,1 1-1 0 0,-1-1 1 0 0,-1 1-1 0 0,0-1 1 0 0,-1 15 0 0 0,-2-12 12 0 0,2-20 17 0 0,4-20-18 0 0,5-7-69 0 0,20-52 0 0 0,-23 76 40 0 0,0 0 1 0 0,1 0-1 0 0,0 1 1 0 0,1-1-1 0 0,0 1 1 0 0,1 1-1 0 0,16-19 1 0 0,-20 26 21 0 0,-1 0 0 0 0,0 0 0 0 0,1 0 0 0 0,0 0 0 0 0,0 1 0 0 0,-1-1 0 0 0,1 1 0 0 0,1 0 0 0 0,-1 0 0 0 0,0 0 0 0 0,1 1 0 0 0,-1 0 0 0 0,0 0 0 0 0,1 0 0 0 0,0 0 0 0 0,-1 0 0 0 0,1 1 0 0 0,-1 0 0 0 0,1 0 0 0 0,0 0 0 0 0,-1 1 0 0 0,1 0 0 0 0,-1 0 0 0 0,1 0 0 0 0,-1 0 0 0 0,1 0 0 0 0,-1 1 0 0 0,0 0 0 0 0,0 0 0 0 0,0 0 0 0 0,0 1 0 0 0,0-1 0 0 0,0 1 0 0 0,-1 0 0 0 0,1 0 0 0 0,-1 0 0 0 0,0 0 0 0 0,0 1 0 0 0,0-1 0 0 0,0 1 0 0 0,0 0 0 0 0,-1 0 0 0 0,0 0 0 0 0,4 8 0 0 0,1 11 58 0 0,-1 0 1 0 0,0 0 0 0 0,-2 0-1 0 0,-1 1 1 0 0,1 24 0 0 0,2-71-164 0 0,1-1 0 0 0,2 1 1 0 0,0 1-1 0 0,1 0 0 0 0,1 0 0 0 0,2 1 1 0 0,0 0-1 0 0,0 1 0 0 0,2 1 0 0 0,21-22 1 0 0,-32 37 88 0 0,-1 1 0 0 0,1 0 0 0 0,0 0 0 0 0,0 0 0 0 0,0 0 0 0 0,1 0 0 0 0,-1 1 1 0 0,1 0-1 0 0,-1 0 0 0 0,1 0 0 0 0,0 0 0 0 0,0 1 0 0 0,-1 0 0 0 0,1 0 0 0 0,0 0 0 0 0,10 0 1 0 0,-9 2 65 0 0,0 0 1 0 0,0 0 0 0 0,0 1-1 0 0,0 0 1 0 0,0 0 0 0 0,0 0 0 0 0,-1 0-1 0 0,1 1 1 0 0,-1 0 0 0 0,1 0 0 0 0,-1 1-1 0 0,0-1 1 0 0,6 7 0 0 0,-2-1-5 0 0,0 1 1 0 0,0-1-1 0 0,-1 1 1 0 0,0 1-1 0 0,-1 0 1 0 0,0 0-1 0 0,-1 0 1 0 0,0 1-1 0 0,5 15 1 0 0,3 16-814 0 0,13 60 0 0 0,0 2-6815 0 0,-19-82 4974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4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 9218 0 0,'1'-2'235'0'0,"-1"0"-1"0"0,1 0 1 0 0,0 0-1 0 0,1 0 1 0 0,-1 0 0 0 0,0 1-1 0 0,0-1 1 0 0,1 0-1 0 0,-1 1 1 0 0,1 0 0 0 0,0-1-1 0 0,-1 1 1 0 0,1 0 0 0 0,0-1-1 0 0,0 1 1 0 0,-1 0-1 0 0,1 0 1 0 0,0 1 0 0 0,0-1-1 0 0,0 0 1 0 0,0 1-1 0 0,0-1 1 0 0,1 1 0 0 0,-1-1-1 0 0,0 1 1 0 0,0 0-1 0 0,0 0 1 0 0,0 0 0 0 0,0 0-1 0 0,0 1 1 0 0,0-1 0 0 0,1 0-1 0 0,-1 1 1 0 0,0 0-1 0 0,0-1 1 0 0,0 1 0 0 0,2 1-1 0 0,4 2 81 0 0,0 0 0 0 0,0 0 0 0 0,-1 0-1 0 0,0 1 1 0 0,0 0 0 0 0,0 1 0 0 0,0 0 0 0 0,-1 0 0 0 0,0 0-1 0 0,0 1 1 0 0,-1 0 0 0 0,1 0 0 0 0,-2 0 0 0 0,7 11-1 0 0,2 8-259 0 0,-1 0-1 0 0,-1 0 1 0 0,8 31-1 0 0,-10-27-1 0 0,-1 0 0 0 0,-2 1 0 0 0,4 39 0 0 0,-9-54-330 0 0,-1 0 0 0 0,0 0-1 0 0,-1-1 1 0 0,-1 1 0 0 0,0 0 0 0 0,-2-1-1 0 0,1 1 1 0 0,-9 19 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04.8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0 160 5065 0 0,'2'-6'357'0'0,"0"0"0"0"0,0 0 1 0 0,1 1-1 0 0,0-1 0 0 0,-1 1 0 0 0,2-1 0 0 0,-1 1 0 0 0,1 0 1 0 0,0 0-1 0 0,0 1 0 0 0,0-1 0 0 0,6-4 0 0 0,1-1 522 0 0,1 0 0 0 0,1 1-1 0 0,23-14 1 0 0,-24 18-365 0 0,1-1 0 0 0,-1 1 0 0 0,1 1 0 0 0,1 0 0 0 0,-1 1 0 0 0,0 0 0 0 0,1 1 0 0 0,16 0 0 0 0,-24 2-428 0 0,0-1 0 0 0,0 1 0 0 0,-1 1 0 0 0,1-1 0 0 0,0 1 0 0 0,-1 0 0 0 0,1 0 0 0 0,0 1 0 0 0,-1-1 0 0 0,0 1 0 0 0,1 0 0 0 0,-1 1 1 0 0,0 0-1 0 0,0-1 0 0 0,0 1 0 0 0,0 1 0 0 0,-1-1 0 0 0,1 1 0 0 0,-1 0 0 0 0,0 0 0 0 0,0 0 0 0 0,3 5 0 0 0,-5-4-86 0 0,0-1 0 0 0,0 1-1 0 0,-1 0 1 0 0,1-1-1 0 0,-1 1 1 0 0,0 0 0 0 0,0 0-1 0 0,-1 0 1 0 0,0 0 0 0 0,0-1-1 0 0,0 1 1 0 0,0 0 0 0 0,-1 0-1 0 0,0 0 1 0 0,0 0 0 0 0,0-1-1 0 0,0 1 1 0 0,-1 0 0 0 0,0-1-1 0 0,0 1 1 0 0,0-1 0 0 0,-5 8-1 0 0,-6 8-13 0 0,0-2 0 0 0,-1 1 0 0 0,-22 22 0 0 0,15-20-1079 0 0,0-1 0 0 0,-2-1-1 0 0,0-1 1 0 0,-45 27 0 0 0,53-36-5051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29.4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24 314 2761 0 0,'-3'-2'261'0'0,"1"0"1"0"0,0-1-1 0 0,0 1 1 0 0,0-1 0 0 0,1 1-1 0 0,-1-1 1 0 0,0 0-1 0 0,1 0 1 0 0,0 0 0 0 0,0 0-1 0 0,0 0 1 0 0,0 0 0 0 0,0 0-1 0 0,0 0 1 0 0,1 0-1 0 0,0 0 1 0 0,0 0 0 0 0,-1 0-1 0 0,2 0 1 0 0,-1-1-1 0 0,0 1 1 0 0,1 0 0 0 0,-1 0-1 0 0,1 0 1 0 0,0 0-1 0 0,0 0 1 0 0,0 0 0 0 0,0 0-1 0 0,3-4 1 0 0,1-2 432 0 0,-1 0 0 0 0,1 1 0 0 0,1-1 0 0 0,0 1 0 0 0,0 0 0 0 0,0 0 0 0 0,1 1 1 0 0,10-9-1 0 0,12-4-284 0 0,2 1-1 0 0,0 2 1 0 0,1 1 0 0 0,0 1 0 0 0,1 1 0 0 0,1 3 0 0 0,47-11 0 0 0,-76 20-395 0 0,0 1 0 0 0,0 0 0 0 0,0 0-1 0 0,1 0 1 0 0,-1 1 0 0 0,0 0 0 0 0,0 0 0 0 0,1 0 0 0 0,-1 1 0 0 0,0 0 0 0 0,0 0-1 0 0,0 0 1 0 0,0 1 0 0 0,6 1 0 0 0,-9-1 4 0 0,1-1-1 0 0,-1 1 1 0 0,1 0 0 0 0,-1 0 0 0 0,0 0-1 0 0,0 0 1 0 0,0 1 0 0 0,0-1-1 0 0,0 1 1 0 0,0-1 0 0 0,-1 1-1 0 0,1-1 1 0 0,-1 1 0 0 0,0 0 0 0 0,0 0-1 0 0,0 0 1 0 0,0-1 0 0 0,0 1-1 0 0,0 0 1 0 0,-1 0 0 0 0,0 0 0 0 0,1 0-1 0 0,-1 1 1 0 0,0-1 0 0 0,-1 4-1 0 0,0 7 36 0 0,-1 0-1 0 0,0-1 0 0 0,-1 1 1 0 0,-1-1-1 0 0,0 0 0 0 0,0 0 0 0 0,-12 22 1 0 0,-56 83 211 0 0,49-83-101 0 0,-25 47-1 0 0,47-80-138 0 0,0 0-1 0 0,0 0 0 0 0,0 1 0 0 0,1-1 1 0 0,-1 0-1 0 0,1 1 0 0 0,-1-1 1 0 0,1 0-1 0 0,-1 1 0 0 0,1-1 0 0 0,0 4 1 0 0,1-5-13 0 0,-1 0 0 0 0,0-1 1 0 0,0 1-1 0 0,0 0 0 0 0,1 0 1 0 0,-1-1-1 0 0,0 1 0 0 0,1 0 1 0 0,-1 0-1 0 0,1-1 0 0 0,-1 1 1 0 0,1 0-1 0 0,-1-1 0 0 0,1 1 1 0 0,0-1-1 0 0,-1 1 0 0 0,1-1 1 0 0,0 1-1 0 0,-1-1 0 0 0,1 1 1 0 0,0-1-1 0 0,1 1 0 0 0,1 0 17 0 0,1-1 0 0 0,0 1-1 0 0,0-1 1 0 0,0 0 0 0 0,-1 0 0 0 0,1 0-1 0 0,0 0 1 0 0,0-1 0 0 0,0 1-1 0 0,-1-1 1 0 0,1 0 0 0 0,5-2 0 0 0,96-42 229 0 0,-81 33-775 0 0,0 1 0 0 0,1 1 0 0 0,1 2 1 0 0,46-11-1 0 0,-44 15-6886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29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12 8290 0 0,'9'-12'8489'0'0,"-8"12"-8282"0"0,-4 20 80 0 0,-2-1-1 0 0,0-1 1 0 0,-2 1-1 0 0,-12 27 1 0 0,-9 25 130 0 0,24-59-361 0 0,-1 3 138 0 0,0 0 1 0 0,1 0-1 0 0,1 0 1 0 0,-3 30-1 0 0,5-42-138 0 0,1-1-1 0 0,0 1 1 0 0,0 0-1 0 0,0-1 0 0 0,1 1 1 0 0,-1 0-1 0 0,1-1 1 0 0,-1 1-1 0 0,1 0 1 0 0,0-1-1 0 0,0 1 1 0 0,0-1-1 0 0,1 1 1 0 0,-1-1-1 0 0,0 0 1 0 0,1 1-1 0 0,-1-1 0 0 0,1 0 1 0 0,0 0-1 0 0,0 0 1 0 0,0 0-1 0 0,0 0 1 0 0,0-1-1 0 0,0 1 1 0 0,1-1-1 0 0,-1 1 1 0 0,0-1-1 0 0,1 0 0 0 0,-1 0 1 0 0,1 0-1 0 0,-1 0 1 0 0,1 0-1 0 0,0-1 1 0 0,-1 1-1 0 0,4 0 1 0 0,11 0 12 0 0,-1 0 0 0 0,0-1 0 0 0,0 0 0 0 0,1-1 0 0 0,16-4 0 0 0,83-21 448 0 0,-21 3-312 0 0,-46 16-1805 0 0,0 1-1 0 0,62 1 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30.2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46 920 0 0,'-2'-46'17947'0'0,"3"47"-17779"0"0,0-1 6 0 0,0 1 1 0 0,0 0-1 0 0,0-1 1 0 0,0 1-1 0 0,0 0 1 0 0,0 0-1 0 0,0 0 1 0 0,0 0-1 0 0,0 0 1 0 0,0 0-1 0 0,-1 0 1 0 0,1 0-1 0 0,-1 1 1 0 0,1-1-1 0 0,0 0 0 0 0,-1 0 1 0 0,0 0-1 0 0,1 1 1 0 0,-1-1-1 0 0,0 3 1 0 0,6 33-25 0 0,-5-26 149 0 0,6 62 31 0 0,-5 121 0 0 0,-3-125-534 0 0,2-1 1 0 0,12 81-1 0 0,-12-143-27 0 0,0 0 0 0 0,0 0 0 0 0,1 0 0 0 0,0 0 0 0 0,0-1 1 0 0,4 7-1 0 0,0-2-370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30.6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9 221 3209 0 0,'-9'-32'5884'0'0,"13"48"-4248"0"0,2 18-755 0 0,-5-16-397 0 0,2-1 0 0 0,-1 0 0 0 0,2 0 0 0 0,0-1 0 0 0,1 1 0 0 0,1-1 0 0 0,13 26 0 0 0,-15-35-270 0 0,1 1 1 0 0,0-1 0 0 0,0 0 0 0 0,1-1-1 0 0,0 1 1 0 0,1-1 0 0 0,-1 0 0 0 0,1 0-1 0 0,0-1 1 0 0,0 0 0 0 0,1 0-1 0 0,-1-1 1 0 0,1 0 0 0 0,0 0 0 0 0,0-1-1 0 0,16 4 1 0 0,-17-5-100 0 0,0 0 0 0 0,-1-1 0 0 0,1 0 0 0 0,0 0-1 0 0,0 0 1 0 0,0-1 0 0 0,0-1 0 0 0,0 1 0 0 0,0-1 0 0 0,0 0 0 0 0,0 0-1 0 0,0-1 1 0 0,-1 0 0 0 0,1 0 0 0 0,9-5 0 0 0,-9 3-39 0 0,0-1 1 0 0,-1 0-1 0 0,1 0 1 0 0,-1 0-1 0 0,0-1 1 0 0,0 0 0 0 0,-1 0-1 0 0,1 0 1 0 0,-2-1-1 0 0,1 0 1 0 0,-1 0-1 0 0,7-14 1 0 0,-4 6-1 0 0,-2-1 0 0 0,0 1-1 0 0,-1-1 1 0 0,0 0 0 0 0,-1 0 0 0 0,-1 0 0 0 0,0-1 0 0 0,-2 1 0 0 0,0-1 0 0 0,-2-20 0 0 0,1 26-71 0 0,-1 0-1 0 0,0 1 1 0 0,0-1 0 0 0,-1 0-1 0 0,0 1 1 0 0,-1-1 0 0 0,0 1-1 0 0,-1 0 1 0 0,0 0 0 0 0,0 1-1 0 0,-1 0 1 0 0,-1 0 0 0 0,1 0 0 0 0,-1 0-1 0 0,-1 1 1 0 0,-8-7 0 0 0,11 11-101 0 0,0 1 0 0 0,0 0 1 0 0,0 0-1 0 0,0 1 1 0 0,0 0-1 0 0,0 0 0 0 0,0 0 1 0 0,-11-2-1 0 0,13 3-123 0 0,1 1 0 0 0,-1 0-1 0 0,1 0 1 0 0,-1-1 0 0 0,0 1-1 0 0,1 1 1 0 0,-1-1 0 0 0,1 0-1 0 0,-1 1 1 0 0,1-1 0 0 0,-1 1 0 0 0,1 0-1 0 0,0-1 1 0 0,-1 1 0 0 0,1 0-1 0 0,0 1 1 0 0,0-1 0 0 0,-1 0-1 0 0,1 1 1 0 0,0-1 0 0 0,-3 4-1 0 0,-3 7-1379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1:31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386 117 6913 0 0,'-1'-6'433'0'0,"0"0"-1"0"0,-1 1 1 0 0,0-1-1 0 0,0 0 1 0 0,-1 0-1 0 0,1 1 1 0 0,-1-1-1 0 0,0 1 1 0 0,-1 0-1 0 0,1 0 1 0 0,-1 0-1 0 0,0 1 1 0 0,0-1-1 0 0,-1 1 1 0 0,1 0-1 0 0,-1 0 1 0 0,0 0-1 0 0,0 1 0 0 0,0 0 1 0 0,0 0-1 0 0,-1 0 1 0 0,1 0-1 0 0,-1 1 1 0 0,0 0-1 0 0,0 0 1 0 0,0 1-1 0 0,-9-2 1 0 0,7 4-315 0 0,0 1 0 0 0,0-1 0 0 0,0 2 1 0 0,1-1-1 0 0,-1 1 0 0 0,1 0 0 0 0,0 1 0 0 0,0-1 1 0 0,0 1-1 0 0,0 1 0 0 0,1 0 0 0 0,-1-1 0 0 0,1 2 1 0 0,-9 9-1 0 0,-3 5-79 0 0,1 1-1 0 0,0 0 1 0 0,-13 24 0 0 0,20-30-31 0 0,1 1 0 0 0,1 0 1 0 0,0 0-1 0 0,1 1 0 0 0,1 0 0 0 0,-8 34 0 0 0,12-44-7 0 0,1-1-1 0 0,1 1 0 0 0,-1 0 0 0 0,1 0 1 0 0,0 0-1 0 0,1-1 0 0 0,0 1 1 0 0,0 0-1 0 0,0-1 0 0 0,1 1 1 0 0,0 0-1 0 0,0-1 0 0 0,1 0 1 0 0,0 0-1 0 0,0 1 0 0 0,0-2 1 0 0,1 1-1 0 0,-1 0 0 0 0,2-1 1 0 0,-1 1-1 0 0,7 5 0 0 0,-1-1 50 0 0,1-1 0 0 0,1-1 0 0 0,-1 1 0 0 0,1-2 0 0 0,1 0 0 0 0,0 0 0 0 0,0-1-1 0 0,0-1 1 0 0,0 0 0 0 0,1-1 0 0 0,0 0 0 0 0,0-1 0 0 0,0-1 0 0 0,0 0 0 0 0,0-1 0 0 0,0 0 0 0 0,1-1 0 0 0,-1-1 0 0 0,0 0-1 0 0,0-1 1 0 0,1-1 0 0 0,-2 0 0 0 0,1-1 0 0 0,0 0 0 0 0,-1-1 0 0 0,1 0 0 0 0,18-12 0 0 0,-11 4-536 0 0,-1 0 0 0 0,31-28 0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8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87 6449 0 0,'3'-19'2028'0'0,"-3"14"-1113"0"0,0-1 0 0 0,1 1-1 0 0,-1-1 1 0 0,1 1-1 0 0,1 0 1 0 0,-1-1-1 0 0,1 1 1 0 0,0 0-1 0 0,0 0 1 0 0,4-7-1 0 0,-5 12-843 0 0,-1-1-1 0 0,1 1 0 0 0,0 0 1 0 0,-1-1-1 0 0,1 1 1 0 0,0 0-1 0 0,-1 0 0 0 0,1 0 1 0 0,0-1-1 0 0,-1 1 1 0 0,1 0-1 0 0,0 0 0 0 0,-1 0 1 0 0,1 0-1 0 0,0 0 1 0 0,-1 0-1 0 0,1 0 0 0 0,0 0 1 0 0,-1 1-1 0 0,1-1 0 0 0,0 0 1 0 0,-1 0-1 0 0,1 1 1 0 0,0-1-1 0 0,-1 0 0 0 0,1 1 1 0 0,0-1-1 0 0,-1 0 1 0 0,1 1-1 0 0,-1-1 0 0 0,1 1 1 0 0,-1-1-1 0 0,1 1 1 0 0,-1-1-1 0 0,0 1 0 0 0,1-1 1 0 0,-1 1-1 0 0,1 1 0 0 0,15 23 370 0 0,-11-9-320 0 0,0 0 0 0 0,-1 1 0 0 0,-1-1 0 0 0,0 1 0 0 0,0 23-1 0 0,-5 89 133 0 0,0-75-149 0 0,4 201 46 0 0,1-218-126 0 0,1 0 1 0 0,2-1-1 0 0,2 1 0 0 0,23 64 0 0 0,6-5-3313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8.3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118 201 4145 0 0,'-20'4'2466'0'0,"-1"1"0"0"0,1 1 0 0 0,-36 17 1 0 0,66-21-1798 0 0,1 1 0 0 0,0 0 0 0 0,-1 1 1 0 0,14 6-1 0 0,-9 0-443 0 0,0 1-1 0 0,-1 1 1 0 0,-1 0 0 0 0,1 0 0 0 0,-2 2-1 0 0,0-1 1 0 0,12 20 0 0 0,-10-15-128 0 0,1 0 0 0 0,0 0-1 0 0,2-2 1 0 0,22 19 0 0 0,-34-31-78 0 0,1-1 0 0 0,0 1 1 0 0,0-1-1 0 0,0 0 0 0 0,0 0 1 0 0,0-1-1 0 0,1 0 0 0 0,-1 0 0 0 0,1 0 1 0 0,0-1-1 0 0,-1 0 0 0 0,1 0 1 0 0,0-1-1 0 0,0 0 0 0 0,0 0 0 0 0,-1 0 1 0 0,1-1-1 0 0,12-3 0 0 0,-5 0 78 0 0,1-2-1 0 0,-1 1 0 0 0,0-2 1 0 0,0 0-1 0 0,0-1 1 0 0,-1 0-1 0 0,0-1 0 0 0,-1 0 1 0 0,0-1-1 0 0,18-19 1 0 0,-3-1 211 0 0,-2-1 0 0 0,42-65 0 0 0,-27 30-295 0 0,46-109-1 0 0,-82 166-454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0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1 203 10594 0 0,'3'0'325'0'0,"0"-1"-1"0"0,-1 1 1 0 0,1 0-1 0 0,0-1 1 0 0,0 1-1 0 0,0-1 1 0 0,-1 0-1 0 0,5-2 1 0 0,211-76 5305 0 0,115-23-4112 0 0,-320 98-1938 0 0,-1 1-1 0 0,1 0 1 0 0,0 1 0 0 0,17 0-1 0 0,-12 3-6273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2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3 1840 0 0,'-10'-3'432'0'0,"28"16"2370"0"0,-10-4-2265 0 0,-1 0-1 0 0,0 1 0 0 0,0 0 0 0 0,-1 1 1 0 0,-1-1-1 0 0,1 1 0 0 0,-2 0 0 0 0,1 0 1 0 0,-2 1-1 0 0,1-1 0 0 0,-2 1 0 0 0,0 0 1 0 0,2 20-1 0 0,-2 20 1869 0 0,-7 100 1 0 0,1-93-2382 0 0,2-21-1256 0 0,-1-4-4575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63 11522 0 0,'-4'9'318'0'0,"1"-1"0"0"0,1 1-1 0 0,-1 0 1 0 0,1 0-1 0 0,1 0 1 0 0,0 0-1 0 0,0 0 1 0 0,1 0 0 0 0,0 0-1 0 0,2 11 1 0 0,-2 1 389 0 0,0-10-606 0 0,0-1 0 0 0,1 1 0 0 0,1-1-1 0 0,0 0 1 0 0,0 1 0 0 0,0-1 0 0 0,8 16-1 0 0,-9-24-87 0 0,0 0 0 0 0,0 1 0 0 0,0-1 0 0 0,0 0-1 0 0,1 1 1 0 0,-1-1 0 0 0,1 0 0 0 0,0 0 0 0 0,0 0-1 0 0,-1-1 1 0 0,1 1 0 0 0,1 0 0 0 0,-1-1 0 0 0,0 1-1 0 0,0-1 1 0 0,0 0 0 0 0,1 1 0 0 0,-1-1 0 0 0,1 0 0 0 0,-1-1-1 0 0,1 1 1 0 0,-1 0 0 0 0,1-1 0 0 0,-1 1 0 0 0,1-1-1 0 0,-1 0 1 0 0,1 0 0 0 0,0 0 0 0 0,-1 0 0 0 0,1 0-1 0 0,0-1 1 0 0,-1 1 0 0 0,1-1 0 0 0,-1 0 0 0 0,4-1-1 0 0,2-1 103 0 0,-1-1 0 0 0,0 0 0 0 0,1 0-1 0 0,-2-1 1 0 0,1 0 0 0 0,0 0 0 0 0,-1-1-1 0 0,0 0 1 0 0,0 0 0 0 0,-1 0 0 0 0,0-1 0 0 0,0 1-1 0 0,0-1 1 0 0,-1 0 0 0 0,0-1 0 0 0,-1 1-1 0 0,6-17 1 0 0,-5 15-92 0 0,-1-1 1 0 0,0 1-1 0 0,-1-1 0 0 0,0 0 0 0 0,0 0 0 0 0,-1 0 1 0 0,-1 0-1 0 0,0 0 0 0 0,0 0 0 0 0,-1 0 0 0 0,0 0 1 0 0,0 0-1 0 0,-1 0 0 0 0,-6-16 0 0 0,7 23-19 0 0,0 1-1 0 0,-1-1 1 0 0,1 1-1 0 0,-1-1 1 0 0,1 1-1 0 0,-1 0 1 0 0,0-1-1 0 0,0 1 1 0 0,0 0-1 0 0,0 0 1 0 0,0 1-1 0 0,-1-1 1 0 0,1 0-1 0 0,-1 1 1 0 0,1-1-1 0 0,-1 1 1 0 0,1 0-1 0 0,-1 0 1 0 0,1 0-1 0 0,-1 0 1 0 0,0 0-1 0 0,0 1 1 0 0,0-1-1 0 0,1 1 1 0 0,-5 0-1 0 0,0 0-135 0 0,-1 0 0 0 0,1 1 0 0 0,0 0-1 0 0,0 0 1 0 0,0 1 0 0 0,0 0 0 0 0,0 1-1 0 0,-13 5 1 0 0,-3 5-1105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29.9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59 10138 0 0,'0'0'70'0'0,"-1"0"0"0"0,1 0 0 0 0,-1 0-1 0 0,1 0 1 0 0,0 0 0 0 0,-1 1 0 0 0,1-1-1 0 0,-1 0 1 0 0,1 0 0 0 0,0 0 0 0 0,-1 1 0 0 0,1-1-1 0 0,0 0 1 0 0,-1 1 0 0 0,1-1 0 0 0,0 0 0 0 0,-1 1-1 0 0,1-1 1 0 0,0 0 0 0 0,0 1 0 0 0,0-1-1 0 0,-1 0 1 0 0,1 1 0 0 0,0-1 0 0 0,0 1 0 0 0,0-1-1 0 0,0 1 1 0 0,0-1 0 0 0,-1 0 0 0 0,1 1 0 0 0,0-1-1 0 0,0 1 1 0 0,0-1 0 0 0,0 1 0 0 0,1-1-1 0 0,-1 0 1 0 0,0 1 0 0 0,10 22 1052 0 0,30 23-616 0 0,-34-39-246 0 0,3 3-206 0 0,-2-1 97 0 0,0-1 0 0 0,1 0 0 0 0,0 0 1 0 0,1-1-1 0 0,16 11 0 0 0,-23-16-127 0 0,1-1 0 0 0,-1 0 0 0 0,1 0 1 0 0,0 0-1 0 0,0 0 0 0 0,-1-1 0 0 0,1 1 0 0 0,0-1 0 0 0,0 1 1 0 0,0-1-1 0 0,0 0 0 0 0,0 0 0 0 0,0 0 0 0 0,-1-1 0 0 0,1 1 1 0 0,0-1-1 0 0,0 0 0 0 0,0 1 0 0 0,-1-1 0 0 0,1 0 0 0 0,0-1 1 0 0,-1 1-1 0 0,1 0 0 0 0,-1-1 0 0 0,1 1 0 0 0,-1-1 0 0 0,3-3 0 0 0,5-3-64 0 0,-2 0-1 0 0,1-1 1 0 0,-1 0-1 0 0,-1-1 1 0 0,1 0-1 0 0,-2 0 1 0 0,10-17-1 0 0,-2-3-121 0 0,14-48 0 0 0,-28 78 169 0 0,0 0 1 0 0,0 0-1 0 0,0-1 0 0 0,0 1 0 0 0,0 0 0 0 0,0 0 0 0 0,1 0 0 0 0,-1-1 0 0 0,0 1 0 0 0,0 0 0 0 0,0 0 1 0 0,0-1-1 0 0,0 1 0 0 0,0 0 0 0 0,0 0 0 0 0,0 0 0 0 0,1-1 0 0 0,-1 1 0 0 0,0 0 0 0 0,0 0 0 0 0,0 0 1 0 0,0 0-1 0 0,1-1 0 0 0,-1 1 0 0 0,0 0 0 0 0,0 0 0 0 0,1 0 0 0 0,-1 0 0 0 0,0 0 0 0 0,0 0 0 0 0,0 0 1 0 0,1-1-1 0 0,-1 1 0 0 0,0 0 0 0 0,0 0 0 0 0,1 0 0 0 0,-1 0 0 0 0,0 0 0 0 0,0 0 0 0 0,1 0 0 0 0,-1 0 1 0 0,8 11 704 0 0,5 22 863 0 0,-12-28-1328 0 0,7 17 347 0 0,-5-11-656 0 0,1-1-1 0 0,0 1 0 0 0,1-1 1 0 0,0 0-1 0 0,1 0 1 0 0,0 0-1 0 0,10 13 0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0.6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146 353 2304 0 0,'1'-2'382'0'0,"-1"1"-1"0"0,0-1 0 0 0,0 0 0 0 0,0 0 0 0 0,0 0 0 0 0,0 0 0 0 0,-1 1 0 0 0,1-1 0 0 0,0 0 0 0 0,-1 0 0 0 0,0 1 0 0 0,1-1 0 0 0,-1 0 0 0 0,0 1 0 0 0,0-1 0 0 0,0 0 0 0 0,0 1 0 0 0,0-1 0 0 0,0 1 0 0 0,0 0 0 0 0,0-1 0 0 0,-1 1 0 0 0,1 0 0 0 0,0 0 0 0 0,-1 0 0 0 0,1 0 0 0 0,-3-2 0 0 0,2 3-182 0 0,0 0 1 0 0,0 0-1 0 0,0 0 1 0 0,0 0-1 0 0,0 0 1 0 0,1 1-1 0 0,-1-1 1 0 0,0 1-1 0 0,0-1 1 0 0,0 1-1 0 0,1-1 1 0 0,-1 1-1 0 0,0 0 0 0 0,1 0 1 0 0,-1 0-1 0 0,1 0 1 0 0,-1 0-1 0 0,1 0 1 0 0,-1 0-1 0 0,1 1 1 0 0,0-1-1 0 0,-1 0 1 0 0,1 1-1 0 0,0-1 1 0 0,0 1-1 0 0,-1 2 1 0 0,-10 13 51 0 0,1 1 0 0 0,1 0 0 0 0,0 0 0 0 0,2 1 0 0 0,-9 25 0 0 0,14-35-275 0 0,1 0 0 0 0,0 0 0 0 0,0 0 0 0 0,1 0 0 0 0,0 0 0 0 0,1 0 0 0 0,0 0 0 0 0,0 0 0 0 0,1 1 0 0 0,0-1-1 0 0,1 0 1 0 0,0 0 0 0 0,0-1 0 0 0,5 13 0 0 0,-6-19 20 0 0,0 0-1 0 0,-1 0 1 0 0,1 0 0 0 0,0 0-1 0 0,0 0 1 0 0,1-1 0 0 0,-1 1-1 0 0,0 0 1 0 0,0-1-1 0 0,1 1 1 0 0,-1-1 0 0 0,1 0-1 0 0,-1 1 1 0 0,1-1 0 0 0,0 0-1 0 0,0 0 1 0 0,-1 0-1 0 0,1 0 1 0 0,0 0 0 0 0,0 0-1 0 0,0-1 1 0 0,3 2 0 0 0,-3-2-29 0 0,1 0 0 0 0,0-1 1 0 0,0 1-1 0 0,0 0 0 0 0,0-1 1 0 0,0 0-1 0 0,-1 1 0 0 0,1-1 1 0 0,0 0-1 0 0,-1 0 0 0 0,1-1 1 0 0,-1 1-1 0 0,1-1 1 0 0,2-1-1 0 0,8-7-421 0 0,-1-1 0 0 0,0 0 1 0 0,0-1-1 0 0,12-17 0 0 0,-24 29 441 0 0,24-30-864 0 0,-2-1 1 0 0,-1-1-1 0 0,-1-1 1 0 0,-2-1-1 0 0,22-58 1 0 0,-30 63 1131 0 0,-1-1 0 0 0,8-52 1 0 0,-13 57 822 0 0,-2-1 0 0 0,-1 1 0 0 0,-4-44 1 0 0,-3 49 988 0 0,0 31-98 0 0,-3 33-476 0 0,7 6-1263 0 0,3-1 0 0 0,1 1 1 0 0,12 66-1 0 0,1-40-114 0 0,34 106-1 0 0,-46-171-114 0 0,1-1 0 0 0,0 0 0 0 0,1 0 1 0 0,0-1-1 0 0,0 1 0 0 0,10 12 0 0 0,-14-21-3 0 0,1 1-1 0 0,-1 0 1 0 0,1-1-1 0 0,-1 1 1 0 0,1-1-1 0 0,-1 1 1 0 0,1-1-1 0 0,0 0 1 0 0,-1 1-1 0 0,1-1 0 0 0,0 0 1 0 0,0 0-1 0 0,0-1 1 0 0,0 1-1 0 0,0 0 1 0 0,0-1-1 0 0,0 1 1 0 0,0-1-1 0 0,0 1 1 0 0,0-1-1 0 0,1 0 1 0 0,-1 0-1 0 0,0 0 1 0 0,0 0-1 0 0,0-1 1 0 0,0 1-1 0 0,0 0 1 0 0,0-1-1 0 0,0 1 1 0 0,0-1-1 0 0,0 0 1 0 0,0 0-1 0 0,0 0 1 0 0,0 0-1 0 0,0 0 1 0 0,0 0-1 0 0,-1 0 1 0 0,1-1-1 0 0,2-1 1 0 0,4-5-50 0 0,0 0 1 0 0,0-1-1 0 0,0 0 0 0 0,-1 0 0 0 0,-1-1 1 0 0,10-18-1 0 0,27-70-438 0 0,-4 8-85 0 0,-29 72 454 0 0,1-1 1 0 0,25-31-1 0 0,-32 45 103 0 0,0 0-1 0 0,0 0 0 0 0,1 0 1 0 0,0 1-1 0 0,0 0 0 0 0,0 0 1 0 0,0 0-1 0 0,1 1 0 0 0,-1 0 1 0 0,1 0-1 0 0,0 0 0 0 0,0 1 1 0 0,0 0-1 0 0,7-2 0 0 0,-11 4 38 0 0,0 0-1 0 0,0-1 0 0 0,0 1 0 0 0,0 0 0 0 0,0 0 1 0 0,0 1-1 0 0,0-1 0 0 0,0 0 0 0 0,0 1 0 0 0,-1-1 0 0 0,1 1 1 0 0,0-1-1 0 0,0 1 0 0 0,0 0 0 0 0,0 0 0 0 0,-1 0 0 0 0,1 0 1 0 0,0 0-1 0 0,-1 0 0 0 0,1 1 0 0 0,-1-1 0 0 0,0 0 0 0 0,1 1 1 0 0,-1-1-1 0 0,0 1 0 0 0,0 0 0 0 0,0-1 0 0 0,2 4 0 0 0,2 5 174 0 0,-1 1-1 0 0,-1-1 0 0 0,1 1 0 0 0,1 14 0 0 0,-3-16-100 0 0,0 0 0 0 0,1 0 0 0 0,-1-1-1 0 0,7 13 1 0 0,-6-17-209 0 0,0 0 1 0 0,0 1-1 0 0,0-1 0 0 0,1-1 1 0 0,-1 1-1 0 0,1 0 0 0 0,0-1 1 0 0,0 0-1 0 0,0 0 0 0 0,1 0 1 0 0,-1-1-1 0 0,8 4 0 0 0,10 1-7530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1.6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 10594 0 0,'-1'0'123'0'0,"1"0"0"0"0,0 0 1 0 0,-1-1-1 0 0,1 1 0 0 0,0 0 0 0 0,-1 0 0 0 0,1 0 0 0 0,-1 0 0 0 0,1 0 0 0 0,0 0 0 0 0,-1 0 0 0 0,1 0 1 0 0,0 1-1 0 0,-1-1 0 0 0,1 0 0 0 0,0 0 0 0 0,-1 0 0 0 0,-2 2 1231 0 0,3-1-1231 0 0,0-1 0 0 0,0 0 0 0 0,-1 1 1 0 0,1-1-1 0 0,0 0 0 0 0,0 0 0 0 0,0 1 0 0 0,0-1 0 0 0,0 1 0 0 0,0-1 0 0 0,0 0 0 0 0,-1 1 0 0 0,1-1 1 0 0,0 0-1 0 0,0 1 0 0 0,0-1 0 0 0,0 0 0 0 0,0 1 0 0 0,1-1 0 0 0,-1 0 0 0 0,0 1 0 0 0,0-1 0 0 0,0 0 0 0 0,0 1 1 0 0,0-1-1 0 0,0 0 0 0 0,1 1 0 0 0,7 30 245 0 0,-5-20-50 0 0,23 108 413 0 0,-5 1 1 0 0,6 142-1 0 0,14 94-1170 0 0,-21-268-4396 0 0,-17-73-860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1.9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0 5985 0 0,'-2'1'249'0'0,"0"1"-1"0"0,0-1 0 0 0,0 1 0 0 0,0-1 1 0 0,1 1-1 0 0,-1 0 0 0 0,0-1 0 0 0,1 1 1 0 0,-1 0-1 0 0,1 0 0 0 0,0 0 0 0 0,0 0 1 0 0,0 0-1 0 0,0 0 0 0 0,0 1 1 0 0,0-1-1 0 0,0 0 0 0 0,1 0 0 0 0,-1 1 1 0 0,1-1-1 0 0,0 0 0 0 0,0 1 0 0 0,0-1 1 0 0,0 1-1 0 0,0-1 0 0 0,0 0 1 0 0,0 1-1 0 0,2 3 0 0 0,-1-2-82 0 0,0 0 1 0 0,1 0-1 0 0,-1 0 1 0 0,1 0-1 0 0,0-1 1 0 0,0 1-1 0 0,1-1 0 0 0,-1 1 1 0 0,1-1-1 0 0,-1 0 1 0 0,1 0-1 0 0,0 0 0 0 0,0 0 1 0 0,1 0-1 0 0,-1-1 1 0 0,5 3-1 0 0,29 16 1101 0 0,2-1 0 0 0,1-3 0 0 0,0-1 0 0 0,69 17 0 0 0,-104-31-1251 0 0,0-1 1 0 0,1 0-1 0 0,-1-1 1 0 0,1 0-1 0 0,-1 1 1 0 0,1-2-1 0 0,0 1 1 0 0,-1-1-1 0 0,1 0 1 0 0,-1 0-1 0 0,0 0 0 0 0,1-1 1 0 0,-1 1-1 0 0,0-1 1 0 0,0-1-1 0 0,9-4 1 0 0,-7 1-2 0 0,-1 1 0 0 0,0 0 1 0 0,0-1-1 0 0,0-1 0 0 0,-1 1 0 0 0,0 0 1 0 0,0-1-1 0 0,-1 0 0 0 0,0-1 1 0 0,6-12-1 0 0,4-12-1489 0 0,-2-2-3349 0 0,-1-1-2275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3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0 121 920 0 0,'5'-16'5110'0'0,"10"-9"-3972"0"0,-9 17-635 0 0,1 1-1 0 0,0 0 0 0 0,0 0 1 0 0,0 1-1 0 0,1 0 1 0 0,0 0-1 0 0,0 0 0 0 0,16-6 1 0 0,-21 10-225 0 0,1 0 1 0 0,0 0-1 0 0,0 0 1 0 0,0 1-1 0 0,0 0 1 0 0,0 0-1 0 0,1 0 1 0 0,-1 0-1 0 0,0 0 1 0 0,0 1 0 0 0,1 0-1 0 0,-1 0 1 0 0,0 0-1 0 0,1 0 1 0 0,-1 1-1 0 0,0 0 1 0 0,0 0-1 0 0,0 0 1 0 0,1 0-1 0 0,-1 1 1 0 0,0-1-1 0 0,4 4 1 0 0,-5-2-245 0 0,0 0 0 0 0,0 0 0 0 0,-1 0 0 0 0,0 1-1 0 0,1-1 1 0 0,-1 1 0 0 0,-1-1 0 0 0,1 1 0 0 0,0 0 0 0 0,-1 0 0 0 0,0-1 0 0 0,0 1 0 0 0,0 0 0 0 0,0 0 0 0 0,-1 0-1 0 0,1 1 1 0 0,-1-1 0 0 0,0 0 0 0 0,0 0 0 0 0,-1 5 0 0 0,-1 7 33 0 0,0 1 1 0 0,-1-1-1 0 0,-7 27 0 0 0,-3-8 224 0 0,-19 39-1 0 0,-1 2 512 0 0,32-76-795 0 0,1 0-1 0 0,0 1 1 0 0,0-1-1 0 0,0 0 1 0 0,0 0-1 0 0,0 0 1 0 0,-1 1-1 0 0,1-1 1 0 0,0 0-1 0 0,0 0 1 0 0,0 0-1 0 0,0 1 0 0 0,0-1 1 0 0,0 0-1 0 0,0 0 1 0 0,0 1-1 0 0,0-1 1 0 0,0 0-1 0 0,0 0 1 0 0,0 1-1 0 0,0-1 1 0 0,0 0-1 0 0,0 0 1 0 0,0 0-1 0 0,0 1 1 0 0,0-1-1 0 0,0 0 0 0 0,0 0 1 0 0,0 1-1 0 0,0-1 1 0 0,1 0-1 0 0,-1 0 1 0 0,0 0-1 0 0,0 1 1 0 0,0-1-1 0 0,0 0 1 0 0,0 0-1 0 0,1 0 1 0 0,-1 0-1 0 0,0 1 1 0 0,0-1-1 0 0,0 0 0 0 0,1 0 1 0 0,-1 0-1 0 0,0 0 1 0 0,0 0-1 0 0,15-4 91 0 0,26-23-178 0 0,-29 20 69 0 0,1-2 1 0 0,0 2 0 0 0,0 0-1 0 0,1 0 1 0 0,0 2-1 0 0,0-1 1 0 0,20-3 0 0 0,-30 8 10 0 0,0 0 1 0 0,0 1 0 0 0,-1-1 0 0 0,1 1 0 0 0,0 0 0 0 0,0 0 0 0 0,0 0-1 0 0,0 0 1 0 0,-1 1 0 0 0,1 0 0 0 0,0 0 0 0 0,0 0 0 0 0,-1 0 0 0 0,1 0 0 0 0,0 1-1 0 0,-1 0 1 0 0,0-1 0 0 0,1 1 0 0 0,-1 1 0 0 0,0-1 0 0 0,0 0 0 0 0,0 1-1 0 0,0-1 1 0 0,-1 1 0 0 0,1 0 0 0 0,-1 0 0 0 0,1 0 0 0 0,-1 0 0 0 0,3 7-1 0 0,-2-4 47 0 0,-1 0 0 0 0,0 1 0 0 0,0-1-1 0 0,-1 1 1 0 0,1 0 0 0 0,-1 0-1 0 0,-1-1 1 0 0,1 1 0 0 0,-1 0-1 0 0,-1 0 1 0 0,1 0 0 0 0,-1-1-1 0 0,0 1 1 0 0,0 0 0 0 0,-1-1 0 0 0,0 1-1 0 0,0-1 1 0 0,-1 1 0 0 0,0-1-1 0 0,-5 8 1 0 0,4-6-15 0 0,-1 0 0 0 0,0 0 0 0 0,0-1 0 0 0,-1 1 0 0 0,0-1 0 0 0,-1-1 0 0 0,1 1 0 0 0,-1-1 0 0 0,0 0 0 0 0,-1-1 0 0 0,0 0 0 0 0,1 0 0 0 0,-2 0 0 0 0,-13 5 0 0 0,22-10-54 0 0,0 0-70 0 0,0 0-1 0 0,-1 1 1 0 0,1-1-1 0 0,-1 0 1 0 0,1 0 0 0 0,-1 0-1 0 0,1 0 1 0 0,0 1-1 0 0,-1-1 1 0 0,1 0 0 0 0,-1 0-1 0 0,1 0 1 0 0,-1 0-1 0 0,1 0 1 0 0,-1 0 0 0 0,1 0-1 0 0,-1 0 1 0 0,1 0-1 0 0,-1-1 1 0 0,1 1 0 0 0,-1 0-1 0 0,1 0 1 0 0,0 0-1 0 0,-1 0 1 0 0,1-1 0 0 0,-1 1-1 0 0,0-1 1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3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90 1376 0 0,'6'-20'1898'0'0,"-5"14"-977"0"0,1 0 1 0 0,0 0-1 0 0,0-1 1 0 0,1 1-1 0 0,-1 1 1 0 0,7-10-1 0 0,-8 13-729 0 0,1 1-1 0 0,-1-1 1 0 0,1 1-1 0 0,0-1 0 0 0,-1 1 1 0 0,1 0-1 0 0,0-1 0 0 0,0 1 1 0 0,0 0-1 0 0,0 0 0 0 0,0 1 1 0 0,0-1-1 0 0,0 0 0 0 0,0 1 1 0 0,1-1-1 0 0,-1 1 1 0 0,0-1-1 0 0,0 1 0 0 0,0 0 1 0 0,1 0-1 0 0,-1 0 0 0 0,0 1 1 0 0,0-1-1 0 0,4 1 0 0 0,-4 0-63 0 0,1 0 0 0 0,-1 0-1 0 0,1 0 1 0 0,-1 0 0 0 0,0 0-1 0 0,1 1 1 0 0,-1-1-1 0 0,0 1 1 0 0,0 0 0 0 0,0 0-1 0 0,0-1 1 0 0,0 1 0 0 0,-1 0-1 0 0,1 1 1 0 0,-1-1-1 0 0,1 0 1 0 0,-1 0 0 0 0,0 1-1 0 0,1-1 1 0 0,-1 0 0 0 0,0 1-1 0 0,-1 0 1 0 0,2 3-1 0 0,1 5 22 0 0,-1 0 0 0 0,0-1 0 0 0,-1 1 0 0 0,0 16 0 0 0,-3 5 131 0 0,-1 0-1 0 0,-2-1 1 0 0,-2 0 0 0 0,-18 56 0 0 0,-4 19 1482 0 0,28-105-1723 0 0,1-1 0 0 0,0 1 1 0 0,0 0-1 0 0,-1 0 0 0 0,1-1 1 0 0,0 1-1 0 0,0 0 1 0 0,0 0-1 0 0,0 0 0 0 0,0-1 1 0 0,0 1-1 0 0,0 0 1 0 0,0 0-1 0 0,0-1 0 0 0,1 1 1 0 0,-1 0-1 0 0,0 0 0 0 0,0-1 1 0 0,1 1-1 0 0,-1 0 1 0 0,0 0-1 0 0,1-1 0 0 0,-1 1 1 0 0,1 0-1 0 0,0 0-21 0 0,0-1 0 0 0,0 0 0 0 0,-1 0-1 0 0,1 0 1 0 0,0 0 0 0 0,0 1 0 0 0,0-1 0 0 0,-1 0 0 0 0,1 0 0 0 0,0-1-1 0 0,0 1 1 0 0,0 0 0 0 0,0 0 0 0 0,-1 0 0 0 0,1-1 0 0 0,0 1 0 0 0,0 0-1 0 0,-1 0 1 0 0,2-1 0 0 0,44-29-50 0 0,-34 21 128 0 0,124-71-309 0 0,-75 52-6346 0 0,-31 17-373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4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69 8754 0 0,'-6'6'315'0'0,"0"-1"1"0"0,1 0-1 0 0,-1 1 0 0 0,2 0 1 0 0,-1 0-1 0 0,0 1 1 0 0,-6 13-1 0 0,-21 51 1351 0 0,31-68-1629 0 0,-3 6 160 0 0,1 0-1 0 0,0 1 1 0 0,1-1 0 0 0,0 1-1 0 0,0 0 1 0 0,1-1 0 0 0,0 21-1 0 0,1-27-143 0 0,0 0 0 0 0,1 1-1 0 0,-1-1 1 0 0,1 0-1 0 0,-1 1 1 0 0,1-1-1 0 0,0 0 1 0 0,1 0-1 0 0,-1 0 1 0 0,0 0-1 0 0,1 0 1 0 0,0 0 0 0 0,0 0-1 0 0,-1-1 1 0 0,2 1-1 0 0,-1-1 1 0 0,0 1-1 0 0,0-1 1 0 0,1 0-1 0 0,-1 0 1 0 0,1 0-1 0 0,0 0 1 0 0,0 0 0 0 0,0 0-1 0 0,0-1 1 0 0,0 1-1 0 0,4 0 1 0 0,-4-1 100 0 0,-1-1 0 0 0,1 0 1 0 0,0 0-1 0 0,-1 0 0 0 0,1 0 0 0 0,0 0 1 0 0,-1 0-1 0 0,1-1 0 0 0,-1 1 1 0 0,1-1-1 0 0,0 0 0 0 0,-1 0 0 0 0,0 0 1 0 0,1 0-1 0 0,-1 0 0 0 0,1 0 1 0 0,-1-1-1 0 0,0 1 0 0 0,0-1 0 0 0,0 1 1 0 0,0-1-1 0 0,0 0 0 0 0,0 0 1 0 0,-1 0-1 0 0,1 0 0 0 0,0 0 0 0 0,-1-1 1 0 0,3-3-1 0 0,3-7 220 0 0,0 0 0 0 0,-1-1 0 0 0,9-24 0 0 0,-8 17-252 0 0,-2 0 0 0 0,0-1 0 0 0,3-29 0 0 0,-7 42-118 0 0,-1-1-1 0 0,1 1 1 0 0,-2-1 0 0 0,1 1 0 0 0,-2 0 0 0 0,1-1 0 0 0,-1 1-1 0 0,0 0 1 0 0,-1 0 0 0 0,-5-12 0 0 0,7 19-119 0 0,0 0 0 0 0,-1 0 0 0 0,1 0 0 0 0,-1 0-1 0 0,1 0 1 0 0,-1 0 0 0 0,0 0 0 0 0,1 1 0 0 0,-1-1 0 0 0,0 0 0 0 0,0 1 0 0 0,0 0 0 0 0,0-1 0 0 0,-1 1 0 0 0,1 0 0 0 0,0 0 0 0 0,0 1 0 0 0,-1-1 0 0 0,1 0 0 0 0,-1 1-1 0 0,1-1 1 0 0,0 1 0 0 0,-1 0 0 0 0,1 0 0 0 0,-1 0 0 0 0,1 0 0 0 0,-1 0 0 0 0,1 0 0 0 0,0 1 0 0 0,-1-1 0 0 0,1 1 0 0 0,-1 0 0 0 0,1-1 0 0 0,-3 3 0 0 0,-10 5 81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2:34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261 33 5065 0 0,'-3'-3'651'0'0,"-1"0"0"0"0,0 0-1 0 0,0 0 1 0 0,0 0 0 0 0,-1 1 0 0 0,1-1 0 0 0,0 1-1 0 0,-1 0 1 0 0,0 1 0 0 0,1-1 0 0 0,-1 1 0 0 0,0 0-1 0 0,-9-2 1 0 0,8 3-571 0 0,0 0-1 0 0,-1 0 1 0 0,1 0-1 0 0,0 1 1 0 0,0 0 0 0 0,0 0-1 0 0,0 0 1 0 0,0 1-1 0 0,0 0 1 0 0,1 0 0 0 0,-1 1-1 0 0,0-1 1 0 0,1 1-1 0 0,0 0 1 0 0,0 1 0 0 0,0-1-1 0 0,-6 6 1 0 0,3 0 65 0 0,-1 1 0 0 0,2 0-1 0 0,0 0 1 0 0,0 0 0 0 0,0 1 0 0 0,1 0 0 0 0,1 0 0 0 0,0 0 0 0 0,1 1 0 0 0,0 0 0 0 0,0 0 0 0 0,2 0 0 0 0,-1 0 0 0 0,2 1 0 0 0,-1-1 0 0 0,2 0 0 0 0,-1 1 0 0 0,3 15 0 0 0,-1-21-7 0 0,0 1 0 0 0,0 0 0 0 0,1 0 0 0 0,0-1 1 0 0,0 1-1 0 0,0-1 0 0 0,1 1 0 0 0,1-1 0 0 0,-1 0 1 0 0,1 0-1 0 0,0-1 0 0 0,1 1 0 0 0,0-1 0 0 0,0 0 1 0 0,0 0-1 0 0,0 0 0 0 0,1-1 0 0 0,0 0 1 0 0,0 0-1 0 0,1 0 0 0 0,-1-1 0 0 0,1 0 0 0 0,0 0 1 0 0,0-1-1 0 0,1 0 0 0 0,-1 0 0 0 0,0-1 0 0 0,1 1 1 0 0,11 0-1 0 0,-8-1-94 0 0,1-1-1 0 0,-1-1 1 0 0,1 0 0 0 0,-1-1 0 0 0,0 0 0 0 0,1-1 0 0 0,-1 0-1 0 0,0 0 1 0 0,0-2 0 0 0,0 1 0 0 0,0-1 0 0 0,0-1 0 0 0,-1 0-1 0 0,15-9 1 0 0,6-7-141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2.9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201 133 5985 0 0,'12'-15'1134'0'0,"-1"1"-1"0"0,-1-2 1 0 0,0 1 0 0 0,-2-1-1 0 0,11-24 1 0 0,-19 39-1065 0 0,1 1 0 0 0,-1 0 0 0 0,0-1 0 0 0,0 1 0 0 0,1-1 0 0 0,-1 1 0 0 0,0-1 0 0 0,0 1 0 0 0,0 0 0 0 0,0-1 0 0 0,0 1 0 0 0,0-1 0 0 0,1 1-1 0 0,-1-1 1 0 0,0 1 0 0 0,0-1 0 0 0,0 1 0 0 0,-1-1 0 0 0,1 1 0 0 0,0-1 0 0 0,0 1 0 0 0,0-1 0 0 0,0 1 0 0 0,0-1 0 0 0,0 1 0 0 0,-1 0 0 0 0,1-1 0 0 0,0 1 0 0 0,0-1 0 0 0,-1 1 0 0 0,1 0 0 0 0,0-1 0 0 0,-1 1 0 0 0,1 0 0 0 0,0-1 0 0 0,-1 1 0 0 0,0-1 0 0 0,-19 6 1365 0 0,-22 19-160 0 0,20-7-830 0 0,1 2 0 0 0,1 0 0 0 0,-36 44 0 0 0,44-48-229 0 0,0 1 0 0 0,1 1 0 0 0,1 0 0 0 0,1 1 0 0 0,0 0 0 0 0,-8 28 0 0 0,15-43-218 0 0,1 1 0 0 0,0-1 1 0 0,0 1-1 0 0,1 0 1 0 0,-1-1-1 0 0,1 1 1 0 0,0-1-1 0 0,0 1 1 0 0,0 0-1 0 0,0-1 0 0 0,1 1 1 0 0,-1 0-1 0 0,1-1 1 0 0,0 1-1 0 0,0-1 1 0 0,0 1-1 0 0,1-1 0 0 0,-1 0 1 0 0,1 1-1 0 0,0-1 1 0 0,0 0-1 0 0,0 0 1 0 0,0 0-1 0 0,5 5 1 0 0,-1-3-4 0 0,1-1 0 0 0,-1 1 0 0 0,1-1 0 0 0,0-1 0 0 0,0 1 1 0 0,1-1-1 0 0,-1 0 0 0 0,1-1 0 0 0,-1 0 0 0 0,13 2 1 0 0,68 8-142 0 0,-68-11 86 0 0,0 1 1 0 0,0 0 0 0 0,-1 2 0 0 0,1 0 0 0 0,-1 2 0 0 0,0 0 0 0 0,27 12-1 0 0,-43-16 63 0 0,0 0-1 0 0,-1-1 0 0 0,1 1 0 0 0,0 1 0 0 0,-1-1 1 0 0,1 0-1 0 0,-1 1 0 0 0,0-1 0 0 0,1 1 0 0 0,-1-1 0 0 0,-1 1 1 0 0,1 0-1 0 0,0 0 0 0 0,-1 0 0 0 0,1 0 0 0 0,-1 0 1 0 0,0 1-1 0 0,1 5 0 0 0,-1-2 26 0 0,-1-1-1 0 0,1 0 1 0 0,-2 0-1 0 0,1 1 1 0 0,-1-1 0 0 0,0 0-1 0 0,0 0 1 0 0,0 0 0 0 0,-5 10-1 0 0,-3 5 226 0 0,0 0 1 0 0,-2-1-1 0 0,-1 0 0 0 0,-21 27 0 0 0,-1-5-87 0 0,-59 56-1 0 0,71-76-473 0 0,-4 8-2102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3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0 604 5065 0 0,'1'-2'106'0'0,"-1"0"0"0"0,0-1-1 0 0,1 1 1 0 0,0 0 0 0 0,-1 0-1 0 0,1 0 1 0 0,0 0 0 0 0,0 0 0 0 0,0 0-1 0 0,0 0 1 0 0,1 0 0 0 0,-1 0 0 0 0,0 1-1 0 0,1-1 1 0 0,-1 0 0 0 0,3-1-1 0 0,4-7 287 0 0,12-19 815 0 0,-1 0 0 0 0,-2-2 0 0 0,-1 0 0 0 0,17-50 0 0 0,-25 56-992 0 0,-1-1 0 0 0,-1 1 0 0 0,-1-1 1 0 0,-1-1-1 0 0,-2 1 0 0 0,-1-45 0 0 0,-4-53-303 0 0,0 117 85 0 0,-2 13 64 0 0,-2 12 105 0 0,-6 37 292 0 0,-12 102 1 0 0,23-138-414 0 0,2 1 1 0 0,-1-1 0 0 0,2 1 0 0 0,1-1-1 0 0,0 0 1 0 0,2 1 0 0 0,0-1-1 0 0,1-1 1 0 0,7 20 0 0 0,-9-33-95 0 0,-1 1 1 0 0,1 0 0 0 0,1-1-1 0 0,-1 0 1 0 0,1 1-1 0 0,0-1 1 0 0,0-1-1 0 0,0 1 1 0 0,1-1-1 0 0,-1 1 1 0 0,1-1 0 0 0,0 0-1 0 0,0-1 1 0 0,9 5-1 0 0,-10-6-84 0 0,0-1 0 0 0,-1 0 0 0 0,1 0 0 0 0,0 0 0 0 0,0 0 0 0 0,0-1 0 0 0,0 1 0 0 0,0-1 0 0 0,0 0 0 0 0,0 0 0 0 0,-1 0 0 0 0,1-1 0 0 0,0 0 0 0 0,0 1 0 0 0,0-1-1 0 0,0-1 1 0 0,-1 1 0 0 0,1 0 0 0 0,0-1 0 0 0,-1 0 0 0 0,1 0 0 0 0,-1 0 0 0 0,0 0 0 0 0,4-4 0 0 0,9-8 79 0 0,-1-2 1 0 0,0 0-1 0 0,-1-1 0 0 0,-1 0 0 0 0,-1-1 1 0 0,0-1-1 0 0,15-34 0 0 0,-17 32 282 0 0,1 0 0 0 0,2 1 0 0 0,0 0 1 0 0,0 1-1 0 0,2 0 0 0 0,18-17 0 0 0,-29 32-166 0 0,0 1 1 0 0,1-1-1 0 0,-1 1 0 0 0,1 0 0 0 0,0 0 1 0 0,0 0-1 0 0,0 1 0 0 0,0 0 1 0 0,1 0-1 0 0,-1 0 0 0 0,1 0 1 0 0,8-1-1 0 0,-10 3 9 0 0,-1 0 0 0 0,0 0 0 0 0,1 1 1 0 0,-1-1-1 0 0,0 1 0 0 0,1-1 0 0 0,-1 1 0 0 0,0 0 0 0 0,0 0 0 0 0,0 1 0 0 0,0-1 0 0 0,0 1 1 0 0,0-1-1 0 0,0 1 0 0 0,0 0 0 0 0,0 0 0 0 0,-1 0 0 0 0,1 0 0 0 0,-1 1 0 0 0,0-1 0 0 0,1 1 1 0 0,2 4-1 0 0,6 11 363 0 0,-1 0 1 0 0,-1 0-1 0 0,13 38 1 0 0,14 28 1325 0 0,-32-76-1654 0 0,1-1 1 0 0,-1 1-1 0 0,2-1 0 0 0,-1 0 0 0 0,1-1 0 0 0,0 1 0 0 0,14 10 0 0 0,-19-15-106 0 0,1 0 0 0 0,0-1 0 0 0,0 1-1 0 0,0-1 1 0 0,0 0 0 0 0,0 1-1 0 0,0-1 1 0 0,0 0 0 0 0,0 0 0 0 0,0 0-1 0 0,1-1 1 0 0,-1 1 0 0 0,0-1 0 0 0,1 1-1 0 0,-1-1 1 0 0,0 0 0 0 0,1 0 0 0 0,-1 1-1 0 0,0-2 1 0 0,1 1 0 0 0,-1 0 0 0 0,0 0-1 0 0,1-1 1 0 0,-1 0 0 0 0,0 1 0 0 0,1-1-1 0 0,-1 0 1 0 0,0 0 0 0 0,0 0 0 0 0,0 0-1 0 0,0 0 1 0 0,0-1 0 0 0,0 1-1 0 0,0-1 1 0 0,0 1 0 0 0,-1-1 0 0 0,1 0-1 0 0,-1 0 1 0 0,1 1 0 0 0,1-4 0 0 0,5-8 2 0 0,0-1 0 0 0,-1 0 0 0 0,-1 0 0 0 0,0-1 0 0 0,4-16 0 0 0,0 1 20 0 0,-7 22 6 0 0,0 1 0 0 0,1-1-1 0 0,1 1 1 0 0,-1 0-1 0 0,6-7 1 0 0,-9 13-27 0 0,0 0-1 0 0,-1-1 1 0 0,1 1 0 0 0,0 0-1 0 0,0 0 1 0 0,0 0 0 0 0,0 0-1 0 0,0 0 1 0 0,0 1 0 0 0,0-1-1 0 0,0 0 1 0 0,0 0 0 0 0,0 1-1 0 0,0-1 1 0 0,0 0 0 0 0,1 1-1 0 0,-1 0 1 0 0,0-1 0 0 0,0 1-1 0 0,1-1 1 0 0,-1 1 0 0 0,0 0-1 0 0,1 0 1 0 0,-1 0-1 0 0,0 0 1 0 0,1 0 0 0 0,-1 0-1 0 0,0 0 1 0 0,1 0 0 0 0,-1 1-1 0 0,0-1 1 0 0,1 0 0 0 0,-1 1-1 0 0,0-1 1 0 0,0 1 0 0 0,0 0-1 0 0,1-1 1 0 0,-1 1 0 0 0,0 0-1 0 0,0 0 1 0 0,1 0 0 0 0,1 4 67 0 0,0 0 1 0 0,-1 0 0 0 0,1 0-1 0 0,-1 0 1 0 0,0 0-1 0 0,-1 1 1 0 0,1-1 0 0 0,-1 1-1 0 0,0-1 1 0 0,0 1 0 0 0,-1-1-1 0 0,1 8 1 0 0,3 24 399 0 0,-2-31-647 0 0,0 0-1 0 0,0 0 1 0 0,0 0-1 0 0,1 0 1 0 0,0-1 0 0 0,0 1-1 0 0,6 8 1 0 0,6 4-412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4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179 11 5985 0 0,'-10'-9'5337'0'0,"9"9"-5004"0"0,1 0 1 0 0,-1-1-1 0 0,0 1 1 0 0,0 0-1 0 0,-1 0 1 0 0,-22 3 3205 0 0,18-1-3037 0 0,0 0 0 0 0,0 1-1 0 0,0 0 1 0 0,0 0 0 0 0,-6 4-1 0 0,9-5-465 0 0,0 1 0 0 0,1-1 0 0 0,-1 0 0 0 0,0 1-1 0 0,1-1 1 0 0,-1 1 0 0 0,1 0 0 0 0,0 0 0 0 0,0 0 0 0 0,0 0 0 0 0,0 0-1 0 0,0 0 1 0 0,1 0 0 0 0,-1 1 0 0 0,1-1 0 0 0,0 0 0 0 0,0 1-1 0 0,1 0 1 0 0,-1-1 0 0 0,1 1 0 0 0,-1-1 0 0 0,1 1 0 0 0,0-1 0 0 0,0 1-1 0 0,1 0 1 0 0,-1-1 0 0 0,1 1 0 0 0,0-1 0 0 0,0 1 0 0 0,0-1-1 0 0,0 1 1 0 0,0-1 0 0 0,1 0 0 0 0,0 0 0 0 0,0 1 0 0 0,0-1-1 0 0,0 0 1 0 0,0-1 0 0 0,0 1 0 0 0,1 0 0 0 0,-1-1 0 0 0,1 1 0 0 0,0-1-1 0 0,0 0 1 0 0,0 0 0 0 0,0 0 0 0 0,0 0 0 0 0,3 1 0 0 0,36 9-3 0 0,-36-10-63 0 0,1-1 1 0 0,-1 1 0 0 0,1 0 0 0 0,-1 0-1 0 0,10 6 1 0 0,-15-7 3 0 0,0-1 1 0 0,0 1-1 0 0,0 0 1 0 0,0 0-1 0 0,-1 0 1 0 0,1 0-1 0 0,0 0 1 0 0,-1 0-1 0 0,1 0 0 0 0,-1 1 1 0 0,1-1-1 0 0,-1 0 1 0 0,0 0-1 0 0,0 0 1 0 0,1 0-1 0 0,-1 1 1 0 0,0-1-1 0 0,0 0 1 0 0,0 0-1 0 0,0 0 0 0 0,0 1 1 0 0,0-1-1 0 0,0 0 1 0 0,-1 0-1 0 0,1 0 1 0 0,0 0-1 0 0,-1 1 1 0 0,1-1-1 0 0,-1 0 0 0 0,1 0 1 0 0,-2 1-1 0 0,-21 38-433 0 0,20-36 422 0 0,-9 13 59 0 0,-2 0-1 0 0,0-1 1 0 0,0 0-1 0 0,-2-1 0 0 0,-31 23 1 0 0,-13 0-5457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4.3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29 3225 0 0,'-16'1'8653'0'0,"15"0"-8398"0"0,-18 22 3026 0 0,-10 31-730 0 0,25-46-2224 0 0,-3 6 250 0 0,1 1 1 0 0,-7 23 0 0 0,12-35-525 0 0,0-1 1 0 0,0 1-1 0 0,1 0 1 0 0,-1-1 0 0 0,1 1-1 0 0,-1 0 1 0 0,1-1 0 0 0,0 1-1 0 0,0 0 1 0 0,1 0-1 0 0,-1-1 1 0 0,0 1 0 0 0,1 0-1 0 0,0-1 1 0 0,-1 1 0 0 0,1-1-1 0 0,0 1 1 0 0,1-1-1 0 0,-1 1 1 0 0,0-1 0 0 0,1 1-1 0 0,2 2 1 0 0,-2-3-43 0 0,1 0-1 0 0,0-1 1 0 0,-1 1 0 0 0,1-1 0 0 0,0 0 0 0 0,0 0-1 0 0,0 0 1 0 0,0 0 0 0 0,0 0 0 0 0,0 0 0 0 0,1-1-1 0 0,-1 0 1 0 0,0 1 0 0 0,0-1 0 0 0,0 0-1 0 0,1-1 1 0 0,-1 1 0 0 0,0 0 0 0 0,0-1 0 0 0,0 0-1 0 0,5-1 1 0 0,2-2 47 0 0,1 0 0 0 0,-1 0 0 0 0,0-1 0 0 0,17-11 0 0 0,-11 5 81 0 0,0-1-1 0 0,-2-1 1 0 0,18-17 0 0 0,-25 22-162 0 0,0-1 0 0 0,0 1 0 0 0,-1-1 1 0 0,0 0-1 0 0,0 0 0 0 0,-1-1 0 0 0,5-13 0 0 0,-9 21 34 0 0,0 0 1 0 0,0 0 0 0 0,-1 0-1 0 0,1 0 1 0 0,-1 0 0 0 0,0 0-1 0 0,1 0 1 0 0,-1 0-1 0 0,0 0 1 0 0,0 0 0 0 0,-1 0-1 0 0,1 0 1 0 0,0 0 0 0 0,-1 0-1 0 0,1 0 1 0 0,-1 0 0 0 0,1 0-1 0 0,-1 0 1 0 0,0 0-1 0 0,0 0 1 0 0,-1-2 0 0 0,0 2-18 0 0,0 0 0 0 0,0 0 1 0 0,0 1-1 0 0,-1-1 0 0 0,1 0 0 0 0,-1 1 1 0 0,1-1-1 0 0,-1 1 0 0 0,1 0 0 0 0,-1 0 1 0 0,1 0-1 0 0,-1 0 0 0 0,-4 0 0 0 0,-8-2-2 0 0,0 2-1 0 0,1 0 0 0 0,-1 0 0 0 0,-21 3 0 0 0,35-2 16 0 0,-4 1-187 0 0,-12 0 79 0 0,0 0-1 0 0,-24 7 0 0 0,36-7-758 0 0,0 0-1 0 0,0 1 1 0 0,1 0-1 0 0,-1 0 1 0 0,0 1-1 0 0,1-1 0 0 0,-7 6 1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4.7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80 167 2761 0 0,'-41'-40'1779'0'0,"2"8"11503"0"0,65 42-11604 0 0,-16-4-1557 0 0,-1 1-1 0 0,0 0 1 0 0,-1 0 0 0 0,0 1-1 0 0,0 0 1 0 0,11 16 0 0 0,33 57 1168 0 0,-42-61-1069 0 0,2-1 0 0 0,0 0-1 0 0,1 0 1 0 0,19 19 0 0 0,-32-38-219 0 0,0 0 0 0 0,0 0 0 0 0,0 0-1 0 0,0 0 1 0 0,0 0 0 0 0,0 0 0 0 0,0 0 0 0 0,0 0 0 0 0,1 1 0 0 0,-1-1 0 0 0,0 0 0 0 0,0 0-1 0 0,0 0 1 0 0,0 0 0 0 0,0 0 0 0 0,0 0 0 0 0,0 0 0 0 0,0 0 0 0 0,0 0 0 0 0,1 0 0 0 0,-1 0-1 0 0,0 0 1 0 0,0 0 0 0 0,0 0 0 0 0,0 0 0 0 0,0 0 0 0 0,0 0 0 0 0,0 0 0 0 0,1 0 0 0 0,-1 0-1 0 0,0 0 1 0 0,0 0 0 0 0,0 0 0 0 0,0 0 0 0 0,0 0 0 0 0,0 0 0 0 0,0 0 0 0 0,0 0 0 0 0,1 0-1 0 0,-1 0 1 0 0,0 0 0 0 0,0 0 0 0 0,0 0 0 0 0,0 0 0 0 0,0-1 0 0 0,0 1 0 0 0,0 0 0 0 0,0 0-1 0 0,0 0 1 0 0,0 0 0 0 0,0 0 0 0 0,1 0 0 0 0,-1 0 0 0 0,0 0 0 0 0,0 0 0 0 0,0-1 0 0 0,0 1-1 0 0,1-12 129 0 0,-4-25 201 0 0,2 17-184 0 0,0 2-66 0 0,2 0 0 0 0,0 1 0 0 0,1-1 0 0 0,0 0 0 0 0,2 1 0 0 0,9-30 0 0 0,-9 36-145 0 0,1-1-1 0 0,0 1 0 0 0,1 1 1 0 0,1-1-1 0 0,-1 1 1 0 0,2 0-1 0 0,-1 1 0 0 0,1-1 1 0 0,1 2-1 0 0,16-15 1 0 0,2 3-390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7.3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107 284 920 0 0,'-14'-11'387'0'0,"0"0"1"0"0,0-1-1 0 0,1 0 0 0 0,1-1 0 0 0,-17-22 0 0 0,27 31-113 0 0,1 0-1 0 0,-1 1 1 0 0,1-1-1 0 0,0 0 1 0 0,0 0-1 0 0,0 0 1 0 0,0 0-1 0 0,1-1 1 0 0,0 1-1 0 0,0 0 1 0 0,0 0-1 0 0,0 0 1 0 0,1 0-1 0 0,1-8 0 0 0,19-61 4598 0 0,-16 59-3356 0 0,-4 11-1081 0 0,0 1-1 0 0,0-1 1 0 0,0 0 0 0 0,0 0-1 0 0,1 0 1 0 0,-1 1 0 0 0,1-1-1 0 0,-1 1 1 0 0,1-1 0 0 0,3-2-1 0 0,-4 5-365 0 0,-1 0 1 0 0,0-1-1 0 0,1 1 0 0 0,-1 0 0 0 0,0 0 0 0 0,1 0 0 0 0,-1-1 0 0 0,0 1 0 0 0,1 0 0 0 0,-1 0 0 0 0,1 0 0 0 0,-1 0 0 0 0,0 0 0 0 0,1 0 1 0 0,-1 0-1 0 0,1 0 0 0 0,-1 0 0 0 0,0 0 0 0 0,1 0 0 0 0,-1 0 0 0 0,1 0 0 0 0,-1 0 0 0 0,0 1 0 0 0,1-1 0 0 0,-1 0 0 0 0,1 0 1 0 0,-1 0-1 0 0,1 1 0 0 0,11 18 591 0 0,2 23-371 0 0,13 72-1 0 0,-6-21-72 0 0,56 303-238 0 0,-34 4-2 0 0,-20-166 33 0 0,-14-170-870 0 0,-9-60 83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7.8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13 280 10594 0 0,'-2'-2'196'0'0,"1"-1"-1"0"0,0 1 0 0 0,-1-1 0 0 0,1 1 1 0 0,0-1-1 0 0,0 0 0 0 0,0 1 0 0 0,1-1 1 0 0,-1 0-1 0 0,0-5 0 0 0,1 7 33 0 0,0 0-1 0 0,-1-1 1 0 0,1 1-1 0 0,0-1 1 0 0,0 1-1 0 0,0 0 1 0 0,0-1-1 0 0,0 1 1 0 0,0-1-1 0 0,1 1 1 0 0,-1 0-1 0 0,0-1 1 0 0,1 1-1 0 0,-1 0 1 0 0,1-1-1 0 0,0 1 1 0 0,-1 0-1 0 0,1 0 1 0 0,0-1-1 0 0,-1 1 1 0 0,1 0 0 0 0,0 0-1 0 0,1-1 1 0 0,1 3-155 0 0,-1 0 0 0 0,0-1 0 0 0,0 1 0 0 0,0 1 0 0 0,0-1 0 0 0,0 0 0 0 0,0 0 0 0 0,0 1 1 0 0,0-1-1 0 0,0 1 0 0 0,0 0 0 0 0,-1 0 0 0 0,1-1 0 0 0,1 4 0 0 0,3 2 248 0 0,12 11 424 0 0,27 38-1 0 0,-32-39-660 0 0,0 0-1 0 0,1-1 1 0 0,0 0-1 0 0,2-1 1 0 0,19 16-1 0 0,-31-29-79 0 0,1 1-1 0 0,-1 0 1 0 0,0-1 0 0 0,1 0-1 0 0,0 0 1 0 0,-1 0 0 0 0,1-1-1 0 0,0 1 1 0 0,0-1-1 0 0,0-1 1 0 0,0 1 0 0 0,0 0-1 0 0,0-1 1 0 0,0 0-1 0 0,0 0 1 0 0,0-1 0 0 0,0 1-1 0 0,-1-1 1 0 0,1 0-1 0 0,0-1 1 0 0,0 1 0 0 0,0-1-1 0 0,-1 0 1 0 0,1 0-1 0 0,-1 0 1 0 0,1-1 0 0 0,3-2-1 0 0,4-4 65 0 0,0-1-1 0 0,0 0 1 0 0,-1 0 0 0 0,-1-1-1 0 0,0 0 1 0 0,0-1-1 0 0,15-26 1 0 0,49-102 622 0 0,-49 90-426 0 0,-20 39-238 0 0,59-106 135 0 0,-63 117-501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8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219 37 6913 0 0,'1'-2'46'0'0,"15"-24"3346"0"0,-16 17-801 0 0,-13 12-311 0 0,5 1-1883 0 0,1 1 0 0 0,0 0 0 0 0,0 1 1 0 0,0 0-1 0 0,1 0 0 0 0,0 0 0 0 0,0 1 0 0 0,-9 13 0 0 0,-36 64 620 0 0,43-68-834 0 0,-7 10 46 0 0,-38 76-14 0 0,48-91-219 0 0,1 0 0 0 0,0 1 1 0 0,0 0-1 0 0,1-1 0 0 0,1 1 0 0 0,0 1 0 0 0,0 12 1 0 0,2-23-18 0 0,0 0 0 0 0,0 0 0 0 0,0 0 0 0 0,0-1 0 0 0,0 1 0 0 0,0 0 0 0 0,1 0 1 0 0,-1 0-1 0 0,1 0 0 0 0,-1-1 0 0 0,1 1 0 0 0,0 0 0 0 0,-1-1 0 0 0,1 1 0 0 0,0 0 0 0 0,0-1 0 0 0,0 1 1 0 0,1-1-1 0 0,-1 1 0 0 0,0-1 0 0 0,0 0 0 0 0,1 0 0 0 0,-1 1 0 0 0,1-1 0 0 0,-1 0 0 0 0,1 0 1 0 0,-1 0-1 0 0,1-1 0 0 0,0 1 0 0 0,-1 0 0 0 0,1-1 0 0 0,0 1 0 0 0,0-1 0 0 0,0 1 0 0 0,-1-1 0 0 0,1 0 1 0 0,0 0-1 0 0,0 0 0 0 0,2 0 0 0 0,8 0-175 0 0,0-2 1 0 0,0 1-1 0 0,0-2 0 0 0,22-6 1 0 0,-13 3-102 0 0,5-1 45 0 0,-15 3 98 0 0,0 1 1 0 0,0 0 0 0 0,1 1-1 0 0,-1 0 1 0 0,1 1-1 0 0,-1 0 1 0 0,16 2 0 0 0,-26-1 145 0 0,0 0 0 0 0,-1 0 0 0 0,1 0 0 0 0,0 0 0 0 0,-1 1 0 0 0,1-1 0 0 0,-1 0 0 0 0,1 0 0 0 0,0 1 0 0 0,-1-1 0 0 0,1 1 0 0 0,-1-1 0 0 0,1 0 0 0 0,-1 1 0 0 0,1-1 0 0 0,-1 1 0 0 0,1-1 0 0 0,-1 1 0 0 0,1-1 0 0 0,-1 1 0 0 0,0 0 0 0 0,1-1 0 0 0,-1 1 0 0 0,0-1 0 0 0,0 1 1 0 0,1 1-1 0 0,-2 21-55 0 0,-17 25 186 0 0,16-43-92 0 0,-4 7-127 0 0,-2 6 592 0 0,0 0-1 0 0,1 1 0 0 0,1-1 1 0 0,-4 22-1 0 0,9-36-389 0 0,1 0 0 0 0,-1 0 0 0 0,1 0 0 0 0,-1 0 0 0 0,1 0 0 0 0,1 0 0 0 0,-1 0 0 0 0,0 0 0 0 0,1 0-1 0 0,0 0 1 0 0,0 0 0 0 0,0 0 0 0 0,0 0 0 0 0,1 0 0 0 0,-1-1 0 0 0,1 1 0 0 0,0-1 0 0 0,0 1 0 0 0,0-1 0 0 0,1 0 0 0 0,-1 0 0 0 0,1 0 0 0 0,0 0 0 0 0,0 0 0 0 0,0 0 0 0 0,6 3 0 0 0,-6-4-103 0 0,0-1 0 0 0,1 1 0 0 0,-1-1 0 0 0,1 0 0 0 0,0 0 0 0 0,-1-1 0 0 0,1 1 0 0 0,0-1 0 0 0,0 1 0 0 0,-1-1 0 0 0,1 0 0 0 0,0-1 0 0 0,0 1 0 0 0,-1-1 0 0 0,1 1 0 0 0,0-1 0 0 0,4-2 0 0 0,7-2-563 0 0,-1-1 0 0 0,23-12 0 0 0,-26 11-348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9.2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 10594 0 0,'1'-30'7773'0'0,"5"42"-5701"0"0,3 20-848 0 0,7 46 0 0 0,-11-51-1153 0 0,0-1 0 0 0,2 1-1 0 0,13 35 1 0 0,-11-44-233 0 0,13 35-253 0 0,-6-18-5389 0 0,-1-6-1415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9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1 476 5985 0 0,'2'-2'384'0'0,"1"-1"1"0"0,-1 1-1 0 0,1-1 0 0 0,-1 1 0 0 0,0-1 0 0 0,0 0 0 0 0,3-5 1 0 0,2-2 463 0 0,51-60 2001 0 0,58-75 957 0 0,-95 116-3502 0 0,-2-1 1 0 0,0 0-1 0 0,15-38 1 0 0,-33 65-264 0 0,1-1-62 0 0,0 0 1 0 0,0 0-1 0 0,-1 0 0 0 0,1 0 0 0 0,-1 0 0 0 0,0 0 0 0 0,0 0 1 0 0,0-1-1 0 0,-1 1 0 0 0,0 0 0 0 0,0 0 0 0 0,0-6 0 0 0,0 9 25 0 0,-1 1 0 0 0,1-1 0 0 0,-1 1 0 0 0,1-1 0 0 0,-1 1 0 0 0,1 0 0 0 0,-1-1 0 0 0,1 1 0 0 0,-1 0 0 0 0,1 0 0 0 0,-1-1 0 0 0,1 1 0 0 0,-1 0 0 0 0,1 0 0 0 0,-1 0 0 0 0,0 0 0 0 0,1 0 0 0 0,-1 0-1 0 0,1 0 1 0 0,-1 0 0 0 0,1 0 0 0 0,-1 0 0 0 0,0 0 0 0 0,1 0 0 0 0,-1 0 0 0 0,1 0 0 0 0,-1 0 0 0 0,1 0 0 0 0,-1 1 0 0 0,0-1 0 0 0,1 0 0 0 0,-1 0 0 0 0,1 1 0 0 0,-1-1 0 0 0,1 0 0 0 0,0 1 0 0 0,-1-1-1 0 0,1 1 1 0 0,-1-1 0 0 0,1 1 0 0 0,0-1 0 0 0,-1 1 0 0 0,-20 18-107 0 0,14-11 211 0 0,1 0-1 0 0,0 0 1 0 0,0 0 0 0 0,1 1-1 0 0,0 0 1 0 0,1 0-1 0 0,0 0 1 0 0,1 1 0 0 0,-1-1-1 0 0,2 1 1 0 0,-1 0 0 0 0,1 0-1 0 0,1 0 1 0 0,0 0-1 0 0,0 0 1 0 0,1 0 0 0 0,2 14-1 0 0,-1-15-89 0 0,1-1-1 0 0,-1 0 0 0 0,2 0 1 0 0,-1 0-1 0 0,1 0 1 0 0,1-1-1 0 0,-1 1 1 0 0,1-1-1 0 0,0 0 0 0 0,1 0 1 0 0,0 0-1 0 0,0 0 1 0 0,0-1-1 0 0,1 0 1 0 0,0 0-1 0 0,0-1 0 0 0,1 1 1 0 0,-1-1-1 0 0,1-1 1 0 0,0 1-1 0 0,13 5 1 0 0,-12-7-324 0 0,1 0 1 0 0,-1 0 0 0 0,0-1 0 0 0,1 0 0 0 0,13 1 0 0 0,-1-2-1118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09.8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215 0 8754 0 0,'-9'1'898'0'0,"1"0"-1"0"0,-1 0 1 0 0,1 0 0 0 0,0 1 0 0 0,0 1-1 0 0,0-1 1 0 0,-14 7 0 0 0,11-3-259 0 0,0 0 1 0 0,0 1-1 0 0,1 0 1 0 0,0 0-1 0 0,-13 13 1 0 0,16-14-436 0 0,1 1 0 0 0,1-1 1 0 0,-1 1-1 0 0,1 0 0 0 0,0 0 1 0 0,1 1-1 0 0,0-1 0 0 0,-5 12 1 0 0,8-14-126 0 0,-1 0 0 0 0,1 0 0 0 0,0 0 1 0 0,0 0-1 0 0,0 0 0 0 0,1 0 1 0 0,0 0-1 0 0,0 0 0 0 0,0 0 0 0 0,0 0 1 0 0,1 0-1 0 0,0 0 0 0 0,0 0 1 0 0,4 9-1 0 0,-2-8-65 0 0,0-1 1 0 0,0 0 0 0 0,1 1-1 0 0,0-1 1 0 0,0-1-1 0 0,0 1 1 0 0,1-1-1 0 0,-1 1 1 0 0,1-1-1 0 0,0-1 1 0 0,0 1-1 0 0,1-1 1 0 0,-1 1 0 0 0,1-2-1 0 0,-1 1 1 0 0,1-1-1 0 0,0 1 1 0 0,0-2-1 0 0,9 3 1 0 0,0-1-173 0 0,0 0 1 0 0,1-1-1 0 0,-1 0 0 0 0,1-2 1 0 0,-1 1-1 0 0,28-5 1 0 0,2-7-3147 0 0,-23 2-3586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0.3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22 920 0 0,'-29'-22'17620'0'0,"29"23"-17476"0"0,-2 21 1726 0 0,23 123-137 0 0,-6-60-1647 0 0,1 18-45 0 0,42 151-1 0 0,-4-106-6693 0 0,-43-124-138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0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1 215 8290 0 0,'0'-3'176'0'0,"1"1"0"0"0,0-1 0 0 0,0 0 0 0 0,0 1 0 0 0,0 0 0 0 0,0-1 0 0 0,0 1 0 0 0,1 0 0 0 0,-1-1 0 0 0,1 1 0 0 0,-1 0 0 0 0,1 0 0 0 0,0 0 0 0 0,0 0 1 0 0,0 1-1 0 0,4-4 0 0 0,43-28 2588 0 0,-33 23-2077 0 0,6-5 120 0 0,98-61 3815 0 0,-104 68-4875 0 0,0 1-1 0 0,1 0 1 0 0,21-5-1 0 0,-15 6-6612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0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1 205 6449 0 0,'1'2'271'0'0,"1"-1"0"0"0,-1 0-1 0 0,1 0 1 0 0,0 1-1 0 0,0-1 1 0 0,0 0 0 0 0,0 0-1 0 0,0-1 1 0 0,0 1-1 0 0,0 0 1 0 0,0-1-1 0 0,4 2 1 0 0,3 1 460 0 0,42 18 2263 0 0,91 44 3182 0 0,-128-62-4814 0 0,-10-12-519 0 0,-13-27-175 0 0,3 14-540 0 0,4 3-329 0 0,0 1 0 0 0,2-1-1 0 0,0 0 1 0 0,1 0 0 0 0,0 1 0 0 0,2-1 0 0 0,0 1 0 0 0,1-1 0 0 0,1 1 0 0 0,8-19-1 0 0,-1 16-7251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1.2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 11979 0 0,'1'-1'302'0'0,"1"0"0"0"0,0 1 0 0 0,-1-1 0 0 0,1 0 0 0 0,0 1 1 0 0,0-1-1 0 0,0 1 0 0 0,-1 0 0 0 0,1-1 0 0 0,0 1 0 0 0,0 0 1 0 0,0 0-1 0 0,0 0 0 0 0,0 0 0 0 0,0 1 0 0 0,-1-1 0 0 0,1 0 1 0 0,0 1-1 0 0,0-1 0 0 0,2 2 0 0 0,-1 0-30 0 0,0 0 0 0 0,-1 0-1 0 0,1 0 1 0 0,-1 0 0 0 0,0 0-1 0 0,1 1 1 0 0,-1-1 0 0 0,0 1-1 0 0,0-1 1 0 0,-1 1 0 0 0,3 3-1 0 0,2 7 41 0 0,-1 1 0 0 0,0 0 0 0 0,0 0 0 0 0,2 16 0 0 0,-7-28-299 0 0,5 17-12 0 0,18 68 266 0 0,-21-79-357 0 0,1 0 1 0 0,1 0 0 0 0,0 0-1 0 0,0 0 1 0 0,0-1 0 0 0,1 0-1 0 0,0 0 1 0 0,7 7 0 0 0,-11-13-26 0 0,5 4-1347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1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1840 0 0,'-3'17'11787'0'0,"4"-8"-10923"0"0,1 3-448 0 0,-1 5-96 0 0,2-2-8 0 0,1 2-1200 0 0,3 0-232 0 0,1 0-56 0 0,1-1-9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1.9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14 14283 0 0,'-4'-2'271'0'0,"0"0"-1"0"0,0 0 1 0 0,0 1-1 0 0,0-1 1 0 0,0 1-1 0 0,-1 0 1 0 0,1 0-1 0 0,-1 0 1 0 0,1 1 0 0 0,-1-1-1 0 0,1 1 1 0 0,-1 0-1 0 0,1 1 1 0 0,-1-1-1 0 0,1 1 1 0 0,-1 0-1 0 0,1 0 1 0 0,0 0-1 0 0,-6 2 1 0 0,5-1-159 0 0,0 0 0 0 0,-1 1 0 0 0,1-1 0 0 0,1 1 0 0 0,-1 0-1 0 0,0 0 1 0 0,1 1 0 0 0,-1-1 0 0 0,1 1 0 0 0,0 0 0 0 0,0 0 0 0 0,0 1 0 0 0,1-1 0 0 0,-6 9 0 0 0,6-5-106 0 0,0 0 0 0 0,0 0 0 0 0,1 0 1 0 0,-1 0-1 0 0,2 0 0 0 0,-1 0 0 0 0,1 0 0 0 0,1 1 1 0 0,-1-1-1 0 0,1 0 0 0 0,1 1 0 0 0,0-1 1 0 0,0 0-1 0 0,0 0 0 0 0,1 1 0 0 0,1-1 1 0 0,-1 0-1 0 0,1-1 0 0 0,0 1 0 0 0,1 0 1 0 0,0-1-1 0 0,0 0 0 0 0,6 8 0 0 0,-5-9-317 0 0,0 0-1 0 0,0 0 1 0 0,1 0 0 0 0,0-1-1 0 0,0 0 1 0 0,0 0-1 0 0,0 0 1 0 0,1-1-1 0 0,0 0 1 0 0,0 0 0 0 0,0-1-1 0 0,0 0 1 0 0,1 0-1 0 0,-1-1 1 0 0,14 3 0 0 0,9-2-5803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2.4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226 407 3681 0 0,'-1'0'172'0'0,"1"-1"0"0"0,0 1 0 0 0,0-1 0 0 0,-1 1 0 0 0,1-1 0 0 0,0 1 0 0 0,-1-1 0 0 0,1 1 0 0 0,-1 0 0 0 0,1-1 0 0 0,0 1 0 0 0,-1-1 0 0 0,1 1 0 0 0,-1 0 1 0 0,1-1-1 0 0,-1 1 0 0 0,1 0 0 0 0,-1 0 0 0 0,1-1 0 0 0,-1 1 0 0 0,0 0 0 0 0,1 0 0 0 0,-1 0 0 0 0,1 0 0 0 0,-1 0 0 0 0,0 0 0 0 0,1 0 0 0 0,-1 0 0 0 0,1 0 0 0 0,-1 0 0 0 0,1 0 0 0 0,-1 0 0 0 0,0 0 0 0 0,1 0 0 0 0,-1 1 1 0 0,1-1-1 0 0,-1 0 0 0 0,1 0 0 0 0,-1 1 0 0 0,1-1 0 0 0,-2 1 0 0 0,-25 10 3108 0 0,16-3-2799 0 0,0-1 1 0 0,1 2-1 0 0,0-1 0 0 0,0 1 0 0 0,1 1 0 0 0,0 0 1 0 0,1 0-1 0 0,0 1 0 0 0,1 0 0 0 0,-7 13 1 0 0,1 0-413 0 0,1 2 0 0 0,1-1 0 0 0,-13 48 1 0 0,15-20 141 0 0,9-50-228 0 0,0 0-1 0 0,0 0 1 0 0,0 0 0 0 0,0 0-1 0 0,0 0 1 0 0,0 0-1 0 0,1 0 1 0 0,0 0 0 0 0,0 0-1 0 0,0 0 1 0 0,0 0-1 0 0,0 0 1 0 0,0 0 0 0 0,4 4-1 0 0,-5-7 15 0 0,1 1-1 0 0,0-1 0 0 0,0 1 1 0 0,-1-1-1 0 0,1 1 0 0 0,0-1 1 0 0,0 0-1 0 0,0 0 0 0 0,0 1 1 0 0,0-1-1 0 0,0 0 0 0 0,0 0 1 0 0,-1 0-1 0 0,1 0 0 0 0,0 0 1 0 0,0 0-1 0 0,0 0 0 0 0,0 0 1 0 0,0-1-1 0 0,0 1 0 0 0,0 0 1 0 0,0 0-1 0 0,-1-1 0 0 0,1 1 1 0 0,0-1-1 0 0,0 1 0 0 0,0-1 1 0 0,-1 1-1 0 0,1-1 0 0 0,0 1 1 0 0,-1-1-1 0 0,1 1 0 0 0,0-1 1 0 0,-1 0-1 0 0,1 0 0 0 0,-1 1 1 0 0,1-2-1 0 0,23-27-65 0 0,-7-1-103 0 0,-1 1-1 0 0,16-46 1 0 0,18-35-218 0 0,-49 109 390 0 0,0-1 1 0 0,-1 0-1 0 0,1 1 0 0 0,0-1 0 0 0,1 0 0 0 0,-1 1 1 0 0,0-1-1 0 0,0 1 0 0 0,1 0 0 0 0,-1-1 0 0 0,1 1 0 0 0,-1 0 1 0 0,1 0-1 0 0,-1 0 0 0 0,1 0 0 0 0,0 0 0 0 0,-1 0 0 0 0,1 1 1 0 0,0-1-1 0 0,0 0 0 0 0,0 1 0 0 0,0 0 0 0 0,-1-1 1 0 0,3 1-1 0 0,-1 0 57 0 0,-1 1 0 0 0,0-1 0 0 0,0 1 1 0 0,0 0-1 0 0,0 0 0 0 0,-1 0 0 0 0,1 0 0 0 0,0 0 1 0 0,0 0-1 0 0,0 0 0 0 0,-1 0 0 0 0,1 1 0 0 0,-1-1 1 0 0,1 1-1 0 0,-1-1 0 0 0,0 1 0 0 0,1 0 0 0 0,-1-1 1 0 0,0 1-1 0 0,0 0 0 0 0,1 3 0 0 0,4 7 268 0 0,1-1 0 0 0,1 1 0 0 0,-1-1-1 0 0,2 0 1 0 0,16 16 0 0 0,-23-24-340 0 0,0-1-1 0 0,1 0 1 0 0,-1 0 0 0 0,1 0 0 0 0,-1 0 0 0 0,1-1-1 0 0,-1 1 1 0 0,1-1 0 0 0,0 1 0 0 0,0-1-1 0 0,0 0 1 0 0,0 0 0 0 0,0 0 0 0 0,0-1 0 0 0,0 1-1 0 0,0-1 1 0 0,0 1 0 0 0,0-1 0 0 0,0 0 0 0 0,0 0-1 0 0,0-1 1 0 0,0 1 0 0 0,0-1 0 0 0,0 1-1 0 0,0-1 1 0 0,0 0 0 0 0,0 0 0 0 0,0 0 0 0 0,0 0-1 0 0,0-1 1 0 0,4-3 0 0 0,-2 1-235 0 0,0 0-1 0 0,-1-1 1 0 0,1 0 0 0 0,-1 0-1 0 0,0 0 1 0 0,-1 0 0 0 0,1-1-1 0 0,-1 1 1 0 0,0-1 0 0 0,2-8-1 0 0,21-67-2901 0 0,-20 61 2559 0 0,4-23-579 0 0,0 0 1 0 0,-3-1-1 0 0,3-71 0 0 0,-10 71 3288 0 0,-9-76-1 0 0,0 96 5109 0 0,9 43-6364 0 0,3 43-675 0 0,3 0 0 0 0,3 0 0 0 0,2-1 0 0 0,3-1 0 0 0,3 0 0 0 0,46 110 0 0 0,-55-153-175 0 0,0-1 1 0 0,0 0-1 0 0,2 0 0 0 0,0-1 0 0 0,0 0 0 0 0,2-1 0 0 0,0 0 0 0 0,22 20 0 0 0,-13-21-294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3.4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79 2761 0 0,'-6'1'618'0'0,"1"1"1"0"0,-1-1 0 0 0,1 1-1 0 0,0 0 1 0 0,-1 1 0 0 0,-6 3 0 0 0,11-5-364 0 0,0 0 0 0 0,0 0 0 0 0,-1 0 0 0 0,1 0 0 0 0,0 1 1 0 0,0-1-1 0 0,0 0 0 0 0,0 1 0 0 0,1-1 0 0 0,-1 0 0 0 0,0 1 1 0 0,1-1-1 0 0,-1 1 0 0 0,0-1 0 0 0,1 1 0 0 0,0-1 1 0 0,-1 1-1 0 0,1 0 0 0 0,0-1 0 0 0,0 1 0 0 0,0-1 0 0 0,0 1 1 0 0,0 0-1 0 0,0-1 0 0 0,0 1 0 0 0,1-1 0 0 0,0 3 0 0 0,4 16 469 0 0,0 0-1 0 0,2-1 0 0 0,0 0 0 0 0,2 0 0 0 0,0-1 1 0 0,14 22-1 0 0,-18-33-685 0 0,1 1 1 0 0,-1-1 0 0 0,1 1-1 0 0,1-2 1 0 0,-1 1-1 0 0,1-1 1 0 0,1 0 0 0 0,-1 0-1 0 0,1-1 1 0 0,0 0-1 0 0,0-1 1 0 0,0 1-1 0 0,1-1 1 0 0,-1-1 0 0 0,19 5-1 0 0,-24-8-80 0 0,0 1-1 0 0,0-2 1 0 0,0 1-1 0 0,1 0 0 0 0,-1 0 1 0 0,0-1-1 0 0,0 0 1 0 0,0 0-1 0 0,0 1 0 0 0,0-2 1 0 0,0 1-1 0 0,0 0 1 0 0,0-1-1 0 0,0 1 1 0 0,0-1-1 0 0,-1 0 0 0 0,1 0 1 0 0,-1 0-1 0 0,1 0 1 0 0,-1 0-1 0 0,0-1 1 0 0,0 1-1 0 0,0-1 0 0 0,0 0 1 0 0,0 1-1 0 0,-1-1 1 0 0,3-4-1 0 0,5-11-294 0 0,0-1-1 0 0,-2 0 1 0 0,8-23-1 0 0,-10 27 216 0 0,3-17-167 0 0,-7 25 259 0 0,0 0-1 0 0,1 1 0 0 0,-1-1 0 0 0,2 0 1 0 0,-1 1-1 0 0,1 0 0 0 0,0-1 0 0 0,0 1 1 0 0,0 0-1 0 0,1 1 0 0 0,0-1 0 0 0,6-7 1 0 0,-9 13 69 0 0,0-1 0 0 0,0 1 0 0 0,0-1 0 0 0,0 1 1 0 0,0 0-1 0 0,0-1 0 0 0,0 1 0 0 0,0 0 0 0 0,0 0 0 0 0,0 0 1 0 0,1 0-1 0 0,-1 0 0 0 0,0 0 0 0 0,0 0 0 0 0,0 0 1 0 0,0 0-1 0 0,0 0 0 0 0,0 1 0 0 0,0-1 0 0 0,0 0 1 0 0,0 1-1 0 0,0-1 0 0 0,0 1 0 0 0,0-1 0 0 0,0 1 1 0 0,0-1-1 0 0,0 1 0 0 0,0 0 0 0 0,-1-1 0 0 0,1 1 1 0 0,0 0-1 0 0,0 0 0 0 0,-1 0 0 0 0,1 0 0 0 0,-1 0 1 0 0,2 1-1 0 0,23 40 1808 0 0,-21-34-1598 0 0,20 47 752 0 0,-21-46-936 0 0,0 1 0 0 0,1-1 0 0 0,0 1 0 0 0,1-1 0 0 0,0 0 0 0 0,0-1 0 0 0,1 1-1 0 0,12 13 1 0 0,-17-21-71 0 0,0-1 1 0 0,0 1-1 0 0,0-1 0 0 0,0 1 0 0 0,0-1 0 0 0,0 1 0 0 0,0-1 0 0 0,0 0 0 0 0,0 0 0 0 0,0 1 0 0 0,0-1 1 0 0,0 0-1 0 0,0 0 0 0 0,0 0 0 0 0,0 0 0 0 0,0 0 0 0 0,0 0 0 0 0,0 0 0 0 0,0-1 0 0 0,0 1 0 0 0,0 0 1 0 0,0 0-1 0 0,-1-1 0 0 0,1 1 0 0 0,0-1 0 0 0,0 1 0 0 0,0-1 0 0 0,0 1 0 0 0,0-1 0 0 0,-1 1 0 0 0,1-1 1 0 0,0 0-1 0 0,0 0 0 0 0,0-1 0 0 0,27-33-358 0 0,-21 26 222 0 0,40-64-796 0 0,-32 49 748 0 0,28-37 1 0 0,-36 52 233 0 0,1 2 1 0 0,-1-1 0 0 0,1 1 0 0 0,0 0 0 0 0,1 1 0 0 0,0 0 0 0 0,0 0 0 0 0,10-4 0 0 0,-16 8 42 0 0,-1 1 0 0 0,1 0 1 0 0,0-1-1 0 0,0 1 0 0 0,0 0 1 0 0,0 1-1 0 0,0-1 1 0 0,0 0-1 0 0,0 1 0 0 0,0 0 1 0 0,0 0-1 0 0,0 0 0 0 0,0 0 1 0 0,0 0-1 0 0,0 0 1 0 0,6 2-1 0 0,-6 0-15 0 0,0-1 0 0 0,-1 1-1 0 0,1 0 1 0 0,-1 0 0 0 0,1 0 0 0 0,-1 0 0 0 0,0 1-1 0 0,0-1 1 0 0,0 0 0 0 0,0 1 0 0 0,0 0 0 0 0,0-1-1 0 0,-1 1 1 0 0,1 0 0 0 0,-1 0 0 0 0,2 4 0 0 0,9 30-20 0 0,-11-29-37 0 0,1-1-1 0 0,1 1 0 0 0,-1-1 1 0 0,1 1-1 0 0,1-1 0 0 0,-1 0 0 0 0,1-1 1 0 0,9 13-1 0 0,-12-19-31 0 0,-1 1 0 0 0,1-1 0 0 0,0 0 0 0 0,0 0 0 0 0,-1 0 0 0 0,1 0 0 0 0,0 0 0 0 0,0 0 0 0 0,-1 0 0 0 0,1 0 0 0 0,0 0 0 0 0,0 0 0 0 0,-1 0 1 0 0,1 0-1 0 0,0-1 0 0 0,-1 1 0 0 0,1 0 0 0 0,0-1 0 0 0,0 1 0 0 0,-1 0 0 0 0,1-1 0 0 0,-1 1 0 0 0,1-1 0 0 0,0 1 0 0 0,-1-1 0 0 0,1 1 0 0 0,-1-1 0 0 0,1 1 0 0 0,-1-1 0 0 0,1 0 0 0 0,-1 1 0 0 0,0-1 0 0 0,1 0 0 0 0,19-26-824 0 0,-19 24 761 0 0,24-38-749 0 0,-14 21 677 0 0,23-32-1 0 0,-31 48 173 0 0,0 0 0 0 0,0 0 0 0 0,1 1 0 0 0,0-1 0 0 0,-1 1 0 0 0,1-1 0 0 0,1 1 0 0 0,-1 1 0 0 0,0-1 1 0 0,1 0-1 0 0,-1 1 0 0 0,11-3 0 0 0,-12 4 54 0 0,1 1 1 0 0,-1 0-1 0 0,1 0 1 0 0,-1 0 0 0 0,1 1-1 0 0,-1-1 1 0 0,0 1-1 0 0,1 0 1 0 0,-1 0 0 0 0,0 0-1 0 0,1 1 1 0 0,-1-1-1 0 0,0 1 1 0 0,0-1-1 0 0,0 1 1 0 0,0 0 0 0 0,0 0-1 0 0,-1 0 1 0 0,1 1-1 0 0,-1-1 1 0 0,1 1-1 0 0,3 5 1 0 0,6 7 25 0 0,-1 0-1 0 0,17 29 1 0 0,3 10-2041 0 0,-23-37 1182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4.0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10594 0 0,'2'22'11252'0'0,"8"16"-9903"0"0,-1-4-1122 0 0,-3-4-317 0 0,1 10-197 0 0,2 0 1 0 0,2-1 0 0 0,1 0 0 0 0,23 50 0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4.2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7 10594 0 0,'-10'2'944'0'0,"-9"-9"7186"0"0,20 6-8130 0 0,2 1-144 0 0,1 0-48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4.5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13 11522 0 0,'-4'-12'5239'0'0,"16"37"-1916"0"0,31 196-486 0 0,-31-142-2753 0 0,4 0 0 0 0,28 83 0 0 0,21-6-1626 0 0,-50-123-6206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5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69 13827 0 0,'13'-1'963'0'0,"0"0"0"0"0,-1-2 1 0 0,1 1-1 0 0,21-9 0 0 0,16-3 280 0 0,88-5 508 0 0,-38 8-2364 0 0,-64 4 137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6.3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295 142 2761 0 0,'5'-11'878'0'0,"-1"0"0"0"0,-1 1 0 0 0,0-2 0 0 0,0 1 0 0 0,-1 0 0 0 0,-1 0 0 0 0,0-1 0 0 0,0 1 0 0 0,-2-22 0 0 0,1 32-825 0 0,0 1-1 0 0,-1-1 1 0 0,1 1 0 0 0,0 0 0 0 0,0-1-1 0 0,0 1 1 0 0,0 0 0 0 0,0-1-1 0 0,0 1 1 0 0,-1 0 0 0 0,1-1-1 0 0,0 1 1 0 0,0 0 0 0 0,0-1-1 0 0,-1 1 1 0 0,1 0 0 0 0,0-1-1 0 0,-1 1 1 0 0,1 0 0 0 0,0 0-1 0 0,0-1 1 0 0,-1 1 0 0 0,1 0-1 0 0,0 0 1 0 0,-1 0 0 0 0,1 0-1 0 0,-1-1 1 0 0,1 1 0 0 0,0 0-1 0 0,-1 0 1 0 0,1 0 0 0 0,0 0 0 0 0,-1 0-1 0 0,1 0 1 0 0,-1 0 0 0 0,1 0-1 0 0,0 0 1 0 0,-1 0 0 0 0,1 0-1 0 0,0 0 1 0 0,-1 0 0 0 0,1 1-1 0 0,-1-1 1 0 0,1 0 0 0 0,0 0-1 0 0,-1 0 1 0 0,1 0 0 0 0,0 1-1 0 0,-1-1 1 0 0,1 0 0 0 0,0 0-1 0 0,0 1 1 0 0,-1-1 0 0 0,1 0-1 0 0,0 0 1 0 0,-1 1 0 0 0,1-1-1 0 0,0 0 1 0 0,0 1 0 0 0,0 0 0 0 0,-18 19 1094 0 0,-1 12-446 0 0,1 0 1 0 0,1 2-1 0 0,-21 58 1 0 0,-24 113 77 0 0,-25 154 234 0 0,71-277-759 0 0,5 1-1 0 0,-3 120 1 0 0,14-179-230 0 0,1 0 1 0 0,1 0-1 0 0,1 0 1 0 0,1-1 0 0 0,2 1-1 0 0,7 22 1 0 0,-7-32-10 0 0,0 0 0 0 0,0 0 0 0 0,2 0 1 0 0,0-1-1 0 0,0 0 0 0 0,1-1 0 0 0,1 0 0 0 0,0 0 0 0 0,0-1 0 0 0,17 13 0 0 0,-6-7 38 0 0,0-2 0 0 0,2 0 0 0 0,-1-1 0 0 0,2-1 0 0 0,0-1 0 0 0,0-2-1 0 0,27 9 1 0 0,-35-14-126 0 0,0-1-1 0 0,1-1 0 0 0,0 0 1 0 0,0-1-1 0 0,0 0 0 0 0,-1-2 1 0 0,1 0-1 0 0,0-1 0 0 0,0 0 1 0 0,0-2-1 0 0,0 0 0 0 0,18-6 1 0 0,13-9-1724 0 0,0-4-5188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6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26 10594 0 0,'-2'-3'120'0'0,"-12"-18"1512"0"0,7 19 45 0 0,3 16 792 0 0,5 1-1716 0 0,0 0 1 0 0,1 0-1 0 0,0-1 1 0 0,2 1-1 0 0,-1-1 1 0 0,12 27-1 0 0,1 10-228 0 0,13 75-332 0 0,14 154-1 0 0,-29-173-1001 0 0,-13-101 561 0 0,2 21-1227 0 0,-8-14-2548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6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90 6913 0 0,'15'-11'629'0'0,"0"1"-1"0"0,1 0 0 0 0,0 1 0 0 0,0 1 0 0 0,1 0 0 0 0,0 1 0 0 0,0 1 0 0 0,1 1 0 0 0,0 0 0 0 0,0 2 0 0 0,0 0 0 0 0,22-1 0 0 0,-35 3-256 0 0,0 1-1 0 0,0 0 1 0 0,1 1-1 0 0,-1-1 1 0 0,0 1 0 0 0,0 0-1 0 0,0 0 1 0 0,0 0 0 0 0,0 1-1 0 0,9 4 1 0 0,-12-5-308 0 0,-1 0-1 0 0,1 0 1 0 0,-1 1 0 0 0,1-1 0 0 0,-1 0 0 0 0,0 1-1 0 0,0-1 1 0 0,0 0 0 0 0,0 1 0 0 0,0-1-1 0 0,0 1 1 0 0,0 0 0 0 0,0-1 0 0 0,-1 1-1 0 0,1 0 1 0 0,-1-1 0 0 0,1 1 0 0 0,-1 0-1 0 0,0 0 1 0 0,1 0 0 0 0,-1-1 0 0 0,0 1 0 0 0,0 0-1 0 0,0 0 1 0 0,-1 0 0 0 0,1-1 0 0 0,0 1-1 0 0,-1 0 1 0 0,1 0 0 0 0,-1-1 0 0 0,1 1-1 0 0,-1 0 1 0 0,-1 2 0 0 0,-4 8 37 0 0,-1 1 1 0 0,0-1-1 0 0,-1-1 1 0 0,0 1-1 0 0,-1-1 1 0 0,0-1-1 0 0,-16 15 1 0 0,-17 12-3640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7.3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5 10594 0 0,'-2'-4'3293'0'0,"9"16"-168"0"0,3 17-2159 0 0,-1 0 1 0 0,-2 0-1 0 0,4 36 1 0 0,-8-41-868 0 0,0-1 0 0 0,2 1 1 0 0,1-1-1 0 0,1 0 0 0 0,1-1 0 0 0,21 42 1 0 0,-29-63-111 0 0,0 0 0 0 0,0-1 0 0 0,0 1 0 0 0,1-1 1 0 0,-1 1-1 0 0,0 0 0 0 0,1-1 0 0 0,-1 1 0 0 0,0-1 1 0 0,1 1-1 0 0,-1-1 0 0 0,1 1 0 0 0,-1-1 0 0 0,1 0 1 0 0,-1 1-1 0 0,1-1 0 0 0,-1 1 0 0 0,1-1 0 0 0,0 0 1 0 0,-1 1-1 0 0,1-1 0 0 0,-1 0 0 0 0,1 0 0 0 0,0 0 1 0 0,-1 1-1 0 0,1-1 0 0 0,0 0 0 0 0,-1 0 0 0 0,1 0 1 0 0,0 0-1 0 0,-1 0 0 0 0,1 0 0 0 0,0 0 0 0 0,-1 0 1 0 0,1-1-1 0 0,0 1 0 0 0,1-1-79 0 0,-1-1-1 0 0,1 1 1 0 0,-1-1-1 0 0,0 1 1 0 0,1-1-1 0 0,-1 1 1 0 0,0-1-1 0 0,0 0 1 0 0,0 0-1 0 0,0 1 1 0 0,1-5 0 0 0,16-56-2265 0 0,-18 61 2298 0 0,5-22-642 0 0,1 0 0 0 0,1 0 0 0 0,16-35 0 0 0,-20 51 722 0 0,0 1-1 0 0,1-1 1 0 0,-1 1-1 0 0,1 0 1 0 0,0 0-1 0 0,1 1 1 0 0,-1-1 0 0 0,1 1-1 0 0,1 0 1 0 0,-1 0-1 0 0,1 1 1 0 0,-1-1-1 0 0,1 1 1 0 0,0 0-1 0 0,1 1 1 0 0,7-4-1 0 0,-12 6 77 0 0,1 1 0 0 0,-1-1-1 0 0,0 1 1 0 0,0 0 0 0 0,0 0 0 0 0,0 0-1 0 0,1 0 1 0 0,-1 0 0 0 0,0 0 0 0 0,0 0-1 0 0,0 1 1 0 0,0-1 0 0 0,0 1 0 0 0,0 0-1 0 0,1-1 1 0 0,-1 1 0 0 0,-1 0 0 0 0,1 0-1 0 0,0 0 1 0 0,0 1 0 0 0,0-1 0 0 0,0 0-1 0 0,-1 1 1 0 0,1-1 0 0 0,-1 1 0 0 0,1-1-1 0 0,-1 1 1 0 0,2 2 0 0 0,4 7 513 0 0,-1-1 0 0 0,1 2 0 0 0,8 22-1 0 0,2 4-44 0 0,-1-15-389 0 0,1-1 0 0 0,1 0 1 0 0,22 20-1 0 0,8 10-110 0 0,-23-29-1918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7.8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4 10594 0 0,'-1'0'54'0'0,"0"-1"-1"0"0,1 1 1 0 0,-1-1 0 0 0,0 1-1 0 0,0-1 1 0 0,0 1-1 0 0,0 0 1 0 0,1 0 0 0 0,-1-1-1 0 0,0 1 1 0 0,0 0-1 0 0,0 0 1 0 0,0 0 0 0 0,0 0-1 0 0,0 0 1 0 0,0 0-1 0 0,0 0 1 0 0,1 0 0 0 0,-1 1-1 0 0,0-1 1 0 0,0 0 0 0 0,-1 1-1 0 0,1 0 57 0 0,0 0 1 0 0,0 0-1 0 0,0 0 1 0 0,0 0-1 0 0,1 0 0 0 0,-1 0 1 0 0,0 1-1 0 0,1-1 1 0 0,-1 0-1 0 0,0 1 0 0 0,1-1 1 0 0,0 0-1 0 0,-1 1 1 0 0,1 1-1 0 0,-3 9 327 0 0,2 1 0 0 0,-1-1 0 0 0,2 0 0 0 0,0 1 1 0 0,0-1-1 0 0,1 1 0 0 0,1-1 0 0 0,0 0 0 0 0,1 0 0 0 0,0 0 0 0 0,0 0 1 0 0,1 0-1 0 0,11 21 0 0 0,-11-27-441 0 0,0 1 0 0 0,0-1 1 0 0,0 0-1 0 0,1 0 0 0 0,-1-1 0 0 0,2 0 1 0 0,-1 1-1 0 0,0-1 0 0 0,1-1 1 0 0,12 8-1 0 0,-13-9 6 0 0,0-1 1 0 0,0 0-1 0 0,0 0 0 0 0,0 0 1 0 0,1-1-1 0 0,-1 0 1 0 0,0 0-1 0 0,1 0 0 0 0,-1-1 1 0 0,1 1-1 0 0,-1-1 1 0 0,1-1-1 0 0,-1 1 0 0 0,1-1 1 0 0,10-3-1 0 0,-10 2-11 0 0,0 0-1 0 0,0 0 1 0 0,0-1-1 0 0,-1 0 0 0 0,1-1 1 0 0,-1 1-1 0 0,1-1 1 0 0,-1 0-1 0 0,-1 0 1 0 0,1-1-1 0 0,0 0 1 0 0,-1 1-1 0 0,4-7 0 0 0,8-11 177 0 0,23-46 0 0 0,-11 18-11 0 0,-24 44-135 0 0,0 1 0 0 0,0 0 1 0 0,0 0-1 0 0,1 0 0 0 0,0 0 0 0 0,0 1 0 0 0,8-6 0 0 0,-12 9-22 0 0,0 1 0 0 0,0-1 0 0 0,0 1 1 0 0,0-1-1 0 0,0 1 0 0 0,0-1 0 0 0,0 1 0 0 0,0 0 1 0 0,0-1-1 0 0,0 1 0 0 0,0 0 0 0 0,0 0 0 0 0,1 0 1 0 0,-1 0-1 0 0,0 0 0 0 0,0 0 0 0 0,0 0 0 0 0,0 0 1 0 0,0 1-1 0 0,2-1 0 0 0,-2 1 4 0 0,0 0 1 0 0,0 0-1 0 0,0 0 1 0 0,0 0-1 0 0,0 1 0 0 0,0-1 1 0 0,0 0-1 0 0,0 0 1 0 0,0 1-1 0 0,0-1 1 0 0,0 0-1 0 0,-1 1 0 0 0,1-1 1 0 0,-1 1-1 0 0,1-1 1 0 0,-1 1-1 0 0,1-1 0 0 0,-1 1 1 0 0,0 1-1 0 0,4 22 295 0 0,-2-1 0 0 0,-1 1 0 0 0,-1-1-1 0 0,-1 1 1 0 0,-1-1 0 0 0,-5 27 0 0 0,-1-13-72 0 0,-1-1 0 0 0,-1 0 1 0 0,-20 42-1 0 0,20-58-990 0 0,-1 0-4680 0 0,0-2-1832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8.2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144 6 6913 0 0,'3'-2'-266'0'0,"10"-2"6085"0"0,-19 14-3110 0 0,-54 61-727 0 0,33-42-739 0 0,-31 47 1 0 0,57-75-1251 0 0,0 0 1 0 0,0 1-1 0 0,0-1 0 0 0,1 0 0 0 0,-1 0 0 0 0,0 1 0 0 0,1-1 1 0 0,-1 0-1 0 0,1 1 0 0 0,0-1 0 0 0,-1 0 0 0 0,1 1 0 0 0,0-1 1 0 0,0 1-1 0 0,0-1 0 0 0,0 2 0 0 0,0-2-5 0 0,1-1 0 0 0,-1 1 0 0 0,0 0 0 0 0,1-1 0 0 0,-1 1 0 0 0,0-1 0 0 0,1 1-1 0 0,-1-1 1 0 0,1 1 0 0 0,-1-1 0 0 0,1 1 0 0 0,-1-1 0 0 0,1 1 0 0 0,-1-1 0 0 0,1 1 0 0 0,0-1 0 0 0,-1 0 0 0 0,1 1 0 0 0,0-1-1 0 0,-1 0 1 0 0,1 0 0 0 0,1 1 0 0 0,5 0-91 0 0,0 0-1 0 0,1-1 1 0 0,-1 0 0 0 0,0 0-1 0 0,9-1 1 0 0,4 0-24 0 0,3 1 97 0 0,0 1 1 0 0,0 1 0 0 0,37 8 0 0 0,-52-8 21 0 0,0 0 0 0 0,0 1 0 0 0,-1 0 0 0 0,0 0 1 0 0,1 1-1 0 0,7 6 0 0 0,-12-8 11 0 0,0 0 0 0 0,0 1 0 0 0,0-1 0 0 0,0 1 1 0 0,-1 0-1 0 0,1 0 0 0 0,-1 0 0 0 0,0 0 0 0 0,0 0 0 0 0,0 0 0 0 0,0 1 0 0 0,0-1 0 0 0,1 8 1 0 0,-2-6 7 0 0,0 0 0 0 0,-1 0 0 0 0,0 0 0 0 0,0 0 0 0 0,-1 0 0 0 0,1 0 0 0 0,-1 0 0 0 0,0 0 0 0 0,0-1 1 0 0,-1 1-1 0 0,1 0 0 0 0,-1-1 0 0 0,0 1 0 0 0,-1-1 0 0 0,1 1 0 0 0,-1-1 0 0 0,0 0 0 0 0,0 0 1 0 0,0 0-1 0 0,-5 4 0 0 0,-3 4 12 0 0,-1 0 0 0 0,0-1 0 0 0,-1 0 0 0 0,-25 15 0 0 0,30-21-790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8.4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6449 0 0,'3'3'620'0'0,"1"0"0"0"0,-1 0-1 0 0,0 1 1 0 0,-1-1-1 0 0,1 1 1 0 0,0 0 0 0 0,-1-1-1 0 0,0 1 1 0 0,0 0 0 0 0,0 0-1 0 0,0 0 1 0 0,-1 1-1 0 0,2 4 1 0 0,9 59 3320 0 0,-9-33-3413 0 0,-2-1 0 0 0,-6 58 1 0 0,4-82-1022 0 0,-1 16-6687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8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16131 0 0,'0'4'713'0'0,"1"1"151"0"0,1-1-696 0 0,-1 0-168 0 0,0-2 0 0 0,-1 1 0 0 0,2 3 128 0 0,1 0-16 0 0,1 7 0 0 0,1 1 0 0 0,2 1-112 0 0,0-1 0 0 0,1-2 0 0 0,0-1 0 0 0,1 0-1792 0 0,2-2-401 0 0,3 1-79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8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185 31 3225 0 0,'-5'-5'330'0'0,"-1"1"1"0"0,0 1-1 0 0,0-1 1 0 0,0 1-1 0 0,-1 0 1 0 0,1 1-1 0 0,-8-3 1 0 0,11 5-12 0 0,0-1 0 0 0,1 1-1 0 0,-1 0 1 0 0,0 0 0 0 0,1 0 0 0 0,-1 0 0 0 0,1 0 0 0 0,-1 0 0 0 0,0 1-1 0 0,1-1 1 0 0,-1 1 0 0 0,1 0 0 0 0,-1 0 0 0 0,1 0 0 0 0,-1 0 0 0 0,1 0 0 0 0,0 0-1 0 0,0 1 1 0 0,-1-1 0 0 0,1 1 0 0 0,0 0 0 0 0,-2 2 0 0 0,-3 4 200 0 0,0 1 1 0 0,0 0 0 0 0,1 0-1 0 0,0 1 1 0 0,1 0 0 0 0,0 0-1 0 0,0 0 1 0 0,1 1 0 0 0,1-1-1 0 0,-4 17 1 0 0,4-17-446 0 0,2 0 0 0 0,-1 0 0 0 0,1 0 0 0 0,1 0 0 0 0,0 0 0 0 0,0 0 0 0 0,1 0 0 0 0,0-1 0 0 0,0 1 0 0 0,1 0 0 0 0,7 18 0 0 0,-8-25-281 0 0,1 0 1 0 0,-1 0-1 0 0,1 0 1 0 0,0 0-1 0 0,0 0 1 0 0,0 0-1 0 0,1-1 1 0 0,-1 1-1 0 0,1-1 1 0 0,-1 1 0 0 0,4 1-1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9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9 6913 0 0,'-3'-2'330'0'0,"1"1"0"0"0,-1 0 0 0 0,0 0 0 0 0,0 0 0 0 0,0 0 0 0 0,0 1 0 0 0,0-1 0 0 0,0 1 0 0 0,0 0 0 0 0,0-1 0 0 0,0 1 0 0 0,0 1 0 0 0,0-1 0 0 0,-1 0 0 0 0,1 1 0 0 0,0 0 0 0 0,-4 1 0 0 0,2 0 94 0 0,0 1 1 0 0,1-1 0 0 0,-1 1 0 0 0,1 0 0 0 0,0 0-1 0 0,0 0 1 0 0,0 1 0 0 0,0-1 0 0 0,-5 8 0 0 0,1-1-84 0 0,1 1 0 0 0,0 0 0 0 0,1 0-1 0 0,0 1 1 0 0,0 0 0 0 0,2 0 0 0 0,-7 21 0 0 0,10-28-330 0 0,0 0 0 0 0,1 0-1 0 0,-1 0 1 0 0,1 1-1 0 0,0-1 1 0 0,1 0 0 0 0,-1 0-1 0 0,1 0 1 0 0,0 0 0 0 0,3 9-1 0 0,-3-13-49 0 0,-1 1 0 0 0,1-1 0 0 0,-1 0 0 0 0,1 0 0 0 0,0 0 0 0 0,-1 1 0 0 0,1-1 0 0 0,0 0 0 0 0,0 0 0 0 0,0 0 0 0 0,0 0 0 0 0,0 0 0 0 0,0 0 0 0 0,0-1 0 0 0,0 1 0 0 0,0 0 0 0 0,0-1 0 0 0,1 1 0 0 0,-1 0 0 0 0,0-1 0 0 0,1 1 0 0 0,-1-1 0 0 0,0 0 0 0 0,1 1 0 0 0,-1-1 0 0 0,0 0 1 0 0,1 0-1 0 0,-1 0 0 0 0,0 0 0 0 0,1 0 0 0 0,-1 0 0 0 0,0 0 0 0 0,1-1 0 0 0,-1 1 0 0 0,0 0 0 0 0,1-1 0 0 0,-1 1 0 0 0,0-1 0 0 0,0 1 0 0 0,1-1 0 0 0,-1 0 0 0 0,0 1 0 0 0,0-1 0 0 0,2-2 0 0 0,10-6-619 0 0,-1-1 0 0 0,0-1 0 0 0,0 0 1 0 0,-1 0-1 0 0,-1-2 0 0 0,0 1 0 0 0,0-1 1 0 0,13-26-1 0 0,21-25-433 0 0,-44 63 1156 0 0,1 0 1 0 0,0-1-1 0 0,0 1 1 0 0,0 0-1 0 0,0 0 1 0 0,0 0-1 0 0,0 0 1 0 0,0 0-1 0 0,0 0 1 0 0,0 0-1 0 0,1 0 1 0 0,-1 0-1 0 0,0 1 1 0 0,1-1-1 0 0,-1 0 1 0 0,0 1-1 0 0,1-1 1 0 0,-1 1 0 0 0,1 0-1 0 0,-1-1 1 0 0,1 1-1 0 0,-1 0 1 0 0,1 0-1 0 0,1 0 1 0 0,-1 1 110 0 0,-1 0 0 0 0,1-1 0 0 0,-1 1 0 0 0,1 0 0 0 0,-1 0 0 0 0,0 0 1 0 0,1 1-1 0 0,-1-1 0 0 0,0 0 0 0 0,0 0 0 0 0,0 1 0 0 0,0-1 1 0 0,0 1-1 0 0,0-1 0 0 0,0 1 0 0 0,-1-1 0 0 0,1 1 0 0 0,0-1 0 0 0,-1 1 1 0 0,0 0-1 0 0,1 2 0 0 0,5 16 873 0 0,-1 1-379 0 0,1-2 0 0 0,0 1-1 0 0,2-1 1 0 0,10 21-1 0 0,-15-36-854 0 0,-1 0 0 0 0,1 0 0 0 0,0 0-1 0 0,0 0 1 0 0,1-1 0 0 0,-1 1 0 0 0,1-1-1 0 0,0 0 1 0 0,7 5 0 0 0,-8-6-182 0 0,-1-1 1 0 0,1 0 0 0 0,0 0-1 0 0,0 0 1 0 0,0 0 0 0 0,0 0-1 0 0,1-1 1 0 0,-1 1-1 0 0,0-1 1 0 0,0 0 0 0 0,0 0-1 0 0,0 0 1 0 0,0 0 0 0 0,1-1-1 0 0,-1 1 1 0 0,4-2-1 0 0,-2 0 334 0 0,-1 1 0 0 0,0-1 0 0 0,0 0 0 0 0,0-1 0 0 0,0 1 0 0 0,-1-1 0 0 0,1 1 0 0 0,-1-1 0 0 0,1 0 0 0 0,-1 0-1 0 0,0-1 1 0 0,0 1 0 0 0,-1-1 0 0 0,1 1 0 0 0,2-6 0 0 0,5-12 44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19.5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13363 0 0,'-3'11'548'0'0,"0"0"0"0"0,1 1 1 0 0,0-1-1 0 0,1 1 0 0 0,0-1 1 0 0,0 1-1 0 0,3 21 0 0 0,17 85 2379 0 0,-13-89-2262 0 0,89 375 1119 0 0,-92-392-1783 0 0,10 42-218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20.5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64 3225 0 0,'-2'-34'3213'0'0,"3"4"7198"0"0,15 53-9032 0 0,-3 18-16 0 0,10 54 1 0 0,-16-60-1158 0 0,1-1 0 0 0,23 56 0 0 0,-21-74-250 0 0,-10-16 29 0 0,0 1 1 0 0,0-1-1 0 0,0 0 1 0 0,1 0-1 0 0,-1 0 1 0 0,0 0-1 0 0,0 0 1 0 0,0 0 0 0 0,0 0-1 0 0,1 0 1 0 0,-1 0-1 0 0,0 0 1 0 0,0 0-1 0 0,0 0 1 0 0,0-1-1 0 0,1 1 1 0 0,-1 0-1 0 0,0 0 1 0 0,0 0-1 0 0,0 0 1 0 0,0 0 0 0 0,0 0-1 0 0,1 0 1 0 0,-1 0-1 0 0,0 0 1 0 0,0 0-1 0 0,0-1 1 0 0,0 1-1 0 0,0 0 1 0 0,0 0-1 0 0,0 0 1 0 0,1 0 0 0 0,-1 0-1 0 0,0-1 1 0 0,0 1-1 0 0,0 0 1 0 0,0 0-1 0 0,0 0 1 0 0,0 0-1 0 0,0-1 1 0 0,0 1-1 0 0,0 0 1 0 0,0 0 0 0 0,0 0-1 0 0,0 0 1 0 0,0-1-1 0 0,0 1 1 0 0,2-36-1973 0 0,-2 24 1464 0 0,0 1-197 0 0,1-22-1347 0 0,10-63 0 0 0,-9 87 2124 0 0,0 0 0 0 0,1 0 0 0 0,0 0 0 0 0,0 1 0 0 0,0-1 0 0 0,1 1-1 0 0,1 0 1 0 0,-1 0 0 0 0,1 0 0 0 0,1 1 0 0 0,-1 0 0 0 0,8-7 0 0 0,-11 12 30 0 0,-1 0 0 0 0,1 0-1 0 0,0 1 1 0 0,1-1 0 0 0,-1 0 0 0 0,0 1 0 0 0,0 0 0 0 0,1-1-1 0 0,-1 1 1 0 0,1 0 0 0 0,-1 0 0 0 0,1 1 0 0 0,-1-1-1 0 0,1 0 1 0 0,-1 1 0 0 0,1 0 0 0 0,0-1 0 0 0,-1 1-1 0 0,1 0 1 0 0,5 1 0 0 0,-4 0 71 0 0,-1 0 1 0 0,1 1-1 0 0,0 0 0 0 0,-1-1 0 0 0,1 1 0 0 0,-1 1 1 0 0,1-1-1 0 0,-1 0 0 0 0,0 1 0 0 0,0-1 1 0 0,0 1-1 0 0,3 5 0 0 0,6 7 269 0 0,0 2-1 0 0,-2 0 1 0 0,0 0 0 0 0,10 25-1 0 0,-3 5-259 0 0,-14-35-94 0 0,1 0 1 0 0,1-1-1 0 0,10 19 0 0 0,-15-29-72 0 0,0-1-1 0 0,0 0 0 0 0,0 0 0 0 0,0 0 0 0 0,0 1 0 0 0,0-1 1 0 0,0 0-1 0 0,1 0 0 0 0,-1 0 0 0 0,0 1 0 0 0,0-1 0 0 0,0 0 0 0 0,0 0 1 0 0,1 0-1 0 0,-1 0 0 0 0,0 0 0 0 0,0 0 0 0 0,0 1 0 0 0,1-1 1 0 0,-1 0-1 0 0,0 0 0 0 0,0 0 0 0 0,1 0 0 0 0,-1 0 0 0 0,0 0 0 0 0,0 0 1 0 0,0 0-1 0 0,1 0 0 0 0,-1 0 0 0 0,0 0 0 0 0,0 0 0 0 0,1 0 1 0 0,-1 0-1 0 0,0 0 0 0 0,0 0 0 0 0,0 0 0 0 0,1 0 0 0 0,-1 0 1 0 0,0-1-1 0 0,0 1 0 0 0,1 0 0 0 0,-1 0 0 0 0,8-12-19 0 0,3-15-178 0 0,4-33-154 0 0,4-17-416 0 0,-16 70 720 0 0,-1 0-1 0 0,1 0 1 0 0,1 1 0 0 0,-1-1 0 0 0,1 1 0 0 0,0 0-1 0 0,0 0 1 0 0,7-7 0 0 0,-9 12 83 0 0,0-1 0 0 0,0 1 0 0 0,0-1 0 0 0,0 1 0 0 0,0 0 0 0 0,0-1 0 0 0,0 1 0 0 0,0 0 0 0 0,0 1 0 0 0,1-1 0 0 0,-1 0 0 0 0,0 1 0 0 0,1-1 0 0 0,-1 1 0 0 0,0 0 0 0 0,1 0 0 0 0,-1 0 0 0 0,1 0 0 0 0,-1 0 0 0 0,0 0 0 0 0,1 0 0 0 0,-1 1 0 0 0,0 0 0 0 0,1-1 0 0 0,-1 1 0 0 0,0 0 0 0 0,0 0 0 0 0,1 0 0 0 0,-1 0 0 0 0,0 0 0 0 0,0 1 0 0 0,0-1 0 0 0,2 3 0 0 0,2 1 106 0 0,0 0-1 0 0,0 0 0 0 0,-1 1 1 0 0,1 0-1 0 0,-1 0 0 0 0,0 0 1 0 0,-1 1-1 0 0,7 13 1 0 0,-1 4-845 0 0,-1 1 0 0 0,10 50 0 0 0,-13-46-6270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20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3 373 5065 0 0,'13'-11'531'0'0,"0"0"0"0"0,-1-1 0 0 0,0 0 0 0 0,0-1 0 0 0,-2 0 0 0 0,1-1 0 0 0,10-20 0 0 0,-6 8 428 0 0,-2-1 1 0 0,0-1-1 0 0,10-36 1 0 0,-22 59-834 0 0,1 0 0 0 0,-1 0 0 0 0,-1-1 0 0 0,1 1 1 0 0,-1 0-1 0 0,0 0 0 0 0,0-1 0 0 0,0 1 0 0 0,-1 0 0 0 0,0 0 1 0 0,0-1-1 0 0,0 1 0 0 0,-3-8 0 0 0,3 12-37 0 0,0-1-1 0 0,0 0 1 0 0,0 1 0 0 0,0-1 0 0 0,0 1-1 0 0,0-1 1 0 0,0 1 0 0 0,-1-1-1 0 0,1 1 1 0 0,0 0 0 0 0,-1 0 0 0 0,1 0-1 0 0,-1 0 1 0 0,0 0 0 0 0,1 0 0 0 0,-1 0-1 0 0,0 0 1 0 0,1 0 0 0 0,-1 1-1 0 0,0-1 1 0 0,0 1 0 0 0,0 0 0 0 0,1-1-1 0 0,-1 1 1 0 0,0 0 0 0 0,0 0 0 0 0,0 0-1 0 0,0 0 1 0 0,0 0 0 0 0,1 1-1 0 0,-1-1 1 0 0,0 0 0 0 0,0 1 0 0 0,0 0-1 0 0,1-1 1 0 0,-1 1 0 0 0,0 0-1 0 0,1 0 1 0 0,-1 0 0 0 0,-2 2 0 0 0,-3 1 24 0 0,0 1 0 0 0,1 0 0 0 0,0 0 0 0 0,0 1 0 0 0,0 0 0 0 0,1 0 0 0 0,0 0 0 0 0,0 0 0 0 0,1 1 0 0 0,-8 14 0 0 0,7-11-162 0 0,0 0 1 0 0,0 1-1 0 0,2-1 1 0 0,-1 1-1 0 0,1 0 1 0 0,1 0-1 0 0,-2 14 0 0 0,4-17 64 0 0,0 0 0 0 0,1 0-1 0 0,0 0 1 0 0,0 0-1 0 0,1 0 1 0 0,0 0-1 0 0,0 0 1 0 0,1-1 0 0 0,0 1-1 0 0,0-1 1 0 0,1 1-1 0 0,0-1 1 0 0,0-1-1 0 0,1 1 1 0 0,0 0-1 0 0,8 7 1 0 0,-7-7-251 0 0,0-1-1 0 0,1 0 1 0 0,0-1 0 0 0,0 1 0 0 0,0-1-1 0 0,1-1 1 0 0,-1 1 0 0 0,1-1 0 0 0,0-1-1 0 0,0 0 1 0 0,1 0 0 0 0,-1 0 0 0 0,1-1-1 0 0,-1 0 1 0 0,10 0 0 0 0,5-2-5599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21.2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202 10 8754 0 0,'-1'-1'94'0'0,"1"0"0"0"0,-1 1 0 0 0,0-1 0 0 0,1 0 1 0 0,-1 1-1 0 0,0-1 0 0 0,1 1 0 0 0,-1-1 0 0 0,0 1 0 0 0,0-1 0 0 0,1 1 0 0 0,-1-1 1 0 0,0 1-1 0 0,0 0 0 0 0,0-1 0 0 0,0 1 0 0 0,1 0 0 0 0,-1 0 0 0 0,0 0 1 0 0,0 0-1 0 0,0 0 0 0 0,0 0 0 0 0,0 0 0 0 0,0 0 0 0 0,-1 0 0 0 0,-27 12 2051 0 0,20-6-1241 0 0,1 1 0 0 0,0 0 0 0 0,-14 14 0 0 0,7-4-511 0 0,1 1 0 0 0,1 1 0 0 0,-17 32 0 0 0,25-41-282 0 0,0 0 0 0 0,1-1 0 0 0,0 1 0 0 0,1 1 0 0 0,0-1 0 0 0,1 0 0 0 0,0 1 0 0 0,1-1 0 0 0,-1 22 0 0 0,2-31-131 0 0,0 0 0 0 0,0-1 0 0 0,0 1 0 0 0,0 0-1 0 0,0 0 1 0 0,0 0 0 0 0,0 0 0 0 0,0 0 0 0 0,0 0 0 0 0,0 0-1 0 0,1 0 1 0 0,-1-1 0 0 0,0 1 0 0 0,1 0 0 0 0,-1 0 0 0 0,1 0 0 0 0,-1-1-1 0 0,1 1 1 0 0,-1 0 0 0 0,1 0 0 0 0,-1-1 0 0 0,1 1 0 0 0,0-1-1 0 0,-1 1 1 0 0,1 0 0 0 0,0-1 0 0 0,0 1 0 0 0,-1-1 0 0 0,1 0-1 0 0,0 1 1 0 0,0-1 0 0 0,1 1 0 0 0,0-1-87 0 0,0-1 1 0 0,0 1-1 0 0,0 0 0 0 0,0-1 1 0 0,0 1-1 0 0,0-1 0 0 0,0 0 1 0 0,0 0-1 0 0,0 0 0 0 0,0 0 1 0 0,0 0-1 0 0,0 0 0 0 0,1-2 1 0 0,9-6-714 0 0,0-1 1 0 0,16-19-1 0 0,-27 29 819 0 0,18-24-137 0 0,0-1 0 0 0,-1-1 0 0 0,-2 0 0 0 0,14-30 0 0 0,-29 55 187 0 0,-1-1-1 0 0,1 1 0 0 0,0 0 0 0 0,-1-1 0 0 0,1 1 0 0 0,0 0 0 0 0,0 0 1 0 0,0 0-1 0 0,0 0 0 0 0,0 0 0 0 0,0 0 0 0 0,0 0 0 0 0,0 0 1 0 0,1 0-1 0 0,-1 0 0 0 0,0 0 0 0 0,0 1 0 0 0,1-1 0 0 0,-1 1 0 0 0,0-1 1 0 0,3 0-1 0 0,-3 1 57 0 0,0 1 0 0 0,1-1 1 0 0,-1 0-1 0 0,0 0 0 0 0,1 1 0 0 0,-1-1 0 0 0,0 1 1 0 0,1-1-1 0 0,-1 1 0 0 0,0 0 0 0 0,0-1 1 0 0,1 1-1 0 0,-1 0 0 0 0,0 0 0 0 0,0 0 1 0 0,0 0-1 0 0,0 0 0 0 0,1 1 0 0 0,5 7 613 0 0,0 1-1 0 0,-1 0 1 0 0,0 0-1 0 0,6 14 1 0 0,-6-12-496 0 0,19 27-1023 0 0,-14-28-95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21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 3 9674 0 0,'-2'-1'233'0'0,"0"1"-1"0"0,0-1 0 0 0,0 1 1 0 0,0 0-1 0 0,0 0 1 0 0,0 0-1 0 0,0 0 1 0 0,0 0-1 0 0,0 0 1 0 0,0 1-1 0 0,0-1 0 0 0,0 1 1 0 0,0-1-1 0 0,0 1 1 0 0,0 0-1 0 0,0-1 1 0 0,0 1-1 0 0,0 0 1 0 0,1 0-1 0 0,-1 1 1 0 0,0-1-1 0 0,1 0 0 0 0,-1 1 1 0 0,1-1-1 0 0,-1 1 1 0 0,1-1-1 0 0,0 1 1 0 0,0-1-1 0 0,-1 1 1 0 0,1 0-1 0 0,0 0 1 0 0,-1 3-1 0 0,0-2-171 0 0,1-1 1 0 0,0 1-1 0 0,-1-1 1 0 0,1 1-1 0 0,0 0 1 0 0,0-1-1 0 0,0 1 1 0 0,0 0-1 0 0,1 0 1 0 0,-1 0-1 0 0,1 0 0 0 0,0 0 1 0 0,0 0-1 0 0,0 0 1 0 0,0 0-1 0 0,0-1 1 0 0,1 1-1 0 0,-1 0 1 0 0,1 0-1 0 0,0 0 1 0 0,0 0-1 0 0,0-1 0 0 0,0 1 1 0 0,2 3-1 0 0,2-1-60 0 0,1-1-1 0 0,-1 1 1 0 0,1-1 0 0 0,0 0-1 0 0,0 0 1 0 0,0 0-1 0 0,1-1 1 0 0,-1 0-1 0 0,1 0 1 0 0,8 1-1 0 0,-7-1 10 0 0,0 0 0 0 0,0 1-1 0 0,0-1 1 0 0,0 2 0 0 0,13 8-1 0 0,-20-12-5 0 0,0 0 1 0 0,0 0-1 0 0,0-1 0 0 0,0 1 0 0 0,-1 0 0 0 0,1 0 0 0 0,0 0 0 0 0,0 0 0 0 0,-1 0 0 0 0,1 0 1 0 0,-1 0-1 0 0,1 0 0 0 0,-1 0 0 0 0,1 0 0 0 0,-1 0 0 0 0,0 0 0 0 0,0 0 0 0 0,1 1 0 0 0,-1-1 0 0 0,0 0 1 0 0,0 0-1 0 0,0 0 0 0 0,0 0 0 0 0,0 0 0 0 0,-1 2 0 0 0,0-1 7 0 0,0 1-1 0 0,0-1 1 0 0,0 0 0 0 0,0 0 0 0 0,0 1-1 0 0,-1-1 1 0 0,1 0 0 0 0,-1 0-1 0 0,0 0 1 0 0,1 0 0 0 0,-3 1-1 0 0,-5 4-49 0 0,0 0 0 0 0,0-1 0 0 0,-1 0-1 0 0,-12 6 1 0 0,8-6-301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21.8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12899 0 0,'-4'-1'5543'0'0,"2"9"-3660"0"0,4 7-739 0 0,6 7-704 0 0,1-2 0 0 0,0 1 0 0 0,2-1 0 0 0,22 32 0 0 0,15 30-104 0 0,-31-46-312 0 0,-1 1-1 0 0,-2 0 0 0 0,-1 1 1 0 0,-2 1-1 0 0,-2-1 1 0 0,-1 2-1 0 0,-3-1 0 0 0,-1 1 1 0 0,-1 0-1 0 0,-3 0 1 0 0,-1 0-1 0 0,-2 0 1 0 0,-2 0-1 0 0,-1-1 0 0 0,-18 59 1 0 0,1-28-1855 0 0,-4 0-6275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5.8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107 82 1376 0 0,'-7'0'499'0'0,"0"1"1"0"0,1 0-1 0 0,-1 1 0 0 0,1-1 0 0 0,-1 1 0 0 0,1 1 1 0 0,0-1-1 0 0,0 1 0 0 0,0 0 0 0 0,0 0 0 0 0,0 1 1 0 0,1 0-1 0 0,-1 0 0 0 0,1 0 0 0 0,-7 8 0 0 0,11-11-275 0 0,1-1-149 0 0,0 0 0 0 0,0 0-1 0 0,-1 1 1 0 0,1-1 0 0 0,0 0-1 0 0,0 0 1 0 0,0 0 0 0 0,0 1-1 0 0,0-1 1 0 0,0 0 0 0 0,0 0-1 0 0,0 0 1 0 0,0 1 0 0 0,0-1-1 0 0,0 0 1 0 0,0 0 0 0 0,0 1-1 0 0,0-1 1 0 0,0 0 0 0 0,0 0-1 0 0,0 1 1 0 0,0-1 0 0 0,0 0-1 0 0,0 0 1 0 0,0 0 0 0 0,0 1-1 0 0,0-1 1 0 0,0 0 0 0 0,0 0-1 0 0,0 0 1 0 0,1 1 0 0 0,-1-1 0 0 0,0 0 149 0 0,0 1-150 0 0,1-1 1 0 0,-1 0 0 0 0,0 0-1 0 0,14 4 1556 0 0,14-4 57 0 0,33-9-53 0 0,-1-2 0 0 0,83-26 0 0 0,24-6-814 0 0,-97 28-812 0 0,80-14-2474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6.1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6 6449 0 0,'-10'-6'14399'0'0,"16"67"-13216"0"0,19 78-1 0 0,-1-16-822 0 0,-13-17-280 0 0,-3 165 0 0 0,-8-264-254 0 0,0-1 1 0 0,0 1-1 0 0,0 0 0 0 0,1-1 0 0 0,0 1 0 0 0,0-1 1 0 0,1 1-1 0 0,-1-1 0 0 0,1 0 0 0 0,1 0 0 0 0,-1 0 1 0 0,7 11-1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6.7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63 3209 0 0,'4'-7'-18'0'0,"19"-30"2364"0"0,-22 35-1873 0 0,0 1 0 0 0,-1 0 0 0 0,1 0-1 0 0,0-1 1 0 0,1 1 0 0 0,-1 0 0 0 0,0 0 0 0 0,0 0-1 0 0,0 0 1 0 0,1 0 0 0 0,-1 0 0 0 0,0 1 0 0 0,1-1-1 0 0,-1 0 1 0 0,1 1 0 0 0,-1-1 0 0 0,1 1 0 0 0,-1-1-1 0 0,1 1 1 0 0,-1 0 0 0 0,1 0 0 0 0,1-1 0 0 0,-2 2-248 0 0,0-1 0 0 0,0 1 1 0 0,0 0-1 0 0,0-1 1 0 0,0 1-1 0 0,0 0 1 0 0,0 0-1 0 0,0-1 0 0 0,0 1 1 0 0,0 0-1 0 0,-1 0 1 0 0,1 0-1 0 0,0 0 1 0 0,-1 0-1 0 0,1 0 0 0 0,-1 0 1 0 0,1 0-1 0 0,-1 0 1 0 0,1 2-1 0 0,7 26 757 0 0,-6-21-703 0 0,7 36 56 0 0,-2 0 1 0 0,-3 1 0 0 0,0 79 0 0 0,-4-64-120 0 0,10 71 1 0 0,-8-112-273 0 0,7 37-163 0 0,-8-53 267 0 0,0 0 1 0 0,0 0 0 0 0,0 0 0 0 0,0 0 0 0 0,1 0 0 0 0,-1 0-1 0 0,1 0 1 0 0,0 0 0 0 0,0 0 0 0 0,0-1 0 0 0,0 1 0 0 0,0-1-1 0 0,3 4 1 0 0,-4-6-68 0 0,0 0-1 0 0,-1 0 0 0 0,1 0 1 0 0,-1 0-1 0 0,1 0 0 0 0,-1 0 1 0 0,1 0-1 0 0,0 0 0 0 0,-1 0 0 0 0,1 0 1 0 0,-1 0-1 0 0,1 0 0 0 0,-1 0 1 0 0,1 0-1 0 0,0 0 0 0 0,-1 0 1 0 0,1-1-1 0 0,-1 1 0 0 0,1 0 1 0 0,-1 0-1 0 0,1-1 0 0 0,-1 1 1 0 0,1 0-1 0 0,-1-1 0 0 0,0 1 1 0 0,1-1-1 0 0,-1 1 0 0 0,1 0 1 0 0,-1-1-1 0 0,0 1 0 0 0,1-1 1 0 0,-1 1-1 0 0,0-1 0 0 0,0 1 1 0 0,1-1-1 0 0,-1 1 0 0 0,0-1 1 0 0,0 0-1 0 0,0 1 0 0 0,0-1 1 0 0,0 1-1 0 0,1-1 0 0 0,-1 1 1 0 0,0-2-1 0 0,8-31 161 0 0,-7 28-202 0 0,9-64-504 0 0,6-22 744 0 0,-14 83-167 0 0,0-1-1 0 0,1 1 0 0 0,1 0 0 0 0,-1 0 1 0 0,1 0-1 0 0,0 0 0 0 0,1 1 0 0 0,6-9 1 0 0,-10 14-14 0 0,1 0 0 0 0,0 0 0 0 0,0 0 0 0 0,0 0 0 0 0,0 0 0 0 0,0 0 0 0 0,0 0 0 0 0,1 1 0 0 0,-1-1 0 0 0,0 1 1 0 0,1 0-1 0 0,-1-1 0 0 0,1 1 0 0 0,0 0 0 0 0,-1 1 0 0 0,1-1 0 0 0,0 0 0 0 0,-1 1 0 0 0,1-1 0 0 0,0 1 0 0 0,0 0 0 0 0,-1 0 1 0 0,1 0-1 0 0,0 0 0 0 0,0 1 0 0 0,0-1 0 0 0,-1 1 0 0 0,1 0 0 0 0,0 0 0 0 0,-1-1 0 0 0,1 2 0 0 0,-1-1 0 0 0,1 0 0 0 0,-1 0 1 0 0,1 1-1 0 0,3 3 0 0 0,7 6 175 0 0,0 1-1 0 0,0 0 1 0 0,-1 1 0 0 0,19 26 0 0 0,-8-10-101 0 0,-12-18-28 0 0,0 0-1 0 0,1-1 1 0 0,0 0-1 0 0,1-1 1 0 0,18 11-1 0 0,71 30-2057 0 0,-95-47 1657 0 0,20 9-7567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7.3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20 485 9218 0 0,'-1'0'67'0'0,"1"-1"-1"0"0,-1 0 1 0 0,1 1 0 0 0,-1-1 0 0 0,1 1-1 0 0,0-1 1 0 0,-1 1 0 0 0,1-1 0 0 0,0 0-1 0 0,0 1 1 0 0,0-1 0 0 0,-1 0 0 0 0,1 1-1 0 0,0-1 1 0 0,0 0 0 0 0,0 1-1 0 0,0-1 1 0 0,0 0 0 0 0,0 0 0 0 0,0 1-1 0 0,0-1 1 0 0,0 0 0 0 0,1 1 0 0 0,-1-1-1 0 0,0 0 1 0 0,0 1 0 0 0,0-1 0 0 0,1 1-1 0 0,-1-1 1 0 0,0 0 0 0 0,1 1-1 0 0,-1-1 1 0 0,1 0 0 0 0,16-30 2011 0 0,-13 24-1068 0 0,11-21 387 0 0,-1 0 1 0 0,17-51-1 0 0,-26 66-1004 0 0,-2 0-1 0 0,0 0 1 0 0,0-1 0 0 0,-1 0-1 0 0,-1 1 1 0 0,-1-1-1 0 0,0 0 1 0 0,-3-23 0 0 0,3 35-404 0 0,0 0 0 0 0,0 0 0 0 0,-1 1 0 0 0,1-1 0 0 0,0 0 0 0 0,-1 0 0 0 0,0 1 1 0 0,1-1-1 0 0,-1 1 0 0 0,0-1 0 0 0,0 0 0 0 0,0 1 0 0 0,0-1 0 0 0,0 1 0 0 0,-1 0 0 0 0,-1-3 0 0 0,2 4-7 0 0,0-1-1 0 0,0 1 0 0 0,0-1 0 0 0,0 1 0 0 0,0 0 0 0 0,0 0 0 0 0,0-1 1 0 0,0 1-1 0 0,0 0 0 0 0,0 0 0 0 0,0 0 0 0 0,0 0 0 0 0,0 0 0 0 0,0 0 1 0 0,0 1-1 0 0,0-1 0 0 0,0 0 0 0 0,0 0 0 0 0,0 1 0 0 0,0-1 0 0 0,-1 1 1 0 0,-2 2-38 0 0,0-1 0 0 0,0 1 0 0 0,0-1 0 0 0,0 1 0 0 0,1 1 0 0 0,0-1 0 0 0,0 0 0 0 0,-1 1 0 0 0,2 0 0 0 0,-1-1 0 0 0,-3 7-1 0 0,1-1-32 0 0,0 0 0 0 0,1 1 0 0 0,0 0 0 0 0,1 0 0 0 0,0 0-1 0 0,0 0 1 0 0,1 0 0 0 0,0 0 0 0 0,1 1 0 0 0,0-1 0 0 0,1 14-1 0 0,1-18 86 0 0,0-1 0 0 0,0 0 0 0 0,0 1 0 0 0,1-1 0 0 0,0 1 0 0 0,0-1 0 0 0,0 0 1 0 0,1 0-1 0 0,-1 0 0 0 0,1-1 0 0 0,1 1 0 0 0,-1-1 0 0 0,0 1 0 0 0,1-1 0 0 0,0 0 0 0 0,0 0 0 0 0,0-1 0 0 0,1 1 0 0 0,-1-1 0 0 0,1 0 0 0 0,0 0 0 0 0,9 4 0 0 0,-3-2 205 0 0,1 0-1 0 0,-1-1 1 0 0,1 0-1 0 0,0-1 1 0 0,1 0 0 0 0,-1-1-1 0 0,0-1 1 0 0,1 0-1 0 0,20-1 1 0 0,-26 0-218 0 0,-1-1 0 0 0,0 0 0 0 0,0 0 0 0 0,0 0 0 0 0,0-1 0 0 0,0 1 0 0 0,-1-2 0 0 0,1 1 0 0 0,0-1 0 0 0,-1 1 0 0 0,0-2 0 0 0,1 1 0 0 0,-1 0 0 0 0,-1-1 0 0 0,1 0 0 0 0,0 0 0 0 0,-1-1 0 0 0,0 1 0 0 0,0-1 0 0 0,0 0 0 0 0,4-7 0 0 0,-2-2-25 0 0,0-1-1 0 0,0 1 1 0 0,3-19-1 0 0,-7 23 34 0 0,0 1-1 0 0,1-1 0 0 0,0 1 0 0 0,1 0 0 0 0,0 0 1 0 0,0 0-1 0 0,1 0 0 0 0,0 1 0 0 0,1 0 1 0 0,10-13-1 0 0,-15 20 40 0 0,0 0-1 0 0,0 0 1 0 0,0 0-1 0 0,0 1 1 0 0,0-1 0 0 0,0 0-1 0 0,1 1 1 0 0,-1-1 0 0 0,0 1-1 0 0,0-1 1 0 0,1 1 0 0 0,-1-1-1 0 0,0 1 1 0 0,1 0 0 0 0,-1 0-1 0 0,0 0 1 0 0,1-1-1 0 0,-1 1 1 0 0,0 1 0 0 0,1-1-1 0 0,-1 0 1 0 0,0 0 0 0 0,3 1-1 0 0,-1 0 21 0 0,-1 0 0 0 0,1 1 0 0 0,0-1 0 0 0,-1 1 0 0 0,1 0 0 0 0,-1 0 0 0 0,0 0 0 0 0,0 0-1 0 0,1 0 1 0 0,1 3 0 0 0,5 8 92 0 0,0 0 0 0 0,-1 0 0 0 0,8 18 0 0 0,-13-24-123 0 0,9 19 77 0 0,-7-15-28 0 0,0 0-1 0 0,0-1 1 0 0,1 1 0 0 0,1-1-1 0 0,-1 0 1 0 0,1-1 0 0 0,15 16-1 0 0,-21-25-58 0 0,-1 0-1 0 0,0 1 0 0 0,0-1 0 0 0,0 0 0 0 0,0 0 0 0 0,0 0 1 0 0,0 0-1 0 0,1 0 0 0 0,-1 1 0 0 0,0-1 0 0 0,0 0 0 0 0,0 0 1 0 0,0 0-1 0 0,1 0 0 0 0,-1 0 0 0 0,0 0 0 0 0,0 0 0 0 0,0 0 1 0 0,1 0-1 0 0,-1 0 0 0 0,0 0 0 0 0,0 0 0 0 0,0 0 0 0 0,1 0 1 0 0,-1 0-1 0 0,0 0 0 0 0,0 0 0 0 0,0 0 0 0 0,0 0 0 0 0,1 0 1 0 0,-1 0-1 0 0,0 0 0 0 0,0 0 0 0 0,0 0 0 0 0,1 0 0 0 0,-1 0 1 0 0,0 0-1 0 0,0 0 0 0 0,0 0 0 0 0,0-1 0 0 0,1 1 0 0 0,-1 0 1 0 0,0 0-1 0 0,0 0 0 0 0,0-1 0 0 0,2-11 247 0 0,-6-20 20 0 0,4 30-251 0 0,-3-18-49 0 0,-5-27 349 0 0,-1-52 1 0 0,8 86-662 0 0,1-1-1 0 0,1 1 1 0 0,0-1 0 0 0,1 1 0 0 0,0-1-1 0 0,1 1 1 0 0,0 0 0 0 0,10-22 0 0 0,2 7-7701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8.0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85 9674 0 0,'0'-1'236'0'0,"0"-1"0"0"0,0 1 0 0 0,0 0 0 0 0,0-1 0 0 0,11-11 5490 0 0,-7 28-4243 0 0,-2-4-1118 0 0,4 30 555 0 0,14 43 0 0 0,-18-74-913 0 0,1 0 0 0 0,1 0 0 0 0,0 0 0 0 0,1 0 1 0 0,-1-1-1 0 0,2 0 0 0 0,-1 0 0 0 0,1-1 0 0 0,14 16 0 0 0,-19-23-38 0 0,1 0 0 0 0,-1 1 0 0 0,0-1-1 0 0,1 0 1 0 0,0 0 0 0 0,-1 0 0 0 0,1 0 0 0 0,-1 0 0 0 0,1-1-1 0 0,0 1 1 0 0,0 0 0 0 0,0-1 0 0 0,-1 1 0 0 0,1-1 0 0 0,0 0-1 0 0,0 0 1 0 0,0 1 0 0 0,0-1 0 0 0,0 0 0 0 0,-1-1 0 0 0,1 1 0 0 0,0 0-1 0 0,0 0 1 0 0,0-1 0 0 0,0 1 0 0 0,-1-1 0 0 0,1 0 0 0 0,0 0-1 0 0,-1 1 1 0 0,1-1 0 0 0,0 0 0 0 0,-1 0 0 0 0,1 0 0 0 0,-1-1-1 0 0,1 1 1 0 0,-1 0 0 0 0,0-1 0 0 0,1 1 0 0 0,0-2 0 0 0,7-8-22 0 0,-1 0 0 0 0,0-1 0 0 0,0 0 0 0 0,7-17 0 0 0,-5 10 421 0 0,-2 5-221 0 0,46-72 494 0 0,-49 79-613 0 0,0 1 0 0 0,0-1 1 0 0,1 1-1 0 0,0 0 1 0 0,0 1-1 0 0,0-1 1 0 0,1 1-1 0 0,0 0 1 0 0,12-5-1 0 0,-17 9 17 0 0,0 0 0 0 0,0 1 0 0 0,0 0 0 0 0,0-1 0 0 0,0 1 1 0 0,0 0-1 0 0,0 0 0 0 0,1 0 0 0 0,-1 1 0 0 0,0-1 0 0 0,0 0 0 0 0,0 1 0 0 0,0-1 0 0 0,0 1 0 0 0,0 0 0 0 0,0 0 0 0 0,0 0 0 0 0,0 0 0 0 0,-1 0 0 0 0,1 0 0 0 0,0 0 0 0 0,0 1 0 0 0,-1-1 0 0 0,1 0 0 0 0,-1 1 0 0 0,3 2 0 0 0,5 7 276 0 0,0 0 0 0 0,15 24 0 0 0,-11-15-350 0 0,-10-15 35 0 0,2 2-6 0 0,-1 0 1 0 0,1-1 0 0 0,0 0 0 0 0,0 0-1 0 0,1 0 1 0 0,11 8 0 0 0,-17-14-2 0 0,1 0 1 0 0,0 0-1 0 0,-1 0 1 0 0,1 0 0 0 0,-1 0-1 0 0,1-1 1 0 0,-1 1-1 0 0,1 0 1 0 0,-1 0-1 0 0,1 0 1 0 0,-1-1-1 0 0,1 1 1 0 0,-1 0 0 0 0,1 0-1 0 0,-1-1 1 0 0,1 1-1 0 0,-1-1 1 0 0,1 1-1 0 0,-1 0 1 0 0,0-1-1 0 0,1 1 1 0 0,-1-1 0 0 0,0 1-1 0 0,1-1 1 0 0,-1 1-1 0 0,1-1 1 0 0,11-20-49 0 0,-8 14 0 0 0,18-28-339 0 0,-11 16-3 0 0,1 1 0 0 0,0 0 0 0 0,30-31 0 0 0,-39 45 374 0 0,1 0-1 0 0,0 1 0 0 0,0 0 1 0 0,0-1-1 0 0,1 2 0 0 0,-1-1 0 0 0,1 0 1 0 0,-1 1-1 0 0,1 0 0 0 0,0 0 1 0 0,0 0-1 0 0,0 1 0 0 0,0 0 0 0 0,0 0 1 0 0,0 0-1 0 0,0 0 0 0 0,0 1 0 0 0,1 0 1 0 0,-1 0-1 0 0,0 0 0 0 0,10 3 1 0 0,-8-1 107 0 0,0 0 1 0 0,0 0 0 0 0,0 1-1 0 0,0 0 1 0 0,-1 1 0 0 0,0-1-1 0 0,1 1 1 0 0,-1 0 0 0 0,-1 1 0 0 0,1-1-1 0 0,-1 1 1 0 0,7 7 0 0 0,2 6 216 0 0,-1 0 0 0 0,19 32 0 0 0,-18-26-107 0 0,22 28 0 0 0,-31-46-213 0 0,0 1-1 0 0,1-1 0 0 0,0-1 1 0 0,1 1-1 0 0,-1-1 0 0 0,1 0 1 0 0,0 0-1 0 0,12 5 0 0 0,-18-9-103 0 0,0-1 0 0 0,0 1 0 0 0,1-1 0 0 0,-1 1 0 0 0,0-1 0 0 0,0 0 0 0 0,1 0 0 0 0,-1 0 0 0 0,0 1 0 0 0,1-1 0 0 0,-1 0 0 0 0,0-1 0 0 0,0 1 0 0 0,1 0 0 0 0,-1 0 0 0 0,2-1 0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8.3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 6449 0 0,'1'-2'4516'0'0,"8"4"-1242"0"0,9 6 979 0 0,-14-4-3922 0 0,1 0 0 0 0,-1 0-1 0 0,-1 0 1 0 0,1 0 0 0 0,-1 1 0 0 0,1-1-1 0 0,-1 1 1 0 0,-1 0 0 0 0,1 0 0 0 0,-1 0 0 0 0,0 1-1 0 0,0-1 1 0 0,2 8 0 0 0,0 7 73 0 0,-1 1-1 0 0,1 29 1 0 0,-3-35-1647 0 0,0 0-1 0 0,1 0 1 0 0,0 1-1 0 0,1-1 1 0 0,6 16-1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8.5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17972 0 0,'2'-1'54'0'0,"-1"1"-1"0"0,1 0 1 0 0,0-1 0 0 0,-1 1-1 0 0,1 0 1 0 0,-1 0 0 0 0,1 0 0 0 0,0 0-1 0 0,-1 0 1 0 0,1 1 0 0 0,-1-1 0 0 0,1 0-1 0 0,0 1 1 0 0,-1-1 0 0 0,1 1-1 0 0,-1-1 1 0 0,1 1 0 0 0,-1 0 0 0 0,0 0-1 0 0,2 1 1 0 0,-1 0 19 0 0,1 0 0 0 0,-1 0 0 0 0,0 1-1 0 0,-1-1 1 0 0,1 1 0 0 0,0 0 0 0 0,-1-1 0 0 0,1 1-1 0 0,1 6 1 0 0,2 5-1425 0 0,-1 1-1 0 0,-1 0 0 0 0,3 25 1 0 0,3 12-1909 0 0,-4-31 2426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8.9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175 19 10594 0 0,'0'0'53'0'0,"1"0"-1"0"0,-1 0 1 0 0,0-1 0 0 0,1 1-1 0 0,-1 0 1 0 0,0-1 0 0 0,1 1-1 0 0,-1 0 1 0 0,0-1-1 0 0,0 1 1 0 0,1 0 0 0 0,-1-1-1 0 0,0 1 1 0 0,0 0-1 0 0,0-1 1 0 0,0 1 0 0 0,1-1-1 0 0,-1 1 1 0 0,0-1-1 0 0,0 1 1 0 0,0 0 0 0 0,0-1-1 0 0,0 1 1 0 0,0-1-1 0 0,0 1 1 0 0,0-1 0 0 0,0 1-1 0 0,0 0 1 0 0,0-1-1 0 0,0 1 1 0 0,-1-1 0 0 0,1 1-1 0 0,0 0 1 0 0,0-1 0 0 0,0 1-1 0 0,-1-1 1 0 0,1 1-1 0 0,0 0 1 0 0,0-1 0 0 0,-1 1-1 0 0,1 0 1 0 0,0-1-1 0 0,0 1 1 0 0,-1 0 0 0 0,1 0-1 0 0,-1-1 1 0 0,1 1-1 0 0,0 0 1 0 0,-1 0 0 0 0,1 0-1 0 0,0-1 1 0 0,-1 1-1 0 0,1 0 1 0 0,-1 0 0 0 0,1 0-1 0 0,0 0 1 0 0,-1 0 0 0 0,1 0-1 0 0,-1 0 1 0 0,1 0-1 0 0,-1 0 1 0 0,1 0 0 0 0,0 0-1 0 0,-1 0 1 0 0,0 0-1 0 0,-2 0 261 0 0,0 1-1 0 0,-1-1 0 0 0,1 1 0 0 0,0 0 0 0 0,0-1 0 0 0,0 1 0 0 0,-6 3 1 0 0,-3 4-4 0 0,0 1 1 0 0,0 1 0 0 0,1 0 0 0 0,0 0 0 0 0,1 1 0 0 0,0 1 0 0 0,1-1 0 0 0,0 2 0 0 0,0-1-1 0 0,-12 28 1 0 0,20-38-269 0 0,0 0-1 0 0,-1 0 0 0 0,1 0 1 0 0,0 0-1 0 0,1 0 0 0 0,-1 0 1 0 0,0 1-1 0 0,1-1 0 0 0,-1 0 1 0 0,1 1-1 0 0,0-1 0 0 0,-1 0 1 0 0,1 1-1 0 0,0-1 0 0 0,1 0 1 0 0,-1 1-1 0 0,0-1 0 0 0,1 0 1 0 0,-1 1-1 0 0,1-1 0 0 0,0 0 1 0 0,-1 0-1 0 0,1 0 0 0 0,0 0 1 0 0,1 0-1 0 0,-1 0 0 0 0,0 0 1 0 0,1 0-1 0 0,-1 0 0 0 0,1 0 1 0 0,-1 0-1 0 0,1-1 0 0 0,0 1 1 0 0,-1-1-1 0 0,1 1 0 0 0,0-1 1 0 0,0 0-1 0 0,0 0 0 0 0,3 1 1 0 0,9 4-10 0 0,1-1 0 0 0,-1-1 0 0 0,1 0 1 0 0,0-1-1 0 0,17 2 0 0 0,-1-1 146 0 0,-24-2-165 0 0,10 1-33 0 0,-1 1 1 0 0,21 7-1 0 0,-34-10 24 0 0,0 0-1 0 0,0 0 1 0 0,-1 0-1 0 0,1 0 0 0 0,0 1 1 0 0,-1-1-1 0 0,1 1 1 0 0,-1 0-1 0 0,1 0 1 0 0,-1 0-1 0 0,0 0 0 0 0,0 0 1 0 0,0 0-1 0 0,0 0 1 0 0,0 1-1 0 0,0-1 1 0 0,-1 1-1 0 0,1-1 0 0 0,-1 1 1 0 0,2 4-1 0 0,-3-3 9 0 0,0-1 0 0 0,0 1 0 0 0,-1-1 0 0 0,1 0 1 0 0,-1 1-1 0 0,0-1 0 0 0,0 0 0 0 0,0 0 0 0 0,0 1 0 0 0,0-1 0 0 0,-1 0 0 0 0,0 0 0 0 0,1-1 0 0 0,-1 1 0 0 0,0 0 0 0 0,0 0 0 0 0,-1-1 0 0 0,1 1 0 0 0,0-1 0 0 0,-1 0 0 0 0,0 0 0 0 0,1 0 0 0 0,-7 3 0 0 0,-1 2 30 0 0,0-1 0 0 0,-1 0-1 0 0,0 0 1 0 0,0-1 0 0 0,-17 4 0 0 0,-20 1-2698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9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0 5065 0 0,'-2'1'291'0'0,"-3"0"1315"0"0,-1 0 0 0 0,1 0 1 0 0,-1 1-1 0 0,1 0 0 0 0,-9 4 0 0 0,13-6-1408 0 0,0 1 0 0 0,0 0 0 0 0,0-1 0 0 0,0 1 0 0 0,1 0 0 0 0,-1-1 0 0 0,0 1 0 0 0,1 0 0 0 0,-1 0 0 0 0,0 0 0 0 0,1-1 0 0 0,-1 1 0 0 0,1 0 0 0 0,0 0-1 0 0,-1 0 1 0 0,1 0 0 0 0,-1 0 0 0 0,1 0 0 0 0,0 0 0 0 0,0 0 0 0 0,0 0 0 0 0,0 0 0 0 0,0 0 0 0 0,0 0 0 0 0,0 0 0 0 0,0 0 0 0 0,0 0 0 0 0,0 0 0 0 0,0 0-1 0 0,1 0 1 0 0,-1 0 0 0 0,0 0 0 0 0,1 0 0 0 0,-1 0 0 0 0,1 0 0 0 0,-1 0 0 0 0,1-1 0 0 0,0 3 0 0 0,12 21 241 0 0,-1 0 0 0 0,-2 1 0 0 0,13 46 0 0 0,10 81-69 0 0,-25-103-389 0 0,3 0 0 0 0,2-1 1 0 0,19 49-1 0 0,-7-51-2076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9.4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1 140 12443 0 0,'131'-58'9331'0'0,"-80"33"-9532"0"0,71-25-1 0 0,-99 43-7446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39.7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0 14283 0 0,'-6'3'427'0'0,"1"0"0"0"0,0 1 0 0 0,0-1 0 0 0,0 1 0 0 0,0 0 0 0 0,1 0 1 0 0,-1 0-1 0 0,1 0 0 0 0,0 1 0 0 0,0 0 0 0 0,1 0 0 0 0,0 0 0 0 0,-1 0 0 0 0,2 1 0 0 0,-5 10 0 0 0,3-5-256 0 0,0-1 1 0 0,1 1-1 0 0,0-1 0 0 0,1 1 1 0 0,0 0-1 0 0,1 0 0 0 0,0 0 1 0 0,1 12-1 0 0,1-16-150 0 0,0 0 0 0 0,1 0 1 0 0,-1 0-1 0 0,1-1 0 0 0,0 1 0 0 0,1-1 0 0 0,0 1 0 0 0,0-1 0 0 0,0 0 0 0 0,1 0 0 0 0,0 0 0 0 0,0 0 1 0 0,0-1-1 0 0,1 0 0 0 0,9 9 0 0 0,-10-11 7 0 0,0 0 0 0 0,0 0 0 0 0,-1 0-1 0 0,1-1 1 0 0,1 0 0 0 0,-1 1 0 0 0,0-2 0 0 0,1 1 0 0 0,-1 0 0 0 0,1-1 0 0 0,-1 0 0 0 0,1 0-1 0 0,-1 0 1 0 0,1-1 0 0 0,0 1 0 0 0,-1-1 0 0 0,1 0 0 0 0,0-1 0 0 0,0 1 0 0 0,-1-1 0 0 0,1 0-1 0 0,-1 0 1 0 0,1 0 0 0 0,5-3 0 0 0,-8 3-24 0 0,-1 1-1 0 0,1-1 1 0 0,-1 0-1 0 0,1 0 1 0 0,-1 0-1 0 0,1 0 1 0 0,-1 0-1 0 0,0 0 1 0 0,1 0 0 0 0,-1 0-1 0 0,0-1 1 0 0,0 1-1 0 0,0 0 1 0 0,0-1-1 0 0,0 1 1 0 0,0-1-1 0 0,-1 1 1 0 0,1-1-1 0 0,0 0 1 0 0,-1 1 0 0 0,1-3-1 0 0,-1 1 9 0 0,1 0 0 0 0,-1 0 0 0 0,0 0-1 0 0,0 0 1 0 0,-1-1 0 0 0,1 1 0 0 0,-1 0 0 0 0,1 0-1 0 0,-1 0 1 0 0,-2-5 0 0 0,-1-1 13 0 0,-1 0 0 0 0,1 1 1 0 0,-1 0-1 0 0,-1-1 0 0 0,1 2 0 0 0,-12-13 0 0 0,-3 2-99 0 0,-32-22 0 0 0,14 11-1928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3:40.0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0 240 13827 0 0,'3'3'226'0'0,"-1"0"0"0"0,1 1-1 0 0,0-1 1 0 0,1 0 0 0 0,-1 0 0 0 0,0-1 0 0 0,1 1-1 0 0,0-1 1 0 0,-1 0 0 0 0,5 2 0 0 0,12 9 748 0 0,-5-1 314 0 0,-1 2 0 0 0,15 17-1 0 0,-24-25-1028 0 0,0 0 0 0 0,0 1 1 0 0,-1-1-1 0 0,0 1 0 0 0,0 0 0 0 0,0 1 0 0 0,-1-1 0 0 0,2 9 0 0 0,-28-49 2036 0 0,17 17-2020 0 0,1 0 0 0 0,0 0 0 0 0,1 0-1 0 0,0-1 1 0 0,1 0 0 0 0,1 1 0 0 0,1-32 0 0 0,2 21-654 0 0,1-1-1 0 0,1 1 0 0 0,1 0 1 0 0,9-29-1 0 0,4 5-8956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1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256 83 6913 0 0,'1'-6'658'0'0,"-1"0"0"0"0,1 0-1 0 0,-1 0 1 0 0,0 0 0 0 0,0 0 0 0 0,-1 0-1 0 0,1 0 1 0 0,-3-8 0 0 0,2 13-545 0 0,1 0 1 0 0,0-1-1 0 0,-1 1 1 0 0,1 0-1 0 0,-1 0 1 0 0,1 0-1 0 0,-1 0 1 0 0,0 0-1 0 0,1 0 1 0 0,-1 0-1 0 0,0 0 1 0 0,0 0-1 0 0,0 0 1 0 0,0 0-1 0 0,1 0 1 0 0,-1 0-1 0 0,0 1 1 0 0,-2-2-1 0 0,2 2-52 0 0,-1 0-1 0 0,1 0 1 0 0,0 0-1 0 0,-1 0 1 0 0,1 0-1 0 0,0 0 1 0 0,0 0-1 0 0,-1 0 1 0 0,1 0-1 0 0,0 1 1 0 0,0-1-1 0 0,0 1 1 0 0,-1-1-1 0 0,1 1 1 0 0,0-1-1 0 0,0 1 1 0 0,0 0-1 0 0,0-1 1 0 0,0 1-1 0 0,0 0 1 0 0,0 0-1 0 0,-1 1 1 0 0,-6 5 154 0 0,2 1 1 0 0,-1-1-1 0 0,1 1 1 0 0,0 0-1 0 0,1 1 1 0 0,-1-1 0 0 0,2 1-1 0 0,-5 11 1 0 0,-25 80 666 0 0,24-68-604 0 0,-17 59 188 0 0,3 0 0 0 0,4 2 0 0 0,4 0-1 0 0,-6 137 1 0 0,22-214-385 0 0,0-1 0 0 0,1 1 0 0 0,1 0 0 0 0,0-1 1 0 0,1 1-1 0 0,1-1 0 0 0,0 0 0 0 0,11 25 0 0 0,-9-30-52 0 0,-1 0 0 0 0,2-1 0 0 0,-1 1 0 0 0,1-1 0 0 0,1 0 0 0 0,-1-1 0 0 0,2 0 0 0 0,-1 0 0 0 0,1-1 0 0 0,0 0 0 0 0,0 0 0 0 0,17 8 0 0 0,12 4-76 0 0,70 24 0 0 0,-43-21-2935 0 0,-57-19 2285 0 0,12 4-6308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1.8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169 245 456 0 0,'13'-6'228'0'0,"-1"0"0"0"0,0-1 0 0 0,0 0 0 0 0,0-1 0 0 0,-1-1 0 0 0,-1 1 0 0 0,16-17 0 0 0,-25 25-220 0 0,-1-1 0 0 0,0 1 0 0 0,1 0 0 0 0,-1 0 0 0 0,0 0 0 0 0,0 0-1 0 0,1-1 1 0 0,-1 1 0 0 0,0 0 0 0 0,0 0 0 0 0,1-1 0 0 0,-1 1-1 0 0,0 0 1 0 0,0-1 0 0 0,0 1 0 0 0,0 0 0 0 0,1 0 0 0 0,-1-1 0 0 0,0 1-1 0 0,0 0 1 0 0,0-1 0 0 0,0 1 0 0 0,0 0 0 0 0,0-1 0 0 0,0 1-1 0 0,0 0 1 0 0,0-1 0 0 0,0 1 0 0 0,0 0 0 0 0,0-1 0 0 0,0 1-1 0 0,0 0 1 0 0,0-1 0 0 0,0 1 0 0 0,0 0 0 0 0,-1-1 0 0 0,1 1 0 0 0,0 0-1 0 0,0-1 1 0 0,0 1 0 0 0,0 0 0 0 0,-1 0 0 0 0,1-1 0 0 0,0 1-1 0 0,0 0 1 0 0,-1 0 0 0 0,1-1 0 0 0,0 1 0 0 0,0 0 0 0 0,-1 0-1 0 0,1 0 1 0 0,0-1 0 0 0,-1 1 0 0 0,1 0 0 0 0,0 0 0 0 0,-1 0 0 0 0,1 0-1 0 0,0 0 1 0 0,-1 0 0 0 0,0 0 100 0 0,1-1 1 0 0,-1 1-1 0 0,0 0 0 0 0,1 0 1 0 0,-1-1-1 0 0,1 1 0 0 0,-1-1 1 0 0,0 1-1 0 0,1 0 0 0 0,-1-1 1 0 0,1 1-1 0 0,-1-1 0 0 0,1 1 1 0 0,-1-1-1 0 0,1 0 0 0 0,0 1 1 0 0,-1-1-1 0 0,1 1 0 0 0,0-1 0 0 0,-1 0 1 0 0,1 1-1 0 0,0-1 0 0 0,0 0 1 0 0,-1 1-1 0 0,1-1 0 0 0,0 0 1 0 0,0 1-1 0 0,0-1 0 0 0,0 0 1 0 0,0 0-1 0 0,0 0 0 0 0,4-25 1757 0 0,-2 20-1107 0 0,-1 0 1 0 0,0 0 0 0 0,-1 0 0 0 0,1 0 0 0 0,-1-1-1 0 0,-1-10 1 0 0,0 15-586 0 0,0-1 0 0 0,0 0 0 0 0,0 1 0 0 0,0-1 0 0 0,-1 1 0 0 0,1-1 0 0 0,-1 1 0 0 0,1 0-1 0 0,-1-1 1 0 0,0 1 0 0 0,0 0 0 0 0,0 0 0 0 0,0 0 0 0 0,0 0 0 0 0,0 1 0 0 0,-1-1 0 0 0,1 1 0 0 0,-1-1 0 0 0,-2 0 0 0 0,1 0-113 0 0,1 0 1 0 0,-1 0-1 0 0,0 1 0 0 0,1 0 1 0 0,-1 0-1 0 0,0 0 1 0 0,0 0-1 0 0,0 0 1 0 0,0 1-1 0 0,0 0 1 0 0,0 0-1 0 0,0 0 1 0 0,0 0-1 0 0,0 1 1 0 0,0-1-1 0 0,0 1 1 0 0,-5 2-1 0 0,2 0 46 0 0,1 0 0 0 0,0 0 0 0 0,0 0 0 0 0,0 1 0 0 0,0 0 0 0 0,1 0 0 0 0,-1 1 0 0 0,1-1 0 0 0,-6 9 0 0 0,0 0 91 0 0,0 1-1 0 0,2 0 1 0 0,0 0 0 0 0,0 1-1 0 0,1 1 1 0 0,1-1 0 0 0,-7 24 0 0 0,10-22-67 0 0,0 1 0 0 0,1 0 0 0 0,0 1 1 0 0,2-1-1 0 0,0 0 0 0 0,1 0 0 0 0,1 1 1 0 0,1-1-1 0 0,0 0 0 0 0,2 0 0 0 0,5 19 0 0 0,-6-28-38 0 0,0-1-1 0 0,1 1 0 0 0,-1-1 0 0 0,2 0 0 0 0,-1-1 0 0 0,1 1 0 0 0,0-1 0 0 0,1 0 0 0 0,0 0 0 0 0,11 10 1 0 0,-11-12-64 0 0,0-1 0 0 0,0 0 0 0 0,0-1 0 0 0,0 0 0 0 0,1 1 0 0 0,-1-2 1 0 0,1 1-1 0 0,0-1 0 0 0,0 0 0 0 0,0-1 0 0 0,0 1 0 0 0,0-2 1 0 0,0 1-1 0 0,0-1 0 0 0,7 0 0 0 0,78-10-2360 0 0,-68 5-5322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2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8754 0 0,'1'1'245'0'0,"0"0"-1"0"0,0 0 1 0 0,0 0 0 0 0,0 0-1 0 0,0 0 1 0 0,-1 0 0 0 0,1 0-1 0 0,0 0 1 0 0,0 1 0 0 0,-1-1-1 0 0,1 0 1 0 0,-1 0 0 0 0,1 1-1 0 0,-1-1 1 0 0,1 0 0 0 0,-1 1-1 0 0,0-1 1 0 0,0 0 0 0 0,0 1-1 0 0,0-1 1 0 0,0 1 0 0 0,0 1-1 0 0,2 38 2603 0 0,-2-1-2339 0 0,2 78 1484 0 0,-1-106-1848 0 0,1 0-1 0 0,0-1 1 0 0,0 1-1 0 0,1-1 1 0 0,1 0-1 0 0,0 1 1 0 0,9 16-1 0 0,-11-25-237 0 0,-1 0 0 0 0,1 0-1 0 0,0 0 1 0 0,1-1-1 0 0,-1 1 1 0 0,0 0-1 0 0,1-1 1 0 0,0 0-1 0 0,-1 0 1 0 0,1 1 0 0 0,0-1-1 0 0,0-1 1 0 0,4 3-1 0 0,-6-4 57 0 0,0 0 0 0 0,1 1-1 0 0,-1-1 1 0 0,0 0 0 0 0,1 0 0 0 0,-1 0-1 0 0,0 0 1 0 0,0 0 0 0 0,1 0-1 0 0,-1 0 1 0 0,0-1 0 0 0,0 1 0 0 0,1 0-1 0 0,-1-1 1 0 0,0 1 0 0 0,0-1 0 0 0,0 1-1 0 0,1-1 1 0 0,-1 0 0 0 0,0 1 0 0 0,0-1-1 0 0,0 0 1 0 0,0 0 0 0 0,0 0-1 0 0,-1 1 1 0 0,1-1 0 0 0,0 0 0 0 0,0 0-1 0 0,0-1 1 0 0,-1 1 0 0 0,1 0 0 0 0,-1 0-1 0 0,1 0 1 0 0,-1 0 0 0 0,1-1-1 0 0,-1 1 1 0 0,1-2 0 0 0,19-70-1245 0 0,-17 57 1075 0 0,1 1 0 0 0,0 0 0 0 0,1 0 0 0 0,1 1 0 0 0,8-17 0 0 0,-14 31 277 0 0,0-1 1 0 0,1 1 0 0 0,-1-1-1 0 0,0 1 1 0 0,1-1 0 0 0,-1 1-1 0 0,1 0 1 0 0,-1-1 0 0 0,1 1-1 0 0,-1-1 1 0 0,0 1 0 0 0,1 0-1 0 0,0-1 1 0 0,-1 1 0 0 0,1 0 0 0 0,-1 0-1 0 0,1-1 1 0 0,-1 1 0 0 0,1 0-1 0 0,-1 0 1 0 0,1 0 0 0 0,0 0-1 0 0,-1 0 1 0 0,1 0 0 0 0,0 0-1 0 0,-1 0 1 0 0,1 0 0 0 0,-1 0-1 0 0,1 0 1 0 0,0 0 0 0 0,-1 0-1 0 0,1 0 1 0 0,-1 1 0 0 0,1-1-1 0 0,-1 0 1 0 0,1 0 0 0 0,-1 1-1 0 0,1-1 1 0 0,-1 0 0 0 0,1 1-1 0 0,-1-1 1 0 0,1 0 0 0 0,-1 1-1 0 0,1-1 1 0 0,-1 1 0 0 0,0-1 0 0 0,1 1-1 0 0,-1-1 1 0 0,0 1 0 0 0,1-1-1 0 0,-1 2 1 0 0,23 35 2098 0 0,-17-27-1915 0 0,58 79 715 0 0,-4-6-3577 0 0,-47-62-4608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2.9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 2 6913 0 0,'-1'-2'4511'0'0,"-8"3"-2800"0"0,-8 4-299 0 0,8-1-1138 0 0,1 1 0 0 0,-1 0 0 0 0,1 0 0 0 0,0 1 0 0 0,0 0 0 0 0,1 0 1 0 0,0 1-1 0 0,0 0 0 0 0,0 0 0 0 0,1 1 0 0 0,0 0 0 0 0,-9 15 0 0 0,8-10-179 0 0,0 1 1 0 0,1-1 0 0 0,1 2-1 0 0,0-1 1 0 0,0 0-1 0 0,2 1 1 0 0,-4 24 0 0 0,7-36-91 0 0,0 0 1 0 0,-1 0 0 0 0,1-1-1 0 0,1 1 1 0 0,-1 0 0 0 0,0 0-1 0 0,1-1 1 0 0,-1 1 0 0 0,1 0-1 0 0,0-1 1 0 0,0 1 0 0 0,0-1-1 0 0,0 1 1 0 0,0-1 0 0 0,0 1-1 0 0,1-1 1 0 0,-1 0 0 0 0,1 1-1 0 0,0-1 1 0 0,0 0-1 0 0,0 0 1 0 0,0 0 0 0 0,0-1-1 0 0,3 3 1 0 0,-3-3-72 0 0,0 0 1 0 0,0 0-1 0 0,0 0 0 0 0,0-1 0 0 0,1 1 0 0 0,-1-1 1 0 0,0 1-1 0 0,0-1 0 0 0,1 0 0 0 0,-1 0 0 0 0,0 0 1 0 0,1 0-1 0 0,-1 0 0 0 0,0-1 0 0 0,0 1 0 0 0,1-1 1 0 0,-1 1-1 0 0,0-1 0 0 0,0 0 0 0 0,0 0 0 0 0,0 0 1 0 0,0 0-1 0 0,0 0 0 0 0,0-1 0 0 0,0 1 0 0 0,0 0 1 0 0,0-1-1 0 0,-1 1 0 0 0,3-4 0 0 0,5-5-413 0 0,-1 0-1 0 0,-1 0 1 0 0,0-1-1 0 0,0 0 0 0 0,7-17 1 0 0,-9 17 697 0 0,1 0 1 0 0,0 0-1 0 0,1 0 0 0 0,0 0 1 0 0,12-12-1 0 0,-19 22-160 0 0,0 1 1 0 0,1 0-1 0 0,-1-1 0 0 0,1 1 0 0 0,-1-1 0 0 0,0 1 1 0 0,1 0-1 0 0,-1-1 0 0 0,1 1 0 0 0,-1 0 0 0 0,1 0 1 0 0,-1-1-1 0 0,1 1 0 0 0,-1 0 0 0 0,1 0 0 0 0,0 0 1 0 0,-1-1-1 0 0,1 1 0 0 0,-1 0 0 0 0,1 0 0 0 0,-1 0 0 0 0,1 0 1 0 0,-1 0-1 0 0,1 0 0 0 0,0 0 0 0 0,-1 0 0 0 0,1 1 1 0 0,0-1-1 0 0,10 14 1087 0 0,0 32 4 0 0,-10-39-1003 0 0,1 0-88 0 0,0 0 1 0 0,0-1-1 0 0,0 1 1 0 0,1-1-1 0 0,0 1 1 0 0,7 9-1 0 0,-8-13-62 0 0,0 0 0 0 0,0 0-1 0 0,0-1 1 0 0,0 1 0 0 0,1-1-1 0 0,-1 1 1 0 0,1-1 0 0 0,-1 0-1 0 0,1 0 1 0 0,0 0 0 0 0,0 0-1 0 0,0-1 1 0 0,0 1 0 0 0,0-1 0 0 0,0 0-1 0 0,4 1 1 0 0,-5-2-45 0 0,1 0 0 0 0,-1 0-1 0 0,0 0 1 0 0,0-1 0 0 0,0 1 0 0 0,0-1-1 0 0,0 1 1 0 0,0-1 0 0 0,0 0 0 0 0,-1 0 0 0 0,1 0-1 0 0,0 0 1 0 0,0 0 0 0 0,0 0 0 0 0,-1-1 0 0 0,1 1-1 0 0,-1 0 1 0 0,1-1 0 0 0,-1 1 0 0 0,0-1-1 0 0,1 0 1 0 0,-1 1 0 0 0,1-3 0 0 0,28-50-704 0 0,-21 38 293 0 0,-4 7 371 0 0,0 0-1 0 0,1 1 1 0 0,0 0 0 0 0,9-10-1 0 0,-12 15 221 0 0,0 0 0 0 0,0 0 0 0 0,1 1 0 0 0,-1-1 0 0 0,1 1 0 0 0,-1 0 0 0 0,1-1 0 0 0,0 2 0 0 0,-1-1 0 0 0,1 0 0 0 0,0 1 0 0 0,0 0 0 0 0,5-1 0 0 0,-8 2-84 0 0,0 0-1 0 0,1 0 1 0 0,-1 0 0 0 0,1 1 0 0 0,-1-1-1 0 0,0 0 1 0 0,1 1 0 0 0,-1-1 0 0 0,0 1-1 0 0,1 0 1 0 0,-1-1 0 0 0,0 1-1 0 0,0 0 1 0 0,0 0 0 0 0,0-1 0 0 0,0 1-1 0 0,0 0 1 0 0,0 0 0 0 0,0 0-1 0 0,0 0 1 0 0,0 1 0 0 0,0-1 0 0 0,0 0-1 0 0,-1 0 1 0 0,1 0 0 0 0,-1 1-1 0 0,1-1 1 0 0,-1 0 0 0 0,1 3 0 0 0,11 45 190 0 0,-11-42-188 0 0,2 18 13 0 0,6 29-256 0 0,-9-51 185 0 0,1-1 1 0 0,0 1-1 0 0,0-1 0 0 0,-1 1 1 0 0,2-1-1 0 0,-1 1 1 0 0,0-1-1 0 0,0 0 1 0 0,1 1-1 0 0,-1-1 1 0 0,1 0-1 0 0,0 0 1 0 0,0 0-1 0 0,0 0 1 0 0,3 2-1 0 0,-4-4 7 0 0,-1 1 0 0 0,1-1 0 0 0,0 0 0 0 0,0 0 0 0 0,-1 0 0 0 0,1 0 0 0 0,0 0 0 0 0,0 0 0 0 0,-1 0 0 0 0,1 0 0 0 0,0 0 0 0 0,0 0 0 0 0,-1 0 0 0 0,1 0 1 0 0,0-1-1 0 0,-1 1 0 0 0,1 0 0 0 0,0 0 0 0 0,0-1 0 0 0,-1 1 0 0 0,1-1 0 0 0,-1 1 0 0 0,1 0 0 0 0,0-1 0 0 0,-1 1 0 0 0,1-1 0 0 0,-1 0 0 0 0,1 1 0 0 0,-1-1 0 0 0,1 1 0 0 0,-1-1 0 0 0,0 0 0 0 0,1 1 0 0 0,-1-1 0 0 0,0 0 0 0 0,1-1 0 0 0,13-32-84 0 0,-10 25 74 0 0,11-34 110 0 0,-9 24 19 0 0,1 1-1 0 0,0 1 1 0 0,11-19-1 0 0,-16 33-99 0 0,0-1-1 0 0,0 1 0 0 0,0-1 0 0 0,1 1 0 0 0,0 0 1 0 0,0 0-1 0 0,0 0 0 0 0,0 0 0 0 0,0 1 0 0 0,0-1 1 0 0,1 1-1 0 0,-1 0 0 0 0,1 0 0 0 0,-1 0 0 0 0,1 0 1 0 0,0 1-1 0 0,0-1 0 0 0,0 1 0 0 0,6-1 1 0 0,-7 2 30 0 0,0 0 1 0 0,0 0-1 0 0,0 1 1 0 0,-1-1-1 0 0,1 1 1 0 0,0 0-1 0 0,0 0 1 0 0,0 0 0 0 0,-1 0-1 0 0,1 0 1 0 0,0 0-1 0 0,-1 1 1 0 0,1-1-1 0 0,-1 1 1 0 0,0 0-1 0 0,1 0 1 0 0,-1 0 0 0 0,0 0-1 0 0,0 0 1 0 0,0 0-1 0 0,2 4 1 0 0,6 7 189 0 0,-1 1 0 0 0,12 25 0 0 0,-8-16-274 0 0,37 58-3082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3.4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13 1840 0 0,'-35'-10'11538'0'0,"1"7"-6057"0"0,31 4-5332 0 0,-1-1 0 0 0,1 1-1 0 0,-1 0 1 0 0,1 0 0 0 0,-1 0 0 0 0,1 0 0 0 0,0 1 0 0 0,-1-1 0 0 0,1 1 0 0 0,0 0 0 0 0,0 0 0 0 0,0 0 0 0 0,0 0 0 0 0,1 1 0 0 0,-1-1-1 0 0,1 1 1 0 0,-5 5 0 0 0,4-5-89 0 0,1 0 0 0 0,0 1 0 0 0,-1-1 0 0 0,1 1 0 0 0,0-1 0 0 0,1 1 0 0 0,-1 0 0 0 0,1-1 0 0 0,-1 1-1 0 0,1 0 1 0 0,0 0 0 0 0,1 0 0 0 0,-1 0 0 0 0,1 0 0 0 0,0 0 0 0 0,-1 0 0 0 0,2 7 0 0 0,0-6-67 0 0,1 0 1 0 0,-1-1 0 0 0,1 0-1 0 0,0 1 1 0 0,0-1-1 0 0,0 0 1 0 0,0 0 0 0 0,1 0-1 0 0,0 0 1 0 0,-1-1-1 0 0,2 1 1 0 0,-1-1 0 0 0,0 1-1 0 0,1-1 1 0 0,5 4-1 0 0,-3-4-155 0 0,0 1 0 0 0,1-1-1 0 0,-1-1 1 0 0,1 1 0 0 0,-1-1 0 0 0,1 0-1 0 0,0-1 1 0 0,0 0 0 0 0,0 0-1 0 0,0 0 1 0 0,0-1 0 0 0,0 0-1 0 0,0 0 1 0 0,8-2 0 0 0,11 2-1196 0 0,-24 0 1435 0 0,0 0-1 0 0,0 1 1 0 0,0-1 0 0 0,0 1 0 0 0,0 0 0 0 0,0 0 0 0 0,0 0-1 0 0,0 0 1 0 0,-1 0 0 0 0,1 0 0 0 0,0 0 0 0 0,-1 0 0 0 0,1 1-1 0 0,-1-1 1 0 0,1 1 0 0 0,-1-1 0 0 0,0 1 0 0 0,1-1 0 0 0,-1 1-1 0 0,0 0 1 0 0,0 0 0 0 0,0-1 0 0 0,-1 1 0 0 0,1 0 0 0 0,0 0-1 0 0,-1 0 1 0 0,1 0 0 0 0,-1 0 0 0 0,0 0 0 0 0,1 0 0 0 0,-1 4-1 0 0,1 2 95 0 0,0 0-1 0 0,-1 0 0 0 0,0 0 0 0 0,0 0 0 0 0,-1 0 1 0 0,-3 15-1 0 0,3-18-157 0 0,-1-1 0 0 0,0 1-1 0 0,0 0 1 0 0,-1 0 0 0 0,1-1 0 0 0,-1 0 0 0 0,0 1 0 0 0,0-1 0 0 0,0 0 0 0 0,-1 0-1 0 0,1-1 1 0 0,-1 1 0 0 0,0-1 0 0 0,-6 4 0 0 0,-1 0-416 0 0,0 0 0 0 0,-1-2 0 0 0,0 1 0 0 0,-19 5 0 0 0,26-9-392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4.1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8 276 7834 0 0,'-8'22'10771'0'0,"20"-30"-9721"0"0,2-4-873 0 0,-2-1 0 0 0,1-1 0 0 0,-2 0-1 0 0,0-1 1 0 0,0 0 0 0 0,-1-1 0 0 0,-1 0 0 0 0,-1 0 0 0 0,-1-1 0 0 0,0 0 0 0 0,-1-1 0 0 0,0 1 0 0 0,4-32-1 0 0,-9 47-182 0 0,-1 0 0 0 0,0 0 0 0 0,0 0-1 0 0,0 0 1 0 0,0 0 0 0 0,0 0 0 0 0,0 0 0 0 0,0 0-1 0 0,-1 0 1 0 0,1 0 0 0 0,-1 0 0 0 0,0 1-1 0 0,1-1 1 0 0,-1 0 0 0 0,-1-2 0 0 0,1 4 0 0 0,1-1 0 0 0,-1 0 0 0 0,1 1 0 0 0,-1-1 0 0 0,0 1 1 0 0,0-1-1 0 0,1 1 0 0 0,-1-1 0 0 0,0 1 0 0 0,0 0 0 0 0,1-1 1 0 0,-1 1-1 0 0,0 0 0 0 0,0-1 0 0 0,0 1 0 0 0,0 0 0 0 0,1 0 1 0 0,-1 0-1 0 0,0 0 0 0 0,0 0 0 0 0,0 0 0 0 0,0 0 0 0 0,-1 0 1 0 0,-1 1 7 0 0,0 0 0 0 0,0 0 1 0 0,0 1-1 0 0,0-1 1 0 0,0 1-1 0 0,0-1 1 0 0,1 1-1 0 0,-1 0 0 0 0,1 0 1 0 0,-1 0-1 0 0,1 0 1 0 0,0 0-1 0 0,-1 1 0 0 0,1-1 1 0 0,0 1-1 0 0,-2 4 1 0 0,0 0 38 0 0,1 0 0 0 0,0 1 0 0 0,0-1 0 0 0,0 1 0 0 0,1 0 0 0 0,1 0 0 0 0,-1 0 0 0 0,1 0 0 0 0,0 0 0 0 0,1 0 0 0 0,0 0 0 0 0,0 0 1 0 0,1 1-1 0 0,0-1 0 0 0,0 0 0 0 0,1 0 0 0 0,0-1 0 0 0,1 1 0 0 0,-1 0 0 0 0,6 8 0 0 0,-4-6-85 0 0,2 0 0 0 0,-1-1 0 0 0,1 0 1 0 0,1 0-1 0 0,0 0 0 0 0,0 0 0 0 0,0-1 0 0 0,1-1 0 0 0,1 1 0 0 0,-1-1 0 0 0,1-1 0 0 0,0 1 1 0 0,0-2-1 0 0,14 7 0 0 0,6-2-5291 0 0,1-3-1881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4.8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1 201 14283 0 0,'21'-3'1876'0'0,"-17"1"-1735"0"0,-1 2 1 0 0,1-1-1 0 0,0 0 0 0 0,0 1 1 0 0,0 0-1 0 0,0-1 1 0 0,0 2-1 0 0,0-1 1 0 0,0 0-1 0 0,-1 1 0 0 0,7 1 1 0 0,-4 1-14 0 0,1 0 1 0 0,-1 1 0 0 0,0-1-1 0 0,0 1 1 0 0,-1 0-1 0 0,1 1 1 0 0,-1-1 0 0 0,0 1-1 0 0,0 1 1 0 0,0-1 0 0 0,-1 0-1 0 0,8 13 1 0 0,-8-11-23 0 0,1 1 0 0 0,-2 0-1 0 0,1 0 1 0 0,-1 0 0 0 0,0 0 0 0 0,0 0 0 0 0,-1 1 0 0 0,0-1 0 0 0,-1 1 0 0 0,1 10-1 0 0,-5-6 444 0 0,-4-16 163 0 0,-6-21 132 0 0,10 3-1026 0 0,1 0 1 0 0,0-1 0 0 0,2 1-1 0 0,1 0 1 0 0,0 0-1 0 0,2 0 1 0 0,0 0-1 0 0,1 0 1 0 0,1 0-1 0 0,1 1 1 0 0,1 0-1 0 0,1 0 1 0 0,1 0-1 0 0,11-18 1 0 0,-4 15-698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5.1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0 393 9218 0 0,'0'1'42'0'0,"1"0"1"0"0,-1-1-1 0 0,0 1 1 0 0,1 0-1 0 0,-1 0 1 0 0,1 0-1 0 0,-1 0 1 0 0,1 0-1 0 0,0-1 1 0 0,-1 1-1 0 0,1 0 1 0 0,0-1-1 0 0,0 1 1 0 0,-1 0-1 0 0,1-1 1 0 0,0 1-1 0 0,0-1 1 0 0,0 1-1 0 0,0-1 1 0 0,0 1-1 0 0,-1-1 1 0 0,1 0-1 0 0,0 0 1 0 0,0 1-1 0 0,0-1 1 0 0,0 0-1 0 0,2 0 1 0 0,0 0 37 0 0,-1-1 0 0 0,1 1 0 0 0,-1-1 0 0 0,0 0-1 0 0,1 0 1 0 0,-1 0 0 0 0,0 0 0 0 0,1 0 0 0 0,-1 0 0 0 0,4-4 0 0 0,4-3 141 0 0,-1 0 0 0 0,0-1 0 0 0,13-15 0 0 0,-10 8-6 0 0,-1-1 0 0 0,0-1 1 0 0,-1 0-1 0 0,-1-1 1 0 0,0 0-1 0 0,-2 0 1 0 0,0-1-1 0 0,-1 0 0 0 0,-1 0 1 0 0,-1 0-1 0 0,-1 0 1 0 0,0-1-1 0 0,-2 0 1 0 0,-1-31-1 0 0,0 51-194 0 0,0-1 0 0 0,0 1 0 0 0,0-1 0 0 0,0 1 0 0 0,-1 0 0 0 0,1-1 1 0 0,0 1-1 0 0,0 0 0 0 0,-1-1 0 0 0,1 1 0 0 0,-1 0 0 0 0,1 0 0 0 0,-1-1 0 0 0,0 1 0 0 0,1 0 0 0 0,-1 0 0 0 0,0 0 0 0 0,0 0 1 0 0,-1-2-1 0 0,1 3 11 0 0,0 0 1 0 0,1 0-1 0 0,-1 0 1 0 0,0 1 0 0 0,0-1-1 0 0,1 0 1 0 0,-1 0 0 0 0,0 0-1 0 0,1 0 1 0 0,-1 1-1 0 0,0-1 1 0 0,1 0 0 0 0,-1 1-1 0 0,1-1 1 0 0,-1 0 0 0 0,0 1-1 0 0,1-1 1 0 0,-1 1-1 0 0,1-1 1 0 0,-1 1 0 0 0,1-1-1 0 0,-1 1 1 0 0,1-1 0 0 0,0 1-1 0 0,-1 0 1 0 0,-4 7 260 0 0,0-1 1 0 0,0 1 0 0 0,1 0-1 0 0,-4 11 1 0 0,3-8-76 0 0,2 1-1 0 0,-1 0 1 0 0,2 0 0 0 0,-1 0-1 0 0,2 0 1 0 0,0 0 0 0 0,0 0-1 0 0,1 0 1 0 0,0 0 0 0 0,4 22-1 0 0,-2-26-404 0 0,0-1 0 0 0,0 0 0 0 0,1 0-1 0 0,0 0 1 0 0,0 0 0 0 0,0 0 0 0 0,1-1 0 0 0,0 0-1 0 0,1 1 1 0 0,-1-1 0 0 0,1-1 0 0 0,0 1-1 0 0,1-1 1 0 0,-1 0 0 0 0,1 0 0 0 0,0 0-1 0 0,0-1 1 0 0,10 5 0 0 0,1 0-6052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5.4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156 70 6449 0 0,'1'-3'233'0'0,"0"0"-1"0"0,0 1 1 0 0,0-1 0 0 0,0 0-1 0 0,0 0 1 0 0,-1 1-1 0 0,1-1 1 0 0,-1 0-1 0 0,0 0 1 0 0,0 0-1 0 0,0 0 1 0 0,0 0 0 0 0,0 1-1 0 0,-1-1 1 0 0,1 0-1 0 0,-1 0 1 0 0,0 0-1 0 0,-1-3 1 0 0,1 5-20 0 0,1 0 0 0 0,-1 0 0 0 0,1 1 0 0 0,-1-1 0 0 0,0 0 0 0 0,1 0 1 0 0,-1 1-1 0 0,0-1 0 0 0,0 0 0 0 0,0 1 0 0 0,0-1 0 0 0,1 1 0 0 0,-1-1 0 0 0,0 1 0 0 0,0-1 1 0 0,0 1-1 0 0,0 0 0 0 0,0-1 0 0 0,0 1 0 0 0,-2 0 0 0 0,1 0-2 0 0,0 0-1 0 0,-1 0 1 0 0,1 0 0 0 0,0 1-1 0 0,-1-1 1 0 0,1 1-1 0 0,0-1 1 0 0,0 1 0 0 0,0 0-1 0 0,-1 0 1 0 0,1 0 0 0 0,-3 2-1 0 0,-3 3-30 0 0,1 0-1 0 0,-1 0 1 0 0,1 1-1 0 0,0 0 1 0 0,1 0-1 0 0,0 1 1 0 0,0-1 0 0 0,1 1-1 0 0,0 1 1 0 0,-6 10-1 0 0,6-8-112 0 0,0 0 0 0 0,1-1 1 0 0,0 2-1 0 0,1-1 0 0 0,0 0 0 0 0,0 1 0 0 0,2-1 0 0 0,-2 14 0 0 0,3-21-38 0 0,0 0-1 0 0,0 0 1 0 0,1 0-1 0 0,-1 0 1 0 0,1-1-1 0 0,0 1 0 0 0,0 0 1 0 0,0-1-1 0 0,1 1 1 0 0,-1-1-1 0 0,1 1 1 0 0,0-1-1 0 0,0 1 0 0 0,0-1 1 0 0,0 0-1 0 0,1 0 1 0 0,-1 0-1 0 0,1 0 1 0 0,0-1-1 0 0,-1 1 0 0 0,1-1 1 0 0,1 1-1 0 0,-1-1 1 0 0,0 0-1 0 0,0 0 1 0 0,1-1-1 0 0,-1 1 0 0 0,1-1 1 0 0,0 0-1 0 0,-1 1 1 0 0,6-1-1 0 0,10 3-40 0 0,1-1 0 0 0,-1-2 0 0 0,0 0 0 0 0,37-3-1 0 0,-39 1-43 0 0,-16 1 44 0 0,1 0 0 0 0,-1 0 0 0 0,0-1 0 0 0,1 1 0 0 0,-1 0 0 0 0,0 0 0 0 0,1 0 0 0 0,-1 1 0 0 0,0-1 0 0 0,0 0 0 0 0,1 0 0 0 0,-1 1 0 0 0,0-1 0 0 0,0 0 0 0 0,1 1 0 0 0,-1 0 0 0 0,0-1 0 0 0,0 1 0 0 0,0-1 0 0 0,0 1 0 0 0,0 0 0 0 0,0 0 0 0 0,0 0 0 0 0,0 0 0 0 0,0 0 0 0 0,0 0 0 0 0,-1 0 0 0 0,2 2 0 0 0,-1-1 2 0 0,-1 0 1 0 0,0 1 0 0 0,0-1-1 0 0,0 0 1 0 0,0 0 0 0 0,-1 0-1 0 0,1 0 1 0 0,-1 1 0 0 0,1-1-1 0 0,-1 0 1 0 0,0 0 0 0 0,0 0-1 0 0,0 0 1 0 0,0 0-1 0 0,0 0 1 0 0,-2 2 0 0 0,-2 3-109 0 0,1-1 0 0 0,-1 0 0 0 0,-1 0 0 0 0,1 0 0 0 0,-1-1 0 0 0,0 0 0 0 0,0 0 0 0 0,0 0 1 0 0,-1-1-1 0 0,1 0 0 0 0,-9 3 0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5.6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 14283 0 0,'4'-2'225'0'0,"-1"1"0"0"0,1-1 0 0 0,0 1 0 0 0,-1 0 0 0 0,1 1 0 0 0,0-1 0 0 0,-1 0 0 0 0,1 1 0 0 0,0 0 0 0 0,0 0 0 0 0,0 0 1 0 0,0 0-1 0 0,-1 1 0 0 0,1 0 0 0 0,0 0 0 0 0,-1 0 0 0 0,1 0 0 0 0,0 0 0 0 0,-1 0 0 0 0,1 1 0 0 0,-1 0 0 0 0,0 0 0 0 0,0 0 0 0 0,1 0 0 0 0,-1 0 0 0 0,-1 1 0 0 0,1-1 0 0 0,0 1 0 0 0,0 0 0 0 0,2 4 0 0 0,-1-2-6 0 0,0 1-1 0 0,0 1 0 0 0,-1-1 0 0 0,0 0 1 0 0,0 1-1 0 0,-1 0 0 0 0,1 0 1 0 0,1 13-1 0 0,5 61 81 0 0,-3-22-890 0 0,-6-46-1986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5.7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52 2745 0 0,'0'0'1'0'0,"21"-51"14349"0"0,-20 52-13994 0 0,9 13-212 0 0,-1 0 0 0 0,0 1 0 0 0,-1-1 0 0 0,8 23 0 0 0,-9-13-144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6.2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0 5065 0 0,'-5'0'671'0'0,"1"1"1"0"0,0-1-1 0 0,-1 1 0 0 0,1 0 0 0 0,0 0 0 0 0,-1 1 1 0 0,1-1-1 0 0,0 1 0 0 0,0 0 0 0 0,-4 2 0 0 0,1 0-149 0 0,1 1 0 0 0,-1 0 0 0 0,1 0 0 0 0,0 0 0 0 0,-7 9 0 0 0,7-7-239 0 0,0 1 0 0 0,0 0 1 0 0,1 1-1 0 0,0-1 0 0 0,0 1 0 0 0,1 0 0 0 0,0 0 1 0 0,0 1-1 0 0,-3 13 0 0 0,7-20-214 0 0,0-1-1 0 0,0 1 1 0 0,0-1 0 0 0,0 1-1 0 0,0-1 1 0 0,0 1-1 0 0,0-1 1 0 0,1 1 0 0 0,-1-1-1 0 0,1 0 1 0 0,0 1 0 0 0,0-1-1 0 0,0 0 1 0 0,0 1 0 0 0,0-1-1 0 0,0 0 1 0 0,1 0 0 0 0,-1 0-1 0 0,1 0 1 0 0,-1 0 0 0 0,1-1-1 0 0,0 1 1 0 0,0 0 0 0 0,0-1-1 0 0,0 1 1 0 0,0-1-1 0 0,3 2 1 0 0,7 4 32 0 0,1-1-1 0 0,0 0 1 0 0,25 7-1 0 0,3 2 10 0 0,-36-12-91 0 0,-1-1-1 0 0,1 1 1 0 0,-1 1 0 0 0,1-1 0 0 0,-1 1 0 0 0,0-1-1 0 0,0 1 1 0 0,0 0 0 0 0,-1 1 0 0 0,0-1-1 0 0,1 1 1 0 0,-1-1 0 0 0,-1 1 0 0 0,1 0 0 0 0,-1 0-1 0 0,0 0 1 0 0,0 0 0 0 0,2 11 0 0 0,-3-12-22 0 0,-1-1 1 0 0,1 1-1 0 0,-1 0 1 0 0,0 0-1 0 0,0-1 1 0 0,0 1-1 0 0,-1 0 1 0 0,1 0-1 0 0,-1-1 1 0 0,0 1-1 0 0,0 0 1 0 0,0-1-1 0 0,-1 1 1 0 0,1-1-1 0 0,-1 1 1 0 0,0-1-1 0 0,0 0 0 0 0,0 0 1 0 0,0 0-1 0 0,0 0 1 0 0,-1 0-1 0 0,1 0 1 0 0,-1-1-1 0 0,0 1 1 0 0,0-1-1 0 0,0 1 1 0 0,0-1-1 0 0,-6 2 1 0 0,-1 1-1197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6.4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 12899 0 0,'1'-5'84'0'0,"13"-21"1790"0"0,-5 24-127 0 0,3 15 470 0 0,-2 6-1500 0 0,-2 1 0 0 0,0 0 0 0 0,-1 0 0 0 0,-1 1-1 0 0,4 30 1 0 0,7 19-145 0 0,11 16 14 0 0,40 83-1 0 0,-32-86-2820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6.6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60 7370 0 0,'0'0'15'0'0,"0"0"0"0"0,0 0 0 0 0,-1 0 0 0 0,1 0 0 0 0,0 0 1 0 0,0 0-1 0 0,-1 0 0 0 0,1 0 0 0 0,0 0 0 0 0,0 0 1 0 0,-1 0-1 0 0,1 0 0 0 0,0 0 0 0 0,0-1 0 0 0,-1 1 0 0 0,1 0 1 0 0,0 0-1 0 0,0 0 0 0 0,0 0 0 0 0,-1 0 0 0 0,1-1 1 0 0,0 1-1 0 0,0 0 0 0 0,0 0 0 0 0,0 0 0 0 0,-1-1 0 0 0,1 1 1 0 0,0 0-1 0 0,0 0 0 0 0,0 0 0 0 0,0-1 0 0 0,0 1 1 0 0,0 0-1 0 0,0 0 0 0 0,0-1 0 0 0,-1 1 0 0 0,1 0 0 0 0,0 0 1 0 0,0-1-1 0 0,0 1 0 0 0,0 0 0 0 0,0 0 0 0 0,0-1 1 0 0,1 1-1 0 0,-1 0 0 0 0,0 0 0 0 0,0-1 0 0 0,0 1 0 0 0,0 0 1 0 0,0 0-1 0 0,0-1 0 0 0,0 1 0 0 0,0 0 0 0 0,1 0 1 0 0,-1 0-1 0 0,0-1 0 0 0,0 1 0 0 0,0 0 0 0 0,0 0 0 0 0,1 0 1 0 0,-1 0-1 0 0,0-1 0 0 0,1 1 0 0 0,24-13 2030 0 0,39-5 1347 0 0,53 3-3794 0 0,-89 12-395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7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157 23 6913 0 0,'0'0'315'0'0,"-31"-21"7518"0"0,28 21-7581 0 0,1-1 0 0 0,0 1 1 0 0,0 0-1 0 0,0 0 1 0 0,-1 0-1 0 0,1 0 1 0 0,0 0-1 0 0,0 1 1 0 0,0-1-1 0 0,0 1 0 0 0,-1-1 1 0 0,1 1-1 0 0,0 0 1 0 0,0 0-1 0 0,0 0 1 0 0,0 0-1 0 0,1 0 1 0 0,-1 0-1 0 0,0 1 1 0 0,0-1-1 0 0,1 1 0 0 0,-1-1 1 0 0,1 1-1 0 0,-1-1 1 0 0,1 1-1 0 0,-1 0 1 0 0,1 0-1 0 0,0 0 1 0 0,-1 3-1 0 0,-5 8-158 0 0,1 0-1 0 0,0 0 1 0 0,-6 21 0 0 0,6-14 286 0 0,0-5-369 0 0,0-1 1 0 0,1 1 0 0 0,1 1-1 0 0,1-1 1 0 0,0 1-1 0 0,1-1 1 0 0,0 25-1 0 0,2-39-16 0 0,0-1 1 0 0,-1 1-1 0 0,1-1 0 0 0,0 1 0 0 0,0-1 1 0 0,0 1-1 0 0,1-1 0 0 0,-1 1 0 0 0,0-1 1 0 0,0 1-1 0 0,0-1 0 0 0,0 1 0 0 0,0-1 1 0 0,0 1-1 0 0,1-1 0 0 0,-1 1 0 0 0,0-1 1 0 0,0 0-1 0 0,1 1 0 0 0,-1-1 0 0 0,0 1 1 0 0,1-1-1 0 0,-1 0 0 0 0,0 1 0 0 0,1-1 1 0 0,-1 0-1 0 0,1 0 0 0 0,-1 1 0 0 0,1-1 1 0 0,10-7-202 0 0,11-26-364 0 0,-21 31 466 0 0,21-37-504 0 0,-13 21 578 0 0,1-1-1 0 0,1 2 0 0 0,1 0 1 0 0,0 0-1 0 0,1 1 0 0 0,23-22 1 0 0,-35 37 42 0 0,0 0 0 0 0,0 0 0 0 0,0 1 0 0 0,0-1 1 0 0,0 0-1 0 0,0 1 0 0 0,0-1 0 0 0,0 1 0 0 0,0 0 1 0 0,0-1-1 0 0,0 1 0 0 0,0 0 0 0 0,0-1 0 0 0,1 1 1 0 0,-1 0-1 0 0,0 0 0 0 0,0 0 0 0 0,0 0 0 0 0,1 0 1 0 0,-1 0-1 0 0,0 0 0 0 0,0 1 0 0 0,0-1 0 0 0,2 1 1 0 0,-1 0 30 0 0,0 0 0 0 0,0 0 1 0 0,-1 1-1 0 0,1-1 1 0 0,0 1-1 0 0,-1 0 1 0 0,1-1-1 0 0,-1 1 1 0 0,1 0-1 0 0,-1 0 1 0 0,0 0-1 0 0,1 2 1 0 0,4 8 181 0 0,-1 0 0 0 0,-1 0 0 0 0,5 20 0 0 0,-7-27-211 0 0,4 25-24 0 0,-4-17-5 0 0,1 1 0 0 0,0-2 0 0 0,1 1 0 0 0,9 21 0 0 0,-12-32 13 0 0,0 0 0 0 0,1 1 1 0 0,-1-1-1 0 0,1 0 0 0 0,-1 0 1 0 0,1 0-1 0 0,0 0 0 0 0,0 0 1 0 0,0 0-1 0 0,0 0 0 0 0,0-1 0 0 0,0 1 1 0 0,0-1-1 0 0,0 1 0 0 0,1-1 1 0 0,-1 0-1 0 0,1 0 0 0 0,-1 0 1 0 0,1 0-1 0 0,-1 0 0 0 0,1-1 1 0 0,0 1-1 0 0,-1-1 0 0 0,1 1 0 0 0,0-1 1 0 0,-1 0-1 0 0,1 0 0 0 0,0-1 1 0 0,2 1-1 0 0,-2-1 2 0 0,0 0 0 0 0,0 0 0 0 0,0-1 0 0 0,0 1 1 0 0,0 0-1 0 0,-1-1 0 0 0,1 0 0 0 0,0 1 0 0 0,-1-1 0 0 0,1 0 0 0 0,-1-1 0 0 0,0 1 0 0 0,0 0 0 0 0,1-1 1 0 0,2-4-1 0 0,27-49-18 0 0,-16 26-59 0 0,-12 25 94 0 0,-1 0 1 0 0,1 1 0 0 0,-1-1-1 0 0,1 1 1 0 0,0 0-1 0 0,1 0 1 0 0,-1 1 0 0 0,1-1-1 0 0,0 1 1 0 0,-1 0 0 0 0,2 0-1 0 0,-1 1 1 0 0,8-4 0 0 0,-11 6-10 0 0,0-1 0 0 0,-1 1 1 0 0,1 0-1 0 0,0-1 0 0 0,0 1 1 0 0,0 0-1 0 0,1 0 0 0 0,-1 0 1 0 0,0 0-1 0 0,0 1 0 0 0,-1-1 1 0 0,1 0-1 0 0,0 1 0 0 0,0 0 1 0 0,0-1-1 0 0,4 3 0 0 0,-4-2 5 0 0,0 1 0 0 0,0 0 0 0 0,0 0-1 0 0,0 0 1 0 0,0 0 0 0 0,-1 0 0 0 0,1 0 0 0 0,-1 1-1 0 0,1-1 1 0 0,-1 0 0 0 0,0 1 0 0 0,0-1 0 0 0,0 1-1 0 0,0 0 1 0 0,1 4 0 0 0,0-1 49 0 0,0 3-49 0 0,0 0-1 0 0,1 0 1 0 0,0 0-1 0 0,1 0 1 0 0,5 9-1 0 0,-9-18-17 0 0,1 0 0 0 0,-1 1-1 0 0,1-1 1 0 0,-1 0 0 0 0,1 0-1 0 0,-1 1 1 0 0,1-1 0 0 0,-1 0-1 0 0,1 0 1 0 0,-1 0-1 0 0,1 1 1 0 0,-1-1 0 0 0,1 0-1 0 0,0 0 1 0 0,-1 0 0 0 0,1 0-1 0 0,-1 0 1 0 0,1 0 0 0 0,-1 0-1 0 0,1 0 1 0 0,0-1-1 0 0,-1 1 1 0 0,1 0 0 0 0,-1 0-1 0 0,1 0 1 0 0,-1-1 0 0 0,1 1-1 0 0,-1 0 1 0 0,1 0 0 0 0,-1-1-1 0 0,1 1 1 0 0,-1 0-1 0 0,1-1 1 0 0,-1 1 0 0 0,0-1-1 0 0,1 1 1 0 0,-1-1 0 0 0,0 1-1 0 0,1-1 1 0 0,20-24 20 0 0,-17 19 16 0 0,10-11-98 0 0,4-7 254 0 0,25-23 0 0 0,-37 42-201 0 0,-1 0-1 0 0,1 0 1 0 0,0 0-1 0 0,0 1 0 0 0,0 0 1 0 0,0 0-1 0 0,1 1 1 0 0,0 0-1 0 0,0 0 1 0 0,7-2-1 0 0,-12 5 19 0 0,0-1 1 0 0,0 1-1 0 0,0 0 1 0 0,0 0-1 0 0,0 0 0 0 0,-1 0 1 0 0,1 1-1 0 0,0-1 1 0 0,0 0-1 0 0,0 1 0 0 0,0-1 1 0 0,0 1-1 0 0,-1 0 0 0 0,1-1 1 0 0,0 1-1 0 0,0 0 1 0 0,-1 0-1 0 0,1 0 0 0 0,-1 1 1 0 0,1-1-1 0 0,-1 0 0 0 0,1 0 1 0 0,-1 1-1 0 0,0-1 1 0 0,2 3-1 0 0,3 5-149 0 0,0 0 1 0 0,-1 1-1 0 0,7 15 0 0 0,5 8-1212 0 0,-6-17 563 0 0,2 1-7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7.7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43 14283 0 0,'0'-3'181'0'0,"0"0"0"0"0,0 0 0 0 0,-1 1-1 0 0,0-1 1 0 0,1 1 0 0 0,-1-1 0 0 0,0 1 0 0 0,0-1 0 0 0,-1 1-1 0 0,1-1 1 0 0,-3-2 0 0 0,3 4-73 0 0,0 0-1 0 0,0 0 1 0 0,-1 0-1 0 0,1 0 0 0 0,0 1 1 0 0,-1-1-1 0 0,1 0 1 0 0,-1 1-1 0 0,1-1 1 0 0,0 1-1 0 0,-1 0 1 0 0,1-1-1 0 0,-1 1 1 0 0,0 0-1 0 0,1 0 1 0 0,-1 0-1 0 0,1 0 1 0 0,-1 0-1 0 0,1 0 1 0 0,-1 1-1 0 0,1-1 1 0 0,-3 1-1 0 0,0 0 69 0 0,1 1 0 0 0,-1 0 0 0 0,0 0 0 0 0,1 0 0 0 0,-1 0 0 0 0,1 0 0 0 0,0 1 0 0 0,0 0-1 0 0,0-1 1 0 0,0 1 0 0 0,0 0 0 0 0,1 0 0 0 0,-1 1 0 0 0,1-1 0 0 0,0 0 0 0 0,0 1 0 0 0,0 0 0 0 0,0-1-1 0 0,-1 5 1 0 0,-3 7-14 0 0,1-1 0 0 0,0 1 1 0 0,-4 26-1 0 0,8-32-103 0 0,0 0 1 0 0,0 1-1 0 0,1-1 1 0 0,0 0-1 0 0,0 1 1 0 0,1-1-1 0 0,0 0 1 0 0,1 0 0 0 0,0 1-1 0 0,4 8 1 0 0,-5-15-63 0 0,0 0 1 0 0,1 0-1 0 0,-1 0 1 0 0,1 0 0 0 0,0 0-1 0 0,0 0 1 0 0,0 0-1 0 0,1 0 1 0 0,-1-1 0 0 0,1 1-1 0 0,-1-1 1 0 0,1 0-1 0 0,0 0 1 0 0,0 0 0 0 0,0 0-1 0 0,0 0 1 0 0,0-1-1 0 0,0 1 1 0 0,0-1-1 0 0,1 0 1 0 0,-1 0 0 0 0,0 0-1 0 0,1 0 1 0 0,-1 0-1 0 0,1-1 1 0 0,-1 0 0 0 0,1 0-1 0 0,-1 0 1 0 0,7-1-1 0 0,7-1-1717 0 0,2-2-6159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8.0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1 313 13131 0 0,'6'-2'229'0'0,"0"-1"-1"0"0,0 0 1 0 0,0 0 0 0 0,0 0-1 0 0,-1-1 1 0 0,1 0 0 0 0,-1 0 0 0 0,0 0-1 0 0,0 0 1 0 0,-1-1 0 0 0,6-6 0 0 0,4-7 979 0 0,23-35 1 0 0,-30 42-874 0 0,-1-1 0 0 0,0 0 0 0 0,0-1 0 0 0,-2 1 0 0 0,5-17 0 0 0,-8 25-275 0 0,0 0 0 0 0,0-1 0 0 0,0 1 0 0 0,-1 0 0 0 0,1-1 0 0 0,-1 1 0 0 0,0 0 1 0 0,0-1-1 0 0,-1 1 0 0 0,1 0 0 0 0,-1 0 0 0 0,0-1 0 0 0,0 1 0 0 0,0 0 0 0 0,-1 0 0 0 0,0 0 0 0 0,1 0 0 0 0,-1 0 0 0 0,-1 1 1 0 0,-2-5-1 0 0,5 7-50 0 0,-1 0 0 0 0,0 0 0 0 0,0 0 0 0 0,0 1 1 0 0,1-1-1 0 0,-1 0 0 0 0,0 0 0 0 0,0 1 1 0 0,0-1-1 0 0,0 0 0 0 0,-1 1 0 0 0,1-1 1 0 0,0 1-1 0 0,0 0 0 0 0,0-1 0 0 0,0 1 0 0 0,0 0 1 0 0,-1 0-1 0 0,1-1 0 0 0,0 1 0 0 0,0 0 1 0 0,0 0-1 0 0,-1 0 0 0 0,0 1 0 0 0,0-1 15 0 0,0 1-1 0 0,0 0 0 0 0,1 0 1 0 0,-1 0-1 0 0,0 0 1 0 0,1 0-1 0 0,-1 1 0 0 0,1-1 1 0 0,0 0-1 0 0,-1 1 1 0 0,1-1-1 0 0,0 1 1 0 0,-2 2-1 0 0,-2 4 46 0 0,1-1 0 0 0,0 1-1 0 0,1 1 1 0 0,0-1 0 0 0,-3 13 0 0 0,3-9-40 0 0,1-1 0 0 0,0 1 0 0 0,1-1 0 0 0,0 1 0 0 0,1-1 0 0 0,1 1 1 0 0,0-1-1 0 0,0 1 0 0 0,5 19 0 0 0,-4-26-28 0 0,0 0 0 0 0,0 0 1 0 0,0-1-1 0 0,0 1 0 0 0,1-1 1 0 0,-1 1-1 0 0,1-1 0 0 0,1 0 1 0 0,-1 0-1 0 0,0 0 0 0 0,1 0 1 0 0,0-1-1 0 0,0 0 0 0 0,0 0 0 0 0,0 0 1 0 0,0 0-1 0 0,1 0 0 0 0,-1-1 1 0 0,1 0-1 0 0,0 0 0 0 0,-1 0 1 0 0,1 0-1 0 0,0-1 0 0 0,8 1 1 0 0,8 0-633 0 0,1-1 0 0 0,-1-2 0 0 0,0 0 0 0 0,0-1 1 0 0,0-1-1 0 0,22-7 0 0 0,-11 4 271 0 0,-12 2 359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8.3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0 1376 0 0,'0'0'173'0'0,"-1"0"0"0"0,1 0 0 0 0,-1 0 0 0 0,1 0 0 0 0,-1 0 0 0 0,1 0-1 0 0,-1 1 1 0 0,1-1 0 0 0,-1 0 0 0 0,1 0 0 0 0,-1 0 0 0 0,-3 4 1728 0 0,3-4-1728 0 0,1 0 0 0 0,0 1 0 0 0,0-1 0 0 0,-1 1 0 0 0,1-1 0 0 0,0 1 0 0 0,0-1-1 0 0,0 1 1 0 0,0-1 0 0 0,-1 1 0 0 0,1-1 0 0 0,0 1 0 0 0,0-1 0 0 0,0 1 0 0 0,0-1-1 0 0,0 1 1 0 0,0-1 0 0 0,0 1 0 0 0,0-1 0 0 0,1 2 0 0 0,1 23 3592 0 0,1-14-2747 0 0,1 0 0 0 0,0 0 0 0 0,1-1 0 0 0,0 0 0 0 0,10 16 0 0 0,39 46 1586 0 0,-19-28-1825 0 0,3 8-322 0 0,-3 3-1 0 0,-1 0 1 0 0,-4 2-1 0 0,-1 2 1 0 0,-4 0-1 0 0,24 81 1 0 0,-38-100-496 0 0,-2 0 0 0 0,-1 1 0 0 0,-3 0 0 0 0,-1 0 0 0 0,-2 0 0 0 0,-2 0 0 0 0,-2 1 0 0 0,-1-1 0 0 0,-2 0 1 0 0,-22 79-1 0 0,4-49-331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09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12 10138 0 0,'5'-12'4188'0'0,"-5"20"-727"0"0,-4 17-2047 0 0,-1 0-1165 0 0,2 1-1 0 0,1 0 0 0 0,0-1 0 0 0,2 1 0 0 0,1 0 1 0 0,1 0-1 0 0,2 0 0 0 0,8 35 0 0 0,-7-43-117 0 0,1 0-1 0 0,0 0 1 0 0,2 0 0 0 0,0-1-1 0 0,0 0 1 0 0,2 0-1 0 0,0-1 1 0 0,1 0-1 0 0,1-1 1 0 0,0 0 0 0 0,27 24-1 0 0,-35-36-97 0 0,0 1 0 0 0,1-1 0 0 0,0 1-1 0 0,0-1 1 0 0,0-1 0 0 0,0 1 0 0 0,0-1-1 0 0,0 0 1 0 0,1 0 0 0 0,-1 0 0 0 0,1-1-1 0 0,10 2 1 0 0,-12-3-40 0 0,-1 0 1 0 0,1 0-1 0 0,0-1 0 0 0,0 1 0 0 0,-1-1 1 0 0,1 0-1 0 0,0 0 0 0 0,-1 0 0 0 0,1-1 1 0 0,0 1-1 0 0,-1-1 0 0 0,0 0 0 0 0,1 0 1 0 0,-1 0-1 0 0,0 0 0 0 0,0-1 0 0 0,0 1 1 0 0,-1-1-1 0 0,6-6 0 0 0,12-17-734 0 0,-2-1 1 0 0,-1-1 0 0 0,15-31-1 0 0,-21 37-6619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0.2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128 19 6449 0 0,'-1'-2'106'0'0,"0"1"-1"0"0,-1-1 0 0 0,1 1 0 0 0,0-1 0 0 0,-1 1 1 0 0,0 0-1 0 0,1 0 0 0 0,-1 0 0 0 0,0 0 0 0 0,1 0 1 0 0,-1 0-1 0 0,0 0 0 0 0,0 1 0 0 0,0-1 0 0 0,0 1 1 0 0,0-1-1 0 0,0 1 0 0 0,1 0 0 0 0,-1 0 0 0 0,0-1 1 0 0,0 1-1 0 0,0 1 0 0 0,0-1 0 0 0,-4 1 0 0 0,4 0 282 0 0,-1 1 0 0 0,0-1-1 0 0,0 1 1 0 0,1 0-1 0 0,-1 0 1 0 0,1 0-1 0 0,-1 0 1 0 0,1 0-1 0 0,0 1 1 0 0,0-1-1 0 0,0 1 1 0 0,0-1 0 0 0,-2 6-1 0 0,-4 7 1165 0 0,1 0 0 0 0,1 1-1 0 0,0-1 1 0 0,-5 27 0 0 0,8-29-1600 0 0,1-1 0 0 0,1 1 0 0 0,0 0-1 0 0,1 21 1 0 0,0-32 38 0 0,0 1-1 0 0,0 0 0 0 0,0-1 0 0 0,0 1 0 0 0,1-1 1 0 0,-1 1-1 0 0,1-1 0 0 0,0 1 0 0 0,0-1 1 0 0,0 0-1 0 0,0 1 0 0 0,0-1 0 0 0,0 0 0 0 0,0 1 1 0 0,1-1-1 0 0,-1 0 0 0 0,1 0 0 0 0,0 0 0 0 0,0 0 1 0 0,-1-1-1 0 0,1 1 0 0 0,0 0 0 0 0,1-1 0 0 0,-1 0 1 0 0,0 1-1 0 0,0-1 0 0 0,1 0 0 0 0,-1 0 1 0 0,0 0-1 0 0,3 1 0 0 0,-1-2-70 0 0,-1-1 0 0 0,0 1 1 0 0,0 0-1 0 0,0-1 0 0 0,1 0 0 0 0,-1 1 0 0 0,0-1 1 0 0,0-1-1 0 0,0 1 0 0 0,0 0 0 0 0,0-1 1 0 0,0 1-1 0 0,-1-1 0 0 0,1 0 0 0 0,-1 0 0 0 0,1 0 1 0 0,-1 0-1 0 0,1-1 0 0 0,2-3 0 0 0,7-8-197 0 0,-1 0-1 0 0,11-18 0 0 0,-16 23 213 0 0,71-124-384 0 0,-76 132 533 0 0,-1 1-1 0 0,1-1 1 0 0,-1 0-1 0 0,1 0 0 0 0,-1 0 1 0 0,1 0-1 0 0,0 0 1 0 0,-1 1-1 0 0,1-1 1 0 0,0 0-1 0 0,0 0 1 0 0,0 1-1 0 0,-1-1 0 0 0,1 1 1 0 0,0-1-1 0 0,0 1 1 0 0,0-1-1 0 0,0 1 1 0 0,0 0-1 0 0,0-1 0 0 0,2 1 1 0 0,-2 0-14 0 0,-1 0 0 0 0,1 0-1 0 0,0 1 1 0 0,0-1 0 0 0,0 0 0 0 0,0 1 0 0 0,0-1 0 0 0,0 1 0 0 0,-1-1 0 0 0,1 1-1 0 0,0-1 1 0 0,0 1 0 0 0,-1 0 0 0 0,1-1 0 0 0,0 1 0 0 0,-1 0 0 0 0,1 0-1 0 0,-1-1 1 0 0,1 2 0 0 0,4 7 288 0 0,0 0 1 0 0,-1 1-1 0 0,6 16 0 0 0,-4-8-269 0 0,3 2-41 0 0,0-2 0 0 0,2 1 0 0 0,0-1-1 0 0,21 25 1 0 0,-25-35-524 0 0,1 0 0 0 0,-1-1 0 0 0,1 0 0 0 0,14 9 0 0 0,-16-12-373 0 0,-1-1 0 0 0,1 0 0 0 0,-1-1 0 0 0,1 1 0 0 0,0-1 1 0 0,0 0-1 0 0,0-1 0 0 0,11 2 0 0 0,7-6-3015 0 0,-11-2 90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0.4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1 219 4609 0 0,'77'-114'3096'0'0,"9"10"5133"0"0,-93 112-5500 0 0,-21 23 623 0 0,17-19-3214 0 0,1 1 0 0 0,1-1 0 0 0,0 1 0 0 0,1 1-1 0 0,-12 23 1 0 0,20-34-134 0 0,-1-1 0 0 0,1 1 0 0 0,0-1 0 0 0,0 1 0 0 0,0-1 0 0 0,0 1 0 0 0,0-1 0 0 0,0 0 1 0 0,0 1-1 0 0,1-1 0 0 0,-1 1 0 0 0,1-1 0 0 0,0 0 0 0 0,0 1 0 0 0,0-1 0 0 0,0 0 0 0 0,0 0 0 0 0,0 1 0 0 0,1-1 0 0 0,-1 0 0 0 0,1 0 0 0 0,-1-1 0 0 0,1 1 0 0 0,0 0 0 0 0,0 0 0 0 0,0-1 0 0 0,0 1 0 0 0,2 0 0 0 0,9 7-9 0 0,1 0 0 0 0,0-2 1 0 0,20 9-1 0 0,-9-4 14 0 0,-16-7-40 0 0,0 0-1 0 0,0 0 1 0 0,-1 1 0 0 0,1 0 0 0 0,-1 0-1 0 0,13 15 1 0 0,-20-20 17 0 0,0 1 0 0 0,0-1 0 0 0,0 1 0 0 0,0 0 0 0 0,0-1-1 0 0,0 1 1 0 0,0 0 0 0 0,0 0 0 0 0,-1 0 0 0 0,1 0 0 0 0,-1-1 0 0 0,1 1 0 0 0,-1 0 0 0 0,0 0-1 0 0,0 0 1 0 0,0 0 0 0 0,0 2 0 0 0,-1-1 10 0 0,1-1 0 0 0,-1 0-1 0 0,0 0 1 0 0,0 0 0 0 0,0 1 0 0 0,-1-1-1 0 0,1 0 1 0 0,-1 0 0 0 0,1-1-1 0 0,-1 1 1 0 0,1 0 0 0 0,-1 0 0 0 0,0-1-1 0 0,0 1 1 0 0,0-1 0 0 0,0 1 0 0 0,-3 1-1 0 0,-2 0-99 0 0,0 1-1 0 0,0-1 0 0 0,-1 0 0 0 0,1 0 1 0 0,-1-1-1 0 0,0 0 0 0 0,1-1 0 0 0,-12 2 1 0 0,13-3-893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0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1 278 5065 0 0,'2'0'559'0'0,"1"-1"-1"0"0,-1 1 1 0 0,1-1-1 0 0,-1 0 1 0 0,1 0-1 0 0,-1 0 1 0 0,0 0 0 0 0,1 0-1 0 0,3-3 1 0 0,36-29 3408 0 0,-36 28-3206 0 0,33-28 1926 0 0,-20 19-2097 0 0,-1-1 0 0 0,0-1 0 0 0,-1-1 0 0 0,-1 0 0 0 0,-1-1-1 0 0,16-24 1 0 0,-30 41-600 0 0,0 0-1 0 0,0 0 0 0 0,0-1 0 0 0,-1 1 1 0 0,1 0-1 0 0,0 0 0 0 0,-1-1 0 0 0,1 1 0 0 0,-1-1 1 0 0,0 1-1 0 0,1 0 0 0 0,-1-1 0 0 0,0 1 1 0 0,0-1-1 0 0,0 1 0 0 0,0 0 0 0 0,0-1 0 0 0,0 1 1 0 0,0-1-1 0 0,0 1 0 0 0,-1-1 0 0 0,1 1 1 0 0,-1 0-1 0 0,1-1 0 0 0,-1 1 0 0 0,1 0 0 0 0,-1-1 1 0 0,0 1-1 0 0,1 0 0 0 0,-1 0 0 0 0,0 0 1 0 0,0 0-1 0 0,0-1 0 0 0,0 1 0 0 0,0 1 1 0 0,0-1-1 0 0,0 0 0 0 0,-1 0 0 0 0,1 0 0 0 0,0 0 1 0 0,0 1-1 0 0,-1-1 0 0 0,1 1 0 0 0,0-1 1 0 0,-1 1-1 0 0,-1-1 0 0 0,1 0-9 0 0,-1 1 1 0 0,1-1-1 0 0,-1 1 0 0 0,1 0 0 0 0,-1 0 1 0 0,1 0-1 0 0,-1 0 0 0 0,1 0 0 0 0,-1 1 1 0 0,1-1-1 0 0,-1 1 0 0 0,1 0 1 0 0,0-1-1 0 0,-1 1 0 0 0,1 0 0 0 0,0 0 1 0 0,0 0-1 0 0,-1 1 0 0 0,1-1 1 0 0,0 1-1 0 0,0-1 0 0 0,0 1 0 0 0,1 0 1 0 0,-1-1-1 0 0,0 1 0 0 0,-2 4 1 0 0,1 0-9 0 0,0 1 1 0 0,0-1 0 0 0,1 1-1 0 0,0-1 1 0 0,1 1 0 0 0,-1 0-1 0 0,1 0 1 0 0,1-1 0 0 0,-1 1-1 0 0,1 0 1 0 0,0 0 0 0 0,1 0-1 0 0,-1 0 1 0 0,2 0 0 0 0,-1-1-1 0 0,1 1 1 0 0,3 9 0 0 0,-2-8-29 0 0,0 0 0 0 0,1 0 0 0 0,0 0 0 0 0,0 0 1 0 0,1-1-1 0 0,0 0 0 0 0,0 0 0 0 0,0 0 0 0 0,1-1 0 0 0,0 0 0 0 0,1 0 1 0 0,-1 0-1 0 0,12 6 0 0 0,-7-5-402 0 0,1-1-1 0 0,-1 0 1 0 0,1-1-1 0 0,1-1 1 0 0,-1 0 0 0 0,1 0-1 0 0,0-1 1 0 0,0-1 0 0 0,18 2-1 0 0,-3-5-725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1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215 437 1840 0 0,'-1'-1'199'0'0,"1"-1"-1"0"0,0 1 0 0 0,0 0 1 0 0,0 0-1 0 0,-1 0 0 0 0,1-1 1 0 0,-1 1-1 0 0,1 0 0 0 0,-1 0 1 0 0,1 0-1 0 0,-1 0 0 0 0,0 0 1 0 0,1 0-1 0 0,-1 0 0 0 0,0 0 1 0 0,0 0-1 0 0,0 0 0 0 0,0 0 1 0 0,0 0-1 0 0,0 1 0 0 0,0-1 1 0 0,0 0-1 0 0,0 1 0 0 0,0-1 1 0 0,0 1-1 0 0,0-1 0 0 0,-1 1 1 0 0,1 0-1 0 0,0-1 0 0 0,0 1 1 0 0,-1 0-1 0 0,-1 0 0 0 0,-1-1 132 0 0,0 1 1 0 0,0 0-1 0 0,1 0 0 0 0,-1 0 0 0 0,0 0 0 0 0,0 1 0 0 0,0-1 0 0 0,1 1 0 0 0,-7 2 0 0 0,2 2 177 0 0,-1 0 0 0 0,1 0 0 0 0,0 1 0 0 0,0 0 0 0 0,0 1 0 0 0,1 0 0 0 0,0 0 0 0 0,1 0 0 0 0,-1 1 0 0 0,-7 13 0 0 0,6-9 51 0 0,1 0 1 0 0,0 1-1 0 0,1-1 1 0 0,0 2 0 0 0,1-1-1 0 0,-6 25 1 0 0,11-36-528 0 0,-1 0 1 0 0,1 1 0 0 0,0-1 0 0 0,-1 0 0 0 0,1 1 0 0 0,0-1 0 0 0,1 1 0 0 0,-1-1 0 0 0,0 1 0 0 0,1-1-1 0 0,-1 0 1 0 0,1 1 0 0 0,0-1 0 0 0,0 0 0 0 0,0 0 0 0 0,0 0 0 0 0,0 1 0 0 0,0-1 0 0 0,0 0-1 0 0,3 2 1 0 0,-3-3-38 0 0,0 0 0 0 0,0-1 1 0 0,1 1-1 0 0,-1 0 0 0 0,1-1 0 0 0,-1 1 0 0 0,1 0 0 0 0,-1-1 0 0 0,1 0 0 0 0,-1 1 0 0 0,1-1 0 0 0,-1 0 0 0 0,1 0 0 0 0,0 0 0 0 0,-1 0 0 0 0,1 0 0 0 0,-1 0 0 0 0,1 0 0 0 0,-1-1 0 0 0,1 1 0 0 0,-1 0 0 0 0,1-1 0 0 0,-1 1 1 0 0,1-1-1 0 0,-1 0 0 0 0,1 0 0 0 0,-1 1 0 0 0,0-1 0 0 0,1 0 0 0 0,-1 0 0 0 0,0 0 0 0 0,2-2 0 0 0,6-5-85 0 0,-1 0 1 0 0,1-1-1 0 0,-2 0 1 0 0,1 0-1 0 0,-1-1 1 0 0,0 1-1 0 0,-1-2 0 0 0,0 1 1 0 0,-1-1-1 0 0,6-18 1 0 0,0-2-285 0 0,-1-1-1 0 0,7-51 1 0 0,-13 58-47 0 0,-2 0-1 0 0,-1 0 0 0 0,-1-1 1 0 0,-6-44-1 0 0,-2 21-221 0 0,-21-69 0 0 0,28 115 654 0 0,-8-26 213 0 0,8 28-110 0 0,1 0 0 0 0,0 0-1 0 0,-1 0 1 0 0,1 0 0 0 0,-1 0 0 0 0,1 0 0 0 0,-1 0-1 0 0,1 0 1 0 0,-1 0 0 0 0,0 1 0 0 0,1-1 0 0 0,-1 0-1 0 0,0 0 1 0 0,0 1 0 0 0,1-1 0 0 0,-1 0-1 0 0,0 1 1 0 0,0-1 0 0 0,0 1 0 0 0,0-1 0 0 0,-2 0-1 0 0,2 3 142 0 0,0 0 0 0 0,0 0 0 0 0,0 0 0 0 0,1 0 0 0 0,-1 0-1 0 0,0 0 1 0 0,1 0 0 0 0,-1 0 0 0 0,1 0 0 0 0,0 1 0 0 0,0-1-1 0 0,0 0 1 0 0,0 0 0 0 0,0 2 0 0 0,2 28 8 0 0,0-1 0 0 0,3 0 0 0 0,0 0 0 0 0,2-1 0 0 0,1 0 0 0 0,2 0 0 0 0,18 40 0 0 0,114 193-160 0 0,-118-221-401 0 0,-8-15-112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1.6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52 14283 0 0,'-1'11'748'0'0,"-1"-1"1"0"0,1 1-1 0 0,-2-1 1 0 0,0 0-1 0 0,0 0 0 0 0,-8 17 1 0 0,6-15-549 0 0,0 0 0 0 0,1 0 0 0 0,0 0 0 0 0,-1 15 0 0 0,4-17-170 0 0,1 1 1 0 0,0-1 0 0 0,0 1 0 0 0,1 0-1 0 0,1-1 1 0 0,0 0 0 0 0,0 1 0 0 0,1-1 0 0 0,7 17-1 0 0,-8-23-13 0 0,0 1-1 0 0,0-1 0 0 0,0 0 1 0 0,0 0-1 0 0,0-1 1 0 0,1 1-1 0 0,0 0 0 0 0,0-1 1 0 0,0 1-1 0 0,0-1 0 0 0,0 0 1 0 0,1 0-1 0 0,-1-1 1 0 0,1 1-1 0 0,0-1 0 0 0,0 1 1 0 0,0-1-1 0 0,0 0 1 0 0,0-1-1 0 0,0 1 0 0 0,1-1 1 0 0,-1 0-1 0 0,1 0 0 0 0,-1 0 1 0 0,6 0-1 0 0,-5-1-21 0 0,0-1-1 0 0,0 0 1 0 0,-1 0-1 0 0,1-1 1 0 0,0 0-1 0 0,-1 1 0 0 0,1-1 1 0 0,-1-1-1 0 0,0 1 1 0 0,1-1-1 0 0,-1 1 1 0 0,0-1-1 0 0,-1 0 1 0 0,1-1-1 0 0,0 1 1 0 0,2-5-1 0 0,3-1-15 0 0,-1-1 0 0 0,-1 0-1 0 0,0 0 1 0 0,0-1 0 0 0,6-13 0 0 0,-9 12 17 0 0,1 0 0 0 0,-1 0 1 0 0,-1 0-1 0 0,-1 0 0 0 0,1-1 1 0 0,-2 1-1 0 0,0-1 0 0 0,0 0 1 0 0,-2-17-1 0 0,0 21 16 0 0,0 0 1 0 0,0 0-1 0 0,-1 1 1 0 0,0-1-1 0 0,0 1 1 0 0,-1-1-1 0 0,0 1 1 0 0,-1 0-1 0 0,0 0 1 0 0,0 1-1 0 0,-1-1 1 0 0,0 1-1 0 0,0 0 1 0 0,-8-9 0 0 0,11 14-41 0 0,-1 0 1 0 0,1 0 0 0 0,-1 0 0 0 0,1 0 0 0 0,-1 1 0 0 0,0-1 0 0 0,0 1-1 0 0,0 0 1 0 0,1-1 0 0 0,-1 1 0 0 0,0 1 0 0 0,-1-1 0 0 0,1 0 0 0 0,0 1-1 0 0,0 0 1 0 0,0-1 0 0 0,0 1 0 0 0,0 1 0 0 0,0-1 0 0 0,-5 1 0 0 0,4 0-241 0 0,1 0 1 0 0,-1 0 0 0 0,1 0 0 0 0,0 1-1 0 0,0-1 1 0 0,-1 1 0 0 0,1 0 0 0 0,0 0-1 0 0,0 0 1 0 0,1 0 0 0 0,-5 4 0 0 0,-5 9-6131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1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 6449 0 0,'34'-6'1372'0'0,"-31"6"-982"0"0,0 0-1 0 0,0 0 1 0 0,0 1-1 0 0,0-1 1 0 0,1 1-1 0 0,-1 0 0 0 0,0 0 1 0 0,0 0-1 0 0,-1 0 1 0 0,1 0-1 0 0,0 1 1 0 0,0-1-1 0 0,-1 1 0 0 0,1 0 1 0 0,0 0-1 0 0,-1 0 1 0 0,0 0-1 0 0,1 0 1 0 0,-1 1-1 0 0,0-1 0 0 0,0 1 1 0 0,1 2-1 0 0,6 10 457 0 0,-1 0 0 0 0,0 0-1 0 0,-1 1 1 0 0,-1-1 0 0 0,7 27 0 0 0,-6-19-428 0 0,17 39 1 0 0,-24-62-410 0 0,0 1 0 0 0,0 0 0 0 0,0-1-1 0 0,1 1 1 0 0,-1 0 0 0 0,0-1 0 0 0,0 1 0 0 0,1 0 0 0 0,-1-1-1 0 0,1 1 1 0 0,-1-1 0 0 0,0 1 0 0 0,1-1 0 0 0,-1 1-1 0 0,1-1 1 0 0,-1 1 0 0 0,1-1 0 0 0,0 1 0 0 0,-1-1 0 0 0,1 0-1 0 0,-1 1 1 0 0,1-1 0 0 0,0 0 0 0 0,-1 0 0 0 0,1 1 0 0 0,0-1-1 0 0,-1 0 1 0 0,1 0 0 0 0,0 0 0 0 0,1 0 0 0 0,-1 0-7 0 0,0-1 1 0 0,-1 0 0 0 0,1 0-1 0 0,0 1 1 0 0,0-1 0 0 0,0 0-1 0 0,0 0 1 0 0,0 0 0 0 0,-1 0-1 0 0,1 0 1 0 0,-1 0 0 0 0,1 0-1 0 0,0 0 1 0 0,-1 0 0 0 0,1-2-1 0 0,12-47-27 0 0,-11 37 25 0 0,18-78 0 0 0,-18 83 0 0 0,1-1 0 0 0,0 0 0 0 0,1 1 0 0 0,0-1 0 0 0,0 1 0 0 0,1 0 0 0 0,10-12 0 0 0,-14 18 13 0 0,0 0 0 0 0,1 1 0 0 0,-1-1 0 0 0,1 1 0 0 0,-1-1 0 0 0,1 1 0 0 0,0 0 0 0 0,0 0 0 0 0,0 0 0 0 0,-1 0 0 0 0,1 0-1 0 0,0 0 1 0 0,0 0 0 0 0,0 0 0 0 0,0 1 0 0 0,0-1 0 0 0,1 1 0 0 0,-1 0 0 0 0,0-1 0 0 0,0 1 0 0 0,0 0 0 0 0,0 0 0 0 0,0 1 0 0 0,0-1 0 0 0,0 0 0 0 0,1 1 0 0 0,-1-1 0 0 0,0 1 0 0 0,0-1 0 0 0,0 1 0 0 0,0 0 0 0 0,2 1 0 0 0,5 5 79 0 0,0-1 0 0 0,0 1 0 0 0,0 0 0 0 0,-1 1 0 0 0,9 10 1 0 0,12 11-82 0 0,-4-11-351 0 0,1-1 1 0 0,29 15-1 0 0,-23-15-576 0 0,-5-2-150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2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3681 0 0,'-3'12'19381'0'0,"11"14"-19741"0"0,-2-6 1294 0 0,32 156 963 0 0,-27-111-2001 0 0,4 0 0 0 0,2 0-1 0 0,42 100 1 0 0,-57-157-77 0 0,2-1 0 0 0,-1 0-1 0 0,1 0 1 0 0,0 0 0 0 0,1 0-1 0 0,-1 0 1 0 0,1-1 0 0 0,1 0 0 0 0,-1 0-1 0 0,1-1 1 0 0,9 8 0 0 0,-4-9-355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2.4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12443 0 0,'7'1'297'0'0,"0"0"1"0"0,1-1 0 0 0,-1 1 0 0 0,0-1-1 0 0,0-1 1 0 0,1 1 0 0 0,-1-1 0 0 0,13-4-1 0 0,59-21 2134 0 0,-57 17-2174 0 0,47-17 1593 0 0,-25 8-2957 0 0,0 3 0 0 0,60-14 0 0 0,-90 26 592 0 0,1 1 0 0 0,-1 0 0 0 0,0 2 0 0 0,0-1 0 0 0,1 2 0 0 0,-1 0 0 0 0,0 0 0 0 0,0 1 0 0 0,0 1 0 0 0,0 0 0 0 0,26 11 1 0 0,-10 1 500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3.2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0 374 1376 0 0,'6'-1'807'0'0,"-1"0"0"0"0,0 0-1 0 0,1 0 1 0 0,-1-1-1 0 0,0 0 1 0 0,0 0 0 0 0,0 0-1 0 0,0 0 1 0 0,-1-1 0 0 0,10-6-1 0 0,39-36 3768 0 0,-42 34-4101 0 0,-2-1 1 0 0,0 0-1 0 0,0 0 0 0 0,-1 0 1 0 0,-1-1-1 0 0,0-1 0 0 0,-1 1 0 0 0,0-1 1 0 0,-1 0-1 0 0,0 0 0 0 0,-1-1 0 0 0,-1 1 1 0 0,-1-1-1 0 0,0 0 0 0 0,0-26 0 0 0,-2 39-476 0 0,0-1 0 0 0,0 0-1 0 0,0 1 1 0 0,0-1 0 0 0,0 1-1 0 0,-1-1 1 0 0,1 1 0 0 0,-1-1-1 0 0,0 1 1 0 0,0 0 0 0 0,0-1-1 0 0,0 1 1 0 0,0 0 0 0 0,-1 0-1 0 0,1-1 1 0 0,-1 1 0 0 0,1 0-1 0 0,-1 1 1 0 0,0-1 0 0 0,1 0-1 0 0,-1 0 1 0 0,0 1 0 0 0,0-1-1 0 0,0 1 1 0 0,-1-1 0 0 0,1 1-1 0 0,0 0 1 0 0,0 0 0 0 0,-5-1-1 0 0,4 1-37 0 0,0 1 0 0 0,0 0 0 0 0,0 0 1 0 0,0 0-1 0 0,0 1 0 0 0,0-1 0 0 0,0 1 0 0 0,0 0 0 0 0,0-1 0 0 0,0 1 0 0 0,1 0 0 0 0,-1 1 0 0 0,0-1 1 0 0,1 0-1 0 0,-1 1 0 0 0,0 0 0 0 0,1-1 0 0 0,0 1 0 0 0,-1 0 0 0 0,1 0 0 0 0,0 1 0 0 0,0-1 0 0 0,0 0 0 0 0,-3 6 1 0 0,2-3 13 0 0,-1 0 0 0 0,1 1 1 0 0,1-1-1 0 0,-1 1 0 0 0,1 0 0 0 0,-1 0 1 0 0,2 0-1 0 0,-1 0 0 0 0,1 0 1 0 0,0 1-1 0 0,0-1 0 0 0,0 0 1 0 0,1 1-1 0 0,0-1 0 0 0,1 0 1 0 0,-1 0-1 0 0,1 1 0 0 0,0-1 1 0 0,1 0-1 0 0,-1 0 0 0 0,1 0 1 0 0,4 8-1 0 0,-1-5 20 0 0,-1-1-1 0 0,1 0 1 0 0,1 0 0 0 0,-1 0 0 0 0,2-1-1 0 0,-1 0 1 0 0,1 0 0 0 0,0 0-1 0 0,0-1 1 0 0,1 0 0 0 0,-1 0 0 0 0,1-1-1 0 0,1 0 1 0 0,8 4 0 0 0,-4-4 26 0 0,1 2 146 0 0,1 0 0 0 0,0-1 0 0 0,21 5 1 0 0,-32-10-141 0 0,0-1 0 0 0,0 1 0 0 0,0-1 0 0 0,0 1 0 0 0,1-1 0 0 0,-1 0 0 0 0,0-1 0 0 0,0 1 0 0 0,0-1 0 0 0,0 0 0 0 0,0 0 0 0 0,0 0 1 0 0,-1 0-1 0 0,1-1 0 0 0,0 1 0 0 0,0-1 0 0 0,-1 0 0 0 0,6-4 0 0 0,-1-2 62 0 0,1 0 1 0 0,-1-1-1 0 0,0 0 1 0 0,-1 0 0 0 0,0-1-1 0 0,0 0 1 0 0,-1-1-1 0 0,8-19 1 0 0,3-2 175 0 0,-17 31-250 0 0,0 1 1 0 0,1-1-1 0 0,-1 1 1 0 0,1-1-1 0 0,-1 1 1 0 0,0-1-1 0 0,1 1 1 0 0,-1-1-1 0 0,1 1 1 0 0,0 0-1 0 0,-1-1 0 0 0,1 1 1 0 0,-1 0-1 0 0,1-1 1 0 0,-1 1-1 0 0,1 0 1 0 0,0 0-1 0 0,-1-1 1 0 0,1 1-1 0 0,0 0 1 0 0,-1 0-1 0 0,1 0 1 0 0,0 0-1 0 0,-1 0 0 0 0,1 0 1 0 0,0 0-1 0 0,-1 0 1 0 0,1 0-1 0 0,0 0 1 0 0,-1 1-1 0 0,1-1 1 0 0,-1 0-1 0 0,1 0 1 0 0,0 1-1 0 0,-1-1 1 0 0,1 0-1 0 0,-1 1 1 0 0,1-1-1 0 0,-1 0 0 0 0,1 1 1 0 0,-1-1-1 0 0,1 1 1 0 0,-1-1-1 0 0,1 1 1 0 0,-1-1-1 0 0,0 1 1 0 0,1 0-1 0 0,30 37 183 0 0,-17-20-153 0 0,20 14 57 0 0,10 12-51 0 0,-42-41-49 0 0,0 0 0 0 0,1 0 0 0 0,-1 1 0 0 0,-1-1 0 0 0,1 1-1 0 0,0-1 1 0 0,-1 1 0 0 0,0 0 0 0 0,0 0 0 0 0,0 0 0 0 0,0-1-1 0 0,0 1 1 0 0,-1 5 0 0 0,4-17-167 0 0,1 0 0 0 0,0 0 0 0 0,0 0-1 0 0,7-7 1 0 0,3-7-17 0 0,9-16 69 0 0,-16 23 55 0 0,1 2 0 0 0,0-1 1 0 0,0 1-1 0 0,2 0 0 0 0,16-16 0 0 0,-26 28 66 0 0,0 0 0 0 0,0 0-1 0 0,0 0 1 0 0,1 0-1 0 0,-1 0 1 0 0,0 0-1 0 0,1 0 1 0 0,-1 0-1 0 0,1 1 1 0 0,-1-1-1 0 0,1 0 1 0 0,-1 1 0 0 0,1 0-1 0 0,0-1 1 0 0,-1 1-1 0 0,1 0 1 0 0,0-1-1 0 0,-1 1 1 0 0,1 0-1 0 0,0 0 1 0 0,-1 1-1 0 0,1-1 1 0 0,-1 0 0 0 0,1 0-1 0 0,0 1 1 0 0,-1-1-1 0 0,1 1 1 0 0,-1 0-1 0 0,1-1 1 0 0,-1 1-1 0 0,1 0 1 0 0,-1 0-1 0 0,0 0 1 0 0,1 0 0 0 0,-1 0-1 0 0,0 0 1 0 0,0 0-1 0 0,0 0 1 0 0,1 0-1 0 0,0 3 1 0 0,5 6 76 0 0,-2-1 0 0 0,1 1 0 0 0,-2 0 0 0 0,8 21 0 0 0,-5-13-74 0 0,-7-17-9 0 0,1-1 1 0 0,-1 1-1 0 0,0-1 0 0 0,0 1 1 0 0,1 0-1 0 0,-1-1 0 0 0,0 0 1 0 0,0 1-1 0 0,1-1 0 0 0,-1 1 1 0 0,1-1-1 0 0,-1 1 0 0 0,0-1 1 0 0,1 0-1 0 0,-1 1 0 0 0,1-1 1 0 0,-1 0-1 0 0,1 1 0 0 0,-1-1 1 0 0,1 0-1 0 0,-1 0 0 0 0,1 0 1 0 0,0 1-1 0 0,-1-1 0 0 0,1 0 1 0 0,-1 0-1 0 0,1 0 0 0 0,-1 0 1 0 0,2 0-1 0 0,16-9-18 0 0,14-25-194 0 0,-30 32 173 0 0,24-39-659 0 0,8-9-247 0 0,-31 47 928 0 0,-1-1 1 0 0,2 1-1 0 0,-1 0 1 0 0,0 0-1 0 0,1 0 1 0 0,-1 0-1 0 0,1 0 1 0 0,0 1-1 0 0,8-4 0 0 0,-10 5 86 0 0,1 0 0 0 0,0 0-1 0 0,-1 1 1 0 0,1-1-1 0 0,0 1 1 0 0,-1 0-1 0 0,1 0 1 0 0,0 0-1 0 0,0 0 1 0 0,-1 0-1 0 0,1 1 1 0 0,0-1-1 0 0,0 1 1 0 0,-1 0 0 0 0,1 0-1 0 0,-1 0 1 0 0,1 0-1 0 0,-1 0 1 0 0,1 0-1 0 0,-1 1 1 0 0,0-1-1 0 0,3 3 1 0 0,5 4 93 0 0,0 1 0 0 0,-1 1-1 0 0,14 16 1 0 0,13 13-1449 0 0,-26-32 578 0 0,0-1-9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3.4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6913 0 0,'7'53'9011'0'0,"15"29"-5060"0"0,-12-49-2333 0 0,17 60-365 0 0,0-6-343 0 0,16 99-1 0 0,-21-72-580 0 0,-11-63-1014 0 0,-2 1 0 0 0,4 86 1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3.6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2304 0 0,'6'0'352'0'0,"1"0"-1"0"0,-1 1 0 0 0,0 0 0 0 0,0 0 1 0 0,0 0-1 0 0,0 0 0 0 0,0 1 0 0 0,0 0 1 0 0,0 0-1 0 0,-1 1 0 0 0,9 4 0 0 0,9 7 2895 0 0,27 21 0 0 0,-37-26-2618 0 0,5 5 1035 0 0,-1 0 1 0 0,0 1 0 0 0,23 26-1 0 0,-35-35-1472 0 0,-1-1-1 0 0,1 1 1 0 0,-1 0-1 0 0,0 0 1 0 0,-1 1 0 0 0,1-1-1 0 0,-1 1 1 0 0,0 0-1 0 0,-1-1 1 0 0,0 1-1 0 0,0 0 1 0 0,0 1-1 0 0,-1-1 1 0 0,1 14 0 0 0,-2-20-192 0 0,0 0 0 0 0,0 0 1 0 0,0 0-1 0 0,-1 0 1 0 0,1 0-1 0 0,0 0 0 0 0,0 0 1 0 0,0 0-1 0 0,-1 0 1 0 0,1 0-1 0 0,-1 0 0 0 0,1 0 1 0 0,-1-1-1 0 0,1 1 1 0 0,-1 0-1 0 0,1 0 0 0 0,-1 0 1 0 0,1-1-1 0 0,-1 1 1 0 0,0 0-1 0 0,0-1 0 0 0,1 1 1 0 0,-1 0-1 0 0,0-1 1 0 0,0 1-1 0 0,0-1 0 0 0,0 1 1 0 0,-1-1-1 0 0,-1-2-312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4:13.7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17972 0 0,'2'8'1600'0'0,"-1"-1"-1280"0"0,2-3-256 0 0,-2-2-64 0 0,-1 1 576 0 0,2 1 113 0 0,2 3 15 0 0,0 4 8 0 0,1 1-272 0 0,2-5-56 0 0,2-6-16 0 0,2-13 0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2.0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91 321 7370 0 0,'-80'11'5116'0'0,"70"-10"-3196"0"0,18-2 1166 0 0,617-100 1059 0 0,-419 80-3786 0 0,309-42 59 0 0,-416 47-379 0 0,273-52 1 0 0,-157 32-576 0 0,-150 27-274 0 0,23-7-3639 0 0,-88 16 4416 0 0,0 0-1 0 0,1 0 1 0 0,-1-1 0 0 0,1 1-1 0 0,-1 0 1 0 0,1 0-1 0 0,-1 0 1 0 0,1 0 0 0 0,-1 0-1 0 0,0 0 1 0 0,1 0 0 0 0,-1 0-1 0 0,1 0 1 0 0,-1 0-1 0 0,1 0 1 0 0,-1 0 0 0 0,1 0-1 0 0,-1 0 1 0 0,1 0-1 0 0,-1 0 1 0 0,1 1 0 0 0,-1-1-1 0 0,0 0 1 0 0,1 0-1 0 0,-1 0 1 0 0,1 1 0 0 0,-1-1-1 0 0,0 0 1 0 0,1 1 0 0 0,-1-1-1 0 0,0 0 1 0 0,1 1-1 0 0,-1-1 1 0 0,0 0 0 0 0,0 1-1 0 0,1-1 1 0 0,-1 1-1 0 0,0-1 1 0 0,0 0 0 0 0,0 1-1 0 0,1-1 1 0 0,-1 1-1 0 0,0-1 1 0 0,0 1 0 0 0,0-1-1 0 0,0 1 1 0 0,0-1-1 0 0,0 1 1 0 0,0-1 0 0 0,0 0-1 0 0,0 1 1 0 0,0 0 0 0 0,-7 7 19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2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6 7834 0 0,'-3'-1'253'0'0,"0"0"-1"0"0,0 0 1 0 0,0 0 0 0 0,0 1 0 0 0,-1-1 0 0 0,1 1 0 0 0,0 0 0 0 0,0 0-1 0 0,-1 0 1 0 0,1 0 0 0 0,0 1 0 0 0,0-1 0 0 0,-1 1 0 0 0,1 0 0 0 0,0-1 0 0 0,0 2-1 0 0,-5 1 1 0 0,6-1 32 0 0,0-1 0 0 0,0 1 0 0 0,0-1-1 0 0,1 1 1 0 0,-1 0 0 0 0,1-1 0 0 0,-1 1-1 0 0,1 0 1 0 0,0 0 0 0 0,-1 0 0 0 0,1 0-1 0 0,0 1 1 0 0,0-1 0 0 0,1 0 0 0 0,-1 0-1 0 0,0 1 1 0 0,1-1 0 0 0,-1 0 0 0 0,1 1-1 0 0,0-1 1 0 0,0 0 0 0 0,0 1 0 0 0,0-1-1 0 0,1 5 1 0 0,9 62 1306 0 0,22 78 0 0 0,-4-24-1376 0 0,18 145 42 0 0,51 219 214 0 0,73 234-247 0 0,-139-548-291 0 0,-11-69-418 0 0,-4 2-1 0 0,4 133 1 0 0,-20-218-7514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3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1 456 0 0,'-74'84'14099'0'0,"74"-84"-13969"0"0,0 0-1 0 0,0 1 1 0 0,1-1-1 0 0,-1 1 1 0 0,0-1 0 0 0,0 1-1 0 0,1-1 1 0 0,-1 0-1 0 0,0 1 1 0 0,1-1-1 0 0,-1 0 1 0 0,0 1-1 0 0,1-1 1 0 0,-1 0 0 0 0,1 1-1 0 0,-1-1 1 0 0,0 0-1 0 0,1 0 1 0 0,-1 1-1 0 0,1-1 1 0 0,-1 0 0 0 0,1 0-1 0 0,-1 0 1 0 0,1 0-1 0 0,-1 0 1 0 0,1 0-1 0 0,-1 0 1 0 0,1 0 0 0 0,17 5 526 0 0,5-2-453 0 0,57 12 1023 0 0,-72-13-1128 0 0,0 0 1 0 0,0 1 0 0 0,0 0 0 0 0,0 1 0 0 0,0 0 0 0 0,-1 0 0 0 0,9 6 0 0 0,-14-8-113 0 0,0 1 1 0 0,0-1 0 0 0,0 0 0 0 0,-1 0-1 0 0,1 1 1 0 0,-1-1 0 0 0,1 1 0 0 0,-1-1 0 0 0,0 1-1 0 0,0 0 1 0 0,0 0 0 0 0,0-1 0 0 0,-1 1 0 0 0,1 0-1 0 0,-1 0 1 0 0,1 0 0 0 0,-1 0 0 0 0,0-1 0 0 0,0 1-1 0 0,-1 0 1 0 0,1 0 0 0 0,0 0 0 0 0,-1 0-1 0 0,0 0 1 0 0,0-1 0 0 0,0 1 0 0 0,-2 4 0 0 0,-3 9-120 0 0,-1 0 0 0 0,-1 0 0 0 0,-13 18 0 0 0,16-26 97 0 0,-15 23-253 0 0,5-8 282 0 0,1 0 0 0 0,1 1 0 0 0,-15 39 0 0 0,27-62 26 0 0,1 1 0 0 0,0-1 1 0 0,-1 0-1 0 0,1 0 0 0 0,0 0 0 0 0,-1 0 1 0 0,1 0-1 0 0,0 1 0 0 0,0-1 1 0 0,0 0-1 0 0,0 0 0 0 0,0 0 1 0 0,1 1-1 0 0,-1-1 0 0 0,0 0 1 0 0,0 0-1 0 0,1 0 0 0 0,-1 0 1 0 0,1 0-1 0 0,-1 0 0 0 0,1 1 0 0 0,-1-1 1 0 0,1 0-1 0 0,1 1 0 0 0,0 0-1 0 0,-1-1 0 0 0,1 0 0 0 0,0 0 0 0 0,0 0 0 0 0,0 0-1 0 0,0 0 1 0 0,0 0 0 0 0,0 0 0 0 0,0-1 0 0 0,0 1 0 0 0,0-1-1 0 0,4 1 1 0 0,4-1-26 0 0,0 1 0 0 0,-1-2 0 0 0,1 1 0 0 0,18-4 0 0 0,28-13-152 0 0,-44 13 213 0 0,-1 0-1 0 0,1 0 0 0 0,0 2 1 0 0,0-1-1 0 0,1 1 1 0 0,22 0-1 0 0,-34 2-42 0 0,-1 0 0 0 0,1 0-1 0 0,-1 0 1 0 0,1 0 0 0 0,-1 0-1 0 0,0 0 1 0 0,1 0 0 0 0,-1 0 0 0 0,1 0-1 0 0,-1 1 1 0 0,1-1 0 0 0,-1 0 0 0 0,1 0-1 0 0,-1 0 1 0 0,0 1 0 0 0,1-1 0 0 0,-1 0-1 0 0,0 0 1 0 0,1 1 0 0 0,-1-1-1 0 0,0 0 1 0 0,1 1 0 0 0,-1-1 0 0 0,0 0-1 0 0,1 1 1 0 0,-1-1 0 0 0,0 1 0 0 0,0-1-1 0 0,0 1 1 0 0,1-1 0 0 0,-6 16 155 0 0,-22 18-1 0 0,20-27-92 0 0,-6 9 15 0 0,0 0 1 0 0,1 1-1 0 0,0 1 0 0 0,-17 35 0 0 0,27-47-57 0 0,-1 1 0 0 0,1-1 0 0 0,0 1 0 0 0,1-1 1 0 0,-1 1-1 0 0,1 0 0 0 0,1-1 0 0 0,-1 1 0 0 0,1 0 0 0 0,0 0 0 0 0,1 0 0 0 0,0-1 0 0 0,0 1 0 0 0,0 0 0 0 0,1-1 0 0 0,0 1 0 0 0,0-1 0 0 0,6 12 0 0 0,-4-9 87 0 0,1-1 0 0 0,0 0 0 0 0,0-1 1 0 0,1 1-1 0 0,0-1 0 0 0,11 11 0 0 0,-14-16-310 0 0,1 1-1 0 0,-1 0 1 0 0,1-1-1 0 0,0 0 0 0 0,0 0 1 0 0,0 0-1 0 0,0 0 1 0 0,7 2-1 0 0,22-3-5638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3.5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 4609 0 0,'13'-7'9383'0'0,"-12"8"-9148"0"0,16 5 4933 0 0,-14-3-4841 0 0,-1 0 0 0 0,1 1 0 0 0,-1-1 1 0 0,0 1-1 0 0,0 0 0 0 0,0 0 0 0 0,-1 0 0 0 0,1 0 0 0 0,-1 0 1 0 0,1 6-1 0 0,6 48-296 0 0,-5-35 285 0 0,12 118-114 0 0,-10-68-20 0 0,4-1-1 0 0,4 0 1 0 0,25 87-1 0 0,-4-60-177 0 0,134 476 56 0 0,-4 194 695 0 0,-146-685-999 0 0,-4 0 0 0 0,-4 1 1 0 0,-3 0-1 0 0,-6 111 0 0 0,-1-150-2731 0 0,0-23-4652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4.1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346 2 3225 0 0,'0'-1'240'0'0,"1"0"5"0"0,-5 2 1083 0 0,0-1 0 0 0,0 1 0 0 0,0-1 0 0 0,0 1 1 0 0,1 1-1 0 0,-1-1 0 0 0,-4 2 0 0 0,-46 29 1267 0 0,33-19-1290 0 0,-100 62 1907 0 0,101-61-2894 0 0,1 1-1 0 0,1 1 0 0 0,-31 33 1 0 0,48-49-316 0 0,0 1 0 0 0,0 0 0 0 0,1-1-1 0 0,-1 1 1 0 0,1 0 0 0 0,-1 0 0 0 0,0 0 0 0 0,1-1 0 0 0,-1 1 0 0 0,1 0 0 0 0,0 0 0 0 0,-1 0-1 0 0,1 0 1 0 0,0 0 0 0 0,-1 0 0 0 0,1 0 0 0 0,0 0 0 0 0,0 0 0 0 0,0 0 0 0 0,0 0 0 0 0,0 0-1 0 0,0 0 1 0 0,0 0 0 0 0,0 0 0 0 0,0 0 0 0 0,1 1 0 0 0,0-1-12 0 0,0 0 0 0 0,0 0 0 0 0,0 0 0 0 0,0 0 1 0 0,0 0-1 0 0,0-1 0 0 0,0 1 0 0 0,0 0 0 0 0,1 0 0 0 0,-1-1 1 0 0,0 1-1 0 0,1-1 0 0 0,-1 1 0 0 0,0-1 0 0 0,1 0 0 0 0,1 1 1 0 0,10 1-97 0 0,0-1 0 0 0,0 0 1 0 0,16-1-1 0 0,-20 0 85 0 0,63-1-242 0 0,84 2 505 0 0,-132 0-166 0 0,0 2 0 0 0,1 1 0 0 0,-1 1 0 0 0,28 9-1 0 0,-51-14-68 0 0,0 0-1 0 0,1 0 0 0 0,-1 1 0 0 0,0-1 0 0 0,0 0 1 0 0,0 1-1 0 0,0-1 0 0 0,0 1 0 0 0,0-1 0 0 0,1 1 1 0 0,-1 0-1 0 0,0-1 0 0 0,-1 1 0 0 0,1 0 0 0 0,0 0 0 0 0,0 0 1 0 0,0 0-1 0 0,0-1 0 0 0,-1 1 0 0 0,1 0 0 0 0,0 0 1 0 0,-1 1-1 0 0,1-1 0 0 0,-1 0 0 0 0,1 0 0 0 0,-1 0 0 0 0,1 0 1 0 0,-1 0-1 0 0,0 1 0 0 0,0-1 0 0 0,0 0 0 0 0,1 0 1 0 0,-1 0-1 0 0,0 1 0 0 0,-1 1 0 0 0,-1 2 27 0 0,1-1-1 0 0,-2 1 1 0 0,1-1-1 0 0,-1 1 1 0 0,1-1-1 0 0,-1 0 1 0 0,-6 7-1 0 0,-41 43 474 0 0,-14 16-994 0 0,58-63 439 0 0,1 0 1 0 0,1 0 0 0 0,-1 1-1 0 0,1-1 1 0 0,1 1 0 0 0,-1 0-1 0 0,1 0 1 0 0,-3 12 0 0 0,6-18 48 0 0,0 0 1 0 0,-1 0-1 0 0,1 0 1 0 0,0 0-1 0 0,0 0 1 0 0,0 0-1 0 0,0 0 1 0 0,1 0-1 0 0,-1 0 1 0 0,0 0-1 0 0,1 0 1 0 0,0 0-1 0 0,-1 0 1 0 0,1 0-1 0 0,0-1 1 0 0,0 1-1 0 0,0 0 1 0 0,0 0-1 0 0,0-1 1 0 0,2 3-1 0 0,0-1 5 0 0,0 0 1 0 0,0-1-1 0 0,1 1 1 0 0,-1-1-1 0 0,1 0 0 0 0,-1 1 1 0 0,1-2-1 0 0,0 1 0 0 0,6 2 1 0 0,6 0 16 0 0,0 0 0 0 0,1-1 0 0 0,28 2 0 0 0,-1-5-25 0 0,-33 0 6 0 0,0 0 0 0 0,1 0-1 0 0,-1 1 1 0 0,0 1 0 0 0,17 3-1 0 0,-28-5-5 0 0,1 0-1 0 0,-1 0 0 0 0,1 0 1 0 0,-1 0-1 0 0,1 1 0 0 0,-1-1 1 0 0,1 0-1 0 0,-1 0 0 0 0,1 0 1 0 0,-1 0-1 0 0,1 1 0 0 0,-1-1 1 0 0,0 0-1 0 0,1 1 0 0 0,-1-1 1 0 0,0 0-1 0 0,1 1 0 0 0,-1-1 1 0 0,1 0-1 0 0,-1 1 0 0 0,0-1 1 0 0,0 0-1 0 0,1 1 0 0 0,-1-1 1 0 0,0 1-1 0 0,0-1 0 0 0,0 1 1 0 0,1-1-1 0 0,-1 1 0 0 0,0-1 1 0 0,0 1-1 0 0,0-1 0 0 0,0 1 1 0 0,0-1-1 0 0,0 1 0 0 0,0-1 1 0 0,0 0-1 0 0,0 1 0 0 0,0-1 1 0 0,0 1-1 0 0,0-1 0 0 0,0 1 1 0 0,-1-1-1 0 0,1 1 0 0 0,0-1 1 0 0,0 1-1 0 0,0-1 0 0 0,-1 1 1 0 0,1-1-1 0 0,0 0 0 0 0,0 1 1 0 0,-1-1-1 0 0,1 1 0 0 0,0-1 1 0 0,-1 0-1 0 0,1 0 0 0 0,-1 1 1 0 0,1-1-1 0 0,0 0 0 0 0,-1 1 1 0 0,1-1-1 0 0,-1 0 0 0 0,1 0 1 0 0,-2 1-1 0 0,-28 15-4676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4.4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6825 0 0,'11'30'1172'0'0,"1"21"5174"0"0,-2-9-2322 0 0,6 23-2181 0 0,-3-1 1 0 0,8 122 0 0 0,-16 131-1570 0 0,3 37 247 0 0,1-285-402 0 0,4-1 0 0 0,2-1-1 0 0,28 78 1 0 0,-12-45-647 0 0,-24-67 248 0 0,-5-24-245 0 0,-1-1 0 0 0,2 1-1 0 0,-1 0 1 0 0,5 10 0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4.9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 5817 0 0,'-4'4'512'0'0,"3"-1"-408"0"0,1-2-104 0 0,0 0 0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5.3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 6449 0 0,'2'-17'15323'0'0,"-2"26"-14742"0"0,3 26-276 0 0,1 1-1 0 0,1-1 1 0 0,10 34 0 0 0,3 17 24 0 0,4 59-169 0 0,6 268 0 0 0,-29-390-1211 0 0,0-1 0 0 0,-8 34 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5.6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 8754 0 0,'41'0'3177'0'0,"217"-9"5995"0"0,132 20-6517 0 0,-359-8-3220 0 0,-1 1-1 0 0,-1 2 0 0 0,1 1 1 0 0,56 21-1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5.9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14747 0 0,'0'1'78'0'0,"1"-1"0"0"0,-1 1 0 0 0,0 0 0 0 0,0-1 0 0 0,1 1-1 0 0,-1 0 1 0 0,0-1 0 0 0,1 1 0 0 0,-1-1 0 0 0,0 1 0 0 0,1-1 0 0 0,-1 1 0 0 0,1-1 0 0 0,-1 1-1 0 0,1-1 1 0 0,-1 1 0 0 0,1-1 0 0 0,-1 1 0 0 0,1-1 0 0 0,0 0 0 0 0,-1 0 0 0 0,1 1 0 0 0,-1-1-1 0 0,1 0 1 0 0,0 0 0 0 0,-1 1 0 0 0,1-1 0 0 0,1 0 0 0 0,26 3 1190 0 0,-19-2-761 0 0,40 5 938 0 0,0 3-1 0 0,77 24 0 0 0,-76-16-1167 0 0,-1 3 0 0 0,-1 2 0 0 0,-1 2 0 0 0,68 45 0 0 0,-74-43-1869 0 0,55 25 0 0 0,-71-40-6128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6.1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478 0 18436 0 0,'-32'37'3599'0'0,"-10"24"-2863"0"0,10-14-534 0 0,-13 15-93 0 0,-110 141-434 0 0,147-194 279 0 0,-19 19-654 0 0,2 1 0 0 0,2 1 0 0 0,0 1 0 0 0,-30 58 0 0 0,40-59-283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6.9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72 3801 0 0,'-1'-3'78'0'0,"-1"0"0"0"0,1 0 0 0 0,-1 0 1 0 0,0 1-1 0 0,0-1 0 0 0,0 0 0 0 0,0 1 1 0 0,-1-1-1 0 0,1 1 0 0 0,-1 0 0 0 0,1 0 0 0 0,-1 0 1 0 0,0 0-1 0 0,0 0 0 0 0,-5-2 0 0 0,3 1 425 0 0,-14-24 10716 0 0,19 27-11077 0 0,11 22 607 0 0,-1 0 0 0 0,-1 0 0 0 0,-1 1 0 0 0,-1 0 0 0 0,4 30 1 0 0,1-4-276 0 0,29 117 761 0 0,55 186-2450 0 0,-84-322-1293 0 0,-9-26 1123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7.3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1 164 14051 0 0,'4'-8'415'0'0,"0"-1"1"0"0,1 1-1 0 0,0 0 0 0 0,0 0 1 0 0,0 1-1 0 0,1-1 1 0 0,1 1-1 0 0,-1 1 0 0 0,1-1 1 0 0,0 1-1 0 0,1 0 0 0 0,9-6 1 0 0,-2 2 25 0 0,0 1 1 0 0,1 1 0 0 0,0 0-1 0 0,0 1 1 0 0,30-8 0 0 0,-39 13-396 0 0,0 1 0 0 0,0 0 0 0 0,0 0 0 0 0,0 0 0 0 0,0 1 0 0 0,0 0 0 0 0,0 0 0 0 0,0 1 0 0 0,0 0 0 0 0,0 0 0 0 0,0 1 0 0 0,11 4 0 0 0,-14-5-51 0 0,-1 1 0 0 0,0 0 0 0 0,0 0 1 0 0,0 0-1 0 0,0 0 0 0 0,0 0 0 0 0,0 1 1 0 0,-1-1-1 0 0,1 1 0 0 0,-1 0 0 0 0,0-1 1 0 0,0 1-1 0 0,0 0 0 0 0,0 1 0 0 0,0-1 1 0 0,0 0-1 0 0,-1 0 0 0 0,0 1 0 0 0,0-1 0 0 0,0 1 1 0 0,0-1-1 0 0,0 1 0 0 0,-1 0 0 0 0,1-1 1 0 0,-1 1-1 0 0,0 4 0 0 0,-1 3-34 0 0,0 1 0 0 0,-1-1-1 0 0,0 0 1 0 0,0 0 0 0 0,-1-1-1 0 0,-7 18 1 0 0,-35 64-130 0 0,22-48 197 0 0,2-3 89 0 0,10-21 85 0 0,0 1 0 0 0,-12 38 0 0 0,23-59-186 0 0,1 1 0 0 0,-1-1-1 0 0,0 1 1 0 0,0-1 0 0 0,1 1 0 0 0,-1-1 0 0 0,0 1-1 0 0,1-1 1 0 0,-1 1 0 0 0,0-1 0 0 0,1 0 0 0 0,-1 1-1 0 0,1-1 1 0 0,-1 1 0 0 0,1-1 0 0 0,-1 0 0 0 0,1 0-1 0 0,-1 1 1 0 0,1-1 0 0 0,-1 0 0 0 0,1 0 0 0 0,0 0 0 0 0,-1 1-1 0 0,1-1 1 0 0,-1 0 0 0 0,1 0 0 0 0,-1 0 0 0 0,1 0-1 0 0,0 0 1 0 0,-1 0 0 0 0,1 0 0 0 0,-1 0 0 0 0,1-1-1 0 0,-1 1 1 0 0,1 0 0 0 0,-1 0 0 0 0,2-1 0 0 0,27-2 175 0 0,-28 3-171 0 0,51-8 162 0 0,-13 1-486 0 0,0 1 1 0 0,1 3-1 0 0,77 2 1 0 0,-29 14-4102 0 0,-59-7-2357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8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36 271 9218 0 0,'-28'7'3306'0'0,"20"-9"-886"0"0,18-10-1347 0 0,14-3-240 0 0,0 1 1 0 0,1 1-1 0 0,1 1 1 0 0,48-16-1 0 0,-19 7 132 0 0,-46 18-841 0 0,119-52 1702 0 0,-110 46-1937 0 0,0-2 1 0 0,0 1 0 0 0,-1-2 0 0 0,26-22-1 0 0,-41 32-408 0 0,1-1 0 0 0,0 0 0 0 0,-1 0 0 0 0,1 0 0 0 0,-1 0 0 0 0,0 0 0 0 0,2-4 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8.3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9218 0 0,'33'10'3818'0'0,"-26"-6"-3264"0"0,1-1 0 0 0,-1 1 0 0 0,0 0 0 0 0,-1 1-1 0 0,1 0 1 0 0,-1 0 0 0 0,0 0 0 0 0,0 1 0 0 0,0-1 0 0 0,-1 2-1 0 0,0-1 1 0 0,0 0 0 0 0,-1 1 0 0 0,5 9 0 0 0,6 13 65 0 0,-1 2 0 0 0,11 35 0 0 0,-12-31-440 0 0,-3-10-190 0 0,11 30-615 0 0,31 60 1 0 0,-38-91-7298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8.9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0 5065 0 0,'-20'1'1233'0'0,"-13"6"5690"0"0,32-7-6544 0 0,0 1 1 0 0,-1-1 0 0 0,1 1-1 0 0,0-1 1 0 0,-1 1-1 0 0,1 0 1 0 0,0 0 0 0 0,0 0-1 0 0,0 0 1 0 0,0 0 0 0 0,0 0-1 0 0,0 0 1 0 0,0 0-1 0 0,0 0 1 0 0,0 0 0 0 0,0 0-1 0 0,1 1 1 0 0,-2 0-1 0 0,2 0-254 0 0,0-1 0 0 0,-1 1 0 0 0,1-1 0 0 0,0 0 0 0 0,0 1 0 0 0,0-1 0 0 0,0 1 0 0 0,0-1 0 0 0,0 1-1 0 0,1-1 1 0 0,-1 0 0 0 0,0 1 0 0 0,2 1 0 0 0,25 72 582 0 0,-2-7-544 0 0,-2 0-1 0 0,25 131 1 0 0,-45-174-624 0 0,2 9 475 0 0,9 35 0 0 0,-11-58-1777 0 0,1 1 0 0 0,0-1-1 0 0,10 19 1 0 0,0-9-5078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9.4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0 301 6913 0 0,'0'-6'197'0'0,"0"0"-1"0"0,1 0 0 0 0,0 0 0 0 0,0 0 0 0 0,0 0 0 0 0,0 0 0 0 0,1 0 0 0 0,0 0 0 0 0,0 0 0 0 0,1 0 0 0 0,-1 1 0 0 0,1 0 0 0 0,6-9 0 0 0,6-5 1234 0 0,0 1 0 0 0,21-20 0 0 0,-26 27-990 0 0,-7 8-249 0 0,68-66 3925 0 0,-62 61-3569 0 0,1 1 1 0 0,0 0 0 0 0,1 0-1 0 0,-1 1 1 0 0,23-10 0 0 0,-33 16-540 0 0,1-1 0 0 0,-1 1 1 0 0,0 0-1 0 0,1 0 0 0 0,-1 0 0 0 0,1-1 1 0 0,-1 1-1 0 0,1 0 0 0 0,-1 0 0 0 0,1 0 1 0 0,-1 0-1 0 0,1 0 0 0 0,-1 0 0 0 0,1 0 1 0 0,-1 0-1 0 0,1 0 0 0 0,-1 0 1 0 0,1 0-1 0 0,-1 1 0 0 0,0-1 0 0 0,1 0 1 0 0,-1 0-1 0 0,1 0 0 0 0,-1 1 0 0 0,1-1 1 0 0,-1 0-1 0 0,0 0 0 0 0,1 1 1 0 0,-1-1-1 0 0,0 0 0 0 0,1 1 0 0 0,1 16-187 0 0,-10 18-296 0 0,-6-1 522 0 0,-1-2 0 0 0,-1 0 0 0 0,-2-1 0 0 0,-29 39 0 0 0,15-23 25 0 0,30-43-41 0 0,-1-1 1 0 0,1 1-1 0 0,0 0 0 0 0,0 0 1 0 0,1 0-1 0 0,-1 0 0 0 0,1 0 0 0 0,0 0 1 0 0,0 0-1 0 0,0 0 0 0 0,-1 7 1 0 0,3-9-15 0 0,-1 0 0 0 0,0-1 0 0 0,1 1 0 0 0,-1 0 0 0 0,1-1 0 0 0,0 1 0 0 0,-1-1 0 0 0,1 1 1 0 0,0-1-1 0 0,0 1 0 0 0,0-1 0 0 0,0 0 0 0 0,0 1 0 0 0,0-1 0 0 0,0 0 0 0 0,1 0 0 0 0,-1 0 0 0 0,0 0 1 0 0,1 0-1 0 0,-1 0 0 0 0,1 0 0 0 0,-1 0 0 0 0,1-1 0 0 0,-1 1 0 0 0,1 0 0 0 0,-1-1 0 0 0,1 0 0 0 0,0 1 1 0 0,-1-1-1 0 0,1 0 0 0 0,2 0 0 0 0,12 2 65 0 0,0-2 1 0 0,0 0 0 0 0,0 0-1 0 0,0-2 1 0 0,0 0-1 0 0,0-1 1 0 0,0 0-1 0 0,-1-2 1 0 0,20-7 0 0 0,-17 6-245 0 0,0 0 1 0 0,1 1 0 0 0,0 1 0 0 0,0 1 0 0 0,0 1-1 0 0,20 0 1 0 0,-34 2-241 0 0,-1 1 1 0 0,1 0-1 0 0,-1-1 0 0 0,1 2 0 0 0,-1-1 0 0 0,0 1 1 0 0,0-1-1 0 0,7 4 0 0 0,14 13-6121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19.6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 13363 0 0,'-1'0'414'0'0,"0"1"-1"0"0,0 0 1 0 0,0 0 0 0 0,0 0-1 0 0,0 0 1 0 0,0 0 0 0 0,0 0 0 0 0,0 0-1 0 0,0 0 1 0 0,0 0 0 0 0,1 0-1 0 0,-1 0 1 0 0,0 1 0 0 0,0 1-1 0 0,-5 25 2101 0 0,8 27-1030 0 0,-2-54-1440 0 0,9 71 1409 0 0,25 90 1 0 0,3 17-2128 0 0,-32-143-2615 0 0,-1 50 0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21.7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1 165 9674 0 0,'0'-2'108'0'0,"0"1"1"0"0,0 0-1 0 0,0-1 0 0 0,0 1 1 0 0,0 0-1 0 0,1 0 1 0 0,-1-1-1 0 0,0 1 0 0 0,1 0 1 0 0,-1 0-1 0 0,1 0 0 0 0,0 0 1 0 0,-1-1-1 0 0,1 1 0 0 0,0 0 1 0 0,0 0-1 0 0,-1 0 0 0 0,2-1 1 0 0,20-22 752 0 0,-19 20-620 0 0,9-7 45 0 0,0 0 0 0 0,0 1-1 0 0,0 0 1 0 0,1 1 0 0 0,1 0 0 0 0,0 1 0 0 0,0 1 0 0 0,0 0 0 0 0,1 1 0 0 0,0 0 0 0 0,0 1-1 0 0,1 1 1 0 0,-1 1 0 0 0,1 0 0 0 0,17-1 0 0 0,-32 4-270 0 0,1 0 0 0 0,-1 0 0 0 0,0 0-1 0 0,1 0 1 0 0,-1 0 0 0 0,0 1 0 0 0,1-1 0 0 0,-1 0-1 0 0,0 1 1 0 0,1-1 0 0 0,-1 1 0 0 0,0-1 0 0 0,0 1 0 0 0,0-1-1 0 0,1 1 1 0 0,-1 0 0 0 0,0 0 0 0 0,0-1 0 0 0,0 1 0 0 0,0 0-1 0 0,0 0 1 0 0,0 0 0 0 0,1 2 0 0 0,-2-1 10 0 0,1 0-1 0 0,0 0 1 0 0,-1 0 0 0 0,1 0 0 0 0,-1 0-1 0 0,1 1 1 0 0,-1-1 0 0 0,0 0 0 0 0,0 0-1 0 0,0 0 1 0 0,0 0 0 0 0,-1 1 0 0 0,0 1-1 0 0,-2 9 86 0 0,-1 0 0 0 0,0-1 0 0 0,-11 22-1 0 0,13-32-103 0 0,-19 37 10 0 0,14-28-94 0 0,1-1 1 0 0,0 1-1 0 0,1 0 1 0 0,0 0-1 0 0,1 0 1 0 0,0 1 0 0 0,1-1-1 0 0,-4 24 1 0 0,7-32 42 0 0,1 0 0 0 0,-1-1 1 0 0,1 1-1 0 0,-1-1 0 0 0,1 0 0 0 0,0 1 1 0 0,0-1-1 0 0,0 0 0 0 0,1 1 0 0 0,-1-1 1 0 0,0 0-1 0 0,1 0 0 0 0,0 0 1 0 0,-1 0-1 0 0,1 0 0 0 0,0 0 0 0 0,0-1 1 0 0,0 1-1 0 0,0-1 0 0 0,0 1 0 0 0,0-1 1 0 0,1 0-1 0 0,-1 0 0 0 0,0 0 0 0 0,1 0 1 0 0,-1 0-1 0 0,1 0 0 0 0,2 0 1 0 0,10 3-73 0 0,1-1 1 0 0,-1 0-1 0 0,21 1 1 0 0,-28-4 155 0 0,27 3 285 0 0,-4-1 283 0 0,51 9-1 0 0,-76-9-502 0 0,1-1-1 0 0,-1 1 1 0 0,1 0-1 0 0,-1 0 0 0 0,1 1 1 0 0,-1 0-1 0 0,0 0 0 0 0,0 1 1 0 0,-1-1-1 0 0,1 1 0 0 0,-1 1 1 0 0,0-1-1 0 0,7 8 1 0 0,-10-9-39 0 0,0 0 1 0 0,0 1-1 0 0,0-1 1 0 0,-1 1 0 0 0,1-1-1 0 0,-1 1 1 0 0,0 0-1 0 0,0 0 1 0 0,0 0 0 0 0,-1 0-1 0 0,1-1 1 0 0,-1 1-1 0 0,0 0 1 0 0,0 0 0 0 0,0 0-1 0 0,-1 0 1 0 0,1 0-1 0 0,-1 0 1 0 0,0 0 0 0 0,0-1-1 0 0,-1 1 1 0 0,1 0-1 0 0,-1-1 1 0 0,1 1 0 0 0,-5 6-1 0 0,-5 7 77 0 0,-1 0-1 0 0,0 0 1 0 0,-24 23-1 0 0,30-34-140 0 0,-37 37 94 0 0,-50 39 0 0 0,2-3-998 0 0,77-60-440 0 0,14-18 1241 0 0,0-1 0 0 0,0 0 0 0 0,0 0 0 0 0,0 1 0 0 0,0-1 0 0 0,0 0 0 0 0,0 0 0 0 0,0 1 0 0 0,0-1 0 0 0,0 0 0 0 0,0 0 0 0 0,0 0 0 0 0,0 1 0 0 0,0-1 0 0 0,0 0 0 0 0,6 3-2456 0 0,-2-4 1768 0 0,1 1-1 0 0,-1-1 1 0 0,0 0-1 0 0,0 0 1 0 0,0 0 0 0 0,0 0-1 0 0,6-4 1 0 0,13-7-1271 0 0,3-3 1237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22.1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28 185 6913 0 0,'-4'-3'885'0'0,"0"0"0"0"0,1 0-1 0 0,-1 0 1 0 0,1-1 0 0 0,-6-13 6265 0 0,28 37-5710 0 0,21 53 46 0 0,-22-37-1044 0 0,33 49 1 0 0,-44-76-375 0 0,0 0 0 0 0,0 0-1 0 0,1-1 1 0 0,0 0 0 0 0,0-1 0 0 0,0 0 0 0 0,1 0-1 0 0,1 0 1 0 0,-1-1 0 0 0,11 4 0 0 0,-18-8-38 0 0,0-1 0 0 0,0 0 0 0 0,1 0 0 0 0,-1 0 0 0 0,0 0 0 0 0,1-1 0 0 0,-1 1 0 0 0,1-1 0 0 0,-1 1 0 0 0,1-1 0 0 0,-1 0 0 0 0,1 0 0 0 0,-1 0 0 0 0,1 0 0 0 0,-1 0 0 0 0,0-1 0 0 0,1 1 0 0 0,-1-1 0 0 0,1 1 0 0 0,-1-1 0 0 0,0 0 1 0 0,1 0-1 0 0,-1 0 0 0 0,0 0 0 0 0,0-1 0 0 0,0 1 0 0 0,0-1 0 0 0,0 1 0 0 0,3-4 0 0 0,-2 1 86 0 0,0 0 0 0 0,-1-1 0 0 0,1 1 0 0 0,-1-1 0 0 0,0 0 0 0 0,0 0-1 0 0,0 0 1 0 0,-1 0 0 0 0,1 0 0 0 0,-1 0 0 0 0,-1-1 0 0 0,1-8 0 0 0,1-27 290 0 0,2-29-373 0 0,2 0 0 0 0,16-70-1 0 0,-10 89-559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26.5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1945 42 3681 0 0,'0'-3'373'0'0,"0"0"0"0"0,0 0 1 0 0,0 0-1 0 0,0 0 0 0 0,-1 0 1 0 0,1 0-1 0 0,-1 0 0 0 0,0 0 1 0 0,0 0-1 0 0,0 0 0 0 0,-2-3 1 0 0,3 6-280 0 0,0 0 0 0 0,0-1 0 0 0,-1 1 0 0 0,1 0 0 0 0,0 0 0 0 0,0-1 0 0 0,-1 1 1 0 0,1 0-1 0 0,0 0 0 0 0,-1 0 0 0 0,1 0 0 0 0,0 0 0 0 0,-1-1 0 0 0,1 1 0 0 0,0 0 0 0 0,-1 0 0 0 0,1 0 1 0 0,0 0-1 0 0,0 0 0 0 0,-1 0 0 0 0,1 0 0 0 0,-1 0 0 0 0,1 0 0 0 0,0 0 0 0 0,0 0 0 0 0,-1 0 1 0 0,1 0-1 0 0,0 0 0 0 0,-1 1 0 0 0,1-1 0 0 0,0 0 0 0 0,-1 0 0 0 0,1 0 0 0 0,-16 19 1781 0 0,-103 202 2193 0 0,28-47-3248 0 0,-186 289-371 0 0,-7 16-340 0 0,107-172-26 0 0,162-281-75 0 0,-337 595 368 0 0,149-254 155 0 0,-53 110 1433 0 0,214-376-1576 0 0,19-45-297 0 0,-39 71 0 0 0,56-118-605 0 0,2-6-149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27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96 6913 0 0,'-1'0'103'0'0,"0"1"0"0"0,0-1 0 0 0,0 1 0 0 0,1 0 0 0 0,-1-1 0 0 0,0 1 0 0 0,1 0 0 0 0,-1 0 0 0 0,0-1 0 0 0,1 1 0 0 0,-1 0 0 0 0,1 0 0 0 0,-1 0 0 0 0,1 0 0 0 0,-1 0-1 0 0,1 0 1 0 0,0 0 0 0 0,0 0 0 0 0,-1 0 0 0 0,1 0 0 0 0,0 0 0 0 0,0 0 0 0 0,0 0 0 0 0,0 0 0 0 0,0 0 0 0 0,0 0 0 0 0,0 0 0 0 0,1 0 0 0 0,-1 0 0 0 0,0 0 0 0 0,1 0-1 0 0,0 2 1 0 0,-1-2-6 0 0,1 1-1 0 0,0-1 0 0 0,-1 0 0 0 0,1 0 0 0 0,0 1 1 0 0,0-1-1 0 0,-1 0 0 0 0,1 0 0 0 0,0 0 0 0 0,0 0 1 0 0,0 0-1 0 0,1 0 0 0 0,-1-1 0 0 0,0 1 0 0 0,0 0 1 0 0,0 0-1 0 0,1-1 0 0 0,-1 1 0 0 0,0-1 0 0 0,1 1 1 0 0,-1-1-1 0 0,0 1 0 0 0,1-1 0 0 0,-1 0 1 0 0,1 0-1 0 0,-1 0 0 0 0,2 0 0 0 0,4-1 165 0 0,0 0 0 0 0,0-1 0 0 0,-1 1 0 0 0,1-2 0 0 0,-1 1 0 0 0,1-1 0 0 0,-1 0 0 0 0,10-6 0 0 0,50-38 682 0 0,-25 16 694 0 0,-32 25-1371 0 0,0 1 1 0 0,0 0-1 0 0,0 0 0 0 0,0 0 1 0 0,1 2-1 0 0,-1-1 0 0 0,1 1 1 0 0,0 0-1 0 0,20-2 0 0 0,-30 5-247 0 0,1 1 0 0 0,-1-1-1 0 0,1 0 1 0 0,-1 1-1 0 0,1-1 1 0 0,-1 1-1 0 0,1-1 1 0 0,-1 1 0 0 0,1-1-1 0 0,-1 1 1 0 0,0-1-1 0 0,0 1 1 0 0,1 0-1 0 0,-1-1 1 0 0,0 1 0 0 0,0-1-1 0 0,1 1 1 0 0,-1 0-1 0 0,0-1 1 0 0,0 1 0 0 0,0 0-1 0 0,0-1 1 0 0,0 1-1 0 0,0 0 1 0 0,0-1-1 0 0,0 1 1 0 0,0-1 0 0 0,-1 2-1 0 0,-1 23 216 0 0,2-24-206 0 0,-14 70 285 0 0,-3-1 0 0 0,-37 100 0 0 0,-5 16-2531 0 0,51-156-5009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28.3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82 456 0 0,'1'0'183'0'0,"0"0"1"0"0,0 0-1 0 0,0 0 0 0 0,0 0 0 0 0,-1 0 0 0 0,1 0 1 0 0,0 0-1 0 0,0 0 0 0 0,0 0 0 0 0,0-1 0 0 0,0 1 1 0 0,0 0-1 0 0,0-1 0 0 0,0 1 0 0 0,0 0 1 0 0,-1-1-1 0 0,1 1 0 0 0,0-1 0 0 0,0 0 0 0 0,-1 1 1 0 0,1-1-1 0 0,0 0 0 0 0,-1 1 0 0 0,1-1 1 0 0,0 0-1 0 0,-1 0 0 0 0,1 1 0 0 0,-1-1 0 0 0,1 0 1 0 0,-1 0-1 0 0,0 0 0 0 0,1 0 0 0 0,-1 0 0 0 0,0 0 1 0 0,0 0-1 0 0,0 1 0 0 0,1-1 0 0 0,-1 0 1 0 0,0 0-1 0 0,0 0 0 0 0,0 0 0 0 0,-1-2 0 0 0,1 0-231 0 0,-1 0 0 0 0,0 0 0 0 0,1 1-1 0 0,-1-1 1 0 0,0 0 0 0 0,-1 1 0 0 0,1-1-1 0 0,0 0 1 0 0,-1 1 0 0 0,0 0 0 0 0,1-1-1 0 0,-1 1 1 0 0,-3-3 0 0 0,-19-10-3409 0 0,23 15 3481 0 0,0-1 0 0 0,0 1 0 0 0,-1 0 0 0 0,1 0 0 0 0,0 0 0 0 0,0 0 0 0 0,0 0 0 0 0,0 0 1 0 0,0 0-1 0 0,0 0 0 0 0,0 0 0 0 0,0 0 0 0 0,-1 1 0 0 0,1-1 0 0 0,-2 1 0 0 0,2 0 160 0 0,-1 1 0 0 0,1-1 1 0 0,0 0-1 0 0,-1 1 0 0 0,1-1 1 0 0,0 1-1 0 0,0-1 0 0 0,0 1 1 0 0,0 0-1 0 0,0-1 0 0 0,0 1 1 0 0,0 0-1 0 0,1 0 0 0 0,-1 0 0 0 0,1 0 1 0 0,-1 0-1 0 0,1-1 0 0 0,0 1 1 0 0,0 0-1 0 0,0 0 0 0 0,0 0 1 0 0,0 3-1 0 0,0-3-114 0 0,1 0 1 0 0,-1-1-1 0 0,0 1 0 0 0,1 0 1 0 0,-1-1-1 0 0,1 1 1 0 0,0-1-1 0 0,0 1 0 0 0,-1-1 1 0 0,1 1-1 0 0,0-1 1 0 0,0 1-1 0 0,0-1 0 0 0,1 0 1 0 0,-1 0-1 0 0,0 1 1 0 0,0-1-1 0 0,1 0 0 0 0,-1 0 1 0 0,1 0-1 0 0,-1-1 1 0 0,0 1-1 0 0,1 0 0 0 0,0 0 1 0 0,-1-1-1 0 0,1 1 1 0 0,-1-1-1 0 0,1 1 0 0 0,0-1 1 0 0,-1 0-1 0 0,1 0 1 0 0,0 0-1 0 0,3 0 0 0 0,-2 0 187 0 0,0 1 0 0 0,0-1 0 0 0,0 0 0 0 0,0-1 0 0 0,1 1-1 0 0,-1 0 1 0 0,0-1 0 0 0,0 0 0 0 0,0 0 0 0 0,0 0 0 0 0,-1 0 0 0 0,1 0-1 0 0,0-1 1 0 0,0 1 0 0 0,-1-1 0 0 0,1 1 0 0 0,-1-1 0 0 0,5-4-1 0 0,-7 5-39 0 0,0 0-1 0 0,0-1 1 0 0,0 1-1 0 0,0-1 0 0 0,0 1 1 0 0,-1 0-1 0 0,1-1 0 0 0,0 1 1 0 0,-1 0-1 0 0,1-1 0 0 0,-1 1 1 0 0,1 0-1 0 0,-1 0 0 0 0,1-1 1 0 0,-1 1-1 0 0,0 0 1 0 0,0 0-1 0 0,-1-1 0 0 0,-7-19 578 0 0,9 25-756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28.6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72 57 1376 0 0,'-4'-1'619'0'0,"0"-1"-1"0"0,1 1 0 0 0,-1-1 0 0 0,0 0 1 0 0,1 0-1 0 0,-7-5 0 0 0,7 4 220 0 0,0 1 0 0 0,1 1 0 0 0,-1-1 0 0 0,0 0 0 0 0,0 1 0 0 0,0-1 0 0 0,0 1 0 0 0,0 0 1 0 0,0 0-1 0 0,0 0 0 0 0,-5 0 0 0 0,30 22 2444 0 0,-19-20-3207 0 0,0 0 1 0 0,0-1 0 0 0,0 1-1 0 0,0-1 1 0 0,0 0-1 0 0,0 0 1 0 0,0 0 0 0 0,0-1-1 0 0,0 1 1 0 0,0-1-1 0 0,0 1 1 0 0,5-3 0 0 0,-7 3-44 0 0,0 0 1 0 0,0 0 0 0 0,0 0 0 0 0,-1-1-1 0 0,1 1 1 0 0,0 0 0 0 0,0-1-1 0 0,0 1 1 0 0,-1 0 0 0 0,1-1 0 0 0,0 1-1 0 0,0-1 1 0 0,-1 1 0 0 0,1-1-1 0 0,0 1 1 0 0,-1-1 0 0 0,1 0 0 0 0,-1 1-1 0 0,1-1 1 0 0,-1 0 0 0 0,1 0-1 0 0,-1 1 1 0 0,1-1 0 0 0,-1 0 0 0 0,0 0-1 0 0,0 0 1 0 0,1 1 0 0 0,-1-1-1 0 0,0 0 1 0 0,0 0 0 0 0,0 0 0 0 0,0 0-1 0 0,0 0 1 0 0,0 1 0 0 0,0-1-1 0 0,0 0 1 0 0,0 0 0 0 0,0 0 0 0 0,0 0-1 0 0,0 0 1 0 0,-1 1 0 0 0,1-1-1 0 0,0 0 1 0 0,-1 0 0 0 0,1 1 0 0 0,-1-2-1 0 0,0 1 5 0 0,0 0 1 0 0,0 0-1 0 0,0 0 0 0 0,0 1 0 0 0,0-1 0 0 0,0 0 0 0 0,0 1 1 0 0,0-1-1 0 0,0 1 0 0 0,0-1 0 0 0,0 1 0 0 0,0-1 0 0 0,0 1 1 0 0,0 0-1 0 0,0-1 0 0 0,0 1 0 0 0,-1 0 0 0 0,1 0 0 0 0,0 0 1 0 0,0 0-1 0 0,0 0 0 0 0,0 0 0 0 0,0 0 0 0 0,-1 1 0 0 0,1-1 1 0 0,0 0-1 0 0,0 1 0 0 0,0-1 0 0 0,0 1 0 0 0,0-1 0 0 0,-1 1 0 0 0,1 0-102 0 0,0-1-1 0 0,0 0 1 0 0,0 1-1 0 0,1-1 0 0 0,-1 1 1 0 0,0-1-1 0 0,0 1 0 0 0,1-1 1 0 0,-1 1-1 0 0,0 0 0 0 0,1-1 1 0 0,-1 1-1 0 0,1 0 1 0 0,-1 0-1 0 0,1-1 0 0 0,-1 1 1 0 0,1 0-1 0 0,-1 0 0 0 0,1 0 1 0 0,0-1-1 0 0,-1 1 0 0 0,1 0 1 0 0,0 0-1 0 0,0 0 1 0 0,0 0-1 0 0,0 0 0 0 0,0 0 1 0 0,0 0-1 0 0,0 0 0 0 0,0-1 1 0 0,0 1-1 0 0,0 0 0 0 0,0 0 1 0 0,0 0-1 0 0,1 0 0 0 0,-1 0 1 0 0,0 0-1 0 0,1-1 1 0 0,0 2-1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29.8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47 154 5625 0 0,'-2'-2'369'0'0,"0"0"0"0"0,0 0-1 0 0,0 0 1 0 0,0 1 0 0 0,-1-1-1 0 0,1 1 1 0 0,-1-1 0 0 0,1 1 0 0 0,-1 0-1 0 0,0 0 1 0 0,1 0 0 0 0,-1 0-1 0 0,0 1 1 0 0,0-1 0 0 0,1 1 0 0 0,-6-1-1 0 0,17 2 2456 0 0,15 1-2458 0 0,10-9 80 0 0,-1-2-1 0 0,-1-2 0 0 0,50-22 1 0 0,21-8 138 0 0,-84 34-258 0 0,59-16 260 0 0,-71 22-595 0 0,-1 0-1 0 0,1 0 0 0 0,-1 0 0 0 0,1 1 0 0 0,0 0 0 0 0,-1 0 0 0 0,1 0 0 0 0,-1 1 0 0 0,12 3 1 0 0,-18-4-2 0 0,0 0 1 0 0,0 0-1 0 0,0 0 1 0 0,1 0-1 0 0,-1 0 1 0 0,0 0-1 0 0,0 0 1 0 0,0 0-1 0 0,0 0 1 0 0,0 0 0 0 0,1 1-1 0 0,-1-1 1 0 0,0 0-1 0 0,0 0 1 0 0,0 0-1 0 0,0 0 1 0 0,0 0-1 0 0,0 0 1 0 0,1 0 0 0 0,-1 0-1 0 0,0 1 1 0 0,0-1-1 0 0,0 0 1 0 0,0 0-1 0 0,0 0 1 0 0,0 0-1 0 0,0 0 1 0 0,0 1-1 0 0,0-1 1 0 0,0 0 0 0 0,0 0-1 0 0,0 0 1 0 0,0 0-1 0 0,0 1 1 0 0,0-1-1 0 0,0 0 1 0 0,0 0-1 0 0,0 0 1 0 0,0 0-1 0 0,0 0 1 0 0,0 1 0 0 0,0-1-1 0 0,0 0 1 0 0,0 0-1 0 0,0 0 1 0 0,0 0-1 0 0,0 0 1 0 0,0 1-1 0 0,0-1 1 0 0,0 0 0 0 0,-10 9-80 0 0,-18 11 3941 0 0,30-19-3832 0 0,0-1-1 0 0,-1 1 1 0 0,1 0-1 0 0,0 0 1 0 0,-1 1 0 0 0,1-1-1 0 0,-1 0 1 0 0,1 0 0 0 0,-1 1-1 0 0,0-1 1 0 0,1 1-1 0 0,-1-1 1 0 0,0 1 0 0 0,0 0-1 0 0,0-1 1 0 0,0 1 0 0 0,-1 0-1 0 0,1 0 1 0 0,0 0-1 0 0,-1-1 1 0 0,1 3 0 0 0,5 80 70 0 0,-5 0 0 0 0,-16 163 1 0 0,14-237-68 0 0,-1 1-382 0 0,1 0-1 0 0,1 1 1 0 0,0-1-1 0 0,3 18 0 0 0,2-8-6952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2.2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98 703 3225 0 0,'-23'-9'667'0'0,"15"5"672"0"0,0-1 0 0 0,0 0-1 0 0,1-1 1 0 0,-1 0 0 0 0,1 0 0 0 0,1 0-1 0 0,-1-1 1 0 0,-8-12 0 0 0,70 73 1372 0 0,26 54-2674 0 0,22 29 61 0 0,-84-116-86 0 0,1 0-1 0 0,1-1 0 0 0,0-1 1 0 0,25 16-1 0 0,-35-27-1 0 0,78 48 460 0 0,-79-50-397 0 0,1-1-1 0 0,0 0 0 0 0,0-1 0 0 0,0 0 0 0 0,0-1 0 0 0,21 4 1 0 0,-30-7-17 0 0,0 0 1 0 0,0 0 0 0 0,-1 0 0 0 0,1 0 0 0 0,0 0 0 0 0,0 0-1 0 0,-1-1 1 0 0,1 1 0 0 0,0 0 0 0 0,0-1 0 0 0,-1 1 0 0 0,1-1-1 0 0,0 0 1 0 0,-1 0 0 0 0,1 0 0 0 0,-1 0 0 0 0,1 0 0 0 0,-1 0-1 0 0,0 0 1 0 0,1 0 0 0 0,-1 0 0 0 0,0-1 0 0 0,0 1 0 0 0,0 0-1 0 0,0-1 1 0 0,0 1 0 0 0,0-1 0 0 0,0 1 0 0 0,0-1 0 0 0,0-2-1 0 0,2-5 159 0 0,0 0-1 0 0,-1 0 0 0 0,0 0 1 0 0,0-17-1 0 0,1 4-37 0 0,34-254 1480 0 0,15-88-1170 0 0,13-11-2386 0 0,-65 372 1724 0 0,0-9-1430 0 0,-4 11 184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2.6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9674 0 0,'20'-2'1239'0'0,"-1"-2"0"0"0,32-9 0 0 0,-10 2 375 0 0,80-20 1080 0 0,-47 10-2590 0 0,121-17-1 0 0,-190 37-286 0 0,-3 1-120 0 0,0-1 0 0 0,0 1 0 0 0,0-1 0 0 0,0 1 0 0 0,1 0 0 0 0,-1 0 0 0 0,0 0 0 0 0,0 0 0 0 0,0 1-1 0 0,0-1 1 0 0,1 0 0 0 0,-1 1 0 0 0,0-1 0 0 0,2 2 0 0 0,-3 2-1232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2.8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0,'3'6'8018'0'0,"1"7"-3798"0"0,12 43-2919 0 0,-10-34-239 0 0,9 40 8 0 0,7 75-1 0 0,11 49-972 0 0,-23-151-691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0.3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9674 0 0,'4'6'4898'0'0,"21"19"-850"0"0,-15-14-3643 0 0,-1 0 0 0 0,0 1 1 0 0,0 0-1 0 0,-1 0 0 0 0,-1 1 0 0 0,0 0 0 0 0,-1 0 1 0 0,0 0-1 0 0,5 21 0 0 0,0 11-298 0 0,10 77 1 0 0,-17-86-197 0 0,2 0 1 0 0,1-1-1 0 0,21 61 1 0 0,-5-44-230 0 0,-11-27-6323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0.7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13 256 6913 0 0,'-2'-4'15'0'0,"0"0"-1"0"0,0 1 0 0 0,1-1 0 0 0,-1 0 0 0 0,1 0 0 0 0,0-1 0 0 0,0 1 0 0 0,1 0 0 0 0,-1 0 0 0 0,1 0 1 0 0,0-8-1 0 0,1 1 352 0 0,-1 0 0 0 0,2 0 0 0 0,2-15 0 0 0,-1 19-10 0 0,0 1-1 0 0,0-1 1 0 0,0 0 0 0 0,1 1-1 0 0,0 0 1 0 0,0 0-1 0 0,1 0 1 0 0,0 1 0 0 0,0 0-1 0 0,0-1 1 0 0,0 2-1 0 0,1-1 1 0 0,0 1-1 0 0,0-1 1 0 0,0 2 0 0 0,0-1-1 0 0,1 1 1 0 0,6-3-1 0 0,6-2 218 0 0,-1 1 0 0 0,2 1 0 0 0,-1 1-1 0 0,1 0 1 0 0,27-2 0 0 0,-43 7-516 0 0,1-1 0 0 0,0 1 0 0 0,-1 0 0 0 0,1 0 0 0 0,0 0 0 0 0,0 0 0 0 0,-1 1 0 0 0,1 0 0 0 0,-1 0 0 0 0,1 0 0 0 0,-1 1 1 0 0,1 0-1 0 0,-1 0 0 0 0,0 0 0 0 0,1 0 0 0 0,-1 0 0 0 0,5 5 0 0 0,-6-4-38 0 0,0 1 0 0 0,0-1 0 0 0,-1 1 1 0 0,1-1-1 0 0,-1 1 0 0 0,0 0 0 0 0,0 0 1 0 0,-1 0-1 0 0,1 0 0 0 0,-1 0 0 0 0,0 1 1 0 0,0-1-1 0 0,0 0 0 0 0,0 0 0 0 0,-1 1 1 0 0,0-1-1 0 0,0 1 0 0 0,-1 7 0 0 0,0-1-50 0 0,0 0 0 0 0,-1-1 0 0 0,0 1 0 0 0,-1-1 0 0 0,-1 1-1 0 0,1-1 1 0 0,-2 0 0 0 0,1-1 0 0 0,-10 16 0 0 0,-5 2-392 0 0,-40 44-1 0 0,41-51 550 0 0,0 1-1 0 0,1 0 1 0 0,-18 33-1 0 0,34-53-77 0 0,1-1-1 0 0,-1 1 0 0 0,1 0 1 0 0,-1 0-1 0 0,1-1 1 0 0,0 1-1 0 0,-1 0 1 0 0,1 0-1 0 0,0 0 0 0 0,-1 0 1 0 0,1 0-1 0 0,0-1 1 0 0,0 1-1 0 0,0 0 1 0 0,0 0-1 0 0,0 0 0 0 0,0 0 1 0 0,0 0-1 0 0,0 0 1 0 0,0 0-1 0 0,1 0 1 0 0,-1-1-1 0 0,0 1 0 0 0,0 0 1 0 0,1 0-1 0 0,-1 0 1 0 0,1 0-1 0 0,0 1 1 0 0,0-1 17 0 0,1-1 0 0 0,-1 1 0 0 0,0 0 0 0 0,1 0 0 0 0,-1-1 0 0 0,1 1 0 0 0,0-1 0 0 0,-1 1 0 0 0,1-1 0 0 0,-1 0 0 0 0,1 1 0 0 0,0-1 0 0 0,-1 0 0 0 0,3 0 0 0 0,9-1 141 0 0,-1 0 1 0 0,1-1 0 0 0,12-4-1 0 0,-24 6-202 0 0,90-25-47 0 0,45-9 684 0 0,-67 27-3158 0 0,-54 7 405 0 0,0 1-1 0 0,25 4 0 0 0,-22-1-4101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1.0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33 6913 0 0,'-25'5'418'0'0,"9"6"4819"0"0,16-11-5150 0 0,14 4 4236 0 0,14-7-2400 0 0,-18 2-1216 0 0,186-24 3109 0 0,-66 5-6926 0 0,-106 17 1615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1.2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7370 0 0,'0'2'341'0'0,"-1"-1"0"0"0,1 0 0 0 0,0 0 1 0 0,0 0-1 0 0,-1 1 0 0 0,1-1 0 0 0,0 0 0 0 0,0 1 1 0 0,1-1-1 0 0,-1 0 0 0 0,0 0 0 0 0,0 1 1 0 0,0-1-1 0 0,1 0 0 0 0,-1 0 0 0 0,1 0 1 0 0,-1 1-1 0 0,1-1 0 0 0,-1 0 0 0 0,1 0 1 0 0,0 0-1 0 0,0 0 0 0 0,0 1 0 0 0,20 26 3836 0 0,35 34-720 0 0,-49-53-3366 0 0,0 1 1 0 0,-1 0 0 0 0,0 1-1 0 0,-1-1 1 0 0,0 1-1 0 0,0 0 1 0 0,-2 1 0 0 0,4 12-1 0 0,-1 3-423 0 0,-2-9-889 0 0,0 1 1 0 0,11 26-1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1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99 920 0 0,'-37'6'5362'0'0,"58"-9"280"0"0,205-39 4586 0 0,5-9-9965 0 0,-207 43-3965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1.8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12899 0 0,'40'56'8852'0'0,"-2"26"-7609"0"0,48 150 1 0 0,-65-169-1278 0 0,28 91-3188 0 0,-43-134-4373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2.1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8 6913 0 0,'-11'-8'13339'0'0,"15"12"-12548"0"0,2 4-570 0 0,0 0 0 0 0,0 0 0 0 0,-1 0 0 0 0,-1 1 0 0 0,1 0 0 0 0,-1 0 0 0 0,-1 0 0 0 0,0 0 0 0 0,3 13 0 0 0,1 15-239 0 0,3 45-1 0 0,-8-52-422 0 0,2 0-1 0 0,14 53 0 0 0,-2-40-1232 0 0,0-17-2413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2.5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19 116 6449 0 0,'-2'-2'89'0'0,"1"0"1"0"0,-1 0-1 0 0,0 0 0 0 0,1 0 0 0 0,0 0 0 0 0,-1 0 0 0 0,1 0 0 0 0,0 0 0 0 0,0-1 1 0 0,0 1-1 0 0,0-1 0 0 0,1 1 0 0 0,-1 0 0 0 0,1-1 0 0 0,-1 1 0 0 0,1-1 0 0 0,0 0 0 0 0,0-2 1 0 0,1 3 191 0 0,-1-1 1 0 0,1 1 0 0 0,0 0 0 0 0,0 0 0 0 0,0-1 0 0 0,1 1 0 0 0,-1 0 0 0 0,0 0 0 0 0,1 1-1 0 0,0-1 1 0 0,-1 0 0 0 0,1 0 0 0 0,0 1 0 0 0,0-1 0 0 0,0 1 0 0 0,0-1 0 0 0,0 1 0 0 0,0 0-1 0 0,4-2 1 0 0,8-3 80 0 0,1 1 0 0 0,-1 0 0 0 0,1 1 0 0 0,0 0 0 0 0,0 1 0 0 0,0 1 0 0 0,0 0 0 0 0,0 1-1 0 0,26 2 1 0 0,-28 0-110 0 0,-1 0-1 0 0,1 1 1 0 0,-1 0-1 0 0,1 1 1 0 0,-1 0-1 0 0,0 1 1 0 0,0 1-1 0 0,-1 0 1 0 0,1 0-1 0 0,-1 1 0 0 0,0 0 1 0 0,10 9-1 0 0,-18-13-236 0 0,-1 0-1 0 0,0 0 1 0 0,1 0-1 0 0,-1 1 1 0 0,0-1-1 0 0,0 0 1 0 0,-1 1-1 0 0,1 0 1 0 0,0-1-1 0 0,-1 1 1 0 0,1 0 0 0 0,-1 0-1 0 0,0 0 1 0 0,0 0-1 0 0,0 0 1 0 0,-1 0-1 0 0,1 0 1 0 0,-1 0-1 0 0,1 0 1 0 0,-1 0-1 0 0,0 0 1 0 0,0 0-1 0 0,-1 0 1 0 0,1 0-1 0 0,0 0 1 0 0,-1 0-1 0 0,0 0 1 0 0,0 0-1 0 0,0 0 1 0 0,0 0-1 0 0,0 0 1 0 0,-3 3-1 0 0,-5 9 137 0 0,-1 0-1 0 0,0-1 0 0 0,-1-1 1 0 0,-23 23-1 0 0,3-3 4 0 0,30-32-130 0 0,0 0 0 0 0,0 0 0 0 0,0 0 0 0 0,0 0 0 0 0,1 0 0 0 0,-1 0 0 0 0,0 1 0 0 0,0-1 1 0 0,1 0-1 0 0,-1 1 0 0 0,1-1 0 0 0,-1 0 0 0 0,1 1 0 0 0,0-1 0 0 0,-1 1 0 0 0,1-1 0 0 0,0 0 0 0 0,0 1 0 0 0,0-1 0 0 0,0 1 1 0 0,0-1-1 0 0,0 1 0 0 0,1-1 0 0 0,-1 2 0 0 0,1-1 3 0 0,0 0 0 0 0,1-1 0 0 0,-1 1 0 0 0,0-1 0 0 0,1 1 0 0 0,-1-1 0 0 0,1 0 1 0 0,-1 1-1 0 0,1-1 0 0 0,-1 0 0 0 0,1 0 0 0 0,0 0 0 0 0,0 0 0 0 0,0 0 0 0 0,1 0 0 0 0,10 3 97 0 0,-1 0 0 0 0,1-1 0 0 0,25 2 0 0 0,-21-3-125 0 0,0-2 0 0 0,1 1 0 0 0,-1-2 0 0 0,0-1 0 0 0,0 0 0 0 0,0-1 0 0 0,23-7 0 0 0,24-16-2600 0 0,-46 17-4971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2.9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14 10138 0 0,'-8'-13'10544'0'0,"12"15"-9685"0"0,2 4-647 0 0,0 0 1 0 0,-1 0 0 0 0,0 0 0 0 0,0 0 0 0 0,0 1 0 0 0,0 0 0 0 0,-1 0-1 0 0,0 0 1 0 0,-1 0 0 0 0,0 1 0 0 0,0 0 0 0 0,2 9 0 0 0,4 20 221 0 0,7 54 1 0 0,-1-4-215 0 0,-13-78-347 0 0,18 61 568 0 0,-18-63-796 0 0,1 0 0 0 0,0 0 1 0 0,0-1-1 0 0,0 1 0 0 0,1-1 0 0 0,0 0 1 0 0,8 9-1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3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23 5985 0 0,'-6'11'7996'0'0,"7"-10"-7779"0"0,15-1 2399 0 0,26-12-1277 0 0,-41 12-988 0 0,26-11-1004 0 0,-13 5-3635 0 0,2 0-1537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3.3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92 9218 0 0,'0'1'44'0'0,"0"-1"1"0"0,1 1-1 0 0,-1-1 1 0 0,0 0-1 0 0,0 1 1 0 0,1-1-1 0 0,-1 0 1 0 0,0 1-1 0 0,0-1 1 0 0,1 0-1 0 0,-1 0 1 0 0,0 1-1 0 0,1-1 1 0 0,-1 0-1 0 0,1 0 1 0 0,-1 1-1 0 0,0-1 1 0 0,1 0-1 0 0,-1 0 0 0 0,0 0 1 0 0,1 0-1 0 0,-1 0 1 0 0,1 0-1 0 0,-1 0 1 0 0,1 1-1 0 0,-1-1 1 0 0,0 0-1 0 0,1 0 1 0 0,-1-1-1 0 0,1 1 1 0 0,-1 0-1 0 0,1 0 1 0 0,20-2 1007 0 0,-16 1-658 0 0,26-3 1150 0 0,55-13-1 0 0,-31 0-2108 0 0,60-25 1 0 0,-83 27 549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8.1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83 163 2304 0 0,'-4'-10'1109'0'0,"0"-1"-1"0"0,0 1 0 0 0,-1 0 0 0 0,-1 0 0 0 0,-12-18 0 0 0,12 20 296 0 0,0-1 0 0 0,1 1-1 0 0,0-1 1 0 0,0-1 0 0 0,1 1 0 0 0,0-1-1 0 0,-3-10 1 0 0,28 136 1275 0 0,27 119-1796 0 0,-40-205-1076 0 0,1 0 0 0 0,2-1 1 0 0,1-1-1 0 0,1 0 0 0 0,28 44 1 0 0,-28-58-2494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8.5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98 164 7834 0 0,'-10'-3'293'0'0,"1"0"1"0"0,0-1 0 0 0,0 0-1 0 0,0 0 1 0 0,0-1-1 0 0,-12-9 1 0 0,20 13-150 0 0,-1-1 0 0 0,0 1 0 0 0,1 0 0 0 0,-1-1 0 0 0,1 1 0 0 0,0-1 0 0 0,-1 1 0 0 0,1-1 0 0 0,0 0 0 0 0,0 1 0 0 0,0-1-1 0 0,0 0 1 0 0,0 0 0 0 0,0 0 0 0 0,1 0 0 0 0,-1 0 0 0 0,1 0 0 0 0,-1 0 0 0 0,1 0 0 0 0,0 0 0 0 0,-1 0 0 0 0,1 0 0 0 0,0 0 0 0 0,1 0 0 0 0,-1 0 0 0 0,0 0 0 0 0,1 0 0 0 0,-1 0 0 0 0,1 0 0 0 0,-1 0 0 0 0,1 0 0 0 0,0 0 0 0 0,0 0 0 0 0,0 1-1 0 0,0-1 1 0 0,0 0 0 0 0,0 0 0 0 0,3-2 0 0 0,1-1 150 0 0,1-1 0 0 0,1 1 0 0 0,-1 1 0 0 0,1-1 0 0 0,0 1 0 0 0,0 0 0 0 0,0 1 0 0 0,0 0 0 0 0,0 0 0 0 0,1 0 0 0 0,0 1 0 0 0,-1 0 0 0 0,1 1 0 0 0,0-1 0 0 0,16 1 0 0 0,-19 1-179 0 0,1 0-1 0 0,0 0 1 0 0,-1 0-1 0 0,1 1 1 0 0,-1 0-1 0 0,1 0 1 0 0,-1 1-1 0 0,1 0 1 0 0,-1 0-1 0 0,8 4 1 0 0,-10-5-86 0 0,0 1 1 0 0,-1 0 0 0 0,1 0-1 0 0,-1 0 1 0 0,0 0 0 0 0,1 0 0 0 0,-1 1-1 0 0,0-1 1 0 0,0 1 0 0 0,-1 0-1 0 0,1-1 1 0 0,0 1 0 0 0,-1 0-1 0 0,0 0 1 0 0,1 0 0 0 0,-1 0 0 0 0,-1 0-1 0 0,1 0 1 0 0,1 5 0 0 0,-2-3-36 0 0,0 0 1 0 0,0 0 0 0 0,-1 1 0 0 0,1-1-1 0 0,-1 0 1 0 0,0 0 0 0 0,0 0-1 0 0,-1 0 1 0 0,0 0 0 0 0,0 0-1 0 0,0 0 1 0 0,0-1 0 0 0,-6 9-1 0 0,-5 7-311 0 0,-30 32 0 0 0,14-18-105 0 0,28-33 417 0 0,-5 6-43 0 0,1 1 0 0 0,-1 0-1 0 0,1 0 1 0 0,1 0 0 0 0,-6 13-1 0 0,9-19 53 0 0,1-1-1 0 0,-1 0 0 0 0,1 0 1 0 0,0 0-1 0 0,0 0 0 0 0,0 1 1 0 0,-1-1-1 0 0,1 0 0 0 0,0 0 1 0 0,1 1-1 0 0,-1-1 1 0 0,0 0-1 0 0,0 0 0 0 0,0 0 1 0 0,1 0-1 0 0,-1 1 0 0 0,1-1 1 0 0,-1 0-1 0 0,1 0 0 0 0,0 2 1 0 0,1-2 19 0 0,-1 0 0 0 0,1 1 0 0 0,0-1 0 0 0,0 0 0 0 0,-1 0 1 0 0,1 0-1 0 0,0-1 0 0 0,0 1 0 0 0,0 0 0 0 0,0-1 0 0 0,0 1 0 0 0,0-1 1 0 0,0 1-1 0 0,0-1 0 0 0,0 0 0 0 0,4 0 0 0 0,14 0 266 0 0,-1-1-1 0 0,1-1 0 0 0,-1-1 1 0 0,33-8-1 0 0,77-32 157 0 0,-84 28-410 0 0,14-6-1097 0 0,-50 18 188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8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45 11058 0 0,'0'4'1214'0'0,"10"-1"-819"0"0,12 1 81 0 0,-13-3 389 0 0,0-1-1 0 0,0 0 1 0 0,1-1 0 0 0,-1 0 0 0 0,0 0 0 0 0,11-4 0 0 0,48-19 1546 0 0,-10 2-4148 0 0,-48 20 262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8.9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9218 0 0,'1'3'369'0'0,"1"-1"1"0"0,-1 0-1 0 0,1 1 0 0 0,-1-1 1 0 0,1 0-1 0 0,0 0 0 0 0,0 0 1 0 0,3 3-1 0 0,6 5 839 0 0,28 52 5812 0 0,7 40-4518 0 0,-3-7-2545 0 0,-24-56-961 0 0,-9-17-40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39.5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245 404 12899 0 0,'-69'11'1156'0'0,"26"-3"384"0"0,-84 5-1 0 0,122-16 217 0 0,13-3-902 0 0,17-4-386 0 0,32-9-197 0 0,110-23-1 0 0,63 7-71 0 0,-105 17-66 0 0,1155-127 1168 0 0,60 44-1038 0 0,-1268 96-240 0 0,576-19-160 0 0,-329 16 104 0 0,-144-1-186 0 0,49-2-1694 0 0,-75 16-4375 0 0,-118-1 3679 0 0,-6 0-14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4.8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60 109 7226 0 0,'0'-1'94'0'0,"0"0"1"0"0,0 1-1 0 0,0-1 1 0 0,0 0-1 0 0,0 0 1 0 0,0 0-1 0 0,-1 0 1 0 0,1 0-1 0 0,0 0 1 0 0,-1 0-1 0 0,1 0 0 0 0,0 0 1 0 0,-1 1-1 0 0,1-1 1 0 0,-1 0-1 0 0,0 0 1 0 0,1 0-1 0 0,-1 1 1 0 0,1-1-1 0 0,-1 0 1 0 0,0 1-1 0 0,0-1 1 0 0,1 1-1 0 0,-2-2 1 0 0,-23-5 4543 0 0,22 7-4329 0 0,1 0 0 0 0,-16-15 7520 0 0,18 15-7719 0 0,16-6-542 0 0,-5 2 558 0 0,6-5-99 0 0,1 1 0 0 0,1 0 0 0 0,-1 2 0 0 0,1 0 0 0 0,0 0 0 0 0,36-3 0 0 0,-46 7 5 0 0,-1 1 0 0 0,1 1-1 0 0,0 0 1 0 0,0 0 0 0 0,-1 0-1 0 0,1 1 1 0 0,0 1-1 0 0,-1-1 1 0 0,1 2 0 0 0,-1-1-1 0 0,1 1 1 0 0,-1 0 0 0 0,0 1-1 0 0,0-1 1 0 0,-1 2-1 0 0,1-1 1 0 0,11 10 0 0 0,-16-11-47 0 0,0 1 1 0 0,0 0 0 0 0,-1 0-1 0 0,1 0 1 0 0,-1 0 0 0 0,0 0-1 0 0,0 0 1 0 0,-1 1 0 0 0,1-1-1 0 0,-1 1 1 0 0,0-1 0 0 0,0 1-1 0 0,0 0 1 0 0,0-1 0 0 0,-1 1-1 0 0,0 0 1 0 0,0 0 0 0 0,-1-1-1 0 0,1 1 1 0 0,-1 0 0 0 0,-1 4-1 0 0,-3 13-41 0 0,-1-1 0 0 0,-1 1-1 0 0,-9 20 1 0 0,12-34-21 0 0,-2 8 58 0 0,2-9-15 0 0,1 1 0 0 0,0 0 0 0 0,0 0 1 0 0,1 0-1 0 0,-3 13 0 0 0,5-20 17 0 0,0 1 0 0 0,0-1-1 0 0,0 0 1 0 0,0 1 0 0 0,0-1 0 0 0,0 1 0 0 0,1-1-1 0 0,-1 0 1 0 0,0 0 0 0 0,1 1 0 0 0,-1-1 0 0 0,1 0 0 0 0,0 0-1 0 0,-1 1 1 0 0,1-1 0 0 0,0 0 0 0 0,0 0 0 0 0,-1 0-1 0 0,1 0 1 0 0,0 0 0 0 0,0 0 0 0 0,0 0 0 0 0,0 0-1 0 0,1-1 1 0 0,-1 1 0 0 0,0 0 0 0 0,0 0 0 0 0,0-1 0 0 0,1 1-1 0 0,-1-1 1 0 0,0 1 0 0 0,1-1 0 0 0,-1 0 0 0 0,0 0-1 0 0,1 1 1 0 0,-1-1 0 0 0,0 0 0 0 0,1 0 0 0 0,-1 0-1 0 0,2-1 1 0 0,23 3-306 0 0,-2-1 136 0 0,1 0 0 0 0,-1 2 0 0 0,35 9 0 0 0,-54-11 197 0 0,1 1-1 0 0,0 0 1 0 0,-1 0 0 0 0,1 1-1 0 0,-1-1 1 0 0,0 1-1 0 0,0 0 1 0 0,0 1 0 0 0,0-1-1 0 0,-1 1 1 0 0,1 0 0 0 0,-1 0-1 0 0,0 0 1 0 0,0 1-1 0 0,0-1 1 0 0,-1 1 0 0 0,1 0-1 0 0,-1 0 1 0 0,4 9-1 0 0,-6-11 40 0 0,0 0 0 0 0,-1 0 0 0 0,1 0 0 0 0,0-1 0 0 0,-1 1-1 0 0,0 0 1 0 0,0 0 0 0 0,0 0 0 0 0,0 0 0 0 0,0 0 0 0 0,0 0 0 0 0,-1 0-1 0 0,0-1 1 0 0,1 1 0 0 0,-1 0 0 0 0,-2 4 0 0 0,0-2 28 0 0,0 0 0 0 0,0 1-1 0 0,0-2 1 0 0,-1 1 0 0 0,0 0 0 0 0,0-1 0 0 0,-7 7 0 0 0,-2-1-19 0 0,1 0 0 0 0,-2-1 0 0 0,1-1 0 0 0,-1 0 0 0 0,-19 7 0 0 0,24-11-267 0 0,0 0-411 0 0,0-1 1 0 0,-1 0-1 0 0,-13 3 1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5.2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13 301 5265 0 0,'-1'0'122'0'0,"0"-1"0"0"0,0 0-1 0 0,0 0 1 0 0,0 0 0 0 0,1 0 0 0 0,-1 0-1 0 0,0 0 1 0 0,0 0 0 0 0,1 0-1 0 0,-1 0 1 0 0,1 0 0 0 0,-1 0 0 0 0,1 0-1 0 0,-1-1 1 0 0,1 1 0 0 0,0 0 0 0 0,-1 0-1 0 0,1 0 1 0 0,0-2 0 0 0,0 2 80 0 0,0 1 1 0 0,1-1 0 0 0,-1 1 0 0 0,0-1-1 0 0,3-1 812 0 0,-3 1-812 0 0,1 1 1 0 0,-1-1 0 0 0,1 1-1 0 0,-1 0 1 0 0,1-1 0 0 0,-1 1 0 0 0,1 0-1 0 0,-1 0 1 0 0,1 0 0 0 0,0-1-1 0 0,-1 1 1 0 0,1 0 0 0 0,-1 0-1 0 0,1 0 1 0 0,1 0 0 0 0,1 0 521 0 0,0 0 1 0 0,1 0 0 0 0,-1 0-1 0 0,0 0 1 0 0,0 1-1 0 0,0-1 1 0 0,5 3-1 0 0,9 6 394 0 0,-7 2-921 0 0,0 0-1 0 0,-1 1 0 0 0,-1 0 1 0 0,0 1-1 0 0,-1 0 1 0 0,0 0-1 0 0,7 20 0 0 0,-5-13 33 0 0,0-1-1 0 0,18 28 1 0 0,-22-41-228 0 0,10 16 50 0 0,29 32 1 0 0,-40-50-40 0 0,0 0 0 0 0,0 0 1 0 0,0-1-1 0 0,1 1 0 0 0,-1-1 0 0 0,1 0 0 0 0,0 0 0 0 0,0 0 1 0 0,0-1-1 0 0,0 1 0 0 0,0-1 0 0 0,0-1 0 0 0,1 1 0 0 0,6 1 0 0 0,-10-3 22 0 0,1-1-1 0 0,-1 1 0 0 0,0 0 0 0 0,0-1 1 0 0,0 0-1 0 0,0 1 0 0 0,0-1 0 0 0,0 0 1 0 0,0 0-1 0 0,0 0 0 0 0,0 0 0 0 0,0 0 1 0 0,0-1-1 0 0,0 1 0 0 0,-1-1 0 0 0,1 1 1 0 0,-1-1-1 0 0,1 1 0 0 0,-1-1 0 0 0,0 0 1 0 0,1 0-1 0 0,1-3 0 0 0,3-6 78 0 0,0 0 0 0 0,7-22 0 0 0,-9 23-44 0 0,100-310 1007 0 0,-50 142-2383 0 0,-47 158-601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5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72 8290 0 0,'-21'-72'8641'0'0,"10"109"-7365"0"0,4 12-893 0 0,-3 21 105 0 0,0 98 1 0 0,10-145-497 0 0,1 0 0 0 0,2 1 0 0 0,0-1 0 0 0,2 0 0 0 0,0 0 1 0 0,2 0-1 0 0,0-1 0 0 0,13 26 0 0 0,-9-28 10 0 0,1-1 1 0 0,1 0-1 0 0,1-1 0 0 0,1 0 0 0 0,0-1 0 0 0,1 0 1 0 0,1-2-1 0 0,1 0 0 0 0,0-1 0 0 0,1 0 0 0 0,0-2 1 0 0,32 16-1 0 0,20 5 266 0 0,1-3 0 0 0,99 27 1 0 0,-7-13-1716 0 0,-114-35-5313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5:46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 2304 0 0,'0'-1'219'0'0,"0"-1"0"0"0,0 1 0 0 0,1 0 0 0 0,-1 0 0 0 0,1-1 0 0 0,-1 1 0 0 0,1 0 0 0 0,-1 0 0 0 0,1 0-1 0 0,-1 0 1 0 0,1 0 0 0 0,0 0 0 0 0,0 0 0 0 0,-1 0 0 0 0,1 0 0 0 0,0 0 0 0 0,0 0 0 0 0,0 0 0 0 0,0 0-1 0 0,0 1 1 0 0,0-1 0 0 0,1 0 0 0 0,-1 1 0 0 0,0-1 0 0 0,0 1 0 0 0,2-1 0 0 0,-2 1 80 0 0,-1-1 1 0 0,1 1-1 0 0,0 0 0 0 0,0-1 1 0 0,0 1-1 0 0,0 0 0 0 0,0 0 1 0 0,0 0-1 0 0,0 0 1 0 0,0 0-1 0 0,0 0 0 0 0,-1 0 1 0 0,1 0-1 0 0,0 0 1 0 0,0 1-1 0 0,0-1 0 0 0,0 0 1 0 0,0 1-1 0 0,0-1 0 0 0,0 0 1 0 0,-1 1-1 0 0,1-1 1 0 0,0 1-1 0 0,0-1 0 0 0,1 3 899 0 0,-1-2-899 0 0,0-1 1 0 0,-1 1-1 0 0,1 0 1 0 0,-1 0-1 0 0,1 1 0 0 0,2 6-40 0 0,25 66 1423 0 0,18 78 0 0 0,-40-126-1571 0 0,-1 0 0 0 0,-2-1-1 0 0,0 1 1 0 0,-2 1-1 0 0,-1-1 1 0 0,-1 0-1 0 0,-5 29 1 0 0,-8 11-89 0 0,-24 70-1 0 0,21-80-1372 0 0,9-26-6451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5.9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126 184 10138 0 0,'-5'-17'802'0'0,"0"1"0"0"0,-1 0 0 0 0,-1 0 0 0 0,0 0 0 0 0,-1 1 0 0 0,-1 0 0 0 0,0 0-1 0 0,-1 1 1 0 0,-16-17 0 0 0,25 29-670 0 0,0 1-1 0 0,0 1 0 0 0,0-1 1 0 0,0 0-1 0 0,0 0 0 0 0,0 0 1 0 0,0 0-1 0 0,0 1 0 0 0,0-1 0 0 0,0 0 1 0 0,-1 1-1 0 0,1-1 0 0 0,0 1 1 0 0,0 0-1 0 0,-1-1 0 0 0,1 1 1 0 0,0 0-1 0 0,-2 0 0 0 0,2 0-78 0 0,1 0 0 0 0,-1 0 0 0 0,1 1 0 0 0,-1-1 0 0 0,1 1 0 0 0,-1-1 0 0 0,0 0 0 0 0,1 1-1 0 0,0-1 1 0 0,-1 1 0 0 0,1-1 0 0 0,-1 1 0 0 0,1 0 0 0 0,0-1 0 0 0,-1 1 0 0 0,1-1 0 0 0,0 1 0 0 0,0 0-1 0 0,-1-1 1 0 0,1 1 0 0 0,0 0 0 0 0,0-1 0 0 0,0 1 0 0 0,0 1 0 0 0,-1 8 116 0 0,1 0 0 0 0,0 0-1 0 0,3 17 1 0 0,-2-13-114 0 0,20 296-31 0 0,24 242 183 0 0,61 461 102 0 0,-84-179 811 0 0,-29-634-687 0 0,-1 98 205 0 0,9-207-655 0 0,17 114 1 0 0,-15-188-515 0 0,0 0 0 0 0,1-1 0 0 0,1 1 0 0 0,9 19 0 0 0,-7-22-764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6.6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2 416 8754 0 0,'-1'0'287'0'0,"1"0"-192"0"0,0-1 1 0 0,0 1 0 0 0,0 0-1 0 0,0 0 1 0 0,-1-1-1 0 0,1 1 1 0 0,0 0 0 0 0,0 0-1 0 0,0-1 1 0 0,0 1 0 0 0,0 0-1 0 0,0-1 1 0 0,0 1-1 0 0,0 0 1 0 0,0 0 0 0 0,0-1-1 0 0,0 1 1 0 0,0 0 0 0 0,0 0-1 0 0,3-4 1435 0 0,-3 4-1434 0 0,0 0-1 0 0,0 0 1 0 0,0 0 0 0 0,1-1-1 0 0,-1 1 1 0 0,0 0 0 0 0,0 0-1 0 0,1 0 1 0 0,-1 0-1 0 0,0 0 1 0 0,1 0 0 0 0,-1 0-1 0 0,0 0 1 0 0,0 0 0 0 0,1 0-1 0 0,-1 0 1 0 0,0 0-1 0 0,0 0 1 0 0,1 0 0 0 0,-1 0-1 0 0,27 1 1208 0 0,-16 0-1015 0 0,118 9 1631 0 0,113 0-1460 0 0,242-30 821 0 0,188-6 1187 0 0,-322 5-2233 0 0,652-15-190 0 0,480-9 124 0 0,-745-31-157 0 0,15-2 45 0 0,91 32-309 0 0,2 27 244 0 0,-729 17-28 0 0,141 0 89 0 0,474-20 208 0 0,-609 12-260 0 0,367-15 0 0 0,-24 38 183 0 0,-1-1-161 0 0,-422-11-566 0 0,-2 1-149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7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29 6913 0 0,'-14'-28'11498'0'0,"9"42"-10620"0"0,-6 45-421 0 0,3 2-1 0 0,2-1 0 0 0,3 1 1 0 0,2-1-1 0 0,3 1 0 0 0,19 113 0 0 0,-17-153-420 0 0,0 1 0 0 0,2-1 0 0 0,0 0 0 0 0,2 0 0 0 0,0-1 0 0 0,1 0 0 0 0,2-1 0 0 0,12 20 0 0 0,-17-31-17 0 0,0-1 1 0 0,0 1-1 0 0,0-2 0 0 0,1 1 0 0 0,0-1 1 0 0,0 0-1 0 0,1 0 0 0 0,0-1 0 0 0,10 6 1 0 0,-12-8-14 0 0,1-1 0 0 0,-1 1 0 0 0,1-1 0 0 0,0-1 0 0 0,0 1 0 0 0,0-1 0 0 0,0 0 0 0 0,0 0 0 0 0,0-1 1 0 0,0 0-1 0 0,0-1 0 0 0,0 1 0 0 0,11-4 0 0 0,-12 3-52 0 0,0-2 1 0 0,1 1-1 0 0,-1-1 1 0 0,-1 1-1 0 0,1-2 1 0 0,0 1-1 0 0,-1-1 1 0 0,1 0 0 0 0,-1 0-1 0 0,0 0 1 0 0,-1-1-1 0 0,1 1 1 0 0,-1-1-1 0 0,0 0 1 0 0,4-6-1 0 0,-1 0-377 0 0,0-1 0 0 0,-1 1 0 0 0,0-1-1 0 0,-1 0 1 0 0,0 0 0 0 0,4-20 0 0 0,-5 11-6625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8.0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0 141 10594 0 0,'20'-15'2217'0'0,"-2"4"-1325"0"0,26-17 1855 0 0,56-24 0 0 0,-82 44-2896 0 0,0 1 0 0 0,24-5 0 0 0,-30 9-753 0 0,1 1 1 0 0,-1 1-1 0 0,1 0 0 0 0,17 0 1 0 0,-5 3-1018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8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1 10594 0 0,'-4'4'455'0'0,"-1"0"-1"0"0,1 0 0 0 0,0 1 1 0 0,0 0-1 0 0,0 0 0 0 0,1 0 0 0 0,0 0 1 0 0,0 0-1 0 0,0 1 0 0 0,1-1 1 0 0,0 1-1 0 0,0 0 0 0 0,0 0 1 0 0,1 0-1 0 0,-1 0 0 0 0,1 0 1 0 0,1 0-1 0 0,-1 0 0 0 0,1 0 1 0 0,0 0-1 0 0,1 0 0 0 0,1 8 0 0 0,2 15 151 0 0,2 0-1 0 0,1 0 0 0 0,15 37 0 0 0,-14-43-776 0 0,-2-7 57 0 0,7 22 390 0 0,-12-36-399 0 0,0 0 0 0 0,-1 0 0 0 0,1 0 0 0 0,-1 0 0 0 0,0 0 0 0 0,0 0 0 0 0,0 0 0 0 0,0 0 0 0 0,0 0 0 0 0,0 0 0 0 0,0-1 0 0 0,-1 1 1 0 0,1 0-1 0 0,-2 4 0 0 0,-3-3-1837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8.4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0 14283 0 0,'-1'0'63'0'0,"0"0"1"0"0,0 0-1 0 0,1 0 1 0 0,-1 0-1 0 0,0 0 1 0 0,0 1-1 0 0,0-1 1 0 0,0 0-1 0 0,1 0 0 0 0,-1 1 1 0 0,0-1-1 0 0,0 0 1 0 0,1 1-1 0 0,-1-1 1 0 0,0 1-1 0 0,1-1 1 0 0,-1 1-1 0 0,0-1 0 0 0,1 1 1 0 0,-1 0-1 0 0,1-1 1 0 0,-1 1-1 0 0,1 0 1 0 0,-1-1-1 0 0,1 1 1 0 0,-1 0-1 0 0,1 0 0 0 0,-1 2 53 0 0,0-1-1 0 0,1 1 0 0 0,-1-1 0 0 0,1 1 0 0 0,0-1 1 0 0,-1 1-1 0 0,1-1 0 0 0,1 1 0 0 0,-1 3 0 0 0,1 1-624 0 0,1-1 1 0 0,-1 0-1 0 0,1 0 0 0 0,0 0 1 0 0,0 0-1 0 0,1 0 0 0 0,5 9 0 0 0,24 19-4317 0 0,-20-24 4625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9.1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 3225 0 0,'0'-32'17105'0'0,"1"32"-16936"0"0,12 14 1246 0 0,-8-2-1210 0 0,0 0 0 0 0,0 1-1 0 0,-1-1 1 0 0,-1 1 0 0 0,0 0 0 0 0,2 26-1 0 0,7 26-90 0 0,-10-57-117 0 0,-1-4-75 0 0,0 1 0 0 0,0 0 0 0 0,0 0-1 0 0,1-1 1 0 0,0 1 0 0 0,0 0 0 0 0,0-1-1 0 0,0 0 1 0 0,1 0 0 0 0,0 1 0 0 0,6 6-1 0 0,-7-13-55 0 0,-1 0-1 0 0,1 0 0 0 0,-1 0 0 0 0,1 0 0 0 0,-1-1 1 0 0,0 1-1 0 0,0 0 0 0 0,0-1 0 0 0,0 1 0 0 0,0-1 1 0 0,1-3-1 0 0,-2 4-28 0 0,17-48-868 0 0,14-37 226 0 0,-26 77 1028 0 0,-1 0 0 0 0,1 1-1 0 0,1 0 1 0 0,0 0-1 0 0,0 0 1 0 0,11-10 0 0 0,-16 17-154 0 0,0 0 1 0 0,1 1-1 0 0,-1-1 1 0 0,1 1-1 0 0,0-1 1 0 0,-1 1-1 0 0,1 0 1 0 0,0 0-1 0 0,0 0 1 0 0,0 0-1 0 0,0 0 1 0 0,0 0-1 0 0,0 0 0 0 0,0 1 1 0 0,0-1-1 0 0,0 1 1 0 0,0 0-1 0 0,0-1 1 0 0,0 1-1 0 0,0 0 1 0 0,0 0-1 0 0,0 0 1 0 0,3 1-1 0 0,-2 0-37 0 0,-1 0-1 0 0,1 0 1 0 0,-1 1-1 0 0,1-1 1 0 0,-1 1-1 0 0,0 0 1 0 0,0-1-1 0 0,0 1 1 0 0,0 0-1 0 0,0 1 1 0 0,0-1-1 0 0,0 0 1 0 0,0 0-1 0 0,2 5 1 0 0,3 8-13 0 0,-1-1 0 0 0,0 1 0 0 0,0-1 0 0 0,5 30 0 0 0,-5-2-5 0 0,-5-32-15 0 0,0 0 1 0 0,1 0 0 0 0,0-1 0 0 0,0 1-1 0 0,1-1 1 0 0,7 17 0 0 0,-10-25-1 0 0,0-1 0 0 0,1 1 0 0 0,-1-1 0 0 0,0 0 0 0 0,0 1 0 0 0,0-1 0 0 0,1 0 0 0 0,-1 1 0 0 0,0-1 0 0 0,0 0 0 0 0,1 0 0 0 0,-1 1 1 0 0,0-1-1 0 0,1 0 0 0 0,-1 0 0 0 0,0 1 0 0 0,1-1 0 0 0,-1 0 0 0 0,1 0 0 0 0,-1 0 0 0 0,0 0 0 0 0,1 0 0 0 0,-1 0 0 0 0,1 0 0 0 0,-1 1 0 0 0,0-1 0 0 0,1 0 0 0 0,-1 0 0 0 0,1 0 0 0 0,-1-1 0 0 0,0 1 0 0 0,1 0 1 0 0,-1 0-1 0 0,1 0 0 0 0,13-12-78 0 0,8-23-86 0 0,-21 33 152 0 0,16-32-46 0 0,-9 17 97 0 0,1-1 1 0 0,0 2-1 0 0,2-1 0 0 0,0 1 0 0 0,0 1 1 0 0,1 0-1 0 0,21-19 0 0 0,-31 32-7 0 0,0 0-1 0 0,0 1 0 0 0,0-1 1 0 0,0 1-1 0 0,0-1 0 0 0,0 1 1 0 0,1 0-1 0 0,-1 0 1 0 0,0 0-1 0 0,1 0 0 0 0,-1 0 1 0 0,1 1-1 0 0,-1-1 0 0 0,1 1 1 0 0,0-1-1 0 0,-1 1 0 0 0,1 0 1 0 0,-1 0-1 0 0,1 0 1 0 0,-1 1-1 0 0,1-1 0 0 0,0 1 1 0 0,-1-1-1 0 0,1 1 0 0 0,-1 0 1 0 0,0 0-1 0 0,1 0 1 0 0,-1 0-1 0 0,0 0 0 0 0,1 1 1 0 0,-1-1-1 0 0,0 0 0 0 0,0 1 1 0 0,0 0-1 0 0,3 3 0 0 0,4 6-60 0 0,-1 0 0 0 0,1 0 0 0 0,-2 1 0 0 0,0 0 0 0 0,8 17 0 0 0,-4-7-360 0 0,-7-15 40 0 0,1 1 0 0 0,-1-2 1 0 0,1 1-1 0 0,1-1 0 0 0,-1 1 0 0 0,11 7 0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19.6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1 493 5529 0 0,'28'-36'16344'0'0,"-18"28"-14275"0"0,5 0-3424 0 0,-3 2 1452 0 0,0-2 0 0 0,0 0-1 0 0,-1 0 1 0 0,0-1-1 0 0,0 0 1 0 0,-1-1 0 0 0,0 0-1 0 0,-1-1 1 0 0,0 0-1 0 0,-1 0 1 0 0,0-1 0 0 0,-1 0-1 0 0,0 0 1 0 0,-1-1-1 0 0,0 0 1 0 0,3-15 0 0 0,-5 18-107 0 0,-1 0 1 0 0,0-1 0 0 0,-1 0 0 0 0,0 1 0 0 0,0-1 0 0 0,-1 0-1 0 0,-1 0 1 0 0,0 0 0 0 0,-1 0 0 0 0,0 0 0 0 0,0 0 0 0 0,-1 1-1 0 0,-1-1 1 0 0,1 0 0 0 0,-2 1 0 0 0,0 0 0 0 0,0 0-1 0 0,0 0 1 0 0,-2 0 0 0 0,1 1 0 0 0,-9-12 0 0 0,13 20-10 0 0,1 1 1 0 0,-1-1-1 0 0,1 0 0 0 0,-1 1 1 0 0,1-1-1 0 0,-1 1 1 0 0,0-1-1 0 0,1 1 1 0 0,-1-1-1 0 0,0 1 0 0 0,1-1 1 0 0,-1 1-1 0 0,0 0 1 0 0,1-1-1 0 0,-1 1 0 0 0,0 0 1 0 0,0 0-1 0 0,1 0 1 0 0,-1-1-1 0 0,0 1 0 0 0,0 0 1 0 0,0 0-1 0 0,1 0 1 0 0,-1 0-1 0 0,0 0 1 0 0,0 1-1 0 0,1-1 0 0 0,-1 0 1 0 0,-1 0-1 0 0,0 1 10 0 0,0 1 0 0 0,0-1 0 0 0,0 0 1 0 0,1 1-1 0 0,-1-1 0 0 0,0 1 0 0 0,1-1 0 0 0,-1 1 0 0 0,1 0 0 0 0,-3 3 0 0 0,-3 7 26 0 0,0 0 1 0 0,-8 23-1 0 0,13-30-76 0 0,-3 7 65 0 0,1 0 1 0 0,1 0-1 0 0,0 1 0 0 0,1-1 0 0 0,0 1 1 0 0,1-1-1 0 0,0 1 0 0 0,1 0 1 0 0,0-1-1 0 0,1 1 0 0 0,1 0 0 0 0,0-1 1 0 0,1 1-1 0 0,0-1 0 0 0,0 0 0 0 0,10 21 1 0 0,-9-25 38 0 0,1 0 1 0 0,-1 0 0 0 0,1 0-1 0 0,1 0 1 0 0,-1-1 0 0 0,1 0-1 0 0,0 0 1 0 0,1-1 0 0 0,0 0-1 0 0,0 0 1 0 0,0 0 0 0 0,1-1-1 0 0,-1 0 1 0 0,1 0 0 0 0,1-1-1 0 0,-1 0 1 0 0,0-1 0 0 0,1 0-1 0 0,0 0 1 0 0,0-1 0 0 0,0 0-1 0 0,0 0 1 0 0,0-1 0 0 0,10 0-1 0 0,-4-1-86 0 0,0-1 0 0 0,0-1 0 0 0,0 0 0 0 0,0-1 0 0 0,-1-1-1 0 0,1 0 1 0 0,21-10 0 0 0,95-53-2200 0 0,-115 58 1841 0 0,19-13-351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22.2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74 6913 0 0,'-12'-5'651'0'0,"0"0"0"0"0,0 0 0 0 0,0-1 0 0 0,-16-10 0 0 0,-15-21 9976 0 0,77 88-7937 0 0,68 77-2510 0 0,-89-107-144 0 0,0-1 0 0 0,-1 2 0 0 0,-2 0 0 0 0,15 40 0 0 0,2 43-18 0 0,-20-71-6 0 0,2-1-1 0 0,1 0 1 0 0,26 57-1 0 0,-35-88-45 0 0,-1 0 1 0 0,1 0-1 0 0,0-1 0 0 0,0 1 0 0 0,0 0 1 0 0,0-1-1 0 0,0 1 0 0 0,0-1 1 0 0,0 1-1 0 0,0-1 0 0 0,1 1 0 0 0,-1-1 1 0 0,0 0-1 0 0,1 0 0 0 0,-1 0 1 0 0,1 0-1 0 0,0 0 0 0 0,-1 0 0 0 0,1 0 1 0 0,0 0-1 0 0,0-1 0 0 0,-1 1 0 0 0,1 0 1 0 0,0-1-1 0 0,0 0 0 0 0,0 1 1 0 0,0-1-1 0 0,0 0 0 0 0,-1 0 0 0 0,1 0 1 0 0,0 0-1 0 0,3-1 0 0 0,1-2-392 0 0,1 0-1 0 0,-1 0 0 0 0,0-1 1 0 0,0 1-1 0 0,-1-1 0 0 0,1-1 0 0 0,7-7 1 0 0,4-3-6666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22.7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48 187 4145 0 0,'-4'-3'741'0'0,"-1"-1"1"0"0,2 1-1 0 0,-1-1 0 0 0,0 0 0 0 0,1 0 1 0 0,-1 0-1 0 0,1 0 0 0 0,0-1 1 0 0,1 1-1 0 0,-1-1 0 0 0,1 0 1 0 0,0 0-1 0 0,0 0 0 0 0,-1-5 1 0 0,3 8-557 0 0,1 1 1 0 0,-1 0-1 0 0,1-1 1 0 0,-1 1-1 0 0,1 0 1 0 0,0-1-1 0 0,0 1 1 0 0,-1 0-1 0 0,1 0 1 0 0,0 0 0 0 0,0 0-1 0 0,0 0 1 0 0,0 0-1 0 0,1 0 1 0 0,-1 0-1 0 0,0 0 1 0 0,0 0-1 0 0,3-1 1 0 0,28-14 958 0 0,-25 12-759 0 0,25-12 498 0 0,-4 1-288 0 0,37-14 0 0 0,-57 26-543 0 0,0 0 0 0 0,-1 1 0 0 0,1 0 0 0 0,0 0 0 0 0,0 1 0 0 0,0 0 0 0 0,1 1 1 0 0,-1 0-1 0 0,0 0 0 0 0,9 2 0 0 0,-14-2-46 0 0,0 1 0 0 0,0 0 0 0 0,0 1-1 0 0,0-1 1 0 0,0 0 0 0 0,0 1 0 0 0,-1 0 0 0 0,1-1 0 0 0,-1 1 0 0 0,1 0-1 0 0,-1 1 1 0 0,1-1 0 0 0,-1 0 0 0 0,0 1 0 0 0,0-1 0 0 0,0 1 0 0 0,-1-1-1 0 0,1 1 1 0 0,-1 0 0 0 0,1 0 0 0 0,-1 0 0 0 0,0 0 0 0 0,0 0 0 0 0,0 0 0 0 0,0 0-1 0 0,-1 0 1 0 0,1 0 0 0 0,-1 0 0 0 0,0 1 0 0 0,0 4 0 0 0,0 5-1 0 0,-1 0-1 0 0,0 0 1 0 0,0-1 0 0 0,-2 1 0 0 0,1-1 0 0 0,-7 17 0 0 0,-5 5-64 0 0,-1-1 0 0 0,-25 39 0 0 0,25-47-87 0 0,1 0-1 0 0,1 1 1 0 0,1 1-1 0 0,-14 46 0 0 0,26-72 160 0 0,-1 1 0 0 0,1 0 0 0 0,-1-1 0 0 0,1 1 0 0 0,-1-1 0 0 0,1 1 0 0 0,0 0 0 0 0,0-1-1 0 0,0 1 1 0 0,0-1 0 0 0,0 1 0 0 0,0 0 0 0 0,0-1 0 0 0,1 1 0 0 0,-1 0 0 0 0,0-1-1 0 0,1 1 1 0 0,0-1 0 0 0,-1 1 0 0 0,1-1 0 0 0,0 1 0 0 0,0-1 0 0 0,-1 0 0 0 0,1 1 0 0 0,0-1-1 0 0,0 0 1 0 0,1 0 0 0 0,-1 1 0 0 0,0-1 0 0 0,0 0 0 0 0,3 1 0 0 0,1 0 52 0 0,0-1 0 0 0,0 1 0 0 0,0-1 0 0 0,0-1 0 0 0,0 1 0 0 0,1-1 0 0 0,-1 1 0 0 0,10-2 0 0 0,21-3 190 0 0,0-1-1 0 0,39-11 1 0 0,52-8-26 0 0,-114 22-816 0 0,0 1 1 0 0,1 1 0 0 0,-1 0-1 0 0,0 1 1 0 0,0 1 0 0 0,0 0-1 0 0,18 5 1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23.1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3 119 3681 0 0,'0'0'7'0'0,"0"0"0"0"0,0 0 1 0 0,0 0-1 0 0,0 0 0 0 0,0 0 1 0 0,0 0-1 0 0,0 0 0 0 0,0 0 1 0 0,0 0-1 0 0,-1 0 0 0 0,1 0 1 0 0,0 0-1 0 0,0 0 0 0 0,0 0 1 0 0,0 0-1 0 0,0 0 0 0 0,0 0 1 0 0,0 0-1 0 0,0 0 0 0 0,0 0 1 0 0,0 0-1 0 0,-1-1 0 0 0,1 1 1 0 0,0 0-1 0 0,0 0 0 0 0,0 0 1 0 0,0 0-1 0 0,0 0 0 0 0,0 0 1 0 0,0 0-1 0 0,0 0 0 0 0,0 0 1 0 0,0 0-1 0 0,0 0 0 0 0,0 0 1 0 0,0-1-1 0 0,0 1 0 0 0,0 0 1 0 0,0 0-1 0 0,0 0 0 0 0,0 0 1 0 0,0 0-1 0 0,0 0 0 0 0,0 0 1 0 0,0 0-1 0 0,0 0 0 0 0,0 0 1 0 0,0-1-1 0 0,0 1 0 0 0,0 0 1 0 0,0 0-1 0 0,0 0 0 0 0,0 0 1 0 0,0 0-1 0 0,0 0 0 0 0,0 0 1 0 0,0 0-1 0 0,0 0 0 0 0,0 0 1 0 0,0-1-1 0 0,0 1 0 0 0,0 0 1 0 0,0 0-1 0 0,0 0 0 0 0,1 0 1 0 0,-1 0-1 0 0,0 0 0 0 0,8-8 1850 0 0,13-8 1928 0 0,-10 10-2257 0 0,1-1 0 0 0,0 1 0 0 0,0 1 1 0 0,1 0-1 0 0,15-3 0 0 0,66-11 2306 0 0,-62 14-3462 0 0,53-15 0 0 0,-77 18-685 0 0,13-6-938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23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0 10274 0 0,'0'0'0'0'0,"0"1"0"0"0,-1 2-80 0 0,-1 1 8 0 0,1 2 8 0 0,-3 2 0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23.3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3225 0 0,'5'21'9341'0'0,"-1"-15"-8304"0"0,14 21 3793 0 0,-3-6-2724 0 0,28 72 1127 0 0,-33-67-3637 0 0,2-1 1 0 0,26 44-1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20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59 987 3225 0 0,'-6'-11'11315'0'0,"6"10"-11089"0"0,8-31 2993 0 0,0 1-474 0 0,-5-26-2167 0 0,-3 1 0 0 0,-2-1 0 0 0,-10-63 0 0 0,7 60-477 0 0,2-1 0 0 0,3 1 0 0 0,9-64 0 0 0,-4 45 130 0 0,-4 66-247 0 0,-1 1 0 0 0,-1-1 0 0 0,-1 0 0 0 0,1 0 0 0 0,-2 1-1 0 0,0-1 1 0 0,0 1 0 0 0,-1-1 0 0 0,-1 1 0 0 0,0 1 0 0 0,-1-1 0 0 0,-11-18 0 0 0,15 27-25 0 0,0 0 1 0 0,0-1 0 0 0,1 1-1 0 0,-1 0 1 0 0,1-1 0 0 0,0 1 0 0 0,0-1-1 0 0,0 1 1 0 0,0-7 0 0 0,5-8-6640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21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243 187 5985 0 0,'0'-7'623'0'0,"0"0"1"0"0,-1-1-1 0 0,0 1 0 0 0,0 0 0 0 0,-1 0 0 0 0,0 0 1 0 0,0 0-1 0 0,-1 1 0 0 0,0-1 0 0 0,-6-10 0 0 0,8 15-352 0 0,0 1-1 0 0,0-1 0 0 0,-1 1 1 0 0,1-1-1 0 0,0 1 1 0 0,-1-1-1 0 0,1 1 0 0 0,-1 0 1 0 0,1 0-1 0 0,-1 0 1 0 0,0 0-1 0 0,1 0 0 0 0,-1 0 1 0 0,0 0-1 0 0,0 1 1 0 0,0-1-1 0 0,-3 0 0 0 0,3 1-120 0 0,-1 0 0 0 0,0 1-1 0 0,1-1 1 0 0,-1 0-1 0 0,1 1 1 0 0,-1 0 0 0 0,1-1-1 0 0,-1 1 1 0 0,1 0-1 0 0,0 0 1 0 0,-1 1 0 0 0,1-1-1 0 0,0 0 1 0 0,0 1 0 0 0,0-1-1 0 0,0 1 1 0 0,-2 2-1 0 0,-17 18 102 0 0,2 0-1 0 0,0 2 0 0 0,1 0 0 0 0,2 1 0 0 0,-14 27 1 0 0,10-17-284 0 0,46-83-130 0 0,-3-1 0 0 0,20-54 1 0 0,-39 91 299 0 0,17-41 377 0 0,-20 50-463 0 0,1 0 0 0 0,-1 1-1 0 0,1-1 1 0 0,-1 1 0 0 0,1-1 0 0 0,0 1-1 0 0,0-1 1 0 0,0 1 0 0 0,0 0-1 0 0,1 0 1 0 0,-1 0 0 0 0,0 0-1 0 0,1 0 1 0 0,4-2 0 0 0,-5 4-28 0 0,-1 0 0 0 0,1 0 0 0 0,0 0 0 0 0,-1 0 0 0 0,1 0 0 0 0,0 1 0 0 0,-1-1 0 0 0,1 0 0 0 0,0 1 0 0 0,-1-1 0 0 0,1 1 0 0 0,-1 0 0 0 0,1-1 0 0 0,-1 1 0 0 0,1 0 0 0 0,-1 0 0 0 0,0 0 0 0 0,1 0 0 0 0,-1 0 0 0 0,0 0 0 0 0,3 3 0 0 0,25 31 291 0 0,-24-28-282 0 0,30 40 226 0 0,-21-25-185 0 0,1-2-1 0 0,1 0 1 0 0,1 0-1 0 0,0-2 0 0 0,2 0 1 0 0,0-1-1 0 0,32 22 1 0 0,-26-24-271 0 0,-14-10 24 0 0,-1 1 0 0 0,1 0 0 0 0,-1 1 1 0 0,0 0-1 0 0,-1 0 0 0 0,0 1 0 0 0,0 1 0 0 0,-1-1 0 0 0,0 2 1 0 0,10 14-1 0 0,-5 6 174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38.0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287 328 920 0 0,'36'19'1046'0'0,"-36"-19"-1044"0"0,0 1 1 0 0,0-1 0 0 0,0 0-1 0 0,0 0 1 0 0,0 0 0 0 0,0 1-1 0 0,0-1 1 0 0,0 0 0 0 0,0 0-1 0 0,0 0 1 0 0,0 1-1 0 0,0-1 1 0 0,0 0 0 0 0,0 0-1 0 0,0 0 1 0 0,0 0 0 0 0,-1 1-1 0 0,1-1 1 0 0,0 0 0 0 0,0 0-1 0 0,0 0 1 0 0,0 0 0 0 0,0 0-1 0 0,-1 1 1 0 0,1-1 0 0 0,0 0-1 0 0,0 0 1 0 0,0 0-1 0 0,0 0 1 0 0,-1 0 0 0 0,1 0-1 0 0,0 0 1 0 0,0 0 0 0 0,0 0-1 0 0,-1 0 1 0 0,1 0 0 0 0,0 0-1 0 0,0 0 1 0 0,0 0 0 0 0,-1 0-1 0 0,1 0 1 0 0,0 0-1 0 0,0 0 1 0 0,0 0 0 0 0,0 0-1 0 0,-1 0 1 0 0,1 0 0 0 0,0 0-1 0 0,0 0 1 0 0,0 0 0 0 0,-1 0-1 0 0,1 0 1 0 0,0-1 0 0 0,0 1-1 0 0,0 0 1 0 0,0 0-1 0 0,-1 0 1 0 0,2-3-7 0 0,0 1 0 0 0,0 0-1 0 0,-1-1 1 0 0,1 1 0 0 0,-1 0-1 0 0,0-1 1 0 0,0 1 0 0 0,0-1 0 0 0,0 1-1 0 0,0-1 1 0 0,-1 1 0 0 0,1 0-1 0 0,-1-1 1 0 0,1 1 0 0 0,-1 0-1 0 0,0-1 1 0 0,0 1 0 0 0,0 0 0 0 0,0 0-1 0 0,0 0 1 0 0,0 0 0 0 0,-1 0-1 0 0,1 0 1 0 0,-1 0 0 0 0,1 0 0 0 0,-1 0-1 0 0,0 1 1 0 0,0-1 0 0 0,0 1-1 0 0,0-1 1 0 0,0 1 0 0 0,0 0 0 0 0,0 0-1 0 0,0 0 1 0 0,-1 0 0 0 0,-2-1-1 0 0,2 0-6 0 0,-1-1-1 0 0,1 1 0 0 0,0-1 0 0 0,1 1 0 0 0,-1-1 0 0 0,0 0 0 0 0,1 0 0 0 0,0 0 1 0 0,-1-1-1 0 0,1 1 0 0 0,1-1 0 0 0,-1 1 0 0 0,0-1 0 0 0,1 1 0 0 0,0-1 0 0 0,0 0 1 0 0,0 0-1 0 0,0 0 0 0 0,0-4 0 0 0,0 2 43 0 0,-1 0 0 0 0,0 0 0 0 0,0-1 0 0 0,0 2 1 0 0,-1-1-1 0 0,-4-7 0 0 0,6 12 97 0 0,-1-1 1 0 0,1 0-1 0 0,-1 0 0 0 0,1 1 0 0 0,-1-1 1 0 0,0 1-1 0 0,0-1 0 0 0,0 1 1 0 0,0 0-1 0 0,0 0 0 0 0,0 0 1 0 0,0 0-1 0 0,-1 0 0 0 0,1 0 1 0 0,0 1-1 0 0,0-1 0 0 0,-1 1 0 0 0,1 0 1 0 0,0-1-1 0 0,-1 1 0 0 0,-3 0 1 0 0,-5 1 556 0 0,1 1 1 0 0,-1-1-1 0 0,0 2 0 0 0,0-1 1 0 0,1 2-1 0 0,-1-1 1 0 0,-9 6-1 0 0,7-3 380 0 0,0-1 0 0 0,0-1-1 0 0,-22 5 1 0 0,38-10-795 0 0,140-20 6477 0 0,19-6-5260 0 0,166-50-1356 0 0,-281 61-79 0 0,1 3 0 0 0,1 1 0 0 0,66-6 0 0 0,-115 18-70 0 0,1 0 0 0 0,-1 0 0 0 0,1 0 1 0 0,-1 0-1 0 0,1 0 0 0 0,-1 0 0 0 0,0 0 0 0 0,1 0 0 0 0,-1 0 1 0 0,1 0-1 0 0,-1 0 0 0 0,1 0 0 0 0,-1 0 0 0 0,1 0 0 0 0,-1 0 1 0 0,1 0-1 0 0,-1 1 0 0 0,0-1 0 0 0,1 0 0 0 0,-1 0 0 0 0,1 0 1 0 0,-1 1-1 0 0,0-1 0 0 0,1 0 0 0 0,-1 1 0 0 0,0-1 0 0 0,1 0 0 0 0,-1 1 1 0 0,0-1-1 0 0,1 0 0 0 0,-1 1 0 0 0,0-1 0 0 0,0 0 0 0 0,0 1 1 0 0,1-1-1 0 0,-1 1 0 0 0,0-1 0 0 0,0 1 0 0 0,0-1 0 0 0,0 1 1 0 0,0-1-1 0 0,0 0 0 0 0,0 1 0 0 0,0-1 0 0 0,0 1 0 0 0,0-1 1 0 0,0 1-1 0 0,0-1 0 0 0,0 1 0 0 0,0-1 0 0 0,0 1 0 0 0,0-1 1 0 0,0 0-1 0 0,-1 1 0 0 0,1-1 0 0 0,0 1 0 0 0,0-1 0 0 0,-1 0 0 0 0,1 1 1 0 0,0-1-1 0 0,0 0 0 0 0,-1 1 0 0 0,1-1 0 0 0,0 0 0 0 0,-2 1 1 0 0,-20 27-5289 0 0,14-22 3259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39.4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100 150 1376 0 0,'-10'-19'695'0'0,"-2"0"0"0"0,-19-23 0 0 0,2 4 2282 0 0,11 7 9546 0 0,28 43-10823 0 0,10 15-1260 0 0,126 286 1234 0 0,-88-178-2127 0 0,-48-115-1931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39.8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16 223 3225 0 0,'5'-27'2710'0'0,"-5"26"-2431"0"0,0 0 0 0 0,0 1 0 0 0,0-1 0 0 0,0 0 0 0 0,0 0-1 0 0,7-9 3905 0 0,-6 10-3904 0 0,-1 0 0 0 0,1-1-1 0 0,0 1 1 0 0,0-1 0 0 0,-1 1 0 0 0,1 0 0 0 0,0 0 0 0 0,1-1-1 0 0,-1 3 54 0 0,0 1 0 0 0,0-1 0 0 0,-1 1-1 0 0,1-1 1 0 0,-1 1 0 0 0,1-1 0 0 0,-1 1 0 0 0,0-1-1 0 0,0 1 1 0 0,0-1 0 0 0,0 1 0 0 0,-1 2-1 0 0,1-1-96 0 0,0 15-26 0 0,1 0 0 0 0,0 0 0 0 0,1 0-1 0 0,1 0 1 0 0,1-1 0 0 0,9 28 0 0 0,-10-40-212 0 0,-1-1 1 0 0,1 1-1 0 0,0 0 1 0 0,0-1-1 0 0,0 0 1 0 0,1 1-1 0 0,0-1 1 0 0,0-1-1 0 0,0 1 1 0 0,0 0-1 0 0,1-1 1 0 0,0 0-1 0 0,0 0 1 0 0,0-1-1 0 0,0 1 1 0 0,1-1-1 0 0,-1 0 1 0 0,1-1-1 0 0,0 1 1 0 0,0-1-1 0 0,0 0 1 0 0,0-1-1 0 0,8 2 1 0 0,-10-2 21 0 0,0-1 1 0 0,-1 0-1 0 0,1 0 1 0 0,0 0 0 0 0,0 0-1 0 0,-1-1 1 0 0,1 0-1 0 0,0 1 1 0 0,-1-1 0 0 0,1-1-1 0 0,-1 1 1 0 0,1 0 0 0 0,-1-1-1 0 0,0 0 1 0 0,1 0-1 0 0,-1 0 1 0 0,0 0 0 0 0,0 0-1 0 0,-1 0 1 0 0,1-1-1 0 0,0 0 1 0 0,-1 1 0 0 0,1-1-1 0 0,-1 0 1 0 0,0 0-1 0 0,0 0 1 0 0,0-1 0 0 0,0 1-1 0 0,-1 0 1 0 0,1-1-1 0 0,1-6 1 0 0,0 0 13 0 0,0-1 1 0 0,0 0-1 0 0,-1 0 1 0 0,0 0-1 0 0,-1-1 1 0 0,-1 1-1 0 0,1 0 0 0 0,-2 0 1 0 0,-1-15-1 0 0,-3 4 130 0 0,0 0 0 0 0,-1 1 1 0 0,-2 0-1 0 0,0 0 0 0 0,-14-26 0 0 0,16 35-101 0 0,-1 1 0 0 0,0 0 0 0 0,0 1 0 0 0,-1 0 0 0 0,0 0 0 0 0,-1 0 1 0 0,0 1-1 0 0,-1 1 0 0 0,0-1 0 0 0,-17-10 0 0 0,23 17-109 0 0,1 1 1 0 0,-1-1-1 0 0,0 1 1 0 0,1 0-1 0 0,-1 0 1 0 0,0 0-1 0 0,0 1 1 0 0,0 0-1 0 0,0-1 1 0 0,0 1-1 0 0,0 0 0 0 0,1 1 1 0 0,-1-1-1 0 0,0 1 1 0 0,0 0-1 0 0,0-1 1 0 0,0 2-1 0 0,1-1 1 0 0,-1 0-1 0 0,1 1 1 0 0,-1 0-1 0 0,1 0 0 0 0,-6 3 1 0 0,7-3-245 0 0,-1 0-1 0 0,1 0 1 0 0,0 0 0 0 0,-1 0-1 0 0,1 0 1 0 0,0 1 0 0 0,0-1-1 0 0,1 0 1 0 0,-1 1 0 0 0,0 0-1 0 0,1-1 1 0 0,0 1 0 0 0,0 0-1 0 0,0 0 1 0 0,0 0 0 0 0,0-1-1 0 0,0 1 1 0 0,1 0 0 0 0,-1 0-1 0 0,1 0 1 0 0,0 0 0 0 0,0 1-1 0 0,0-1 1 0 0,0 0 0 0 0,0 0-1 0 0,1 0 1 0 0,0 0 0 0 0,-1 0-1 0 0,1-1 1 0 0,0 1 0 0 0,2 3-1 0 0,-1-3 94 0 0,0 0-1 0 0,0 0 0 0 0,0 0 0 0 0,1 0 1 0 0,-1 0-1 0 0,1-1 0 0 0,0 1 1 0 0,0-1-1 0 0,0 0 0 0 0,0 0 1 0 0,0 0-1 0 0,6 3 0 0 0,10 4 199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40.1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20 8754 0 0,'-14'-20'9847'0'0,"23"29"-8140"0"0,10 14-1469 0 0,-1 0-1 0 0,-2 1 0 0 0,0 1 1 0 0,-1 1-1 0 0,-2 0 1 0 0,0 1-1 0 0,-2 0 0 0 0,-1 1 1 0 0,-1 0-1 0 0,8 53 1 0 0,-10-55-590 0 0,-1-12-1030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40.4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0 456 0 0,'-3'11'9217'0'0,"-32"89"-4045"0"0,22-68-4451 0 0,1 1 1 0 0,2 1-1 0 0,1 0 0 0 0,1 0 0 0 0,-2 38 0 0 0,9-70-646 0 0,1 0 1 0 0,0 0-1 0 0,0 0 1 0 0,0 0-1 0 0,0 0 0 0 0,0 0 1 0 0,0 0-1 0 0,1-1 0 0 0,-1 1 1 0 0,1 0-1 0 0,-1 0 0 0 0,1 0 1 0 0,0 0-1 0 0,0 0 1 0 0,0-1-1 0 0,0 1 0 0 0,0 0 1 0 0,0-1-1 0 0,0 1 0 0 0,1-1 1 0 0,1 3-1 0 0,-1-3-21 0 0,0 0 1 0 0,0-1-1 0 0,0 1 1 0 0,0-1-1 0 0,0 1 1 0 0,0-1-1 0 0,0 0 0 0 0,0 0 1 0 0,0 1-1 0 0,0-2 1 0 0,0 1-1 0 0,0 0 0 0 0,0 0 1 0 0,0-1-1 0 0,0 1 1 0 0,0-1-1 0 0,0 1 0 0 0,0-1 1 0 0,0 0-1 0 0,3-2 1 0 0,29-14-25 0 0,0-3 1 0 0,35-27-1 0 0,-17 12-3033 0 0,-30 20 1367 0 0,-2-1-18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50.7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79 149 2304 0 0,'-18'-2'773'0'0,"-19"-5"1540"0"0,36 7-2064 0 0,0 0 1 0 0,-1-1-1 0 0,1 1 0 0 0,0 0 0 0 0,-1-1 0 0 0,1 0 1 0 0,0 1-1 0 0,0-1 0 0 0,-1 0 0 0 0,1 1 0 0 0,0-1 1 0 0,0 0-1 0 0,0 0 0 0 0,0 0 0 0 0,0 0 0 0 0,0 0 1 0 0,0 0-1 0 0,1-1 0 0 0,-2-1 0 0 0,2 3-149 0 0,0-1-1 0 0,0 1 0 0 0,0 0 1 0 0,0-1-1 0 0,0 1 0 0 0,0-1 1 0 0,0 1-1 0 0,1 0 0 0 0,-1-1 1 0 0,0 1-1 0 0,0 0 0 0 0,0-1 1 0 0,1 1-1 0 0,-1 0 0 0 0,0-1 1 0 0,1 1-1 0 0,-1 0 0 0 0,0-1 1 0 0,1 1-1 0 0,-1 0 0 0 0,0 0 1 0 0,1-1-1 0 0,-1 1 0 0 0,0 0 1 0 0,1 0-1 0 0,-1 0 0 0 0,0 0 1 0 0,1 0-1 0 0,-1-1 0 0 0,1 1 1 0 0,-1 0-1 0 0,0 0 1 0 0,1 0-1 0 0,-1 0 0 0 0,1 0 1 0 0,-1 0-1 0 0,1 0 0 0 0,-1 0 1 0 0,0 1-1 0 0,1-1 0 0 0,-1 0 1 0 0,1 0-1 0 0,-1 0 0 0 0,0 0 1 0 0,1 1-1 0 0,26 3 677 0 0,-25-3-913 0 0,14 1 269 0 0,0 0-1 0 0,-1-1 0 0 0,1 0 0 0 0,0-1 1 0 0,0-1-1 0 0,26-5 0 0 0,88-29 865 0 0,-91 22-291 0 0,73-13 0 0 0,-90 24-355 0 0,0 1 0 0 0,24 2 0 0 0,-27 0-142 0 0,1-1-1 0 0,-1 0 1 0 0,27-6-1 0 0,17-10-189 0 0,-47 11-1 0 0,-1 0-1 0 0,1 1 1 0 0,0 1-1 0 0,0 0 1 0 0,1 2-1 0 0,18-1 1 0 0,-27 3 48 0 0,1 1-1 0 0,-1 0 1 0 0,0 1 0 0 0,0-1 0 0 0,12 8 0 0 0,-11-6 3 0 0,-1-1 1 0 0,1 1-1 0 0,0-1 0 0 0,15 2 1 0 0,111 7 108 0 0,-56-7-98 0 0,-31 1-10 0 0,22 1-74 0 0,-19-4 49 0 0,1 2 1 0 0,79 17-1 0 0,-55-7 25 0 0,-49-13-26 0 0,-1 0 1 0 0,1-2-1 0 0,0-1 0 0 0,0-1 0 0 0,43-8 0 0 0,-36 4 35 0 0,0 2 0 0 0,60 0 1 0 0,204 27-15 0 0,-147 4-20 0 0,-111-18-23 0 0,0-1 0 0 0,0-2 0 0 0,71 1 0 0 0,-73-7-21 0 0,0 2 0 0 0,62 12 0 0 0,-75-10 0 0 0,233 16 0 0 0,-211-18 0 0 0,50 0-16 0 0,-33-2-8 0 0,75 11 0 0 0,-57 3 24 0 0,-27-4 0 0 0,1-2 0 0 0,1-3 0 0 0,84-2 0 0 0,-11-11-83 0 0,100-8-114 0 0,-150 9 224 0 0,-54 7-10 0 0,-1-2-1 0 0,1-1 1 0 0,-1-1 0 0 0,1-1 0 0 0,33-12 0 0 0,-41 11-17 0 0,-1 2 0 0 0,1 0 0 0 0,0 1 0 0 0,0 0 0 0 0,0 2 0 0 0,26 0 0 0 0,-16 0 0 0 0,37-5 0 0 0,-35-1-241 0 0,-21 5 95 0 0,1-1 0 0 0,0 2 0 0 0,18-2 1 0 0,-9 3 199 0 0,0 1 0 0 0,0 1 0 0 0,29 6 0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58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540 124 6449 0 0,'0'-4'211'0'0,"18"-70"3040"0"0,-15 66-1930 0 0,0 0 0 0 0,0 1 0 0 0,1-1 0 0 0,4-7 0 0 0,-18 33 762 0 0,0-1 1 0 0,-10 27 0 0 0,-28 92-2317 0 0,31-83 680 0 0,-77 240-446 0 0,-112 313 494 0 0,189-568-693 0 0,-2-1-1 0 0,-1-1 1 0 0,-1-1-1 0 0,-2 0 1 0 0,-48 54-1 0 0,68-86-608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58.5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309 72 5985 0 0,'0'-2'92'0'0,"0"0"0"0"0,0 0-1 0 0,-1 0 1 0 0,1 0-1 0 0,-1 0 1 0 0,1 0 0 0 0,-1 1-1 0 0,1-1 1 0 0,-1 0-1 0 0,0 0 1 0 0,0 0 0 0 0,0 1-1 0 0,0-1 1 0 0,0 1-1 0 0,-1-1 1 0 0,1 1 0 0 0,0-1-1 0 0,-1 1 1 0 0,1 0 0 0 0,-1-1-1 0 0,1 1 1 0 0,-1 0-1 0 0,0 0 1 0 0,1 0 0 0 0,-1 0-1 0 0,0 1 1 0 0,0-1-1 0 0,0 0 1 0 0,-2 0 0 0 0,0 0 158 0 0,1 0 0 0 0,-1 1 0 0 0,0-1 0 0 0,1 1 0 0 0,-1 0 0 0 0,0 0 0 0 0,0 0 0 0 0,1 0 0 0 0,-1 1 0 0 0,0-1 0 0 0,1 1 0 0 0,-1 0 0 0 0,1 0 0 0 0,-7 3 0 0 0,0 2 56 0 0,0 1-1 0 0,1 0 1 0 0,-1 0-1 0 0,1 1 1 0 0,-15 17-1 0 0,-38 53 1391 0 0,31-38-897 0 0,-16 27 584 0 0,48-65-1041 0 0,7-5-325 0 0,9-8-370 0 0,53-72-455 0 0,-55 63 919 0 0,1 0 0 0 0,1 1 0 0 0,1 0 0 0 0,31-24 0 0 0,-34 32 36 0 0,1 1 1 0 0,0 1-1 0 0,23-11 1 0 0,-35 18 23 0 0,1 0 0 0 0,-1 0 0 0 0,1 1 0 0 0,0-1 0 0 0,0 1 0 0 0,0 0 0 0 0,0 1 0 0 0,0-1 0 0 0,0 1 0 0 0,0 0 0 0 0,0 0 0 0 0,0 1 0 0 0,0-1 0 0 0,0 1 0 0 0,0 0 1 0 0,-1 0-1 0 0,9 4 0 0 0,-11-4-108 0 0,1 1 0 0 0,-1 0 0 0 0,0 0 1 0 0,0 0-1 0 0,0 0 0 0 0,0 0 0 0 0,0 1 1 0 0,0-1-1 0 0,0 0 0 0 0,-1 1 0 0 0,0 0 1 0 0,1-1-1 0 0,-1 1 0 0 0,0 0 0 0 0,1 4 0 0 0,10 50 129 0 0,-8-36-151 0 0,3 12-56 0 0,1-1 0 0 0,2 0 0 0 0,1 0 0 0 0,24 45 0 0 0,-14-38-342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59.2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1 115 920 0 0,'10'-44'3236'0'0,"11"-26"8657"0"0,-21 70-11803 0 0,0 0 0 0 0,0 0 0 0 0,1 0 1 0 0,-1 0-1 0 0,0-1 0 0 0,0 1 0 0 0,0 0 0 0 0,1 0 0 0 0,-1 0 1 0 0,0 0-1 0 0,0 0 0 0 0,1 0 0 0 0,-1 0 0 0 0,0 0 1 0 0,0 0-1 0 0,1 0 0 0 0,-1 0 0 0 0,0 0 0 0 0,0 0 1 0 0,1 0-1 0 0,-1 1 0 0 0,0-1 0 0 0,12 8 1379 0 0,7 14-310 0 0,-7-3-900 0 0,-1 1 0 0 0,-1 0 0 0 0,0 1 1 0 0,9 31-1 0 0,19 92-108 0 0,-21-74 16 0 0,-13-50-147 0 0,-3-14-19 0 0,1 0 1 0 0,-1 1 0 0 0,1-1 0 0 0,0 0-1 0 0,1 1 1 0 0,3 6 0 0 0,-6-13-10 0 0,1 0 1 0 0,-1 0-1 0 0,0 0 0 0 0,1 0 1 0 0,-1 0-1 0 0,1 0 0 0 0,-1 0 1 0 0,0 0-1 0 0,1 0 0 0 0,-1 0 1 0 0,0 0-1 0 0,1 0 0 0 0,-1 0 1 0 0,1 0-1 0 0,-1 0 1 0 0,0 0-1 0 0,1-1 0 0 0,-1 1 1 0 0,0 0-1 0 0,1 0 0 0 0,-1 0 1 0 0,0-1-1 0 0,1 1 0 0 0,-1 0 1 0 0,0 0-1 0 0,1-1 1 0 0,-1 1-1 0 0,0 0 0 0 0,0-1 1 0 0,1 1-1 0 0,-1 0 0 0 0,0-1 1 0 0,0 1-1 0 0,0 0 0 0 0,0-1 1 0 0,1 1-1 0 0,-1 0 1 0 0,0-1-1 0 0,0 1 0 0 0,0-1 1 0 0,0 1-1 0 0,0 0 0 0 0,0-1 1 0 0,0 0-1 0 0,8-18-434 0 0,10-82-119 0 0,-16 83 627 0 0,0-1 0 0 0,1 0 1 0 0,2 0-1 0 0,-1 1 0 0 0,2 0 0 0 0,1 0 0 0 0,0 0 0 0 0,11-19 0 0 0,-13 29-22 0 0,0 1 1 0 0,0 0 0 0 0,1 0-1 0 0,0 0 1 0 0,0 1-1 0 0,0-1 1 0 0,1 2 0 0 0,0-1-1 0 0,0 1 1 0 0,1 0 0 0 0,-1 0-1 0 0,12-4 1 0 0,-18 8-20 0 0,0 1 0 0 0,1 0 1 0 0,-1 0-1 0 0,1 0 1 0 0,-1 0-1 0 0,1 0 0 0 0,-1 0 1 0 0,1 1-1 0 0,-1-1 0 0 0,1 0 1 0 0,-1 1-1 0 0,1-1 1 0 0,-1 1-1 0 0,0-1 0 0 0,1 1 1 0 0,-1 0-1 0 0,0 0 0 0 0,1-1 1 0 0,-1 1-1 0 0,0 0 1 0 0,0 0-1 0 0,0 0 0 0 0,0 0 1 0 0,0 1-1 0 0,0-1 0 0 0,0 0 1 0 0,0 0-1 0 0,-1 1 1 0 0,1-1-1 0 0,0 0 0 0 0,-1 1 1 0 0,1-1-1 0 0,0 2 0 0 0,4 9 89 0 0,-1 0 0 0 0,5 24 0 0 0,-6-26-379 0 0,32 106 471 0 0,-9-62-2762 0 0,11-4-5937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6:59.6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0 121 6449 0 0,'9'-30'14882'0'0,"-9"38"-14864"0"0,1 0-1 0 0,-1 1 0 0 0,1-1 1 0 0,1 0-1 0 0,-1 0 1 0 0,1 0-1 0 0,1-1 0 0 0,-1 1 1 0 0,1 0-1 0 0,1-1 0 0 0,0 0 1 0 0,0 1-1 0 0,0-2 1 0 0,7 10-1 0 0,-6-10-12 0 0,0 1 0 0 0,0-1 0 0 0,1 0 0 0 0,0 0 0 0 0,0-1 0 0 0,0 1-1 0 0,1-2 1 0 0,-1 1 0 0 0,1-1 0 0 0,0 0 0 0 0,1 0 0 0 0,-1 0 0 0 0,1-1 0 0 0,15 4 0 0 0,-21-7 14 0 0,0 1-1 0 0,1-1 1 0 0,-1 0-1 0 0,0 0 1 0 0,0 0-1 0 0,0 0 1 0 0,1 0-1 0 0,-1 0 1 0 0,0 0-1 0 0,0-1 1 0 0,0 1-1 0 0,0-1 1 0 0,0 0 0 0 0,0 0-1 0 0,0 1 1 0 0,0-1-1 0 0,0 0 1 0 0,0-1-1 0 0,0 1 1 0 0,0 0-1 0 0,2-3 1 0 0,-2 1 17 0 0,0 0 1 0 0,0 0 0 0 0,0 0-1 0 0,0 0 1 0 0,-1 0-1 0 0,0 0 1 0 0,0 0-1 0 0,0 0 1 0 0,0-1 0 0 0,0 1-1 0 0,0 0 1 0 0,0-7-1 0 0,-1 0-11 0 0,0 0-1 0 0,0 0 0 0 0,-1 1 0 0 0,-1-1 1 0 0,1 0-1 0 0,-2 0 0 0 0,1 1 0 0 0,-7-17 1 0 0,3 15 22 0 0,0 1 1 0 0,-1 0 0 0 0,0 0 0 0 0,0 0 0 0 0,-1 1 0 0 0,-17-16 0 0 0,20 20-172 0 0,0 1 0 0 0,-1 0 0 0 0,1 0 0 0 0,-1 0 0 0 0,0 1 0 0 0,1 0 0 0 0,-2 0-1 0 0,1 1 1 0 0,0-1 0 0 0,0 1 0 0 0,-1 1 0 0 0,1-1 0 0 0,-1 1 0 0 0,-7 0 0 0 0,2 2-1898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00.0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56 46 10594 0 0,'-31'-26'1325'0'0,"7"6"4250"0"0,26 24-5158 0 0,0 0-1 0 0,0 0 1 0 0,-1 0-1 0 0,1 0 1 0 0,-1 1-1 0 0,0-1 1 0 0,0 0-1 0 0,0 5 0 0 0,2 5-5 0 0,49 228 1199 0 0,-32-137-2007 0 0,56 174 0 0 0,-58-236-2253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00.2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0 100 12731 0 0,'0'0'289'0'0,"29"-9"2662"0"0,-27 8-2868 0 0,52-23 929 0 0,26-7-3913 0 0,-57 24 2250 0 0,0 1 0 0 0,1 0 0 0 0,-1 2-1 0 0,27-2 1 0 0,14 3 567 0 0,-33 0-3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00.5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75 20 6913 0 0,'-27'-4'3737'0'0,"-13"-7"6589"0"0,40 11-10252 0 0,-1 0-1 0 0,1 1 1 0 0,-1-1-1 0 0,1 0 1 0 0,-1 1-1 0 0,1-1 1 0 0,0 1-1 0 0,-1-1 1 0 0,1 0-1 0 0,-1 1 1 0 0,1-1-1 0 0,0 1 1 0 0,-1-1-1 0 0,1 1 1 0 0,0-1-1 0 0,0 1 1 0 0,-1 0-1 0 0,1-1 1 0 0,0 1-1 0 0,0-1 0 0 0,0 1 1 0 0,0-1-1 0 0,0 1 1 0 0,0 0-1 0 0,0-1 1 0 0,0 1-1 0 0,0-1 1 0 0,0 1-1 0 0,0-1 1 0 0,0 1-1 0 0,0 0 1 0 0,1 0-1 0 0,0 23 35 0 0,1-5-77 0 0,1 0 0 0 0,0-1 0 0 0,2 1 0 0 0,0 0 0 0 0,1-1 0 0 0,10 20 0 0 0,-14-34-37 0 0,0 0 1 0 0,0 0-1 0 0,0 0 0 0 0,0-1 1 0 0,1 1-1 0 0,0-1 0 0 0,0 1 1 0 0,0-1-1 0 0,0 0 0 0 0,0 0 1 0 0,0-1-1 0 0,1 1 0 0 0,-1-1 1 0 0,1 1-1 0 0,0-1 0 0 0,0 0 1 0 0,0-1-1 0 0,0 1 0 0 0,0-1 1 0 0,0 1-1 0 0,0-1 0 0 0,0 0 0 0 0,1-1 1 0 0,-1 1-1 0 0,0-1 0 0 0,1 0 1 0 0,-1 0-1 0 0,0 0 0 0 0,1-1 1 0 0,-1 1-1 0 0,0-1 0 0 0,0 0 1 0 0,7-3-1 0 0,-5 2-18 0 0,0-1-1 0 0,0 0 1 0 0,-1 0-1 0 0,1 0 1 0 0,-1-1-1 0 0,0 0 0 0 0,0 0 1 0 0,0 0-1 0 0,0-1 1 0 0,-1 1-1 0 0,1-1 1 0 0,-1 0-1 0 0,-1-1 1 0 0,1 1-1 0 0,-1-1 1 0 0,0 1-1 0 0,0-1 1 0 0,0 0-1 0 0,-1 0 1 0 0,2-8-1 0 0,-2 9 29 0 0,-1 0-1 0 0,0 0 1 0 0,0 0-1 0 0,0-1 1 0 0,-1 1-1 0 0,0 0 1 0 0,0-1-1 0 0,0 1 1 0 0,0 0-1 0 0,-1-1 0 0 0,0 1 1 0 0,0 0-1 0 0,0 0 1 0 0,-1 0-1 0 0,0 0 1 0 0,0 0-1 0 0,0 0 1 0 0,-1 0-1 0 0,1 1 1 0 0,-1-1-1 0 0,0 1 1 0 0,-1 0-1 0 0,1-1 0 0 0,-8-6 1 0 0,8 9-95 0 0,1 1-1 0 0,-1-1 1 0 0,1 0 0 0 0,-1 1 0 0 0,0-1-1 0 0,0 1 1 0 0,1 0 0 0 0,-1 0 0 0 0,0 0 0 0 0,0 0-1 0 0,-4 0 1 0 0,-5 1-939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01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35 6913 0 0,'-13'-9'356'0'0,"13"9"-116"0"0,-1-1 0 0 0,1 0 0 0 0,-1 0 1 0 0,1 1-1 0 0,0-1 0 0 0,-1 0 0 0 0,1 0 0 0 0,0 0 0 0 0,0 1 0 0 0,0-1 0 0 0,0 0 0 0 0,0 0 1 0 0,0 0-1 0 0,0 0 0 0 0,0 1 0 0 0,0-1 0 0 0,0 0 0 0 0,0 0 0 0 0,0 0 0 0 0,5-7 2634 0 0,-4 8-2686 0 0,-1 0 0 0 0,0 0 0 0 0,1-1 0 0 0,-1 1 0 0 0,1 0 0 0 0,-1 0 0 0 0,1-1 1 0 0,-1 1-1 0 0,1 0 0 0 0,0 0 0 0 0,0 0-102 0 0,0 0 0 0 0,0 0 0 0 0,0 1 0 0 0,0-1 0 0 0,0 0 0 0 0,0 0 0 0 0,0 1 0 0 0,-1-1 0 0 0,1 1 0 0 0,0-1 0 0 0,0 1 0 0 0,0-1 0 0 0,0 1 0 0 0,-1-1 0 0 0,1 1 0 0 0,0 0 0 0 0,0-1 0 0 0,0 3 0 0 0,6 6 310 0 0,0 1 1 0 0,-1-1-1 0 0,-1 2 0 0 0,0-1 1 0 0,0 1-1 0 0,-1-1 0 0 0,4 16 1 0 0,-5-16-366 0 0,-1 0 0 0 0,2-1 0 0 0,0 1 0 0 0,0-1 0 0 0,0 0 0 0 0,1 0 0 0 0,1-1 0 0 0,-1 1-1 0 0,1-1 1 0 0,9 8 0 0 0,-15-15-49 0 0,1 0-1 0 0,-1-1 0 0 0,1 1 0 0 0,-1-1 0 0 0,1 1 0 0 0,0-1 0 0 0,-1 1 0 0 0,1-1 0 0 0,0 0 0 0 0,0 1 1 0 0,-1-1-1 0 0,1 0 0 0 0,0 0 0 0 0,0 1 0 0 0,-1-1 0 0 0,1 0 0 0 0,0 0 0 0 0,0 0 0 0 0,0 0 1 0 0,-1 0-1 0 0,1 0 0 0 0,0 0 0 0 0,0 0 0 0 0,-1 0 0 0 0,1-1 0 0 0,0 1 0 0 0,0 0 0 0 0,0 0 1 0 0,1-1-1 0 0,-1-1-56 0 0,1 1-1 0 0,0-1 1 0 0,-1 1 0 0 0,1-1 0 0 0,-1 0 0 0 0,0 1 0 0 0,1-1 0 0 0,-1 0 0 0 0,0 0-1 0 0,2-4 1 0 0,0-2-183 0 0,0-1 0 0 0,0 1 0 0 0,0-1 0 0 0,1-13 0 0 0,-3-2 64 0 0,4-31-83 0 0,-4 52 319 0 0,-1 1 0 0 0,1 0 0 0 0,-1-1 0 0 0,1 1 0 0 0,0 0 0 0 0,0 0 1 0 0,0-1-1 0 0,0 1 0 0 0,0 0 0 0 0,0 0 0 0 0,1 0 0 0 0,-1 1 0 0 0,1-1 0 0 0,-1 0 0 0 0,1 0 0 0 0,0 1 0 0 0,-1-1 0 0 0,4-1 0 0 0,-5 3-1 0 0,1 0-1 0 0,0 0 1 0 0,0 0-1 0 0,0 0 1 0 0,0 0-1 0 0,-1 0 1 0 0,1 0-1 0 0,0 0 1 0 0,0 0-1 0 0,0 0 1 0 0,-1 0-1 0 0,1 1 1 0 0,0-1-1 0 0,0 0 1 0 0,-1 1-1 0 0,1-1 1 0 0,0 0-1 0 0,0 1 1 0 0,-1-1 0 0 0,1 1-1 0 0,-1-1 1 0 0,1 1-1 0 0,0-1 1 0 0,-1 1-1 0 0,1 0 1 0 0,-1-1-1 0 0,1 1 1 0 0,-1 0-1 0 0,1 0 1 0 0,16 27 520 0 0,-12-19-413 0 0,2-1-423 0 0,-1-1 0 0 0,1 0 0 0 0,0-1 0 0 0,1 1 0 0 0,0-1 1 0 0,0-1-1 0 0,0 0 0 0 0,0 0 0 0 0,1 0 0 0 0,0-1 0 0 0,10 3 1 0 0,-1 0-1113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01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127 394 1376 0 0,'6'-8'-304'0'0,"11"-17"1965"0"0,-16 23-1054 0 0,1 0 1 0 0,-1 0 0 0 0,0 0 0 0 0,0 0 0 0 0,-1 0 0 0 0,1-1 0 0 0,0 1-1 0 0,-1 0 1 0 0,1-4 0 0 0,-1 6-506 0 0,0-1 0 0 0,0 1-1 0 0,-1 0 1 0 0,1-1 0 0 0,0 1 0 0 0,0 0-1 0 0,-1-1 1 0 0,1 1 0 0 0,0 0-1 0 0,0 0 1 0 0,-1-1 0 0 0,1 1 0 0 0,0 0-1 0 0,-1 0 1 0 0,1-1 0 0 0,0 1-1 0 0,-1 0 1 0 0,1 0 0 0 0,-1 0 0 0 0,1 0-1 0 0,0 0 1 0 0,-1 0 0 0 0,1 0-1 0 0,-1-1 1 0 0,1 1 0 0 0,0 0 0 0 0,-1 0-1 0 0,1 1 1 0 0,-1-1 0 0 0,1 0-1 0 0,0 0 1 0 0,-1 0 0 0 0,1 0 0 0 0,-1 0-1 0 0,1 0 1 0 0,0 0 0 0 0,-1 1-1 0 0,1-1 1 0 0,0 0 0 0 0,-1 0 0 0 0,1 0-1 0 0,0 1 1 0 0,-1-1 0 0 0,1 0-1 0 0,0 0 1 0 0,-1 1 0 0 0,-18 11 1113 0 0,7-1-857 0 0,1 0 0 0 0,0 1-1 0 0,0 1 1 0 0,2 0 0 0 0,-1 0-1 0 0,2 1 1 0 0,0 0 0 0 0,0 0-1 0 0,1 1 1 0 0,1 0 0 0 0,1 1-1 0 0,0-1 1 0 0,1 1 0 0 0,-3 19-1 0 0,7-33-324 0 0,-1 0 0 0 0,1-1 0 0 0,0 1 0 0 0,0 0 0 0 0,0 0 0 0 0,0 0 0 0 0,0 0 0 0 0,0 0 0 0 0,0 0 0 0 0,1-1 0 0 0,-1 1 0 0 0,0 0 0 0 0,1 0 0 0 0,0 0 0 0 0,-1-1 0 0 0,1 1 0 0 0,0 0 0 0 0,0-1 0 0 0,0 1 0 0 0,0-1 0 0 0,0 1 0 0 0,1-1 0 0 0,-1 1 0 0 0,0-1 0 0 0,1 0 0 0 0,-1 0 0 0 0,0 1 1 0 0,1-1-1 0 0,0 0 0 0 0,3 1 0 0 0,-3-1-69 0 0,1-1 0 0 0,0 0 1 0 0,0 1-1 0 0,0-1 0 0 0,0 0 1 0 0,0-1-1 0 0,-1 1 1 0 0,1 0-1 0 0,0-1 0 0 0,0 0 1 0 0,0 1-1 0 0,-1-1 0 0 0,1 0 1 0 0,0-1-1 0 0,-1 1 1 0 0,1 0-1 0 0,-1-1 0 0 0,1 1 1 0 0,2-3-1 0 0,10-9-270 0 0,0-1 0 0 0,0 0-1 0 0,-2-1 1 0 0,0 0 0 0 0,0-1 0 0 0,-2-1-1 0 0,0 0 1 0 0,-1 0 0 0 0,0-1 0 0 0,12-34-1 0 0,-13 25 275 0 0,-1 1 0 0 0,-1-1 0 0 0,-1 0 0 0 0,-1-1-1 0 0,-2 0 1 0 0,-1 1 0 0 0,-1-38 0 0 0,-2 48 464 0 0,0 0-1 0 0,-2 0 1 0 0,0 0 0 0 0,0 0-1 0 0,-2 1 1 0 0,-10-28 0 0 0,15 44-408 0 0,0 0 1 0 0,0 0-1 0 0,0 0 0 0 0,0 0 1 0 0,0 0-1 0 0,0 0 0 0 0,0 0 1 0 0,0 0-1 0 0,0-1 0 0 0,0 1 1 0 0,0 0-1 0 0,0 0 0 0 0,-1 0 1 0 0,1 0-1 0 0,0 0 1 0 0,0 0-1 0 0,0 0 0 0 0,0 0 1 0 0,0 0-1 0 0,0 0 0 0 0,0 0 1 0 0,0 0-1 0 0,0 0 0 0 0,0 0 1 0 0,0 0-1 0 0,0 0 0 0 0,-1 0 1 0 0,1 0-1 0 0,0 0 0 0 0,0 0 1 0 0,0 0-1 0 0,0 0 1 0 0,0 0-1 0 0,0 0 0 0 0,0 0 1 0 0,0 0-1 0 0,0 0 0 0 0,0 0 1 0 0,-1 0-1 0 0,1 0 0 0 0,0 0 1 0 0,0 0-1 0 0,0 0 0 0 0,0 0 1 0 0,0 0-1 0 0,0 0 0 0 0,0 0 1 0 0,0 0-1 0 0,0 0 1 0 0,0 0-1 0 0,0 0 0 0 0,0 0 1 0 0,-1 0-1 0 0,1 0 0 0 0,0 1 1 0 0,0-1-1 0 0,0 0 0 0 0,0 0 1 0 0,0 0-1 0 0,0 0 0 0 0,0 0 1 0 0,0 0-1 0 0,0 0 0 0 0,-4 10 491 0 0,0 12-208 0 0,4-8-227 0 0,1 0 0 0 0,0 1 0 0 0,1-1 0 0 0,0 0 0 0 0,8 26 0 0 0,32 70 4 0 0,-5-13 74 0 0,-16-11-202 0 0,-17-64 46 0 0,1 0 1 0 0,1 0-1 0 0,1 0 1 0 0,0-1-1 0 0,2 0 1 0 0,12 20-1 0 0,-20-38-4 0 0,0-1 0 0 0,0 0 0 0 0,1 0-1 0 0,0 1 1 0 0,-1-1 0 0 0,1 0 0 0 0,0-1-1 0 0,0 1 1 0 0,0 0 0 0 0,0 0 0 0 0,0-1-1 0 0,0 1 1 0 0,0-1 0 0 0,1 0 0 0 0,-1 0 0 0 0,0 0-1 0 0,1 0 1 0 0,-1 0 0 0 0,1 0 0 0 0,-1-1-1 0 0,1 1 1 0 0,0-1 0 0 0,2 1 0 0 0,-2-2-2 0 0,-1 0 0 0 0,1 1 0 0 0,0-1-1 0 0,0-1 1 0 0,-1 1 0 0 0,1 0 0 0 0,-1-1 0 0 0,1 1 0 0 0,-1-1 0 0 0,0 0 0 0 0,1 1 0 0 0,-1-1 0 0 0,0 0 0 0 0,0-1 0 0 0,0 1 0 0 0,-1 0 0 0 0,1 0 0 0 0,0-1 0 0 0,-1 1 0 0 0,2-5 0 0 0,17-32-111 0 0,-10 18 286 0 0,1 0 0 0 0,17-23 0 0 0,-25 39-166 0 0,1 0-1 0 0,0 0 1 0 0,0 1-1 0 0,1-1 1 0 0,-1 1 0 0 0,1 0-1 0 0,0 0 1 0 0,0 1-1 0 0,0-1 1 0 0,1 1 0 0 0,-1 0-1 0 0,1 1 1 0 0,7-3-1 0 0,-9 5-2 0 0,0 0 0 0 0,0 0-1 0 0,-1 0 1 0 0,1 0 0 0 0,0 1 0 0 0,0-1-1 0 0,0 1 1 0 0,0 0 0 0 0,-1 0-1 0 0,1 1 1 0 0,0-1 0 0 0,-1 1 0 0 0,1 0-1 0 0,-1 0 1 0 0,0 0 0 0 0,5 4-1 0 0,14 7-384 0 0,-8-7 16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16.16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1840 0 0,'12'11'16925'0'0,"-4"4"-18372"0"0,-1-2 2193 0 0,-1 0 1 0 0,5 20-1 0 0,-9-26-659 0 0,2 0 39 0 0,0 0 0 0 0,0 0 0 0 0,0-1 0 0 0,1 1 0 0 0,0-1 0 0 0,1 0 0 0 0,-1 0 0 0 0,1-1 0 0 0,12 10 0 0 0,15 15 647 0 0,-15-12-562 0 0,1-1 1 0 0,0-1-1 0 0,33 19 1 0 0,-32-22-197 0 0,-1 0-1 0 0,-1 1 1 0 0,0 1 0 0 0,23 25 0 0 0,-29-28-2 0 0,1 0 1 0 0,0-1-1 0 0,0-1 1 0 0,1 0-1 0 0,1-1 1 0 0,22 11 0 0 0,-12-6 44 0 0,27 19 0 0 0,-31-19-36 0 0,1-1 0 0 0,0-1 1 0 0,1-1-1 0 0,30 9 1 0 0,-23-8 0 0 0,-1 0 0 0 0,29 18 0 0 0,281 178-3 0 0,-246-147 16 0 0,125 72 164 0 0,-102-74 101 0 0,239 107-402 0 0,-278-136 43 0 0,-20-7 45 0 0,69 19 0 0 0,121 6 86 0 0,-162-32-66 0 0,0-3 0 0 0,0-3-1 0 0,141-4 1 0 0,-14 12-7 0 0,-39 0 0 0 0,-164-18-1 0 0,24 1-2 0 0,0 0 0 0 0,0 2 0 0 0,0 2-1 0 0,-1 1 1 0 0,54 17 0 0 0,-66-16-129 0 0,0-2-1 0 0,-1 0 0 0 0,35 3 1 0 0,6 1 23 0 0,-60-9-49 0 0,15 5-415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17.5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147 887 5065 0 0,'-26'19'1124'0'0,"0"0"-1"0"0,2 2 0 0 0,0 1 1 0 0,-23 29 2385 0 0,47-50-3458 0 0,11-6 1169 0 0,12-7-76 0 0,61-42 1440 0 0,110-94 1 0 0,64-83-1192 0 0,0 11-786 0 0,-8 8 115 0 0,-231 194-995 0 0,17-14-1887 0 0,47-56 0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17.9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130 1 10138 0 0,'1'10'5391'0'0,"0"9"-4647"0"0,0 11-152 0 0,-1-1 0 0 0,-2 0 0 0 0,0 0 0 0 0,-2 0 0 0 0,-9 33 0 0 0,-49 135 894 0 0,26-93-887 0 0,33-94-541 0 0,0-1-1 0 0,1 1 1 0 0,0 1-1 0 0,0-1 1 0 0,1 0-1 0 0,0 0 1 0 0,1 12-1 0 0,0-20-41 0 0,1 0 0 0 0,-1 0 0 0 0,0 0 1 0 0,1 0-1 0 0,0 0 0 0 0,-1 0 0 0 0,1 0 0 0 0,0 0 0 0 0,0-1 0 0 0,0 1 0 0 0,0 0 1 0 0,0 0-1 0 0,0-1 0 0 0,1 1 0 0 0,-1-1 0 0 0,0 1 0 0 0,3 1 0 0 0,-2-2-3 0 0,0 0 0 0 0,1 0 0 0 0,-1 0 0 0 0,1 0 0 0 0,-1 0-1 0 0,1-1 1 0 0,-1 1 0 0 0,1-1 0 0 0,-1 1 0 0 0,1-1 0 0 0,0 0 0 0 0,-1 0-1 0 0,1 0 1 0 0,-1-1 0 0 0,1 1 0 0 0,0-1 0 0 0,2 0 0 0 0,7-2 55 0 0,0-1 0 0 0,1 0 1 0 0,-1-1-1 0 0,-1-1 1 0 0,1 0-1 0 0,-1 0 0 0 0,14-11 1 0 0,33-29-908 0 0,-22 14-2622 0 0,-20 18 839 0 0,15-14-4477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18.4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26 12443 0 0,'-13'-26'5980'0'0,"13"40"-3686"0"0,0-8-2152 0 0,4 71 1168 0 0,21 116 0 0 0,-16-134-1041 0 0,-3-17-124 0 0,18 62 1 0 0,-20-91-631 0 0,0-1 1 0 0,1 1 0 0 0,1-1-1 0 0,0 0 1 0 0,0-1-1 0 0,1 1 1 0 0,1-2 0 0 0,0 1-1 0 0,10 11 1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18.85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19 295 9674 0 0,'-4'0'146'0'0,"-9"-3"798"0"0,13 3-920 0 0,0 0 0 0 0,-1 0 1 0 0,1-1-1 0 0,0 1 0 0 0,0 0 0 0 0,0 0 0 0 0,0-1 0 0 0,0 1 0 0 0,0 0 1 0 0,0 0-1 0 0,0-1 0 0 0,0 1 0 0 0,0 0 0 0 0,0-1 0 0 0,0 1 0 0 0,0 0 1 0 0,0 0-1 0 0,0-1 0 0 0,0 1 0 0 0,0 0 0 0 0,0 0 0 0 0,0-1 0 0 0,0 1 0 0 0,1 0 1 0 0,-1 0-1 0 0,0-1 0 0 0,0 1 0 0 0,0 0 0 0 0,0 0 0 0 0,0 0 0 0 0,1-1 1 0 0,-1 1-1 0 0,0 0 0 0 0,0 0 0 0 0,0 0 0 0 0,1 0 0 0 0,-1-1 0 0 0,0 1 1 0 0,0 0-1 0 0,1 0 0 0 0,-1 0 0 0 0,0 0 0 0 0,0 0 0 0 0,1 0 0 0 0,-1 0 1 0 0,35-24 1754 0 0,0 2 1 0 0,70-33-1 0 0,-68 37-1316 0 0,-3 0-407 0 0,1 2 1 0 0,0 1-1 0 0,1 2 1 0 0,59-13 0 0 0,-71 27 1242 0 0,-23-1-1242 0 0,0 0-1 0 0,-1 0 1 0 0,1 1 0 0 0,-1-1-1 0 0,1 0 1 0 0,-1 1-1 0 0,1-1 1 0 0,-1 1 0 0 0,1-1-1 0 0,-1 0 1 0 0,1 1-1 0 0,-1-1 1 0 0,0 1 0 0 0,1 0-1 0 0,-1-1 1 0 0,0 1 0 0 0,0-1-1 0 0,1 1 1 0 0,-1-1-1 0 0,0 1 1 0 0,1 1 0 0 0,-1 2 158 0 0,0 0 1 0 0,-1 0-1 0 0,1 0 0 0 0,-1 0 1 0 0,0 0-1 0 0,0 0 1 0 0,-2 8-1 0 0,-5 20-185 0 0,7-22-23 0 0,1 1 0 0 0,1 0 0 0 0,0-1 0 0 0,0 1 0 0 0,1-1 0 0 0,0 0 0 0 0,1 1 0 0 0,5 11 0 0 0,-6-16-4 0 0,0-1-1 0 0,1 1 1 0 0,0-1 0 0 0,0 1 0 0 0,0-1 0 0 0,1 0-1 0 0,0 0 1 0 0,0-1 0 0 0,0 1 0 0 0,0-1 0 0 0,1 0 0 0 0,0 0-1 0 0,-1 0 1 0 0,1-1 0 0 0,9 5 0 0 0,-10-6 3 0 0,-1-1 0 0 0,1 0 0 0 0,0-1 0 0 0,-1 1 0 0 0,1-1 0 0 0,0 1 0 0 0,-1-1 0 0 0,1 0 0 0 0,0-1 0 0 0,0 1 0 0 0,-1-1 0 0 0,1 1 0 0 0,-1-1 0 0 0,1 0 0 0 0,0 0 0 0 0,-1-1 0 0 0,0 1 0 0 0,1-1 0 0 0,-1 0 0 0 0,0 0 0 0 0,0 0 0 0 0,0 0 0 0 0,0 0 0 0 0,0-1 0 0 0,0 1 0 0 0,-1-1 0 0 0,1 0 0 0 0,-1 0 0 0 0,3-3 0 0 0,1-2 12 0 0,0 0 0 0 0,-1 0 0 0 0,0-1 0 0 0,0 1 0 0 0,-1-1 0 0 0,0-1 0 0 0,0 1 0 0 0,-1 0 0 0 0,3-18 0 0 0,-5 17 38 0 0,0 0 0 0 0,-1 0 0 0 0,0 1-1 0 0,0-1 1 0 0,-1 0 0 0 0,-1 1 0 0 0,0-1 0 0 0,0 1 0 0 0,0-1 0 0 0,-2 1 0 0 0,1 0 0 0 0,-7-13 0 0 0,7 17-176 0 0,-1 0-1 0 0,1 0 1 0 0,-1 0 0 0 0,0 0 0 0 0,0 1 0 0 0,0-1 0 0 0,-1 1 0 0 0,1 0 0 0 0,-6-3 0 0 0,5 4-474 0 0,0 1 1 0 0,0-1-1 0 0,1 1 1 0 0,-1 0 0 0 0,-1 0-1 0 0,1 1 1 0 0,0 0-1 0 0,0 0 1 0 0,-1 0 0 0 0,1 0-1 0 0,-7 1 1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19.23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79 11058 0 0,'6'7'1799'0'0,"-1"0"-1"0"0,0 0 0 0 0,0 1 0 0 0,8 14 0 0 0,-10-15-1529 0 0,0 0 0 0 0,1 0 0 0 0,0-1 0 0 0,1 1 0 0 0,-1-1-1 0 0,1 0 1 0 0,1 0 0 0 0,7 7 0 0 0,-7-9-244 0 0,-1-1 1 0 0,0 1 0 0 0,1-1-1 0 0,0 0 1 0 0,0 0-1 0 0,0-1 1 0 0,0 0-1 0 0,1 0 1 0 0,-1 0-1 0 0,0-1 1 0 0,1 0 0 0 0,-1 0-1 0 0,1 0 1 0 0,-1-1-1 0 0,1 0 1 0 0,6-1-1 0 0,-8 0-27 0 0,0 0-1 0 0,0-1 0 0 0,0 1 0 0 0,-1-1 0 0 0,1 0 0 0 0,0 0 1 0 0,-1 0-1 0 0,0-1 0 0 0,1 1 0 0 0,-1-1 0 0 0,0 0 0 0 0,-1 0 0 0 0,1-1 1 0 0,0 1-1 0 0,-1-1 0 0 0,0 0 0 0 0,0 0 0 0 0,0 0 0 0 0,0 0 1 0 0,-1 0-1 0 0,4-8 0 0 0,-2 1-48 0 0,0 0 1 0 0,-1-1-1 0 0,-1 1 1 0 0,3-17-1 0 0,-4 16 23 0 0,2-1 0 0 0,-1 0 1 0 0,7-15-1 0 0,-9 27 34 0 0,0 1 0 0 0,0-1 1 0 0,0 0-1 0 0,1 0 0 0 0,-1 1 0 0 0,0-1 1 0 0,0 0-1 0 0,1 1 0 0 0,-1-1 0 0 0,1 0 1 0 0,-1 1-1 0 0,1-1 0 0 0,-1 0 0 0 0,1 1 1 0 0,-1-1-1 0 0,1 1 0 0 0,-1-1 1 0 0,1 1-1 0 0,-1-1 0 0 0,1 1 0 0 0,0-1 1 0 0,-1 1-1 0 0,1 0 0 0 0,0-1 0 0 0,0 1 1 0 0,-1 0-1 0 0,1-1 0 0 0,0 1 0 0 0,0 0 1 0 0,-1 0-1 0 0,1 0 0 0 0,0 0 1 0 0,0 0-1 0 0,0 0 0 0 0,-1 0 0 0 0,1 0 1 0 0,0 0-1 0 0,0 0 0 0 0,-1 0 0 0 0,1 1 1 0 0,0-1-1 0 0,0 0 0 0 0,-1 1 0 0 0,1-1 1 0 0,0 0-1 0 0,0 1 0 0 0,-1-1 0 0 0,1 1 1 0 0,-1-1-1 0 0,1 1 0 0 0,0-1 1 0 0,-1 1-1 0 0,1-1 0 0 0,-1 1 0 0 0,1 0 1 0 0,-1-1-1 0 0,0 1 0 0 0,1 1 0 0 0,4 3 39 0 0,-1 1-1 0 0,1 1 1 0 0,-2-1-1 0 0,6 12 1 0 0,9 27-23 0 0,-12-28-612 0 0,1 0 0 0 0,0-1 0 0 0,14 23 0 0 0,-9-22-6882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19.86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125 363 5529 0 0,'-6'1'553'0'0,"1"-1"0"0"0,-1 1-1 0 0,0 0 1 0 0,0 0 0 0 0,1 0 0 0 0,-1 1-1 0 0,1 0 1 0 0,-1 0 0 0 0,1 1-1 0 0,0-1 1 0 0,0 1 0 0 0,0 0 0 0 0,0 1-1 0 0,0-1 1 0 0,1 1 0 0 0,0 0 0 0 0,-1 0-1 0 0,-5 8 1 0 0,7-8-431 0 0,1-1-1 0 0,0 0 1 0 0,0 1-1 0 0,0-1 1 0 0,0 1-1 0 0,0 0 1 0 0,1 0 0 0 0,0-1-1 0 0,0 1 1 0 0,0 0-1 0 0,0 0 1 0 0,1 0-1 0 0,-1 0 1 0 0,1 0 0 0 0,0 0-1 0 0,0 1 1 0 0,1-1-1 0 0,-1 0 1 0 0,1 0-1 0 0,0 0 1 0 0,0-1-1 0 0,0 1 1 0 0,0 0 0 0 0,1 0-1 0 0,0 0 1 0 0,-1-1-1 0 0,5 6 1 0 0,-5-6-77 0 0,1-1-1 0 0,0 1 1 0 0,0 0 0 0 0,1 0 0 0 0,-1-1-1 0 0,0 1 1 0 0,1-1 0 0 0,-1 0 0 0 0,1 0 0 0 0,0 0-1 0 0,0 0 1 0 0,0 0 0 0 0,0 0 0 0 0,0-1-1 0 0,0 0 1 0 0,1 1 0 0 0,-1-1 0 0 0,0 0-1 0 0,1-1 1 0 0,-1 1 0 0 0,0-1 0 0 0,7 1 0 0 0,-5-2-102 0 0,0 0 1 0 0,0 0 0 0 0,0 0-1 0 0,0-1 1 0 0,0 0 0 0 0,0 0 0 0 0,-1 0-1 0 0,1 0 1 0 0,-1-1 0 0 0,1 0-1 0 0,-1 0 1 0 0,0 0 0 0 0,0 0-1 0 0,6-7 1 0 0,1-2-135 0 0,-1 0 0 0 0,0 0-1 0 0,-1-1 1 0 0,0 0 0 0 0,-1 0-1 0 0,-1-1 1 0 0,0 0 0 0 0,-1-1 0 0 0,0 0-1 0 0,-1 0 1 0 0,5-27 0 0 0,-3-5 67 0 0,-2 0 1 0 0,-2-75-1 0 0,-4 97 168 0 0,1 10 252 0 0,-1-1-1 0 0,2 1 1 0 0,0-1-1 0 0,5-21 1 0 0,-7 98 2523 0 0,0-48-2723 0 0,-7 148 737 0 0,9-141-803 0 0,0-1 0 0 0,2 0 0 0 0,1 0 0 0 0,0 0 0 0 0,1 0 0 0 0,11 25 0 0 0,-11-32-25 0 0,0 0 0 0 0,1 0-1 0 0,0-1 1 0 0,0 0 0 0 0,2 0 0 0 0,8 10-1 0 0,-14-19 2 0 0,-1 0 0 0 0,1 0 0 0 0,0-1-1 0 0,0 1 1 0 0,1 0 0 0 0,-1-1 0 0 0,0 1-1 0 0,1-1 1 0 0,-1 0 0 0 0,1 0 0 0 0,-1 0-1 0 0,1 0 1 0 0,-1 0 0 0 0,1-1 0 0 0,0 1-1 0 0,-1-1 1 0 0,1 0 0 0 0,0 1 0 0 0,-1-1 0 0 0,1 0-1 0 0,0-1 1 0 0,-1 1 0 0 0,1 0 0 0 0,0-1-1 0 0,-1 1 1 0 0,1-1 0 0 0,-1 0 0 0 0,1 0-1 0 0,-1 0 1 0 0,1 0 0 0 0,-1-1 0 0 0,1 1-1 0 0,-1-1 1 0 0,4-2 0 0 0,3-4-7 0 0,0-1 0 0 0,-1 1 0 0 0,0-1 0 0 0,0-1-1 0 0,-1 0 1 0 0,0 0 0 0 0,0 0 0 0 0,5-13 0 0 0,-7 13 13 0 0,0 0 1 0 0,0 1-1 0 0,1 0 0 0 0,0 0 0 0 0,1 1 1 0 0,0 0-1 0 0,0 0 0 0 0,1 0 1 0 0,-1 1-1 0 0,16-11 0 0 0,-21 17 9 0 0,1 0 0 0 0,-1 0 0 0 0,1 0 0 0 0,0 0-1 0 0,-1 0 1 0 0,1 1 0 0 0,0-1 0 0 0,-1 1 0 0 0,1 0-1 0 0,0 0 1 0 0,0 0 0 0 0,-1 0 0 0 0,1 0 0 0 0,0 0 0 0 0,-1 1-1 0 0,1-1 1 0 0,0 1 0 0 0,-1 0 0 0 0,1 0 0 0 0,2 1 0 0 0,6 3 128 0 0,-1 1 0 0 0,0 1 0 0 0,15 11 0 0 0,22 13-33 0 0,-32-25-180 0 0,0 0 0 0 0,29 6 0 0 0,-14-6-235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1.4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99 39 10594 0 0,'0'-3'365'0'0,"0"0"-1"0"0,-1 0 0 0 0,1 0 1 0 0,-1 0-1 0 0,0 1 1 0 0,1-1-1 0 0,-1 0 1 0 0,-1 0-1 0 0,1 1 0 0 0,0-1 1 0 0,-2-2-1 0 0,2 5-271 0 0,1-1 1 0 0,0 1-1 0 0,0 0 0 0 0,-1 0 1 0 0,1 0-1 0 0,0 0 0 0 0,0-1 1 0 0,-1 1-1 0 0,1 0 0 0 0,0 0 0 0 0,-1 0 1 0 0,1 0-1 0 0,0 0 0 0 0,-1 0 1 0 0,1 0-1 0 0,0 0 0 0 0,-1 0 1 0 0,1 0-1 0 0,0 0 0 0 0,-1 0 0 0 0,1 0 1 0 0,0 0-1 0 0,-1 0 0 0 0,1 0 1 0 0,0 0-1 0 0,-1 0 0 0 0,1 0 1 0 0,0 0-1 0 0,0 0 0 0 0,-1 1 0 0 0,1-1 1 0 0,0 0-1 0 0,-1 0 0 0 0,-12 20 729 0 0,1 8-565 0 0,1 1-1 0 0,1 0 1 0 0,2 0-1 0 0,1 1 1 0 0,2 0-1 0 0,-4 53 0 0 0,8-44-139 0 0,1 1 1 0 0,2-1-1 0 0,1 1 0 0 0,16 68 0 0 0,-14-89-31 0 0,1 0 0 0 0,0 0 0 0 0,2-1 0 0 0,0 0 0 0 0,1 0 0 0 0,1 0 0 0 0,0-1 0 0 0,1-1 0 0 0,23 26 0 0 0,-23-31-91 0 0,0 0 1 0 0,1-1-1 0 0,0 0 0 0 0,1-1 0 0 0,0-1 1 0 0,0 0-1 0 0,1 0 0 0 0,0-2 1 0 0,0 1-1 0 0,1-2 0 0 0,0 0 0 0 0,28 5 1 0 0,-15-5-518 0 0,0-2 0 0 0,1-1 0 0 0,-1-2 0 0 0,1-1 1 0 0,-1-1-1 0 0,45-8 0 0 0,-21-3-6251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1.68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5 9674 0 0,'1'-1'127'0'0,"-1"1"1"0"0,1 0-1 0 0,-1-1 0 0 0,1 1 0 0 0,-1-1 0 0 0,1 1 1 0 0,-1 0-1 0 0,1 0 0 0 0,-1-1 0 0 0,1 1 1 0 0,-1 0-1 0 0,1 0 0 0 0,0 0 0 0 0,-1 0 1 0 0,1-1-1 0 0,0 1 0 0 0,-1 0 0 0 0,1 0 0 0 0,-1 0 1 0 0,1 0-1 0 0,0 1 0 0 0,-1-1 0 0 0,1 0 1 0 0,-1 0-1 0 0,1 0 0 0 0,0 0 0 0 0,0 1 0 0 0,18 14 2951 0 0,8 25 472 0 0,-8 4-2864 0 0,-1 0 0 0 0,-2 1 0 0 0,-2 0-1 0 0,12 74 1 0 0,22 71-567 0 0,-46-184-582 0 0,10 27 536 0 0,-1-13-7662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2.0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73 10138 0 0,'1'-2'99'0'0,"1"0"0"0"0,-1 0 0 0 0,1 0 0 0 0,0 0 0 0 0,0 0 0 0 0,0 1 0 0 0,0-1 0 0 0,0 1 0 0 0,1 0 0 0 0,-1-1 0 0 0,0 1 0 0 0,1 0-1 0 0,3-1 1 0 0,41-11 160 0 0,-29 8-44 0 0,85-21 1690 0 0,-92 24-1600 0 0,0 0 0 0 0,0 1-1 0 0,1 1 1 0 0,-1 0 0 0 0,0 0-1 0 0,0 1 1 0 0,18 4-1 0 0,-27-4-225 0 0,1-1 0 0 0,-1 1 0 0 0,0 0 0 0 0,1 0 0 0 0,-1 0-1 0 0,0 0 1 0 0,0 0 0 0 0,0 1 0 0 0,1-1 0 0 0,-1 1-1 0 0,-1-1 1 0 0,1 1 0 0 0,0 0 0 0 0,0 0 0 0 0,-1 0-1 0 0,1 0 1 0 0,-1 0 0 0 0,1 0 0 0 0,1 3 0 0 0,-2-1 27 0 0,0 0 0 0 0,0 0 0 0 0,0 0 0 0 0,0 0 0 0 0,-1 0 0 0 0,0 0 1 0 0,0 0-1 0 0,0 0 0 0 0,0 0 0 0 0,0 0 0 0 0,-2 4 0 0 0,-1 7 241 0 0,-1 1 0 0 0,-1-1 0 0 0,-1-1-1 0 0,-14 29 1 0 0,-14 8 365 0 0,25-40-593 0 0,2 0 0 0 0,-1 1-1 0 0,1 0 1 0 0,-9 22 0 0 0,16-33-106 0 0,-1 0 1 0 0,1 0-1 0 0,0 0 1 0 0,-1 0-1 0 0,1 0 0 0 0,0 0 1 0 0,0 0-1 0 0,0 0 1 0 0,0 0-1 0 0,0 0 1 0 0,0 0-1 0 0,0 0 1 0 0,0 0-1 0 0,0 0 0 0 0,1 0 1 0 0,-1 0-1 0 0,0 0 1 0 0,1 0-1 0 0,-1 0 1 0 0,0 0-1 0 0,1 0 0 0 0,-1-1 1 0 0,1 1-1 0 0,0 0 1 0 0,0 1-1 0 0,1-1 8 0 0,0 1 0 0 0,0-1 0 0 0,0 0 1 0 0,-1 0-1 0 0,1 0 0 0 0,0 0 0 0 0,0-1 0 0 0,1 1 0 0 0,-1 0 0 0 0,0-1 0 0 0,3 1 0 0 0,8 0 46 0 0,-1-1 1 0 0,1 0-1 0 0,16-2 1 0 0,-24 2-52 0 0,106-6 508 0 0,19-1-1031 0 0,-112 5-86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2.4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6 6913 0 0,'3'-5'9488'0'0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2.75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70 388 11058 0 0,'0'1'36'0'0,"0"-1"0"0"0,0 0 0 0 0,0 0-1 0 0,1 1 1 0 0,-1-1 0 0 0,0 0 0 0 0,0 0 0 0 0,0 0-1 0 0,0 1 1 0 0,1-1 0 0 0,-1 0 0 0 0,0 0 0 0 0,0 0-1 0 0,0 0 1 0 0,1 1 0 0 0,-1-1 0 0 0,0 0-1 0 0,0 0 1 0 0,1 0 0 0 0,-1 0 0 0 0,0 0 0 0 0,0 0-1 0 0,1 0 1 0 0,-1 0 0 0 0,0 0 0 0 0,0 0 0 0 0,1 0-1 0 0,-1 0 1 0 0,0 0 0 0 0,0 0 0 0 0,1 0-1 0 0,-1 0 1 0 0,0 0 0 0 0,0 0 0 0 0,1 0 0 0 0,-1 0-1 0 0,0 0 1 0 0,0 0 0 0 0,1 0 0 0 0,-1-1-1 0 0,0 1 1 0 0,0 0 0 0 0,1 0 0 0 0,15-12 862 0 0,11-18 481 0 0,-16 13-1124 0 0,0 0 1 0 0,-1-1 0 0 0,-1 0-1 0 0,0 0 1 0 0,-1-1 0 0 0,-2 0-1 0 0,0 0 1 0 0,-1 0-1 0 0,0-1 1 0 0,-2 0 0 0 0,1-22-1 0 0,-3 37-250 0 0,-1 1 1 0 0,0 0-1 0 0,0 0 0 0 0,-1 0 0 0 0,0 0 0 0 0,1 0 0 0 0,-1 0 0 0 0,0 0 1 0 0,-1 0-1 0 0,1 0 0 0 0,-1 0 0 0 0,0 1 0 0 0,0-1 0 0 0,0 1 1 0 0,0-1-1 0 0,-1 1 0 0 0,1 0 0 0 0,-1 0 0 0 0,0 0 0 0 0,0 0 1 0 0,0 0-1 0 0,0 0 0 0 0,0 1 0 0 0,-7-4 0 0 0,6 4-66 0 0,0 1-1 0 0,-1-1 1 0 0,1 1-1 0 0,-1 0 1 0 0,1 0-1 0 0,-1 0 1 0 0,0 0-1 0 0,1 1 1 0 0,-1 0-1 0 0,0 0 1 0 0,1 0-1 0 0,-1 1 1 0 0,0-1-1 0 0,1 1 1 0 0,-1 0-1 0 0,1 1 1 0 0,-1-1-1 0 0,1 1 0 0 0,0 0 1 0 0,-1 0-1 0 0,-4 3 1 0 0,5-2 32 0 0,0-1 0 0 0,0 1 0 0 0,0 0 0 0 0,0 0 0 0 0,1 0 0 0 0,-1 1 0 0 0,1-1 0 0 0,0 1 0 0 0,0 0 0 0 0,0 0 0 0 0,1 0 0 0 0,0 0 0 0 0,-1 1 0 0 0,1-1-1 0 0,1 0 1 0 0,-1 1 0 0 0,1 0 0 0 0,0-1 0 0 0,0 1 0 0 0,0 0 0 0 0,0-1 0 0 0,1 1 0 0 0,0 0 0 0 0,0 0 0 0 0,0 0 0 0 0,1-1 0 0 0,-1 1 0 0 0,1 0 0 0 0,0 0 0 0 0,0-1 0 0 0,1 1 0 0 0,0-1 0 0 0,2 6 0 0 0,0-1 79 0 0,1 0 0 0 0,0 0 1 0 0,0 0-1 0 0,0-1 0 0 0,1 0 1 0 0,1 0-1 0 0,-1 0 0 0 0,1-1 0 0 0,1 0 1 0 0,-1 0-1 0 0,1-1 0 0 0,0 0 0 0 0,0 0 1 0 0,1-1-1 0 0,11 6 0 0 0,5-3-5930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3.07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202 21 8290 0 0,'-1'-2'219'0'0,"1"1"0"0"0,-1 0 0 0 0,0 0 0 0 0,0 0 1 0 0,0-1-1 0 0,1 1 0 0 0,-1 0 0 0 0,0 0 0 0 0,0 0 0 0 0,0 0 1 0 0,-1 0-1 0 0,1 1 0 0 0,0-1 0 0 0,0 0 0 0 0,0 0 0 0 0,-1 1 0 0 0,1-1 1 0 0,0 1-1 0 0,-1-1 0 0 0,1 1 0 0 0,0 0 0 0 0,-1-1 0 0 0,-2 1 1 0 0,1 0 177 0 0,-1 0 1 0 0,1 1 0 0 0,-1-1 0 0 0,1 1 0 0 0,0 0 0 0 0,-1 0 0 0 0,1 0 0 0 0,0 0 0 0 0,-5 3 0 0 0,-3 3 339 0 0,0-1 1 0 0,1 2-1 0 0,0-1 1 0 0,-14 15 0 0 0,16-14-553 0 0,0 0 1 0 0,0 1 0 0 0,1 0 0 0 0,0 0 0 0 0,1 1 0 0 0,0 0 0 0 0,-6 15 0 0 0,10-22-165 0 0,1 0 0 0 0,0 0 0 0 0,0 0 0 0 0,1 0 0 0 0,-1 1-1 0 0,1-1 1 0 0,-1 0 0 0 0,1 0 0 0 0,0 0 0 0 0,0 0 0 0 0,1 1 0 0 0,-1-1 0 0 0,0 0 0 0 0,1 0 0 0 0,0 0 0 0 0,0 0-1 0 0,0 0 1 0 0,0 0 0 0 0,0 0 0 0 0,1 0 0 0 0,-1 0 0 0 0,1-1 0 0 0,0 1 0 0 0,0 0 0 0 0,0-1 0 0 0,0 1-1 0 0,0-1 1 0 0,1 0 0 0 0,-1 0 0 0 0,1 0 0 0 0,2 2 0 0 0,3 1 8 0 0,-1-1 0 0 0,1 0 0 0 0,-1 0 0 0 0,1-1 1 0 0,0 0-1 0 0,0 0 0 0 0,1-1 0 0 0,10 2 0 0 0,8-1 100 0 0,34 0 1 0 0,-43-3-122 0 0,0 1-1 0 0,0 0 1 0 0,0 1-1 0 0,0 1 1 0 0,18 6 0 0 0,-35-9-11 0 0,0 1 1 0 0,0-1-1 0 0,0 0 0 0 0,0 0 1 0 0,0 1-1 0 0,0-1 0 0 0,0 1 1 0 0,-1-1-1 0 0,1 0 0 0 0,0 1 1 0 0,0 0-1 0 0,-1-1 0 0 0,1 1 1 0 0,0-1-1 0 0,-1 1 1 0 0,1 0-1 0 0,0 0 0 0 0,-1-1 1 0 0,1 1-1 0 0,-1 0 0 0 0,1 0 1 0 0,-1 0-1 0 0,0-1 0 0 0,1 1 1 0 0,-1 0-1 0 0,0 0 0 0 0,1 0 1 0 0,-1 2-1 0 0,0-1-6 0 0,-1 0-1 0 0,1-1 1 0 0,-1 1 0 0 0,0 0-1 0 0,1 0 1 0 0,-1 0 0 0 0,0-1-1 0 0,0 1 1 0 0,0-1 0 0 0,0 1-1 0 0,-1 0 1 0 0,1-1 0 0 0,-2 2-1 0 0,-8 7-91 0 0,1-1 0 0 0,-25 16-1 0 0,31-23 71 0 0,-4 4-416 0 0,-1-2 0 0 0,0 1 1 0 0,-1-1-1 0 0,-10 4 0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3.4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10594 0 0,'15'7'7361'0'0,"-15"-6"-7107"0"0,19 18 3014 0 0,-13-7-2956 0 0,0 1 1 0 0,0 0 0 0 0,-1 0 0 0 0,-1 0-1 0 0,0 0 1 0 0,-1 1 0 0 0,0 0 0 0 0,0 17 0 0 0,-1-17-558 0 0,-1 0 1 0 0,2-1 0 0 0,0 1-1 0 0,0-1 1 0 0,2 0 0 0 0,-1 0-1 0 0,2 0 1 0 0,8 15 0 0 0,-10-21-837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3.6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37 0 12899 0 0,'-3'0'1152'0'0,"1"0"-928"0"0,0 2-224 0 0,1-1 0 0 0,0 0 376 0 0,-1 1 24 0 0,-2 0 8 0 0,-1 1 0 0 0,-2 0-328 0 0,1 1-80 0 0,2 0 0 0 0,4-1 0 0 0,4-1-1344 0 0,2 1-288 0 0,5 0-65 0 0,2-1 1 0 0,5 1 1328 0 0,2 0 272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4.00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148 0 3225 0 0,'-5'2'3863'0'0,"-22"11"2440"0"0,20-9-5601 0 0,-1 1 0 0 0,1 0 0 0 0,0 0 0 0 0,-12 10 0 0 0,11-7-598 0 0,1 0-1 0 0,0 1 1 0 0,1-1 0 0 0,0 1-1 0 0,0 1 1 0 0,1-1 0 0 0,0 1-1 0 0,1 0 1 0 0,-5 15-1 0 0,8-20-72 0 0,0 0-1 0 0,0 0 0 0 0,0 0 1 0 0,1 1-1 0 0,0-1 0 0 0,0 0 1 0 0,0 0-1 0 0,0 0 0 0 0,1 1 0 0 0,0-1 1 0 0,0 0-1 0 0,1 0 0 0 0,-1 0 1 0 0,1 0-1 0 0,0 0 0 0 0,0-1 0 0 0,1 1 1 0 0,-1-1-1 0 0,1 1 0 0 0,0-1 1 0 0,5 6-1 0 0,0-3-143 0 0,-1 0-1 0 0,1-1 1 0 0,0 1-1 0 0,1-1 1 0 0,16 8 0 0 0,24 18-391 0 0,-48-31 483 0 0,0-1 1 0 0,0 2-1 0 0,0-1 1 0 0,0 0-1 0 0,-1 0 0 0 0,1 0 1 0 0,0 0-1 0 0,0 0 1 0 0,-1 1-1 0 0,1-1 1 0 0,-1 0-1 0 0,1 1 1 0 0,-1-1-1 0 0,0 0 1 0 0,1 1-1 0 0,-1-1 0 0 0,0 0 1 0 0,0 1-1 0 0,0-1 1 0 0,0 1-1 0 0,0-1 1 0 0,0 0-1 0 0,0 1 1 0 0,-1-1-1 0 0,1 0 1 0 0,0 1-1 0 0,-1-1 0 0 0,1 0 1 0 0,-1 1-1 0 0,0-1 1 0 0,1 0-1 0 0,-1 0 1 0 0,0 0-1 0 0,0 1 1 0 0,0-1-1 0 0,1 0 1 0 0,-1 0-1 0 0,0 0 0 0 0,-1 0 1 0 0,-1 1-1 0 0,-2 3-49 0 0,0 0 0 0 0,-1-1 0 0 0,0 0 0 0 0,0 0-1 0 0,0 0 1 0 0,-13 5 0 0 0,7-4-381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4.24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 0 3681 0 0,'-1'7'1148'0'0,"0"-1"0"0"0,0 0 0 0 0,1 1 0 0 0,-1-1 0 0 0,1 1 0 0 0,2 11 0 0 0,-1-9 11 0 0,2 1 1 0 0,-1-1-1 0 0,8 18 0 0 0,3 0 34 0 0,1 0 0 0 0,19 25-1 0 0,8 16 695 0 0,49 135-288 0 0,-32-67-2273 0 0,-48-113-17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4.46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 67 13827 0 0,'-32'5'5324'0'0,"38"-7"-3388"0"0,8-2-965 0 0,-2 0-914 0 0,112-35 245 0 0,-37 21-3767 0 0,-58 14-3468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5.23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187 121 5873 0 0,'-1'-2'411'0'0,"0"0"0"0"0,0-1 1 0 0,0 1-1 0 0,0 0 0 0 0,-1 1 0 0 0,1-1 0 0 0,0 0 0 0 0,-1 0 0 0 0,0 0 0 0 0,1 1 0 0 0,-1-1 0 0 0,0 1 1 0 0,0-1-1 0 0,0 1 0 0 0,0 0 0 0 0,0 0 0 0 0,0 0 0 0 0,0 0 0 0 0,0 0 0 0 0,-4-1 0 0 0,4 2-62 0 0,0 0-1 0 0,1 0 1 0 0,-1 0-1 0 0,1 0 0 0 0,-1 1 1 0 0,0-1-1 0 0,1 0 0 0 0,-1 1 1 0 0,1-1-1 0 0,-1 1 1 0 0,1-1-1 0 0,-1 1 0 0 0,1 0 1 0 0,0 0-1 0 0,-2 1 0 0 0,-14 15 95 0 0,-4 13 259 0 0,-32 63-1 0 0,47-82-709 0 0,1 0-1 0 0,1 0 1 0 0,0 1 0 0 0,1-1 0 0 0,0 1-1 0 0,0 0 1 0 0,2 0 0 0 0,-1 0 0 0 0,1 22-1 0 0,1-32-41 0 0,0 0-1 0 0,1 1 1 0 0,-1-1-1 0 0,1 0 1 0 0,-1 0-1 0 0,1 0 1 0 0,-1 0-1 0 0,1 0 1 0 0,0 0-1 0 0,0 0 1 0 0,0 0-1 0 0,0 0 0 0 0,1 0 1 0 0,-1 0-1 0 0,0-1 1 0 0,1 1-1 0 0,-1 0 1 0 0,1-1-1 0 0,0 0 1 0 0,0 1-1 0 0,-1-1 1 0 0,5 2-1 0 0,-4-2-10 0 0,-1-1-1 0 0,1 1 1 0 0,-1-1 0 0 0,1 0 0 0 0,0 0-1 0 0,0 0 1 0 0,-1 0 0 0 0,1 0-1 0 0,0 0 1 0 0,-1 0 0 0 0,1 0-1 0 0,0-1 1 0 0,-1 1 0 0 0,1-1-1 0 0,-1 1 1 0 0,1-1 0 0 0,-1 0-1 0 0,1 1 1 0 0,-1-1 0 0 0,1 0-1 0 0,-1 0 1 0 0,0 0 0 0 0,1 0-1 0 0,-1 0 1 0 0,0-1 0 0 0,0 1-1 0 0,0 0 1 0 0,0-1 0 0 0,0 1-1 0 0,1-2 1 0 0,6-9 155 0 0,-1-1-1 0 0,-1 0 1 0 0,0 1-1 0 0,5-21 1 0 0,16-33 284 0 0,-24 60-331 0 0,0 1-1 0 0,1 0 1 0 0,-1 0 0 0 0,1 0-1 0 0,0 1 1 0 0,1-1-1 0 0,-1 1 1 0 0,1 0 0 0 0,8-6-1 0 0,-13 9-29 0 0,1 1-1 0 0,0-1 0 0 0,0 0 1 0 0,-1 1-1 0 0,1-1 0 0 0,0 1 1 0 0,0-1-1 0 0,0 1 0 0 0,0-1 1 0 0,0 1-1 0 0,0 0 0 0 0,0-1 1 0 0,0 1-1 0 0,0 0 0 0 0,0 0 1 0 0,0 0-1 0 0,0 0 0 0 0,0 0 1 0 0,0 0-1 0 0,0 0 0 0 0,0 0 0 0 0,0 0 1 0 0,0 0-1 0 0,0 1 0 0 0,0-1 1 0 0,0 0-1 0 0,0 1 0 0 0,0-1 1 0 0,0 0-1 0 0,-1 1 0 0 0,1-1 1 0 0,0 1-1 0 0,0 0 0 0 0,0-1 1 0 0,-1 1-1 0 0,1 0 0 0 0,0-1 1 0 0,0 1-1 0 0,-1 0 0 0 0,1 0 1 0 0,-1 0-1 0 0,1 0 0 0 0,-1-1 1 0 0,1 3-1 0 0,2 5 181 0 0,0 0 0 0 0,-1 0 1 0 0,0 0-1 0 0,1 16 0 0 0,3 8 91 0 0,-4-28-307 0 0,0 1 1 0 0,0-1-1 0 0,1-1 1 0 0,-1 1 0 0 0,1 0-1 0 0,0-1 1 0 0,0 1-1 0 0,0-1 1 0 0,0 0-1 0 0,1 0 1 0 0,-1 0 0 0 0,1 0-1 0 0,0-1 1 0 0,0 1-1 0 0,0-1 1 0 0,0 0 0 0 0,0 0-1 0 0,0-1 1 0 0,1 1-1 0 0,-1-1 1 0 0,0 0-1 0 0,6 1 1 0 0,-6-2 16 0 0,0 1 0 0 0,-1-1 1 0 0,1 0-1 0 0,0 0 0 0 0,-1 0 0 0 0,1-1 0 0 0,0 1 0 0 0,-1-1 1 0 0,1 0-1 0 0,-1 0 0 0 0,1 0 0 0 0,-1-1 0 0 0,1 1 0 0 0,-1-1 1 0 0,0 1-1 0 0,1-1 0 0 0,-1 0 0 0 0,0-1 0 0 0,0 1 1 0 0,-1 0-1 0 0,1-1 0 0 0,0 0 0 0 0,-1 1 0 0 0,0-1 0 0 0,1 0 1 0 0,-1 0-1 0 0,2-5 0 0 0,16-36 181 0 0,-10 22-116 0 0,0 0 0 0 0,23-35 1 0 0,-29 52-63 0 0,0-1 1 0 0,1 1 0 0 0,-1 0 0 0 0,1 0-1 0 0,0 1 1 0 0,0-1 0 0 0,0 1 0 0 0,1 0-1 0 0,0 1 1 0 0,0-1 0 0 0,0 1-1 0 0,0 0 1 0 0,0 1 0 0 0,10-4 0 0 0,-15 6-5 0 0,1-1 0 0 0,-1 1 0 0 0,1 0 0 0 0,0 0 1 0 0,-1-1-1 0 0,1 1 0 0 0,0 0 0 0 0,-1 0 0 0 0,1 0 1 0 0,-1 1-1 0 0,1-1 0 0 0,0 0 0 0 0,-1 1 0 0 0,1-1 0 0 0,-1 1 1 0 0,1-1-1 0 0,-1 1 0 0 0,1 0 0 0 0,-1 0 0 0 0,1-1 1 0 0,-1 1-1 0 0,3 3 0 0 0,-1-1 0 0 0,0 1 0 0 0,0 0 1 0 0,0 0-1 0 0,-1 1 0 0 0,0-1 0 0 0,3 6 1 0 0,-3-6-37 0 0,0 1 0 0 0,0-1 0 0 0,0 0 1 0 0,1 1-1 0 0,0-1 0 0 0,3 4 0 0 0,-4-7 4 0 0,-1 0-1 0 0,0 0 0 0 0,1 0 1 0 0,-1 0-1 0 0,1 0 0 0 0,-1-1 0 0 0,1 1 1 0 0,-1 0-1 0 0,1-1 0 0 0,-1 1 1 0 0,1-1-1 0 0,0 1 0 0 0,-1-1 1 0 0,1 0-1 0 0,0 0 0 0 0,-1 0 1 0 0,1 0-1 0 0,0 0 0 0 0,-1 0 1 0 0,1 0-1 0 0,0 0 0 0 0,2-1 0 0 0,2-1-128 0 0,0 0 0 0 0,1-1 0 0 0,-2 1 0 0 0,1-1 0 0 0,0 0-1 0 0,0-1 1 0 0,-1 1 0 0 0,0-1 0 0 0,6-5 0 0 0,43-46-133 0 0,-5 3 795 0 0,-41 46-409 0 0,-1 0-1 0 0,1 0 1 0 0,0 0 0 0 0,1 1-1 0 0,-1 1 1 0 0,10-5 0 0 0,-16 9-32 0 0,0-1-1 0 0,0 0 1 0 0,0 1 0 0 0,-1-1 0 0 0,1 1-1 0 0,1 0 1 0 0,-1-1 0 0 0,0 1 0 0 0,0 0-1 0 0,0 0 1 0 0,0 1 0 0 0,0-1 0 0 0,0 0-1 0 0,0 1 1 0 0,0-1 0 0 0,0 1 0 0 0,0-1-1 0 0,-1 1 1 0 0,1 0 0 0 0,0 0 0 0 0,0 0 0 0 0,0 0-1 0 0,-1 0 1 0 0,1 0 0 0 0,-1 1 0 0 0,1-1-1 0 0,-1 0 1 0 0,1 1 0 0 0,-1-1 0 0 0,0 1-1 0 0,1 0 1 0 0,-1-1 0 0 0,0 1 0 0 0,1 3-1 0 0,13 25 448 0 0,22 35-2792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5.71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224 26 11979 0 0,'-1'-2'309'0'0,"0"0"1"0"0,-1 0 0 0 0,1 1 0 0 0,-1-1 0 0 0,1 0 0 0 0,-1 1 0 0 0,0-1 0 0 0,0 1-1 0 0,0-1 1 0 0,0 1 0 0 0,0 0 0 0 0,0 0 0 0 0,0 0 0 0 0,0 0 0 0 0,0 0 0 0 0,0 0 0 0 0,0 1-1 0 0,-1-1 1 0 0,1 1 0 0 0,0-1 0 0 0,-1 1 0 0 0,1 0 0 0 0,0 0 0 0 0,0 0 0 0 0,-4 1-1 0 0,1-1-106 0 0,0 1 0 0 0,-1 0 0 0 0,1 0 0 0 0,0 0 0 0 0,0 1 0 0 0,0-1 0 0 0,0 1 0 0 0,0 0 0 0 0,-8 6 0 0 0,2-1-106 0 0,2 1 1 0 0,-1 0-1 0 0,1 0 1 0 0,1 1-1 0 0,-1 0 1 0 0,2 1-1 0 0,-1 0 0 0 0,-11 21 1 0 0,15-25-245 0 0,1 0 1 0 0,1 1-1 0 0,-1-1 1 0 0,1 0-1 0 0,0 1 1 0 0,1 0-1 0 0,0-1 1 0 0,0 1-1 0 0,0 0 1 0 0,1 0-1 0 0,-1-1 1 0 0,2 1-1 0 0,-1 0 0 0 0,1 0 1 0 0,0-1-1 0 0,1 1 1 0 0,3 11-1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6.01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0 261 1840 0 0,'18'2'1512'0'0,"-1"-1"-1"0"0,0-1 0 0 0,0 0 0 0 0,1-2 0 0 0,-1 0 0 0 0,0 0 1 0 0,16-6-1 0 0,-27 6-1329 0 0,0 0 0 0 0,0 0 0 0 0,-1 0 0 0 0,1-1-1 0 0,-1 0 1 0 0,0 0 0 0 0,0-1 0 0 0,0 1 0 0 0,0-1 0 0 0,-1 0 0 0 0,1-1 0 0 0,-1 1 0 0 0,0-1 0 0 0,0 1 0 0 0,-1-1 0 0 0,1-1-1 0 0,-1 1 1 0 0,0 0 0 0 0,-1-1 0 0 0,1 1 0 0 0,-1-1 0 0 0,0 0 0 0 0,1-6 0 0 0,-1 5-119 0 0,-1 0 0 0 0,0 0 0 0 0,0-1-1 0 0,0 1 1 0 0,-1 0 0 0 0,0-1 0 0 0,-1 1 0 0 0,0 0 0 0 0,0-1 0 0 0,0 1-1 0 0,-1 0 1 0 0,-3-9 0 0 0,4 14 5 0 0,-1-1 1 0 0,1 0-1 0 0,-1 1 0 0 0,0-1 0 0 0,0 1 0 0 0,1 0 1 0 0,-2-1-1 0 0,1 1 0 0 0,0 0 0 0 0,0 0 0 0 0,-1 0 0 0 0,1 1 1 0 0,-1-1-1 0 0,1 1 0 0 0,-1-1 0 0 0,0 1 0 0 0,0 0 1 0 0,1 0-1 0 0,-1 0 0 0 0,0 0 0 0 0,0 0 0 0 0,0 1 1 0 0,0-1-1 0 0,0 1 0 0 0,0 0 0 0 0,0 0 0 0 0,0 0 0 0 0,0 0 1 0 0,0 1-1 0 0,0-1 0 0 0,-6 3 0 0 0,2-2-11 0 0,0 1 0 0 0,0 1 1 0 0,0-1-1 0 0,1 1 0 0 0,-1 1 0 0 0,1-1 0 0 0,0 1 0 0 0,0 0 0 0 0,0 0 0 0 0,0 1 0 0 0,1 0 1 0 0,-1 0-1 0 0,1 0 0 0 0,0 0 0 0 0,1 1 0 0 0,-7 10 0 0 0,9-12-58 0 0,0-1-1 0 0,0 1 1 0 0,0-1 0 0 0,1 1 0 0 0,0 0-1 0 0,0 0 1 0 0,0-1 0 0 0,0 1-1 0 0,0 0 1 0 0,1 0 0 0 0,-1 0 0 0 0,1 0-1 0 0,0 0 1 0 0,0 0 0 0 0,1 0-1 0 0,-1 0 1 0 0,1 0 0 0 0,0 0 0 0 0,0 0-1 0 0,0 0 1 0 0,1-1 0 0 0,-1 1-1 0 0,1-1 1 0 0,0 1 0 0 0,0-1-1 0 0,0 1 1 0 0,1-1 0 0 0,-1 0 0 0 0,1 0-1 0 0,-1 0 1 0 0,5 3 0 0 0,3 2-49 0 0,-1 0 1 0 0,2-1 0 0 0,-1 0-1 0 0,1-1 1 0 0,0 0 0 0 0,0 0-1 0 0,0-2 1 0 0,1 1-1 0 0,0-1 1 0 0,0-1 0 0 0,24 4-1 0 0,-20-5-2070 0 0,-1-1-1 0 0,28-2 0 0 0,-13-1-4451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6.28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11058 0 0,'16'6'1061'0'0,"0"1"0"0"0,0 1 0 0 0,-1 0 0 0 0,0 1 0 0 0,20 14-1 0 0,81 67 2710 0 0,-59-44-2630 0 0,86 93 1 0 0,-115-107-917 0 0,-1 2 0 0 0,-1 1-1 0 0,-2 1 1 0 0,25 51 0 0 0,-31-49-187 0 0,-1 1-1 0 0,20 70 0 0 0,-31-89-379 0 0,-2 1 1 0 0,-1 0-1 0 0,0-1 0 0 0,-2 2 1 0 0,0-1-1 0 0,-2 0 0 0 0,-3 31 1 0 0,-8 5-7584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8.00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331 28 6449 0 0,'-6'-4'925'0'0,"-1"1"0"0"0,1-1-1 0 0,-1 1 1 0 0,0 0 0 0 0,0 1-1 0 0,0 0 1 0 0,0 0 0 0 0,0 1-1 0 0,-9-2 1 0 0,12 3-732 0 0,0 0 0 0 0,0 0 0 0 0,0 0 0 0 0,0 0 0 0 0,0 0 0 0 0,0 1 0 0 0,0 0 0 0 0,0 0 0 0 0,0 0 0 0 0,0 0 0 0 0,0 1 0 0 0,1-1 0 0 0,-1 1 0 0 0,0 0 0 0 0,1 0 0 0 0,-1 0 0 0 0,1 1 0 0 0,-3 2 0 0 0,5-4-151 0 0,1 0 0 0 0,0-1 0 0 0,0 1 0 0 0,0 0-1 0 0,0 0 1 0 0,0-1 0 0 0,0 1 0 0 0,0 0 0 0 0,0 0 0 0 0,0-1 0 0 0,0 1 0 0 0,0 0 0 0 0,0 0 0 0 0,0-1 0 0 0,0 1 0 0 0,1 0 0 0 0,-1 0 0 0 0,0-1 0 0 0,1 1-1 0 0,-1 0 1 0 0,0-1 0 0 0,1 1 0 0 0,-1-1 0 0 0,1 1 0 0 0,-1 0 0 0 0,1-1 0 0 0,-1 1 0 0 0,1-1 0 0 0,0 1 0 0 0,-1-1 0 0 0,1 1 0 0 0,-1-1 0 0 0,1 0 0 0 0,0 1-1 0 0,0-1 1 0 0,0 0 0 0 0,0 1-50 0 0,0 0-1 0 0,0 0 0 0 0,0-1 0 0 0,0 1 0 0 0,0 0 1 0 0,0-1-1 0 0,0 1 0 0 0,0-1 0 0 0,0 0 1 0 0,0 1-1 0 0,0-1 0 0 0,1 0 0 0 0,-1 1 1 0 0,0-1-1 0 0,0 0 0 0 0,0 0 0 0 0,0 0 0 0 0,1 0 1 0 0,-1 0-1 0 0,0 0 0 0 0,0-1 0 0 0,0 1 1 0 0,0 0-1 0 0,2-1 0 0 0,-2 0 23 0 0,-1 1 0 0 0,0 0 0 0 0,1-1 0 0 0,-1 1 0 0 0,0 0 0 0 0,0-1 1 0 0,1 1-1 0 0,-1-1 0 0 0,0 1 0 0 0,0 0 0 0 0,0-1 0 0 0,0 1 0 0 0,1-1 0 0 0,-1 1 0 0 0,0-1 0 0 0,0 1 0 0 0,0 0 0 0 0,0-1 0 0 0,0 1 0 0 0,0-1 0 0 0,0 1 0 0 0,0-1 0 0 0,0 1 1 0 0,-1-1-1 0 0,1 1 0 0 0,0 0 0 0 0,0-1 0 0 0,0 1 0 0 0,0-1 0 0 0,-1 1 0 0 0,1 0 0 0 0,0-1 0 0 0,0 1 0 0 0,-1 0 0 0 0,1-1 0 0 0,0 1 0 0 0,-1 0 0 0 0,1-1 0 0 0,0 1 0 0 0,-1 0 1 0 0,1-1-1 0 0,0 1 0 0 0,-1 0 0 0 0,1 0 0 0 0,-1 0 0 0 0,1-1 0 0 0,0 1 0 0 0,-1 0 0 0 0,0 0 0 0 0,-24-7 201 0 0,18 8-186 0 0,0 0 0 0 0,0 0 1 0 0,0 1-1 0 0,0 0 1 0 0,0 0-1 0 0,0 1 0 0 0,1 0 1 0 0,-1 0-1 0 0,1 1 0 0 0,0-1 1 0 0,0 1-1 0 0,0 0 1 0 0,0 1-1 0 0,1 0 0 0 0,-1 0 1 0 0,1 0-1 0 0,0 0 1 0 0,1 1-1 0 0,0 0 0 0 0,-6 8 1 0 0,2-1-24 0 0,0 0 0 0 0,1 1 0 0 0,1-1 0 0 0,0 2 0 0 0,1-1 0 0 0,0 0 1 0 0,1 1-1 0 0,-4 26 0 0 0,8-36-16 0 0,-1 0 1 0 0,1-1-1 0 0,0 1 1 0 0,1 0-1 0 0,-1 0 0 0 0,1 0 1 0 0,0-1-1 0 0,0 1 1 0 0,0 0-1 0 0,1-1 1 0 0,0 1-1 0 0,-1-1 1 0 0,6 7-1 0 0,-6-9-3 0 0,0 0-1 0 0,0-1 1 0 0,1 1-1 0 0,-1-1 0 0 0,1 0 1 0 0,0 1-1 0 0,-1-1 1 0 0,1 0-1 0 0,0 0 1 0 0,0 0-1 0 0,0 0 1 0 0,-1 0-1 0 0,1-1 1 0 0,0 1-1 0 0,0-1 1 0 0,0 1-1 0 0,0-1 1 0 0,0 0-1 0 0,0 1 1 0 0,1-1-1 0 0,-1 0 1 0 0,0 0-1 0 0,0-1 1 0 0,0 1-1 0 0,0 0 0 0 0,0-1 1 0 0,0 1-1 0 0,0-1 1 0 0,0 1-1 0 0,0-1 1 0 0,-1 0-1 0 0,1 0 1 0 0,3-2-1 0 0,3-2-27 0 0,0 0 1 0 0,0-1-1 0 0,-1 1 0 0 0,0-1 0 0 0,0-1 0 0 0,0 1 0 0 0,-1-1 0 0 0,0-1 0 0 0,7-11 0 0 0,6-12-178 0 0,16-35-1 0 0,-27 50 205 0 0,3-8 59 0 0,-7 14 14 0 0,1 0 0 0 0,0 0 0 0 0,0 1 0 0 0,1 0 0 0 0,0 0 0 0 0,14-15 0 0 0,-19 23-31 0 0,0 0 0 0 0,0 1 1 0 0,0-1-1 0 0,0 0 0 0 0,1 1 0 0 0,-1-1 0 0 0,0 1 1 0 0,0-1-1 0 0,1 1 0 0 0,-1 0 0 0 0,0 0 1 0 0,1-1-1 0 0,-1 1 0 0 0,0 0 0 0 0,1 0 0 0 0,-1 0 1 0 0,0 1-1 0 0,0-1 0 0 0,1 0 0 0 0,-1 0 1 0 0,0 1-1 0 0,1-1 0 0 0,-1 1 0 0 0,0-1 1 0 0,0 1-1 0 0,0-1 0 0 0,1 1 0 0 0,-1 0 0 0 0,0-1 1 0 0,0 1-1 0 0,0 0 0 0 0,0 0 0 0 0,0 0 1 0 0,-1 0-1 0 0,3 2 0 0 0,4 4 64 0 0,0 2-1 0 0,-1-1 1 0 0,8 13 0 0 0,-9-14-25 0 0,10 17 6 0 0,-1-1-1 0 0,-1 2 0 0 0,-1-1 0 0 0,-2 2 0 0 0,13 45 0 0 0,-18-54-29 0 0,-1 0 1 0 0,-1 1 0 0 0,-1-1 0 0 0,-1 1 0 0 0,0-1 0 0 0,-1 1 0 0 0,-1 0-1 0 0,-1-1 1 0 0,0 1 0 0 0,-5 16 0 0 0,5-27-2 0 0,0 0-1 0 0,-1 0 1 0 0,0 0-1 0 0,-7 10 1 0 0,9-14-171 0 0,-1-1 1 0 0,1 0 0 0 0,-1 0-1 0 0,0 0 1 0 0,1 0-1 0 0,-1 0 1 0 0,0 0-1 0 0,0-1 1 0 0,0 1-1 0 0,-1-1 1 0 0,1 1 0 0 0,0-1-1 0 0,-1 0 1 0 0,1 0-1 0 0,-1 0 1 0 0,-2 1-1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8.3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48 4609 0 0,'26'-27'16230'0'0,"-47"58"-15184"0"0,17-23-995 0 0,1 1 0 0 0,0 0 0 0 0,1 0 0 0 0,0 0 0 0 0,1 0 0 0 0,-1 0 0 0 0,2 0 0 0 0,-1 0 0 0 0,1 0 0 0 0,1 1 0 0 0,0-1 1 0 0,0 0-1 0 0,3 11 0 0 0,-3-15-33 0 0,0 0 0 0 0,1 0 0 0 0,0 1 1 0 0,0-1-1 0 0,0 0 0 0 0,0 0 0 0 0,1-1 0 0 0,0 1 1 0 0,0-1-1 0 0,0 1 0 0 0,1-1 0 0 0,-1 0 1 0 0,1 0-1 0 0,0 0 0 0 0,0-1 0 0 0,1 1 0 0 0,-1-1 1 0 0,1 0-1 0 0,-1 0 0 0 0,1-1 0 0 0,0 1 1 0 0,0-1-1 0 0,8 2 0 0 0,-10-3 2 0 0,0 0 0 0 0,0-1 0 0 0,0 1 0 0 0,0-1 0 0 0,0 0 0 0 0,0 0 0 0 0,0 0 0 0 0,0 0 0 0 0,0 0 0 0 0,0-1 0 0 0,0 1-1 0 0,-1-1 1 0 0,1 0 0 0 0,0 0 0 0 0,0 0 0 0 0,0 0 0 0 0,-1-1 0 0 0,6-2 0 0 0,-5 1 2 0 0,0 0-1 0 0,-1 0 0 0 0,1 0 1 0 0,0 0-1 0 0,-1 0 1 0 0,0 0-1 0 0,1-1 0 0 0,-1 0 1 0 0,-1 1-1 0 0,1-1 1 0 0,0 0-1 0 0,0-5 0 0 0,1 0 0 0 0,-1-1 1 0 0,-1 1-1 0 0,0-1 0 0 0,0 1 0 0 0,0-1 0 0 0,-2 0 0 0 0,1 1 0 0 0,-1-1 0 0 0,0 1 0 0 0,-6-19 0 0 0,5 20-77 0 0,-2 0 0 0 0,1 1-1 0 0,-1-1 1 0 0,0 1-1 0 0,0-1 1 0 0,-1 1 0 0 0,0 0-1 0 0,-1 1 1 0 0,-7-8-1 0 0,-20-10-2533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8.60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0 281 15203 0 0,'4'2'184'0'0,"0"-1"1"0"0,0 1-1 0 0,0-1 0 0 0,0 0 0 0 0,0 0 0 0 0,0-1 0 0 0,0 1 1 0 0,0-1-1 0 0,0 0 0 0 0,0 0 0 0 0,0 0 0 0 0,0 0 0 0 0,0-1 0 0 0,0 0 1 0 0,0 0-1 0 0,0 0 0 0 0,0 0 0 0 0,0 0 0 0 0,6-5 0 0 0,8-2 326 0 0,0-1 0 0 0,27-20 0 0 0,-36 24-510 0 0,-1-2-1 0 0,0 1 1 0 0,0-1-1 0 0,0 0 0 0 0,-1-1 1 0 0,0 0-1 0 0,-1 0 0 0 0,0-1 1 0 0,0 1-1 0 0,-1-1 1 0 0,0 0-1 0 0,0-1 0 0 0,-1 1 1 0 0,0-1-1 0 0,-1 0 1 0 0,0 0-1 0 0,0 0 0 0 0,-1-1 1 0 0,-1 1-1 0 0,0 0 1 0 0,0-1-1 0 0,-1 1 0 0 0,-1-15 1 0 0,1 25 10 0 0,0-1 1 0 0,0 1-1 0 0,0 0 1 0 0,0 0 0 0 0,0 0-1 0 0,0 0 1 0 0,-1 0-1 0 0,1-1 1 0 0,0 1-1 0 0,0 0 1 0 0,0 0 0 0 0,0 0-1 0 0,0 0 1 0 0,0-1-1 0 0,0 1 1 0 0,0 0-1 0 0,0 0 1 0 0,-1 0 0 0 0,1 0-1 0 0,0 0 1 0 0,0 0-1 0 0,0 0 1 0 0,0-1-1 0 0,0 1 1 0 0,0 0 0 0 0,-1 0-1 0 0,1 0 1 0 0,0 0-1 0 0,0 0 1 0 0,0 0-1 0 0,0 0 1 0 0,-1 0 0 0 0,1 0-1 0 0,0 0 1 0 0,0 0-1 0 0,0 0 1 0 0,0 0 0 0 0,-1 0-1 0 0,1 0 1 0 0,0 0-1 0 0,0 0 1 0 0,0 0-1 0 0,0 0 1 0 0,-1 0 0 0 0,1 0-1 0 0,-10 7 337 0 0,-7 10 41 0 0,11-9-362 0 0,-1 0-1 0 0,1 0 1 0 0,0 1-1 0 0,1-1 1 0 0,0 2-1 0 0,0-1 1 0 0,-5 18-1 0 0,9-24-33 0 0,0 0 1 0 0,0 0-1 0 0,1 1 0 0 0,-1-1 0 0 0,1 0 0 0 0,0 1 0 0 0,0-1 0 0 0,0 0 0 0 0,0 1 0 0 0,1-1 0 0 0,-1 0 0 0 0,1 1 1 0 0,0-1-1 0 0,0 0 0 0 0,0 0 0 0 0,0 0 0 0 0,1 0 0 0 0,-1 0 0 0 0,1 0 0 0 0,0 0 0 0 0,0 0 0 0 0,0 0 1 0 0,0-1-1 0 0,0 1 0 0 0,1-1 0 0 0,-1 0 0 0 0,5 4 0 0 0,-2-3-115 0 0,0 1 1 0 0,1-1-1 0 0,-1 0 1 0 0,1 0-1 0 0,-1-1 1 0 0,1 1-1 0 0,0-1 0 0 0,0-1 1 0 0,10 3-1 0 0,3-2-629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9.0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227 89 11979 0 0,'-1'-6'313'0'0,"1"1"1"0"0,-1 0 0 0 0,0-1-1 0 0,0 1 1 0 0,0 0 0 0 0,-1 0-1 0 0,0 0 1 0 0,0 0 0 0 0,0 0-1 0 0,0 0 1 0 0,-1 1-1 0 0,-4-7 1 0 0,5 9-153 0 0,0 1 1 0 0,1-1-1 0 0,-1 1 0 0 0,0-1 0 0 0,0 1 0 0 0,0 0 1 0 0,0 0-1 0 0,0 0 0 0 0,0 0 0 0 0,-1 0 1 0 0,1 0-1 0 0,0 1 0 0 0,0-1 0 0 0,-1 1 0 0 0,1 0 1 0 0,0-1-1 0 0,0 1 0 0 0,-1 0 0 0 0,1 0 1 0 0,0 0-1 0 0,-1 1 0 0 0,1-1 0 0 0,0 1 0 0 0,-1-1 1 0 0,1 1-1 0 0,0 0 0 0 0,0-1 0 0 0,0 1 1 0 0,0 0-1 0 0,0 1 0 0 0,-3 1 0 0 0,-7 4 12 0 0,0 1 0 0 0,0 0 0 0 0,0 1 0 0 0,1 0 0 0 0,-14 16 0 0 0,20-21-151 0 0,1 1 1 0 0,-1 0 0 0 0,1 0 0 0 0,1 0-1 0 0,-1 1 1 0 0,1 0 0 0 0,0-1 0 0 0,0 1-1 0 0,0 0 1 0 0,1 0 0 0 0,0 1 0 0 0,0-1 0 0 0,1 0-1 0 0,-2 9 1 0 0,4-12-20 0 0,-1 0 0 0 0,1 1-1 0 0,0-1 1 0 0,0 0 0 0 0,0 0-1 0 0,0 0 1 0 0,0 0 0 0 0,1 0-1 0 0,0 0 1 0 0,-1 0 0 0 0,1-1-1 0 0,0 1 1 0 0,0 0 0 0 0,1-1-1 0 0,4 4 1 0 0,43 34-191 0 0,-38-32 129 0 0,17 12-27 0 0,-19-14 35 0 0,1 0-1 0 0,-1 1 0 0 0,0 1 1 0 0,-1 0-1 0 0,0 0 0 0 0,0 0 1 0 0,-1 2-1 0 0,8 9 0 0 0,-15-17 44 0 0,-1-1 0 0 0,1 0 0 0 0,-1 1-1 0 0,1-1 1 0 0,-1 1 0 0 0,0 0 0 0 0,1-1-1 0 0,-1 1 1 0 0,0-1 0 0 0,0 1 0 0 0,0-1-1 0 0,0 1 1 0 0,-1-1 0 0 0,1 1 0 0 0,0 0-1 0 0,-1-1 1 0 0,1 1 0 0 0,-1-1 0 0 0,1 0-1 0 0,-1 1 1 0 0,0-1 0 0 0,1 1 0 0 0,-1-1-1 0 0,0 0 1 0 0,0 0 0 0 0,0 1 0 0 0,0-1-1 0 0,0 0 1 0 0,0 0 0 0 0,0 0 0 0 0,-1 0-1 0 0,1 0 1 0 0,0 0 0 0 0,-1-1 0 0 0,-1 2-1 0 0,-2 1-250 0 0,-1 1-1 0 0,0-1 0 0 0,1 0 1 0 0,-2-1-1 0 0,1 0 1 0 0,0 0-1 0 0,-8 2 1 0 0,-2-3-6732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29.5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233 425 7834 0 0,'-1'-5'659'0'0,"-1"1"0"0"0,0 0 0 0 0,1 0 0 0 0,-1 0 0 0 0,-1 1 0 0 0,1-1 0 0 0,-1 0 0 0 0,1 1 1 0 0,-1-1-1 0 0,0 1 0 0 0,0 0 0 0 0,0 0 0 0 0,-1 0 0 0 0,-6-4 0 0 0,8 6-535 0 0,0 0 0 0 0,0 0 0 0 0,-1 0 0 0 0,1 1 0 0 0,0-1 0 0 0,-1 1 0 0 0,1-1 0 0 0,-1 1 0 0 0,1 0 0 0 0,0 0 0 0 0,-1 0 0 0 0,1 0 0 0 0,-1 0 0 0 0,1 0 0 0 0,-1 1 0 0 0,1 0 0 0 0,0-1 0 0 0,-1 1 0 0 0,1 0-1 0 0,0 0 1 0 0,0 0 0 0 0,0 0 0 0 0,0 0 0 0 0,0 1 0 0 0,0-1 0 0 0,0 0 0 0 0,-3 4 0 0 0,-9 8 89 0 0,0 1-1 0 0,1 0 0 0 0,1 1 0 0 0,-15 22 1 0 0,22-28-219 0 0,-1 1 1 0 0,1-1-1 0 0,0 1 0 0 0,1-1 1 0 0,0 1-1 0 0,1 0 1 0 0,0 1-1 0 0,1-1 0 0 0,-2 17 1 0 0,3-24-2 0 0,1 0 1 0 0,0 0 0 0 0,0 0 0 0 0,0 0-1 0 0,1 0 1 0 0,-1 0 0 0 0,1 0 0 0 0,-1 0-1 0 0,1-1 1 0 0,0 1 0 0 0,0 0 0 0 0,0 0-1 0 0,1 0 1 0 0,-1-1 0 0 0,1 1-1 0 0,-1-1 1 0 0,4 4 0 0 0,-3-5-43 0 0,-1 1-1 0 0,1-1 1 0 0,1 1-1 0 0,-1-1 1 0 0,0 0 0 0 0,0 0-1 0 0,0 0 1 0 0,1 0-1 0 0,-1 0 1 0 0,0-1-1 0 0,1 1 1 0 0,-1-1 0 0 0,1 1-1 0 0,-1-1 1 0 0,1 0-1 0 0,4 0 1 0 0,0-1-50 0 0,0 0 1 0 0,0 0-1 0 0,0-1 1 0 0,0 0-1 0 0,0-1 1 0 0,0 1-1 0 0,0-1 1 0 0,0 0-1 0 0,-1-1 1 0 0,0 0-1 0 0,0 0 0 0 0,10-9 1 0 0,-7 5 50 0 0,-1-1-1 0 0,0 0 1 0 0,0 0-1 0 0,-1-1 1 0 0,-1 0-1 0 0,0 0 1 0 0,0 0 0 0 0,-1-1-1 0 0,0 0 1 0 0,-1 0-1 0 0,0-1 1 0 0,-1 1-1 0 0,0-1 1 0 0,0 0 0 0 0,-2 1-1 0 0,1-1 1 0 0,-2-20-1 0 0,-1 3 9 0 0,-2 1-1 0 0,-1 0 0 0 0,-2 0 1 0 0,-1 0-1 0 0,0 0 0 0 0,-16-33 1 0 0,23 60 44 0 0,-9-18 345 0 0,2-1 0 0 0,0 0 0 0 0,1 0-1 0 0,1-1 1 0 0,1 1 0 0 0,-1-30 0 0 0,34 116 1315 0 0,105 236-1031 0 0,-29-110-3136 0 0,-79-152-5077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30.2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59 289 6913 0 0,'-1'-3'898'0'0,"-1"0"0"0"0,1 0 0 0 0,-1 0 0 0 0,0 0 0 0 0,0 0 0 0 0,0 1 0 0 0,0-1 0 0 0,-1 0-1 0 0,-4-3 1 0 0,6 5-732 0 0,1 1-1 0 0,-1 0 1 0 0,1 0 0 0 0,0 0-1 0 0,-1-1 1 0 0,1 1 0 0 0,-1 0-1 0 0,1 0 1 0 0,-1 0-1 0 0,1 0 1 0 0,-1 0 0 0 0,1 0-1 0 0,-1 0 1 0 0,1 0-1 0 0,-1 0 1 0 0,1 0 0 0 0,-1 0-1 0 0,1 0 1 0 0,-1 1 0 0 0,1-1-1 0 0,-1 0 1 0 0,1 0-1 0 0,-1 0 1 0 0,1 1 0 0 0,0-1-1 0 0,-1 1 1 0 0,-1 0-18 0 0,1 0 0 0 0,0 1 1 0 0,0-1-1 0 0,-1 1 0 0 0,1 0 1 0 0,0-1-1 0 0,0 1 0 0 0,1 0 1 0 0,-1 0-1 0 0,-1 2 0 0 0,0 6-26 0 0,0-1 0 0 0,0 1 0 0 0,1-1 0 0 0,0 1 0 0 0,1 0 0 0 0,0-1 0 0 0,0 1 0 0 0,1 0 0 0 0,0-1 0 0 0,1 1 0 0 0,0-1 0 0 0,1 0 0 0 0,0 1 0 0 0,0-1-1 0 0,1 0 1 0 0,0-1 0 0 0,9 15 0 0 0,-9-17-131 0 0,0 1-1 0 0,0-1 0 0 0,1 0 1 0 0,-1 0-1 0 0,2 0 0 0 0,-1 0 1 0 0,1-1-1 0 0,-1 0 0 0 0,2 0 1 0 0,-1-1-1 0 0,0 1 0 0 0,1-1 1 0 0,0-1-1 0 0,0 1 0 0 0,0-1 1 0 0,0-1-1 0 0,0 1 0 0 0,1-1 1 0 0,-1 0-1 0 0,1-1 0 0 0,-1 0 0 0 0,12 0 1 0 0,-16 0-10 0 0,0-1 1 0 0,-1 0-1 0 0,1 0 0 0 0,-1 0 1 0 0,1-1-1 0 0,-1 1 0 0 0,1-1 1 0 0,-1 1-1 0 0,1-1 0 0 0,-1 0 1 0 0,0 0-1 0 0,1 0 0 0 0,-1 0 1 0 0,0 0-1 0 0,0 0 1 0 0,1-1-1 0 0,-1 1 0 0 0,0-1 1 0 0,-1 0-1 0 0,1 0 0 0 0,0 1 1 0 0,0-1-1 0 0,-1 0 0 0 0,1 0 1 0 0,-1 0-1 0 0,1-1 0 0 0,-1 1 1 0 0,0 0-1 0 0,0-1 1 0 0,0 1-1 0 0,0 0 0 0 0,-1-1 1 0 0,1 1-1 0 0,-1-1 0 0 0,1 1 1 0 0,-1-1-1 0 0,0 1 0 0 0,0-5 1 0 0,-1-8-220 0 0,-1 0 1 0 0,-1-1-1 0 0,0 1 1 0 0,-1 0-1 0 0,-8-19 1 0 0,-1-6-460 0 0,8 16 517 0 0,0-1-1 0 0,2 0 1 0 0,1 0-1 0 0,1-1 1 0 0,3-36-1 0 0,-2 62 195 0 0,1-1 1 0 0,-1 0-1 0 0,0 1 0 0 0,0-1 0 0 0,1 0 0 0 0,-1 1 0 0 0,1-1 0 0 0,-1 1 1 0 0,1-1-1 0 0,-1 1 0 0 0,1-1 0 0 0,-1 1 0 0 0,1-1 0 0 0,-1 1 0 0 0,1-1 1 0 0,0 1-1 0 0,-1 0 0 0 0,1-1 0 0 0,-1 1 0 0 0,1 0 0 0 0,0 0 0 0 0,0-1 1 0 0,-1 1-1 0 0,1 0 0 0 0,0 0 0 0 0,-1 0 0 0 0,1 0 0 0 0,0 0 0 0 0,0 0 0 0 0,-1 0 1 0 0,1 0-1 0 0,0 0 0 0 0,-1 0 0 0 0,1 0 0 0 0,1 1 0 0 0,36 6 827 0 0,-20-3-618 0 0,-12-4-190 0 0,-1 1-1 0 0,1 0 1 0 0,0 0 0 0 0,0 0 0 0 0,0 1 0 0 0,-1 0 0 0 0,1 0 0 0 0,0 0 0 0 0,-1 1 0 0 0,6 3 0 0 0,-8-3-33 0 0,0 0 0 0 0,-1-1 0 0 0,1 1 1 0 0,-1 0-1 0 0,0 0 0 0 0,0 0 1 0 0,0 1-1 0 0,0-1 0 0 0,0 0 0 0 0,-1 1 1 0 0,1 0-1 0 0,-1-1 0 0 0,0 1 0 0 0,0-1 1 0 0,-1 1-1 0 0,1 0 0 0 0,-1 5 0 0 0,2 48 90 0 0,-3-46-81 0 0,1 1 0 0 0,0-1 0 0 0,1 1 0 0 0,1-1 0 0 0,-1 1 0 0 0,2-1 0 0 0,-1 0 0 0 0,6 14 0 0 0,-7-24-7 0 0,-1-1 0 0 0,0 1 0 0 0,0 0 0 0 0,1-1 0 0 0,-1 1 0 0 0,0 0 0 0 0,1-1 0 0 0,-1 1 1 0 0,1 0-1 0 0,-1-1 0 0 0,1 1 0 0 0,-1-1 0 0 0,1 1 0 0 0,-1-1 0 0 0,1 1 0 0 0,0-1 0 0 0,-1 1 0 0 0,1-1 0 0 0,0 0 0 0 0,-1 1 0 0 0,1-1 0 0 0,0 0 0 0 0,-1 1 0 0 0,1-1 0 0 0,0 0 0 0 0,0 0 0 0 0,-1 0 1 0 0,1 0-1 0 0,1 0 0 0 0,-1 0 10 0 0,1-1 0 0 0,-1 0 0 0 0,0 1-1 0 0,1-1 1 0 0,-1 0 0 0 0,0 0 0 0 0,0 0 0 0 0,0 0 0 0 0,0 0 0 0 0,1 0 0 0 0,-1 0 0 0 0,-1 0 0 0 0,1 0 0 0 0,1-2 0 0 0,5-8 121 0 0,-1 0 0 0 0,10-22 0 0 0,-13 25-82 0 0,25-59 187 0 0,12-26-72 0 0,-35 83-172 0 0,1 0 1 0 0,0 0-1 0 0,1 1 1 0 0,0-1-1 0 0,0 2 1 0 0,13-13-1 0 0,-19 20 4 0 0,0 0-1 0 0,0 0 0 0 0,0 0 0 0 0,0 0 0 0 0,0 0 1 0 0,0 0-1 0 0,0 1 0 0 0,1-1 0 0 0,-1 0 0 0 0,0 1 1 0 0,0-1-1 0 0,1 0 0 0 0,-1 1 0 0 0,0 0 0 0 0,1-1 1 0 0,-1 1-1 0 0,1 0 0 0 0,-1 0 0 0 0,0 0 0 0 0,1 0 1 0 0,-1 0-1 0 0,1 0 0 0 0,-1 0 0 0 0,0 0 0 0 0,1 0 1 0 0,2 1-1 0 0,-1 2 3 0 0,0-1 0 0 0,-1 0 1 0 0,1 0-1 0 0,0 1 0 0 0,-1 0 0 0 0,1-1 1 0 0,-1 1-1 0 0,3 5 0 0 0,-4-5 21 0 0,1 0 1 0 0,-1-1-1 0 0,1 1 0 0 0,0-1 0 0 0,0 1 0 0 0,0-1 1 0 0,0 0-1 0 0,0 0 0 0 0,1 0 0 0 0,-1 0 0 0 0,1 0 1 0 0,-1 0-1 0 0,1 0 0 0 0,0-1 0 0 0,0 0 0 0 0,-1 1 1 0 0,1-1-1 0 0,0 0 0 0 0,0 0 0 0 0,5 0 0 0 0,-5-1-2 0 0,-1 0-1 0 0,0 0 0 0 0,0 0 1 0 0,1-1-1 0 0,-1 1 0 0 0,0-1 1 0 0,0 1-1 0 0,0-1 1 0 0,0 0-1 0 0,1 0 0 0 0,-1 0 1 0 0,0 0-1 0 0,-1 0 0 0 0,1-1 1 0 0,0 1-1 0 0,0 0 0 0 0,0-1 1 0 0,-1 1-1 0 0,1-1 0 0 0,-1 0 1 0 0,1 0-1 0 0,-1 0 0 0 0,0 1 1 0 0,0-1-1 0 0,0 0 0 0 0,0 0 1 0 0,0-1-1 0 0,0 1 0 0 0,0 0 1 0 0,-1 0-1 0 0,1 0 1 0 0,-1 0-1 0 0,1-1 0 0 0,-1 1 1 0 0,0 0-1 0 0,0 0 0 0 0,0-1 1 0 0,-1-1-1 0 0,1-4-95 0 0,0 0 0 0 0,-1 0-1 0 0,0 0 1 0 0,-1 0 0 0 0,0 1 0 0 0,0-1 0 0 0,0 1 0 0 0,-1-1 0 0 0,-7-12-1 0 0,-3 0-2155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30.6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1 123 8290 0 0,'14'3'960'0'0,"-1"0"0"0"0,1 2 0 0 0,-1-1 0 0 0,0 2 0 0 0,0 0 0 0 0,0 0-1 0 0,12 9 1 0 0,-18-10-556 0 0,0-1 0 0 0,0 2 0 0 0,0-1 0 0 0,-1 1 0 0 0,1 0 0 0 0,-2 0 0 0 0,1 1 0 0 0,-1-1 0 0 0,1 1 0 0 0,-2 1 0 0 0,1-1 0 0 0,6 15 0 0 0,-11-22-383 0 0,0 0 1 0 0,0 0 0 0 0,0 0 0 0 0,0 0 0 0 0,0 0-1 0 0,0 0 1 0 0,0 0 0 0 0,0 0 0 0 0,0 0 0 0 0,0 0-1 0 0,0-1 1 0 0,0 1 0 0 0,0 0 0 0 0,0 0 0 0 0,0 0-1 0 0,1 0 1 0 0,-1 0 0 0 0,0 0 0 0 0,0 0 0 0 0,0 0 0 0 0,0 0-1 0 0,0 0 1 0 0,0 0 0 0 0,0 0 0 0 0,0 0 0 0 0,0 0-1 0 0,0 0 1 0 0,1 0 0 0 0,-1 0 0 0 0,0 0 0 0 0,0 0-1 0 0,0 0 1 0 0,0 0 0 0 0,0 0 0 0 0,0 0 0 0 0,0 0 0 0 0,0 0-1 0 0,0 0 1 0 0,0 0 0 0 0,0 0 0 0 0,1 1 0 0 0,-1-1-1 0 0,0 0 1 0 0,0 0 0 0 0,0 0 0 0 0,0 0 0 0 0,0 0-1 0 0,0 0 1 0 0,0 0 0 0 0,0 0 0 0 0,0 0 0 0 0,0 0-1 0 0,0 0 1 0 0,0 0 0 0 0,0 1 0 0 0,0-1 0 0 0,0 0 0 0 0,0 0-1 0 0,0 0 1 0 0,0 0 0 0 0,4-13 366 0 0,0-17-243 0 0,-3 8-84 0 0,1-1 1 0 0,1 1 0 0 0,8-31 0 0 0,-10 46-62 0 0,1 1 1 0 0,1-1 0 0 0,-1 1-1 0 0,1 0 1 0 0,0 0-1 0 0,0 0 1 0 0,1 1 0 0 0,0-1-1 0 0,0 1 1 0 0,0 0-1 0 0,1 0 1 0 0,-1 0 0 0 0,1 1-1 0 0,0-1 1 0 0,1 1-1 0 0,5-4 1 0 0,-8 7-1 0 0,-1 0-1 0 0,1 0 1 0 0,0 0-1 0 0,0 0 1 0 0,0 0-1 0 0,-1 1 1 0 0,1-1 0 0 0,0 1-1 0 0,0 0 1 0 0,0 0-1 0 0,0 0 1 0 0,0 0-1 0 0,0 1 1 0 0,-1-1-1 0 0,1 1 1 0 0,0-1 0 0 0,4 3-1 0 0,5 1 59 0 0,-1 2 0 0 0,22 12 0 0 0,11 5 224 0 0,-25-17-247 0 0,0-1 0 0 0,0 0 1 0 0,0-2-1 0 0,36 2 0 0 0,3-4-6859 0 0,-30-2-539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2.34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6913 0 0,'0'0'529'0'0,"28"9"2413"0"0,-25-7-2544 0 0,1 0 1 0 0,-1 0-1 0 0,0 0 1 0 0,0 1-1 0 0,0-1 1 0 0,0 1-1 0 0,0 0 1 0 0,-1 0-1 0 0,1 0 1 0 0,-1 0-1 0 0,0 0 1 0 0,0 0-1 0 0,0 1 1 0 0,0-1-1 0 0,-1 1 1 0 0,1-1-1 0 0,0 6 1 0 0,3 8 266 0 0,-1 1 1 0 0,2 28-1 0 0,0-5-172 0 0,2 3-446 0 0,-2 0 0 0 0,-2 0 0 0 0,-2 1 0 0 0,-5 76 1 0 0,-2-80-1851 0 0,-12 45 1 0 0,11-58-4329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2.5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3225 0 0,'4'13'1462'0'0,"0"0"1"0"0,0-1-1 0 0,-2 1 1 0 0,0 0 0 0 0,1 16-1 0 0,-3 70 3762 0 0,-1-70-4780 0 0,1 0 0 0 0,7 57 0 0 0,-4-69-1832 0 0,0 0-4786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2.7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 1 5065 0 0,'-6'138'4448'0'0,"1"44"463"0"0,11-130-5353 0 0,1-31-3614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2.9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6913 0 0,'3'18'305'0'0,"-3"-5"63"0"0,1 0-296 0 0,-1-4-72 0 0,1-2 0 0 0,-1-2 0 0 0,2 2 416 0 0,-1 5 64 0 0,2 9 8 0 0,1 4 8 0 0,0 5-112 0 0,1-1-32 0 0,1-2 0 0 0,-2-3 0 0 0,1 1-1472 0 0,-1-3-288 0 0,2-3-65 0 0,-3-3-15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3.0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0 3225 0 0,'2'25'1148'0'0,"0"0"0"0"0,-2 0 0 0 0,-4 37 0 0 0,1-34-652 0 0,2 0-1 0 0,2 37 0 0 0,-1-63-743 0 0,1 1-1 0 0,-1-1 1 0 0,0 0-1 0 0,1 1 0 0 0,-1-1 1 0 0,1 0-1 0 0,0 1 1 0 0,0-1-1 0 0,0 0 0 0 0,0 0 1 0 0,0 0-1 0 0,0 0 1 0 0,1 0-1 0 0,-1 0 1 0 0,1 0-1 0 0,-1 0 0 0 0,1 0 1 0 0,0-1-1 0 0,2 2 1 0 0,0 0 141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3.25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2761 0 0,'1'10'248'0'0,"1"-1"-248"0"0,-1-1 0 0 0,-1-3 0 0 0,2-1 240 0 0,-2-1 0 0 0,1 2 0 0 0,0 5 0 0 0,1 2-176 0 0,2 7-64 0 0,1 1 0 0 0,1-3 64 0 0,-1-2-64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57.72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85 88 5065 0 0,'-5'-7'934'0'0,"1"0"1"0"0,-1 0-1 0 0,0 1 0 0 0,-11-11 1 0 0,11 12 233 0 0,-1-1 1 0 0,1 0 0 0 0,0 0 0 0 0,-7-14 4582 0 0,6 48-5552 0 0,2 1 1 0 0,0 0-1 0 0,2 0 0 0 0,1 0 0 0 0,2 0 1 0 0,1 0-1 0 0,1 0 0 0 0,7 30 1 0 0,53 275-84 0 0,23 366 0 0 0,-62-489 107 0 0,-8-91 83 0 0,1 186 0 0 0,-34 7 152 0 0,4-105 20 0 0,8-176-186 0 0,2-20-596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58.38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258 132 2761 0 0,'-2'-7'214'0'0,"0"1"1"0"0,1-1 0 0 0,0 0-1 0 0,0 0 1 0 0,1 0-1 0 0,-1 0 1 0 0,2-10 0 0 0,-1-10 233 0 0,-2 10-729 0 0,-7-4 5510 0 0,9 21-5097 0 0,0-1-1 0 0,-1 1 1 0 0,1 0 0 0 0,0 0-1 0 0,-1 0 1 0 0,1 0-1 0 0,0 0 1 0 0,-1 0 0 0 0,1 0-1 0 0,0 0 1 0 0,-1 0 0 0 0,1 0-1 0 0,0 0 1 0 0,-1 0-1 0 0,1 0 1 0 0,-1 0 0 0 0,1 0-1 0 0,0 0 1 0 0,-1 0 0 0 0,1 1-1 0 0,-17 14 2340 0 0,-6 20-1475 0 0,-32 64 1 0 0,14-23-382 0 0,17-35 591 0 0,2 1 0 0 0,-29 75 0 0 0,93-284-326 0 0,10-36-656 0 0,-51 200-195 0 0,0-1-1 0 0,0 1 0 0 0,0 0 1 0 0,0 0-1 0 0,1 0 1 0 0,-1 0-1 0 0,1 1 0 0 0,0-1 1 0 0,0 0-1 0 0,0 1 0 0 0,0-1 1 0 0,4-2-1 0 0,-5 4-11 0 0,1 1 0 0 0,-1-1 1 0 0,1 1-1 0 0,-1-1 0 0 0,0 1 1 0 0,1 0-1 0 0,-1 0 0 0 0,1 0 0 0 0,-1 0 1 0 0,1 0-1 0 0,-1 0 0 0 0,1 0 1 0 0,-1 0-1 0 0,1 0 0 0 0,-1 1 0 0 0,1-1 1 0 0,-1 1-1 0 0,0-1 0 0 0,1 1 0 0 0,-1-1 1 0 0,0 1-1 0 0,1 0 0 0 0,-1 0 1 0 0,0 0-1 0 0,0 0 0 0 0,0 0 0 0 0,0 0 1 0 0,2 1-1 0 0,7 8 99 0 0,-1 0-1 0 0,1 1 1 0 0,-2 0 0 0 0,15 23 0 0 0,14 18 176 0 0,-11-23-434 0 0,2-1 1 0 0,1-1 0 0 0,1-1-1 0 0,46 29 1 0 0,-53-40-367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59.0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51 7834 0 0,'-2'-6'1633'0'0,"-1"0"0"0"0,1 0-1 0 0,1 0 1 0 0,-1 0 0 0 0,1 0 0 0 0,-1-8 0 0 0,3 14-1540 0 0,-1 0-1 0 0,0 0 1 0 0,1 0-1 0 0,-1-1 1 0 0,1 1-1 0 0,-1 0 1 0 0,1 0-1 0 0,-1 0 1 0 0,1 0-1 0 0,-1 0 1 0 0,0 0-1 0 0,1 0 0 0 0,-1 0 1 0 0,1 0-1 0 0,-1 0 1 0 0,1 0-1 0 0,-1 0 1 0 0,1 0-1 0 0,-1 1 1 0 0,0-1-1 0 0,1 0 1 0 0,-1 0-1 0 0,1 0 1 0 0,-1 1-1 0 0,0-1 1 0 0,1 0-1 0 0,-1 0 1 0 0,0 1-1 0 0,1-1 1 0 0,-1 0-1 0 0,0 1 1 0 0,1-1-1 0 0,-1 0 1 0 0,1 1-1 0 0,15 12 116 0 0,12 14-96 0 0,-1 1 0 0 0,-2 2 1 0 0,-1 0-1 0 0,23 41 0 0 0,-18-29 48 0 0,53 63-1 0 0,-63-83-330 0 0,-13-14 39 0 0,0-1 0 0 0,0 0-1 0 0,0 0 1 0 0,1-1 0 0 0,0 1-1 0 0,1-2 1 0 0,-1 1 0 0 0,10 5-1 0 0,-17-11 100 0 0,0-1 0 0 0,0 1 1 0 0,0 0-1 0 0,0 0 0 0 0,0 0 0 0 0,0 0 0 0 0,0 0 0 0 0,0 0 0 0 0,0 0 0 0 0,0-1 0 0 0,0 1 0 0 0,0 0 0 0 0,0 0 0 0 0,0 0 0 0 0,0 0 0 0 0,0 0 0 0 0,0 0 0 0 0,0 0 0 0 0,0-1 0 0 0,0 1 0 0 0,0 0 0 0 0,0 0 0 0 0,0 0 0 0 0,0 0 0 0 0,0 0 0 0 0,0 0 0 0 0,0 0 0 0 0,0-1 0 0 0,0 1 0 0 0,0 0 0 0 0,0 0 0 0 0,0 0 0 0 0,1 0 0 0 0,-1 0 0 0 0,0 0 0 0 0,0 0 0 0 0,0 0 1 0 0,0 0-1 0 0,0 0 0 0 0,0 0 0 0 0,0-1 0 0 0,0 1 0 0 0,1 0 0 0 0,-1 0 0 0 0,0 0 0 0 0,0 0 0 0 0,0 0 0 0 0,0 0 0 0 0,0 0 0 0 0,0 0 0 0 0,0 0 0 0 0,1 0 0 0 0,-1 0 0 0 0,0 0 0 0 0,0 0 0 0 0,0 0 0 0 0,0 0 0 0 0,0 0 0 0 0,0 0 0 0 0,1 1 0 0 0,-1-1 0 0 0,0 0 0 0 0,0 0 0 0 0,0 0 0 0 0,0 0 0 0 0,0 0 0 0 0,0 0 0 0 0,0 0 0 0 0,1 0 0 0 0,-6-9-3325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59.26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68 205 5985 0 0,'-67'33'2798'0'0,"85"-72"176"0"0,3 4-394 0 0,32-41-1 0 0,-44 65-2612 0 0,0 0 1 0 0,1 1-1 0 0,0 0 0 0 0,1 0 0 0 0,0 1 1 0 0,1 0-1 0 0,16-8 0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7:59.48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3 302 5529 0 0,'-1'2'393'0'0,"1"1"0"0"0,-1-1 0 0 0,1 1 1 0 0,0 0-1 0 0,0-1 0 0 0,0 1 0 0 0,0 0 0 0 0,0 0 0 0 0,0-1 0 0 0,5 8 1944 0 0,-5-10-2216 0 0,1 0 1 0 0,-1 1-1 0 0,0-1 1 0 0,0 0-1 0 0,1 0 1 0 0,-1 0-1 0 0,0 0 1 0 0,1 0-1 0 0,-1 0 1 0 0,0 0-1 0 0,1 0 1 0 0,-1 0-1 0 0,0 0 1 0 0,1 0-1 0 0,-1 0 1 0 0,0 0-1 0 0,18-12 1288 0 0,3-11 197 0 0,-1 0 0 0 0,32-49 0 0 0,4-6-205 0 0,58-53-2939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0.81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81 753 5529 0 0,'-12'5'1436'0'0,"0"-2"0"0"0,0 0 0 0 0,-1 0-1 0 0,-18 1 1 0 0,85-10 3958 0 0,32-18-3723 0 0,-8 2-785 0 0,238-22 545 0 0,-123 21-1132 0 0,373-80-266 0 0,-53 8 22 0 0,113 6 173 0 0,10 39-140 0 0,260-3-1 0 0,-347-11 43 0 0,189 1 5 0 0,-94 11-43 0 0,640 7-28 0 0,-482 27 93 0 0,-214-2-39 0 0,-401 26-80 0 0,283 44 1 0 0,-341-36 8 0 0,1-5 1 0 0,0-7-1 0 0,135-14 0 0 0,-238 9-161 0 0,-1-2-1 0 0,40-12 0 0 0,-42 9-322 0 0,1 2 0 0 0,-1 1 0 0 0,27-2 0 0 0,146 1-1325 0 0,-167-1-604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1.5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242 130 4881 0 0,'-4'-7'288'0'0,"-1"1"0"0"0,-1 0 1 0 0,1 0-1 0 0,-1 0 0 0 0,0 1 0 0 0,-1 0 0 0 0,1 0 0 0 0,-1 0 0 0 0,-7-3 1 0 0,-9-3 1768 0 0,-37-14 1 0 0,7 5 188 0 0,50 18-1798 0 0,-19-8 4405 0 0,22 10-4742 0 0,-1-1 0 0 0,1 1 0 0 0,0 0 0 0 0,-1 0 0 0 0,1-1 0 0 0,0 1 0 0 0,-1 0 0 0 0,1 0 0 0 0,0 0 0 0 0,-1 0 0 0 0,1 0 0 0 0,0-1 0 0 0,-1 1 0 0 0,1 0 0 0 0,0 0 0 0 0,-1 0 0 0 0,1 0 0 0 0,0 0 0 0 0,-1 0 0 0 0,1 0 0 0 0,-1 0 0 0 0,1 0 0 0 0,0 0 0 0 0,-1 1 0 0 0,1-1 0 0 0,0 0 0 0 0,-1 0 0 0 0,1 0 0 0 0,0 0 0 0 0,-1 0 0 0 0,1 1 0 0 0,0-1 0 0 0,-1 0 0 0 0,1 0 0 0 0,0 1 0 0 0,0-1 0 0 0,-1 0 0 0 0,1 0 0 0 0,0 1 0 0 0,0-1 0 0 0,0 0 0 0 0,-1 1 0 0 0,1-1 0 0 0,42 7-145 0 0,-20 3-39 0 0,0 1 0 0 0,-1 1 0 0 0,0 0 0 0 0,31 26 0 0 0,-22-17 64 0 0,163 104-55 0 0,-191-124 83 0 0,0 0-1 0 0,0 0 1 0 0,0 0-1 0 0,0 1 1 0 0,0-1-1 0 0,0 0 1 0 0,-1 1 0 0 0,1-1-1 0 0,0 1 1 0 0,-1 0-1 0 0,1 0 1 0 0,-1-1-1 0 0,0 1 1 0 0,1 0-1 0 0,-1 0 1 0 0,0 0 0 0 0,0 0-1 0 0,0 0 1 0 0,-1 1-1 0 0,1-1 1 0 0,0 0-1 0 0,-1 0 1 0 0,0 0-1 0 0,1 1 1 0 0,-1-1 0 0 0,0 0-1 0 0,0 1 1 0 0,-1 3-1 0 0,0-2 21 0 0,0 0 0 0 0,-1 0 0 0 0,0-1-1 0 0,0 1 1 0 0,0 0 0 0 0,0-1 0 0 0,0 1 0 0 0,-1-1-1 0 0,0 0 1 0 0,1 0 0 0 0,-1 0 0 0 0,0 0 0 0 0,-1 0 0 0 0,-6 4-1 0 0,-19 14 172 0 0,-33 30-1 0 0,8 6-2967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2.2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78 10594 0 0,'2'-12'1940'0'0,"0"0"0"0"0,-1 0-1 0 0,0-21 1 0 0,-1 25-177 0 0,0 48-1306 0 0,2 1-1 0 0,2 0 1 0 0,2-1-1 0 0,1 0 1 0 0,2-1-1 0 0,2 1 1 0 0,21 48 0 0 0,-23-69-435 0 0,0 0 0 0 0,2 0 0 0 0,0-1 1 0 0,1 0-1 0 0,1-1 0 0 0,25 26 0 0 0,-26-32-62 0 0,0 0 0 0 0,1-2 1 0 0,0 1-1 0 0,0-1 0 0 0,1-1 0 0 0,0-1 0 0 0,0 0 0 0 0,1-1 0 0 0,28 9 0 0 0,-38-14-20 0 0,-1 0-1 0 0,1 0 1 0 0,-1 0 0 0 0,1-1 0 0 0,-1 1-1 0 0,1-1 1 0 0,-1 0 0 0 0,1-1-1 0 0,-1 1 1 0 0,1-1 0 0 0,-1 0 0 0 0,6-1-1 0 0,-7 1-136 0 0,-1-1 0 0 0,1 1 0 0 0,-1 0 0 0 0,1-1 0 0 0,-1 0 0 0 0,0 1 0 0 0,0-1 0 0 0,1 0 0 0 0,-1 0-1 0 0,-1 0 1 0 0,1-1 0 0 0,0 1 0 0 0,0 0 0 0 0,-1-1 0 0 0,0 1 0 0 0,1-1 0 0 0,-1 1 0 0 0,0-1 0 0 0,0 0 0 0 0,1-4 0 0 0,2-11-6603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2.5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9 145 10594 0 0,'-9'1'6640'0'0,"29"-18"-2291"0"0,-9 9-4854 0 0,5-4 496 0 0,1 0 0 0 0,0 2 0 0 0,33-15 0 0 0,59-17-6048 0 0,-90 35 4496 0 0,18-6-989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2.70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0 11979 0 0,'12'28'4350'0'0,"-4"-14"-3451"0"0,17 58 2147 0 0,-15-39-2305 0 0,2-1 0 0 0,17 33 0 0 0,-7-36-230 0 0,-21-28-631 0 0,1 1 1 0 0,-1-1 0 0 0,0 0-1 0 0,0 0 1 0 0,1 0-1 0 0,-1 0 1 0 0,1 0 0 0 0,-1-1-1 0 0,1 1 1 0 0,-1 0 0 0 0,1-1-1 0 0,-1 1 1 0 0,1-1 0 0 0,-1 1-1 0 0,1-1 1 0 0,0 0 0 0 0,-1 0-1 0 0,1 0 1 0 0,2 0-1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2.88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22 1 6913 0 0,'-22'4'11468'0'0,"36"8"-14757"0"0,-6-7 1813 0 0,4 3-538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3.47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1 143 4609 0 0,'0'-1'195'0'0,"0"0"0"0"0,1 0 1 0 0,-1-1-1 0 0,0 1 0 0 0,1 0 0 0 0,-1 0 1 0 0,1 0-1 0 0,0 0 0 0 0,-1-1 0 0 0,1 1 1 0 0,0 0-1 0 0,0 0 0 0 0,0 0 0 0 0,0 0 1 0 0,-1 1-1 0 0,1-1 0 0 0,0 0 0 0 0,1 0 1 0 0,-1 0-1 0 0,0 1 0 0 0,0-1 0 0 0,0 1 1 0 0,0-1-1 0 0,1 1 0 0 0,-1-1 0 0 0,2 1 1 0 0,-1 0 146 0 0,0 0 1 0 0,1 0 0 0 0,-1 1 0 0 0,0-1-1 0 0,0 1 1 0 0,0 0 0 0 0,0-1 0 0 0,1 1-1 0 0,-1 0 1 0 0,0 0 0 0 0,0 1 0 0 0,-1-1 0 0 0,5 3-1 0 0,3 4 576 0 0,-1 0 0 0 0,1 1 0 0 0,-1 0-1 0 0,11 16 1 0 0,-15-17-803 0 0,0-1 0 0 0,0 1 0 0 0,-1 0-1 0 0,0 0 1 0 0,3 12 0 0 0,1 2-948 0 0,-7-22 821 0 0,1 0 0 0 0,-1 0 1 0 0,0 0-1 0 0,1 0 0 0 0,-1 0 0 0 0,0 0 0 0 0,1 0 0 0 0,-1 0 1 0 0,0-1-1 0 0,1 1 0 0 0,-1 0 0 0 0,0 0 0 0 0,1 0 0 0 0,-1 0 1 0 0,0-1-1 0 0,0 1 0 0 0,1 0 0 0 0,-1 0 0 0 0,0-1 0 0 0,0 1 1 0 0,0 0-1 0 0,1 0 0 0 0,-1-1 0 0 0,0 1 0 0 0,0 0 0 0 0,0-1 1 0 0,0 1-1 0 0,1 0 0 0 0,-1-1 0 0 0,0 1 0 0 0,0 0 0 0 0,0-1 1 0 0,0 1-1 0 0,0 0 0 0 0,0-1 0 0 0,7-14-170 0 0,4-33 201 0 0,-8 31 75 0 0,0 0 0 0 0,10-23 0 0 0,-12 36-23 0 0,1 0 1 0 0,0 0-1 0 0,0 0 0 0 0,0 0 0 0 0,1 0 0 0 0,-1 0 0 0 0,1 1 0 0 0,0-1 0 0 0,0 1 1 0 0,0 0-1 0 0,1 0 0 0 0,-1 0 0 0 0,1 0 0 0 0,4-2 0 0 0,-7 4-11 0 0,1 0 0 0 0,-1 1 0 0 0,1-1 0 0 0,-1 1 0 0 0,1-1 0 0 0,-1 1-1 0 0,1 0 1 0 0,0-1 0 0 0,-1 1 0 0 0,1 0 0 0 0,0 0 0 0 0,-1 0 0 0 0,1 0 0 0 0,0 0-1 0 0,-1 1 1 0 0,1-1 0 0 0,0 0 0 0 0,-1 1 0 0 0,1-1 0 0 0,1 2 0 0 0,0-1 13 0 0,0 1-1 0 0,1 0 1 0 0,-1 1 0 0 0,0-1 0 0 0,0 0 0 0 0,0 1 0 0 0,-1 0 0 0 0,4 4 0 0 0,3 5 18 0 0,-1 0 0 0 0,0 0 0 0 0,8 20 0 0 0,-11-19-73 0 0,-4-9-13 0 0,1 0 0 0 0,0 0 0 0 0,0-1 1 0 0,0 1-1 0 0,0 0 0 0 0,0-1 0 0 0,1 1 0 0 0,-1-1 0 0 0,1 0 1 0 0,4 4-1 0 0,-5-9-23 0 0,-1-1 0 0 0,1 0 0 0 0,-1 1 0 0 0,0-1 1 0 0,1 0-1 0 0,-2 0 0 0 0,1 0 0 0 0,0 0 0 0 0,0 0 1 0 0,-1-4-1 0 0,2-1-3 0 0,2-16-287 0 0,2 0 0 0 0,10-29 0 0 0,-15 48 328 0 0,1 0 1 0 0,0 1 0 0 0,0-1-1 0 0,1 0 1 0 0,-1 1 0 0 0,1-1 0 0 0,0 1-1 0 0,0 0 1 0 0,1 0 0 0 0,-1 0 0 0 0,1 0-1 0 0,0 1 1 0 0,0 0 0 0 0,0-1-1 0 0,0 1 1 0 0,1 1 0 0 0,4-3 0 0 0,-6 4 41 0 0,-1 0 1 0 0,1 1-1 0 0,-1 0 1 0 0,1 0-1 0 0,0 0 1 0 0,-1 0-1 0 0,1 0 1 0 0,0 0-1 0 0,-1 1 1 0 0,1-1-1 0 0,0 1 1 0 0,-1-1-1 0 0,1 1 1 0 0,-1 0 0 0 0,1 0-1 0 0,-1 1 1 0 0,0-1-1 0 0,1 0 1 0 0,-1 1-1 0 0,0-1 1 0 0,0 1-1 0 0,0 0 1 0 0,3 3-1 0 0,6 6-284 0 0,-1 1 1 0 0,17 23-1 0 0,-17-22-151 0 0,47 56-4780 0 0,-40-52-1103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3.797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108 284 3225 0 0,'10'-15'987'0'0,"0"-1"1"0"0,-1-1-1 0 0,-1 0 0 0 0,-1 0 1 0 0,0-1-1 0 0,-2 0 1 0 0,0 0-1 0 0,-1 0 0 0 0,3-24 1 0 0,-7 37-639 0 0,0 1 1 0 0,0-1 0 0 0,-1 1-1 0 0,0-1 1 0 0,0 1-1 0 0,0-1 1 0 0,0 1-1 0 0,-1-1 1 0 0,1 1 0 0 0,-1 0-1 0 0,0 0 1 0 0,0 0-1 0 0,-1 0 1 0 0,1 0-1 0 0,-7-6 1 0 0,8 9-238 0 0,0 0 1 0 0,0-1-1 0 0,-1 1 0 0 0,1 0 1 0 0,0 1-1 0 0,-1-1 0 0 0,1 0 1 0 0,-1 0-1 0 0,1 1 0 0 0,-1-1 1 0 0,1 0-1 0 0,-1 1 0 0 0,0 0 1 0 0,1-1-1 0 0,-1 1 0 0 0,0 0 1 0 0,1 0-1 0 0,-3 0 0 0 0,2 0-60 0 0,-1 1-1 0 0,1 0 0 0 0,0-1 0 0 0,0 1 1 0 0,-1 0-1 0 0,1 0 0 0 0,0 1 1 0 0,0-1-1 0 0,0 0 0 0 0,0 1 0 0 0,0-1 1 0 0,1 1-1 0 0,-1-1 0 0 0,0 1 0 0 0,1 0 1 0 0,-2 2-1 0 0,-8 11 49 0 0,0 1-1 0 0,2 0 1 0 0,0 0 0 0 0,1 1-1 0 0,0 0 1 0 0,2 1-1 0 0,0-1 1 0 0,1 1 0 0 0,1 0-1 0 0,0 0 1 0 0,1 1 0 0 0,1-1-1 0 0,1 34 1 0 0,2-48-69 0 0,-1 1 0 0 0,1-1 1 0 0,0 0-1 0 0,0 0 0 0 0,0 1 1 0 0,0-1-1 0 0,1 0 0 0 0,0 0 0 0 0,0 0 1 0 0,0-1-1 0 0,0 1 0 0 0,0 0 1 0 0,1-1-1 0 0,0 1 0 0 0,0-1 0 0 0,0 0 1 0 0,0 0-1 0 0,0 0 0 0 0,0-1 0 0 0,1 1 1 0 0,0-1-1 0 0,-1 1 0 0 0,1-1 1 0 0,0 0-1 0 0,0-1 0 0 0,0 1 0 0 0,5 1 1 0 0,-2-2-65 0 0,0 1 1 0 0,0-1 0 0 0,1-1-1 0 0,-1 1 1 0 0,0-1 0 0 0,1 0-1 0 0,-1-1 1 0 0,0 0 0 0 0,1 0 0 0 0,-1-1-1 0 0,0 1 1 0 0,0-1 0 0 0,0-1-1 0 0,0 0 1 0 0,8-4 0 0 0,15-11-1782 0 0,2-3-5981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8.37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156 1 5257 0 0,'-8'1'58'0'0,"-1"1"0"0"0,1 0 0 0 0,-1 1 0 0 0,1 0-1 0 0,0 1 1 0 0,0 0 0 0 0,0 0 0 0 0,-13 9 0 0 0,-3 1-19 0 0,-15 13-39 0 0,33-23 0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09.53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125 557 2304 0 0,'-47'8'3722'0'0,"37"-7"-2936"0"0,0 0-1 0 0,0 0 0 0 0,-14 5 0 0 0,0 0 7809 0 0,187-31-5535 0 0,25-5-2884 0 0,-118 16-123 0 0,88-5-1 0 0,531-54 448 0 0,-433 55-451 0 0,-53 5-126 0 0,9 1 205 0 0,293 20 0 0 0,-364 1-102 0 0,-47-2 30 0 0,132-6 1 0 0,405-58 445 0 0,-578 51-688 0 0,-3 1 168 0 0,0-2 1 0 0,0-2-1 0 0,75-25 1 0 0,-82 18 51 0 0,2 1 0 0 0,0 3 1 0 0,1 1-1 0 0,0 3 0 0 0,55-4 1 0 0,-47 7 36 0 0,83-19 0 0 0,-90 14-35 0 0,0 2-1 0 0,80-4 1 0 0,-81 11-56 0 0,0-3 0 0 0,61-12 0 0 0,87-29 7 0 0,-71 14 15 0 0,-85 24-268 0 0,75-3 0 0 0,-82 9-68 0 0,0-2 1 0 0,1-1 0 0 0,54-13 0 0 0,-76 14-522 0 0,0 0 0 0 0,0 1 0 0 0,0 1 0 0 0,19-1 0 0 0,-14 3 846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1.20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78 2168 920 0 0,'-19'1'555'0'0,"-21"1"1526"0"0,38-3-1603 0 0,1 1 0 0 0,-1 0 1 0 0,1 0-1 0 0,-1-1 0 0 0,1 1 0 0 0,-1-1 1 0 0,1 1-1 0 0,0-1 0 0 0,-1 1 0 0 0,1-1 1 0 0,0 0-1 0 0,0 0 0 0 0,1-5 2092 0 0,1 6-2460 0 0,-1 0 0 0 0,0-1 0 0 0,1 1 0 0 0,-1 0 1 0 0,0 0-1 0 0,0 0 0 0 0,1 0 0 0 0,-1 0 0 0 0,0 0 0 0 0,1 0 0 0 0,-1 0 0 0 0,0 0 0 0 0,0 0 0 0 0,1 0 0 0 0,-1 0 1 0 0,0 0-1 0 0,1 0 0 0 0,-1 0 0 0 0,0 0 0 0 0,0 0 0 0 0,1 0 0 0 0,-1 1 0 0 0,20-2 10 0 0,-18 1 4 0 0,37 3 80 0 0,-23-1-189 0 0,-1 0 0 0 0,0-1 0 0 0,1-1 1 0 0,-1-1-1 0 0,25-4 0 0 0,158-50 1540 0 0,-6 2-464 0 0,-161 45-948 0 0,0-1 1 0 0,-1-1-1 0 0,49-24 0 0 0,76-54 787 0 0,-3 2-921 0 0,-57 41-59 0 0,-31 15 439 0 0,82-51 0 0 0,140-97 35 0 0,-208 126-35 0 0,110-95 0 0 0,21-14-242 0 0,-128 107-163 0 0,-10 9 155 0 0,101-86 0 0 0,-58 33 144 0 0,228-151 0 0 0,83-55 141 0 0,-135 90-389 0 0,-276 204-75 0 0,14-7-2460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3.50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3225 0 0,'6'33'436'0'0,"-1"1"0"0"0,-1 43 0 0 0,-1-18-633 0 0,-2-57 189 0 0,-1 0-1 0 0,1 0 1 0 0,-1 0 0 0 0,1 0 0 0 0,0 0 0 0 0,0 0 0 0 0,0 0 0 0 0,0 0 0 0 0,0 0 0 0 0,0 0 0 0 0,0-1 0 0 0,1 1-1 0 0,-1 0 1 0 0,1-1 0 0 0,-1 1 0 0 0,1-1 0 0 0,0 0 0 0 0,-1 0 0 0 0,5 3 0 0 0,9 8-13 0 0,-11-8 21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3.64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9674 0 0,'10'128'3982'0'0,"1"139"4407"0"0,-8-221-8527 0 0,9-18-3372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3.8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6913 0 0,'24'124'3562'0'0,"-6"-44"-1358"0"0,1 1-2396 0 0,-16-70-516 0 0,1 0 1 0 0,1 0 0 0 0,-1-1 0 0 0,2 0-1 0 0,6 11 1 0 0,-7-15 666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3.99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1 5065 0 0,'-6'42'5288'0'0,"-1"73"1"0"0,8-63-3131 0 0,8 54 1 0 0,-8-98-2826 0 0,1-1 0 0 0,0 1 0 0 0,0 0 0 0 0,5 11 0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4.15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2761 0 0,'13'89'4550'0'0,"12"59"3356"0"0,-17-115-8579 0 0,12 32 0 0 0,-16-50 653 0 0,-1-1 20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4.32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10594 0 0,'6'245'7021'0'0,"1"-163"-7655"0"0,3-1-4328 0 0,-6-59-216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4.49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0 1376 0 0,'34'129'2380'0'0,"30"92"4138"0"0,-49-176-7435 0 0,13 59 0 0 0,-24-83 463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4.81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29 0 10594 0 0,'-2'54'763'0'0,"-10"57"0"0"0,-2 24 369 0 0,13-113-1398 0 0,2 0 1 0 0,0 0 0 0 0,1-1-1 0 0,7 30 1 0 0,26 122-6932 0 0,-13-52 8089 0 0,4-12 5707 0 0,10 58-5567 0 0,-28-123-2427 0 0,-3-25-2899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5.02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1840 0 0,'18'139'3002'0'0,"5"69"6411"0"0,-23-206-9355 0 0,10 61 2459 0 0,-8-59-2784 0 0,-1 0 0 0 0,1 1 1 0 0,0-1-1 0 0,0 0 0 0 0,0 0 0 0 0,0 0 0 0 0,4 4 0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5.2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1 10594 0 0,'9'224'10357'0'0,"-16"-1"-8208"0"0,6-215-2254 0 0,0 3-735 0 0,1 0 0 0 0,0-1 0 0 0,1 14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6.37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35 95 6913 0 0,'-2'-9'897'0'0,"1"1"-56"0"0,0 1-1 0 0,-1 0 1 0 0,1-1-1 0 0,-2 1 1 0 0,1 0-1 0 0,-1 0 1 0 0,0 0-1 0 0,0 0 1 0 0,-1 1-1 0 0,-5-8 1 0 0,12 56 2723 0 0,39 149-2299 0 0,12 61-1049 0 0,157 925-534 0 0,-202-1126-271 0 0,3-1 0 0 0,2 0 0 0 0,23 55 0 0 0,-26-79-610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7.53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30 948 7834 0 0,'0'0'25'0'0,"-4"4"1123"0"0,0 0 0 0 0,0 0 0 0 0,0 0 0 0 0,1 1-1 0 0,0-1 1 0 0,-5 9 0 0 0,42-20 1034 0 0,207-30-1338 0 0,3-1-711 0 0,-109 5 63 0 0,276-56-538 0 0,-214 55 296 0 0,89-13 581 0 0,306-8 631 0 0,538-6 173 0 0,-332 50-835 0 0,-289-5-504 0 0,-171-37 0 0 0,-50 5 0 0 0,487-10 128 0 0,-306 11-128 0 0,-214 16 0 0 0,-73 20 39 0 0,-100 8 4 0 0,98-16 0 0 0,255-41 32 0 0,-306 49-40 0 0,169-13 111 0 0,116-30 406 0 0,-116 9-421 0 0,-133 35-136 0 0,34-5 87 0 0,-125 5-279 0 0,0-3 1 0 0,85-27-1 0 0,-148 34-451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18.131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6449 0 0,'7'3'8281'0'0,"7"5"-4428"0"0,4 3-3606 0 0,0-2 0 0 0,31 13 0 0 0,-6-13 281 0 0,-22-5-303 0 0,-1 1-1 0 0,1 0 1 0 0,22 10-1 0 0,-39-13-191 0 0,0-1 1 0 0,0 1-1 0 0,-1 0 0 0 0,1 0 0 0 0,-1 0 0 0 0,1 1 0 0 0,-1-1 0 0 0,0 1 0 0 0,0 0 0 0 0,0 0 0 0 0,0 0 0 0 0,0 0 0 0 0,-1 0 0 0 0,0 1 0 0 0,1-1 1 0 0,-1 1-1 0 0,0-1 0 0 0,-1 1 0 0 0,1 0 0 0 0,-1 0 0 0 0,2 8 0 0 0,-3-8 33 0 0,1 0-1 0 0,-2 0 1 0 0,1 0-1 0 0,0 0 1 0 0,-1 0 0 0 0,0-1-1 0 0,0 1 1 0 0,0 0-1 0 0,0 0 1 0 0,-1 0 0 0 0,0-1-1 0 0,1 1 1 0 0,-1-1-1 0 0,-1 1 1 0 0,1-1 0 0 0,-3 3-1 0 0,-7 9 107 0 0,-1-1-1 0 0,-17 15 1 0 0,1-1-30 0 0,-42 47-167 0 0,56-59-155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22.69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5 14 1376 0 0,'-5'28'12645'0'0,"18"-41"-10090"0"0,-7 6-2659 0 0,-4 6-148 0 0,-1-1 1 0 0,0 1-1 0 0,0-1 1 0 0,1 1-1 0 0,-1 0 1 0 0,1-1 0 0 0,0 1-1 0 0,-1 0 1 0 0,1 0-1 0 0,0 0 1 0 0,-1 1-1 0 0,1-1 1 0 0,0 0 0 0 0,2 0-1 0 0,7-3-4026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23.480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416 829 5529 0 0,'0'0'174'0'0,"-1"1"-1"0"0,1-1 1 0 0,-1 1-1 0 0,1-1 1 0 0,-1 1-1 0 0,1-1 1 0 0,-1 1-1 0 0,0-1 0 0 0,1 1 1 0 0,-1-1-1 0 0,0 0 1 0 0,1 1-1 0 0,-1-1 1 0 0,0 0-1 0 0,1 0 1 0 0,-1 0-1 0 0,0 1 1 0 0,0-1-1 0 0,1 0 1 0 0,-1 0-1 0 0,0 0 1 0 0,0 0-1 0 0,1 0 1 0 0,-1 0-1 0 0,0 0 1 0 0,0-1-1 0 0,1 1 1 0 0,-1 0-1 0 0,0 0 1 0 0,0-1-1 0 0,1 1 0 0 0,-1 0 1 0 0,0-1-1 0 0,1 1 1 0 0,-1 0-1 0 0,0-1 1 0 0,1 1-1 0 0,-1-1 1 0 0,1 1-1 0 0,-1-1 1 0 0,1 1-1 0 0,-1-1 1 0 0,1 0-1 0 0,-1 1 1 0 0,1-1-1 0 0,0 0 1 0 0,-1 1-1 0 0,1-1 1 0 0,0 0-1 0 0,0 1 1 0 0,-1-1-1 0 0,1-1 0 0 0,-4-8 1360 0 0,0 0-1 0 0,1-1 1 0 0,-3-12-1 0 0,1 3-1373 0 0,-14-31 891 0 0,-5-12-558 0 0,-15-67-1 0 0,-82-300-48 0 0,119 423-478 0 0,-11-30 0 0 0,12 36 35 0 0,1 0 0 0 0,-1 0-1 0 0,0-1 1 0 0,1 1-1 0 0,-1 0 1 0 0,0 0 0 0 0,0 0-1 0 0,0 0 1 0 0,0 0 0 0 0,1 0-1 0 0,-2 0 1 0 0,1 0-1 0 0,0 0 1 0 0,0 1 0 0 0,0-1-1 0 0,0 0 1 0 0,0 1-1 0 0,-1-1 1 0 0,1 0 0 0 0,0 1-1 0 0,-1 0 1 0 0,1-1-1 0 0,-2 1 1 0 0,3 0-52 0 0,-1 1-1 0 0,0-1 0 0 0,1 1 1 0 0,-1 0-1 0 0,1-1 1 0 0,-1 1-1 0 0,1 0 1 0 0,0 0-1 0 0,-1-1 1 0 0,1 1-1 0 0,0 0 1 0 0,-1 0-1 0 0,1-1 1 0 0,0 1-1 0 0,0 0 1 0 0,0 0-1 0 0,-1 0 1 0 0,1-1-1 0 0,0 1 1 0 0,0 0-1 0 0,0 0 1 0 0,1 0-1 0 0,-1 0 1 0 0,0-1-1 0 0,0 1 1 0 0,0 0-1 0 0,1 0 1 0 0,-1 0-1 0 0,0-1 1 0 0,1 2-1 0 0,7 28-1561 0 0,-1-17 852 0 0,7 14-315 0 0,-14-26 952 0 0,0 0-1 0 0,1 0 1 0 0,-1 0-1 0 0,0 0 1 0 0,0 0-1 0 0,1 0 1 0 0,-1 0-1 0 0,0 0 0 0 0,0-1 1 0 0,0 1-1 0 0,0 0 1 0 0,0 0-1 0 0,0 0 1 0 0,-1 0-1 0 0,1 0 1 0 0,0 0-1 0 0,0 0 1 0 0,-1 0-1 0 0,1 0 0 0 0,-1 0 1 0 0,1 0-1 0 0,-1 0 1 0 0,0 1-1 0 0,-4-15-4356 0 0,-1-20 4910 0 0,5 26 138 0 0,0 1 0 0 0,0 0 0 0 0,-1 0 1 0 0,0 0-1 0 0,0 0 0 0 0,0 0 0 0 0,-5-7 0 0 0,6 12-419 0 0,1 0 1 0 0,-1 0-1 0 0,1 1 0 0 0,-1-1 1 0 0,1 0-1 0 0,-1 1 0 0 0,0-1 0 0 0,1 0 1 0 0,-1 1-1 0 0,0-1 0 0 0,0 1 0 0 0,1-1 1 0 0,-1 1-1 0 0,0-1 0 0 0,0 1 0 0 0,0 0 1 0 0,0-1-1 0 0,1 1 0 0 0,-1 0 1 0 0,0 0-1 0 0,0 0 0 0 0,-2-1 0 0 0,2 2-28 0 0,-1-1 1 0 0,1 1-1 0 0,-1 0 0 0 0,1-1 0 0 0,-1 1 0 0 0,1 0 0 0 0,-1 0 0 0 0,1 0 1 0 0,0 0-1 0 0,0 0 0 0 0,-1 0 0 0 0,1 0 0 0 0,0 1 0 0 0,0-1 0 0 0,0 0 1 0 0,0 1-1 0 0,-1 2 0 0 0,-5 8 45 0 0,0 0 0 0 0,1 1 0 0 0,0 0 0 0 0,2 1 1 0 0,-1-1-1 0 0,-3 19 0 0 0,-10 90-379 0 0,12-76 36 0 0,4-21-478 0 0,8-37-132 0 0,8-41 306 0 0,-3 2 811 0 0,-6 25 9 0 0,1 0 0 0 0,1 0 0 0 0,1 1 0 0 0,1-1 0 0 0,1 2 0 0 0,16-29 1 0 0,-24 51-293 0 0,0 1 1 0 0,-1-1-1 0 0,1 1 1 0 0,0 0-1 0 0,0 0 1 0 0,0 0-1 0 0,0 0 1 0 0,0 0-1 0 0,0 1 1 0 0,0-1-1 0 0,0 1 1 0 0,0-1-1 0 0,0 1 1 0 0,0 0-1 0 0,1-1 1 0 0,-1 1-1 0 0,0 0 1 0 0,0 0 0 0 0,0 1-1 0 0,2-1 1 0 0,47 9 144 0 0,-49-9-199 0 0,8 3-370 0 0,0-1 0 0 0,0 2-1 0 0,-1-1 1 0 0,1 2 0 0 0,-1-1 0 0 0,0 1 0 0 0,0 0-1 0 0,-1 1 1 0 0,0 0 0 0 0,0 0 0 0 0,0 1-1 0 0,-1 0 1 0 0,10 11 0 0 0,1 7-6474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8:24.32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145 512 4609 0 0,'-5'0'463'0'0,"0"0"-1"0"0,0-1 1 0 0,0 0-1 0 0,0 0 1 0 0,0 0-1 0 0,0 0 1 0 0,0-1 0 0 0,-7-3-1 0 0,-7-2 529 0 0,3 4-42 0 0,12 3-507 0 0,-1-1 0 0 0,1 1 0 0 0,0-1 0 0 0,0 0 0 0 0,0 0 0 0 0,0-1 0 0 0,-1 1 0 0 0,2-1 0 0 0,-1 0-1 0 0,0 0 1 0 0,-6-5 0 0 0,10 7-338 0 0,0-1 0 0 0,-1 1 0 0 0,1-1-1 0 0,0 0 1 0 0,-1 1 0 0 0,1-1-1 0 0,0 0 1 0 0,0 1 0 0 0,0-1 0 0 0,-1 0-1 0 0,1 1 1 0 0,0-1 0 0 0,0 0-1 0 0,0 1 1 0 0,0-1 0 0 0,0 0-1 0 0,0 1 1 0 0,1-1 0 0 0,-1 0 0 0 0,0 1-1 0 0,0-1 1 0 0,0 0 0 0 0,1 1-1 0 0,-1-1 1 0 0,0 0 0 0 0,1 1 0 0 0,-1-1-1 0 0,0 1 1 0 0,1-1 0 0 0,-1 1-1 0 0,1-1 1 0 0,-1 1 0 0 0,1-1 0 0 0,-1 1-1 0 0,1-1 1 0 0,-1 1 0 0 0,1 0-1 0 0,-1-1 1 0 0,1 1 0 0 0,1-1 0 0 0,-1 0-22 0 0,1 0 1 0 0,-1 0-1 0 0,1 1 1 0 0,0-1 0 0 0,-1 0-1 0 0,1 1 1 0 0,0-1 0 0 0,-1 1-1 0 0,1-1 1 0 0,0 1 0 0 0,0 0-1 0 0,-1 0 1 0 0,1 0 0 0 0,0 0-1 0 0,2 0 1 0 0,11 6-45 0 0,0 1 0 0 0,-1 1 0 0 0,0 0 0 0 0,0 0 0 0 0,13 12 0 0 0,19 11-51 0 0,-8-6-165 0 0,-12-8-80 0 0,35 17 0 0 0,-54-30 259 0 0,0-1-1 0 0,0 0 1 0 0,1 0 0 0 0,0-1-1 0 0,-1 0 1 0 0,1 0-1 0 0,0-1 1 0 0,0 0 0 0 0,0-1-1 0 0,8 1 1 0 0,-14-2 55 0 0,0 1 0 0 0,0-1 0 0 0,1 1 0 0 0,-1-1 0 0 0,0 0 0 0 0,0 1-1 0 0,0-1 1 0 0,0 0 0 0 0,0 0 0 0 0,-1 0 0 0 0,1-1 0 0 0,0 1 0 0 0,0 0 0 0 0,-1-1 0 0 0,1 1 0 0 0,-1-1 0 0 0,1 0 0 0 0,-1 1 0 0 0,0-1 0 0 0,0 0 0 0 0,1 0 0 0 0,-1 0 0 0 0,0 0 0 0 0,-1 0 0 0 0,1 0 0 0 0,0 0 0 0 0,-1 0-1 0 0,2-4 1 0 0,0-6 23 0 0,0-1-1 0 0,-1 0 1 0 0,-1-23-1 0 0,0 14 84 0 0,2-23 67 0 0,-2 0 1 0 0,-2 0 0 0 0,-1 0 0 0 0,-3 1 0 0 0,-20-77 0 0 0,23 114-301 0 0,1 0 1 0 0,0 0-1 0 0,0 0 1 0 0,1 0-1 0 0,0-1 0 0 0,0 1 1 0 0,1 0-1 0 0,-1-1 1 0 0,2 1-1 0 0,-1-1 1 0 0,1 1-1 0 0,0 0 1 0 0,1-1-1 0 0,-1 1 1 0 0,6-12-1 0 0,0 7-462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2.8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13 364 1840 0 0,'3'-14'1406'0'0,"0"-1"-1"0"0,-1-1 0 0 0,-1 1 1 0 0,0-28-1 0 0,-1 10-433 0 0,0-10 1654 0 0,-2 0 0 0 0,-2 0-1 0 0,-13-55 1 0 0,24 181-203 0 0,47 442-2552 0 0,-52-501-100 0 0,1-1 1 0 0,1 1-1 0 0,1-1 1 0 0,1 0-1 0 0,12 31 1 0 0,-34-109-10167 0 0,4-7 5125 0 0,-1-74 3687 0 0,1 16 1586 0 0,-14-142-196 0 0,25 254 617 0 0,2 1 0 0 0,-1 0 0 0 0,1-1 0 0 0,0 1 0 0 0,4-14 0 0 0,-4 18 420 0 0,0 0-1 0 0,0 0 1 0 0,1-1 0 0 0,-1 1 0 0 0,1 0-1 0 0,0 0 1 0 0,0 1 0 0 0,4-6-1 0 0,-8 26 5755 0 0,4 16-5175 0 0,6 14-818 0 0,2-1 0 0 0,24 69 1 0 0,-23-85-585 0 0,1-2-1 0 0,2 1 1 0 0,1-2 0 0 0,31 46 0 0 0,-42-68-45 0 0,1 0 0 0 0,-1-1 1 0 0,1 0-1 0 0,0 0 0 0 0,0 0 0 0 0,10 7 0 0 0,-14-12 18 0 0,0 1-1 0 0,0-1 0 0 0,0 1 1 0 0,1 0-1 0 0,-1-1 1 0 0,0 0-1 0 0,0 1 0 0 0,1-1 1 0 0,-1 0-1 0 0,0 0 1 0 0,0 0-1 0 0,1 0 0 0 0,-1 0 1 0 0,0 0-1 0 0,0 0 1 0 0,1 0-1 0 0,-1 0 0 0 0,0 0 1 0 0,0-1-1 0 0,1 1 1 0 0,-1 0-1 0 0,0-1 0 0 0,0 0 1 0 0,0 1-1 0 0,0-1 1 0 0,0 1-1 0 0,1-1 0 0 0,-1 0 1 0 0,0 0-1 0 0,-1 0 1 0 0,1 0-1 0 0,0 1 0 0 0,0-1 1 0 0,0 0-1 0 0,0-1 1 0 0,-1 1-1 0 0,1 0 0 0 0,-1 0 1 0 0,1 0-1 0 0,-1 0 0 0 0,1 0 1 0 0,-1-1-1 0 0,1 0 1 0 0,4-10-8 0 0,-1 0 0 0 0,0 0 0 0 0,-1-1 0 0 0,0 1 0 0 0,-1-1 1 0 0,1-24-1 0 0,-5-83 25 0 0,-2 57-28 0 0,4 37-84 0 0,-2 4-326 0 0,2 0 0 0 0,1 1 0 0 0,0-1 0 0 0,8-36 0 0 0,-5 46-950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3.2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23 190 5065 0 0,'7'-13'3023'0'0,"-1"0"1"0"0,0-1-1 0 0,7-28 0 0 0,-12 34-2573 0 0,0-1 0 0 0,0 1 1 0 0,-1-1-1 0 0,1 1 0 0 0,-2 0 0 0 0,0-1 0 0 0,0 1 1 0 0,-3-13-1 0 0,4 20-444 0 0,0 0 0 0 0,0 0 1 0 0,0 1-1 0 0,0-1 0 0 0,0 0 0 0 0,0 0 0 0 0,-1 0 1 0 0,1 1-1 0 0,0-1 0 0 0,0 0 0 0 0,-1 1 1 0 0,1-1-1 0 0,0 0 0 0 0,-1 0 0 0 0,1 1 1 0 0,-1-1-1 0 0,1 1 0 0 0,-1-1 0 0 0,1 0 0 0 0,-1 1 1 0 0,1-1-1 0 0,-1 1 0 0 0,0-1 0 0 0,1 1 1 0 0,-1 0-1 0 0,0-1 0 0 0,1 1 0 0 0,-1 0 0 0 0,0-1 1 0 0,0 1-1 0 0,1 0 0 0 0,-1 0 0 0 0,0 0 1 0 0,0-1-1 0 0,1 1 0 0 0,-1 0 0 0 0,0 0 1 0 0,0 0-1 0 0,0 0 0 0 0,1 1 0 0 0,-1-1 0 0 0,0 0 1 0 0,0 0-1 0 0,1 0 0 0 0,-1 0 0 0 0,0 1 1 0 0,0-1-1 0 0,1 0 0 0 0,-1 1 0 0 0,0 0 0 0 0,-1 0 7 0 0,0 0 1 0 0,0 1-1 0 0,1-1 0 0 0,-1 1 0 0 0,1-1 0 0 0,-1 1 0 0 0,1 0 0 0 0,0 0 0 0 0,0 0 0 0 0,0-1 0 0 0,0 1 0 0 0,0 0 0 0 0,0 0 0 0 0,0 1 0 0 0,0-1 0 0 0,1 0 0 0 0,-1 4 0 0 0,0 5 22 0 0,1-1 1 0 0,0 1 0 0 0,1 0-1 0 0,0 0 1 0 0,0-1-1 0 0,1 1 1 0 0,1-1-1 0 0,0 1 1 0 0,0-1-1 0 0,1 0 1 0 0,1 0-1 0 0,10 18 1 0 0,-12-23-1 0 0,1 0 0 0 0,0 0 0 0 0,1 0-1 0 0,-1-1 1 0 0,1 1 0 0 0,0-1 0 0 0,0 0 0 0 0,0 0 0 0 0,1-1 0 0 0,0 0 0 0 0,-1 0 0 0 0,1 0 0 0 0,0 0 0 0 0,0-1 0 0 0,0 0 0 0 0,1-1 0 0 0,-1 1 0 0 0,0-1 0 0 0,1 0 0 0 0,-1-1 0 0 0,0 1 0 0 0,11-2 0 0 0,21-6-2381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3.6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93 237 5529 0 0,'-1'1'243'0'0,"1"0"0"0"0,0 0 1 0 0,-1 0-1 0 0,1 0 0 0 0,-1 0 0 0 0,0 0 0 0 0,1 0 0 0 0,-1 0 1 0 0,0 0-1 0 0,1-1 0 0 0,-1 1 0 0 0,0 0 0 0 0,0-1 0 0 0,0 1 0 0 0,1 0 1 0 0,-1-1-1 0 0,0 1 0 0 0,0-1 0 0 0,0 0 0 0 0,0 1 0 0 0,0-1 1 0 0,-1 1-1 0 0,1-1-149 0 0,0-1-1 0 0,1 1 1 0 0,-1 0 0 0 0,0-1 0 0 0,1 1 0 0 0,-1-1-1 0 0,1 1 1 0 0,-1-1 0 0 0,0 1 0 0 0,1-1 0 0 0,-1 1 0 0 0,1-1-1 0 0,0 1 1 0 0,-1-1 0 0 0,1 0 0 0 0,-1 1 0 0 0,1-1-1 0 0,0 1 1 0 0,0-1 0 0 0,-1 0 0 0 0,1 0 0 0 0,0 1 0 0 0,0-1-1 0 0,0 0 1 0 0,0 1 0 0 0,0-1 0 0 0,0 0 0 0 0,0 0-1 0 0,0 1 1 0 0,0-1 0 0 0,0 0 0 0 0,0-1 0 0 0,3-49 2301 0 0,-2 28-1113 0 0,-1-43 0 0 0,-1 60-1238 0 0,1-1 0 0 0,-2 1-1 0 0,1 0 1 0 0,-1 0 0 0 0,0-1-1 0 0,0 1 1 0 0,0 0 0 0 0,-1 1 0 0 0,0-1-1 0 0,0 0 1 0 0,-5-6 0 0 0,7 11-77 0 0,0 0 1 0 0,1 0 0 0 0,-1 0 0 0 0,1 0 0 0 0,-1 1 0 0 0,0-1 0 0 0,0 0 0 0 0,1 0 0 0 0,-1 1-1 0 0,0-1 1 0 0,0 0 0 0 0,0 1 0 0 0,0-1 0 0 0,0 1 0 0 0,0-1 0 0 0,0 1 0 0 0,0-1-1 0 0,0 1 1 0 0,0 0 0 0 0,0 0 0 0 0,0-1 0 0 0,0 1 0 0 0,-1 0 0 0 0,1 1-7 0 0,0-1 0 0 0,0 0 1 0 0,0 1-1 0 0,1 0 0 0 0,-1-1 0 0 0,0 1 0 0 0,0 0 1 0 0,1-1-1 0 0,-1 1 0 0 0,1 0 0 0 0,-1-1 1 0 0,1 1-1 0 0,-1 0 0 0 0,1 0 0 0 0,-1 0 1 0 0,1 0-1 0 0,0 0 0 0 0,-1-1 0 0 0,1 1 1 0 0,0 2-1 0 0,-2 3-24 0 0,1 1 0 0 0,0 0 0 0 0,0 0 0 0 0,1 0 1 0 0,1 11-1 0 0,0-9 133 0 0,0 0-1 0 0,1 0 1 0 0,0 0 0 0 0,1 0 0 0 0,0-1 0 0 0,0 1 0 0 0,1-1-1 0 0,0 0 1 0 0,0 0 0 0 0,1 0 0 0 0,0-1 0 0 0,0 1 0 0 0,1-1 0 0 0,0-1-1 0 0,0 1 1 0 0,1-1 0 0 0,0 0 0 0 0,11 8 0 0 0,-9-8-1136 0 0,1-1 0 0 0,-1 0 0 0 0,1-1 0 0 0,0 0 0 0 0,18 4 0 0 0,-9-3-4395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4.0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158 401 2745 0 0,'15'-15'-727'0'0,"-13"12"1069"0"0,-1 1 0 0 0,1-1 1 0 0,-1 1-1 0 0,1-1 0 0 0,-1 1 0 0 0,0-1 1 0 0,0 0-1 0 0,1-3 0 0 0,-2 5-200 0 0,0 1 0 0 0,0-1 0 0 0,0 1-1 0 0,0-1 1 0 0,0 1 0 0 0,0-1 0 0 0,0 0 0 0 0,0 1 0 0 0,0-1-1 0 0,0 1 1 0 0,0-1 0 0 0,0 0 0 0 0,0 1 0 0 0,-1-1 0 0 0,1 1-1 0 0,0-1 1 0 0,0 1 0 0 0,-1-1 0 0 0,1 1 0 0 0,0-1 0 0 0,-1 1-1 0 0,1-1 1 0 0,0 1 0 0 0,-1-1 0 0 0,1 1 0 0 0,-1-1 0 0 0,0 1-1 0 0,-1-1 53 0 0,1 0 0 0 0,-1 1-1 0 0,0 0 1 0 0,1-1-1 0 0,-1 1 1 0 0,0 0 0 0 0,0 0-1 0 0,0 0 1 0 0,1 0-1 0 0,-1 0 1 0 0,0 0-1 0 0,0 1 1 0 0,1-1 0 0 0,-4 1-1 0 0,-2 2 65 0 0,0-1-1 0 0,0 1 0 0 0,0 1 0 0 0,0-1 1 0 0,0 1-1 0 0,1 1 0 0 0,-1-1 1 0 0,1 1-1 0 0,0 0 0 0 0,0 0 1 0 0,1 1-1 0 0,0 0 0 0 0,0 0 0 0 0,0 0 1 0 0,1 0-1 0 0,-8 14 0 0 0,6-7 374 0 0,-1 0 1 0 0,2 1-1 0 0,0 0 0 0 0,0 0 0 0 0,1 0 0 0 0,1 0 0 0 0,1 1 0 0 0,-2 16 0 0 0,4-28-607 0 0,0 0 0 0 0,0-1 0 0 0,0 1-1 0 0,0 0 1 0 0,0 0 0 0 0,1 0 0 0 0,-1-1 0 0 0,1 1-1 0 0,0 0 1 0 0,-1-1 0 0 0,1 1 0 0 0,1 0-1 0 0,-1-1 1 0 0,0 1 0 0 0,1-1 0 0 0,-1 1-1 0 0,1-1 1 0 0,0 0 0 0 0,-1 0 0 0 0,1 0 0 0 0,0 0-1 0 0,0 0 1 0 0,1 0 0 0 0,-1 0 0 0 0,0-1-1 0 0,4 2 1 0 0,-4-2-65 0 0,1 0-1 0 0,0 0 1 0 0,0-1 0 0 0,0 1-1 0 0,-1-1 1 0 0,1 0 0 0 0,0 0-1 0 0,0 0 1 0 0,0 0 0 0 0,0 0-1 0 0,-1-1 1 0 0,1 1 0 0 0,0-1-1 0 0,0 0 1 0 0,-1 0 0 0 0,1 0-1 0 0,0 0 1 0 0,-1 0-1 0 0,1 0 1 0 0,-1-1 0 0 0,1 0-1 0 0,-1 1 1 0 0,0-1 0 0 0,0 0-1 0 0,0 0 1 0 0,2-2 0 0 0,4-4-499 0 0,-2-1 1 0 0,0 1 0 0 0,0-1 0 0 0,0-1-1 0 0,-1 1 1 0 0,0-1 0 0 0,-1 1 0 0 0,0-1-1 0 0,-1-1 1 0 0,0 1 0 0 0,-1 0 0 0 0,0-1-1 0 0,0 1 1 0 0,-1-1 0 0 0,0-13-1 0 0,-1 1-191 0 0,-1 1 0 0 0,-1-1 0 0 0,-1 1-1 0 0,-1 0 1 0 0,-1 0 0 0 0,-10-27 0 0 0,-5-1 982 0 0,-28-49 0 0 0,-11-25 6796 0 0,93 222-520 0 0,0 13-4063 0 0,-9-24-2455 0 0,4 0 0 0 0,50 103 0 0 0,-78-187-40 0 0,28 53-983 0 0,-10-18-4957 0 0,-3-4-1496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4.5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91 6913 0 0,'-3'-28'1444'0'0,"3"18"42"0"0,-1 0 0 0 0,-1 0 1 0 0,0 0-1 0 0,-3-12 1 0 0,9 44 2989 0 0,1 4-3262 0 0,105 385 1205 0 0,-104-386-2686 0 0,12 32-1 0 0,-15-50-414 0 0,0 1 1 0 0,0-2 0 0 0,1 1 0 0 0,9 13-1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4.71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19 160 2761 0 0,'0'1'91'0'0,"-1"-1"1"0"0,0 0-1 0 0,0 0 1 0 0,1 0 0 0 0,-1 0-1 0 0,0 0 1 0 0,1 0 0 0 0,-1 0-1 0 0,0 0 1 0 0,0 0 0 0 0,1 0-1 0 0,-1 0 1 0 0,0 0-1 0 0,1-1 1 0 0,-1 1 0 0 0,0 0-1 0 0,1 0 1 0 0,-1-1 0 0 0,0 1-1 0 0,1-1 1 0 0,-1 1 0 0 0,1 0-1 0 0,-1-1 1 0 0,1 1-1 0 0,-1-1 1 0 0,0 0 0 0 0,1 0 136 0 0,0 0 0 0 0,1 0-1 0 0,-1 0 1 0 0,0 0 0 0 0,1 1 0 0 0,-1-1 0 0 0,1 0 0 0 0,-1 0 0 0 0,1 1 0 0 0,-1-1 0 0 0,1 0 0 0 0,0 1 0 0 0,-1-1 0 0 0,1 1 0 0 0,0-1-1 0 0,-1 1 1 0 0,2-1 0 0 0,38-23 3284 0 0,100-35-1974 0 0,-20 10-1934 0 0,-98 39 176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4.9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29 87 9674 0 0,'-1'1'141'0'0,"-1"1"0"0"0,1-1 0 0 0,-1 1 0 0 0,1-1 1 0 0,0 1-1 0 0,0 0 0 0 0,0 0 0 0 0,0-1 0 0 0,0 1 0 0 0,0 0 0 0 0,0 0 0 0 0,1 0 0 0 0,-1 0 0 0 0,1 0 1 0 0,-1 0-1 0 0,1 0 0 0 0,0 0 0 0 0,0 0 0 0 0,0 0 0 0 0,0 0 0 0 0,0 0 0 0 0,0 0 0 0 0,1 0 0 0 0,-1 0 0 0 0,1 0 1 0 0,-1 0-1 0 0,1 0 0 0 0,0 0 0 0 0,-1 0 0 0 0,1 0 0 0 0,0-1 0 0 0,0 1 0 0 0,1 0 0 0 0,0 1 0 0 0,3 3 122 0 0,0-1 0 0 0,0 1 0 0 0,0-1 0 0 0,0-1 0 0 0,1 1 0 0 0,0-1 0 0 0,0 0 0 0 0,0 0 0 0 0,1-1 0 0 0,-1 1 0 0 0,1-2 0 0 0,0 1 0 0 0,7 2 0 0 0,-9-4-154 0 0,-1 1 0 0 0,1-1 0 0 0,0 0 1 0 0,-1-1-1 0 0,1 1 0 0 0,0-1 0 0 0,0 1 1 0 0,-1-2-1 0 0,1 1 0 0 0,0 0 1 0 0,0-1-1 0 0,-1 0 0 0 0,1 0 0 0 0,0 0 1 0 0,-1-1-1 0 0,1 1 0 0 0,-1-1 1 0 0,0 0-1 0 0,1-1 0 0 0,6-4 0 0 0,-9 5-53 0 0,0-1 0 0 0,0 1-1 0 0,0 0 1 0 0,0-1 0 0 0,0 0-1 0 0,-1 1 1 0 0,1-1-1 0 0,-1 0 1 0 0,0 0 0 0 0,1 0-1 0 0,-1 0 1 0 0,-1 0 0 0 0,1 0-1 0 0,0 0 1 0 0,-1 0 0 0 0,0 0-1 0 0,1-1 1 0 0,-1 1-1 0 0,-1 0 1 0 0,1 0 0 0 0,0 0-1 0 0,-1 0 1 0 0,1 0 0 0 0,-1 0-1 0 0,0 0 1 0 0,0 0 0 0 0,0 0-1 0 0,-1 0 1 0 0,-1-4-1 0 0,-1 0-11 0 0,0 0-1 0 0,-1 0 0 0 0,1 0 0 0 0,-2 0 1 0 0,1 1-1 0 0,-1 0 0 0 0,0 0 0 0 0,0 0 0 0 0,0 1 1 0 0,-8-5-1 0 0,6 5 39 0 0,0 0 1 0 0,-1 1-1 0 0,0 0 1 0 0,0 1-1 0 0,0 0 0 0 0,0 0 1 0 0,-13-1-1 0 0,17 3-251 0 0,0 0 0 0 0,0 1 0 0 0,0 0 0 0 0,0 0 0 0 0,0 1 0 0 0,-9 1-1 0 0,11-1-350 0 0,0 0-1 0 0,0 0 1 0 0,0 0-1 0 0,0 1 0 0 0,0-1 1 0 0,1 1-1 0 0,-1-1 0 0 0,0 1 1 0 0,1 0-1 0 0,-1 0 0 0 0,-3 4 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5.42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11170 0 0,'3'-1'4213'0'0,"5"9"-1184"0"0,5 8-963 0 0,-1 6-1661 0 0,-1-1 220 0 0,-1 2 1 0 0,-1-1-1 0 0,8 31 0 0 0,16 97-589 0 0,-18-74 141 0 0,-12-63-238 0 0,7 36-524 0 0,2 0 0 0 0,2-1 0 0 0,23 54 1 0 0,-22-72-7050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5.6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157 72 5529 0 0,'3'-11'214'0'0,"5"-24"992"0"0,-9 14 2733 0 0,-1 18-2663 0 0,1 3-1201 0 0,1 0 0 0 0,0 0 0 0 0,0-1 0 0 0,0 1 0 0 0,0 0 0 0 0,-1 0 0 0 0,1 0 0 0 0,0 0 0 0 0,0 0 0 0 0,0 0 0 0 0,-1 0 0 0 0,1 0 0 0 0,0 0 0 0 0,0 0 0 0 0,-1 0 1 0 0,1 0-1 0 0,0 0 0 0 0,0 0 0 0 0,0 0 0 0 0,-1 0 0 0 0,1 0 0 0 0,0 0 0 0 0,0 0 0 0 0,0 1 0 0 0,-1-1 0 0 0,1 0 0 0 0,0 0 0 0 0,0 0 0 0 0,-13 11 1776 0 0,-7 15-300 0 0,0 2-896 0 0,2 1 0 0 0,1 1-1 0 0,2 0 1 0 0,1 1 0 0 0,1 0-1 0 0,-12 44 1 0 0,24-71-634 0 0,0 0 0 0 0,1-1-1 0 0,-1 1 1 0 0,1 0 0 0 0,0 0 0 0 0,0 0 0 0 0,0-1 0 0 0,0 1 0 0 0,0 0 0 0 0,1 0 0 0 0,0-1 0 0 0,0 1 0 0 0,0 0-1 0 0,0-1 1 0 0,1 1 0 0 0,-1-1 0 0 0,1 1 0 0 0,0-1 0 0 0,3 5 0 0 0,-2-5-8 0 0,0-1 0 0 0,0 1 0 0 0,0-1 0 0 0,1 0 0 0 0,-1 0 0 0 0,0 0 0 0 0,1 0-1 0 0,-1-1 1 0 0,1 1 0 0 0,0-1 0 0 0,0 0 0 0 0,-1 0 0 0 0,1 0 0 0 0,0-1 0 0 0,0 1 0 0 0,0-1 0 0 0,0 0 0 0 0,6 0 0 0 0,6-2-179 0 0,-1-1-1 0 0,0 0 1 0 0,0-1 0 0 0,-1 0 0 0 0,22-10-1 0 0,23-6-677 0 0,-39 14-275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6.06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8 968 0 0,'-14'-8'17473'0'0,"21"16"-16535"0"0,23 31 1037 0 0,-4-4-1602 0 0,37 38 1 0 0,-62-73-435 0 0,-1 0 0 0 0,1 0 0 0 0,0-1 0 0 0,-1 1 0 0 0,1 0 1 0 0,-1-1-1 0 0,1 1 0 0 0,-1 0 0 0 0,1-1 0 0 0,-1 1 0 0 0,1-1 0 0 0,-1 1 1 0 0,0-1-1 0 0,1 1 0 0 0,-1-1 0 0 0,0 1 0 0 0,1-1 0 0 0,-1 1 0 0 0,0-1 1 0 0,1 1-1 0 0,-1-1 0 0 0,0 0 0 0 0,0 1 0 0 0,0-1 0 0 0,0 1 0 0 0,0-1 1 0 0,0 0-1 0 0,0 1 0 0 0,0-2 0 0 0,8-25-402 0 0,-8 26 398 0 0,2-6 126 0 0,0 0 1 0 0,1 1-1 0 0,0-1 1 0 0,0 1-1 0 0,1 0 1 0 0,0-1-1 0 0,0 2 1 0 0,0-1-1 0 0,1 0 1 0 0,0 1-1 0 0,6-6 0 0 0,-9 9-3 0 0,-1 0 0 0 0,1 1 0 0 0,0-1 0 0 0,0 1 0 0 0,0 0 0 0 0,0-1 0 0 0,0 1 0 0 0,0 0 0 0 0,0 0 0 0 0,0 1 0 0 0,0-1 0 0 0,0 0 0 0 0,0 1 0 0 0,1-1 0 0 0,-1 1 0 0 0,0-1 0 0 0,0 1 0 0 0,1 0 0 0 0,-1 0 0 0 0,0 0 0 0 0,1 1 0 0 0,-1-1-1 0 0,0 0 1 0 0,0 1 0 0 0,1-1 0 0 0,-1 1 0 0 0,0 0 0 0 0,0 0 0 0 0,0 0 0 0 0,0 0 0 0 0,0 0 0 0 0,0 0 0 0 0,0 1 0 0 0,0-1 0 0 0,-1 1 0 0 0,1-1 0 0 0,0 1 0 0 0,2 3 0 0 0,8 11-120 0 0,-1 0 0 0 0,13 23 0 0 0,-8-10-6132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6.3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78 9674 0 0,'4'-3'10236'0'0,"-6"10"-7553"0"0,0 0-4374 0 0,1 5 1805 0 0,0-1 0 0 0,1 1 1 0 0,1-1-1 0 0,0 1 0 0 0,0-1 0 0 0,1 1 1 0 0,1-1-1 0 0,6 19 0 0 0,-7-24-71 0 0,0-1-1 0 0,0 1 0 0 0,0-1 0 0 0,1 1 1 0 0,0-1-1 0 0,0 0 0 0 0,1 0 0 0 0,-1 0 0 0 0,1-1 1 0 0,0 1-1 0 0,0-1 0 0 0,0 0 0 0 0,1 0 1 0 0,0-1-1 0 0,0 1 0 0 0,0-1 0 0 0,0 0 1 0 0,6 3-1 0 0,-9-6-46 0 0,0 1 0 0 0,-1 0-1 0 0,1-1 1 0 0,0 0 0 0 0,0 1 0 0 0,0-1 0 0 0,0 0 0 0 0,0 0-1 0 0,0 0 1 0 0,0 0 0 0 0,0-1 0 0 0,0 1 0 0 0,0 0 0 0 0,0-1-1 0 0,0 1 1 0 0,0-1 0 0 0,0 0 0 0 0,-1 0 0 0 0,1 1 0 0 0,0-1 0 0 0,3-3-1 0 0,-2 2-13 0 0,0-1 0 0 0,-1 0 0 0 0,1 0 0 0 0,-1 0 0 0 0,0-1-1 0 0,1 1 1 0 0,-1-1 0 0 0,-1 1 0 0 0,1-1 0 0 0,1-5 0 0 0,1-2-21 0 0,-1-1 0 0 0,-1 1 0 0 0,0-1 0 0 0,0 1 0 0 0,-1-1 0 0 0,-1-19 0 0 0,-1 22 68 0 0,-1 0 0 0 0,0 0 0 0 0,0 0 0 0 0,-1 0 0 0 0,0 1 0 0 0,0-1-1 0 0,-1 1 1 0 0,0 0 0 0 0,-1 0 0 0 0,1 0 0 0 0,-8-8 0 0 0,10 13-78 0 0,-1 0 0 0 0,1 0-1 0 0,-1 0 1 0 0,0 0 0 0 0,0 0-1 0 0,0 1 1 0 0,0-1 0 0 0,-1 1-1 0 0,1 0 1 0 0,-1 0 0 0 0,1 0-1 0 0,-1 0 1 0 0,0 1 0 0 0,0-1-1 0 0,0 1 1 0 0,0 0 0 0 0,0 0-1 0 0,0 1 1 0 0,0-1 0 0 0,0 1-1 0 0,0 0 1 0 0,0 0 0 0 0,0 0-1 0 0,0 1 1 0 0,0-1 0 0 0,0 1 0 0 0,-5 1-1 0 0,-6 6-1930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6.8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1 125 6913 0 0,'4'55'11211'0'0,"9"5"-8376"0"0,-12-54-2805 0 0,1 0-1 0 0,1 0 1 0 0,-1 0 0 0 0,1 0 0 0 0,0 0 0 0 0,0 0 0 0 0,1-1 0 0 0,0 1 0 0 0,0-1-1 0 0,0 0 1 0 0,0 0 0 0 0,1-1 0 0 0,0 1 0 0 0,0-1 0 0 0,7 5 0 0 0,-11-9-52 0 0,-1 1 0 0 0,1-1 1 0 0,0 1-1 0 0,0 0 0 0 0,-1-1 1 0 0,1 0-1 0 0,0 1 0 0 0,0-1 1 0 0,0 1-1 0 0,0-1 0 0 0,0 0 1 0 0,0 0-1 0 0,-1 1 0 0 0,1-1 1 0 0,0 0-1 0 0,0 0 0 0 0,0 0 1 0 0,0 0-1 0 0,0 0 0 0 0,0 0 1 0 0,0 0-1 0 0,0 0 0 0 0,0-1 1 0 0,0 1-1 0 0,-1 0 0 0 0,1-1 1 0 0,0 1-1 0 0,0 0 0 0 0,0-1 1 0 0,0 1-1 0 0,-1-1 0 0 0,1 1 1 0 0,0-1-1 0 0,0 0 0 0 0,-1 1 1 0 0,1-1-1 0 0,0 0 0 0 0,-1 1 1 0 0,1-1-1 0 0,-1 0 0 0 0,1 0 1 0 0,-1 1-1 0 0,1-1 0 0 0,-1 0 1 0 0,0 0-1 0 0,1 0 0 0 0,-1 0 1 0 0,0 0-1 0 0,0 0 0 0 0,1 1 1 0 0,-1-1-1 0 0,0 0 0 0 0,0 0 1 0 0,0 0-1 0 0,0 0 0 0 0,-1-1 1 0 0,2-10-424 0 0,-2 0 0 0 0,1 0 0 0 0,-5-19 0 0 0,3 15 351 0 0,2 15 87 0 0,-1-37-199 0 0,1 36 200 0 0,0 1-1 0 0,0-1 1 0 0,0 0-1 0 0,1 1 1 0 0,-1-1-1 0 0,0 1 1 0 0,1-1 0 0 0,-1 1-1 0 0,1-1 1 0 0,0 1-1 0 0,-1 0 1 0 0,1-1-1 0 0,0 1 1 0 0,0 0-1 0 0,0-1 1 0 0,0 1 0 0 0,0 0-1 0 0,0 0 1 0 0,0 0-1 0 0,3-2 1 0 0,-4 3 8 0 0,1 0 1 0 0,0 0-1 0 0,0 0 0 0 0,-1 0 1 0 0,1 0-1 0 0,0 0 0 0 0,-1 0 1 0 0,1 0-1 0 0,0 0 0 0 0,-1 1 1 0 0,1-1-1 0 0,0 0 0 0 0,-1 0 1 0 0,1 1-1 0 0,0-1 0 0 0,-1 0 1 0 0,1 1-1 0 0,-1-1 0 0 0,1 1 1 0 0,0-1-1 0 0,-1 0 1 0 0,1 1-1 0 0,-1 0 0 0 0,1-1 1 0 0,-1 1-1 0 0,1 0 0 0 0,14 20 145 0 0,-10-14-66 0 0,1 1 131 0 0,1 0 0 0 0,0-1-1 0 0,1 1 1 0 0,-1-2 0 0 0,1 1 0 0 0,1-1 0 0 0,-1 0 0 0 0,13 6 0 0 0,-16-10-106 0 0,0 0 0 0 0,-1 0 0 0 0,1 0 0 0 0,0-1-1 0 0,0 1 1 0 0,0-1 0 0 0,1 0 0 0 0,-1-1 0 0 0,0 1-1 0 0,0-1 1 0 0,0 0 0 0 0,0-1 0 0 0,0 1 0 0 0,1-1-1 0 0,-1 0 1 0 0,0 0 0 0 0,0-1 0 0 0,8-2 0 0 0,-11 2-74 0 0,-1 1 0 0 0,1-1 0 0 0,0 1 0 0 0,-1-1 1 0 0,1 1-1 0 0,0-1 0 0 0,-1 0 0 0 0,0 0 0 0 0,1 0 0 0 0,-1 0 1 0 0,0 0-1 0 0,0 0 0 0 0,0 0 0 0 0,-1 0 0 0 0,1 0 0 0 0,0-1 1 0 0,-1 1-1 0 0,1 0 0 0 0,-1 0 0 0 0,0-1 0 0 0,0 1 0 0 0,0-5 1 0 0,-5-56 372 0 0,3 55-331 0 0,0-5-82 0 0,1-1-65 0 0,0 1 0 0 0,-2 0 1 0 0,0-1-1 0 0,0 1 0 0 0,-1 0 1 0 0,-1 1-1 0 0,-12-25 0 0 0,15 34-668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7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86 9218 0 0,'-2'-13'2175'0'0,"1"-1"0"0"0,0 0 0 0 0,1 1-1 0 0,6-19 1597 0 0,-1 41-3068 0 0,3 10-340 0 0,26 87-120 0 0,10 27 211 0 0,-37-114-406 0 0,2-1 1 0 0,0 0-1 0 0,1 0 1 0 0,21 27-1 0 0,-27-39-66 0 0,1 0 0 0 0,1 0 0 0 0,-1-1 1 0 0,1 0-1 0 0,-1 0 0 0 0,2-1 0 0 0,-1 0 0 0 0,0 0 0 0 0,1 0 0 0 0,0 0 0 0 0,0-1 1 0 0,0 0-1 0 0,0-1 0 0 0,9 2 0 0 0,-11-3 5 0 0,0 0 0 0 0,0-1 0 0 0,0 0 0 0 0,0 0 0 0 0,0 0 0 0 0,-1-1 0 0 0,1 0 0 0 0,0 1 0 0 0,0-2 0 0 0,0 1 0 0 0,-1-1-1 0 0,1 1 1 0 0,-1-1 0 0 0,1 0 0 0 0,-1-1 0 0 0,0 1 0 0 0,0-1 0 0 0,0 0 0 0 0,0 0 0 0 0,0 0 0 0 0,-1-1 0 0 0,7-6 0 0 0,-5 2-1 0 0,0 0-1 0 0,0 0 1 0 0,0 0-1 0 0,-1-1 1 0 0,0 1-1 0 0,-1-1 1 0 0,1 0 0 0 0,-2 0-1 0 0,0 0 1 0 0,2-13-1 0 0,-3 18 11 0 0,-1 0 0 0 0,0 1 0 0 0,0-1 0 0 0,0 0 0 0 0,0 1 0 0 0,-1-1 0 0 0,0 1 0 0 0,1-1 0 0 0,-1 1 0 0 0,0-1 0 0 0,-1 1 0 0 0,1-1 0 0 0,-2-2 0 0 0,1 4-13 0 0,0 0 1 0 0,1 0-1 0 0,-1 0 0 0 0,0 0 0 0 0,0 0 0 0 0,0 1 0 0 0,0-1 1 0 0,0 1-1 0 0,0-1 0 0 0,-1 1 0 0 0,1 0 0 0 0,0 0 0 0 0,-1 0 1 0 0,1 0-1 0 0,-1 0 0 0 0,1 1 0 0 0,-1-1 0 0 0,1 1 0 0 0,-1 0 1 0 0,-3-1-1 0 0,3 1-80 0 0,1 0 1 0 0,0 0-1 0 0,0 1 0 0 0,-1-1 1 0 0,1 0-1 0 0,0 1 0 0 0,0 0 1 0 0,0-1-1 0 0,0 1 0 0 0,0 0 1 0 0,0 0-1 0 0,-3 2 1 0 0,-2 3-889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7.6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71 5529 0 0,'-9'-27'10861'0'0,"9"41"-9393"0"0,1-3-1183 0 0,1 0 0 0 0,0-1 0 0 0,0 1 0 0 0,2-1-1 0 0,-1 1 1 0 0,1-1 0 0 0,1 0 0 0 0,-1-1-1 0 0,9 13 1 0 0,-10-17-282 0 0,1-1 0 0 0,-1 1 0 0 0,1-1 0 0 0,0 0 0 0 0,0 0 0 0 0,1 0 0 0 0,-1 0-1 0 0,9 4 1 0 0,-10-6-15 0 0,0-1 0 0 0,0 1-1 0 0,0-1 1 0 0,0 0 0 0 0,0 0 0 0 0,0-1-1 0 0,0 1 1 0 0,1-1 0 0 0,-1 1-1 0 0,0-1 1 0 0,0 0 0 0 0,0 0-1 0 0,0-1 1 0 0,1 1 0 0 0,-1 0-1 0 0,5-2 1 0 0,-6 1-50 0 0,0 1 0 0 0,-1-1 0 0 0,1 0 0 0 0,0 0 0 0 0,0 1 0 0 0,0-1 0 0 0,-1 0 0 0 0,1 0 0 0 0,0-1-1 0 0,-1 1 1 0 0,1 0 0 0 0,-1-1 0 0 0,1 1 0 0 0,-1 0 0 0 0,0-1 0 0 0,1 0 0 0 0,-1 1 0 0 0,0-1 0 0 0,0 0 0 0 0,0 0 0 0 0,-1 1 0 0 0,2-4 0 0 0,-1 1 66 0 0,-1 1 1 0 0,1-1 0 0 0,-1 0 0 0 0,0 0-1 0 0,0 1 1 0 0,0-1 0 0 0,-1 0 0 0 0,1 0-1 0 0,-1 1 1 0 0,0-1 0 0 0,-2-4 0 0 0,-1-3 206 0 0,-1 0 0 0 0,0 0 0 0 0,-1 0 0 0 0,0 1 0 0 0,-1 0 0 0 0,-12-14 0 0 0,15 18-323 0 0,-1 1 1 0 0,0 0-1 0 0,0 0 1 0 0,-1 1-1 0 0,1 0 1 0 0,-1 0-1 0 0,0 0 1 0 0,0 0 0 0 0,0 1-1 0 0,-1 0 1 0 0,-8-2-1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7.8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 3 14747 0 0,'0'0'113'0'0,"0"0"-1"0"0,-1-1 1 0 0,1 1-1 0 0,0 0 0 0 0,-1 0 1 0 0,1 0-1 0 0,-1 0 1 0 0,1-1-1 0 0,0 1 1 0 0,-1 0-1 0 0,1 0 1 0 0,0 0-1 0 0,-1 0 0 0 0,1 0 1 0 0,-1 0-1 0 0,1 0 1 0 0,0 0-1 0 0,-1 0 1 0 0,1 0-1 0 0,-1 0 1 0 0,1 0-1 0 0,0 0 0 0 0,-1 0 1 0 0,1 0-1 0 0,0 1 1 0 0,-1-1-1 0 0,1 0 1 0 0,-1 0-1 0 0,1 0 1 0 0,0 1-1 0 0,0-1 1 0 0,-1 0-1 0 0,1 0 0 0 0,0 1 1 0 0,-1-1-1 0 0,1 0 1 0 0,0 0-1 0 0,0 1 1 0 0,-1-1-1 0 0,1 0 1 0 0,0 1-1 0 0,0-1 0 0 0,0 0 1 0 0,-1 2-1 0 0,1 25 1853 0 0,14 36-1126 0 0,-13-58-558 0 0,71 200 1077 0 0,-11-39-1614 0 0,-56-145-1541 0 0,0-2-6181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8.3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0 208 6913 0 0,'13'-2'504'0'0,"0"0"0"0"0,0-1 0 0 0,-1-1-1 0 0,1 0 1 0 0,-1 0 0 0 0,18-10-1 0 0,-2 2 239 0 0,295-140 8537 0 0,-321 151-9170 0 0,0 0 0 0 0,0 0-1 0 0,0 0 1 0 0,0 0-1 0 0,0 0 1 0 0,0 0-1 0 0,0 0 1 0 0,0 1 0 0 0,0-1-1 0 0,0 1 1 0 0,1-1-1 0 0,-1 1 1 0 0,0 0 0 0 0,0 0-1 0 0,4 0 1 0 0,-5 1-78 0 0,0 0 0 0 0,0 0 0 0 0,0 0 0 0 0,0 0 0 0 0,0 0 0 0 0,0 0 0 0 0,0 0 0 0 0,0 1 0 0 0,0-1 0 0 0,-1 0 0 0 0,1 0 0 0 0,-1 1 0 0 0,1-1 0 0 0,-1 0 0 0 0,1 1 0 0 0,-1-1 0 0 0,0 1 0 0 0,1-1 0 0 0,-1 0 0 0 0,0 1 0 0 0,0-1 0 0 0,0 1 0 0 0,0-1 0 0 0,-1 2 0 0 0,2 47-1 0 0,-1-19-28 0 0,6 38 1 0 0,-5-60-4 0 0,0 0 0 0 0,2 0 0 0 0,-1-1-1 0 0,1 1 1 0 0,0-1 0 0 0,0 1-1 0 0,1-1 1 0 0,9 14 0 0 0,-13-22 1 0 0,0 1 0 0 0,1-1 1 0 0,-1 0-1 0 0,0 0 0 0 0,0 1 0 0 0,0-1 0 0 0,0 0 1 0 0,1 0-1 0 0,-1 1 0 0 0,0-1 0 0 0,0 0 1 0 0,0 0-1 0 0,1 0 0 0 0,-1 0 0 0 0,0 1 0 0 0,0-1 1 0 0,1 0-1 0 0,-1 0 0 0 0,0 0 0 0 0,0 0 1 0 0,1 0-1 0 0,-1 0 0 0 0,0 0 0 0 0,1 0 1 0 0,-1 0-1 0 0,0 0 0 0 0,0 0 0 0 0,1 0 0 0 0,-1 0 1 0 0,0 0-1 0 0,1 0 0 0 0,-1 0 0 0 0,0 0 1 0 0,0 0-1 0 0,1 0 0 0 0,-1 0 0 0 0,0 0 0 0 0,0 0 1 0 0,1 0-1 0 0,-1-1 0 0 0,0 1 0 0 0,9-14 21 0 0,2-20 13 0 0,-11 33-34 0 0,8-37 34 0 0,-5 17 46 0 0,12-36 0 0 0,-13 52-72 0 0,0 0 1 0 0,0 0-1 0 0,0 1 1 0 0,1-1-1 0 0,-1 0 1 0 0,1 1-1 0 0,0-1 1 0 0,1 1-1 0 0,-1 0 1 0 0,1 0-1 0 0,8-7 1 0 0,-10 10 6 0 0,-1 0 0 0 0,1 0 0 0 0,0 0 0 0 0,0 1 0 0 0,0-1 0 0 0,0 0 0 0 0,0 1 1 0 0,0-1-1 0 0,0 1 0 0 0,0 0 0 0 0,0 0 0 0 0,0 0 0 0 0,1 0 0 0 0,-1 0 0 0 0,0 0 0 0 0,0 0 0 0 0,0 1 0 0 0,0-1 0 0 0,0 1 0 0 0,0 0 0 0 0,0-1 0 0 0,0 1 1 0 0,0 0-1 0 0,0 0 0 0 0,-1 0 0 0 0,1 0 0 0 0,0 0 0 0 0,-1 1 0 0 0,1-1 0 0 0,-1 1 0 0 0,1-1 0 0 0,-1 1 0 0 0,1-1 0 0 0,0 3 0 0 0,7 7 150 0 0,0 0 0 0 0,-1 1-1 0 0,12 22 1 0 0,-17-29-144 0 0,20 39 196 0 0,-11-19-526 0 0,25 36 0 0 0,-25-44-137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0.49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195 104 3681 0 0,'-1'-2'655'0'0,"1"-1"-1"0"0,-1 1 1 0 0,0 0 0 0 0,1 0 0 0 0,-1-1 0 0 0,0 1 0 0 0,0 0-1 0 0,-1 0 1 0 0,1 0 0 0 0,0 0 0 0 0,-1 0 0 0 0,1 0 0 0 0,-1 1-1 0 0,1-1 1 0 0,-1 0 0 0 0,-4-2 0 0 0,4 3-249 0 0,-1-1 0 0 0,1 1 1 0 0,-1 0-1 0 0,1 0 0 0 0,-1 0 1 0 0,0 1-1 0 0,0-1 0 0 0,1 0 1 0 0,-1 1-1 0 0,0 0 0 0 0,0 0 1 0 0,-4 0-1 0 0,2 1-260 0 0,0-1 0 0 0,0 1-1 0 0,1 0 1 0 0,-1 1 0 0 0,0-1 0 0 0,1 1-1 0 0,0 0 1 0 0,-1 0 0 0 0,1 0 0 0 0,0 1-1 0 0,0-1 1 0 0,0 1 0 0 0,0 0 0 0 0,1 0-1 0 0,-1 0 1 0 0,-4 6 0 0 0,1 2-115 0 0,0 0 1 0 0,1 0 0 0 0,0 1-1 0 0,0 0 1 0 0,1 0 0 0 0,1 1-1 0 0,-4 17 1 0 0,6-24-34 0 0,1 1 1 0 0,0 0-1 0 0,0 0 0 0 0,1 0 1 0 0,-1 0-1 0 0,2-1 0 0 0,-1 1 1 0 0,1 0-1 0 0,0 0 0 0 0,0 0 1 0 0,1 0-1 0 0,-1-1 0 0 0,2 1 1 0 0,-1-1-1 0 0,6 10 1 0 0,-7-14-14 0 0,0 0 0 0 0,0-1 0 0 0,0 1 0 0 0,0 0 0 0 0,0-1 0 0 0,0 0 0 0 0,0 1 0 0 0,1-1 0 0 0,-1 0 0 0 0,1 1 0 0 0,-1-1 0 0 0,1 0 0 0 0,-1 0 0 0 0,1 0 0 0 0,0-1 0 0 0,0 1 0 0 0,-1 0 0 0 0,1 0 0 0 0,0-1 0 0 0,0 0 0 0 0,0 1 0 0 0,-1-1 0 0 0,1 0 0 0 0,3 1 0 0 0,-3-2-38 0 0,1 0 0 0 0,0 0 0 0 0,0 0 0 0 0,-1 0 0 0 0,1 0-1 0 0,0 0 1 0 0,-1-1 0 0 0,1 1 0 0 0,-1-1 0 0 0,0 0 0 0 0,1 0-1 0 0,-1 0 1 0 0,0 0 0 0 0,2-2 0 0 0,3-5-112 0 0,1 0 1 0 0,-2-1-1 0 0,1 0 1 0 0,-2 0-1 0 0,1 0 1 0 0,6-20-1 0 0,-8 14 342 0 0,0 0 0 0 0,2-26-1 0 0,2-11 248 0 0,-8 53-410 0 0,0 0 0 0 0,0 0 0 0 0,0 0 0 0 0,0 0 0 0 0,0 0 0 0 0,0-1 0 0 0,0 1 0 0 0,0 0 0 0 0,0 0 0 0 0,0 0 0 0 0,0 0 0 0 0,0 0 0 0 0,0-1 0 0 0,0 1 0 0 0,0 0 0 0 0,0 0 0 0 0,0 0 0 0 0,0 0 0 0 0,0 0 0 0 0,0 0 0 0 0,0-1 0 0 0,0 1 0 0 0,0 0 0 0 0,1 0 0 0 0,-1 0 0 0 0,0 0 0 0 0,0 0 0 0 0,0 0 0 0 0,0 0 0 0 0,0 0 0 0 0,0 0 0 0 0,0-1 0 0 0,1 1 0 0 0,-1 0 0 0 0,0 0 0 0 0,0 0 0 0 0,0 0 0 0 0,0 0 0 0 0,0 0 0 0 0,1 0 0 0 0,-1 0 0 0 0,0 0 0 0 0,0 0 0 0 0,0 0 0 0 0,0 0 0 0 0,0 0 0 0 0,1 0 0 0 0,-1 0 0 0 0,0 0 0 0 0,0 0 0 0 0,0 0 0 0 0,0 1 0 0 0,0-1 0 0 0,0 0 0 0 0,1 0 0 0 0,7 10 327 0 0,5 18-167 0 0,-12-26-139 0 0,8 20 14 0 0,4 9 87 0 0,28 49 0 0 0,-36-72-175 0 0,0-1 0 0 0,0 0 0 0 0,1 0 0 0 0,0 0 0 0 0,0 0 0 0 0,0-1 0 0 0,1 0 0 0 0,0 0 0 0 0,0-1 0 0 0,1 0 0 0 0,10 6 0 0 0,-17-11 23 0 0,0 1 0 0 0,0-1-1 0 0,0 0 1 0 0,1 0 0 0 0,-1 1 0 0 0,0-1 0 0 0,0 0 0 0 0,0 0 0 0 0,0 0 0 0 0,1 0 0 0 0,-1-1-1 0 0,0 1 1 0 0,0 0 0 0 0,0 0 0 0 0,0-1 0 0 0,1 1 0 0 0,-1-1 0 0 0,0 1 0 0 0,0-1 0 0 0,0 1-1 0 0,0-1 1 0 0,0 0 0 0 0,0 1 0 0 0,0-1 0 0 0,-1 0 0 0 0,1 0 0 0 0,0 0 0 0 0,0 0-1 0 0,0 0 1 0 0,-1 0 0 0 0,1 0 0 0 0,-1 0 0 0 0,1 0 0 0 0,-1 0 0 0 0,2-2 0 0 0,2-6 4 0 0,0-1 0 0 0,-1 1 1 0 0,4-14-1 0 0,-4 12-5 0 0,0 0 15 0 0,4-12 10 0 0,2 0-1 0 0,12-26 1 0 0,-19 43-1 0 0,1 1 1 0 0,-1 0-1 0 0,2 1 0 0 0,-1-1 1 0 0,0 0-1 0 0,1 1 0 0 0,0 0 1 0 0,0 0-1 0 0,0 0 0 0 0,0 0 1 0 0,1 1-1 0 0,-1-1 0 0 0,1 1 1 0 0,0 1-1 0 0,8-5 0 0 0,-10 7 19 0 0,1-1 0 0 0,-1 0 0 0 0,1 1 0 0 0,-1-1 0 0 0,1 1-1 0 0,0 0 1 0 0,-1 0 0 0 0,1 1 0 0 0,0-1 0 0 0,-1 1 0 0 0,1 0 0 0 0,-1 0-1 0 0,1 0 1 0 0,-1 0 0 0 0,0 1 0 0 0,1-1 0 0 0,-1 1 0 0 0,0 0 0 0 0,0 0-1 0 0,0 0 1 0 0,0 0 0 0 0,4 5 0 0 0,6 6 198 0 0,0 0 0 0 0,-1 2 1 0 0,14 20-1 0 0,0-1-54 0 0,-21-28-174 0 0,-4-4-6 0 0,1 0 0 0 0,-1 0 0 0 0,1 0-1 0 0,-1-1 1 0 0,1 1 0 0 0,-1 0 0 0 0,1-1 0 0 0,0 1 0 0 0,0-1-1 0 0,0 0 1 0 0,2 2 0 0 0,4-9-66 0 0,-2-15 30 0 0,-2 3 26 0 0,0 2 1 0 0,1-1-1 0 0,1 1 1 0 0,1 0-1 0 0,0 0 0 0 0,1 0 1 0 0,1 1-1 0 0,1 0 1 0 0,15-18-1 0 0,-21 27 13 0 0,1 1 1 0 0,0-1-1 0 0,0 1 1 0 0,0 1-1 0 0,1-1 0 0 0,0 1 1 0 0,0 0-1 0 0,0 0 0 0 0,0 1 1 0 0,0-1-1 0 0,1 1 1 0 0,-1 1-1 0 0,1-1 0 0 0,0 1 1 0 0,0 1-1 0 0,0-1 0 0 0,0 1 1 0 0,0 0-1 0 0,0 1 1 0 0,0-1-1 0 0,1 2 0 0 0,-1-1 1 0 0,0 1-1 0 0,0 0 1 0 0,11 3-1 0 0,-10-1-328 0 0,-1 0 0 0 0,0 1 0 0 0,0-1 1 0 0,0 2-1 0 0,-1-1 0 0 0,0 1 0 0 0,9 8 0 0 0,-8-7-227 0 0,0 0 0 0 0,1-1-1 0 0,-1 0 1 0 0,16 8-1 0 0,-14-10-1004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0.9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0 572 5985 0 0,'1'0'157'0'0,"-1"1"0"0"0,1-1 0 0 0,-1 1 0 0 0,1-1 0 0 0,-1 1 0 0 0,0-1 0 0 0,1 1 0 0 0,-1-1 0 0 0,0 1 0 0 0,1-1 0 0 0,-1 1 0 0 0,0-1 0 0 0,0 1 1 0 0,1 0-1 0 0,-1-1 0 0 0,0 1 0 0 0,0-1 0 0 0,0 1 0 0 0,0 0 0 0 0,0-1 0 0 0,0 1 0 0 0,0-1 0 0 0,0 1 0 0 0,0 1 0 0 0,-1 23 1824 0 0,1-16-933 0 0,0 6-195 0 0,1 0 1 0 0,1 0-1 0 0,0 0 0 0 0,1-1 0 0 0,6 18 1 0 0,-8-30-750 0 0,-1 0 1 0 0,1 0 0 0 0,0 1 0 0 0,0-1-1 0 0,0 0 1 0 0,0 0 0 0 0,1 0 0 0 0,-1 0-1 0 0,0 0 1 0 0,1 0 0 0 0,-1-1 0 0 0,1 1 0 0 0,0 0-1 0 0,0-1 1 0 0,0 1 0 0 0,0-1 0 0 0,-1 0-1 0 0,2 0 1 0 0,-1 0 0 0 0,0 0 0 0 0,0 0 0 0 0,0 0-1 0 0,0 0 1 0 0,1 0 0 0 0,-1-1 0 0 0,0 0-1 0 0,1 1 1 0 0,-1-1 0 0 0,0 0 0 0 0,1 0 0 0 0,-1 0-1 0 0,0 0 1 0 0,1-1 0 0 0,-1 1 0 0 0,0 0-1 0 0,1-1 1 0 0,-1 0 0 0 0,0 0 0 0 0,0 1-1 0 0,1-1 1 0 0,-1-1 0 0 0,2 0 0 0 0,4-3-163 0 0,-1 1-1 0 0,1-1 1 0 0,-1-1 0 0 0,0 1-1 0 0,-1-1 1 0 0,1 0 0 0 0,-1-1-1 0 0,0 1 1 0 0,-1-1 0 0 0,0-1-1 0 0,0 1 1 0 0,7-15 0 0 0,-6 10-46 0 0,-1 1 1 0 0,0-1 0 0 0,-1 0-1 0 0,-1 0 1 0 0,0-1 0 0 0,-1 1-1 0 0,0-1 1 0 0,1-18-1 0 0,-5-2-167 0 0,-1 0 0 0 0,-1 0-1 0 0,-2 1 1 0 0,-1-1-1 0 0,-20-55 1 0 0,6 33 211 0 0,-3 2 0 0 0,-42-71 0 0 0,64 120 97 0 0,-19-28 783 0 0,20 31-720 0 0,1 0 1 0 0,-1 0-1 0 0,0 0 1 0 0,1 0-1 0 0,-1 0 1 0 0,0 0-1 0 0,0 0 1 0 0,0 0-1 0 0,0 0 1 0 0,0 0-1 0 0,0 1 1 0 0,0-1-1 0 0,0 0 1 0 0,0 1-1 0 0,-1-1 1 0 0,1 1-1 0 0,0-1 1 0 0,0 1-1 0 0,-1 0 1 0 0,1-1-1 0 0,0 1 1 0 0,0 0-1 0 0,-2 0 1 0 0,2 1-52 0 0,0 0 0 0 0,-1 0 1 0 0,1 0-1 0 0,0 0 0 0 0,0 0 1 0 0,0 1-1 0 0,0-1 0 0 0,0 0 1 0 0,0 1-1 0 0,1-1 1 0 0,-1 0-1 0 0,0 1 0 0 0,1-1 1 0 0,-1 1-1 0 0,1-1 0 0 0,-1 1 1 0 0,1-1-1 0 0,0 1 0 0 0,0 0 1 0 0,-1-1-1 0 0,1 3 0 0 0,0 36 533 0 0,2-24-382 0 0,1 0 1 0 0,1 0 0 0 0,0 0-1 0 0,1-1 1 0 0,11 26-1 0 0,44 73 526 0 0,-47-89-575 0 0,20 28 15 0 0,1-2-1 0 0,3-1 1 0 0,1-2 0 0 0,3-2-1 0 0,87 76 1 0 0,-105-101-1782 0 0,22 25 0 0 0,-29-25-7019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8.76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114 33 6449 0 0,'-11'-6'166'0'0,"-33"-16"2805"0"0,42 21-2524 0 0,-1 0 1 0 0,1 0-1 0 0,-1 1 0 0 0,1-1 0 0 0,-1 1 0 0 0,0-1 0 0 0,1 1 1 0 0,-1 0-1 0 0,0 0 0 0 0,1 0 0 0 0,-1 1 0 0 0,1-1 0 0 0,-1 1 1 0 0,0-1-1 0 0,-3 2 0 0 0,5 0-257 0 0,0-1-1 0 0,-1 0 1 0 0,1 0 0 0 0,0 0 0 0 0,0 1 0 0 0,0-1-1 0 0,1 1 1 0 0,-1-1 0 0 0,0 1 0 0 0,0-1-1 0 0,1 1 1 0 0,-1-1 0 0 0,1 1 0 0 0,0-1 0 0 0,-1 1-1 0 0,1 0 1 0 0,0-1 0 0 0,0 1 0 0 0,0 0-1 0 0,0-1 1 0 0,0 1 0 0 0,0-1 0 0 0,0 1 0 0 0,1 0-1 0 0,0 2 1 0 0,12 47 774 0 0,-12-48-873 0 0,41 125 951 0 0,-13-46-742 0 0,-4 1 1 0 0,20 114-1 0 0,-43-177-431 0 0,6 31-247 0 0,-8-47 220 0 0,1-1 0 0 0,0 1 0 0 0,0-1 0 0 0,0 0 0 0 0,1 0 0 0 0,-1 0 0 0 0,1 0 0 0 0,0 0 0 0 0,-1 0-1 0 0,1 0 1 0 0,3 3 0 0 0,2-2-528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9.1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99 8754 0 0,'4'-5'355'0'0,"-1"0"1"0"0,1 1 0 0 0,0-1-1 0 0,1 1 1 0 0,-1 0 0 0 0,1 0-1 0 0,-1 0 1 0 0,1 1-1 0 0,9-5 1 0 0,54-24 4629 0 0,-52 25-4381 0 0,-11 4-370 0 0,0 1 0 0 0,-1 0 1 0 0,2 1-1 0 0,-1-1 0 0 0,0 1 1 0 0,0 0-1 0 0,0 0 0 0 0,1 1 1 0 0,5-1-1 0 0,-9 2-189 0 0,-1-1 0 0 0,1 0 0 0 0,0 1 0 0 0,-1-1 0 0 0,1 1 0 0 0,-1 0 0 0 0,1-1 0 0 0,-1 1 0 0 0,1 0 0 0 0,-1 0 0 0 0,0 0 0 0 0,1 0 0 0 0,-1 0 0 0 0,0 0 0 0 0,0 1 0 0 0,0-1 0 0 0,0 0 0 0 0,0 1 0 0 0,0-1 0 0 0,0 0 0 0 0,0 1 0 0 0,-1-1 0 0 0,1 1 0 0 0,0-1 0 0 0,-1 1 0 0 0,1 0 1 0 0,-1-1-1 0 0,0 1 0 0 0,1-1 0 0 0,-1 1 0 0 0,0 0 0 0 0,0-1 0 0 0,0 3 0 0 0,0 13-39 0 0,-1 0 0 0 0,-1 0 0 0 0,0 0 0 0 0,-1 0 0 0 0,-1 0 0 0 0,-1 0 0 0 0,0-1 0 0 0,-10 21 0 0 0,7-18 36 0 0,1 1 0 0 0,1 0 0 0 0,1 0-1 0 0,0 1 1 0 0,-1 23 0 0 0,5-42 2 0 0,1 1 0 0 0,0-1 0 0 0,0 0 0 0 0,0 0 0 0 0,1 1 0 0 0,-1-1 0 0 0,0 0 0 0 0,1 0 0 0 0,-1 0 0 0 0,1 0 0 0 0,0 1 0 0 0,0-1 0 0 0,0 0 0 0 0,0 0 0 0 0,0 0 0 0 0,2 3 0 0 0,-1-4-12 0 0,-1 0 1 0 0,0 0-1 0 0,1 0 0 0 0,-1 0 0 0 0,1-1 0 0 0,-1 1 0 0 0,1 0 0 0 0,-1-1 1 0 0,1 1-1 0 0,0 0 0 0 0,-1-1 0 0 0,1 0 0 0 0,0 1 0 0 0,0-1 1 0 0,-1 0-1 0 0,1 0 0 0 0,2 0 0 0 0,7-2 60 0 0,1 0 0 0 0,0-1 0 0 0,-1 0 0 0 0,0-1 0 0 0,14-6 0 0 0,7-2-159 0 0,-19 9-291 0 0,-1 0-1 0 0,1 1 1 0 0,-1 0-1 0 0,1 1 1 0 0,15 1-1 0 0,-10 0-824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9.3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8290 0 0,'0'0'381'0'0,"20"-1"3000"0"0,94 14 5229 0 0,-67-6-7031 0 0,90 1 0 0 0,-74-8-1422 0 0,36-2-1144 0 0,-92 2 338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19:59.58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7370 0 0,'40'87'7480'0'0,"-23"-53"-3900"0"0,17 50 0 0 0,4 53-2069 0 0,-20-45-3962 0 0,-14-71-5144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2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116 114 5985 0 0,'-1'-2'159'0'0,"0"1"0"0"0,1-1 0 0 0,-1 1 0 0 0,0-1 0 0 0,0 1 0 0 0,1-1-1 0 0,-1 0 1 0 0,1 1 0 0 0,0-1 0 0 0,-1 0 0 0 0,1 1 0 0 0,0-1 0 0 0,0 0-1 0 0,0 1 1 0 0,0-1 0 0 0,0-2 0 0 0,7-34 699 0 0,-2-8 12522 0 0,-32 182-13109 0 0,-12 47 59 0 0,22-117-416 0 0,3 1 0 0 0,-9 113 1 0 0,24-163-818 0 0,6-36-2458 0 0,2-7 687 0 0,0 8 923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3.1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186 9 1840 0 0,'-30'-9'16638'0'0,"41"15"-13991"0"0,7 8-1775 0 0,-9-5-785 0 0,-1 0 1 0 0,0 1-1 0 0,0 0 1 0 0,-1 0-1 0 0,-1 1 0 0 0,1 0 1 0 0,-2 0-1 0 0,0 0 1 0 0,4 13-1 0 0,14 27-4 0 0,9 1-79 0 0,70 90-1 0 0,-51-75-96 0 0,-50-65 84 0 0,0-1 0 0 0,0 0 0 0 0,0 1 0 0 0,0-1 0 0 0,0 1 0 0 0,0-1 0 0 0,0 1 0 0 0,0 0 1 0 0,0-1-1 0 0,-1 1 0 0 0,1 0 0 0 0,-1-1 0 0 0,1 1 0 0 0,-1 0 0 0 0,0-1 0 0 0,0 1 1 0 0,0 0-1 0 0,0 0 0 0 0,0 0 0 0 0,0 2 0 0 0,-1-3 7 0 0,0 0 1 0 0,0 0-1 0 0,0 0 0 0 0,0 0 1 0 0,0-1-1 0 0,-1 1 0 0 0,1 0 1 0 0,0-1-1 0 0,0 1 0 0 0,0-1 1 0 0,-1 1-1 0 0,1-1 0 0 0,0 0 1 0 0,0 1-1 0 0,-1-1 0 0 0,1 0 1 0 0,0 0-1 0 0,-1 0 0 0 0,1 0 1 0 0,0 0-1 0 0,-1 0 0 0 0,1 0 1 0 0,0-1-1 0 0,-1 1 0 0 0,1 0 1 0 0,0-1-1 0 0,-2 0 0 0 0,-5 0 17 0 0,1 1 0 0 0,0-1 0 0 0,-1 1 0 0 0,1 1-1 0 0,-1-1 1 0 0,1 1 0 0 0,0 0 0 0 0,-1 1 0 0 0,-11 4 0 0 0,-10 5 165 0 0,-29 16 0 0 0,-2 1 154 0 0,44-23-308 0 0,1 0 0 0 0,-1-1 1 0 0,0-1-1 0 0,0-1 0 0 0,0 0 0 0 0,-1-1 0 0 0,1 0 1 0 0,0-1-1 0 0,0-1 0 0 0,-18-4 0 0 0,26 3-330 0 0,2 0-72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3.7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148 8 8754 0 0,'-5'-7'12058'0'0,"-6"24"-9654"0"0,-8 31-2824 0 0,-37 229 743 0 0,22-94-189 0 0,26-146-1072 0 0,2 1-1 0 0,-2 70 1 0 0,32-165-7508 0 0,-20 41 8393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4.2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93 2 6345 0 0,'-6'-1'236'0'0,"-26"7"10254"0"0,48 8-8776 0 0,17 18-326 0 0,-2 1-1 0 0,42 57 1 0 0,-42-49-1359 0 0,58 57 0 0 0,-38-53-132 0 0,-35-33 60 0 0,-1 0 0 0 0,0 2 0 0 0,-1-1 0 0 0,0 2 0 0 0,-2 0 0 0 0,1 0 0 0 0,14 26 0 0 0,-26-39 42 0 0,-1-1-1 0 0,1 1 0 0 0,0-1 0 0 0,0 1 0 0 0,-1-1 0 0 0,1 1 0 0 0,-1 0 0 0 0,0-1 0 0 0,1 1 0 0 0,-1 0 0 0 0,0 0 0 0 0,0-1 0 0 0,0 1 0 0 0,0 0 1 0 0,0-1-1 0 0,-1 1 0 0 0,1 0 0 0 0,0 0 0 0 0,-1-1 0 0 0,1 1 0 0 0,-1-1 0 0 0,0 1 0 0 0,1 0 0 0 0,-1-1 0 0 0,0 1 0 0 0,0-1 0 0 0,0 0 1 0 0,0 1-1 0 0,0-1 0 0 0,0 0 0 0 0,-1 0 0 0 0,1 1 0 0 0,0-1 0 0 0,-1 0 0 0 0,1 0 0 0 0,-1 0 0 0 0,1-1 0 0 0,-1 1 0 0 0,1 0 0 0 0,-1 0 0 0 0,-3 0 1 0 0,-8 3-11 0 0,0 0 1 0 0,-1-1-1 0 0,1-1 1 0 0,-21 1 0 0 0,9 0 6 0 0,-29 6 87 0 0,22-3-136 0 0,0-1 0 0 0,0-1 0 0 0,-1-2 0 0 0,-50-3 0 0 0,-18-6-3574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4.6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22 3 10594 0 0,'-9'-3'11377'0'0,"3"23"-9372"0"0,0 27-2729 0 0,5 32 752 0 0,4 0 1 0 0,2 0 0 0 0,5-1 0 0 0,21 88 0 0 0,-8-81-147 0 0,-20-76-251 0 0,0-1-1 0 0,1 0 0 0 0,0 0 0 0 0,0 0 1 0 0,1-1-1 0 0,0 1 0 0 0,10 11 0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4.90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23 6913 0 0,'0'0'94'0'0,"-1"0"0"0"0,1 0-1 0 0,0 0 1 0 0,-1 1 0 0 0,1-1-1 0 0,0 0 1 0 0,-1 0 0 0 0,1 0-1 0 0,0 1 1 0 0,0-1-1 0 0,-1 0 1 0 0,1 0 0 0 0,0 1-1 0 0,0-1 1 0 0,0 0 0 0 0,-1 0-1 0 0,1 1 1 0 0,0-1 0 0 0,0 0-1 0 0,0 1 1 0 0,0-1-1 0 0,0 0 1 0 0,0 1 0 0 0,-1-1-1 0 0,1 0 1 0 0,0 1 0 0 0,0-1-1 0 0,0 0 1 0 0,0 1-1 0 0,0-1 1 0 0,0 0 0 0 0,0 1-1 0 0,1-1 1 0 0,-1 0 0 0 0,0 1-1 0 0,0-1 1 0 0,0 0 0 0 0,0 1-1 0 0,0-1 1 0 0,0 0-1 0 0,1 1 1 0 0,-1-1 0 0 0,0 0-1 0 0,0 0 1 0 0,0 1 0 0 0,1-1-1 0 0,-1 1 1 0 0,23 1 3433 0 0,28-9 510 0 0,-9-4-2164 0 0,-18 4-1010 0 0,37-5 1 0 0,-53 11-945 0 0,1 0 0 0 0,-1 1 0 0 0,1 0 0 0 0,-1 1-1 0 0,1 0 1 0 0,-1 0 0 0 0,1 0 0 0 0,10 4 0 0 0,-1 2-789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0:05.1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10594 0 0,'6'10'7758'0'0,"12"2"-4356"0"0,21 7-1384 0 0,-33-17-1997 0 0,1 1 0 0 0,0-1-1 0 0,-1 0 1 0 0,1-1 0 0 0,0 1 0 0 0,0-1 0 0 0,0-1 0 0 0,0 1 0 0 0,0-1 0 0 0,0-1 0 0 0,12-1-1 0 0,2-4-325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3:32.4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165 110 456 0 0,'-25'-21'123'0'0,"-41"-33"1901"0"0,56 47-862 0 0,0 0 1 0 0,-1 1-1 0 0,0 0 1 0 0,-21-2 2942 0 0,44 32-2818 0 0,265 361 1897 0 0,-217-309-2772 0 0,77 108-164 0 0,-118-155-157 0 0,-6-7 57 0 0,0-1-1 0 0,34 37 1 0 0,-44-54-185 0 0,1 0 0 0 0,-1-1 0 0 0,1 1 1 0 0,0-1-1 0 0,0 0 0 0 0,0 0 1 0 0,0 0-1 0 0,1-1 0 0 0,-1 0 0 0 0,1 0 1 0 0,-1 0-1 0 0,1 0 0 0 0,0 0 0 0 0,0-1 1 0 0,0 0-1 0 0,0 0 0 0 0,0-1 1 0 0,0 1-1 0 0,0-1 0 0 0,8-1 0 0 0,10-7-1548 0 0,-11 2 146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3:33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43 319 5065 0 0,'-18'4'609'0'0,"17"-4"-486"0"0,-1 1 0 0 0,1-1 0 0 0,0 1 1 0 0,-1-1-1 0 0,1 0 0 0 0,0 1 0 0 0,-1-1 0 0 0,1 0 0 0 0,-1 0 0 0 0,1 0 1 0 0,0 0-1 0 0,-1 0 0 0 0,1 0 0 0 0,-1-1 0 0 0,-1 0 0 0 0,3 1-47 0 0,0 0 0 0 0,0-1 0 0 0,0 1 0 0 0,0 0 1 0 0,0-1-1 0 0,1 1 0 0 0,-1 0 0 0 0,0 0 0 0 0,0-1 0 0 0,0 1 0 0 0,1 0 0 0 0,-1 0 0 0 0,0-1 0 0 0,0 1 0 0 0,1 0 0 0 0,-1 0 0 0 0,0-1 0 0 0,0 1 0 0 0,1 0 0 0 0,-1 0 0 0 0,0 0 0 0 0,1 0 0 0 0,-1 0 0 0 0,0-1 0 0 0,1 1 1 0 0,-1 0-1 0 0,0 0 0 0 0,1 0 0 0 0,-1 0 0 0 0,0 0 0 0 0,1 0 0 0 0,-1 0 0 0 0,0 0 0 0 0,1 0 0 0 0,-1 0 0 0 0,0 0 0 0 0,1 0 0 0 0,-1 1 0 0 0,20-3 895 0 0,1 7-343 0 0,0 2-1 0 0,0 0 1 0 0,-1 1-1 0 0,0 2 1 0 0,0 0 0 0 0,22 15-1 0 0,-20-11-434 0 0,2-1 1 0 0,0-2-1 0 0,0 0 0 0 0,29 9 0 0 0,-45-18-187 0 0,0-1 0 0 0,0 1 0 0 0,0-1 0 0 0,0 0 0 0 0,0-1 0 0 0,0 0 0 0 0,0-1 0 0 0,0 1 0 0 0,1-1 0 0 0,-1-1 0 0 0,-1 0 0 0 0,1 0 0 0 0,0 0 0 0 0,0-1 0 0 0,-1 0 0 0 0,1-1 0 0 0,11-7 0 0 0,-12 6 107 0 0,0 0 1 0 0,0 0-1 0 0,0-1 1 0 0,-1 0-1 0 0,0 0 1 0 0,0-1-1 0 0,-1 0 1 0 0,0 0-1 0 0,0 0 1 0 0,-1 0-1 0 0,1-1 0 0 0,-2 0 1 0 0,1 0-1 0 0,-1 0 1 0 0,0 0-1 0 0,-1 0 1 0 0,0-1-1 0 0,0 1 1 0 0,-1-1-1 0 0,1-15 1 0 0,-2-5 234 0 0,-2 0-1 0 0,-1 0 1 0 0,-1 1 0 0 0,-15-54 0 0 0,18 79-518 0 0,-8-37 349 0 0,9 12-6208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3:35.1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53 6 920 0 0,'-3'-1'-85'0'0,"-24"-3"692"0"0,26 4-460 0 0,0 0-1 0 0,0 0 1 0 0,0 0-1 0 0,0 0 1 0 0,0 0-1 0 0,0 0 0 0 0,0 0 1 0 0,0 0-1 0 0,0 0 1 0 0,0 1-1 0 0,0-1 1 0 0,0 0-1 0 0,0 1 1 0 0,1-1-1 0 0,-1 1 0 0 0,0-1 1 0 0,0 1-1 0 0,0-1 1 0 0,0 1-1 0 0,1-1 1 0 0,-1 1-1 0 0,0 0 1 0 0,0 1-1 0 0,40 12 3554 0 0,-14 0-3039 0 0,-1 2 0 0 0,-1 1 0 0 0,0 1-1 0 0,-1 1 1 0 0,25 28 0 0 0,-25-26-360 0 0,57 61 514 0 0,-42-42-678 0 0,2-1-1 0 0,44 33 0 0 0,-76-67-468 0 0,-1 0 0 0 0,1 1 0 0 0,-1 0 0 0 0,0 1 0 0 0,5 6 0 0 0,-2-1-4093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3:35.8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101 263 456 0 0,'-2'-4'270'0'0,"-1"0"0"0"0,-1 0 0 0 0,1 0 0 0 0,0 0 0 0 0,-1 0 0 0 0,0 1 0 0 0,0-1 0 0 0,0 1 0 0 0,0 0 0 0 0,-1 0-1 0 0,-6-3 1 0 0,6 3 286 0 0,-1 0 0 0 0,1 0-1 0 0,0-1 1 0 0,0 0-1 0 0,1 0 1 0 0,-9-9-1 0 0,12 11-413 0 0,0 0 0 0 0,0-1-1 0 0,0 1 1 0 0,1-1 0 0 0,-1 1 0 0 0,1-1-1 0 0,-1 1 1 0 0,1-1 0 0 0,0 0-1 0 0,0 1 1 0 0,0-1 0 0 0,0 1 0 0 0,1-1-1 0 0,-1 1 1 0 0,1-1 0 0 0,-1 1-1 0 0,1-1 1 0 0,0 1 0 0 0,0-1 0 0 0,2-3-1 0 0,26-46 789 0 0,-25 47-893 0 0,-1-1-1 0 0,1 1 0 0 0,0 0 1 0 0,1 0-1 0 0,-1 0 0 0 0,1 0 1 0 0,0 1-1 0 0,0 0 0 0 0,0 0 1 0 0,1 0-1 0 0,0 1 0 0 0,-1 0 1 0 0,1 0-1 0 0,0 0 0 0 0,0 1 1 0 0,1 0-1 0 0,-1 0 0 0 0,0 1 1 0 0,1-1-1 0 0,-1 1 0 0 0,1 1 1 0 0,0-1-1 0 0,-1 1 0 0 0,1 0 1 0 0,-1 1-1 0 0,1-1 0 0 0,-1 1 1 0 0,1 1-1 0 0,-1-1 0 0 0,1 1 1 0 0,-1 0-1 0 0,0 1 0 0 0,0-1 1 0 0,0 1-1 0 0,0 1 0 0 0,-1-1 1 0 0,1 1-1 0 0,-1 0 0 0 0,0 0 1 0 0,7 6-1 0 0,-6-3-198 0 0,1-1-1 0 0,-1 1 1 0 0,0 0 0 0 0,0 0 0 0 0,-1 1-1 0 0,0 0 1 0 0,-1 0 0 0 0,1 0-1 0 0,-1 0 1 0 0,-1 1 0 0 0,0-1-1 0 0,4 18 1 0 0,-3 0 267 0 0,-1-1 1 0 0,-2 1 0 0 0,-1 31-1 0 0,0-18 1015 0 0,2-44-476 0 0,0 0 1 0 0,1 0-1 0 0,0-1 0 0 0,1 1 1 0 0,5-6-1 0 0,1-4-182 0 0,15-25 90 0 0,51-73-984 0 0,-64 97-727 0 0,1 0 0 0 0,1 1 0 0 0,1 0 0 0 0,26-20 0 0 0,-22 23-64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10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1286 217 4609 0 0,'-12'-8'601'0'0,"1"-1"1"0"0,0 0-1 0 0,0-1 0 0 0,1 0 1 0 0,-10-13-1 0 0,13 14-272 0 0,-1 0 1 0 0,-1 0-1 0 0,1 0 0 0 0,-2 1 1 0 0,1 1-1 0 0,-1 0 0 0 0,-20-12 1 0 0,1 6 172 0 0,0 1 0 0 0,-1 2 0 0 0,-1 0 1 0 0,0 2-1 0 0,0 2 0 0 0,-1 1 1 0 0,-33-2-1 0 0,47 8-320 0 0,0 0-1 0 0,0 2 1 0 0,1 0 0 0 0,-1 1-1 0 0,1 0 1 0 0,0 1 0 0 0,0 2 0 0 0,0-1-1 0 0,1 2 1 0 0,0 0 0 0 0,0 1 0 0 0,1 1-1 0 0,-21 16 1 0 0,9-2-271 0 0,0 1-1 0 0,2 1 0 0 0,0 1 1 0 0,2 1-1 0 0,-32 52 1 0 0,-5 13-617 0 0,-103 178-406 0 0,128-199 1355 0 0,4 2 0 0 0,-30 100-1 0 0,46-117-60 0 0,3 1 0 0 0,1 0 0 0 0,-3 110 1 0 0,12-57-463 0 0,5 0 0 0 0,5 0 0 0 0,31 152 0 0 0,-25-203 136 0 0,2 0 1 0 0,3-1 0 0 0,2-1 0 0 0,3-1-1 0 0,3-1 1 0 0,2-1 0 0 0,58 84 0 0 0,-54-95 77 0 0,105 140-733 0 0,-104-144 605 0 0,1-2-1 0 0,55 47 0 0 0,-72-71 91 0 0,1 0-1 0 0,1 0 0 0 0,0-2 0 0 0,0 0 0 0 0,1-2 1 0 0,1 0-1 0 0,0-2 0 0 0,0 0 0 0 0,38 8 1 0 0,-40-13 131 0 0,-1-1 0 0 0,1 0 1 0 0,0-1-1 0 0,-1-2 1 0 0,1 0-1 0 0,-1-1 0 0 0,1 0 1 0 0,-1-2-1 0 0,0 0 1 0 0,0-2-1 0 0,35-14 1 0 0,-23 5 62 0 0,-1-1 1 0 0,-1-2 0 0 0,-1-1 0 0 0,0-1 0 0 0,-2-1 0 0 0,0-2-1 0 0,-2 0 1 0 0,0-2 0 0 0,-2-1 0 0 0,28-40 0 0 0,-10 4 199 0 0,-2-2 1 0 0,-3-2 0 0 0,45-121-1 0 0,-50 99-30 0 0,-4 0 0 0 0,-4-2 0 0 0,15-128 0 0 0,2-279 1091 0 0,-38 469-1334 0 0,4-71 5 0 0,-5-1 1 0 0,-15-129 0 0 0,9 186-22 0 0,-2 0 0 0 0,-2 1 0 0 0,-1 0-1 0 0,-3 0 1 0 0,-1 1 0 0 0,-2 1-1 0 0,-39-67 1 0 0,46 92 65 0 0,0 2-1 0 0,-1-1 0 0 0,-1 2 0 0 0,0-1 1 0 0,-1 1-1 0 0,0 1 0 0 0,-1 1 1 0 0,0 0-1 0 0,-1 0 0 0 0,1 2 0 0 0,-31-14 1 0 0,7 8 87 0 0,-1 0 1 0 0,-1 3-1 0 0,-76-12 1 0 0,97 20-194 0 0,1 2 1 0 0,-1 0 0 0 0,0 0-1 0 0,-22 4 1 0 0,-7 6-5181 0 0,30-3-245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19.6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51 6913 0 0,'-9'-11'91'0'0,"4"6"677"0"0,0-1 1 0 0,0 1-1 0 0,-1 0 1 0 0,1 0-1 0 0,-10-6 1 0 0,14 11-652 0 0,0 0 1 0 0,0-1-1 0 0,1 1 0 0 0,-1 0 1 0 0,0-1-1 0 0,1 1 1 0 0,-1 0-1 0 0,0 0 1 0 0,0 0-1 0 0,0 0 1 0 0,1 0-1 0 0,-1-1 1 0 0,0 1-1 0 0,0 1 0 0 0,1-1 1 0 0,-1 0-1 0 0,0 0 1 0 0,0 0-1 0 0,0 0 1 0 0,1 1-1 0 0,-1-1 1 0 0,0 0-1 0 0,-1 1 1 0 0,1 0-10 0 0,0 1 1 0 0,0-1-1 0 0,0 0 1 0 0,0 1 0 0 0,0-1-1 0 0,0 1 1 0 0,0-1-1 0 0,1 1 1 0 0,-1-1 0 0 0,0 1-1 0 0,1 0 1 0 0,-1-1 0 0 0,1 1-1 0 0,0 0 1 0 0,-1 2-1 0 0,-4 46 1197 0 0,2 68-1 0 0,3-113-1251 0 0,32 416 989 0 0,-9-196-1049 0 0,-19-175-31 0 0,18 158-2960 0 0,-19-191 1801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0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124 7 2304 0 0,'-1'-1'183'0'0,"-1"0"-1"0"0,0 0 0 0 0,1 0 1 0 0,-1 1-1 0 0,1-1 0 0 0,-1 1 1 0 0,0-1-1 0 0,0 1 0 0 0,1 0 1 0 0,-1 0-1 0 0,0 0 0 0 0,1 0 0 0 0,-1 0 1 0 0,0 0-1 0 0,0 0 0 0 0,1 0 1 0 0,-1 1-1 0 0,0-1 0 0 0,1 0 1 0 0,-1 1-1 0 0,0 0 0 0 0,-1 0 0 0 0,-42 20 6086 0 0,37-17-4310 0 0,67-13 1067 0 0,-54 8-3037 0 0,1 1-1 0 0,-1-1 1 0 0,1 1 0 0 0,0 1 0 0 0,-1-1-1 0 0,1 1 1 0 0,-1 0 0 0 0,0 0 0 0 0,1 0-1 0 0,-1 1 1 0 0,6 2 0 0 0,-10-3-39 0 0,1 0 1 0 0,-1 0-1 0 0,1 0 1 0 0,-1 0-1 0 0,0 0 1 0 0,1 0-1 0 0,-1 0 0 0 0,0 0 1 0 0,0 1-1 0 0,0-1 1 0 0,0 0-1 0 0,0 1 1 0 0,0-1-1 0 0,0 1 1 0 0,-1-1-1 0 0,1 1 1 0 0,0-1-1 0 0,-1 1 1 0 0,1-1-1 0 0,-1 1 1 0 0,0 0-1 0 0,1-1 0 0 0,-1 1 1 0 0,0 0-1 0 0,0-1 1 0 0,0 1-1 0 0,0 0 1 0 0,-1-1-1 0 0,1 1 1 0 0,0 0-1 0 0,-1-1 1 0 0,1 1-1 0 0,-1 0 1 0 0,1-1-1 0 0,-1 1 0 0 0,0-1 1 0 0,1 1-1 0 0,-1-1 1 0 0,-2 3-1 0 0,-12 20-188 0 0,-1-1 0 0 0,0 0-1 0 0,-28 28 1 0 0,21-24-38 0 0,-28 39-1 0 0,50-65 285 0 0,0 0-1 0 0,1 0 1 0 0,-1 0-1 0 0,0 0 1 0 0,0 1 0 0 0,1-1-1 0 0,-1 0 1 0 0,0 0 0 0 0,1 1-1 0 0,-1-1 1 0 0,1 1-1 0 0,0-1 1 0 0,-1 0 0 0 0,1 1-1 0 0,0-1 1 0 0,0 1-1 0 0,0-1 1 0 0,0 1 0 0 0,0-1-1 0 0,0 0 1 0 0,1 1 0 0 0,-1-1-1 0 0,0 1 1 0 0,1-1-1 0 0,0 3 1 0 0,0-4 0 0 0,1 1-1 0 0,-1 0 1 0 0,0 0 0 0 0,0-1-1 0 0,1 1 1 0 0,-1 0-1 0 0,0-1 1 0 0,1 0 0 0 0,-1 1-1 0 0,0-1 1 0 0,1 0-1 0 0,-1 0 1 0 0,1 1 0 0 0,-1-1-1 0 0,1 0 1 0 0,-1 0 0 0 0,0-1-1 0 0,1 1 1 0 0,-1 0-1 0 0,1 0 1 0 0,-1-1 0 0 0,0 1-1 0 0,1-1 1 0 0,-1 1-1 0 0,2-2 1 0 0,54-23 214 0 0,-37 16 139 0 0,42-15 0 0 0,-56 22-296 0 0,0 1-1 0 0,1 0 1 0 0,-1 0 0 0 0,1 0-1 0 0,0 1 1 0 0,-1-1-1 0 0,1 2 1 0 0,-1-1-1 0 0,1 1 1 0 0,12 3-1 0 0,-17-4-62 0 0,-1 0-1 0 0,0 1 0 0 0,1-1 0 0 0,-1 1 0 0 0,1 0 1 0 0,-1-1-1 0 0,0 1 0 0 0,0 0 0 0 0,1 0 0 0 0,-1 0 0 0 0,0 0 1 0 0,0 0-1 0 0,0 0 0 0 0,0 0 0 0 0,0 0 0 0 0,0 0 1 0 0,0 0-1 0 0,0 0 0 0 0,-1 1 0 0 0,1-1 0 0 0,0 0 0 0 0,-1 1 1 0 0,1-1-1 0 0,-1 1 0 0 0,0-1 0 0 0,1 0 0 0 0,-1 1 1 0 0,0-1-1 0 0,0 1 0 0 0,0-1 0 0 0,0 1 0 0 0,0-1 0 0 0,0 1 1 0 0,0-1-1 0 0,0 1 0 0 0,-1-1 0 0 0,1 1 0 0 0,0-1 1 0 0,-1 0-1 0 0,0 1 0 0 0,1-1 0 0 0,-1 0 0 0 0,0 1 1 0 0,-1 1-1 0 0,-4 8-45 0 0,0 0 0 0 0,-1 0 1 0 0,-17 19-1 0 0,19-24 38 0 0,-51 53 290 0 0,40-44-126 0 0,0 2 0 0 0,1-1 0 0 0,-14 22 0 0 0,28-38-154 0 0,1 1 0 0 0,-1 0 0 0 0,0 0 0 0 0,1-1 0 0 0,-1 1 0 0 0,1 0 0 0 0,-1 0 0 0 0,1 0 0 0 0,-1-1 0 0 0,1 1 0 0 0,0 0 0 0 0,-1 0 0 0 0,1 0 0 0 0,0 0 0 0 0,0 0 0 0 0,-1 0 0 0 0,1 0 1 0 0,0 0-1 0 0,0 0 0 0 0,0 0 0 0 0,0 0 0 0 0,0 0 0 0 0,1 0 0 0 0,-1 0 0 0 0,0 0 0 0 0,0-1 0 0 0,1 1 0 0 0,-1 0 0 0 0,0 0 0 0 0,1 0 0 0 0,-1 0 0 0 0,1 0 0 0 0,-1-1 0 0 0,1 1 0 0 0,0 0 0 0 0,-1 0 0 0 0,1-1 0 0 0,0 1 0 0 0,-1 0 0 0 0,1-1 0 0 0,0 1 0 0 0,0-1 0 0 0,-1 1 0 0 0,1-1 0 0 0,0 1 0 0 0,0-1 0 0 0,0 0 0 0 0,0 1 1 0 0,0-1-1 0 0,0 0 0 0 0,0 0 0 0 0,0 1 0 0 0,0-1 0 0 0,0 0 0 0 0,0 0 0 0 0,-1 0 0 0 0,3 0 0 0 0,9 1 12 0 0,1-1 1 0 0,0 0 0 0 0,19-3-1 0 0,-18 2-22 0 0,-8 1 25 0 0,58 0 238 0 0,-60 0-237 0 0,0 1-1 0 0,0-1 0 0 0,0 1 0 0 0,0 0 0 0 0,0 0 0 0 0,-1 0 0 0 0,1 0 1 0 0,0 1-1 0 0,0 0 0 0 0,-1 0 0 0 0,1 0 0 0 0,5 4 0 0 0,-8-5-15 0 0,0 1-1 0 0,0-1 0 0 0,-1 0 1 0 0,1 1-1 0 0,0-1 0 0 0,-1 0 0 0 0,1 1 1 0 0,-1-1-1 0 0,0 1 0 0 0,1-1 1 0 0,-1 1-1 0 0,0-1 0 0 0,0 1 0 0 0,0-1 1 0 0,0 1-1 0 0,0-1 0 0 0,0 1 1 0 0,-1-1-1 0 0,1 0 0 0 0,0 1 0 0 0,-1-1 1 0 0,1 1-1 0 0,-1-1 0 0 0,1 1 0 0 0,-2 1 1 0 0,-22 37-19 0 0,19-32 12 0 0,-53 80-2108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0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5 7370 0 0,'-20'-5'4346'0'0,"20"6"-4090"0"0,-1 0 0 0 0,1-1 0 0 0,0 1 1 0 0,0 0-1 0 0,0 0 0 0 0,0-1 1 0 0,0 1-1 0 0,0 0 0 0 0,0 0 1 0 0,0-1-1 0 0,0 1 0 0 0,0 0 0 0 0,0 0 1 0 0,0-1-1 0 0,0 1 0 0 0,1 0 1 0 0,-1 0-1 0 0,0-1 0 0 0,1 1 1 0 0,-1 0-1 0 0,0-1 0 0 0,1 2 0 0 0,12 41 586 0 0,-2 1-1 0 0,-3 0 1 0 0,5 59-1 0 0,-8-57-644 0 0,-1 6-151 0 0,-3 68 1 0 0,-1 1-3346 0 0,1-108 2040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1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0 2721 0 0,'-18'9'2180'0'0,"12"-7"-1298"0"0,-1 1 0 0 0,0 1 0 0 0,1-1 1 0 0,0 1-1 0 0,0 0 0 0 0,-7 7 0 0 0,19-15-249 0 0,1 1 1 0 0,0 0-1 0 0,0 0 1 0 0,0 1-1 0 0,9-3 1 0 0,-8 3-509 0 0,6-1-10 0 0,0-1 0 0 0,0 2 1 0 0,15-1-1 0 0,-23 2-133 0 0,0 1 0 0 0,0 0 0 0 0,0 0 0 0 0,-1 1 0 0 0,1 0 0 0 0,0 0 0 0 0,0 0 0 0 0,-1 1 0 0 0,1-1 0 0 0,6 4 0 0 0,-11-4 6 0 0,-1-1 1 0 0,1 1 0 0 0,0 0-1 0 0,0 0 1 0 0,-1 0 0 0 0,1 0 0 0 0,-1 0-1 0 0,1 0 1 0 0,-1 0 0 0 0,1 0-1 0 0,-1 0 1 0 0,0 0 0 0 0,1 0 0 0 0,-1 0-1 0 0,0 1 1 0 0,0-1 0 0 0,0 0-1 0 0,0 0 1 0 0,0 0 0 0 0,0 0 0 0 0,0 0-1 0 0,0 1 1 0 0,0-1 0 0 0,-1 0 0 0 0,1 0-1 0 0,0 0 1 0 0,-1 0 0 0 0,1 0-1 0 0,-1 0 1 0 0,1 0 0 0 0,-1 0 0 0 0,-1 1-1 0 0,-22 38-688 0 0,21-35 543 0 0,-49 63-140 0 0,33-46 559 0 0,2 1-1 0 0,-22 36 1 0 0,39-58-251 0 0,-1-1-1 0 0,1 1 0 0 0,-1 0 1 0 0,1 0-1 0 0,-1 0 1 0 0,1 0-1 0 0,-1 0 0 0 0,1 0 1 0 0,0 0-1 0 0,-1 0 1 0 0,1 0-1 0 0,0 0 0 0 0,0 0 1 0 0,0 0-1 0 0,0 0 1 0 0,0 0-1 0 0,0 0 0 0 0,0 0 1 0 0,0 0-1 0 0,0 0 1 0 0,1-1-1 0 0,-1 1 0 0 0,0 0 1 0 0,1 0-1 0 0,-1 0 1 0 0,1 2-1 0 0,0-2-9 0 0,1-1 1 0 0,-1 1-1 0 0,0 0 0 0 0,0-1 0 0 0,1 1 1 0 0,-1 0-1 0 0,0-1 0 0 0,1 1 1 0 0,-1-1-1 0 0,0 0 0 0 0,1 0 0 0 0,-1 1 1 0 0,1-1-1 0 0,-1 0 0 0 0,1 0 0 0 0,1-1 1 0 0,9 0-65 0 0,1 0 0 0 0,-1-2 1 0 0,15-3-1 0 0,-23 5 43 0 0,4-1 85 0 0,0 0 0 0 0,0 0 0 0 0,0 1 0 0 0,1 1 0 0 0,-1-1 0 0 0,0 1 0 0 0,12 2-1 0 0,-18-2-60 0 0,0 0 1 0 0,-1 0-1 0 0,1 1 0 0 0,0-1 0 0 0,-1 1 0 0 0,1 0 0 0 0,-1-1 0 0 0,1 1 0 0 0,-1 0 0 0 0,1 0 0 0 0,-1 0 0 0 0,0 0 0 0 0,1 0 0 0 0,-1 0 0 0 0,0 0 0 0 0,0 0 0 0 0,1 0 0 0 0,-1 1 0 0 0,0-1 0 0 0,-1 1 0 0 0,1-1 1 0 0,0 0-1 0 0,0 1 0 0 0,0 0 0 0 0,-1-1 0 0 0,1 1 0 0 0,-1-1 0 0 0,1 1 0 0 0,-1 0 0 0 0,0-1 0 0 0,0 1 0 0 0,0 0 0 0 0,1-1 0 0 0,-2 1 0 0 0,1 0 0 0 0,0-1 0 0 0,0 1 0 0 0,0 0 0 0 0,-1-1 0 0 0,1 1 1 0 0,-1 0-1 0 0,0 1 0 0 0,-7 20 516 0 0,0 0 0 0 0,-13 22 1 0 0,13-30-610 0 0,1 0 0 0 0,1 1 0 0 0,0 0 0 0 0,1 0 0 0 0,0 0 0 0 0,-1 18 0 0 0,5-33 15 0 0,1 1 0 0 0,0-1 0 0 0,0 1 0 0 0,0-1-1 0 0,0 1 1 0 0,0-1 0 0 0,1 1 0 0 0,-1-1 0 0 0,0 0-1 0 0,1 1 1 0 0,-1-1 0 0 0,1 1 0 0 0,-1-1-1 0 0,1 0 1 0 0,0 1 0 0 0,0-1 0 0 0,1 2 0 0 0,-1-2-180 0 0,-1-1 1 0 0,1 1-1 0 0,0-1 0 0 0,0 1 1 0 0,-1-1-1 0 0,1 0 1 0 0,0 1-1 0 0,0-1 1 0 0,0 0-1 0 0,-1 0 1 0 0,1 1-1 0 0,0-1 1 0 0,0 0-1 0 0,0 0 1 0 0,0 0-1 0 0,0 0 1 0 0,-1 0-1 0 0,1 0 0 0 0,0 0 1 0 0,1-1-1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2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 5529 0 0,'2'-8'11597'0'0,"11"67"-9375"0"0,23 68 0 0 0,-1-9-2118 0 0,71 334-82 0 0,-25-100-481 0 0,5 116 113 0 0,-85-459-1297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2.9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874 153 3225 0 0,'12'-19'-83'0'0,"48"-67"710"0"0,-27 38 7805 0 0,-64 80-6349 0 0,-159 188-740 0 0,123-150-562 0 0,-101 142-1 0 0,88-95-718 0 0,-188 209 0 0 0,235-291-190 0 0,-105 119-2653 0 0,134-151 2388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3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282 34 2609 0 0,'-3'-2'19'0'0,"0"1"1"0"0,0 0-1 0 0,0 0 1 0 0,0 0-1 0 0,-1 0 1 0 0,1 0-1 0 0,0 0 1 0 0,-1 1-1 0 0,1 0 1 0 0,0 0-1 0 0,-1 0 1 0 0,-3 0-1 0 0,-43 8-52 0 0,38-6 66 0 0,-10 2 820 0 0,0 2 1 0 0,-25 10-1 0 0,33-11 672 0 0,0 1 0 0 0,0 1 1 0 0,1 1-1 0 0,-15 12 2242 0 0,28-20-3724 0 0,10-1 838 0 0,11-4-826 0 0,-20 4 46 0 0,86-37-270 0 0,11-5-183 0 0,-85 39 235 0 0,-1 0 0 0 0,1 1 0 0 0,0 0 0 0 0,0 1 0 0 0,23-1 0 0 0,-34 3 106 0 0,33 2-165 0 0,-34-2 193 0 0,0 0 1 0 0,0 0-1 0 0,0 0 0 0 0,0 0 0 0 0,0 0 0 0 0,0 0 0 0 0,0 1 0 0 0,0-1 0 0 0,0 0 0 0 0,0 0 1 0 0,0 1-1 0 0,0-1 0 0 0,0 1 0 0 0,0-1 0 0 0,0 1 0 0 0,0-1 0 0 0,0 1 0 0 0,-1 0 0 0 0,1-1 0 0 0,0 1 1 0 0,0 0-1 0 0,-1 0 0 0 0,1 0 0 0 0,-1-1 0 0 0,1 1 0 0 0,0 0 0 0 0,0 1 0 0 0,-3 1 187 0 0,1-1-1 0 0,-1 0 1 0 0,0 0-1 0 0,1 0 0 0 0,-1 0 1 0 0,0 0-1 0 0,0 0 1 0 0,0-1-1 0 0,0 1 1 0 0,-1-1-1 0 0,1 1 0 0 0,0-1 1 0 0,-1 0-1 0 0,-3 2 1 0 0,-7 5 509 0 0,8-4-696 0 0,0 1-1 0 0,1 0 0 0 0,-1 1 1 0 0,1-1-1 0 0,0 1 1 0 0,0 0-1 0 0,1 0 1 0 0,0 0-1 0 0,0 0 1 0 0,0 0-1 0 0,-2 10 0 0 0,-2 12 85 0 0,-6 41 0 0 0,5-25-68 0 0,5-25-395 0 0,1 1 0 0 0,1-1 0 0 0,1 0 1 0 0,0 0-1 0 0,1 1 0 0 0,1-1 0 0 0,8 32 0 0 0,-7-43-1001 0 0,1 0-12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4.3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9674 0 0,'0'0'133'0'0,"-1"1"1"0"0,0-1-1 0 0,1 1 0 0 0,-1-1 0 0 0,1 1 1 0 0,-1-1-1 0 0,1 1 0 0 0,-1 0 1 0 0,1-1-1 0 0,-1 1 0 0 0,1 0 0 0 0,0 0 1 0 0,-1-1-1 0 0,1 1 0 0 0,0 0 0 0 0,0 0 1 0 0,0-1-1 0 0,-1 1 0 0 0,1 0 1 0 0,0 0-1 0 0,0 0 0 0 0,0 0 0 0 0,0-1 1 0 0,0 1-1 0 0,1 0 0 0 0,-1 0 0 0 0,0-1 1 0 0,0 1-1 0 0,0 0 0 0 0,1 0 1 0 0,0 1-1 0 0,6 29 1073 0 0,10 36-551 0 0,17 130 0 0 0,-25-130-720 0 0,34 129 0 0 0,-31-163-1100 0 0,27 51-1 0 0,-32-70-516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4.8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29 238 1928 0 0,'-2'-3'190'0'0,"-1"1"0"0"0,0-1 0 0 0,1 0-1 0 0,0-1 1 0 0,-1 1 0 0 0,1 0 0 0 0,1-1-1 0 0,-1 1 1 0 0,0-1 0 0 0,1 0 0 0 0,0 0-1 0 0,0 1 1 0 0,0-1 0 0 0,0 0 0 0 0,0 0-1 0 0,1 0 1 0 0,0-5 0 0 0,0 3 162 0 0,1 0-1 0 0,0 0 1 0 0,0 0 0 0 0,1 1 0 0 0,0-1-1 0 0,0 1 1 0 0,0-1 0 0 0,0 1 0 0 0,1 0 0 0 0,6-9-1 0 0,-3 5 221 0 0,1 1-1 0 0,0 0 0 0 0,0 0 1 0 0,1 1-1 0 0,0 0 0 0 0,0 0 1 0 0,0 1-1 0 0,1 0 1 0 0,0 0-1 0 0,0 1 0 0 0,1 0 1 0 0,16-5-1 0 0,-19 8-383 0 0,-1 0 0 0 0,1 1 0 0 0,0 0 1 0 0,0 0-1 0 0,-1 0 0 0 0,1 1 0 0 0,0 0 0 0 0,9 2 0 0 0,-14-2-201 0 0,0 0 0 0 0,-1 1 0 0 0,1-1 0 0 0,0 1 0 0 0,0 0 0 0 0,-1 0 0 0 0,1 0 0 0 0,0 0 0 0 0,-1 0 0 0 0,1 0 0 0 0,-1 0 0 0 0,1 0 0 0 0,-1 0 0 0 0,0 1 0 0 0,1-1 0 0 0,-1 1 0 0 0,0-1 0 0 0,0 1 0 0 0,0-1 0 0 0,0 1 0 0 0,0 0 0 0 0,0-1 0 0 0,-1 1 0 0 0,1 0 0 0 0,-1 0 0 0 0,1 0 0 0 0,-1-1 0 0 0,1 1 0 0 0,-1 0 0 0 0,0 0 0 0 0,0 0 0 0 0,0 0 0 0 0,0 0 0 0 0,-1 2-1 0 0,0 10-171 0 0,-1-1 0 0 0,0 0-1 0 0,-1 0 1 0 0,0 0 0 0 0,-1-1-1 0 0,-7 17 1 0 0,-41 69-54 0 0,37-73 287 0 0,1 1 0 0 0,1 0 0 0 0,-10 33 0 0 0,22-58-32 0 0,1 0 0 0 0,-1 0 1 0 0,1 0-1 0 0,-1 1 0 0 0,1-1 0 0 0,0 0 0 0 0,0 0 0 0 0,0 1 1 0 0,0-1-1 0 0,0 0 0 0 0,0 1 0 0 0,0-1 0 0 0,0 0 0 0 0,0 0 0 0 0,0 1 1 0 0,1-1-1 0 0,-1 0 0 0 0,1 0 0 0 0,-1 0 0 0 0,1 1 0 0 0,-1-1 0 0 0,1 0 1 0 0,-1 0-1 0 0,1 0 0 0 0,0 0 0 0 0,0 0 0 0 0,0 0 0 0 0,0 0 0 0 0,-1 0 1 0 0,1 0-1 0 0,0-1 0 0 0,1 1 0 0 0,-1 0 0 0 0,0-1 0 0 0,0 1 0 0 0,0 0 1 0 0,0-1-1 0 0,0 0 0 0 0,1 1 0 0 0,-1-1 0 0 0,0 0 0 0 0,0 1 0 0 0,1-1 1 0 0,-1 0-1 0 0,2 0 0 0 0,9 1 240 0 0,-1-1 0 0 0,1 0 0 0 0,-1-1 0 0 0,15-2 1 0 0,-11 1 13 0 0,41-9 354 0 0,10 1-559 0 0,-21 13-4628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5.2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50 181 4145 0 0,'-4'0'58'0'0,"-28"-5"1278"0"0,18-1 2906 0 0,14 5-4071 0 0,1 0 1 0 0,-1 1-1 0 0,0-1 1 0 0,0 0 0 0 0,0 0-1 0 0,1 0 1 0 0,-1 1-1 0 0,0-1 1 0 0,1 0 0 0 0,-1 0-1 0 0,1 1 1 0 0,-1-1-1 0 0,1 0 1 0 0,-1 1-1 0 0,1-1 1 0 0,-1 0 0 0 0,1 1-1 0 0,0-1 1 0 0,-1 1-1 0 0,1-1 1 0 0,0 1-1 0 0,-1 0 1 0 0,2-1 0 0 0,21-13 1164 0 0,-18 11-805 0 0,146-73 3367 0 0,-75 39-4273 0 0,-48 25-1281 0 0,-9 5-2926 0 0,-3 3-1043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5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9 3209 0 0,'-39'-7'1439'0'0,"13"5"5325"0"0,42 9 65 0 0,-1 10-4351 0 0,6 22-1452 0 0,-12-11-863 0 0,-1 0 1 0 0,-1 0 0 0 0,5 51-1 0 0,4 22-269 0 0,5-28-1593 0 0,-9-38-5684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6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 5985 0 0,'3'-13'9116'0'0,"0"13"-8866"0"0,0 1 0 0 0,-1-1 1 0 0,1 1-1 0 0,-1 0 1 0 0,1-1-1 0 0,-1 1 1 0 0,0 0-1 0 0,5 3 0 0 0,-1 1-110 0 0,-1 1-1 0 0,1 0 0 0 0,-1 0 1 0 0,-1 1-1 0 0,1-1 0 0 0,-1 1 1 0 0,0 0-1 0 0,3 9 0 0 0,23 64 1256 0 0,-20-51-1226 0 0,84 246-1064 0 0,-91-252-2636 0 0,-2-19 2196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7.5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17 154 1376 0 0,'-1'-1'160'0'0,"0"1"0"0"0,0 0 0 0 0,0 0-1 0 0,0-1 1 0 0,1 1 0 0 0,-1 0 0 0 0,0-1 0 0 0,0 1-1 0 0,0-1 1 0 0,1 1 0 0 0,-1-1 0 0 0,0 0-1 0 0,1 1 1 0 0,-1-1 0 0 0,1 0 0 0 0,-1 1 0 0 0,0-1-1 0 0,1 0 1 0 0,-1 0 0 0 0,1 1 0 0 0,0-1-1 0 0,-1 0 1 0 0,1 0 0 0 0,0 0 0 0 0,-1-1 0 0 0,1 0 35 0 0,0 0 0 0 0,0 0 0 0 0,1 0 0 0 0,-1 0 0 0 0,0 1 0 0 0,1-1 0 0 0,-1 0 0 0 0,1 0 0 0 0,0 1 0 0 0,0-1 0 0 0,1-3 0 0 0,4-3 194 0 0,-1 1 0 0 0,1-1-1 0 0,11-10 1 0 0,-16 18-380 0 0,10-12 366 0 0,1 1 0 0 0,1 0-1 0 0,14-9 1 0 0,-25 19-252 0 0,1-1 0 0 0,-1 0 0 0 0,1 0 1 0 0,0 1-1 0 0,0-1 0 0 0,-1 1 0 0 0,1 0 1 0 0,0 0-1 0 0,0 0 0 0 0,0 0 0 0 0,0 1 0 0 0,1-1 1 0 0,-1 1-1 0 0,0 0 0 0 0,0 0 0 0 0,0 0 0 0 0,0 0 1 0 0,0 0-1 0 0,0 1 0 0 0,0-1 0 0 0,0 1 1 0 0,0 0-1 0 0,6 2 0 0 0,-6 0-113 0 0,0 0 1 0 0,-1-1-1 0 0,1 1 1 0 0,-1 1-1 0 0,1-1 1 0 0,-1 0-1 0 0,0 0 1 0 0,0 1-1 0 0,-1-1 1 0 0,1 1-1 0 0,-1 0 0 0 0,0-1 1 0 0,1 1-1 0 0,-2 0 1 0 0,1 0-1 0 0,0 0 1 0 0,-1 0-1 0 0,0-1 1 0 0,0 1-1 0 0,0 7 1 0 0,-1 6-651 0 0,-1 0-1 0 0,0-1 1 0 0,-7 25 0 0 0,-3-3 1027 0 0,-2-1-1 0 0,-30 59 0 0 0,12-30 1156 0 0,31-65-1520 0 0,0 1 0 0 0,1-1 0 0 0,-1 0 0 0 0,1 0 0 0 0,0 0 0 0 0,-1 0 0 0 0,1 0-1 0 0,0 1 1 0 0,0-1 0 0 0,-1 0 0 0 0,1 0 0 0 0,0 1 0 0 0,0-1 0 0 0,1 0 0 0 0,-1 0 0 0 0,0 3 0 0 0,1-4 28 0 0,-1 1 1 0 0,1 0-1 0 0,-1-1 1 0 0,0 1-1 0 0,1-1 1 0 0,-1 1-1 0 0,1-1 0 0 0,0 1 1 0 0,-1-1-1 0 0,1 0 1 0 0,-1 1-1 0 0,1-1 1 0 0,0 1-1 0 0,-1-1 1 0 0,1 0-1 0 0,0 0 1 0 0,-1 1-1 0 0,1-1 0 0 0,0 0 1 0 0,-1 0-1 0 0,2 0 1 0 0,5 0 293 0 0,-1 0 0 0 0,1 0-1 0 0,0-1 1 0 0,0 1 0 0 0,6-3 0 0 0,3 0-403 0 0,64-6 894 0 0,-33 5-340 0 0,-1-3 1 0 0,66-17-1 0 0,-99 22-1225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8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127 136 2761 0 0,'-19'4'834'0'0,"1"-1"0"0"0,-1 0 0 0 0,0-2 0 0 0,-24 0 0 0 0,35-5 968 0 0,15-2-825 0 0,16-3-85 0 0,25-2-35 0 0,0 2 1 0 0,64-3-1 0 0,-31 4-119 0 0,148-13 1441 0 0,85-12 70 0 0,190 0-777 0 0,-478 33-1464 0 0,-2-1 207 0 0,1 1-1 0 0,-1 1 0 0 0,1 1 1 0 0,-1 2-1 0 0,0 0 1 0 0,0 2-1 0 0,34 11 0 0 0,-28-6-3170 0 0,-21-5 1813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29.7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 78 4609 0 0,'-1'0'169'0'0,"0"0"0"0"0,0 0 0 0 0,1 0 0 0 0,-1 0 0 0 0,0 0 0 0 0,0 0 0 0 0,0 0 0 0 0,0 0 0 0 0,1 0 0 0 0,-1 0 0 0 0,0 0 0 0 0,0-1 0 0 0,1 1 0 0 0,-1 0 0 0 0,0 0 0 0 0,0-1 0 0 0,1 1 0 0 0,-1-1 0 0 0,0 1 0 0 0,0-1 0 0 0,1 1 0 0 0,-1-1 0 0 0,1 1 0 0 0,-1-1 0 0 0,0 1 0 0 0,1-1 0 0 0,-1 0 0 0 0,1 1 0 0 0,0-1 0 0 0,-1 0 0 0 0,0-1 0 0 0,1 1-36 0 0,1 0 1 0 0,-1 0-1 0 0,0 0 0 0 0,1 0 0 0 0,-1 0 0 0 0,1-1 1 0 0,-1 1-1 0 0,1 0 0 0 0,-1 0 0 0 0,1 0 1 0 0,0 0-1 0 0,0 1 0 0 0,-1-1 0 0 0,1 0 1 0 0,0 0-1 0 0,0 0 0 0 0,0 1 0 0 0,0-1 1 0 0,0 0-1 0 0,0 1 0 0 0,0-1 0 0 0,2 0 0 0 0,11-6 263 0 0,0 0 0 0 0,0 1 0 0 0,1 0 0 0 0,0 2 0 0 0,0 0-1 0 0,0 0 1 0 0,28-2 0 0 0,-38 6-356 0 0,0 0 1 0 0,0 0-1 0 0,0 0 0 0 0,0 1 1 0 0,0-1-1 0 0,0 1 0 0 0,0 1 1 0 0,0-1-1 0 0,-1 1 0 0 0,1-1 1 0 0,0 1-1 0 0,5 4 0 0 0,-7-4-85 0 0,0 0 0 0 0,-1 1-1 0 0,1-1 1 0 0,-1 1 0 0 0,0 0-1 0 0,0-1 1 0 0,1 1 0 0 0,-2 0-1 0 0,1 0 1 0 0,0 0 0 0 0,-1 1 0 0 0,1-1-1 0 0,-1 0 1 0 0,0 1 0 0 0,0-1-1 0 0,0 0 1 0 0,-1 1 0 0 0,1-1-1 0 0,-1 6 1 0 0,0 3-266 0 0,-1 0 0 0 0,0 0-1 0 0,-1 0 1 0 0,-1 0 0 0 0,1 0 0 0 0,-2-1-1 0 0,0 1 1 0 0,0-1 0 0 0,-1 0 0 0 0,-11 18 0 0 0,-5 13 157 0 0,21-42 170 0 0,0 1-1 0 0,0-1 0 0 0,0 0 1 0 0,0 1-1 0 0,0-1 0 0 0,0 1 1 0 0,-1-1-1 0 0,1 0 0 0 0,0 1 1 0 0,0-1-1 0 0,0 0 0 0 0,0 1 1 0 0,0-1-1 0 0,0 0 0 0 0,1 1 1 0 0,-1-1-1 0 0,0 1 1 0 0,0-1-1 0 0,0 0 0 0 0,0 1 1 0 0,0-1-1 0 0,0 0 0 0 0,1 1 1 0 0,-1-1-1 0 0,0 0 0 0 0,0 0 1 0 0,0 1-1 0 0,1-1 0 0 0,-1 0 1 0 0,0 1-1 0 0,1-1 0 0 0,-1 0 1 0 0,0 0-1 0 0,0 0 0 0 0,1 1 1 0 0,-1-1-1 0 0,0 0 0 0 0,1 0 1 0 0,-1 0-1 0 0,1 0 0 0 0,-1 0 1 0 0,0 0-1 0 0,1 1 1 0 0,-1-1-1 0 0,0 0 0 0 0,1 0 1 0 0,-1 0-1 0 0,0 0 0 0 0,1 0 1 0 0,-1 0-1 0 0,1-1 0 0 0,-1 1 1 0 0,0 0-1 0 0,1 0 0 0 0,-1 0 1 0 0,0 0-1 0 0,1 0 0 0 0,-1 0 1 0 0,1-1-1 0 0,36-7-230 0 0,-17 3 188 0 0,-13 4 82 0 0,-1 1 0 0 0,0 0 0 0 0,1 0 0 0 0,-1 1-1 0 0,0 0 1 0 0,1 0 0 0 0,-1 0 0 0 0,0 1 0 0 0,0 0 0 0 0,0 0 0 0 0,0 0 0 0 0,0 1-1 0 0,-1 0 1 0 0,1 0 0 0 0,-1 1 0 0 0,1-1 0 0 0,-1 1 0 0 0,4 5 0 0 0,-5-6 63 0 0,-1 0 1 0 0,0 1 0 0 0,-1-1 0 0 0,1 1 0 0 0,0 0 0 0 0,-1-1 0 0 0,0 1-1 0 0,0 0 1 0 0,0 1 0 0 0,-1-1 0 0 0,1 0 0 0 0,-1 0 0 0 0,0 1 0 0 0,0-1-1 0 0,0 1 1 0 0,-1-1 0 0 0,1 1 0 0 0,-1-1 0 0 0,0 1 0 0 0,-1-1 0 0 0,1 1-1 0 0,-1-1 1 0 0,0 0 0 0 0,0 1 0 0 0,0-1 0 0 0,-2 5 0 0 0,-2 2 76 0 0,-1 0 1 0 0,1 0-1 0 0,-2 0 1 0 0,1-1-1 0 0,-16 17 1 0 0,-25 18-4369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0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 3209 0 0,'-17'-3'8592'0'0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0.5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1840 0 0,'-7'2'1369'0'0,"18"2"1669"0"0,-6-4-2183 0 0,26-1 651 0 0,-12 0-127 0 0,0 0 1 0 0,19 3 0 0 0,-33-1-1137 0 0,0-1 1 0 0,0 1 0 0 0,-1 0 0 0 0,1 0-1 0 0,0 1 1 0 0,-1 0 0 0 0,1-1 0 0 0,-1 1 0 0 0,0 1-1 0 0,0-1 1 0 0,1 1 0 0 0,-2-1 0 0 0,6 5-1 0 0,-7-4-250 0 0,-1-1 0 0 0,1 1-1 0 0,-1-1 1 0 0,1 1-1 0 0,-1-1 1 0 0,0 1-1 0 0,0 0 1 0 0,0-1-1 0 0,0 1 1 0 0,-1 0 0 0 0,1 0-1 0 0,-1 0 1 0 0,0-1-1 0 0,0 1 1 0 0,0 0-1 0 0,0 0 1 0 0,0 0-1 0 0,0 0 1 0 0,-2 4 0 0 0,1-5-32 0 0,1 1 1 0 0,-1 0 0 0 0,1-1 0 0 0,0 1 0 0 0,0-1 0 0 0,0 1-1 0 0,0-1 1 0 0,0 1 0 0 0,0-1 0 0 0,1 1 0 0 0,-1-1 0 0 0,1 1-1 0 0,0-1 1 0 0,0 1 0 0 0,0-1 0 0 0,0 1 0 0 0,0-1 0 0 0,0 0-1 0 0,2 2 1 0 0,1-1 125 0 0,0 0 1 0 0,0 0-1 0 0,0-1 0 0 0,0 0 0 0 0,0 0 0 0 0,1 0 1 0 0,-1 0-1 0 0,1-1 0 0 0,6 2 0 0 0,-5-2 4 0 0,-1 1 0 0 0,0-1 1 0 0,0 1-1 0 0,0 0 0 0 0,0 0 0 0 0,-1 1 0 0 0,1-1 0 0 0,5 5 1 0 0,-7-4-67 0 0,0 0 1 0 0,0 0 0 0 0,-1 1-1 0 0,1-1 1 0 0,-1 1 0 0 0,0 0-1 0 0,0-1 1 0 0,0 1 0 0 0,0 0-1 0 0,-1 0 1 0 0,0 0 0 0 0,1 0-1 0 0,-1 0 1 0 0,-1 0 0 0 0,1 1-1 0 0,-1-1 1 0 0,0 0-1 0 0,0 0 1 0 0,0 1 0 0 0,0-1-1 0 0,-1 0 1 0 0,1 0 0 0 0,-3 8-1 0 0,-3 8 173 0 0,-1 0 0 0 0,-1-1-1 0 0,-17 31 1 0 0,14-28-159 0 0,1-6-159 0 0,7-13-109 0 0,1 0 1 0 0,0 1 0 0 0,0-1 0 0 0,1 0-1 0 0,-1 1 1 0 0,0-1 0 0 0,1 1 0 0 0,0 0-1 0 0,-1 6 1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0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1 168 4145 0 0,'0'0'319'0'0,"34"23"6741"0"0,21 27-2617 0 0,109 96-687 0 0,-164-146-3731 0 0,1 1 0 0 0,-1-1-1 0 0,0 0 1 0 0,0 1 0 0 0,1-1 0 0 0,-1 0 0 0 0,0 0 0 0 0,1 1 0 0 0,-1-1 0 0 0,0 0-1 0 0,1 0 1 0 0,-1 0 0 0 0,0 1 0 0 0,1-1 0 0 0,-1 0 0 0 0,0 0 0 0 0,1 0-1 0 0,-1 0 1 0 0,1 0 0 0 0,-1 0 0 0 0,0 0 0 0 0,1 0 0 0 0,-1 0 0 0 0,0 0-1 0 0,1 0 1 0 0,-1 0 0 0 0,1 0 0 0 0,-1 0 0 0 0,0 0 0 0 0,1 0 0 0 0,-1 0-1 0 0,1 0 1 0 0,-1-1 0 0 0,0 1 0 0 0,1 0 0 0 0,3-15 762 0 0,-6-25 177 0 0,1 38-924 0 0,-4-38 362 0 0,1 1 1 0 0,3-49-1 0 0,1 75-583 0 0,1 1 0 0 0,1 0 0 0 0,0-1 0 0 0,1 1 0 0 0,0 0 0 0 0,0 0 0 0 0,2 0 0 0 0,-1 0-1 0 0,2 1 1 0 0,-1 0 0 0 0,10-14 0 0 0,-8 17-618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1.6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6913 0 0,'181'-5'8660'0'0,"57"1"-7547"0"0,-106 7-4903 0 0,-112-2-1008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2.0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7834 0 0,'5'3'549'0'0,"0"-1"1"0"0,0 1 0 0 0,-1 0 0 0 0,1 0-1 0 0,-1 0 1 0 0,0 1 0 0 0,0-1 0 0 0,6 8-1 0 0,18 14 112 0 0,36 21 265 0 0,1-2-1 0 0,105 50 1 0 0,-154-87-1291 0 0,0-1 0 0 0,1-1-1 0 0,24 4 1 0 0,-19-5-4959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2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166 4 6913 0 0,'0'0'62'0'0,"0"0"-1"0"0,0 0 0 0 0,0 0 1 0 0,-1-1-1 0 0,1 1 0 0 0,0 0 1 0 0,0 0-1 0 0,0 0 0 0 0,0-1 1 0 0,0 1-1 0 0,-1 0 0 0 0,1 0 1 0 0,0 0-1 0 0,0 0 0 0 0,0-1 1 0 0,0 1-1 0 0,-1 0 0 0 0,1 0 1 0 0,0 0-1 0 0,0 0 0 0 0,-1 0 1 0 0,1 0-1 0 0,0 0 0 0 0,0 0 1 0 0,0-1-1 0 0,-1 1 0 0 0,1 0 1 0 0,0 0-1 0 0,0 0 0 0 0,-1 0 1 0 0,1 0-1 0 0,0 0 0 0 0,0 0 1 0 0,-1 0-1 0 0,1 1 0 0 0,0-1 0 0 0,0 0 1 0 0,-1 0-1 0 0,1 0 0 0 0,0 0 1 0 0,0 0-1 0 0,0 0 0 0 0,-1 0 1 0 0,1 0-1 0 0,0 1 0 0 0,0-1 1 0 0,0 0-1 0 0,-1 0 0 0 0,1 1 1 0 0,-12 15 2415 0 0,-6 24-247 0 0,-98 323 1932 0 0,113-353-4766 0 0,1 0-1 0 0,0 0 0 0 0,1 0 1 0 0,0 16-1 0 0,3-13-514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3.8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96 437 1376 0 0,'-9'26'-688'0'0,"7"-23"1147"0"0,0 0 0 0 0,0 0 0 0 0,0 0 0 0 0,-1 0 0 0 0,1-1 0 0 0,-1 1 0 0 0,0-1 0 0 0,0 0 0 0 0,0 1 0 0 0,0-1 0 0 0,0-1 0 0 0,0 1 0 0 0,-1 0 0 0 0,1-1 0 0 0,-1 0 0 0 0,1 1 0 0 0,-1-2 0 0 0,1 1 0 0 0,-1 0 0 0 0,1-1 0 0 0,-1 1 0 0 0,0-1 0 0 0,-4 0 0 0 0,8 0-376 0 0,0 0 1 0 0,-1 0-1 0 0,1 0 1 0 0,0 0 0 0 0,0 0-1 0 0,-1 1 1 0 0,1-1-1 0 0,0 0 1 0 0,0 0-1 0 0,0 0 1 0 0,-1 0-1 0 0,1 0 1 0 0,0 0-1 0 0,0 0 1 0 0,-1 0-1 0 0,1 0 1 0 0,0 0-1 0 0,0 0 1 0 0,-1 0 0 0 0,1 0-1 0 0,-3-2 1170 0 0,3 1-1169 0 0,0 1-1 0 0,0 0 1 0 0,0 0-1 0 0,0 0 1 0 0,0-1-1 0 0,-1 1 1 0 0,1 0-1 0 0,11-7 1354 0 0,17-5-904 0 0,-17 9-493 0 0,186-51 941 0 0,-159 47-862 0 0,1 0-1 0 0,-1 3 1 0 0,51 1-1 0 0,27 6-67 0 0,-28 1-120 0 0,176-16 0 0 0,258-93-268 0 0,-411 84 80 0 0,221-11 0 0 0,9 0-105 0 0,-250 16 341 0 0,-1-4 0 0 0,110-39 0 0 0,120-49 106 0 0,-316 106-158 0 0,-1 1 0 0 0,1 0 0 0 0,0 1 0 0 0,0-1 0 0 0,0 1-1 0 0,0-1 1 0 0,0 1 0 0 0,0 0 0 0 0,0 1 0 0 0,0-1-1 0 0,0 1 1 0 0,4 1 0 0 0,-5-1-176 0 0,-1-1-1 0 0,0 2 1 0 0,1-1 0 0 0,-1 0-1 0 0,0 0 1 0 0,0 1 0 0 0,0-1-1 0 0,0 1 1 0 0,0 0 0 0 0,0-1-1 0 0,0 1 1 0 0,-1 0-1 0 0,2 2 1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5.1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71 2304 0 0,'-4'-2'485'0'0,"-1"0"-1"0"0,0 0 1 0 0,0 1-1 0 0,0-1 1 0 0,0 1-1 0 0,0 0 1 0 0,-8 0-1 0 0,11 1-318 0 0,1 1 1 0 0,-1-1-1 0 0,1 0 0 0 0,-1 1 1 0 0,1-1-1 0 0,-1 1 0 0 0,1 0 1 0 0,0 0-1 0 0,-1-1 0 0 0,1 1 0 0 0,0 0 1 0 0,0 0-1 0 0,-1 0 0 0 0,1 0 1 0 0,0 1-1 0 0,0-1 0 0 0,0 0 0 0 0,0 0 1 0 0,0 1-1 0 0,0-1 0 0 0,1 0 1 0 0,-1 1-1 0 0,0-1 0 0 0,1 1 1 0 0,-1-1-1 0 0,1 1 0 0 0,0-1 0 0 0,-1 1 1 0 0,1 1-1 0 0,-3 10 169 0 0,1 0 0 0 0,0 0 0 0 0,1 0 0 0 0,1 1 0 0 0,0-1 0 0 0,0 0 0 0 0,2 0-1 0 0,4 23 1 0 0,-4-27-342 0 0,0-1-1 0 0,0 0 0 0 0,1 0 0 0 0,0-1 1 0 0,1 1-1 0 0,0-1 0 0 0,0 1 0 0 0,0-1 1 0 0,1 0-1 0 0,0-1 0 0 0,0 1 0 0 0,1-1 1 0 0,0 0-1 0 0,11 9 0 0 0,-14-13-4 0 0,-1 0 0 0 0,0-1-1 0 0,0 0 1 0 0,1 0 0 0 0,-1 1 0 0 0,1-1-1 0 0,-1-1 1 0 0,1 1 0 0 0,0 0 0 0 0,-1-1-1 0 0,1 1 1 0 0,0-1 0 0 0,-1 0 0 0 0,1 0-1 0 0,0 0 1 0 0,-1 0 0 0 0,1 0 0 0 0,0-1 0 0 0,-1 1-1 0 0,5-2 1 0 0,-3 0 60 0 0,0 0-1 0 0,-1 0 1 0 0,1 0-1 0 0,-1 0 1 0 0,1-1-1 0 0,-1 0 1 0 0,0 1 0 0 0,0-1-1 0 0,0 0 1 0 0,-1-1-1 0 0,1 1 1 0 0,2-5-1 0 0,0 0 49 0 0,-1 1 1 0 0,0-1-1 0 0,0 0 0 0 0,-1-1 0 0 0,0 1 0 0 0,0-1 0 0 0,-1 1 0 0 0,0-1 0 0 0,-1 0 1 0 0,0 0-1 0 0,0 0 0 0 0,-1-9 0 0 0,-2 6-37 0 0,-1 1 0 0 0,0 0 0 0 0,-1 0 0 0 0,-1 0 0 0 0,1 0 0 0 0,-2 1 0 0 0,1 0-1 0 0,-1 0 1 0 0,-1 0 0 0 0,0 1 0 0 0,0 0 0 0 0,-1 0 0 0 0,0 1 0 0 0,0 0 0 0 0,-1 0 0 0 0,0 1 0 0 0,-1 0 0 0 0,1 0 0 0 0,-1 1 0 0 0,-14-6 0 0 0,21 11-66 0 0,1 1 1 0 0,0-1-1 0 0,-1 0 1 0 0,1 1-1 0 0,-1-1 1 0 0,1 1-1 0 0,-1 0 1 0 0,0 0-1 0 0,1 0 1 0 0,-1 0-1 0 0,1 0 1 0 0,-1 1-1 0 0,1-1 1 0 0,-1 1-1 0 0,1 0 1 0 0,0-1-1 0 0,-1 1 1 0 0,1 0-1 0 0,-4 3 1 0 0,2-2-5 0 0,0 2 0 0 0,0-1-1 0 0,0 0 1 0 0,0 1 0 0 0,1 0 0 0 0,-1 0 0 0 0,1 0 0 0 0,0 0-1 0 0,-3 7 1 0 0,0-1-171 0 0,1 1 1 0 0,0 1-1 0 0,1-1 0 0 0,0 1 0 0 0,1 0 0 0 0,0 0 0 0 0,-2 20 0 0 0,5-30 110 0 0,-1 0 0 0 0,1 1-1 0 0,0-1 1 0 0,0 0 0 0 0,0 1 0 0 0,0-1-1 0 0,0 0 1 0 0,1 0 0 0 0,-1 1 0 0 0,1-1-1 0 0,-1 0 1 0 0,1 0 0 0 0,0 0 0 0 0,0 0-1 0 0,0 0 1 0 0,0 0 0 0 0,0 0 0 0 0,0 0-1 0 0,1 0 1 0 0,-1 0 0 0 0,1-1 0 0 0,-1 1-1 0 0,1 0 1 0 0,0-1 0 0 0,-1 0 0 0 0,1 1-1 0 0,0-1 1 0 0,0 0 0 0 0,0 0 0 0 0,0 0-1 0 0,0 0 1 0 0,0 0 0 0 0,1 0 0 0 0,-1-1-1 0 0,0 1 1 0 0,4 0 0 0 0,0-1 23 0 0,-1 0 1 0 0,0 0-1 0 0,1-1 1 0 0,-1 1-1 0 0,0-1 1 0 0,0 0-1 0 0,1-1 1 0 0,-1 1-1 0 0,0-1 1 0 0,0 0-1 0 0,0-1 1 0 0,-1 1-1 0 0,1-1 1 0 0,8-6 0 0 0,6-6 33 0 0,-1-1 0 0 0,18-21 0 0 0,-30 31 169 0 0,-1-1 0 0 0,1 0 0 0 0,-1 0 0 0 0,0-1 0 0 0,-1 1 0 0 0,0-1 1 0 0,0 0-1 0 0,-1 0 0 0 0,3-10 0 0 0,-5 17-139 0 0,-1 1-1 0 0,0-1 1 0 0,1 0 0 0 0,-1 1-1 0 0,0-1 1 0 0,0 0 0 0 0,0 1 0 0 0,0-1-1 0 0,0 1 1 0 0,0-1 0 0 0,0 0-1 0 0,0 1 1 0 0,0-1 0 0 0,0 0 0 0 0,0 1-1 0 0,0-1 1 0 0,0 0 0 0 0,0 1-1 0 0,0-1 1 0 0,-1 0 0 0 0,1 1 0 0 0,0-1-1 0 0,-1 1 1 0 0,1-1 0 0 0,0 1-1 0 0,-1-1 1 0 0,1 1 0 0 0,0-1 0 0 0,-1 1-1 0 0,1-1 1 0 0,-1 1 0 0 0,0-1-1 0 0,-1 1 41 0 0,1-1 0 0 0,0 1-1 0 0,-1 0 1 0 0,1 1-1 0 0,-1-1 1 0 0,1 0 0 0 0,0 0-1 0 0,-1 1 1 0 0,1-1-1 0 0,0 0 1 0 0,-1 1-1 0 0,1 0 1 0 0,0-1 0 0 0,-2 2-1 0 0,-4 2 169 0 0,-1 0-1 0 0,1 1 0 0 0,1 0 1 0 0,-8 8-1 0 0,9-9-346 0 0,0 2 0 0 0,1-1 0 0 0,-1 0 0 0 0,2 1 0 0 0,-1 0 0 0 0,0 0 0 0 0,1 0 0 0 0,0 0 0 0 0,-3 12 0 0 0,5-14-23 0 0,0 0 1 0 0,1 1-1 0 0,0-1 0 0 0,0 0 1 0 0,0 0-1 0 0,0 0 1 0 0,1 0-1 0 0,-1 0 0 0 0,1 0 1 0 0,0 0-1 0 0,0 0 1 0 0,1 0-1 0 0,-1 0 0 0 0,1 0 1 0 0,0-1-1 0 0,0 1 0 0 0,4 5 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5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34 8290 0 0,'-2'2'105'0'0,"0"0"0"0"0,1-1 0 0 0,-1 1 0 0 0,0 0 0 0 0,1 0 0 0 0,-1 0 0 0 0,1 0 0 0 0,0 0 0 0 0,-1 1 0 0 0,1-1 0 0 0,0 0 0 0 0,1 0 1 0 0,-1 1-1 0 0,0 2 0 0 0,-10 39 397 0 0,10-38-274 0 0,0-1-101 0 0,-7 47 535 0 0,8-49-669 0 0,0-1-1 0 0,-1 1 1 0 0,1 0 0 0 0,1 0 0 0 0,-1 0-1 0 0,0 0 1 0 0,1 0 0 0 0,-1 0-1 0 0,1-1 1 0 0,0 1 0 0 0,0 0 0 0 0,0 0-1 0 0,0-1 1 0 0,3 5 0 0 0,-3-6-22 0 0,0-1 1 0 0,0 1 0 0 0,0 0-1 0 0,0-1 1 0 0,0 1 0 0 0,0-1 0 0 0,1 1-1 0 0,-1-1 1 0 0,0 1 0 0 0,0-1-1 0 0,0 0 1 0 0,1 0 0 0 0,-1 0-1 0 0,0 0 1 0 0,0 0 0 0 0,1 0-1 0 0,-1 0 1 0 0,0 0 0 0 0,0 0-1 0 0,1 0 1 0 0,-1-1 0 0 0,0 1 0 0 0,0 0-1 0 0,0-1 1 0 0,0 1 0 0 0,1-1-1 0 0,-1 0 1 0 0,0 1 0 0 0,0-1-1 0 0,0 0 1 0 0,1-1 0 0 0,36-30-23 0 0,-33 27 77 0 0,15-16 175 0 0,-1-1 0 0 0,0 0 0 0 0,-2-1 0 0 0,-1-2 1 0 0,23-43-1 0 0,-78 132 676 0 0,30-54-1055 0 0,2 2 0 0 0,-1-1-1 0 0,2 1 1 0 0,-1 0-1 0 0,2 0 1 0 0,-1 1 0 0 0,-5 24-1 0 0,9-32 101 0 0,1 1-1 0 0,0-1 1 0 0,0 1-1 0 0,1-1 0 0 0,-1 1 1 0 0,1 0-1 0 0,0-1 1 0 0,1 1-1 0 0,-1 0 0 0 0,1-1 1 0 0,1 1-1 0 0,-1-1 1 0 0,1 1-1 0 0,2 5 0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6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92 920 0 0,'-9'-39'3282'0'0,"2"5"1040"0"0,-3 16 1837 0 0,11 48-1760 0 0,-1-18-3971 0 0,6 202 332 0 0,5 77-1298 0 0,-9-270 471 0 0,1 0-1 0 0,1 0 1 0 0,9 26-1 0 0,-10-38-334 0 0,0-1 1 0 0,1 1-1 0 0,0-1 0 0 0,0 0 0 0 0,1 0 1 0 0,0 0-1 0 0,0-1 0 0 0,1 1 0 0 0,12 11 1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6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17 1376 0 0,'-12'-16'4963'0'0,"38"37"37"0"0,9 27-1953 0 0,-17-23-1935 0 0,67 82 1529 0 0,63 87-264 0 0,-136-176-2707 0 0,78 123 1012 0 0,-66-92-3516 0 0,-4 1-3948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7.2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8 128 5065 0 0,'-1'0'30'0'0,"1"0"-1"0"0,-1-1 1 0 0,1 1-1 0 0,-1-1 1 0 0,1 1 0 0 0,0 0-1 0 0,-1-1 1 0 0,1 1-1 0 0,-1-1 1 0 0,1 1-1 0 0,0-1 1 0 0,-1 1 0 0 0,1-1-1 0 0,0 1 1 0 0,0-1-1 0 0,0 1 1 0 0,-1-1 0 0 0,1 0-1 0 0,0 1 1 0 0,0-1-1 0 0,0 1 1 0 0,0-1-1 0 0,0 0 1 0 0,0 1 0 0 0,0-1-1 0 0,0 1 1 0 0,0-1-1 0 0,0 1 1 0 0,1-2 0 0 0,11-17 1631 0 0,23-11 663 0 0,63-19-2324 0 0,-78 36 0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8.0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11 5985 0 0,'-21'-9'1255'0'0,"0"7"3717"0"0,40 36-647 0 0,22 43-2737 0 0,-26-46-1714 0 0,1-1-1 0 0,22 31 0 0 0,-27-49-487 0 0,-13-21-873 0 0,-17-23-1002 0 0,11 20 1739 0 0,0 0 0 0 0,0 0 0 0 0,2-1 0 0 0,-9-21 0 0 0,12 29 781 0 0,1-1 0 0 0,1 1 0 0 0,-1-1 0 0 0,1 0 0 0 0,0 0 0 0 0,0 1 1 0 0,1-1-1 0 0,0 0 0 0 0,0 0 0 0 0,0 0 0 0 0,1 0 0 0 0,-1 0 0 0 0,2 0 0 0 0,1-5 0 0 0,-3 10 83 0 0,0 0-1 0 0,1 0 0 0 0,-1-1 1 0 0,1 2-1 0 0,-1-1 0 0 0,1 0 0 0 0,-1 0 1 0 0,1 0-1 0 0,0 0 0 0 0,-1 0 1 0 0,1 0-1 0 0,0 1 0 0 0,0-1 0 0 0,0 0 1 0 0,0 0-1 0 0,-1 1 0 0 0,1-1 1 0 0,0 1-1 0 0,0-1 0 0 0,0 1 0 0 0,0-1 1 0 0,0 1-1 0 0,1 0 0 0 0,-1 0 1 0 0,1-1-1 0 0,0 1 130 0 0,1 0-1 0 0,-1 0 1 0 0,1 1 0 0 0,-1-1-1 0 0,1 1 1 0 0,-1-1 0 0 0,1 1 0 0 0,-1 0-1 0 0,1 0 1 0 0,3 2 0 0 0,4 3 277 0 0,1 0 0 0 0,-1 2 0 0 0,14 11 1 0 0,-18-13-488 0 0,0 1 0 0 0,-1 0 0 0 0,1 0 0 0 0,-1 0 0 0 0,-1 1-1 0 0,0 0 1 0 0,0-1 0 0 0,0 2 0 0 0,4 14 0 0 0,1 8-1560 0 0,7 41-1 0 0,-12-50-3912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8.7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0 6913 0 0,'-11'12'1758'0'0,"0"0"-1"0"0,-17 25 0 0 0,19-22-1481 0 0,1 1 0 0 0,0-1 0 0 0,2 1 0 0 0,-9 28 1 0 0,10-28-232 0 0,-11 43 100 0 0,15-54-178 0 0,0 0 0 0 0,1 0 0 0 0,-1-1 0 0 0,1 1-1 0 0,0 0 1 0 0,1 0 0 0 0,-1 0 0 0 0,1 0-1 0 0,2 8 1 0 0,-3-12-23 0 0,0 0 0 0 0,0 0-1 0 0,1 0 1 0 0,-1-1 0 0 0,0 1 0 0 0,1 0-1 0 0,-1 0 1 0 0,1 0 0 0 0,-1 0 0 0 0,1 0 0 0 0,-1 0-1 0 0,1-1 1 0 0,0 1 0 0 0,-1 0 0 0 0,1 0-1 0 0,0-1 1 0 0,0 1 0 0 0,-1-1 0 0 0,1 1-1 0 0,0 0 1 0 0,0-1 0 0 0,0 0 0 0 0,0 1-1 0 0,0-1 1 0 0,0 0 0 0 0,0 1 0 0 0,0-1-1 0 0,0 0 1 0 0,1 0 0 0 0,0 0-82 0 0,0 0 0 0 0,0-1 1 0 0,0 0-1 0 0,0 1 0 0 0,-1-1 0 0 0,1 0 1 0 0,0 0-1 0 0,0 0 0 0 0,-1 0 1 0 0,1 0-1 0 0,0-1 0 0 0,-1 1 0 0 0,3-3 1 0 0,3-4-130 0 0,0 0 1 0 0,0-1-1 0 0,-1 0 1 0 0,7-11-1 0 0,-5 1 355 0 0,0 0-1 0 0,6-21 0 0 0,3-11 2427 0 0,-17 51-2451 0 0,0-1 1 0 0,1 1-1 0 0,-1-1 0 0 0,0 0 1 0 0,0 1-1 0 0,0-1 1 0 0,1 1-1 0 0,-1-1 1 0 0,0 1-1 0 0,1-1 0 0 0,-1 1 1 0 0,0-1-1 0 0,1 1 1 0 0,-1-1-1 0 0,1 1 0 0 0,-1-1 1 0 0,1 1-1 0 0,-1 0 1 0 0,1-1-1 0 0,-1 1 1 0 0,1 0-1 0 0,-1-1 0 0 0,1 1 1 0 0,0 0-1 0 0,-1 0 1 0 0,1 0-1 0 0,-1-1 0 0 0,1 1 1 0 0,0 0-1 0 0,-1 0 1 0 0,1 0-1 0 0,-1 0 1 0 0,1 0-1 0 0,0 0 0 0 0,-1 0 1 0 0,1 0-1 0 0,-1 0 1 0 0,1 1-1 0 0,0-1 0 0 0,-1 0 1 0 0,1 0-1 0 0,-1 0 1 0 0,1 1-1 0 0,-1-1 1 0 0,1 0-1 0 0,0 1 0 0 0,-1-1 1 0 0,1 0-1 0 0,-1 1 1 0 0,0-1-1 0 0,1 1 1 0 0,-1-1-1 0 0,1 1 0 0 0,-1-1 1 0 0,0 1-1 0 0,1-1 1 0 0,-1 1-1 0 0,4 3 137 0 0,-1 0 0 0 0,0 0 1 0 0,-1 1-1 0 0,1-1 0 0 0,3 8 0 0 0,8 29 481 0 0,12 28-880 0 0,-23-63-156 0 0,0 0 0 0 0,1-1 1 0 0,0 1-1 0 0,0-1 0 0 0,0 0 0 0 0,0 0 1 0 0,1 0-1 0 0,0-1 0 0 0,7 6 0 0 0,4-1-859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9.0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6 10594 0 0,'-2'-1'56'0'0,"1"1"0"0"0,-1-1-1 0 0,1 0 1 0 0,-1 1 0 0 0,1-1-1 0 0,-1 1 1 0 0,0-1-1 0 0,1 1 1 0 0,-1 0 0 0 0,0-1-1 0 0,1 1 1 0 0,-1 0 0 0 0,0 0-1 0 0,1 0 1 0 0,-1 1 0 0 0,0-1-1 0 0,1 0 1 0 0,-1 1 0 0 0,1-1-1 0 0,-1 1 1 0 0,0-1 0 0 0,1 1-1 0 0,-1 0 1 0 0,1-1 0 0 0,-1 1-1 0 0,-1 2 1 0 0,-1 1 97 0 0,1 0 1 0 0,0 0 0 0 0,0 1-1 0 0,0-1 1 0 0,1 1-1 0 0,0 0 1 0 0,-4 8 0 0 0,4-5 155 0 0,-1 0 1 0 0,1 1 0 0 0,1-1-1 0 0,-1 1 1 0 0,1 0 0 0 0,1 0-1 0 0,0-1 1 0 0,0 1 0 0 0,0 0 0 0 0,1 0-1 0 0,1-1 1 0 0,-1 1 0 0 0,2-1-1 0 0,3 12 1 0 0,7 13 170 0 0,1-2 1 0 0,23 40-1 0 0,-22-43-232 0 0,4 5-212 0 0,0-1-1 0 0,2-2 0 0 0,26 31 1 0 0,9-4-5762 0 0,-30-35-324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9.4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 1 456 0 0,'-2'0'130'0'0,"0"1"-1"0"0,0 0 1 0 0,-1-1-1 0 0,1 1 1 0 0,0 0-1 0 0,0 0 1 0 0,0 0-1 0 0,0 0 1 0 0,0 0-1 0 0,1 1 1 0 0,-1-1-1 0 0,0 1 1 0 0,0-1-1 0 0,1 1 1 0 0,-1-1-1 0 0,1 1 1 0 0,0 0-1 0 0,-1 0 1 0 0,0 2-1 0 0,0 0 168 0 0,1-1 0 0 0,-1 1 0 0 0,1 0 0 0 0,0 0 0 0 0,0 0 0 0 0,1 0 0 0 0,-1 0 0 0 0,1 0 0 0 0,0 0 0 0 0,0 5 0 0 0,1-2 79 0 0,-1 0 1 0 0,2 1-1 0 0,-1-1 1 0 0,1 0 0 0 0,0 0-1 0 0,0 0 1 0 0,1 0-1 0 0,0 0 1 0 0,0-1-1 0 0,1 1 1 0 0,7 9 0 0 0,-8-12-337 0 0,1-1 1 0 0,0 1-1 0 0,0-1 1 0 0,0 0-1 0 0,0 0 1 0 0,0-1 0 0 0,1 1-1 0 0,-1-1 1 0 0,1 0-1 0 0,-1 0 1 0 0,1 0-1 0 0,0-1 1 0 0,0 0-1 0 0,0 0 1 0 0,0 0-1 0 0,0 0 1 0 0,0-1 0 0 0,0 0-1 0 0,6 0 1 0 0,-7-1-41 0 0,-1 1 0 0 0,1-1 0 0 0,0 1 0 0 0,-1-1 0 0 0,1 0 0 0 0,-1-1 0 0 0,1 1 0 0 0,-1-1 0 0 0,0 1 0 0 0,1-1 0 0 0,-1 0 0 0 0,0 0 0 0 0,0-1 0 0 0,0 1 0 0 0,-1 0 0 0 0,1-1 0 0 0,0 0 0 0 0,-1 0 0 0 0,0 0 1 0 0,0 0-1 0 0,0 0 0 0 0,0 0 0 0 0,0 0 0 0 0,0-1 0 0 0,-1 1 0 0 0,2-7 0 0 0,-2 8 62 0 0,-1-1-1 0 0,0 0 1 0 0,0 0 0 0 0,-1 0 0 0 0,1 0 0 0 0,0 0 0 0 0,-1 0 0 0 0,0 0-1 0 0,1 0 1 0 0,-1 0 0 0 0,0 0 0 0 0,-1 1 0 0 0,1-1 0 0 0,0 0-1 0 0,-1 1 1 0 0,0-1 0 0 0,1 1 0 0 0,-1 0 0 0 0,0-1 0 0 0,-3-2-1 0 0,-1-1-243 0 0,0 0 0 0 0,-1 1-1 0 0,1-1 1 0 0,-1 1-1 0 0,-14-8 1 0 0,8 7-4096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5:39.9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38 3225 0 0,'0'-2'203'0'0,"0"1"1"0"0,0 0-1 0 0,0 0 1 0 0,-1 0 0 0 0,1 0-1 0 0,0-1 1 0 0,-1 1-1 0 0,1 0 1 0 0,-1 0-1 0 0,1 0 1 0 0,-1 0-1 0 0,0 0 1 0 0,1 0 0 0 0,-1 0-1 0 0,0 0 1 0 0,0 1-1 0 0,0-1 1 0 0,0 0-1 0 0,0 0 1 0 0,0 0 0 0 0,0 1-1 0 0,0-1 1 0 0,0 1-1 0 0,0-1 1 0 0,0 1-1 0 0,0-1 1 0 0,-1 1 0 0 0,0 0 27 0 0,1 1 1 0 0,-1-1-1 0 0,1 1 1 0 0,0-1 0 0 0,-1 1-1 0 0,1 0 1 0 0,0 0 0 0 0,0 0-1 0 0,0 0 1 0 0,-1 0 0 0 0,1 0-1 0 0,0 0 1 0 0,0 0 0 0 0,0 0-1 0 0,1 0 1 0 0,-1 1-1 0 0,-1 1 1 0 0,-3 7 171 0 0,0-1 1 0 0,1 0-1 0 0,0 1 0 0 0,0 0 1 0 0,-2 12-1 0 0,5-13-314 0 0,0 0 0 0 0,0 0 0 0 0,1 0 0 0 0,1 13 0 0 0,-1-19-109 0 0,0-1-1 0 0,1 1 0 0 0,-1 0 0 0 0,1-1 0 0 0,-1 1 1 0 0,1-1-1 0 0,0 1 0 0 0,0-1 0 0 0,0 0 0 0 0,1 1 1 0 0,-1-1-1 0 0,0 0 0 0 0,1 0 0 0 0,0 0 0 0 0,-1 0 1 0 0,1 0-1 0 0,0 0 0 0 0,0 0 0 0 0,3 2 0 0 0,-4-4-26 0 0,0 0-1 0 0,0 1 1 0 0,0-1-1 0 0,0 0 1 0 0,0 0-1 0 0,0 0 1 0 0,0 0-1 0 0,0 0 1 0 0,0 0-1 0 0,0 0 1 0 0,0 0-1 0 0,0 0 1 0 0,0-1-1 0 0,0 1 1 0 0,0 0-1 0 0,0-1 0 0 0,0 1 1 0 0,0-1-1 0 0,0 1 1 0 0,0-1-1 0 0,-1 1 1 0 0,1-1-1 0 0,0 1 1 0 0,0-1-1 0 0,-1 0 1 0 0,1 1-1 0 0,0-1 1 0 0,-1 0-1 0 0,1 0 1 0 0,0 0-1 0 0,-1 0 1 0 0,1 1-1 0 0,-1-1 1 0 0,0 0-1 0 0,1 0 1 0 0,-1-2-1 0 0,17-39-479 0 0,-15 37 567 0 0,9-48-360 0 0,-10 43 429 0 0,1 1-1 0 0,-1-1 1 0 0,2 1 0 0 0,-1-1-1 0 0,1 1 1 0 0,8-16 0 0 0,-10 25-74 0 0,-1-1 1 0 0,0 1-1 0 0,1-1 0 0 0,-1 1 0 0 0,1-1 1 0 0,-1 1-1 0 0,1-1 0 0 0,-1 1 1 0 0,1-1-1 0 0,-1 1 0 0 0,1 0 1 0 0,-1-1-1 0 0,1 1 0 0 0,-1 0 1 0 0,1-1-1 0 0,0 1 0 0 0,-1 0 1 0 0,1 0-1 0 0,0 0 0 0 0,-1-1 0 0 0,1 1 1 0 0,0 0-1 0 0,-1 0 0 0 0,1 0 1 0 0,0 0-1 0 0,-1 0 0 0 0,1 0 1 0 0,0 1-1 0 0,-1-1 0 0 0,1 0 1 0 0,-1 0-1 0 0,1 0 0 0 0,0 1 1 0 0,-1-1-1 0 0,1 0 0 0 0,-1 0 0 0 0,1 1 1 0 0,0-1-1 0 0,-1 1 0 0 0,1-1 1 0 0,-1 0-1 0 0,1 1 0 0 0,-1-1 1 0 0,0 1-1 0 0,1-1 0 0 0,-1 1 1 0 0,1 0-1 0 0,-1-1 0 0 0,0 1 1 0 0,1-1-1 0 0,-1 2 0 0 0,19 31 697 0 0,110 354 1981 0 0,-125-375-2700 0 0,-2 1 0 0 0,1 0-1 0 0,-2-1 1 0 0,0 1 0 0 0,0 0 0 0 0,-1 0-1 0 0,-1 0 1 0 0,0 0 0 0 0,-3 15 0 0 0,1-18 31 0 0,0 1 1 0 0,-1-1 0 0 0,0 0 0 0 0,-1 0 0 0 0,0-1 0 0 0,0 1-1 0 0,-1-1 1 0 0,0 0 0 0 0,-1-1 0 0 0,1 1 0 0 0,-12 9 0 0 0,-6 4 212 0 0,0 0 1 0 0,-2-2 0 0 0,-27 17 0 0 0,-9-5-2228 0 0,39-22-4790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8:33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32 11058 0 0,'-17'-12'773'0'0,"-18"-7"-419"0"0,34 19-413 0 0,0 1-1 0 0,1-1 1 0 0,-1 0-1 0 0,0 1 1 0 0,1-1-1 0 0,-1 0 1 0 0,1 1-1 0 0,-1-1 1 0 0,1 1-1 0 0,-1-1 1 0 0,1 1-1 0 0,-1-1 1 0 0,1 1-1 0 0,-1 0 1 0 0,1-1-1 0 0,-1 1 1 0 0,1 0-1 0 0,0-1 1 0 0,0 1-1 0 0,-1 0 1 0 0,1-1-1 0 0,0 1 1 0 0,0 0-1 0 0,0-1 1 0 0,0 1-1 0 0,-1 0 1 0 0,1 0-1 0 0,1 1 1 0 0,-6 27 217 0 0,5-27-271 0 0,-16 197 43 0 0,8-1-1 0 0,23 246 1 0 0,0-316-1007 0 0,-7-76 510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8:35.0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543 387 3681 0 0,'228'-77'512'0'0,"172"-47"2034"0"0,-366 115-2265 0 0,372-75 911 0 0,-187 51-1207 0 0,112-13-133 0 0,-233 37 133 0 0,139 4-1 0 0,479 87 96 0 0,-618-70-124 0 0,1-4 1 0 0,0-4 0 0 0,167-16-1 0 0,-136 4 366 0 0,-1 6 0 0 0,165 19 0 0 0,-278-15-324 0 0,27 2 192 0 0,-1 1 0 0 0,0 2 1 0 0,74 23-1 0 0,-102-26-21 0 0,33 13-115 0 0,-46-17-14 0 0,0 1 0 0 0,0-1 0 0 0,0 1 0 0 0,1-1 0 0 0,-1 1 0 0 0,0 0 0 0 0,0-1 0 0 0,0 1 0 0 0,0 0 0 0 0,0 0 0 0 0,0 0 0 0 0,0 0-1 0 0,0 0 1 0 0,0 0 0 0 0,-1 0 0 0 0,1 0 0 0 0,0 0 0 0 0,-1 0 0 0 0,1 0 0 0 0,-1 1 0 0 0,1-1 0 0 0,-1 0 0 0 0,1 0 0 0 0,-1 1 0 0 0,0-1-1 0 0,0 0 1 0 0,1 3 0 0 0,-2 0 451 0 0,-1-1 0 0 0,1 0 0 0 0,-1 1 0 0 0,0-1 0 0 0,1 0 0 0 0,-1 0 0 0 0,-4 4 0 0 0,-11 23-254 0 0,13-14-222 0 0,1 0-1 0 0,0 0 1 0 0,2 0-1 0 0,0 30 1 0 0,9 68-44 0 0,-4-73-4 0 0,5 47-28 0 0,5-1-1 0 0,2 0 1 0 0,40 118 0 0 0,-16-69 4 0 0,-26-81 54 0 0,2 0 0 0 0,38 82 0 0 0,-10-69 27 0 0,-44-67-14 0 0,0 0-1 0 0,0 0 1 0 0,0 0-1 0 0,0 0 1 0 0,0 0-1 0 0,-1 0 0 0 0,1 0 1 0 0,0 0-1 0 0,0 0 1 0 0,-1 0-1 0 0,1 0 1 0 0,-1 0-1 0 0,1 0 1 0 0,-1 0-1 0 0,1 0 1 0 0,-1 0-1 0 0,1-1 1 0 0,-1 1-1 0 0,0 0 1 0 0,1 0-1 0 0,-1-1 1 0 0,0 1-1 0 0,0 0 1 0 0,1-1-1 0 0,-1 1 0 0 0,-1 0 1 0 0,-27 18 275 0 0,25-17-270 0 0,-19 11 49 0 0,0-1 1 0 0,-1-2-1 0 0,-1 0 0 0 0,0-2 0 0 0,-40 9 0 0 0,-135 14 506 0 0,131-22-490 0 0,-543 50-1393 0 0,444-50 1182 0 0,-618 18-852 0 0,275-22 799 0 0,95 0 224 0 0,-43-19-128 0 0,355 10 24 0 0,-246 11 17 0 0,65 1-387 0 0,217-9 358 0 0,0-3 1 0 0,-76-16-1 0 0,114 13 213 0 0,1-2 0 0 0,-32-13 1 0 0,27 8 185 0 0,-37-8 0 0 0,61 19-280 0 0,-1 1-1 0 0,0 1 0 0 0,0-1 0 0 0,0 2 0 0 0,0-1 1 0 0,0 2-1 0 0,-20 2 0 0 0,22-1-151 0 0,1 0 1 0 0,-1 1-1 0 0,1 0 1 0 0,0 1-1 0 0,0 0 1 0 0,-10 6-1 0 0,-9 6-211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8:37.2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1863 596 6449 0 0,'14'-67'-415'0'0,"-11"55"201"0"0,1 1 0 0 0,-2-1 0 0 0,0 0 0 0 0,0 1 0 0 0,-1-1 0 0 0,-1 0-1 0 0,1 0 1 0 0,-2 0 0 0 0,0 0 0 0 0,-1 0 0 0 0,-3-15 0 0 0,1 16 399 0 0,0 1 0 0 0,-1-1 1 0 0,0 1-1 0 0,-1-1 0 0 0,0 1 0 0 0,0 1 1 0 0,-16-18-1 0 0,-2 2 2036 0 0,-36-29-1 0 0,8 9-112 0 0,34 29-1744 0 0,-1 0 0 0 0,-1 1 0 0 0,0 1 0 0 0,-1 1 0 0 0,0 1 0 0 0,-1 0 0 0 0,-40-14 0 0 0,44 20-549 0 0,-1 1 0 0 0,0 1-1 0 0,0 0 1 0 0,-1 2 0 0 0,1 0 0 0 0,-1 1 0 0 0,1 1-1 0 0,-1 1 1 0 0,1 0 0 0 0,-25 6 0 0 0,-31 12-1023 0 0,-102 41 0 0 0,53-16 463 0 0,86-30 756 0 0,0 2 0 0 0,2 1 0 0 0,0 2-1 0 0,1 2 1 0 0,1 1 0 0 0,1 1 0 0 0,-36 34 0 0 0,-4 12 11 0 0,-110 134 1 0 0,-49 81-1281 0 0,223-273 1208 0 0,0 0 0 0 0,1 0-1 0 0,1 1 1 0 0,0 1 0 0 0,1-1-1 0 0,-7 18 1 0 0,11-24 77 0 0,1 1 0 0 0,-1 0 0 0 0,1-1 0 0 0,1 1 0 0 0,-1 0 0 0 0,1 0 0 0 0,0 0 0 0 0,0 0 0 0 0,1-1 0 0 0,0 1 0 0 0,0 0 0 0 0,1 0-1 0 0,0-1 1 0 0,5 12 0 0 0,2 2 348 0 0,2 0 0 0 0,0 0 0 0 0,2-1 0 0 0,27 33 0 0 0,69 62 544 0 0,-79-84-1083 0 0,-1-3 28 0 0,0-1 0 0 0,1-2-1 0 0,2-1 1 0 0,0-2-1 0 0,1 0 1 0 0,1-3 0 0 0,1-1-1 0 0,1-1 1 0 0,0-2-1 0 0,43 10 1 0 0,-74-22 131 0 0,314 79-1092 0 0,-270-72 909 0 0,-1-2 0 0 0,1-2 1 0 0,0-3-1 0 0,84-5 1 0 0,-114 0 237 0 0,0-1 1 0 0,-1 0-1 0 0,1-1 1 0 0,-1-1-1 0 0,0-1 1 0 0,-1-1 0 0 0,0 0-1 0 0,26-17 1 0 0,7-10 349 0 0,61-55 0 0 0,-20 15-110 0 0,-30 25-76 0 0,-2-2 1 0 0,71-82-1 0 0,84-136 403 0 0,-207 261-570 0 0,0 0 0 0 0,0-1 0 0 0,-1 0-1 0 0,0-1 1 0 0,-1 1 0 0 0,0-1 0 0 0,-1 0-1 0 0,0 0 1 0 0,-1 0 0 0 0,0-1 0 0 0,-1 1-1 0 0,0-1 1 0 0,-1 1 0 0 0,0-1 0 0 0,-1 0-1 0 0,0 0 1 0 0,-1 1 0 0 0,0-1 0 0 0,-1 0-1 0 0,-6-22 1 0 0,-1 2 514 0 0,-2 0 1 0 0,-1 1-1 0 0,-1 1 0 0 0,-2 0 0 0 0,-25-38 1 0 0,31 55-422 0 0,-1-1 1 0 0,-1 1 0 0 0,0 1-1 0 0,-1 0 1 0 0,-1 1-1 0 0,0 0 1 0 0,0 0 0 0 0,-1 2-1 0 0,0 0 1 0 0,0 0 0 0 0,-1 1-1 0 0,-24-8 1 0 0,9 6-1104 0 0,-33-7 0 0 0,27 9-4222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8:38.5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1049 110 10594 0 0,'-187'-26'5448'0'0,"140"21"-5081"0"0,8-1-429 0 0,1-1 0 0 0,-48-18 0 0 0,55 15-307 0 0,-1 1 0 0 0,-1 2 0 0 0,-60-7 0 0 0,68 14 534 0 0,1 0 0 0 0,-1 2 0 0 0,0 1 0 0 0,1 1-1 0 0,-1 1 1 0 0,1 0 0 0 0,1 2 0 0 0,-1 1 0 0 0,1 1 0 0 0,1 1 0 0 0,-1 1-1 0 0,-37 26 1 0 0,51-30-264 0 0,0 1-1 0 0,1 1 0 0 0,0-1 1 0 0,1 1-1 0 0,0 1 0 0 0,0-1 0 0 0,1 1 1 0 0,0 1-1 0 0,1-1 0 0 0,0 1 1 0 0,0 0-1 0 0,1 0 0 0 0,-4 20 1 0 0,0 3-380 0 0,3 1 1 0 0,0 0 0 0 0,1 46 0 0 0,5-35 456 0 0,2-1 1 0 0,2 1-1 0 0,2-1 1 0 0,18 66-1 0 0,4-17-81 0 0,43 92-1 0 0,-60-158 179 0 0,1 0 0 0 0,2 0 0 0 0,1-2-1 0 0,1 0 1 0 0,39 46 0 0 0,-41-57-82 0 0,-1-1 0 0 0,2-1 0 0 0,-1 0-1 0 0,2-1 1 0 0,0 0 0 0 0,0-1 0 0 0,1-2 0 0 0,1 1-1 0 0,38 12 1 0 0,-29-13-181 0 0,0 0-1 0 0,1-3 1 0 0,0 0-1 0 0,1-2 1 0 0,-1-1-1 0 0,1-1 1 0 0,-1-1-1 0 0,1-2 1 0 0,0-1-1 0 0,31-7 0 0 0,34-12 139 0 0,-1-3-1 0 0,92-38 0 0 0,-142 44-198 0 0,0-2 1 0 0,-1-2-1 0 0,-2-1 1 0 0,0-3-1 0 0,-1-1 1 0 0,41-37-1 0 0,-55 38 589 0 0,-1-1 0 0 0,-1-2 0 0 0,-1 0-1 0 0,-1-2 1 0 0,-2 0 0 0 0,19-41 0 0 0,2-14 954 0 0,35-111-1 0 0,-73 188-1256 0 0,12-36 143 0 0,14-65 0 0 0,-26 99-169 0 0,-1-1-1 0 0,0 0 1 0 0,-1 0 0 0 0,-1 0 0 0 0,0 0-1 0 0,-1 0 1 0 0,0 0 0 0 0,0 0 0 0 0,-1 0-1 0 0,-1 0 1 0 0,-4-12 0 0 0,3 16-45 0 0,0 1-1 0 0,-1 0 1 0 0,1 0-1 0 0,-2 0 1 0 0,1 0 0 0 0,-1 1-1 0 0,0 0 1 0 0,0 0-1 0 0,0 1 1 0 0,-1-1 0 0 0,0 1-1 0 0,0 1 1 0 0,0-1-1 0 0,-1 1 1 0 0,0 1 0 0 0,1-1-1 0 0,-18-4 1 0 0,-9-1 164 0 0,-1 1 1 0 0,-68-6-1 0 0,89 13-53 0 0,-76-9 129 0 0,-189-16 454 0 0,217 25-1885 0 0,-62 5 0 0 0,64 3-3704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28:42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22 4609 0 0,'-4'-8'408'0'0,"1"2"-328"0"0,2 1-80 0 0,2 2 0 0 0,2 3-80 0 0,0 0-32 0 0,2 3-8 0 0,0-3 0 0 0,4-2 120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38.2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 0 456 0 0,'-2'0'41'0'0,"1"1"45"0"0,0-1 0 0 0,0 1-1 0 0,0-1 1 0 0,0 1-1 0 0,0 0 1 0 0,0 0-1 0 0,0-1 1 0 0,0 1 0 0 0,1 0-1 0 0,-1 0 1 0 0,0 0-1 0 0,0 0 1 0 0,1 0-1 0 0,-1 0 1 0 0,1 0 0 0 0,-1 0-1 0 0,1 0 1 0 0,-1 2-1 0 0,-8 21 1339 0 0,8-24-1398 0 0,1 1-1 0 0,0-1 1 0 0,0 0-1 0 0,0 0 1 0 0,0 0-1 0 0,0 1 1 0 0,0-1-1 0 0,0 0 1 0 0,0 0-1 0 0,0 0 1 0 0,0 1-1 0 0,0-1 1 0 0,0 0-1 0 0,0 0 1 0 0,0 0-1 0 0,0 1 1 0 0,0-1-1 0 0,0 0 1 0 0,1 0-1 0 0,-1 0 1 0 0,0 1-1 0 0,0-1 1 0 0,0 0-1 0 0,10 7 4562 0 0,-10-6-4469 0 0,0-1-1 0 0,0 0 1 0 0,0 1 0 0 0,-3 21 155 0 0,2-17 25 0 0,-1 0 1 0 0,2 1 0 0 0,-1-1 0 0 0,1 1-1 0 0,-1-1 1 0 0,1 1 0 0 0,1 7 0 0 0,0-13-248 0 0,-1 1 0 0 0,0 0 1 0 0,0-1-1 0 0,1 1 0 0 0,-1 0 1 0 0,0-1-1 0 0,1 1 0 0 0,-1-1 1 0 0,0 1-1 0 0,1 0 0 0 0,-1-1 1 0 0,1 1-1 0 0,-1-1 0 0 0,1 1 1 0 0,-1-1-1 0 0,1 0 0 0 0,0 1 1 0 0,-1-1-1 0 0,1 1 0 0 0,0-1 1 0 0,-1 0-1 0 0,1 0 0 0 0,0 1 1 0 0,0-1-1 0 0,2 0 14 0 0,-1 0 1 0 0,0 0-1 0 0,1 0 0 0 0,-1 0 1 0 0,1-1-1 0 0,-1 1 0 0 0,0-1 1 0 0,0 1-1 0 0,1-1 0 0 0,-1 0 1 0 0,4-2-1 0 0,23-11 591 0 0,-15 7 35 0 0,1 0 0 0 0,27-8 0 0 0,-13 4-398 0 0,-25 8-219 0 0,0 1 0 0 0,1 0 0 0 0,-1 1 0 0 0,1-1-1 0 0,-1 1 1 0 0,1 0 0 0 0,-1 0 0 0 0,1 0 0 0 0,0 1 0 0 0,-1-1 0 0 0,10 2 0 0 0,-6 9-56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38.8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44 50 1376 0 0,'0'0'92'0'0,"-1"0"0"0"0,1-1 0 0 0,0 1 1 0 0,-1-1-1 0 0,1 1 0 0 0,0 0 0 0 0,-1-1 0 0 0,1 1 0 0 0,0 0 0 0 0,-1 0 0 0 0,1-1 0 0 0,-1 1 0 0 0,1 0 0 0 0,0 0 0 0 0,-1-1 0 0 0,1 1 0 0 0,-1 0 0 0 0,1 0 0 0 0,-1 0 1 0 0,1 0-1 0 0,-1 0 0 0 0,1 0 0 0 0,-1 0 0 0 0,1 0 0 0 0,-1 0 0 0 0,1 0 0 0 0,-1 0 0 0 0,1 0 0 0 0,-1 0 0 0 0,-22 2 1442 0 0,15-1-413 0 0,14-6 1089 0 0,1 2-1874 0 0,0 1 0 0 0,0-1 1 0 0,0 1-1 0 0,0 1 0 0 0,0-1 0 0 0,0 1 0 0 0,0 1 0 0 0,0-1 0 0 0,0 1 0 0 0,13 1 1 0 0,8 0 77 0 0,-18-2-47 0 0,1 0-1 0 0,-1-1 1 0 0,0 0 0 0 0,17-6 0 0 0,-19 5-198 0 0,0 1 0 0 0,0-1 0 0 0,0 2 0 0 0,0-1 0 0 0,0 1 0 0 0,0 0 0 0 0,0 1 0 0 0,12 0 0 0 0,-10 2-146 0 0,17 0-817 0 0,-7-9-2672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39.4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1376 0 0,'-7'1'5666'0'0,"29"-6"-5107"0"0,-18 4-226 0 0,1-1 0 0 0,-1 1 0 0 0,1 0 0 0 0,-1 0 0 0 0,1 0 1 0 0,0 1-1 0 0,0 0 0 0 0,-1 0 0 0 0,1 0 0 0 0,0 1 0 0 0,0-1 0 0 0,-1 1 0 0 0,1 0 1 0 0,-1 0-1 0 0,8 4 0 0 0,-6-2-248 0 0,0 0 0 0 0,0 0 0 0 0,0 0 0 0 0,0-1 0 0 0,0 0 1 0 0,0 0-1 0 0,1 0 0 0 0,-1-1 0 0 0,1 0 0 0 0,-1 0 0 0 0,1-1 0 0 0,-1 0 0 0 0,1 0 1 0 0,0 0-1 0 0,-1-1 0 0 0,1 0 0 0 0,-1 0 0 0 0,1-1 0 0 0,-1 1 0 0 0,0-1 0 0 0,0-1 1 0 0,0 1-1 0 0,8-6 0 0 0,-3 4-1701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0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31 2761 0 0,'-4'0'8842'0'0,"16"0"-6821"0"0,26-4-735 0 0,-29 3-1165 0 0,0 1 1 0 0,-1 0-1 0 0,1 0 0 0 0,0 0 1 0 0,-1 1-1 0 0,1 0 1 0 0,0 1-1 0 0,9 3 0 0 0,-7-2-141 0 0,-1-1 0 0 0,1 0 0 0 0,-1 0-1 0 0,1-1 1 0 0,14-1 0 0 0,-7-3-375 0 0,0 0 1 0 0,0-1-1 0 0,-1-1 1 0 0,33-14-1 0 0,-25 8-630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0.6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46 4033 0 0,'6'-3'482'0'0,"-1"0"0"0"0,1 1 1 0 0,0-1-1 0 0,0 1 0 0 0,0 1 0 0 0,0-1 0 0 0,0 1 1 0 0,0 0-1 0 0,0 1 0 0 0,12 0 0 0 0,-1-1 158 0 0,177-25 1822 0 0,-128 27-3972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1.1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98 1376 0 0,'0'0'107'0'0,"3"-1"358"0"0,-1 0 1 0 0,0 0-1 0 0,1 0 0 0 0,-1 0 1 0 0,1 0-1 0 0,-1 1 0 0 0,1-1 1 0 0,0 1-1 0 0,5-1 0 0 0,-4 1 136 0 0,115-22 4898 0 0,0 10-4588 0 0,-99 9-1467 0 0,1 0 1 0 0,-1-1 0 0 0,1-1-1 0 0,-2-1 1 0 0,1-1 0 0 0,27-14-1 0 0,-32 14-413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1.6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44 1376 0 0,'1'-1'167'0'0,"25"-14"6623"0"0,7 7-3826 0 0,40 4-2830 0 0,-45 3-163 0 0,57-10-3145 0 0,-66 8 75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2.1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48 1376 0 0,'16'-3'3302'0'0,"0"-1"1"0"0,31-12-1 0 0,14-3-734 0 0,-53 17-2550 0 0,0 0 0 0 0,1 1 0 0 0,-1 1 0 0 0,16 0 0 0 0,14 3-5261 0 0,-26-1 1482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2.6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36 1840 0 0,'-2'0'187'0'0,"0"0"0"0"0,-1-1 0 0 0,1 1 0 0 0,0 0 0 0 0,0-1 0 0 0,0 1 0 0 0,0-1 0 0 0,-1 0 0 0 0,-2-5 2344 0 0,5 6-2499 0 0,17 2 1692 0 0,22 5 378 0 0,56 2 0 0 0,-77-8-2074 0 0,0-2 0 0 0,0 0 0 0 0,0-1-1 0 0,0-1 1 0 0,25-7 0 0 0,-14-1-184 0 0,7-2-815 0 0,-13 10-3066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3.1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 3681 0 0,'0'0'284'0'0,"0"0"-187"0"0,81-4 5223 0 0,-58 1-4860 0 0,0 2 0 0 0,0 1 0 0 0,-1 0-1 0 0,29 5 1 0 0,-14-5-2542 0 0,-25-2-1444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3.8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 2761 0 0,'0'0'752'0'0,"13"6"4993"0"0,0-3-5386 0 0,0 0 1 0 0,0-2-1 0 0,0 1 0 0 0,0-2 1 0 0,0 0-1 0 0,0 0 1 0 0,0-1-1 0 0,0-1 0 0 0,19-5 1 0 0,12 0-1196 0 0,-34 6 118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4.37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58 2304 0 0,'17'-5'5243'0'0,"20"-11"-4835"0"0,-26 10-437 0 0,1 1-1 0 0,0 0 0 0 0,0 1 0 0 0,0 0 0 0 0,0 0 0 0 0,1 1 1 0 0,-1 1-1 0 0,22-1 0 0 0,-27 4-2760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4.8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 3513 0 0,'-14'1'312'0'0,"6"-1"-248"0"0,0 0-64 0 0,3 0 0 0 0,2 0 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23:45.1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0 920 0 0,'0'5'15164'0'0,"0"20"-12130"0"0,-2 35-3420 0 0,-2-6 625 0 0,-1-7 204 0 0,2 51 1 0 0,3-85-752 0 0,1 1 0 0 0,1-1 0 0 0,0 0 1 0 0,0 1-1 0 0,2-1 0 0 0,0-1 0 0 0,0 1 0 0 0,9 18 1 0 0,-2-14-5899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47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73 505 2272 0 0,'-3'1'0'0'0,"0"-1"0"0"0,1 1 0 0 0,-1-1 0 0 0,0 1 0 0 0,0 0 0 0 0,1 0 0 0 0,-1 1 0 0 0,0-1 0 0 0,1 0 0 0 0,-3 2 0 0 0,3-1 0 0 0,0-1 0 0 0,0 0 0 0 0,0 0 0 0 0,0 0 0 0 0,0 0 0 0 0,0 0 0 0 0,0 0 0 0 0,0-1 0 0 0,0 1 0 0 0,0-1 0 0 0,-1 1 0 0 0,1-1 0 0 0,-4 0 0 0 0,5 0 54 0 0,1 0-1 0 0,-1-1 1 0 0,1 1-1 0 0,-1-1 1 0 0,1 1-1 0 0,-1-1 1 0 0,1 1-1 0 0,-1-1 1 0 0,1 1-1 0 0,0-1 1 0 0,-1 1-1 0 0,1-1 1 0 0,0 0-1 0 0,0 1 1 0 0,-1-1-1 0 0,1 1 1 0 0,0-1-1 0 0,0 0 1 0 0,0 1-1 0 0,-1-1 1 0 0,1 0-1 0 0,0 1 1 0 0,0-1-1 0 0,0 0 1 0 0,0 1-1 0 0,1-1 1 0 0,-1 0-1 0 0,0 1 1 0 0,0-1-1 0 0,0 0 1 0 0,0 1-1 0 0,1-1 1 0 0,-1 0-1 0 0,0 1 1 0 0,0-1-1 0 0,1 1 1 0 0,-1-1-1 0 0,1 0 1 0 0,13-29 1458 0 0,-13 28-1292 0 0,20-35 931 0 0,2 1 0 0 0,2 0-1 0 0,1 2 1 0 0,49-49 0 0 0,135-109-468 0 0,-179 166-856 0 0,2-2-227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48.3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 7834 0 0,'40'-3'2226'0'0,"-35"2"-2016"0"0,0 0-1 0 0,1 0 1 0 0,-1 1-1 0 0,1-1 1 0 0,-1 1-1 0 0,1 1 1 0 0,-1-1 0 0 0,0 1-1 0 0,1 0 1 0 0,-1 0-1 0 0,1 0 1 0 0,-1 1-1 0 0,0-1 1 0 0,0 2-1 0 0,0-1 1 0 0,0 0 0 0 0,0 1-1 0 0,8 6 1 0 0,5 7 70 0 0,-1 2 0 0 0,0 0 1 0 0,-1 1-1 0 0,-1 0 1 0 0,-1 1-1 0 0,22 42 0 0 0,-9-7-325 0 0,31 93-1 0 0,-25-54-2187 0 0,-25-72-2749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48.6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9 322 5529 0 0,'-1'0'14'0'0,"1"0"0"0"0,0 0 1 0 0,0 0-1 0 0,-1 0 0 0 0,1 0 0 0 0,0 0 0 0 0,-1 0 0 0 0,1 0 0 0 0,0 0 1 0 0,0 0-1 0 0,-1 0 0 0 0,1 0 0 0 0,0 0 0 0 0,-1 0 0 0 0,1 0 0 0 0,0 0 1 0 0,0-1-1 0 0,-1 1 0 0 0,1 0 0 0 0,0 0 0 0 0,0 0 0 0 0,0 0 0 0 0,-1-1 1 0 0,1 1-1 0 0,0 0 0 0 0,0 0 0 0 0,0-1 0 0 0,0 1 0 0 0,-1 0 0 0 0,1 0 1 0 0,0-1-1 0 0,0 1 0 0 0,0 0 0 0 0,0 0 0 0 0,0-1 0 0 0,0 1 0 0 0,0 0 1 0 0,0-1-1 0 0,0 1 0 0 0,0 0 0 0 0,0 0 0 0 0,0-1 0 0 0,0 1 0 0 0,11-12 587 0 0,24-5 706 0 0,-29 16-1085 0 0,0 1-1 0 0,0-1 0 0 0,0 2 1 0 0,0-1-1 0 0,1 1 1 0 0,-1-1-1 0 0,0 2 1 0 0,0-1-1 0 0,-1 1 1 0 0,1 0-1 0 0,0 0 0 0 0,0 0 1 0 0,-1 1-1 0 0,1 0 1 0 0,-1 0-1 0 0,0 0 1 0 0,0 1-1 0 0,5 4 0 0 0,-1 0-139 0 0,0-1-1 0 0,-1 2 0 0 0,0-1 0 0 0,0 1 0 0 0,-1 0 0 0 0,0 0 0 0 0,0 1 0 0 0,8 18 0 0 0,-15-28-63 0 0,0 1 0 0 0,1-1 1 0 0,-1 0-1 0 0,0 0 0 0 0,0 0 0 0 0,0 0 0 0 0,0 0 0 0 0,0 0 1 0 0,0 0-1 0 0,0 0 0 0 0,0 1 0 0 0,1-1 0 0 0,-1 0 0 0 0,0 0 1 0 0,0 0-1 0 0,0 0 0 0 0,0 0 0 0 0,0 0 0 0 0,0 1 0 0 0,0-1 1 0 0,0 0-1 0 0,0 0 0 0 0,0 0 0 0 0,0 0 0 0 0,0 0 0 0 0,0 1 1 0 0,0-1-1 0 0,0 0 0 0 0,0 0 0 0 0,0 0 0 0 0,0 0 0 0 0,0 0 1 0 0,0 1-1 0 0,0-1 0 0 0,0 0 0 0 0,0 0 0 0 0,0 0 0 0 0,-1 0 1 0 0,1 0-1 0 0,0 1 0 0 0,0-1 0 0 0,0 0 0 0 0,0 0 0 0 0,0 0 1 0 0,0 0-1 0 0,0 0 0 0 0,0 0 0 0 0,-1 0 0 0 0,1 0 0 0 0,0 0 0 0 0,0 0 1 0 0,0 1-1 0 0,0-1 0 0 0,0 0 0 0 0,-1 0 0 0 0,1 0 0 0 0,0 0 1 0 0,0 0-1 0 0,0 0 0 0 0,0 0 0 0 0,-13-6 858 0 0,-10-12 203 0 0,14 8-1039 0 0,0 0 0 0 0,1-1 0 0 0,1 0 0 0 0,0 0-1 0 0,0 0 1 0 0,1-1 0 0 0,1 0 0 0 0,0 0 0 0 0,0-1 0 0 0,2 1-1 0 0,-1-1 1 0 0,2 0 0 0 0,-3-16 0 0 0,4 10-637 0 0,0-1 1 0 0,1 1 0 0 0,0 0-1 0 0,2 0 1 0 0,0 0-1 0 0,1 0 1 0 0,1 0-1 0 0,10-26 1 0 0,-6 23-3627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49.3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80 349 1376 0 0,'-10'-6'1854'0'0,"9"5"-1730"0"0,0 0 0 0 0,0 0-1 0 0,0 0 1 0 0,0 0 0 0 0,0 0-1 0 0,0 1 1 0 0,0-1 0 0 0,0 0-1 0 0,-1 1 1 0 0,1-1 0 0 0,0 1-1 0 0,-1 0 1 0 0,1-1 0 0 0,0 1-1 0 0,-3 0 1 0 0,2 0 56 0 0,-1 1 0 0 0,1-1 1 0 0,0 1-1 0 0,0 0 0 0 0,0 0 0 0 0,0 0 0 0 0,0 0 1 0 0,0 0-1 0 0,0 0 0 0 0,0 0 0 0 0,0 1 0 0 0,1-1 1 0 0,-1 1-1 0 0,0-1 0 0 0,1 1 0 0 0,-1 0 0 0 0,1 0 0 0 0,0 0 1 0 0,0-1-1 0 0,0 1 0 0 0,0 0 0 0 0,0 0 0 0 0,0 1 1 0 0,0-1-1 0 0,0 0 0 0 0,1 0 0 0 0,-1 0 0 0 0,1 5 1 0 0,-3 7 269 0 0,2 1 1 0 0,0 0 0 0 0,1 19-1 0 0,0-18-68 0 0,0 4 9 0 0,0 8 221 0 0,5 44 0 0 0,-5-66-588 0 0,1 0 0 0 0,0 0 0 0 0,1 0 0 0 0,-1 0 0 0 0,1 0 0 0 0,1-1 1 0 0,-1 1-1 0 0,1 0 0 0 0,0-1 0 0 0,0 0 0 0 0,0 0 0 0 0,1 0 0 0 0,5 6 0 0 0,-8-10-26 0 0,0 0 0 0 0,0 0 0 0 0,0 0 0 0 0,0-1 0 0 0,0 1-1 0 0,0 0 1 0 0,0-1 0 0 0,0 1 0 0 0,0-1 0 0 0,0 1 0 0 0,0-1 0 0 0,0 1 0 0 0,0-1 0 0 0,0 0-1 0 0,1 1 1 0 0,-1-1 0 0 0,0 0 0 0 0,0 0 0 0 0,0 0 0 0 0,1 0 0 0 0,-1 0 0 0 0,0 0 0 0 0,0-1 0 0 0,0 1-1 0 0,0 0 1 0 0,1 0 0 0 0,0-1 0 0 0,0-1-18 0 0,0 1 0 0 0,1-1-1 0 0,-1 1 1 0 0,0-1 0 0 0,0 0 0 0 0,-1 0-1 0 0,1 0 1 0 0,0 0 0 0 0,-1 0 0 0 0,1-1 0 0 0,1-3-1 0 0,1-2-105 0 0,0 0 0 0 0,-1 0 0 0 0,0 0 0 0 0,0-1 0 0 0,-1 1 0 0 0,2-16 0 0 0,-4 7-115 0 0,-1 0-1 0 0,-4-22 1 0 0,3 29 197 0 0,0 0-1 0 0,1-1 0 0 0,0 1 1 0 0,0 0-1 0 0,1-1 1 0 0,1 1-1 0 0,0-1 0 0 0,0 1 1 0 0,4-11-1 0 0,-5 19 44 0 0,0 1-1 0 0,1 0 1 0 0,-1 0-1 0 0,0 0 1 0 0,1 0 0 0 0,-1 0-1 0 0,1 0 1 0 0,-1 0-1 0 0,1 0 1 0 0,0 0-1 0 0,-1 0 1 0 0,1 0-1 0 0,0 0 1 0 0,0 0-1 0 0,0 0 1 0 0,-1 1-1 0 0,1-1 1 0 0,0 0 0 0 0,0 0-1 0 0,0 1 1 0 0,0-1-1 0 0,0 1 1 0 0,1-1-1 0 0,-1 1 1 0 0,2-1-1 0 0,-2 1 6 0 0,1 1-1 0 0,0-1 0 0 0,-1 0 0 0 0,1 1 0 0 0,0-1 0 0 0,-1 1 0 0 0,1 0 0 0 0,-1-1 1 0 0,1 1-1 0 0,-1 0 0 0 0,1 0 0 0 0,-1 0 0 0 0,0 0 0 0 0,1 0 0 0 0,1 2 1 0 0,6 7 161 0 0,0 1 0 0 0,-1 0 1 0 0,11 17-1 0 0,-15-21 83 0 0,-1-2-198 0 0,0 0 0 0 0,1 0 0 0 0,0 0 0 0 0,0 0 0 0 0,0 0 0 0 0,0-1 0 0 0,1 0 1 0 0,0 0-1 0 0,0 0 0 0 0,0 0 0 0 0,0-1 0 0 0,0 0 0 0 0,1 0 0 0 0,0 0 0 0 0,-1-1 0 0 0,1 0 0 0 0,0 0 1 0 0,0-1-1 0 0,0 1 0 0 0,0-1 0 0 0,0 0 0 0 0,10 0 0 0 0,-16-2-50 0 0,1 1 0 0 0,-1 0 0 0 0,0 0 0 0 0,1 0 0 0 0,-1 0 0 0 0,1 0 0 0 0,-1 0 0 0 0,1 0 0 0 0,-1 0 0 0 0,1-1 0 0 0,-1 1 0 0 0,0 0 0 0 0,1 0 0 0 0,-1-1 0 0 0,1 1 0 0 0,-1 0 0 0 0,0-1 0 0 0,1 1 0 0 0,-1 0 0 0 0,0-1 0 0 0,0 1 0 0 0,1 0 0 0 0,-1-1 0 0 0,0 1 0 0 0,0-1 0 0 0,1 1 0 0 0,-1-1 0 0 0,0 0 0 0 0,2-19 0 0 0,-11-31 0 0 0,6 37 0 0 0,2 8 0 0 0,-5-30-69 0 0,-3-55 0 0 0,9 81 56 0 0,0 0-1 0 0,0 1 1 0 0,1-1 0 0 0,0 0 0 0 0,1 0-1 0 0,0 1 1 0 0,1-1 0 0 0,0 1 0 0 0,0 0-1 0 0,9-17 1 0 0,-12 25 23 0 0,1 0 0 0 0,-1 0 1 0 0,1 0-1 0 0,0 1 0 0 0,-1-1 0 0 0,1 0 0 0 0,0 0 1 0 0,0 1-1 0 0,-1-1 0 0 0,1 0 0 0 0,0 1 0 0 0,0-1 1 0 0,0 1-1 0 0,0-1 0 0 0,0 1 0 0 0,0-1 0 0 0,0 1 1 0 0,0 0-1 0 0,0-1 0 0 0,0 1 0 0 0,0 0 0 0 0,0 0 1 0 0,0 0-1 0 0,0 0 0 0 0,0 0 0 0 0,0 0 0 0 0,0 0 1 0 0,0 0-1 0 0,0 0 0 0 0,0 0 0 0 0,0 1 1 0 0,0-1-1 0 0,0 0 0 0 0,0 1 0 0 0,0-1 0 0 0,0 1 1 0 0,0-1-1 0 0,-1 1 0 0 0,1-1 0 0 0,0 1 0 0 0,0-1 1 0 0,0 1-1 0 0,-1 0 0 0 0,1 0 0 0 0,0-1 0 0 0,-1 1 1 0 0,2 1-1 0 0,6 7 315 0 0,-1 0 0 0 0,0 0 0 0 0,9 16 0 0 0,-8-12-103 0 0,-3-6-201 0 0,0 0-1 0 0,0 0 0 0 0,1-1 1 0 0,0 0-1 0 0,0 0 0 0 0,0-1 1 0 0,0 1-1 0 0,1-1 0 0 0,0-1 1 0 0,0 1-1 0 0,1-1 0 0 0,10 4 0 0 0,-23-46 261 0 0,0 15-139 0 0,1 1 0 0 0,1-1 0 0 0,1 0 0 0 0,1 0 0 0 0,2 0 1 0 0,0 0-1 0 0,1 0 0 0 0,1 0 0 0 0,8-29 0 0 0,-11 50-140 0 0,1 1 0 0 0,-1-1 1 0 0,0 1-1 0 0,1 0 0 0 0,0-1 0 0 0,-1 1 0 0 0,1 0 0 0 0,0-1 1 0 0,-1 1-1 0 0,1 0 0 0 0,0 0 0 0 0,0 0 0 0 0,0 0 0 0 0,0 0 0 0 0,0 0 1 0 0,0 0-1 0 0,1 0 0 0 0,1-1 0 0 0,-2 2 2 0 0,-1 0 0 0 0,1-1 0 0 0,0 1 1 0 0,0 0-1 0 0,0 0 0 0 0,0 0 0 0 0,0 0 0 0 0,0 1 0 0 0,0-1 1 0 0,0 0-1 0 0,0 0 0 0 0,0 0 0 0 0,0 1 0 0 0,0-1 0 0 0,0 1 0 0 0,0-1 1 0 0,0 1-1 0 0,0-1 0 0 0,-1 1 0 0 0,2 0 0 0 0,6 6 50 0 0,-1 0 0 0 0,-1 0 1 0 0,1 1-1 0 0,8 13 0 0 0,-2-3 94 0 0,4 1-713 0 0,1-1 0 0 0,0-1 1 0 0,26 17-1 0 0,-27-21-5354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49.8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118 3 8290 0 0,'-1'0'68'0'0,"0"-1"1"0"0,-1 1-1 0 0,1 0 0 0 0,0-1 1 0 0,0 1-1 0 0,0 0 1 0 0,0 0-1 0 0,-1-1 0 0 0,1 1 1 0 0,0 0-1 0 0,0 0 1 0 0,0 0-1 0 0,0 1 0 0 0,-1-1 1 0 0,1 0-1 0 0,0 0 1 0 0,0 1-1 0 0,0-1 0 0 0,0 0 1 0 0,0 1-1 0 0,0-1 1 0 0,-1 1-1 0 0,1 0 0 0 0,-1 0 1 0 0,-1 2 67 0 0,0 0-1 0 0,0 0 1 0 0,0 0 0 0 0,1 0 0 0 0,-1 0 0 0 0,1 0-1 0 0,-3 6 1 0 0,-3 6 412 0 0,1 0 0 0 0,-8 27-1 0 0,9-23-153 0 0,-3 5 353 0 0,-6 38 0 0 0,14-57-642 0 0,0 0 1 0 0,0 0-1 0 0,0 0 0 0 0,1 0 1 0 0,0 0-1 0 0,0 0 1 0 0,1 0-1 0 0,-1 0 1 0 0,1 0-1 0 0,0 0 0 0 0,0 0 1 0 0,1-1-1 0 0,-1 1 1 0 0,4 6-1 0 0,-3-10-92 0 0,-1 1 0 0 0,1-1 0 0 0,-1 0 0 0 0,1 1 0 0 0,0-1 0 0 0,0 0 0 0 0,-1 0 0 0 0,1 0-1 0 0,0 0 1 0 0,0-1 0 0 0,0 1 0 0 0,0-1 0 0 0,0 1 0 0 0,0-1 0 0 0,0 1 0 0 0,0-1 0 0 0,0 0 0 0 0,1 0 0 0 0,-1 0 0 0 0,0 0 0 0 0,0-1 0 0 0,0 1-1 0 0,3-1 1 0 0,5-1-67 0 0,0 0 0 0 0,-1-1 0 0 0,15-5-1 0 0,4-5-12 0 0,35-13-97 0 0,-58 24 156 0 0,0 1-1 0 0,0 0 1 0 0,1 0 0 0 0,-1 0-1 0 0,0 0 1 0 0,1 1 0 0 0,-1 0-1 0 0,0 0 1 0 0,11 2 0 0 0,-16-2 11 0 0,1 0 1 0 0,0 0-1 0 0,0 0 1 0 0,-1 1 0 0 0,1-1-1 0 0,-1 0 1 0 0,1 1-1 0 0,0-1 1 0 0,-1 1-1 0 0,1-1 1 0 0,-1 1 0 0 0,1-1-1 0 0,-1 1 1 0 0,1-1-1 0 0,-1 1 1 0 0,1-1-1 0 0,-1 1 1 0 0,1 0-1 0 0,-1-1 1 0 0,0 1 0 0 0,1 0-1 0 0,-1-1 1 0 0,0 1-1 0 0,0 0 1 0 0,0-1-1 0 0,1 2 1 0 0,-3 24-27 0 0,-14 23 114 0 0,8-34-238 0 0,0-1 1 0 0,-19 25-1 0 0,20-29-605 0 0,-3 4-4611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50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56 374 5529 0 0,'0'-2'141'0'0,"1"1"0"0"0,-1-1 0 0 0,0 1 0 0 0,1-1 0 0 0,0 1-1 0 0,-1 0 1 0 0,1 0 0 0 0,0-1 0 0 0,-1 1 0 0 0,1 0 0 0 0,0 0 0 0 0,0 0 0 0 0,0-1 0 0 0,0 1-1 0 0,0 0 1 0 0,0 0 0 0 0,1 1 0 0 0,-1-1 0 0 0,0 0 0 0 0,0 0 0 0 0,1 1 0 0 0,-1-1-1 0 0,0 0 1 0 0,1 1 0 0 0,-1 0 0 0 0,1-1 0 0 0,-1 1 0 0 0,1 0 0 0 0,-1-1 0 0 0,0 1 0 0 0,1 0-1 0 0,-1 0 1 0 0,1 0 0 0 0,-1 1 0 0 0,1-1 0 0 0,-1 0 0 0 0,1 0 0 0 0,-1 1 0 0 0,1-1-1 0 0,-1 1 1 0 0,0-1 0 0 0,1 1 0 0 0,-1 0 0 0 0,0-1 0 0 0,3 3 0 0 0,0 0 294 0 0,1 0 1 0 0,-1 1-1 0 0,0 0 0 0 0,0 0 1 0 0,0 0-1 0 0,0 0 1 0 0,-1 1-1 0 0,0 0 1 0 0,0-1-1 0 0,5 11 1 0 0,13 54 1101 0 0,-19-55-1871 0 0,2 0 0 0 0,0 0 0 0 0,0-1 0 0 0,2 0-1 0 0,-1 0 1 0 0,14 20 0 0 0</inkml:trace>
  <inkml:trace contextRef="#ctx0" brushRef="#br0" timeOffset="1">65 79 10594 0 0,'-24'-25'1056'0'0,"-14"-16"-967"0"0,38 40-138 0 0,0 1 1 0 0,0 0-1 0 0,-1 0 1 0 0,1 0-1 0 0,0 0 1 0 0,0 0 0 0 0,0 0-1 0 0,0-1 1 0 0,0 1-1 0 0,-1 0 1 0 0,1 0-1 0 0,0 0 1 0 0,0 0 0 0 0,0-1-1 0 0,0 1 1 0 0,0 0-1 0 0,0 0 1 0 0,0 0-1 0 0,0 0 1 0 0,0-1 0 0 0,0 1-1 0 0,0 0 1 0 0,0 0-1 0 0,0 0 1 0 0,0-1-1 0 0,0 1 1 0 0,0 0 0 0 0,0 0-1 0 0,0 0 1 0 0,0-1-1 0 0,0 1 1 0 0,0 0-1 0 0,0 0 1 0 0,0 0 0 0 0,0-1-1 0 0,0 1 1 0 0,0 0-1 0 0,1 0 1 0 0,-1 0-1 0 0,0 0 1 0 0,0 0 0 0 0,0-1-1 0 0,0 1 1 0 0,0 0-1 0 0,1 0 1 0 0,-1 0 0 0 0,0 0-1 0 0,0 0 1 0 0,0 0-1 0 0,0 0 1 0 0,1-1-1 0 0,-1 1 1 0 0,0 0 0 0 0,0 0-1 0 0,1 0 1 0 0,2-2-1115 0 0,0 0 813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50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9 3225 0 0,'1'-1'57'0'0,"-1"1"-1"0"0,0-1 1 0 0,0 1 0 0 0,1-1 0 0 0,-1 1 0 0 0,1-1 0 0 0,-1 1-1 0 0,0-1 1 0 0,1 1 0 0 0,-1 0 0 0 0,1-1 0 0 0,-1 1 0 0 0,1 0-1 0 0,-1-1 1 0 0,1 1 0 0 0,-1 0 0 0 0,1 0 0 0 0,0-1 0 0 0,-1 1 0 0 0,1 0-1 0 0,-1 0 1 0 0,1 0 0 0 0,-1 0 0 0 0,1 0 0 0 0,0 0 0 0 0,-1 0-1 0 0,1 0 1 0 0,-1 0 0 0 0,2 0 0 0 0,1 17 2485 0 0,-12 27 1321 0 0,9-43-3812 0 0,-5 17 1105 0 0,2-12-772 0 0,1 0-1 0 0,1 0 1 0 0,-1 0-1 0 0,1 0 1 0 0,0 0-1 0 0,0 0 1 0 0,1 1-1 0 0,0-1 1 0 0,0 0-1 0 0,1 8 1 0 0,0-13-366 0 0,-1 0 1 0 0,1 0 0 0 0,0 0-1 0 0,-1 0 1 0 0,1 0-1 0 0,0 0 1 0 0,0 0-1 0 0,0-1 1 0 0,0 1-1 0 0,0 0 1 0 0,0 0 0 0 0,0-1-1 0 0,0 1 1 0 0,0-1-1 0 0,0 1 1 0 0,0-1-1 0 0,0 1 1 0 0,1-1-1 0 0,-1 0 1 0 0,0 0 0 0 0,0 1-1 0 0,0-1 1 0 0,1 0-1 0 0,-1 0 1 0 0,0 0-1 0 0,0 0 1 0 0,0 0-1 0 0,3-1 1 0 0,37-6-100 0 0,-37 6 115 0 0,20-6-13 0 0,-13 4-53 0 0,0-1 1 0 0,0 2-1 0 0,1 0 0 0 0,-1 0 1 0 0,20 0-1 0 0,-29 2 22 0 0,0 1 0 0 0,0-1-1 0 0,1 0 1 0 0,-1 1-1 0 0,0-1 1 0 0,0 1-1 0 0,0 0 1 0 0,0 0 0 0 0,0 0-1 0 0,0 0 1 0 0,0 0-1 0 0,0 0 1 0 0,0 0-1 0 0,0 1 1 0 0,0-1-1 0 0,-1 1 1 0 0,1-1 0 0 0,-1 1-1 0 0,1 0 1 0 0,-1-1-1 0 0,1 1 1 0 0,-1 0-1 0 0,0 0 1 0 0,0 0 0 0 0,0 0-1 0 0,0 0 1 0 0,0 0-1 0 0,-1 0 1 0 0,1 1-1 0 0,-1-1 1 0 0,1 0 0 0 0,-1 0-1 0 0,0 1 1 0 0,0 3-1 0 0,1 5 10 0 0,-2-1 0 0 0,1 1 0 0 0,-1-1 0 0 0,-1 0 1 0 0,0 1-1 0 0,-6 15 0 0 0,-26 61-633 0 0,24-61-242 0 0,1-6-4588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51.0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11 5529 0 0,'-4'-11'5572'0'0,"7"16"-4490"0"0,55 85 2478 0 0,71 82 0 0 0,-6-9-9147 0 0,-102-133-311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51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1 360 1376 0 0,'3'-9'169'0'0,"1"1"0"0"0,1 0 0 0 0,-1 0 0 0 0,1 0-1 0 0,1 0 1 0 0,-1 1 0 0 0,1 0 0 0 0,7-7 0 0 0,5-6 226 0 0,19-26 1788 0 0,2 1 0 0 0,1 3 0 0 0,89-73 0 0 0,-127 114-2135 0 0,0-1 1 0 0,0 1 0 0 0,0-1-1 0 0,0 1 1 0 0,0 0 0 0 0,1 0 0 0 0,-1 0-1 0 0,0 0 1 0 0,1 0 0 0 0,-1 0-1 0 0,1 1 1 0 0,-1-1 0 0 0,1 1 0 0 0,-1-1-1 0 0,1 1 1 0 0,-1 0 0 0 0,6 1-1 0 0,-6 0-70 0 0,-1-1-1 0 0,1 1 0 0 0,0 1 0 0 0,-1-1 1 0 0,1 0-1 0 0,-1 0 0 0 0,1 0 0 0 0,-1 1 1 0 0,1-1-1 0 0,-1 1 0 0 0,0-1 0 0 0,0 1 1 0 0,0 0-1 0 0,0-1 0 0 0,0 1 0 0 0,0 0 1 0 0,0 0-1 0 0,-1-1 0 0 0,1 1 0 0 0,-1 0 1 0 0,1 0-1 0 0,-1 0 0 0 0,1 4 0 0 0,8 73-695 0 0,-8-51 1054 0 0,2-1 1 0 0,13 51-1 0 0,-14-72-247 0 0,0 1 0 0 0,0-1 0 0 0,1 1 0 0 0,0-1 0 0 0,0 0 0 0 0,0 0-1 0 0,1 0 1 0 0,0-1 0 0 0,0 1 0 0 0,1-1 0 0 0,-1 0 0 0 0,1 0 0 0 0,0-1-1 0 0,0 1 1 0 0,1-1 0 0 0,8 5 0 0 0,-12-8-78 0 0,-1 0-1 0 0,1 0 1 0 0,0-1 0 0 0,0 1-1 0 0,-1-1 1 0 0,1 1 0 0 0,0-1-1 0 0,0 1 1 0 0,-1-1 0 0 0,1 0-1 0 0,0 0 1 0 0,0 0 0 0 0,0 0-1 0 0,-1 0 1 0 0,1-1 0 0 0,0 1-1 0 0,0 0 1 0 0,-1-1 0 0 0,1 0-1 0 0,3-1 1 0 0,-2 0 46 0 0,1 0 0 0 0,-1 0 0 0 0,0-1 0 0 0,0 1 0 0 0,0-1 0 0 0,0 0 0 0 0,0 0 0 0 0,-1 0 0 0 0,3-4 0 0 0,2-3 128 0 0,-1 0 0 0 0,-1-1 0 0 0,0 0 0 0 0,0 0 0 0 0,4-18 0 0 0,-8 24-200 0 0,0-1-1 0 0,0 1 1 0 0,-1-1-1 0 0,0 0 1 0 0,0 1-1 0 0,0-1 1 0 0,-1 1-1 0 0,0-1 1 0 0,0 1-1 0 0,0-1 0 0 0,-1 1 1 0 0,1-1-1 0 0,-1 1 1 0 0,-1 0-1 0 0,1 0 1 0 0,-1 0-1 0 0,0 0 1 0 0,0 1-1 0 0,0-1 1 0 0,-1 1-1 0 0,1 0 0 0 0,-1 0 1 0 0,-5-4-1 0 0,-3-3-127 0 0,-1 0-1 0 0,0 2 0 0 0,-1-1 0 0 0,0 2 0 0 0,-1 0 0 0 0,-25-11 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0:51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5 356 10138 0 0,'-1'-1'67'0'0,"1"0"0"0"0,-1 0 0 0 0,1 0 0 0 0,-1 0 1 0 0,1 0-1 0 0,0 0 0 0 0,-1 0 0 0 0,1 0 0 0 0,0 0 0 0 0,0 0 0 0 0,0 0 0 0 0,0 0 0 0 0,0 0 0 0 0,0 0 0 0 0,0-1 0 0 0,0 1 1 0 0,0 0-1 0 0,0 0 0 0 0,1 0 0 0 0,-1 0 0 0 0,0 0 0 0 0,1 0 0 0 0,-1 0 0 0 0,1 0 0 0 0,-1 0 0 0 0,1 1 0 0 0,-1-1 0 0 0,1 0 0 0 0,0 0 1 0 0,-1 0-1 0 0,1 0 0 0 0,0 1 0 0 0,0-1 0 0 0,0 0 0 0 0,-1 1 0 0 0,3-2 0 0 0,0-1 329 0 0,1 0 1 0 0,-1 1-1 0 0,1-1 0 0 0,0 1 0 0 0,-1 0 1 0 0,1 0-1 0 0,8-3 0 0 0,-5 4-42 0 0,1 0 0 0 0,-1 1 0 0 0,1 0 1 0 0,-1 0-1 0 0,1 1 0 0 0,-1 0 0 0 0,1 0 0 0 0,-1 1 0 0 0,1 0 0 0 0,-1 0 1 0 0,0 1-1 0 0,11 5 0 0 0,14 4 409 0 0,-31-11-627 0 0,-18-28 880 0 0,11 14-899 0 0,0-1 0 0 0,1 0 1 0 0,1 0-1 0 0,0-1 1 0 0,1 1-1 0 0,0-1 0 0 0,0-18 1 0 0,1 6-277 0 0,2-1 1 0 0,7-54 0 0 0,-1 49-226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2.9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4145 0 0,'0'12'5056'0'0,"15"23"-3909"0"0,1 0 1 0 0,2-1-1 0 0,24 35 1 0 0,76 93-520 0 0,-35-51-588 0 0,-11-13-548 0 0,-38-59-3804 0 0,-22-26 162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3.2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94 501 456 0 0,'-6'6'69'0'0,"0"0"-1"0"0,0 0 1 0 0,0-1-1 0 0,-9 5 1 0 0,12-8 187 0 0,0 0 1 0 0,0-1-1 0 0,0 1 1 0 0,0-1-1 0 0,0 1 1 0 0,0-1-1 0 0,-1 0 0 0 0,1 0 1 0 0,0-1-1 0 0,-1 1 1 0 0,1-1-1 0 0,-6 1 1 0 0,9-2-175 0 0,-1 1 0 0 0,1 0 0 0 0,-1 0-1 0 0,1-1 1 0 0,-1 1 0 0 0,1 0 0 0 0,0-1 0 0 0,-1 1 0 0 0,1 0 0 0 0,0-1 0 0 0,-1 1 0 0 0,1-1 0 0 0,0 1 0 0 0,-1-1-1 0 0,1 1 1 0 0,0-1 0 0 0,0 1 0 0 0,0 0 0 0 0,-1-1 0 0 0,1 1 0 0 0,0-1 0 0 0,0 1 0 0 0,0-1 0 0 0,0 1-1 0 0,0-1 1 0 0,0 0 0 0 0,0 1 0 0 0,0-1 0 0 0,0 1 0 0 0,0-1 0 0 0,0 1 0 0 0,0-1 0 0 0,1 1 0 0 0,-1-1-1 0 0,0 1 1 0 0,0 0 0 0 0,0-1 0 0 0,1 1 0 0 0,-1-1 0 0 0,0 1 0 0 0,1-1 0 0 0,-1 0 0 0 0,14-25 1118 0 0,-12 22-894 0 0,20-33 1149 0 0,1 0 0 0 0,57-66 0 0 0,70-54-49 0 0,-137 143-1376 0 0,113-121-938 0 0,-112 119 73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4.0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5065 0 0,'30'29'2169'0'0,"34"45"-475"0"0,61 92 0 0 0,-46-58-818 0 0,-70-95-1340 0 0,0 0 0 0 0,0 0 0 0 0,-1 1 0 0 0,11 28 0 0 0,-14-28-680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4.4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16 427 5065 0 0,'-15'23'5765'0'0,"27"-34"-5066"0"0,34-44 1015 0 0,75-116 0 0 0,19-23-5098 0 0,-124 176-915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5.0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0 6913 0 0,'-20'6'5897'0'0,"30"2"-4993"0"0,7 4-567 0 0,-1 1 0 0 0,0 0 0 0 0,-1 1 0 0 0,17 20 0 0 0,-3-3-133 0 0,87 88 263 0 0,79 76-3014 0 0,-177-179 1029 0 0,0 1 1 0 0,-1 0-1 0 0,-1 2 0 0 0,-1 0 1 0 0,20 31-1 0 0,-30-41 1406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5.4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1 360 3681 0 0,'43'-69'6617'0'0,"32"-51"-5610"0"0,-41 75-1491 0 0,52-54 0 0 0,-60 72-3260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6.3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13 3225 0 0,'-1'0'79'0'0,"0"0"0"0"0,0 0 0 0 0,0 0 1 0 0,0 0-1 0 0,-1 0 0 0 0,1-1 0 0 0,0 1 0 0 0,0 0 1 0 0,0-1-1 0 0,0 1 0 0 0,0-1 0 0 0,0 1 0 0 0,0-1 1 0 0,0 0-1 0 0,0 1 0 0 0,0-1 0 0 0,0 0 0 0 0,2-5 2239 0 0,15 7 68 0 0,-9 1-1881 0 0,0 0 1 0 0,0 0-1 0 0,0 1 1 0 0,0 0-1 0 0,-1 1 1 0 0,1 0-1 0 0,-1 0 1 0 0,7 5-1 0 0,47 43 1043 0 0,-50-42-1237 0 0,192 187 1913 0 0,-77-57-5976 0 0,-113-124-1504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06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13 449 6913 0 0,'0'1'37'0'0,"-1"-1"0"0"0,1 0 0 0 0,0 1-1 0 0,0-1 1 0 0,0 0 0 0 0,0 0-1 0 0,0 1 1 0 0,-1-1 0 0 0,1 0 0 0 0,0 0-1 0 0,0 0 1 0 0,0 1 0 0 0,-1-1-1 0 0,1 0 1 0 0,0 0 0 0 0,0 0 0 0 0,-1 0-1 0 0,1 1 1 0 0,0-1 0 0 0,0 0-1 0 0,-1 0 1 0 0,1 0 0 0 0,0 0 0 0 0,-1 0-1 0 0,1 0 1 0 0,0 0 0 0 0,0 0-1 0 0,-1 0 1 0 0,1 0 0 0 0,0 0 0 0 0,-1 0-1 0 0,1 0 1 0 0,0 0 0 0 0,0 0-1 0 0,-1 0 1 0 0,1 0 0 0 0,0 0 0 0 0,-1 0-1 0 0,1-1 1 0 0,0 1 0 0 0,0 0-1 0 0,-1 0 1 0 0,1 0 0 0 0,0 0 0 0 0,0-1-1 0 0,0 1 1 0 0,-1 0 0 0 0,1 0-1 0 0,0-1 1 0 0,2-19 1264 0 0,18-36 144 0 0,-18 51-1314 0 0,15-37 292 0 0,1 1 0 0 0,2 1 0 0 0,2 1 0 0 0,1 0 0 0 0,2 2 0 0 0,59-67 0 0 0,-56 76-423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38.6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79 183 3105 0 0,'-9'-27'844'0'0,"-1"1"0"0"0,-15-26 0 0 0,-10-25 2786 0 0,43 117 532 0 0,0 52-3062 0 0,-3-23-450 0 0,27 166 204 0 0,2 22-524 0 0,7 540-290 0 0,-31-515 75 0 0,13 399 1784 0 0,-25-520-1557 0 0,-1-49-3015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39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18 283 3225 0 0,'0'0'52'0'0,"-1"0"0"0"0,1 1 0 0 0,-1-1 1 0 0,0 0-1 0 0,1 0 0 0 0,-1 0 1 0 0,0 0-1 0 0,0 0 0 0 0,1 0 0 0 0,-1 0 1 0 0,0 0-1 0 0,1 0 0 0 0,-1 0 0 0 0,0 0 1 0 0,1-1-1 0 0,-1 1 0 0 0,0 0 0 0 0,1 0 1 0 0,-2-1-1 0 0,2 1-13 0 0,0 0 0 0 0,0 0 1 0 0,-1-1-1 0 0,1 1 0 0 0,0 0 0 0 0,0 0 0 0 0,-1 0 1 0 0,1 0-1 0 0,0-1 0 0 0,0 1 0 0 0,0 0 0 0 0,0 0 1 0 0,-1-1-1 0 0,1 1 0 0 0,0 0 0 0 0,0 0 0 0 0,0-1 1 0 0,0 1-1 0 0,0 0 0 0 0,0 0 0 0 0,0-1 0 0 0,0 1 1 0 0,0 0-1 0 0,0-1 0 0 0,0 1 0 0 0,0 0 0 0 0,0 0 1 0 0,0-1-1 0 0,0 1 0 0 0,0 0 0 0 0,0 0 0 0 0,0-1 1 0 0,0 1-1 0 0,0 0 0 0 0,0-1 0 0 0,0 1 0 0 0,0 0 1 0 0,0 0-1 0 0,1-1 0 0 0,-1 1 0 0 0,0 0 0 0 0,0 0 1 0 0,0 0-1 0 0,1-1 0 0 0,-1 1 0 0 0,0 0 0 0 0,0 0 0 0 0,0 0 1 0 0,1 0-1 0 0,-1-1 0 0 0,0 1 0 0 0,0 0 0 0 0,1 0 1 0 0,9-7 468 0 0,0 1 0 0 0,0 1 0 0 0,0-1-1 0 0,1 2 1 0 0,0-1 0 0 0,0 2 0 0 0,0-1 0 0 0,1 1 0 0 0,12-1 0 0 0,115-7 2151 0 0,-72 8-2112 0 0,228-10 496 0 0,165-16-249 0 0,-116-33 207 0 0,24-4 324 0 0,-283 60-1061 0 0,-1 4 1 0 0,165 17 0 0 0,75-1-150 0 0,15-44 30 0 0,-50 2-456 0 0,-285 28 196 0 0,1-1-61 0 0,-1 1 0 0 0,1 0 0 0 0,-1-1 0 0 0,1 2 0 0 0,-1-1 0 0 0,1 1 1 0 0,-1-1-1 0 0,1 1 0 0 0,-1 0 0 0 0,5 2 0 0 0,-3 2-1109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39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24 143 4145 0 0,'-23'-3'3305'0'0,"24"0"-3036"0"0,-1 0 0 0 0,1 1 1 0 0,0-1-1 0 0,0 1 0 0 0,1-1 0 0 0,-1 1 0 0 0,0 0 1 0 0,4-5-1 0 0,1 0-7 0 0,0 1 1 0 0,0-1 0 0 0,0 1-1 0 0,1 0 1 0 0,0 1-1 0 0,0 0 1 0 0,1 0 0 0 0,-1 0-1 0 0,1 1 1 0 0,0 0 0 0 0,0 0-1 0 0,0 1 1 0 0,1 0-1 0 0,15-2 1 0 0,13-3 227 0 0,1 3 0 0 0,44-1 0 0 0,-36 3-213 0 0,9-3-213 0 0,49-3-670 0 0,-94 9 163 0 0,0 0 0 0 0,0 1-1 0 0,1 0 1 0 0,-1 1 0 0 0,0 0 0 0 0,-1 1 0 0 0,19 6 0 0 0,-13 0-1204 0 0,-3 0-2089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0.2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5985 0 0,'0'9'5241'0'0,"4"42"-2680"0"0,15 83 83 0 0,7 40-1634 0 0,8-2-4179 0 0,-26-145-2069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0.5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15 7834 0 0,'-4'3'243'0'0,"1"1"0"0"0,-1-1 0 0 0,1 1 0 0 0,0-1 0 0 0,0 1 0 0 0,0 0 1 0 0,-2 6-1 0 0,5-9-177 0 0,-1-1 0 0 0,1 1 0 0 0,0 0 0 0 0,-1 0 1 0 0,1-1-1 0 0,0 1 0 0 0,0 0 0 0 0,0 0 0 0 0,0 0 0 0 0,-1 0 1 0 0,1-1-1 0 0,0 1 0 0 0,1 0 0 0 0,-1 0 0 0 0,0 0 1 0 0,0-1-1 0 0,0 1 0 0 0,0 0 0 0 0,1 1 0 0 0,0-1-7 0 0,0 0-1 0 0,-1 0 0 0 0,1-1 1 0 0,0 1-1 0 0,0 0 0 0 0,0-1 1 0 0,0 1-1 0 0,0-1 1 0 0,0 1-1 0 0,0-1 0 0 0,0 1 1 0 0,0-1-1 0 0,0 0 0 0 0,0 0 1 0 0,0 1-1 0 0,0-1 0 0 0,0 0 1 0 0,0 0-1 0 0,0 0 1 0 0,1 0-1 0 0,357 18 4283 0 0,-323-18-4471 0 0,-1-2 1 0 0,1-1-1 0 0,-1-1 1 0 0,0-3-1 0 0,0 0 1 0 0,-1-2-1 0 0,62-26 1 0 0,-34 13-2665 0 0,-46 17-1931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0.9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31 6913 0 0,'-10'-10'2986'0'0,"10"8"-2781"0"0,-1 1 0 0 0,0-1 0 0 0,0 1 0 0 0,0 0 0 0 0,0 0 0 0 0,-1-1 0 0 0,1 1 0 0 0,0 0 0 0 0,0 0 0 0 0,-1 0 0 0 0,1 0 0 0 0,-1 0 0 0 0,1 1 0 0 0,0-1 0 0 0,-1 0 0 0 0,0 1 0 0 0,1-1 0 0 0,-4 0 0 0 0,5 2-93 0 0,1-1 0 0 0,-1 1 0 0 0,0-1 0 0 0,0 1 0 0 0,0 0 1 0 0,0-1-1 0 0,1 1 0 0 0,-1-1 0 0 0,0 1 0 0 0,1-1 0 0 0,-1 1 1 0 0,0-1-1 0 0,1 1 0 0 0,-1-1 0 0 0,1 1 0 0 0,-1-1 0 0 0,1 1 1 0 0,-1-1-1 0 0,1 0 0 0 0,-1 1 0 0 0,1-1 0 0 0,-1 0 0 0 0,1 1 1 0 0,1-1-1 0 0,15 12 430 0 0,9 4-145 0 0,0 1 1 0 0,-1 2-1 0 0,-2 0 1 0 0,1 2-1 0 0,39 45 1 0 0,-57-58-331 0 0,0 0-1 0 0,-1 1 1 0 0,0-1-1 0 0,0 1 1 0 0,-1 0 0 0 0,0 1-1 0 0,-1-1 1 0 0,0 1 0 0 0,3 15-1 0 0,-5-18-15 0 0,-1 1 0 0 0,1 0 0 0 0,-2-1 0 0 0,1 1 0 0 0,-1-1-1 0 0,0 1 1 0 0,0-1 0 0 0,-1 1 0 0 0,0-1 0 0 0,-1 0 0 0 0,0 0-1 0 0,0 0 1 0 0,0 0 0 0 0,-5 7 0 0 0,-4 5-390 0 0,-2-1-1 0 0,0 0 1 0 0,-1-1 0 0 0,-18 15-1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1.5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8 10594 0 0,'-2'-1'237'0'0,"1"0"-1"0"0,-1 0 0 0 0,0 0 0 0 0,0 1 1 0 0,-1-1-1 0 0,1 0 0 0 0,0 1 0 0 0,0 0 1 0 0,0-1-1 0 0,0 1 0 0 0,0 0 1 0 0,-1 0-1 0 0,1 0 0 0 0,-3 1 0 0 0,5-1-185 0 0,-1 0 0 0 0,1 0 1 0 0,-1 0-1 0 0,1 1 0 0 0,-1-1 0 0 0,1 0 0 0 0,0 0 0 0 0,-1 1 0 0 0,1-1 0 0 0,-1 0 0 0 0,1 1 0 0 0,0-1 0 0 0,-1 1 0 0 0,1-1 0 0 0,0 0 0 0 0,0 1 0 0 0,-1-1 0 0 0,1 1 0 0 0,0-1 0 0 0,0 1 0 0 0,0-1 0 0 0,-1 1 0 0 0,1 0 0 0 0,4 20 761 0 0,11 10-415 0 0,2-1 0 0 0,1-1-1 0 0,2 0 1 0 0,28 33-1 0 0,-19-26-294 0 0,117 131 266 0 0,-26-35-3649 0 0,-112-121-600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1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5 298 2761 0 0,'-1'-6'59'0'0,"-1"1"0"0"0,2-1 1 0 0,-1 0-1 0 0,1 0 1 0 0,-1 0-1 0 0,2 1 0 0 0,-1-1 1 0 0,1 0-1 0 0,-1 0 1 0 0,3-6-1 0 0,2-1 152 0 0,0 0-1 0 0,1 0 1 0 0,7-13 0 0 0,-3 8 244 0 0,1 0 0 0 0,0 1 0 0 0,19-21 0 0 0,-23 30-169 0 0,0 0 1 0 0,1 1 0 0 0,0 0 0 0 0,0 0 0 0 0,1 1-1 0 0,0 0 1 0 0,0 0 0 0 0,14-5 0 0 0,-21 10-208 0 0,0 0 0 0 0,1 0 1 0 0,-1 0-1 0 0,1 1 0 0 0,-1-1 1 0 0,0 1-1 0 0,1-1 0 0 0,-1 1 1 0 0,1 0-1 0 0,-1 0 0 0 0,1 0 1 0 0,-1 1-1 0 0,1-1 0 0 0,-1 0 1 0 0,1 1-1 0 0,-1 0 0 0 0,1-1 1 0 0,-1 1-1 0 0,0 0 0 0 0,3 2 1 0 0,-1 0 24 0 0,0 0 1 0 0,-1-1 0 0 0,1 2-1 0 0,-1-1 1 0 0,0 0 0 0 0,0 1-1 0 0,-1-1 1 0 0,1 1 0 0 0,-1 0-1 0 0,4 6 1 0 0,2 9 169 0 0,-1 1 0 0 0,0-1 0 0 0,6 39 0 0 0,-12-52-244 0 0,8 52 322 0 0,-3 0 0 0 0,-3 0 0 0 0,-8 105 0 0 0,5-145-142 0 0,-1-17-140 0 0,1 0 0 0 0,0 1 1 0 0,0-1-1 0 0,0 1 0 0 0,0-1 0 0 0,0 1 1 0 0,0-1-1 0 0,0 1 0 0 0,0-1 0 0 0,1 0 1 0 0,-1 1-1 0 0,1-1 0 0 0,-1 1 0 0 0,1-1 0 0 0,-1 0 1 0 0,1 1-1 0 0,0-1 0 0 0,-1 0 0 0 0,3 2 1 0 0,-2-2-14 0 0,0-1 0 0 0,-1 0 0 0 0,1 0 0 0 0,0 0 0 0 0,0 1 0 0 0,0-1 0 0 0,0 0 1 0 0,0 0-1 0 0,-1 0 0 0 0,1-1 0 0 0,0 1 0 0 0,0 0 0 0 0,0 0 0 0 0,0 0 0 0 0,0 0 0 0 0,-1-1 1 0 0,1 1-1 0 0,0 0 0 0 0,0-1 0 0 0,0 1 0 0 0,-1-1 0 0 0,1 1 0 0 0,1-2 0 0 0,7-5 321 0 0,0-1 0 0 0,0 0-1 0 0,11-14 1 0 0,-15 17-400 0 0,34-39 553 0 0,84-89 485 0 0,-97 108-1299 0 0,1 1 1 0 0,1 2-1 0 0,33-20 1 0 0,-2 6-2623 0 0,-33 21-3000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3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7370 0 0,'5'155'5182'0'0,"14"313"-3257"0"0,10-157-9131 0 0,-28-299 4056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3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110 123 456 0 0,'0'-1'9'0'0,"1"0"0"0"0,-1 1-1 0 0,0-1 1 0 0,1 0 0 0 0,-1-1 0 0 0,0 1 0 0 0,0 0-1 0 0,0 0 1 0 0,0 0 0 0 0,0 0 0 0 0,0 0-1 0 0,0 0 1 0 0,-1 0 0 0 0,1 0 0 0 0,0 0 0 0 0,0 0-1 0 0,-1 0 1 0 0,1 0 0 0 0,0 0 0 0 0,-1 0-1 0 0,1 1 1 0 0,-1-1 0 0 0,0 0 0 0 0,1 0 0 0 0,-1 0-1 0 0,-1-1 1 0 0,1 2 19 0 0,0 1 0 0 0,0-1 1 0 0,0 0-1 0 0,0 1 0 0 0,0-1 0 0 0,0 0 0 0 0,0 1 0 0 0,1-1 0 0 0,-1 1 0 0 0,0-1 0 0 0,0 1 1 0 0,0 0-1 0 0,0-1 0 0 0,1 1 0 0 0,-1 0 0 0 0,0 0 0 0 0,1-1 0 0 0,-1 1 0 0 0,1 0 0 0 0,-1 0 1 0 0,1 0-1 0 0,-1 0 0 0 0,1 0 0 0 0,-1 0 0 0 0,1 0 0 0 0,0 0 0 0 0,-1 1 0 0 0,-18 44 727 0 0,2 1-1 0 0,3 0 0 0 0,1 1 0 0 0,-8 58 1 0 0,22-90-469 0 0,4-20 34 0 0,8-24-2 0 0,15-71 243 0 0,-8 23 735 0 0,48-118 1 0 0,-68 192-1205 0 0,1 1 0 0 0,-1-1 1 0 0,1 1-1 0 0,-1 0 0 0 0,1-1 0 0 0,0 1 0 0 0,0 0 1 0 0,0-1-1 0 0,0 1 0 0 0,0 0 0 0 0,0 0 0 0 0,0 0 0 0 0,0 0 1 0 0,0 0-1 0 0,0 0 0 0 0,1 0 0 0 0,-1 0 0 0 0,0 1 1 0 0,1-1-1 0 0,1-1 0 0 0,-2 2-3 0 0,1 1-1 0 0,-1-1 1 0 0,0 0 0 0 0,0 0 0 0 0,0 0-1 0 0,1 1 1 0 0,-1-1 0 0 0,0 1-1 0 0,0-1 1 0 0,0 1 0 0 0,0-1 0 0 0,0 1-1 0 0,0-1 1 0 0,0 1 0 0 0,0 0-1 0 0,0 0 1 0 0,0-1 0 0 0,0 1-1 0 0,-1 0 1 0 0,2 1 0 0 0,5 8 400 0 0,0 1 1 0 0,0-1 0 0 0,-2 1-1 0 0,6 13 1 0 0,-5-13-344 0 0,8 19 315 0 0,0 0-105 0 0,34 55 1 0 0,-31-63-538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8.5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38 3681 0 0,'-2'-25'2503'0'0,"2"12"1416"0"0,6 34-2099 0 0,39 269 1440 0 0,-31-176-2297 0 0,-3 4-657 0 0,-10 229 0 0 0,-2-344-681 0 0,1 31 1019 0 0,3-18-1838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2:49.3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80 101 3681 0 0,'0'-1'146'0'0,"-1"1"1"0"0,0-1-1 0 0,1 0 1 0 0,-1 1-1 0 0,0-1 1 0 0,1 0-1 0 0,-1 0 0 0 0,1 0 1 0 0,-1 0-1 0 0,1 1 1 0 0,0-1-1 0 0,-1 0 1 0 0,1 0-1 0 0,0 0 1 0 0,-1 0-1 0 0,1 0 1 0 0,0 0-1 0 0,0 0 0 0 0,0 0 1 0 0,0 0-1 0 0,0 0 1 0 0,0 0-1 0 0,0 0 1 0 0,0 0-1 0 0,1 0 1 0 0,-1 0-1 0 0,0 0 1 0 0,0 0-1 0 0,1 0 0 0 0,-1 0 1 0 0,1 1-1 0 0,0-3 641 0 0,-8 39 2623 0 0,7-36-3389 0 0,0 1 0 0 0,0-1 1 0 0,0 0-1 0 0,0 1 0 0 0,0-1 0 0 0,0 0 1 0 0,-1 1-1 0 0,1-1 0 0 0,0 1 0 0 0,0-1 1 0 0,0 0-1 0 0,-1 1 0 0 0,1-1 0 0 0,0 0 1 0 0,0 0-1 0 0,-1 1 0 0 0,1-1 0 0 0,0 0 0 0 0,0 1 1 0 0,-1-1-1 0 0,1 0 0 0 0,0 0 0 0 0,-1 0 1 0 0,1 1-1 0 0,0-1 0 0 0,-1 0 0 0 0,1 0 1 0 0,-1 0-1 0 0,1 0 0 0 0,0 0 0 0 0,-1 0 1 0 0,1 0-1 0 0,-1 0 0 0 0,-15-7 131 0 0,-15-21 555 0 0,28 24-121 0 0,2 4-566 0 0,1 0-1 0 0,-1-1 1 0 0,0 1-1 0 0,1-1 1 0 0,-1 1 0 0 0,1-1-1 0 0,-1 1 1 0 0,1-1-1 0 0,-1 1 1 0 0,1-1 0 0 0,0 1-1 0 0,-1-1 1 0 0,1 1-1 0 0,-1-1 1 0 0,1 0 0 0 0,0 1-1 0 0,0-1 1 0 0,-1 0-1 0 0,1 1 1 0 0,0-1-1 0 0,0 0 1 0 0,0 1 0 0 0,0-1-1 0 0,0 0 1 0 0,0 0-1 0 0,0 1 1 0 0,0-1 0 0 0,0 0-1 0 0,0 1 1 0 0,0-1-1 0 0,0 0 1 0 0,1 1-1 0 0,-1-1 1 0 0,0 0 0 0 0,0 1-1 0 0,1-1 1 0 0,-1 0-1 0 0,0 1 1 0 0,1-1 0 0 0,-1 1-1 0 0,1-1 1 0 0,-1 1-1 0 0,1-1 1 0 0,-1 1-1 0 0,1-1 1 0 0,-1 1 0 0 0,1-1-1 0 0,-1 1 1 0 0,1 0-1 0 0,0-1 1 0 0,-1 1 0 0 0,1 0-1 0 0,0-1 1 0 0,-1 1-1 0 0,1 0 1 0 0,0 0-1 0 0,-1 0 1 0 0,2-1 0 0 0,2 0 55 0 0,-1 1-1 0 0,1-1 1 0 0,0 0 0 0 0,0 1 0 0 0,0 0 0 0 0,0 0 0 0 0,0 0 0 0 0,0 0 0 0 0,7 2 0 0 0,11 7 43 0 0,0 1 0 0 0,0 0 1 0 0,-1 2-1 0 0,26 19 1 0 0,14 20 58 0 0,-50-40-114 0 0,1 0 0 0 0,-1-1 0 0 0,2-1 0 0 0,-1 0-1 0 0,1 0 1 0 0,1-1 0 0 0,22 9 0 0 0,-33-16-11 0 0,-1 0 0 0 0,1-1 1 0 0,0 1-1 0 0,0-1 0 0 0,0 0 0 0 0,-1 1 1 0 0,1-1-1 0 0,0-1 0 0 0,0 1 0 0 0,0 0 1 0 0,-1-1-1 0 0,1 1 0 0 0,0-1 0 0 0,0 0 1 0 0,-1 0-1 0 0,1 0 0 0 0,-1 0 0 0 0,1 0 1 0 0,-1-1-1 0 0,1 1 0 0 0,-1-1 0 0 0,0 0 1 0 0,0 1-1 0 0,1-1 0 0 0,-1 0 0 0 0,-1 0 1 0 0,1-1-1 0 0,2-2 0 0 0,5-8 320 0 0,-2 0 0 0 0,1 0-1 0 0,-2-1 1 0 0,7-19 0 0 0,9-16-167 0 0,23-22-459 0 0,-35 54-191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15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47 128 2593 0 0,'-1'-2'13'0'0,"1"0"0"0"0,-1 0 0 0 0,1 0 0 0 0,-1 0 0 0 0,1 0 0 0 0,0-1 1 0 0,0 1-1 0 0,0 0 0 0 0,0 0 0 0 0,0 0 0 0 0,0-1 0 0 0,1 1 1 0 0,-1 0-1 0 0,1 0 0 0 0,-1 0 0 0 0,3-4 0 0 0,3-16-12 0 0,-6 20-6 0 0,0 1 1 0 0,0-1-1 0 0,-1 1 1 0 0,1 0-1 0 0,0-1 1 0 0,-1 1-1 0 0,1-1 1 0 0,-1 1-1 0 0,0 0 1 0 0,1-1-1 0 0,-1 1 1 0 0,0 0-1 0 0,0 0 0 0 0,0 0 1 0 0,0 0-1 0 0,0 0 1 0 0,-1-2-1 0 0,2 3 67 0 0,-1-1 0 0 0,1 1 0 0 0,-1-1 0 0 0,1 1 0 0 0,-1-1 0 0 0,1 1 0 0 0,-1-1 0 0 0,0 1 0 0 0,1-1 0 0 0,-1 1 0 0 0,1 0 0 0 0,-1-1 0 0 0,0 1 0 0 0,1 0 0 0 0,-1-1 0 0 0,0 1 0 0 0,1 0 0 0 0,-1 0 0 0 0,0 0 0 0 0,0 0 0 0 0,1 0 0 0 0,-1 0 0 0 0,0 0 0 0 0,0 0 0 0 0,1 0 0 0 0,-1 0 0 0 0,0 0 0 0 0,1 0 0 0 0,-1 1-1 0 0,0-1 1 0 0,1 0 0 0 0,-1 0 0 0 0,-1 1 0 0 0,2 0 39 0 0,0-1-1 0 0,0 1 1 0 0,0 0 0 0 0,0-1-1 0 0,0 1 1 0 0,0-1-1 0 0,0 1 1 0 0,0-1-1 0 0,0 1 1 0 0,1 0-1 0 0,-1-1 1 0 0,0 1-1 0 0,0-1 1 0 0,0 1-1 0 0,1-1 1 0 0,-1 1-1 0 0,0-1 1 0 0,1 1 0 0 0,-1-1-1 0 0,0 1 1 0 0,1-1-1 0 0,-1 0 1 0 0,1 1-1 0 0,-1-1 1 0 0,1 0-1 0 0,-1 1 1 0 0,1-1-1 0 0,17 15 633 0 0,-16-13-513 0 0,-1-1-148 0 0,1-1 0 0 0,-1 1 0 0 0,0 0 1 0 0,0-1-1 0 0,0 1 0 0 0,0 0 0 0 0,-1 0 0 0 0,1 0 0 0 0,0-1 1 0 0,0 1-1 0 0,0 0 0 0 0,-1 0 0 0 0,1 0 0 0 0,0 0 1 0 0,0 2-1 0 0,-1-3-71 0 0,0 0 0 0 0,-1 1 1 0 0,1-1-1 0 0,0 0 0 0 0,0 0 1 0 0,0 0-1 0 0,-1 0 0 0 0,1 1 0 0 0,0-1 1 0 0,0 0-1 0 0,0 0 0 0 0,-1 0 1 0 0,1 0-1 0 0,0 0 0 0 0,0 0 1 0 0,-1 0-1 0 0,1 0 0 0 0,0 0 0 0 0,0 0 1 0 0,-1 0-1 0 0,1 0 0 0 0,0 0 1 0 0,0 0-1 0 0,0 0 0 0 0,-1 0 1 0 0,1 0-1 0 0,0 0 0 0 0,0 0 0 0 0,-1 0 1 0 0,1 0-1 0 0,0 0 0 0 0,0-1 1 0 0,0 1-1 0 0,-1 0 0 0 0,1 0 1 0 0,0 0-1 0 0,0 0 0 0 0,0 0 0 0 0,-1-1 1 0 0,1 1-1 0 0,-31-8 243 0 0,31 8-239 0 0,-1 0 1 0 0,1 0 0 0 0,0 0 0 0 0,-1 0 0 0 0,1 0 0 0 0,0 0 0 0 0,-1 0-1 0 0,1 0 1 0 0,0 0 0 0 0,-1 1 0 0 0,1-1 0 0 0,0 0 0 0 0,0 0-1 0 0,-1 0 1 0 0,1 0 0 0 0,0 0 0 0 0,-1 1 0 0 0,1-1 0 0 0,0 0 0 0 0,0 0-1 0 0,-1 0 1 0 0,1 1 0 0 0,0-1 0 0 0,0 0 0 0 0,0 0 0 0 0,-1 1 0 0 0,1-1-1 0 0,0 0 1 0 0,0 0 0 0 0,0 1 0 0 0,0-1 0 0 0,0 0 0 0 0,-1 1 0 0 0,2 0 9 0 0,-1 1 0 0 0,0-1 0 0 0,1 1 1 0 0,-1-1-1 0 0,0 1 0 0 0,1-1 0 0 0,0 0 1 0 0,-1 0-1 0 0,1 1 0 0 0,0-1 0 0 0,0 0 1 0 0,0 0-1 0 0,1 2 0 0 0,0 0 11 0 0,1 0 0 0 0,-1-1 0 0 0,1 1 0 0 0,0-1 0 0 0,0 1 0 0 0,0-1 0 0 0,0 0 0 0 0,7 3 0 0 0,-9-4-27 0 0,0 0 0 0 0,0-1 0 0 0,1 1-1 0 0,-1-1 1 0 0,0 1 0 0 0,0-1 0 0 0,1 0-1 0 0,-1 0 1 0 0,1 1 0 0 0,-1-1-1 0 0,0 0 1 0 0,1 0 0 0 0,-1 0 0 0 0,0-1-1 0 0,1 1 1 0 0,-1 0 0 0 0,0 0 0 0 0,1-1-1 0 0,-1 1 1 0 0,0-1 0 0 0,1 1 0 0 0,-1-1-1 0 0,0 0 1 0 0,0 1 0 0 0,0-1 0 0 0,2-2-1 0 0,-2 3 11 0 0,-1-1 1 0 0,0 1-1 0 0,-1-1 0 0 0,1 0 0 0 0,0 1 0 0 0,0-1 0 0 0,0 1 0 0 0,0-1 0 0 0,0 0 1 0 0,0 1-1 0 0,-1-1 0 0 0,1 1 0 0 0,0-1 0 0 0,-1 1 0 0 0,1-1 0 0 0,0 1 1 0 0,-1-1-1 0 0,1 1 0 0 0,0-1 0 0 0,-1 1 0 0 0,1-1 0 0 0,-1 1 0 0 0,1 0 1 0 0,-1-1-1 0 0,1 1 0 0 0,-1 0 0 0 0,1-1 0 0 0,-1 1 0 0 0,0 0 0 0 0,1 0 0 0 0,-1 0 1 0 0,0-1-1 0 0,-20-9 260 0 0,16 8-254 0 0,-1 1 1 0 0,0 0-1 0 0,0 0 1 0 0,-11 0-1 0 0,16 1-30 0 0,0 0-1 0 0,1 0 1 0 0,-1 0 0 0 0,0 0-1 0 0,1 0 1 0 0,-1 0-1 0 0,0 0 1 0 0,1 0 0 0 0,-1 0-1 0 0,1 1 1 0 0,-1-1 0 0 0,0 0-1 0 0,1 0 1 0 0,-1 0 0 0 0,0 1-1 0 0,1-1 1 0 0,-1 0-1 0 0,1 1 1 0 0,-1-1 0 0 0,1 1-1 0 0,-1-1 1 0 0,1 0 0 0 0,-1 1-1 0 0,1-1 1 0 0,0 1 0 0 0,-1 0-1 0 0,1-1 1 0 0,-1 1-1 0 0,1-1 1 0 0,0 1 0 0 0,0-1-1 0 0,-1 1 1 0 0,1 0 0 0 0,0-1-1 0 0,0 1 1 0 0,0 0 0 0 0,0-1-1 0 0,0 1 1 0 0,-1 0 0 0 0,1-1-1 0 0,1 1 1 0 0,-1-1-1 0 0,0 1 1 0 0,0 0 0 0 0,0-1-1 0 0,0 1 1 0 0,0 0 0 0 0,0-1-1 0 0,1 1 1 0 0,-1 0 0 0 0,0-1-1 0 0,1 1 1 0 0,-1-1-1 0 0,0 1 1 0 0,1-1 0 0 0,-1 1-1 0 0,1-1 1 0 0,-1 1 0 0 0,0-1-1 0 0,2 1 1 0 0,-2 0 5 0 0,1-1 1 0 0,-1 1-1 0 0,1 0 0 0 0,-1-1 0 0 0,1 1 1 0 0,0-1-1 0 0,-1 1 0 0 0,1-1 1 0 0,0 1-1 0 0,-1-1 0 0 0,1 1 1 0 0,0-1-1 0 0,-1 0 0 0 0,1 0 1 0 0,0 1-1 0 0,0-1 0 0 0,0 0 1 0 0,-1 0-1 0 0,1 0 0 0 0,0 0 1 0 0,0 0-1 0 0,0 0 0 0 0,0 0 1 0 0,-1 0-1 0 0,1 0 0 0 0,0 0 1 0 0,0 0-1 0 0,0 0 0 0 0,-1-1 1 0 0,1 1-1 0 0,0 0 0 0 0,0-1 0 0 0,-1 1 1 0 0,1 0-1 0 0,0-1 0 0 0,-1 1 1 0 0,1-1-1 0 0,0 1 0 0 0,-1-1 1 0 0,1 1-1 0 0,-1-1 0 0 0,1 0 1 0 0,-1 1-1 0 0,1-1 0 0 0,0 0 1 0 0,23-30 319 0 0,-21 27-249 0 0,0-1 52 0 0,1 0-1 0 0,-1 0 1 0 0,0 0 0 0 0,-1 0 0 0 0,1-1 0 0 0,-1 1 0 0 0,0-1 0 0 0,0 0 0 0 0,-1 1-1 0 0,0-1 1 0 0,1-10 0 0 0,-2 16-111 0 0,0 0-1 0 0,0 0 1 0 0,0-1 0 0 0,0 1-1 0 0,0 0 1 0 0,0 0 0 0 0,0 0-1 0 0,0-1 1 0 0,0 1 0 0 0,0 0-1 0 0,0 0 1 0 0,0 0 0 0 0,0-1-1 0 0,0 1 1 0 0,0 0 0 0 0,0 0-1 0 0,-1 0 1 0 0,1-1 0 0 0,0 1-1 0 0,0 0 1 0 0,0 0 0 0 0,0 0-1 0 0,0 0 1 0 0,-1-1 0 0 0,1 1-1 0 0,0 0 1 0 0,0 0 0 0 0,0 0-1 0 0,-1 0 1 0 0,1 0 0 0 0,0 0-1 0 0,0 0 1 0 0,0 0 0 0 0,-1 0-1 0 0,1 0 1 0 0,0 0 0 0 0,0 0-1 0 0,-1 0 1 0 0,1 0 0 0 0,0 0-1 0 0,0 0 1 0 0,0 0 0 0 0,-1 0-1 0 0,1 0 1 0 0,0 0 0 0 0,-11 9 10 0 0,-5 14-19 0 0,14-19-171 0 0,1-1 0 0 0,0 1 1 0 0,0-1-1 0 0,0 1 0 0 0,0 0 1 0 0,1-1-1 0 0,-1 1 0 0 0,1 7 1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17.8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143 459 2761 0 0,'-2'2'136'0'0,"0"-1"1"0"0,-1 0 0 0 0,1 0 0 0 0,-1 0 0 0 0,1 0 0 0 0,-1-1 0 0 0,0 1-1 0 0,1-1 1 0 0,-1 1 0 0 0,0-1 0 0 0,1 0 0 0 0,-1 0 0 0 0,0 0 0 0 0,0 0-1 0 0,1-1 1 0 0,-1 1 0 0 0,0-1 0 0 0,1 1 0 0 0,-1-1 0 0 0,1 0 0 0 0,-1 0-1 0 0,1 0 1 0 0,-1 0 0 0 0,1-1 0 0 0,0 1 0 0 0,-1-1 0 0 0,1 1 0 0 0,-2-4-1 0 0,-3-1 74 0 0,1 0-1 0 0,0-1 0 0 0,0 0 0 0 0,1-1 1 0 0,0 1-1 0 0,1-1 0 0 0,-1 0 0 0 0,1 0 0 0 0,1 0 1 0 0,0-1-1 0 0,0 1 0 0 0,0-1 0 0 0,1 0 1 0 0,1 0-1 0 0,-1 0 0 0 0,1-12 0 0 0,0 5 138 0 0,1 0 1 0 0,0 0-1 0 0,1 1 0 0 0,1-1 0 0 0,1 0 0 0 0,0 1 0 0 0,1-1 1 0 0,9-22-1 0 0,-11 33-347 0 0,34-70-3 0 0,-33 70 4 0 0,0 0 0 0 0,1 0 1 0 0,-1 0-1 0 0,1 0 0 0 0,0 1 0 0 0,0 0 1 0 0,1 0-1 0 0,-1 0 0 0 0,1 0 0 0 0,0 0 1 0 0,8-4-1 0 0,-12 8 1 0 0,0 0 0 0 0,0-1 0 0 0,0 1 0 0 0,0 0-1 0 0,0 0 1 0 0,0-1 0 0 0,0 1 0 0 0,1 0 0 0 0,-1 0 0 0 0,0 0 0 0 0,0 0 0 0 0,0 1 0 0 0,0-1 0 0 0,0 0 0 0 0,0 0 0 0 0,0 1-1 0 0,0-1 1 0 0,1 0 0 0 0,-1 1 0 0 0,0-1 0 0 0,0 1 0 0 0,-1 0 0 0 0,2 0 0 0 0,1 1-17 0 0,0 1 0 0 0,0-1 0 0 0,-1 1 0 0 0,0 0 0 0 0,1 0 0 0 0,-1 0 1 0 0,2 4-1 0 0,3 6-34 0 0,-1 0 0 0 0,7 23 0 0 0,2 17 43 0 0,12 93 0 0 0,-20-99 111 0 0,1 1-1 0 0,29 85 0 0 0,-35-127-97 0 0,1-1 1 0 0,-1 1-1 0 0,1-1 0 0 0,0 1 1 0 0,1-1-1 0 0,-1 0 0 0 0,1 0 0 0 0,0-1 1 0 0,0 1-1 0 0,0-1 0 0 0,1 0 0 0 0,9 7 1 0 0,-11-10-6 0 0,0 1 1 0 0,0-1-1 0 0,0 1 1 0 0,0-1-1 0 0,0 0 1 0 0,0 0 0 0 0,1-1-1 0 0,-1 1 1 0 0,0-1-1 0 0,1 0 1 0 0,-1 1-1 0 0,0-1 1 0 0,1-1 0 0 0,-1 1-1 0 0,0 0 1 0 0,1-1-1 0 0,-1 0 1 0 0,0 0-1 0 0,0 0 1 0 0,1 0 0 0 0,-1 0-1 0 0,0-1 1 0 0,0 1-1 0 0,5-4 1 0 0,-1-1 49 0 0,-1 1 1 0 0,1-1-1 0 0,-1 0 0 0 0,0 0 0 0 0,-1-1 1 0 0,1 0-1 0 0,-1 0 0 0 0,0 0 1 0 0,-1-1-1 0 0,0 1 0 0 0,0-1 1 0 0,-1 0-1 0 0,0 0 0 0 0,0-1 1 0 0,-1 1-1 0 0,0 0 0 0 0,1-10 0 0 0,-3 16-7 0 0,0 1 0 0 0,0-1 0 0 0,0 1 0 0 0,0-1 0 0 0,0 1-1 0 0,0-1 1 0 0,0 1 0 0 0,0 0 0 0 0,0-1 0 0 0,-1 1-1 0 0,1-1 1 0 0,-1 1 0 0 0,1 0 0 0 0,-1-1 0 0 0,0 1-1 0 0,1 0 1 0 0,-1-1 0 0 0,0 1 0 0 0,0 0 0 0 0,0 0-1 0 0,0 0 1 0 0,-2-2 0 0 0,1 2 27 0 0,0-1-1 0 0,0 1 1 0 0,-1 0-1 0 0,1 0 1 0 0,-1 0-1 0 0,1 1 1 0 0,-1-1-1 0 0,1 0 1 0 0,-1 1-1 0 0,1 0 1 0 0,-6 0-1 0 0,-5 0 229 0 0,0 1 0 0 0,0 1-1 0 0,-24 6 1 0 0,35-7-279 0 0,-29 9 309 0 0,-1 2 0 0 0,1 1 0 0 0,1 2 0 0 0,-35 21 0 0 0,30-15-569 0 0,-2-2-1 0 0,-40 16 1 0 0,70-33-549 0 0,1 0-1 0 0,-1 0 1 0 0,0 0 0 0 0,-13 1-1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18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1 349 2304 0 0,'1'0'109'0'0,"-1"-1"0"0"0,1 1-1 0 0,0 0 1 0 0,-1-1 0 0 0,1 1-1 0 0,0 0 1 0 0,0-1-1 0 0,0 1 1 0 0,0 0 0 0 0,-1 0-1 0 0,1 0 1 0 0,0 0-1 0 0,0-1 1 0 0,0 1 0 0 0,0 0-1 0 0,-1 1 1 0 0,1-1-1 0 0,0 0 1 0 0,0 0 0 0 0,0 0-1 0 0,0 0 1 0 0,-1 1 0 0 0,1-1-1 0 0,0 0 1 0 0,0 1-1 0 0,-1-1 1 0 0,1 1 0 0 0,0-1-1 0 0,0 1 1 0 0,-1-1-1 0 0,1 1 1 0 0,-1-1 0 0 0,1 1-1 0 0,0 0 1 0 0,18 22 2531 0 0,-8-5-1750 0 0,2 7 341 0 0,28 37 0 0 0,-35-55-1109 0 0,0 1 0 0 0,0-1 0 0 0,1-1 0 0 0,1 1-1 0 0,-1-1 1 0 0,1-1 0 0 0,0 1 0 0 0,15 7 0 0 0,-15-10-24 0 0,0 0 0 0 0,0 0 0 0 0,0 0 0 0 0,1-1 0 0 0,-1-1 0 0 0,1 1 0 0 0,10-1 0 0 0,-17-1-86 0 0,0 1 0 0 0,-1-1 0 0 0,1 0 0 0 0,0 0 1 0 0,0 0-1 0 0,-1 0 0 0 0,1-1 0 0 0,0 1 0 0 0,0 0 1 0 0,-1-1-1 0 0,1 1 0 0 0,0-1 0 0 0,-1 0 0 0 0,1 1 1 0 0,-1-1-1 0 0,1 0 0 0 0,-1 0 0 0 0,1 0 0 0 0,-1 0 1 0 0,1 0-1 0 0,-1-1 0 0 0,0 1 0 0 0,0 0 0 0 0,0-1 1 0 0,0 1-1 0 0,0 0 0 0 0,0-1 0 0 0,0 1 0 0 0,0-1 1 0 0,0 0-1 0 0,-1 1 0 0 0,1-1 0 0 0,0 0 0 0 0,-1 1 1 0 0,0-1-1 0 0,1 0 0 0 0,-1 0 0 0 0,0 1 0 0 0,0-1 1 0 0,0 0-1 0 0,-1-3 0 0 0,1 2 15 0 0,-1 0 1 0 0,1 0-1 0 0,-1 0 0 0 0,0 1 1 0 0,0-1-1 0 0,0 0 1 0 0,-1 1-1 0 0,1-1 0 0 0,-1 0 1 0 0,1 1-1 0 0,-1 0 0 0 0,0-1 1 0 0,0 1-1 0 0,0 0 0 0 0,0 0 1 0 0,0 0-1 0 0,0 0 0 0 0,-5-2 1 0 0,-5-3-67 0 0,0 0 0 0 0,-23-9 0 0 0,8 4-353 0 0,3-1 613 0 0,0 2-177 0 0,1-2 0 0 0,-36-25 0 0 0,54 34-39 0 0,0 1-1 0 0,0-1 1 0 0,1-1 0 0 0,0 1 0 0 0,-1-1 0 0 0,1 1 0 0 0,1-1 0 0 0,-1 0 0 0 0,1-1 0 0 0,0 1-1 0 0,0-1 1 0 0,1 1 0 0 0,-1-1 0 0 0,1 0 0 0 0,0 0 0 0 0,-1-11 0 0 0,3 11-60 0 0,0 0 1 0 0,1 1-1 0 0,0-1 0 0 0,0 0 1 0 0,1 1-1 0 0,-1-1 0 0 0,1 1 1 0 0,0-1-1 0 0,1 1 0 0 0,-1 0 1 0 0,1 0-1 0 0,0 0 0 0 0,0 0 1 0 0,1 0-1 0 0,5-5 0 0 0,9-10 43 0 0,38-33-1 0 0,-52 50 10 0 0,-2 0 1 0 0,1 1 1 0 0,0 0-1 0 0,-1-1 1 0 0,1 1-1 0 0,0 1 1 0 0,0-1-1 0 0,1 0 1 0 0,-1 1-1 0 0,0-1 1 0 0,0 1-1 0 0,1 0 0 0 0,-1 0 1 0 0,6 0-1 0 0,-7 1 1 0 0,1 0-1 0 0,-1 0 0 0 0,0 1 0 0 0,0-1 0 0 0,1 1 0 0 0,-1 0 0 0 0,0 0 1 0 0,0 0-1 0 0,0 0 0 0 0,0 0 0 0 0,0 0 0 0 0,0 0 0 0 0,0 1 1 0 0,0-1-1 0 0,-1 1 0 0 0,1-1 0 0 0,-1 1 0 0 0,1 0 0 0 0,-1-1 1 0 0,1 1-1 0 0,-1 0 0 0 0,1 3 0 0 0,25 42-30 0 0,-17-28 29 0 0,0-1 0 0 0,1 0-1 0 0,21 25 1 0 0,-29-39 16 0 0,0-1 0 0 0,0 0-1 0 0,0 0 1 0 0,0 0 0 0 0,0-1 0 0 0,1 1-1 0 0,-1-1 1 0 0,1 0 0 0 0,0 0 0 0 0,0 0-1 0 0,0 0 1 0 0,0 0 0 0 0,0-1-1 0 0,0 0 1 0 0,0 0 0 0 0,0 0 0 0 0,0 0-1 0 0,1-1 1 0 0,-1 0 0 0 0,0 0 0 0 0,0 0-1 0 0,8-1 1 0 0,-9 0 14 0 0,0 0 0 0 0,0-1 0 0 0,0 1 0 0 0,0-1-1 0 0,0 1 1 0 0,-1-1 0 0 0,1 0 0 0 0,-1 0 0 0 0,0 0 0 0 0,1-1 0 0 0,-1 1 0 0 0,0 0-1 0 0,0-1 1 0 0,0 1 0 0 0,-1-1 0 0 0,1 0 0 0 0,-1 0 0 0 0,1 0 0 0 0,-1 0 0 0 0,0 1 0 0 0,0-2-1 0 0,0 1 1 0 0,0 0 0 0 0,0-4 0 0 0,0-2 200 0 0,1 0-1 0 0,-1 0 1 0 0,0 0-1 0 0,-1-1 1 0 0,0 1-1 0 0,-1 0 1 0 0,-1-11 0 0 0,0 13-132 0 0,1 0 0 0 0,-1 0 1 0 0,0 1-1 0 0,-1-1 1 0 0,0 1-1 0 0,0 0 1 0 0,0 0-1 0 0,-1 0 1 0 0,1 0-1 0 0,-1 0 1 0 0,-1 1-1 0 0,1 0 1 0 0,-1 0-1 0 0,0 0 0 0 0,0 0 1 0 0,-1 1-1 0 0,1 0 1 0 0,-9-5-1 0 0,7 6-61 0 0,1 0 1 0 0,-1 0-1 0 0,-1 1 0 0 0,1 0 0 0 0,0 1 0 0 0,0-1 0 0 0,-1 1 0 0 0,1 1 0 0 0,-1-1 1 0 0,1 1-1 0 0,0 1 0 0 0,-1-1 0 0 0,1 1 0 0 0,-1 1 0 0 0,1-1 0 0 0,-14 6 0 0 0,-3 3-545 0 0,-44 24-1 0 0,37-18-1764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19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1 8290 0 0,'-4'2'120'0'0,"1"1"0"0"0,0-1 1 0 0,0 1-1 0 0,0 0 0 0 0,0 0 1 0 0,0 0-1 0 0,1 1 0 0 0,-1-1 1 0 0,1 1-1 0 0,0-1 0 0 0,0 1 0 0 0,0 0 1 0 0,0 0-1 0 0,1 0 0 0 0,0 0 1 0 0,0 0-1 0 0,0 0 0 0 0,0 0 1 0 0,0 0-1 0 0,1 0 0 0 0,0 0 1 0 0,0 1-1 0 0,0 6 0 0 0,1-2 87 0 0,-1 1 0 0 0,2-1 0 0 0,-1 1 1 0 0,1-1-1 0 0,0 0 0 0 0,1 0 0 0 0,0 0 0 0 0,1 0 0 0 0,7 14 0 0 0,-7-17-181 0 0,1-1 1 0 0,-1 0-1 0 0,1-1 0 0 0,-1 1 1 0 0,2-1-1 0 0,-1 0 0 0 0,0 0 0 0 0,1 0 1 0 0,-1-1-1 0 0,1 0 0 0 0,0 0 0 0 0,0 0 1 0 0,0-1-1 0 0,1 0 0 0 0,-1 0 0 0 0,1-1 1 0 0,-1 1-1 0 0,1-1 0 0 0,12 0 1 0 0,-9-1 6 0 0,1 0 0 0 0,-1-1 0 0 0,0 0 0 0 0,0-1 0 0 0,0 1 0 0 0,0-2 0 0 0,0 0 0 0 0,-1 0 0 0 0,1-1 0 0 0,-1 0 0 0 0,0 0 0 0 0,14-9 0 0 0,-22 12-7 0 0,1 0 0 0 0,0-1 0 0 0,-1 1 1 0 0,1 0-1 0 0,-1 0 0 0 0,0-1 0 0 0,1 1 0 0 0,-1-1 0 0 0,0 0 0 0 0,0 1 1 0 0,0-1-1 0 0,0 0 0 0 0,0 1 0 0 0,0-1 0 0 0,0 0 0 0 0,-1 0 0 0 0,1 0 1 0 0,-1 0-1 0 0,1 0 0 0 0,-1 0 0 0 0,1-2 0 0 0,-2 1 60 0 0,1 0 1 0 0,-1 1-1 0 0,1-1 0 0 0,-1 0 0 0 0,0 0 0 0 0,0 0 1 0 0,0 1-1 0 0,-1-1 0 0 0,1 1 0 0 0,0-1 0 0 0,-1 1 1 0 0,-3-5-1 0 0,-7-5 297 0 0,1 1 1 0 0,-1 0-1 0 0,-1 0 1 0 0,-16-9-1 0 0,19 13-317 0 0,0 0-280 0 0,-4-4 507 0 0,-1 1 0 0 0,-24-12-1 0 0,1 10-1657 0 0,35 12 903 0 0,0 0 0 0 0,0-1 0 0 0,0 2 1 0 0,0-1-1 0 0,0 0 0 0 0,1 0 0 0 0,-1 1 1 0 0,0 0-1 0 0,0-1 0 0 0,-4 3 0 0 0,-7 5-4758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19.6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139 821 5985 0 0,'0'0'136'0'0,"-1"-1"-1"0"0,0 1 1 0 0,1-1-1 0 0,0 0 1 0 0,-1 1 0 0 0,1-1-1 0 0,-1 0 1 0 0,1 0-1 0 0,0 1 1 0 0,0-1-1 0 0,-1 0 1 0 0,1 0-1 0 0,0 0 1 0 0,0 1 0 0 0,0-1-1 0 0,0 0 1 0 0,0 0-1 0 0,0 0 1 0 0,0 1-1 0 0,0-1 1 0 0,0 0-1 0 0,0 0 1 0 0,0 0 0 0 0,0 1-1 0 0,1-1 1 0 0,-1 0-1 0 0,0 0 1 0 0,1 1-1 0 0,0-2 1 0 0,12-32 1123 0 0,-9 25-707 0 0,2-6 129 0 0,1 0 0 0 0,0 0 0 0 0,1 0 0 0 0,0 1 0 0 0,1 0 0 0 0,20-23 0 0 0,-35 41-544 0 0,-1-1-1 0 0,1 0 1 0 0,-1 0-1 0 0,0-1 1 0 0,0 0-1 0 0,-1 0 1 0 0,1-1-1 0 0,0 1 0 0 0,-1-2 1 0 0,1 1-1 0 0,-11-1 1 0 0,12-2-129 0 0,0 0 0 0 0,0 0 0 0 0,0 0 0 0 0,1-1 0 0 0,-1 0 0 0 0,1 0 0 0 0,-1-1 1 0 0,1 1-1 0 0,0-1 0 0 0,0 0 0 0 0,1-1 0 0 0,-1 1 0 0 0,1-1 0 0 0,0 0 0 0 0,0 0 0 0 0,0 0 0 0 0,1-1 0 0 0,0 1 0 0 0,0-1 1 0 0,0 1-1 0 0,1-1 0 0 0,-2-7 0 0 0,-3-6-62 0 0,2-1 0 0 0,0 0 1 0 0,1 0-1 0 0,1 0 1 0 0,-1-33-1 0 0,3 28 81 0 0,5-44 0 0 0,-3 62-14 0 0,0-1 0 0 0,1 1-1 0 0,-1 0 1 0 0,1-1 0 0 0,1 1 0 0 0,0 0 0 0 0,0 0-1 0 0,0 1 1 0 0,1-1 0 0 0,5-8 0 0 0,-7 13-2 0 0,-1 1 1 0 0,1 0-1 0 0,0-1 1 0 0,0 1-1 0 0,-1 0 1 0 0,1 0-1 0 0,0 0 1 0 0,0 0-1 0 0,0 0 1 0 0,0 0-1 0 0,0 0 1 0 0,0 1-1 0 0,1-1 0 0 0,-1 1 1 0 0,0 0-1 0 0,0-1 1 0 0,0 1-1 0 0,0 0 1 0 0,1 0-1 0 0,-1 1 1 0 0,0-1-1 0 0,0 0 1 0 0,0 1-1 0 0,0-1 1 0 0,0 1-1 0 0,0 0 1 0 0,1 0-1 0 0,-1-1 1 0 0,-1 1-1 0 0,1 1 1 0 0,0-1-1 0 0,2 2 1 0 0,9 5 24 0 0,0 1 0 0 0,-1 0 0 0 0,15 16 0 0 0,-20-19-75 0 0,3 3-27 0 0,2 3 8 0 0,2 0 0 0 0,27 18 0 0 0,-38-28 55 0 0,0 0 1 0 0,0 0-1 0 0,0-1 1 0 0,0 1-1 0 0,0-1 0 0 0,1 0 1 0 0,-1 0-1 0 0,0 0 1 0 0,1 0-1 0 0,-1 0 1 0 0,0-1-1 0 0,1 1 1 0 0,-1-1-1 0 0,1 0 0 0 0,-1 0 1 0 0,1-1-1 0 0,-1 1 1 0 0,1-1-1 0 0,-1 1 1 0 0,0-1-1 0 0,5-2 1 0 0,-6 2 86 0 0,0-1 1 0 0,-1 1 0 0 0,1 0 0 0 0,0-1 0 0 0,-1 0-1 0 0,1 1 1 0 0,-1-1 0 0 0,0 0 0 0 0,1 0-1 0 0,-1 0 1 0 0,0 0 0 0 0,0 0 0 0 0,0 0 0 0 0,0 0-1 0 0,0-2 1 0 0,9-39 763 0 0,-6 23-529 0 0,5-14-335 0 0,-1-1-73 0 0,17-43-1 0 0,2 27-2740 0 0,-23 45 1506 0 0,1-1 0 0 0,0 1 1 0 0,1 0-1 0 0,11-10 0 0 0,2 3-2788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2.6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0 4105 0 0,'-1'3'307'0'0,"-1"0"140"0"0,2 2 902 0 0,0 35-901 0 0,-8 69-1 0 0,-2 20-925 0 0,6 1 529 0 0,3 77 901 0 0,5 6-1091 0 0,-1-15 209 0 0,6-36-1241 0 0,-19 261 0 0 0,-9-133 2721 0 0,22-67-457 0 0,0-139-754 0 0,-7 102 1 0 0,2-132 210 0 0,1 0-1 0 0,8 56 0 0 0,0-17-751 0 0,-2 269 379 0 0,-5-307-176 0 0,-13 109 0 0 0,6-116 4 0 0,3 0 0 0 0,2 0 0 0 0,4 55 0 0 0,6-28 27 0 0,-4 0 0 0 0,-6 103 0 0 0,1-151 519 0 0,1-1 0 0 0,8 49 0 0 0,1 24-535 0 0,-8-51 171 0 0,0-27-194 0 0,0 1 0 0 0,-5 39 0 0 0,4-61 7 0 0,-2 8 14 0 0,0 0 1 0 0,1 0-1 0 0,0 0 0 0 0,1 0 0 0 0,0 0 0 0 0,0 0 0 0 0,1 0 0 0 0,2 13 1 0 0,-2-17-5 0 0,0 0 1 0 0,0 0 0 0 0,0 1 0 0 0,-1-1 0 0 0,0 0-1 0 0,0 0 1 0 0,0 1 0 0 0,0-1 0 0 0,-1 0 0 0 0,-1 8-1 0 0,-1 3 288 0 0,3-9-93 0 0,0 0 0 0 0,0 0-1 0 0,1 0 1 0 0,-1 0 0 0 0,1 0 0 0 0,3 10 0 0 0,6 1-4010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4.4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97 462 1376 0 0,'-13'15'238'0'0,"0"0"0"0"0,-23 18 0 0 0,2-1 2297 0 0,156-172 3512 0 0,-79 86-5386 0 0,73-68-1 0 0,-62 70-388 0 0,77-93 0 0 0,-94 109-1275 0 0,-29 29 175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4.8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41 105 5065 0 0,'-23'9'554'0'0,"22"-9"-434"0"0,0 1-1 0 0,0-1 1 0 0,0 0 0 0 0,0 1-1 0 0,0 0 1 0 0,0-1-1 0 0,0 1 1 0 0,0-1-1 0 0,0 1 1 0 0,0 0-1 0 0,0 0 1 0 0,0 0 0 0 0,1-1-1 0 0,-1 1 1 0 0,0 0-1 0 0,1 0 1 0 0,-1 0-1 0 0,0 1 1 0 0,33-20 2695 0 0,-19 10-2433 0 0,21-14 820 0 0,61-30 1 0 0,-85 47-1086 0 0,0 1 0 0 0,0 0 1 0 0,0 1-1 0 0,1 0 1 0 0,0 0-1 0 0,-1 1 1 0 0,1 1-1 0 0,0 0 1 0 0,0 0-1 0 0,0 1 0 0 0,15 2 1 0 0,-22-2-106 0 0,1 1 1 0 0,0 0-1 0 0,0 1 1 0 0,0-1-1 0 0,-1 1 1 0 0,1 0-1 0 0,-1 0 1 0 0,0 0-1 0 0,1 1 1 0 0,-1 0-1 0 0,0 0 1 0 0,0 0-1 0 0,-1 0 1 0 0,1 0-1 0 0,-1 1 1 0 0,1-1-1 0 0,-1 1 1 0 0,0 0-1 0 0,0 0 1 0 0,-1 1-1 0 0,1-1 1 0 0,-1 0-1 0 0,0 1 1 0 0,0-1-1 0 0,-1 1 1 0 0,1 0-1 0 0,-1-1 1 0 0,1 10-1 0 0,0 10 182 0 0,0 0 0 0 0,-2 0-1 0 0,-1 0 1 0 0,-7 42 0 0 0,3-21-256 0 0,4-22-1116 0 0,0-1-4205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5.2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14 5529 0 0,'-10'-5'263'0'0,"-15"-3"729"0"0,24 8-956 0 0,0 0 0 0 0,1 0 0 0 0,-1 1 1 0 0,0-1-1 0 0,1 0 0 0 0,-1 1 0 0 0,0-1 0 0 0,1 0 0 0 0,-1 1 0 0 0,1-1 1 0 0,-1 1-1 0 0,1-1 0 0 0,-1 1 0 0 0,1-1 0 0 0,-1 1 0 0 0,1 0 1 0 0,-1-1-1 0 0,1 1 0 0 0,0-1 0 0 0,-1 1 0 0 0,1 0 0 0 0,0 0 1 0 0,0-1-1 0 0,-1 1 0 0 0,1 0 0 0 0,0-1 0 0 0,0 1 0 0 0,0 0 0 0 0,0 0 1 0 0,0-1-1 0 0,0 1 0 0 0,0 0 0 0 0,0-1 0 0 0,0 1 0 0 0,0 0 1 0 0,1 1-1 0 0,0 25 401 0 0,1 0 1 0 0,1-1-1 0 0,2 1 0 0 0,1 0 1 0 0,9 27-1 0 0,-12-47-362 0 0,-1-1-1 0 0,1 0 1 0 0,0 0-1 0 0,0 0 0 0 0,1 0 1 0 0,0-1-1 0 0,0 1 1 0 0,0-1-1 0 0,1 0 0 0 0,-1 0 1 0 0,1 0-1 0 0,0-1 1 0 0,1 0-1 0 0,-1 0 0 0 0,8 4 1 0 0,-10-6 14 0 0,1-1-1 0 0,0 1 1 0 0,0-1 0 0 0,0 0 0 0 0,0 0 0 0 0,0 0-1 0 0,0-1 1 0 0,0 1 0 0 0,1-1 0 0 0,-1 0 0 0 0,0 0-1 0 0,0 0 1 0 0,0-1 0 0 0,0 1 0 0 0,0-1 0 0 0,0 0-1 0 0,0 0 1 0 0,0-1 0 0 0,0 1 0 0 0,0-1 0 0 0,0 0-1 0 0,-1 0 1 0 0,1 0 0 0 0,-1 0 0 0 0,5-5 0 0 0,9-8 536 0 0,-1 0 0 0 0,21-27-1 0 0,-20 22-677 0 0,2-4-17 0 0,5-6-998 0 0,-4 12-3882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5.6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5985 0 0,'2'0'652'0'0,"0"0"0"0"0,0 1-1 0 0,0-1 1 0 0,0 1-1 0 0,0-1 1 0 0,0 1 0 0 0,0 0-1 0 0,0-1 1 0 0,0 1 0 0 0,0 0-1 0 0,0 1 1 0 0,0-1 0 0 0,2 2-1 0 0,22 27 2080 0 0,-15-12-2874 0 0,17 37 1 0 0,-23-45 912 0 0,8 17-655 0 0,1-1-1 0 0,2 0 1 0 0,26 32 0 0 0,3-7-5574 0 0,-28-34-271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6.0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18 1840 0 0,'0'-1'184'0'0,"0"0"-1"0"0,-1 1 1 0 0,1-1-1 0 0,0 0 1 0 0,0 0-1 0 0,-1 0 1 0 0,1 0-1 0 0,-1 1 1 0 0,1-1-1 0 0,-1 0 1 0 0,1 0-1 0 0,-1 1 1 0 0,0-1-1 0 0,1 0 1 0 0,-1 1-1 0 0,0-1 1 0 0,1 1-1 0 0,-1-1 1 0 0,0 1-1 0 0,0-1 1 0 0,0 1-1 0 0,1-1 1 0 0,-1 1-1 0 0,0 0 1 0 0,0-1-1 0 0,0 1 1 0 0,0 0-1 0 0,0 0 1 0 0,0 0-1 0 0,1 0 1 0 0,-1 0-1 0 0,-1 0 1 0 0,1 0-55 0 0,0 1-1 0 0,1 0 1 0 0,-1 0 0 0 0,0 0 0 0 0,1-1 0 0 0,-1 1-1 0 0,1 0 1 0 0,-1 0 0 0 0,1 0 0 0 0,-1 0-1 0 0,1 0 1 0 0,0 0 0 0 0,-1 0 0 0 0,1 0 0 0 0,0 0-1 0 0,0 0 1 0 0,0 0 0 0 0,0 0 0 0 0,0 0 0 0 0,0 0-1 0 0,0 0 1 0 0,0 0 0 0 0,0 1 0 0 0,1-1 0 0 0,-1 0-1 0 0,1 1 1 0 0,6 26 479 0 0,2 1 1 0 0,0-2-1 0 0,2 1 0 0 0,15 25 0 0 0,64 102 470 0 0,-58-103-1055 0 0,23 33-4280 0 0,-24-44-576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7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85 189 6913 0 0,'1'3'131'0'0,"0"0"0"0"0,0 0 0 0 0,1-1 0 0 0,-1 1-1 0 0,1 0 1 0 0,0-1 0 0 0,-1 0 0 0 0,1 1-1 0 0,1-1 1 0 0,-1 0 0 0 0,0 0 0 0 0,0 0-1 0 0,1 0 1 0 0,-1 0 0 0 0,1 0 0 0 0,-1-1 0 0 0,1 0-1 0 0,0 1 1 0 0,0-1 0 0 0,0 0 0 0 0,0 0-1 0 0,0 0 1 0 0,0-1 0 0 0,0 1 0 0 0,0-1-1 0 0,0 1 1 0 0,4-1 0 0 0,-2 0 49 0 0,-1 0 0 0 0,1-1 0 0 0,0 1 0 0 0,-1-1 0 0 0,1 0 0 0 0,-1 0 0 0 0,0-1 0 0 0,1 1 0 0 0,-1-1 0 0 0,0 0 0 0 0,0 0 0 0 0,0 0 0 0 0,0-1 0 0 0,0 1 0 0 0,0-1 0 0 0,-1 0 0 0 0,6-6 0 0 0,-5 4-48 0 0,0-1 0 0 0,0 0 0 0 0,-1 0-1 0 0,0 0 1 0 0,0-1 0 0 0,0 1 0 0 0,-1-1 0 0 0,0 1 0 0 0,0-1-1 0 0,-1 0 1 0 0,0 0 0 0 0,0 0 0 0 0,-1 0 0 0 0,0 1 0 0 0,0-1 0 0 0,0 0-1 0 0,-1 0 1 0 0,-2-11 0 0 0,2 15-108 0 0,0-1 0 0 0,0 1 0 0 0,0-1 1 0 0,-1 1-1 0 0,1 0 0 0 0,-1-1 0 0 0,0 1 0 0 0,0 0 0 0 0,0 0 0 0 0,0 0 0 0 0,0 1 0 0 0,-1-1 0 0 0,1 0 0 0 0,-1 1 1 0 0,0 0-1 0 0,0-1 0 0 0,0 1 0 0 0,0 0 0 0 0,0 1 0 0 0,0-1 0 0 0,0 0 0 0 0,-1 1 0 0 0,1 0 0 0 0,-1 0 1 0 0,1 0-1 0 0,-1 0 0 0 0,1 1 0 0 0,-1-1 0 0 0,1 1 0 0 0,-1 0 0 0 0,0 0 0 0 0,1 0 0 0 0,-1 0 0 0 0,0 1 1 0 0,1-1-1 0 0,-7 3 0 0 0,-3 0-93 0 0,1 1 1 0 0,-1 1 0 0 0,1 0 0 0 0,0 1-1 0 0,0 0 1 0 0,0 1 0 0 0,1 0-1 0 0,0 0 1 0 0,-13 13 0 0 0,1 2-682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3:27.7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147 16 10138 0 0,'-1'-1'69'0'0,"0"0"0"0"0,1 0 1 0 0,-1 0-1 0 0,0 0 0 0 0,0 0 0 0 0,0 0 0 0 0,1 0 0 0 0,-1 0 0 0 0,0 1 0 0 0,0-1 1 0 0,0 0-1 0 0,-1 0 0 0 0,1 1 0 0 0,0-1 0 0 0,0 1 0 0 0,0-1 0 0 0,0 1 1 0 0,-1-1-1 0 0,1 1 0 0 0,0 0 0 0 0,0 0 0 0 0,-1-1 0 0 0,1 1 0 0 0,-1 0 0 0 0,-1 1 52 0 0,1-1-1 0 0,0 1 0 0 0,0 0 1 0 0,0-1-1 0 0,0 1 0 0 0,0 0 1 0 0,0 0-1 0 0,0 0 0 0 0,1 1 1 0 0,-1-1-1 0 0,0 0 0 0 0,-2 4 1 0 0,-4 3 124 0 0,2 0 1 0 0,-1 0-1 0 0,1 1 0 0 0,-8 14 1 0 0,6-7-157 0 0,1-1 0 0 0,0 1 0 0 0,1 0 1 0 0,0 1-1 0 0,2-1 0 0 0,0 1 0 0 0,1 0 1 0 0,0 0-1 0 0,1 1 0 0 0,1-1 0 0 0,1 0 1 0 0,1 0-1 0 0,0 1 0 0 0,1-1 0 0 0,1 0 0 0 0,1 0 1 0 0,0-1-1 0 0,1 1 0 0 0,1-1 0 0 0,12 26 1 0 0,-17-40-73 0 0,0 1 0 0 0,1-1 0 0 0,-1 0 0 0 0,1 1 0 0 0,-1-1 1 0 0,1 0-1 0 0,0 0 0 0 0,0 0 0 0 0,0 0 0 0 0,0 0 1 0 0,0-1-1 0 0,0 1 0 0 0,0-1 0 0 0,1 1 0 0 0,-1-1 0 0 0,1 0 1 0 0,-1 0-1 0 0,1 0 0 0 0,-1 0 0 0 0,1 0 0 0 0,3 0 1 0 0,3-1 17 0 0,0 0 0 0 0,0 0 0 0 0,-1-1 1 0 0,1-1-1 0 0,14-3 0 0 0,-20 4-30 0 0,9-1 52 0 0,-7 1-26 0 0,0 0 0 0 0,0 1 0 0 0,0-2 0 0 0,0 1 0 0 0,0-1 0 0 0,-1 1 0 0 0,1-1 0 0 0,0-1 0 0 0,-1 1 0 0 0,1 0 0 0 0,-1-1-1 0 0,0 0 1 0 0,0 0 0 0 0,0-1 0 0 0,0 1 0 0 0,5-8 0 0 0,3-4-246 0 0,-1-2 0 0 0,-1 1 0 0 0,-1-1 0 0 0,-1-1 0 0 0,13-34 1 0 0,-14 27-5692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37.2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31 3345 0 0,'-1'-2'0'0'0,"0"2"0"0"0,-1 0 0 0 0,2-1 0 0 0,-1 1 64 0 0,0-1-64 0 0,-1-1 0 0 0,0 1 0 0 0,-3-2 0 0 0,3 0 0 0 0,-1 1 0 0 0,0 0 0 0 0,2 0 0 0 0,0-2 0 0 0,-1 1 0 0 0,1-1 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37.8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1212 2409 0 0,'2'1'477'0'0,"-1"-12"-74"0"0,-3-33 13 0 0,1-16-1196 0 0,3 0 447 0 0,-2 40 298 0 0,0 1 0 0 0,1 0 1 0 0,1 0-1 0 0,1-1 0 0 0,1 1 0 0 0,9-28 1 0 0,-7 31 1 0 0,-1 0 0 0 0,-1-1 1 0 0,0 0-1 0 0,-1 1 1 0 0,-1-1-1 0 0,0-33 0 0 0,-2 41-3 0 0,2 1-1 0 0,-1-1 0 0 0,1 0 0 0 0,0 1 0 0 0,1 0 1 0 0,5-13-1 0 0,-4 12-11 0 0,0 0 0 0 0,-1-1 0 0 0,0 0 0 0 0,2-16 0 0 0,-5 10 280 0 0,0 0 1 0 0,-1 1-1 0 0,-1-1 1 0 0,-6-25-1 0 0,4 28-284 0 0,1 0-1 0 0,1-1 0 0 0,1 0 1 0 0,0 1-1 0 0,0-1 1 0 0,1 1-1 0 0,3-20 1 0 0,0 12 15 0 0,-2 0 0 0 0,0 0 0 0 0,-1 0 1 0 0,-1 0-1 0 0,-1 0 0 0 0,-7-35 1 0 0,1 7 4 0 0,-2-62-100 0 0,8 95 132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38.4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1057 1872 0 0,'1'-18'-66'0'0,"1"1"0"0"0,5-24 0 0 0,-5 31 8 0 0,0-1 0 0 0,0 0 0 0 0,-1 1 0 0 0,0-1 0 0 0,-1 0 0 0 0,0 0 0 0 0,-1 0 0 0 0,-3-19 0 0 0,-7-17 58 0 0,3-1 0 0 0,2-1 0 0 0,2 1 0 0 0,3-53 0 0 0,-5 46 197 0 0,-14-30 410 0 0,7 38-395 0 0,-9-23 495 0 0,15 51-855 0 0,1-1 1 0 0,-8-40 0 0 0,12 51 141 0 0,-1-16 9 0 0,1 0 0 0 0,1-44 1 0 0,1 65-78 0 0,1 1 1 0 0,1-1 0 0 0,-1 1-1 0 0,0 0 1 0 0,1 0 0 0 0,0 0-1 0 0,-1 0 1 0 0,1 0 0 0 0,1 0-1 0 0,3-4 1 0 0,30-30 1444 0 0,-24 26-1571 0 0,-13 11 199 0 0,1 0 1 0 0,0 1 0 0 0,0-1 0 0 0,0 0 0 0 0,0 1-1 0 0,0-1 1 0 0,0 0 0 0 0,0 1 0 0 0,0-1 0 0 0,0 1-1 0 0,0-1 1 0 0,0 0 0 0 0,1 1 0 0 0,-1-1 0 0 0,0 0-1 0 0,0 1 1 0 0,0-1 0 0 0,0 0 0 0 0,0 0 0 0 0,1 1-1 0 0,-1-1 1 0 0,0 0 0 0 0,0 1 0 0 0,1-1 0 0 0,-1 0-1 0 0,0 0 1 0 0,0 0 0 0 0,1 1 0 0 0,-1-1-1 0 0,0 0 1 0 0,1 0 0 0 0,-1 0 0 0 0,0 1 0 0 0,1-1-1 0 0,-1 0 1 0 0,0 0 0 0 0,1 0 0 0 0,-1 0 0 0 0,0 0-1 0 0,1 0 1 0 0,-1 0 0 0 0,0 0 0 0 0,1 0 0 0 0,-1 0-1 0 0,0 0 1 0 0,1 0 0 0 0,-1 0 0 0 0,0 0 0 0 0,1 0-1 0 0,-1 0 1 0 0,0-1 0 0 0,1 1 0 0 0,-1 0 0 0 0,0 0-1 0 0,1 0 1 0 0,-1 0 0 0 0,0-1 0 0 0,1 1 0 0 0,-4 5-60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38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46 3225 0 0,'-1'-4'136'0'0,"1"2"40"0"0,0-1-176 0 0,0 0 0 0 0,0 2 0 0 0,1 0 0 0 0,1-1 0 0 0,-1-1 0 0 0,2 1 0 0 0,-1-2 0 0 0,4-2 0 0 0,-2 2 0 0 0,0-1 0 0 0,-1-1 0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44.6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36 156 3225 0 0,'-2'0'-45'0'0,"0"0"0"0"0,0 0 0 0 0,1-1 0 0 0,-1 1 1 0 0,0-1-1 0 0,1 0 0 0 0,-1 1 0 0 0,1-1 0 0 0,-1 0 1 0 0,1 0-1 0 0,-3-2 0 0 0,-10-5 2047 0 0,34-1-3858 0 0,-10 6 2128 0 0,1 0-1 0 0,0 1 1 0 0,12-1 0 0 0,14-2-191 0 0,37-12-283 0 0,2 3 1 0 0,0 4 0 0 0,78-2-1 0 0,56 6 317 0 0,98 2 1200 0 0,-264 5-1337 0 0,-1-1-1 0 0,1-2 1 0 0,72-13 0 0 0,-49 7 83 0 0,1 3 0 0 0,-1 2 0 0 0,80 9 0 0 0,-90-3-43 0 0,13-3 494 0 0,77-11-1 0 0,34 0-1460 0 0,-71 8 851 0 0,49 1 815 0 0,-44 4 127 0 0,103 9-3090 0 0,-200-9 2683 0 0,24 4 62 0 0,0-2 0 0 0,64-2 0 0 0,19-2-433 0 0,-97 21 1415 0 0,-2-18-960 0 0,-4-1-3356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55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35 1968 0 0,'-21'-12'2111'0'0,"20"11"-1956"0"0,0 1 1 0 0,-1 0-1 0 0,1-1 0 0 0,0 1 0 0 0,0-1 0 0 0,-1 0 0 0 0,1 1 0 0 0,0-1 1 0 0,0 0-1 0 0,0 0 0 0 0,0 1 0 0 0,0-1 0 0 0,0 0 0 0 0,0 0 1 0 0,0 0-1 0 0,0 0 0 0 0,0 0 0 0 0,0-1 0 0 0,1 1 0 0 0,-1 0 1 0 0,1 0-1 0 0,-1 0 0 0 0,0-2 336 0 0,3 6-207 0 0,0 0 0 0 0,0 0 0 0 0,-1 0 0 0 0,1 1 0 0 0,-1-1 0 0 0,0 0 0 0 0,0 1 0 0 0,0-1 1 0 0,0 6-1 0 0,0-4-268 0 0,3 23 382 0 0,-1 0 0 0 0,-1 0 0 0 0,-1 0 0 0 0,-7 56 1 0 0,1 15-215 0 0,4-78-213 0 0,1 37 376 0 0,0-55-320 0 0,0-1 0 0 0,0 0 0 0 0,1 1 0 0 0,-1-1 0 0 0,1 0 0 0 0,-1 1 0 0 0,1-1 0 0 0,0 0 0 0 0,0 0 0 0 0,0 0 0 0 0,0 0 0 0 0,0 0 0 0 0,0 0 0 0 0,1 0 0 0 0,-1 0-1 0 0,1 0 1 0 0,-1-1 0 0 0,1 1 0 0 0,2 1 0 0 0,-1-2 12 0 0,0 0 1 0 0,0 0-1 0 0,-1-1 0 0 0,1 1 0 0 0,0-1 0 0 0,0 0 0 0 0,0 0 1 0 0,0 0-1 0 0,0 0 0 0 0,0 0 0 0 0,-1 0 0 0 0,1-1 0 0 0,5-1 0 0 0,42-15 570 0 0,-39 12-431 0 0,178-72 718 0 0,-112 38-5308 0 0,-64 31-73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55.4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0 6913 0 0,'-3'1'164'0'0,"1"0"-1"0"0,0 0 0 0 0,-1 0 1 0 0,1 0-1 0 0,0 1 0 0 0,0-1 0 0 0,0 1 1 0 0,0-1-1 0 0,0 1 0 0 0,0 0 0 0 0,0-1 1 0 0,1 1-1 0 0,-1 0 0 0 0,0 0 0 0 0,1 0 1 0 0,0 1-1 0 0,-2 2 0 0 0,1-1 108 0 0,1 1 0 0 0,-1 0 1 0 0,1 0-1 0 0,0 0 0 0 0,0 0 0 0 0,0 0 0 0 0,1 0 0 0 0,0 6 0 0 0,2 9 325 0 0,0 0 1 0 0,2 0-1 0 0,7 27 0 0 0,-10-43-591 0 0,51 168 1492 0 0,-41-140-1466 0 0,2 0-1 0 0,2-1 0 0 0,21 35 1 0 0,-5-20-824 0 0,21 17-5142 0 0,-45-58 5892 0 0,-3-3 43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56.0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87 404 2304 0 0,'-10'-11'486'0'0,"2"1"-1"0"0,-1-1 1 0 0,2-1-1 0 0,-1 0 1 0 0,2 0-1 0 0,-1 0 1 0 0,2-1-1 0 0,-1 1 1 0 0,2-1-1 0 0,0-1 1 0 0,0 1-1 0 0,2-1 1 0 0,-2-13-1 0 0,2 16-392 0 0,1 0 1 0 0,1 0-1 0 0,0 0 0 0 0,1 0 0 0 0,0 0 0 0 0,0 0 0 0 0,1 0 1 0 0,1 0-1 0 0,-1 1 0 0 0,2-1 0 0 0,0 1 0 0 0,0 0 0 0 0,1 0 0 0 0,0 0 1 0 0,0 0-1 0 0,13-15 0 0 0,-17 23-92 0 0,1 0 0 0 0,-1 1 0 0 0,0-1 0 0 0,0 1 1 0 0,0-1-1 0 0,1 1 0 0 0,-1 0 0 0 0,1 0 0 0 0,-1-1 0 0 0,1 1 0 0 0,-1 0 1 0 0,1 0-1 0 0,0 0 0 0 0,0 1 0 0 0,-1-1 0 0 0,1 0 0 0 0,0 1 0 0 0,0-1 0 0 0,0 1 1 0 0,0 0-1 0 0,0-1 0 0 0,0 1 0 0 0,-1 0 0 0 0,1 0 0 0 0,0 0 0 0 0,0 0 0 0 0,0 1 1 0 0,0-1-1 0 0,0 0 0 0 0,0 1 0 0 0,0 0 0 0 0,-1-1 0 0 0,1 1 0 0 0,0 0 0 0 0,0 0 1 0 0,-1 0-1 0 0,1 0 0 0 0,-1 0 0 0 0,1 0 0 0 0,-1 0 0 0 0,1 1 0 0 0,-1-1 1 0 0,2 2-1 0 0,2 3-78 0 0,0 1-1 0 0,-1-1 1 0 0,0 1 0 0 0,0 0 0 0 0,-1 0 0 0 0,1 0 0 0 0,-1 0 0 0 0,-1 1 0 0 0,3 8-1 0 0,3 33-339 0 0,3 52 0 0 0,5 31 100 0 0,-13-114 362 0 0,2 0 0 0 0,0 0 0 0 0,1 0 1 0 0,0-1-1 0 0,11 20 0 0 0,-14-33-7 0 0,0 1-1 0 0,0 0 0 0 0,0-1 0 0 0,0 1 1 0 0,1-1-1 0 0,0 0 0 0 0,0 0 1 0 0,0-1-1 0 0,0 1 0 0 0,0-1 0 0 0,1 0 1 0 0,-1 0-1 0 0,1 0 0 0 0,0-1 1 0 0,0 1-1 0 0,9 2 0 0 0,-10-4 0 0 0,-1-1 0 0 0,1 0 0 0 0,-1 1 0 0 0,1-1 0 0 0,-1 0 0 0 0,1-1-1 0 0,-1 1 1 0 0,1 0 0 0 0,-1-1 0 0 0,0 0 0 0 0,1 0 0 0 0,-1 0 0 0 0,0 0 0 0 0,0-1 0 0 0,1 1 0 0 0,-1-1-1 0 0,0 0 1 0 0,0 0 0 0 0,-1 0 0 0 0,1 0 0 0 0,0 0 0 0 0,-1-1 0 0 0,1 1 0 0 0,-1-1 0 0 0,0 1 0 0 0,0-1-1 0 0,2-4 1 0 0,2-1 123 0 0,-2 0-1 0 0,1-1 0 0 0,-1 0 1 0 0,0 1-1 0 0,-1-2 1 0 0,0 1-1 0 0,-1 0 0 0 0,1 0 1 0 0,-2-1-1 0 0,0 1 1 0 0,0-1-1 0 0,0 1 0 0 0,-1-1 1 0 0,-2-13-1 0 0,1 17-133 0 0,0 0 1 0 0,0 0-1 0 0,0 1 0 0 0,-1-1 0 0 0,0 0 1 0 0,0 0-1 0 0,-1 1 0 0 0,0-1 0 0 0,0 1 1 0 0,0 0-1 0 0,0 0 0 0 0,-1 0 0 0 0,0 0 1 0 0,0 1-1 0 0,0 0 0 0 0,0-1 0 0 0,-1 1 0 0 0,0 1 1 0 0,0-1-1 0 0,0 1 0 0 0,0 0 0 0 0,-1 0 1 0 0,-8-3-1 0 0,-7-1-67 0 0,1 2 0 0 0,-1 1 0 0 0,-1 1 0 0 0,-40-2 0 0 0,31 4-1294 0 0,-42-9 0 0 0,60 7-2656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56.3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 6913 0 0,'2'2'-10'0'0,"0"-1"0"0"0,-1 0-1 0 0,1 0 1 0 0,0 1-1 0 0,-1-1 1 0 0,1 1-1 0 0,-1-1 1 0 0,0 1-1 0 0,1 0 1 0 0,-1 0-1 0 0,0-1 1 0 0,0 1-1 0 0,0 0 1 0 0,0 0-1 0 0,1 4 1 0 0,11 36-115 0 0,-11-33 639 0 0,11 51 900 0 0,7 23-690 0 0,-17-74-645 0 0,0-1 1 0 0,0 0 0 0 0,1 0-1 0 0,0 0 1 0 0,0-1 0 0 0,1 1-1 0 0,7 8 1 0 0,-11-14-16 0 0,0-1 0 0 0,0 1 0 0 0,1 0 0 0 0,-1-1 0 0 0,1 1 0 0 0,-1-1 0 0 0,1 0 0 0 0,-1 1 0 0 0,1-1 0 0 0,0 0 0 0 0,0 0 0 0 0,0 0 0 0 0,0 0 0 0 0,-1 0 0 0 0,1-1 0 0 0,0 1 0 0 0,0 0 0 0 0,1-1 0 0 0,-1 0 0 0 0,0 1-1 0 0,0-1 1 0 0,0 0 0 0 0,0 0 0 0 0,0 0 0 0 0,0 0 0 0 0,0-1 0 0 0,0 1 0 0 0,0 0 0 0 0,0-1 0 0 0,0 0 0 0 0,0 1 0 0 0,0-1 0 0 0,0 0 0 0 0,0 0 0 0 0,0 0 0 0 0,0 0 0 0 0,-1 0 0 0 0,1-1 0 0 0,0 1 0 0 0,-1 0 0 0 0,1-1 0 0 0,-1 1 0 0 0,3-4 0 0 0,1-2 137 0 0,0 1 1 0 0,-1-1-1 0 0,0 0 1 0 0,0 0 0 0 0,0-1-1 0 0,-1 1 1 0 0,0-1-1 0 0,0 0 1 0 0,-1 1-1 0 0,1-10 1 0 0,-1 8-143 0 0,-1 0 1 0 0,-1 0-1 0 0,0-1 1 0 0,0 1 0 0 0,-1 0-1 0 0,0 0 1 0 0,0-1-1 0 0,-1 1 1 0 0,-1 0-1 0 0,-5-14 1 0 0,6 17-80 0 0,-1 0 0 0 0,-1 0 1 0 0,1 1-1 0 0,-1-1 1 0 0,0 1-1 0 0,0 0 1 0 0,0 0-1 0 0,-1 1 0 0 0,0-1 1 0 0,0 1-1 0 0,0 0 1 0 0,0 0-1 0 0,0 1 0 0 0,-1 0 1 0 0,-11-6-1 0 0,7 6-424 0 0,0-1 0 0 0,0 1 1 0 0,0 1-1 0 0,0 0 0 0 0,0 0 0 0 0,-21 0 0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56.7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88 5529 0 0,'8'10'560'0'0,"-1"0"-1"0"0,0 0 1 0 0,-1 0-1 0 0,0 0 1 0 0,8 20-1 0 0,-9-17-327 0 0,2-1 0 0 0,-1 1-1 0 0,1-1 1 0 0,12 13 0 0 0,-17-21-86 0 0,1-1 0 0 0,0-1 0 0 0,0 1 0 0 0,0 0 0 0 0,1-1 0 0 0,-1 1 0 0 0,1-1 0 0 0,-1 0 0 0 0,1 0 0 0 0,0-1 0 0 0,-1 1 0 0 0,1-1 0 0 0,0 0 0 0 0,0 1 0 0 0,0-2 0 0 0,0 1 0 0 0,0 0 0 0 0,8-1 0 0 0,-10 0 6 0 0,0 0 1 0 0,1-1 0 0 0,-1 1-1 0 0,0 0 1 0 0,1-1 0 0 0,-1 0-1 0 0,0 1 1 0 0,0-1-1 0 0,0 0 1 0 0,0 0 0 0 0,0 0-1 0 0,0-1 1 0 0,0 1 0 0 0,0 0-1 0 0,0-1 1 0 0,0 1-1 0 0,3-4 1 0 0,-2 1-13 0 0,0 0 0 0 0,0-1 0 0 0,-1 1 0 0 0,1-1 0 0 0,-1 1-1 0 0,0-1 1 0 0,0 0 0 0 0,1-5 0 0 0,-1 2-74 0 0,0 0 0 0 0,0-1-1 0 0,-1 1 1 0 0,0 0 0 0 0,-1-1-1 0 0,0 1 1 0 0,0-1 0 0 0,-1 1-1 0 0,0 0 1 0 0,-2-9 0 0 0,1 11-26 0 0,-1-1 0 0 0,0 1-1 0 0,0 0 1 0 0,0 1 0 0 0,-1-1 0 0 0,1 1 0 0 0,-1-1 0 0 0,-1 1 0 0 0,1 0 0 0 0,-1 1 0 0 0,0-1 0 0 0,0 1 0 0 0,0 0-1 0 0,-1 0 1 0 0,1 0 0 0 0,-1 1 0 0 0,-11-5 0 0 0,7 4-68 0 0,0 0-1 0 0,-1 1 1 0 0,1 1-1 0 0,0 0 1 0 0,-1 0-1 0 0,0 1 1 0 0,1 0 0 0 0,-1 1-1 0 0,0 0 1 0 0,-15 2-1 0 0,8 2-736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58.3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88 190 1840 0 0,'-6'0'-45'0'0,"-37"-1"2021"0"0,40 1-1750 0 0,1-1 0 0 0,-1 1-1 0 0,0-1 1 0 0,0 1 0 0 0,1-1-1 0 0,-1 0 1 0 0,0 0 0 0 0,1 0 0 0 0,-1 0-1 0 0,1-1 1 0 0,-1 1 0 0 0,-1-3-1 0 0,3 4-204 0 0,1-1-1 0 0,0 1 1 0 0,0 0-1 0 0,0-1 1 0 0,-1 1-1 0 0,1-1 1 0 0,0 1-1 0 0,0-1 1 0 0,0 1-1 0 0,0-1 1 0 0,0 1-1 0 0,0-1 0 0 0,0 1 1 0 0,0 0-1 0 0,0-1 1 0 0,0 1-1 0 0,0-1 1 0 0,0 1-1 0 0,0-1 1 0 0,1 1-1 0 0,-1-1 1 0 0,0 1-1 0 0,0 0 1 0 0,0-1-1 0 0,1 1 0 0 0,-1-1 1 0 0,0 1-1 0 0,0 0 1 0 0,1-1-1 0 0,-1 1 1 0 0,0 0-1 0 0,1-1 1 0 0,-1 1-1 0 0,1 0 1 0 0,-1-1-1 0 0,0 1 1 0 0,1 0-1 0 0,-1 0 0 0 0,1 0 1 0 0,-1-1-1 0 0,0 1 1 0 0,1 0-1 0 0,-1 0 1 0 0,1 0-1 0 0,25-11 973 0 0,-23 10-930 0 0,15-7-51 0 0,12-5 146 0 0,0 0 1 0 0,0 3-1 0 0,1 0 1 0 0,0 2-1 0 0,1 1 1 0 0,35-3-1 0 0,94 12 1288 0 0,4-1-236 0 0,463-59 638 0 0,-601 55-1643 0 0,-6-1 162 0 0,0 1 1 0 0,0 1-1 0 0,0 1 1 0 0,1 1-1 0 0,-1 1 1 0 0,0 1-1 0 0,31 6 1 0 0,-22 6 1053 0 0,-12-5-2451 0 0,-5-4-3459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08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48 2304 0 0,'0'-3'274'0'0,"0"-1"0"0"0,-1 1 0 0 0,1 0 0 0 0,-1 0 0 0 0,0-1 0 0 0,0 1 0 0 0,0 0 0 0 0,-3-5-1 0 0,-1-5 1633 0 0,67 194 3822 0 0,39 94-3972 0 0,-42-114-1209 0 0,-39-106-498 0 0,81 193-537 0 0,-91-230-877 0 0,22 30 0 0 0,-24-38 454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08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1 196 456 0 0,'1'-10'279'0'0,"2"0"0"0"0,-1 0 0 0 0,1 0 0 0 0,1 0 0 0 0,0 0 0 0 0,0 1 0 0 0,1 0 0 0 0,0 0 0 0 0,0 0 0 0 0,1 1 0 0 0,9-10-1 0 0,-10 10 123 0 0,1 1 0 0 0,1 0-1 0 0,0 0 1 0 0,0 1 0 0 0,0 0-1 0 0,0 0 1 0 0,1 1-1 0 0,0 0 1 0 0,11-5 0 0 0,-16 8-226 0 0,1 1 1 0 0,0 0-1 0 0,-1 0 1 0 0,1 1 0 0 0,0-1-1 0 0,0 1 1 0 0,0 0-1 0 0,0 0 1 0 0,-1 0-1 0 0,1 0 1 0 0,0 0 0 0 0,0 1-1 0 0,0 0 1 0 0,-1 0-1 0 0,1 0 1 0 0,0 0-1 0 0,-1 1 1 0 0,1-1 0 0 0,-1 1-1 0 0,1 0 1 0 0,-1 0-1 0 0,0 0 1 0 0,0 1-1 0 0,0-1 1 0 0,3 4 0 0 0,-2-2-186 0 0,0 0 0 0 0,0 1 1 0 0,-1-1-1 0 0,0 1 0 0 0,0 0 1 0 0,0 0-1 0 0,0 0 0 0 0,-1 0 0 0 0,0 0 1 0 0,0 0-1 0 0,0 1 0 0 0,-1-1 1 0 0,0 1-1 0 0,0 0 0 0 0,0-1 1 0 0,-1 1-1 0 0,0 0 0 0 0,0-1 1 0 0,-1 10-1 0 0,-2 11-86 0 0,-2 0 1 0 0,-1 0-1 0 0,-9 25 0 0 0,5-16 270 0 0,-3 7 62 0 0,7-28-85 0 0,2 0 1 0 0,0 0-1 0 0,0 0 0 0 0,1 0 0 0 0,1 1 1 0 0,-1 25-1 0 0,3-39-123 0 0,0 0 0 0 0,1 0 0 0 0,-1-1 0 0 0,0 1 1 0 0,1 0-1 0 0,-1 0 0 0 0,1-1 0 0 0,-1 1 0 0 0,1 0 0 0 0,-1-1 0 0 0,1 1 1 0 0,-1-1-1 0 0,1 1 0 0 0,-1 0 0 0 0,1-1 0 0 0,0 1 0 0 0,0-1 0 0 0,-1 0 1 0 0,1 1-1 0 0,0-1 0 0 0,0 0 0 0 0,-1 1 0 0 0,1-1 0 0 0,0 0 0 0 0,0 0 0 0 0,0 1 1 0 0,-1-1-1 0 0,1 0 0 0 0,0 0 0 0 0,0 0 0 0 0,0 0 0 0 0,0 0 0 0 0,-1 0 1 0 0,1-1-1 0 0,0 1 0 0 0,0 0 0 0 0,0 0 0 0 0,-1-1 0 0 0,2 1 0 0 0,39-12 452 0 0,-35 9-341 0 0,83-32 932 0 0,-46 16-470 0 0,52-13 0 0 0,-92 30-717 0 0,0 1 0 0 0,1 0 1 0 0,-1 1-1 0 0,1-1 1 0 0,-1 1-1 0 0,1-1 1 0 0,-1 1-1 0 0,1 0 0 0 0,0 0 1 0 0,-1 1-1 0 0,1-1 1 0 0,-1 1-1 0 0,1 0 0 0 0,-1 0 1 0 0,0 0-1 0 0,1 0 1 0 0,-1 0-1 0 0,0 1 0 0 0,0-1 1 0 0,1 1-1 0 0,-1 0 1 0 0,-1 0-1 0 0,1 0 0 0 0,0 1 1 0 0,0-1-1 0 0,-1 1 1 0 0,3 3-1 0 0,4 10-5025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09.3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11 146 6913 0 0,'-6'-1'582'0'0,"6"1"-567"0"0,0 0 0 0 0,0 0-1 0 0,-1 0 1 0 0,1 0 0 0 0,0 0 0 0 0,0 0-1 0 0,0 0 1 0 0,0 0 0 0 0,-1 0 0 0 0,1 0-1 0 0,0 0 1 0 0,0 0 0 0 0,0 1 0 0 0,0-1-1 0 0,-1 0 1 0 0,1 0 0 0 0,0 0 0 0 0,0 0-1 0 0,0 0 1 0 0,0 0 0 0 0,0 0 0 0 0,0 0-1 0 0,-1 0 1 0 0,1 0 0 0 0,0 1 0 0 0,0-1-1 0 0,0 0 1 0 0,0 0 0 0 0,0 0 0 0 0,0 0-1 0 0,0 0 1 0 0,0 0 0 0 0,-1 1 0 0 0,1-1 0 0 0,0 0-1 0 0,0 0 1 0 0,0 0 0 0 0,0 0 0 0 0,0 1-1 0 0,0-1 1 0 0,0 0 0 0 0,0 0 0 0 0,0 0-1 0 0,0 0 1 0 0,0 1 0 0 0,0-1 0 0 0,0 0-1 0 0,0 0 1 0 0,0 0 0 0 0,0 0 0 0 0,0 0-1 0 0,1 1 1 0 0,-1-1 0 0 0,0 0 0 0 0,0 0-1 0 0,0 0 1 0 0,0 0 0 0 0,0 0 0 0 0,0 1-1 0 0,0-1 1 0 0,1 0 0 0 0,-1 1 325 0 0,0 25 1224 0 0,7 51 1 0 0,-6-70-1413 0 0,0 0-1 0 0,0 0 1 0 0,1-1-1 0 0,0 1 1 0 0,1 0 0 0 0,0-1-1 0 0,0 1 1 0 0,0-1-1 0 0,0 0 1 0 0,1 0-1 0 0,0 0 1 0 0,6 6 0 0 0,-7-9-118 0 0,-1-1 1 0 0,1 0-1 0 0,0 0 1 0 0,-1 0 0 0 0,1-1-1 0 0,0 1 1 0 0,0-1-1 0 0,0 0 1 0 0,0 0 0 0 0,0 0-1 0 0,1 0 1 0 0,-1 0-1 0 0,0 0 1 0 0,0-1-1 0 0,1 0 1 0 0,4 0 0 0 0,-2 0-12 0 0,0-1 0 0 0,0 0 1 0 0,0 0-1 0 0,0-1 0 0 0,0 0 0 0 0,-1 0 1 0 0,1 0-1 0 0,8-5 0 0 0,-3 0 74 0 0,0 0-1 0 0,-1-1 1 0 0,0 0-1 0 0,0 0 1 0 0,-1-1-1 0 0,0 0 0 0 0,-1-1 1 0 0,8-10-1 0 0,-13 14-32 0 0,0 0 0 0 0,0 0 0 0 0,-1 0-1 0 0,0-1 1 0 0,0 1 0 0 0,-1 0 0 0 0,1-1-1 0 0,-1 1 1 0 0,-1-1 0 0 0,1 1 0 0 0,-1-1-1 0 0,-1 0 1 0 0,1 1 0 0 0,-1-1 0 0 0,0 1-1 0 0,0-1 1 0 0,-1 1 0 0 0,0 0 0 0 0,0-1-1 0 0,-1 1 1 0 0,1 0 0 0 0,-7-9 0 0 0,5 7 16 0 0,-1 0-1 0 0,0 1 1 0 0,0-1 0 0 0,0 1 0 0 0,-1 0 0 0 0,0 0 0 0 0,-1 1 0 0 0,1 0 0 0 0,-1 0 0 0 0,0 1 0 0 0,-1-1-1 0 0,1 2 1 0 0,-1-1 0 0 0,0 1 0 0 0,-1 0 0 0 0,-9-3 0 0 0,-2 4-1307 0 0,-1 4-4908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11.8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0 440 4145 0 0,'6'-1'311'0'0,"0"-1"0"0"0,0 0-1 0 0,0 0 1 0 0,-1 0 0 0 0,1-1 0 0 0,-1 0 0 0 0,0 0-1 0 0,8-6 1 0 0,0 2 223 0 0,31-22 603 0 0,-1 0 0 0 0,-1-3 0 0 0,-2-2 0 0 0,-1-1 0 0 0,66-79 0 0 0,-82 88-1521 0 0,31-30 0 0 0,5 11-3447 0 0,-51 39 2854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12.2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2761 0 0,'-1'0'132'0'0,"0"1"1"0"0,0 0-1 0 0,1 0 1 0 0,-1 0-1 0 0,0 0 1 0 0,1 0-1 0 0,-1 0 1 0 0,1 0-1 0 0,-1 0 1 0 0,1 0-1 0 0,0 0 1 0 0,-1 0-1 0 0,1 0 1 0 0,0 0-1 0 0,0 0 1 0 0,0 0-1 0 0,-1 0 1 0 0,1 0-1 0 0,0 0 1 0 0,1 1-1 0 0,-1-1 1 0 0,0 0-1 0 0,0 0 1 0 0,0 0-1 0 0,1 0 1 0 0,-1 0-1 0 0,0 0 1 0 0,1 0-1 0 0,-1 0 1 0 0,2 2-1 0 0,15 31 4115 0 0,-17-34-4248 0 0,13 19 2119 0 0,27 30 0 0 0,-4-4-640 0 0,33 62-222 0 0,-53-78-1716 0 0,2 0 1 0 0,2-1-1 0 0,0-1 1 0 0,29 30-1 0 0,-15-33-1739 0 0,-18-14 791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12.6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80 4145 0 0,'-1'0'54'0'0,"0"1"1"0"0,-1-1-1 0 0,1 1 1 0 0,0-1-1 0 0,0 1 1 0 0,0 0-1 0 0,0 0 1 0 0,0 0-1 0 0,0-1 1 0 0,0 1-1 0 0,1 0 1 0 0,-1 0-1 0 0,0 0 0 0 0,0 0 1 0 0,1 1-1 0 0,-1-1 1 0 0,1 0-1 0 0,-1 0 1 0 0,1 0-1 0 0,-1 0 1 0 0,1 1-1 0 0,0-1 1 0 0,-1 0-1 0 0,1 0 1 0 0,0 1-1 0 0,0-1 1 0 0,0 3-1 0 0,-3 39 1478 0 0,3-42-1419 0 0,1 7 92 0 0,0 0-1 0 0,0 0 1 0 0,1 1 0 0 0,0-2 0 0 0,0 1-1 0 0,1 0 1 0 0,0 0 0 0 0,0-1 0 0 0,1 1-1 0 0,0-1 1 0 0,0 0 0 0 0,1 0 0 0 0,0-1-1 0 0,0 1 1 0 0,0-1 0 0 0,1 0 0 0 0,0-1-1 0 0,0 1 1 0 0,12 7 0 0 0,-13-10-121 0 0,-1 0 0 0 0,1 0 1 0 0,0 0-1 0 0,0-1 0 0 0,0 0 0 0 0,0 0 1 0 0,0 0-1 0 0,0-1 0 0 0,0 1 0 0 0,1-1 1 0 0,-1-1-1 0 0,0 1 0 0 0,1-1 0 0 0,-1 0 1 0 0,1 0-1 0 0,-1 0 0 0 0,1-1 0 0 0,-1 0 1 0 0,0 0-1 0 0,1 0 0 0 0,-1 0 0 0 0,0-1 1 0 0,0 0-1 0 0,0 0 0 0 0,0-1 0 0 0,0 0 1 0 0,-1 1-1 0 0,1-1 0 0 0,-1-1 0 0 0,6-4 1 0 0,-6 4-1 0 0,0 1 1 0 0,-1-1 0 0 0,0 0 0 0 0,0 0-1 0 0,0 0 1 0 0,0 0 0 0 0,-1 0 0 0 0,0-1-1 0 0,0 1 1 0 0,0-1 0 0 0,0 0-1 0 0,-1 1 1 0 0,1-1 0 0 0,-1 0 0 0 0,0 0-1 0 0,-1 0 1 0 0,1 0 0 0 0,-1 0 0 0 0,0 0-1 0 0,-1 0 1 0 0,1 0 0 0 0,-2-8-1 0 0,0 6 13 0 0,-1-1-1 0 0,1 1 0 0 0,-1 0 0 0 0,-1 0 0 0 0,1 0 0 0 0,-1 1 0 0 0,0 0 0 0 0,-1-1 0 0 0,1 1 0 0 0,-1 0 0 0 0,0 1 0 0 0,-1 0 1 0 0,1-1-1 0 0,-8-4 0 0 0,-1 0-153 0 0,-1 0 1 0 0,1 0-1 0 0,-1 2 1 0 0,-1 0 0 0 0,0 0-1 0 0,0 2 1 0 0,0 0-1 0 0,-1 1 1 0 0,-29-6 0 0 0,29 11-4061 0 0,2 4-1364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13.5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 6913 0 0,'0'0'104'0'0,"0"-1"-1"0"0,0 0 0 0 0,0 1 0 0 0,0-1 0 0 0,0 0 0 0 0,0 1 0 0 0,0-1 0 0 0,1 1 1 0 0,-1-1-1 0 0,0 0 0 0 0,0 1 0 0 0,0-1 0 0 0,1 0 0 0 0,-1 1 0 0 0,0-1 0 0 0,1 1 1 0 0,-1-1-1 0 0,0 1 0 0 0,1-1 0 0 0,-1 1 0 0 0,1-1 0 0 0,-1 1 0 0 0,1-1 0 0 0,-1 1 1 0 0,1 0-1 0 0,-1-1 0 0 0,1 1 0 0 0,-1 0 0 0 0,1-1 0 0 0,0 1 0 0 0,-1 0 0 0 0,1 0 1 0 0,-1-1-1 0 0,1 1 0 0 0,0 0 0 0 0,-1 0 0 0 0,1 0 0 0 0,0 0 0 0 0,-1 0 0 0 0,1 0 1 0 0,0 0-1 0 0,-1 0 0 0 0,1 0 0 0 0,0 1 0 0 0,1-1 116 0 0,0 0-1 0 0,0 1 1 0 0,0 0-1 0 0,0-1 1 0 0,0 1-1 0 0,0 0 1 0 0,-1 0 0 0 0,1 0-1 0 0,0 0 1 0 0,-1 1-1 0 0,1-1 1 0 0,-1 0-1 0 0,1 0 1 0 0,1 3 0 0 0,11 19 475 0 0,-1 0 1 0 0,-1 1-1 0 0,11 31 1 0 0,4 6-87 0 0,10 17-153 0 0,94 187 195 0 0,-96-205-646 0 0,2 0-1 0 0,55 66 1 0 0,-78-107-321 0 0,-1 1 0 0 0,21 40-1 0 0,-11-16-1759 0 0,-18-37 909 0 0,-1-5-159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4:14.2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62 213 3225 0 0,'-2'1'232'0'0,"0"0"1"0"0,0 1-1 0 0,-1-2 1 0 0,1 1 0 0 0,-1 0-1 0 0,1 0 1 0 0,0-1 0 0 0,-1 1-1 0 0,1-1 1 0 0,-1 0-1 0 0,1 0 1 0 0,-1 0 0 0 0,1 0-1 0 0,-1 0 1 0 0,1 0-1 0 0,-4-2 1 0 0,5 2-207 0 0,0 0 0 0 0,0 0 1 0 0,0-1-1 0 0,0 1 0 0 0,1 0 0 0 0,-1-1 0 0 0,0 1 0 0 0,0-1 1 0 0,0 1-1 0 0,1-1 0 0 0,-1 1 0 0 0,0-1 0 0 0,1 0 1 0 0,-1 1-1 0 0,0-1 0 0 0,1 0 0 0 0,-1 1 0 0 0,1-1 1 0 0,-1 0-1 0 0,1 0 0 0 0,0 0 0 0 0,-1 1 0 0 0,1-1 1 0 0,0 0-1 0 0,-1 0 0 0 0,1 0 0 0 0,0 0 0 0 0,0 0 1 0 0,0 0-1 0 0,0 0 0 0 0,0 0 0 0 0,0 1 0 0 0,0-1 1 0 0,0 0-1 0 0,0 0 0 0 0,0 0 0 0 0,1 0 0 0 0,-1 0 1 0 0,0 0-1 0 0,1 1 0 0 0,-1-1 0 0 0,0 0 0 0 0,1 0 1 0 0,0-1-1 0 0,8-12 332 0 0,0 0 0 0 0,1 0 1 0 0,0 1-1 0 0,1 0 0 0 0,0 1 1 0 0,1 0-1 0 0,0 1 0 0 0,1 1 1 0 0,0-1-1 0 0,1 2 0 0 0,0 0 1 0 0,1 1-1 0 0,0 0 0 0 0,0 1 1 0 0,20-6-1 0 0,-26 11-338 0 0,0 0 0 0 0,-1 1 0 0 0,1 0 0 0 0,0 0 1 0 0,0 1-1 0 0,0 0 0 0 0,0 0 0 0 0,10 2 0 0 0,-17-1-25 0 0,0-1 0 0 0,-1 1 0 0 0,1-1 0 0 0,0 1 0 0 0,0 0 0 0 0,-1-1 0 0 0,1 1 0 0 0,0 0 0 0 0,-1 0 0 0 0,1 0 0 0 0,-1 0 0 0 0,1 1 0 0 0,-1-1 0 0 0,1 0 0 0 0,-1 1 0 0 0,0-1 0 0 0,2 3 0 0 0,-2-2-13 0 0,-1 0 0 0 0,1 1 0 0 0,-1-1 0 0 0,1 0 0 0 0,-1 0 0 0 0,0 0 0 0 0,0 0 0 0 0,0 1 0 0 0,0-1 0 0 0,0 0 0 0 0,0 0 0 0 0,-1 0 0 0 0,1 1 0 0 0,-1-1 0 0 0,1 0 0 0 0,-1 0 0 0 0,0 0 0 0 0,-2 4 0 0 0,-99 200 392 0 0,116-218-1320 0 0,1 2 1 0 0,26-16-1 0 0,-32 21 974 0 0,0 0-1 0 0,1 0 1 0 0,0 1 0 0 0,0 0 0 0 0,0 1-1 0 0,0 0 1 0 0,1 1 0 0 0,-1 0-1 0 0,1 0 1 0 0,12 0 0 0 0,-17 3-14 0 0,0-1 1 0 0,0 1-1 0 0,0 0 1 0 0,0 1 0 0 0,0-1-1 0 0,-1 1 1 0 0,1 0-1 0 0,0 1 1 0 0,-1-1-1 0 0,1 1 1 0 0,-1 0 0 0 0,0 0-1 0 0,0 1 1 0 0,0 0-1 0 0,-1 0 1 0 0,1 0-1 0 0,-1 0 1 0 0,0 1 0 0 0,5 6-1 0 0,-4-4 118 0 0,0 0 0 0 0,0 0 1 0 0,-1 1-1 0 0,1 0 0 0 0,-2 0 0 0 0,1 0 0 0 0,-1 0 0 0 0,-1 1 0 0 0,1-1 0 0 0,-1 1 0 0 0,-1-1 0 0 0,0 1 0 0 0,0 0 1 0 0,0 0-1 0 0,-1 0 0 0 0,-1 0 0 0 0,1-1 0 0 0,-1 1 0 0 0,-1 0 0 0 0,0 0 0 0 0,-5 13 0 0 0,0-4 144 0 0,-1-1 0 0 0,0 0-1 0 0,-2 0 1 0 0,0-1 0 0 0,-1 0-1 0 0,0-1 1 0 0,-1 0-1 0 0,-1-1 1 0 0,-16 14 0 0 0,-10 7-1749 0 0,22-17 705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0.9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8 456 0 0,'-9'7'734'0'0,"11"-11"-399"0"0,-2 3-306 0 0,0 0-1 0 0,1 1 0 0 0,-1-1 0 0 0,1 0 0 0 0,-1 1 0 0 0,1-1 0 0 0,-1 1 1 0 0,1-1-1 0 0,-1 1 0 0 0,1-1 0 0 0,-1 1 0 0 0,1-1 0 0 0,0 1 0 0 0,-1 0 1 0 0,1-1-1 0 0,0 1 0 0 0,-1 0 0 0 0,1 0 0 0 0,0-1 0 0 0,-1 1 0 0 0,3 0 0 0 0,-2 1 189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1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13 202 920 0 0,'-13'10'1681'0'0,"27"-22"3105"0"0,1-1-3950 0 0,49-52 2505 0 0,-43 42-3610 0 0,1 2-1 0 0,0 0 0 0 0,35-23 0 0 0,-38 31-3566 0 0</inkml:trace>
  <inkml:trace contextRef="#ctx0" brushRef="#br0" timeOffset="1">258 227 3681 0 0,'-10'3'4227'0'0,"32"-21"1066"0"0,-18 15-6295 0 0,25-20 1023 0 0,42-25 0 0 0,-1 9-5631 0 0,-51 30 3580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1.7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 9218 0 0,'1'0'93'0'0,"-1"0"-1"0"0,1-1 1 0 0,-1 1-1 0 0,1 0 1 0 0,-1 0-1 0 0,1-1 1 0 0,-1 1-1 0 0,1 0 1 0 0,0 0 0 0 0,-1 0-1 0 0,1 0 1 0 0,-1 0-1 0 0,1 0 1 0 0,-1 0-1 0 0,1 0 1 0 0,-1 0-1 0 0,1 0 1 0 0,0 0-1 0 0,-1 0 1 0 0,1 0 0 0 0,-1 0-1 0 0,1 0 1 0 0,-1 1-1 0 0,1-1 1 0 0,-1 0-1 0 0,1 0 1 0 0,-1 1-1 0 0,1-1 1 0 0,-1 0 0 0 0,1 1-1 0 0,-1-1 1 0 0,0 0-1 0 0,1 1 1 0 0,-1-1-1 0 0,0 1 1 0 0,1-1-1 0 0,-1 1 1 0 0,0-1 0 0 0,1 1-1 0 0,-1-1 1 0 0,0 1-1 0 0,0-1 1 0 0,1 1-1 0 0,9 25 172 0 0,-7 2 300 0 0,-3 47 1 0 0,-2-47-569 0 0,3 0-1 0 0,3 35 1 0 0,-3-56 2 0 0,1 1 1 0 0,-1-1-1 0 0,1 1 1 0 0,1-1-1 0 0,0 0 1 0 0,0 0-1 0 0,0 0 1 0 0,1 0-1 0 0,-1 0 0 0 0,2-1 1 0 0,-1 0-1 0 0,10 10 1 0 0,-11-13 66 0 0,1 0-1 0 0,-1 0 1 0 0,1-1 0 0 0,0 1 0 0 0,0-1-1 0 0,0 0 1 0 0,0 0 0 0 0,1-1-1 0 0,-1 1 1 0 0,0-1 0 0 0,1 0 0 0 0,-1 0-1 0 0,1-1 1 0 0,-1 1 0 0 0,1-1 0 0 0,0 0-1 0 0,-1 0 1 0 0,1 0 0 0 0,-1-1 0 0 0,1 0-1 0 0,-1 0 1 0 0,1 0 0 0 0,-1 0 0 0 0,0-1-1 0 0,6-2 1 0 0,12-5 196 0 0,-1-2 0 0 0,0 0 0 0 0,31-22 0 0 0,-36 22-226 0 0,55-43-281 0 0,-28 13-5246 0 0,-29 25 467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2.1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1 7370 0 0,'-1'0'175'0'0,"0"-1"0"0"0,-1 1 0 0 0,1 0 0 0 0,0 1 0 0 0,0-1 0 0 0,-1 0 1 0 0,1 0-1 0 0,0 0 0 0 0,0 1 0 0 0,0-1 0 0 0,0 1 0 0 0,-1-1 0 0 0,1 1 1 0 0,0-1-1 0 0,0 1 0 0 0,0-1 0 0 0,0 1 0 0 0,0 0 0 0 0,0 0 0 0 0,0 0 1 0 0,1-1-1 0 0,-1 1 0 0 0,-1 2 0 0 0,1-1 30 0 0,0 0 0 0 0,1 0 0 0 0,-1 0 0 0 0,1-1 0 0 0,0 1 0 0 0,-1 0 0 0 0,1 0-1 0 0,0 0 1 0 0,0 0 0 0 0,0 0 0 0 0,1 0 0 0 0,-1 0 0 0 0,1 3 0 0 0,2 5 334 0 0,0 0 1 0 0,1-1 0 0 0,0 1-1 0 0,7 11 1 0 0,101 207 1514 0 0,-51-98-2799 0 0,-27-68-1887 0 0,-17-37-3191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2.4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153 295 6913 0 0,'-32'25'744'0'0,"28"-20"-508"0"0,0-1 0 0 0,-1 0 1 0 0,1-1-1 0 0,-1 1 0 0 0,0-1 0 0 0,0 0 1 0 0,0 0-1 0 0,-6 2 0 0 0,9-5-162 0 0,1 0-1 0 0,0 0 1 0 0,-1 1-1 0 0,1-1 1 0 0,0 0 0 0 0,-1 0-1 0 0,1 0 1 0 0,0 0-1 0 0,-1-1 1 0 0,1 1 0 0 0,0 0-1 0 0,0-1 1 0 0,-1 1-1 0 0,1 0 1 0 0,0-1 0 0 0,-2-1-1 0 0,0 1 37 0 0,1-1 1 0 0,0 0-1 0 0,0 0 0 0 0,-1 0 0 0 0,1 0 1 0 0,1-1-1 0 0,-1 1 0 0 0,0 0 0 0 0,0-1 0 0 0,-1-3 1 0 0,-1-3-20 0 0,0 0 0 0 0,0 0 1 0 0,1-1-1 0 0,1 0 1 0 0,-1 1-1 0 0,1-1 0 0 0,1 0 1 0 0,0 0-1 0 0,0 0 1 0 0,1 0-1 0 0,0 0 0 0 0,1 0 1 0 0,0 0-1 0 0,1 0 0 0 0,0 0 1 0 0,1 0-1 0 0,3-11 1 0 0,-3 13-76 0 0,1 0 0 0 0,0-1 1 0 0,0 1-1 0 0,0 1 1 0 0,1-1-1 0 0,0 1 0 0 0,0-1 1 0 0,1 1-1 0 0,0 1 0 0 0,0-1 1 0 0,1 1-1 0 0,-1 0 0 0 0,2 1 1 0 0,-1 0-1 0 0,0 0 1 0 0,1 0-1 0 0,0 1 0 0 0,0 0 1 0 0,13-4-1 0 0,-18 7 5 0 0,-1 0 0 0 0,0 1 0 0 0,1-1 0 0 0,-1 1 0 0 0,1-1 0 0 0,-1 1-1 0 0,1 0 1 0 0,-1 0 0 0 0,1 0 0 0 0,-1 0 0 0 0,1 1 0 0 0,-1-1 0 0 0,1 0 0 0 0,-1 1 0 0 0,1 0 0 0 0,-1 0 0 0 0,0 0 0 0 0,1 0 0 0 0,-1 0-1 0 0,3 2 1 0 0,-2-1-27 0 0,-1 1 0 0 0,1-1 0 0 0,-1 1 0 0 0,0 0 0 0 0,0 0 0 0 0,0 0 0 0 0,-1 0 0 0 0,1 0 0 0 0,-1 0 0 0 0,1 0-1 0 0,-1 0 1 0 0,0 1 0 0 0,1 3 0 0 0,1 11-186 0 0,-1 0 0 0 0,-1 0 0 0 0,-1 1 0 0 0,-2 25-1 0 0,2-40 141 0 0,-8 74-534 0 0,3-44 472 0 0,2 0 0 0 0,1 0 0 0 0,3 35-1 0 0,0-61 116 0 0,0 0-1 0 0,0 1 1 0 0,1-1-1 0 0,0 0 0 0 0,0 0 1 0 0,1 0-1 0 0,0 0 0 0 0,0 0 1 0 0,1-1-1 0 0,0 1 0 0 0,0-1 1 0 0,1 0-1 0 0,0 0 1 0 0,0-1-1 0 0,1 1 0 0 0,0-1 1 0 0,7 6-1 0 0,-10-10 54 0 0,-1 0 0 0 0,0-1 0 0 0,1 1 1 0 0,-1-1-1 0 0,1 0 0 0 0,-1 1 0 0 0,1-1 0 0 0,0 0 0 0 0,0-1 1 0 0,-1 1-1 0 0,1 0 0 0 0,0-1 0 0 0,0 0 0 0 0,0 1 0 0 0,0-1 0 0 0,0 0 1 0 0,-1-1-1 0 0,6 0 0 0 0,-3 0 118 0 0,-1-1 1 0 0,1 1 0 0 0,0-1-1 0 0,0 0 1 0 0,-1-1-1 0 0,1 1 1 0 0,-1-1 0 0 0,0 0-1 0 0,7-6 1 0 0,0-2 210 0 0,-1 1 0 0 0,-1-1 0 0 0,0-1 1 0 0,0 0-1 0 0,-1 0 0 0 0,10-20 0 0 0,-17 30-357 0 0,0 0-1 0 0,0 1 0 0 0,0-1 1 0 0,0 0-1 0 0,-1 0 1 0 0,1 1-1 0 0,0-1 0 0 0,-1 0 1 0 0,1 0-1 0 0,-1 0 1 0 0,0 0-1 0 0,1 0 0 0 0,-1 0 1 0 0,0 0-1 0 0,0 0 1 0 0,-1 1-1 0 0,1-1 0 0 0,0 0 1 0 0,0 0-1 0 0,-1 0 1 0 0,0 0-1 0 0,1 0 0 0 0,-1 0 1 0 0,0 1-1 0 0,0-1 1 0 0,0 0-1 0 0,0 1 0 0 0,0-1 1 0 0,0 0-1 0 0,0 1 1 0 0,0-1-1 0 0,-1 1 0 0 0,1 0 1 0 0,-1 0-1 0 0,1-1 1 0 0,-1 1-1 0 0,1 0 0 0 0,-1 0 1 0 0,0 0-1 0 0,1 0 1 0 0,-1 1-1 0 0,0-1 0 0 0,0 0 1 0 0,0 1-1 0 0,0-1 1 0 0,0 1-1 0 0,-2-1 0 0 0,-7-1 68 0 0,-1 1 0 0 0,0 0 0 0 0,1 0-1 0 0,-1 1 1 0 0,0 0 0 0 0,-17 4 0 0 0,-166 38-1207 0 0,99-19-1651 0 0,62-16-3080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2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0 364 3225 0 0,'1'-1'66'0'0,"0"1"0"0"0,0-1 0 0 0,-1 1 0 0 0,1-1 0 0 0,0 1 0 0 0,0-1 0 0 0,0 1 0 0 0,0-1 0 0 0,0 1-1 0 0,0 0 1 0 0,0-1 0 0 0,0 1 0 0 0,0 0 0 0 0,0 0 0 0 0,0 0 0 0 0,0 0 0 0 0,0 0 0 0 0,0 0 0 0 0,0 0 0 0 0,0 0 0 0 0,1 1 0 0 0,-1-1 0 0 0,0 0 0 0 0,0 0 0 0 0,-1 1 0 0 0,1-1 0 0 0,0 1 0 0 0,0-1 0 0 0,0 1 0 0 0,0-1 0 0 0,0 1 0 0 0,0 0 0 0 0,-1-1 0 0 0,1 1 0 0 0,0 0 0 0 0,0 0 0 0 0,0 1 0 0 0,31 40 2795 0 0,-22-28-2251 0 0,1 1-138 0 0,1-1-1 0 0,0 0 1 0 0,1-1 0 0 0,0-1-1 0 0,1 0 1 0 0,1-1-1 0 0,20 13 1 0 0,-30-21-322 0 0,-1-1 0 0 0,1 1 0 0 0,0-1-1 0 0,0 0 1 0 0,0 0 0 0 0,0-1 0 0 0,1 1 0 0 0,-1-1 0 0 0,0 0 0 0 0,1-1-1 0 0,-1 1 1 0 0,1-1 0 0 0,-1 0 0 0 0,0 0 0 0 0,1-1 0 0 0,-1 0 0 0 0,0 0-1 0 0,1 0 1 0 0,-1-1 0 0 0,0 1 0 0 0,0-1 0 0 0,0 0 0 0 0,0-1 0 0 0,0 1-1 0 0,-1-1 1 0 0,1 0 0 0 0,-1 0 0 0 0,1 0 0 0 0,3-5 0 0 0,-5 6-110 0 0,-1-1 1 0 0,0 1-1 0 0,1-1 1 0 0,-1 1-1 0 0,0-1 1 0 0,0 0-1 0 0,-1 1 1 0 0,1-1-1 0 0,0 0 1 0 0,-1 0-1 0 0,0 0 1 0 0,0 0-1 0 0,0-1 1 0 0,0 1-1 0 0,0 0 1 0 0,-1 0-1 0 0,1-1 1 0 0,-1 1-1 0 0,0-6 1 0 0,-1 4 1 0 0,0 0 1 0 0,0 1-1 0 0,-1-1 1 0 0,1 0-1 0 0,-1 0 1 0 0,0 1-1 0 0,-1-1 1 0 0,1 1-1 0 0,-1-1 1 0 0,0 1-1 0 0,-5-6 1 0 0,-5-4-134 0 0,0 2 1 0 0,-1-1-1 0 0,0 2 1 0 0,-1 0-1 0 0,0 1 1 0 0,-18-9 0 0 0,21 12-382 0 0,4 3 44 0 0,-1 0 1 0 0,1-1 0 0 0,0 0-1 0 0,-12-10 1 0 0,19 14 350 0 0,0 0-1 0 0,0 0 1 0 0,0 0-1 0 0,0 0 1 0 0,0 0 0 0 0,0-1-1 0 0,0 1 1 0 0,0 0 0 0 0,1 0-1 0 0,-1-1 1 0 0,0 1-1 0 0,1 0 1 0 0,-1-1 0 0 0,1 1-1 0 0,-1-1 1 0 0,1 1-1 0 0,0-1 1 0 0,0 1 0 0 0,0-1-1 0 0,-1 1 1 0 0,1-1 0 0 0,1 1-1 0 0,-1-1 1 0 0,0 1-1 0 0,0 0 1 0 0,0-1 0 0 0,1 1-1 0 0,-1-1 1 0 0,1 1-1 0 0,-1-1 1 0 0,1 1 0 0 0,0 0-1 0 0,0 0 1 0 0,-1-1-1 0 0,1 1 1 0 0,1-2 0 0 0,12-12 52 0 0,0 1 1 0 0,1 0 0 0 0,1 1 0 0 0,0 1-1 0 0,0 0 1 0 0,1 2 0 0 0,1-1-1 0 0,0 2 1 0 0,0 0 0 0 0,1 2 0 0 0,-1 0-1 0 0,2 1 1 0 0,29-6 0 0 0,-46 11 51 0 0,1 1 1 0 0,-1-1-1 0 0,1 1 0 0 0,0-1 1 0 0,-1 1-1 0 0,1 1 1 0 0,-1-1-1 0 0,1 0 1 0 0,-1 1-1 0 0,1 0 0 0 0,-1-1 1 0 0,1 1-1 0 0,-1 1 1 0 0,0-1-1 0 0,0 0 1 0 0,1 1-1 0 0,-1 0 1 0 0,0 0-1 0 0,0 0 0 0 0,-1 0 1 0 0,1 0-1 0 0,0 0 1 0 0,3 4-1 0 0,-3 0-70 0 0,1-1 0 0 0,-1 1 0 0 0,0-1 0 0 0,-1 1 0 0 0,1 0 0 0 0,-1 0 0 0 0,0 0 0 0 0,-1 0 0 0 0,1 0 0 0 0,-1 1-1 0 0,-1-1 1 0 0,1 8 0 0 0,0 18 24 0 0,-1-14-177 0 0,0 1 0 0 0,2-1-1 0 0,0 1 1 0 0,10 35 0 0 0,-12-50 203 0 0,1-1 0 0 0,1 0 0 0 0,-1 0 0 0 0,0 0 0 0 0,1 0 0 0 0,0 0 0 0 0,-1 0 0 0 0,1 0 0 0 0,0-1 0 0 0,0 1 0 0 0,1-1 0 0 0,-1 1 0 0 0,1-1 0 0 0,-1 0 0 0 0,1 0 0 0 0,-1 0 0 0 0,1 0 0 0 0,0-1 0 0 0,0 1 0 0 0,0-1 0 0 0,0 1 0 0 0,0-1 0 0 0,1 0 0 0 0,-1 0 0 0 0,0-1 0 0 0,0 1 0 0 0,1-1 0 0 0,-1 1 0 0 0,0-1 0 0 0,1 0 0 0 0,-1 0 0 0 0,0-1 0 0 0,1 1 0 0 0,3-2 0 0 0,2 0 247 0 0,0 0 1 0 0,0-2-1 0 0,0 1 0 0 0,0-1 0 0 0,-1 0 0 0 0,0-1 0 0 0,0 1 0 0 0,0-2 0 0 0,0 1 0 0 0,-1-1 0 0 0,0 0 0 0 0,7-9 0 0 0,-6 8 76 0 0,-1-2 1 0 0,0 1-1 0 0,-1-1 1 0 0,0 0-1 0 0,0 0 1 0 0,-1 0-1 0 0,0-1 0 0 0,-1 0 1 0 0,0 0-1 0 0,3-13 1 0 0,-6 17-189 0 0,0 1 0 0 0,0 0 1 0 0,-1 0-1 0 0,0-1 0 0 0,0 1 0 0 0,0 0 1 0 0,-1 0-1 0 0,0 0 0 0 0,0-1 0 0 0,0 1 1 0 0,0 0-1 0 0,-1 0 0 0 0,0 0 0 0 0,-3-6 1 0 0,0 4 25 0 0,1 0 1 0 0,-1 0 0 0 0,0 0 0 0 0,-1 1-1 0 0,0 0 1 0 0,0 0 0 0 0,0 0 0 0 0,-10-6-1 0 0,3 3-455 0 0,-1 1 0 0 0,0 0 0 0 0,0 1 0 0 0,-1 0 0 0 0,0 2 0 0 0,0-1 0 0 0,0 2 0 0 0,-1 0 0 0 0,-17-2-1 0 0,2 4-6774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5.5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0 158 8754 0 0,'0'0'673'0'0,"28"-34"1438"0"0,-9 17-2069 0 0,0 0-1 0 0,1 1 0 0 0,1 1 0 0 0,0 1 0 0 0,1 0 0 0 0,27-11 1 0 0,-35 20-42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5.9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1 119 10138 0 0,'39'-32'1047'0'0,"18"-5"-2357"0"0,-31 23-1988 0 0,40-14-1 0 0,-48 21 3174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6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1 223 6913 0 0,'1'-12'433'0'0,"1"-1"0"0"0,0 1 0 0 0,1-1 0 0 0,0 1 0 0 0,1 0 0 0 0,0 0 0 0 0,1 1-1 0 0,0-1 1 0 0,1 1 0 0 0,1 0 0 0 0,0 0 0 0 0,0 1 0 0 0,1 0 0 0 0,0 0 0 0 0,0 1 0 0 0,11-9-1 0 0,-16 16-341 0 0,0-1-1 0 0,0 1 0 0 0,0 0 0 0 0,1 0 0 0 0,-1 0 1 0 0,0 0-1 0 0,1 1 0 0 0,0-1 0 0 0,-1 1 0 0 0,1 0 0 0 0,0 0 1 0 0,0 0-1 0 0,-1 0 0 0 0,1 1 0 0 0,0 0 0 0 0,0-1 1 0 0,0 2-1 0 0,0-1 0 0 0,0 0 0 0 0,0 1 0 0 0,-1-1 1 0 0,7 3-1 0 0,-6-1-53 0 0,0 0 1 0 0,0 0-1 0 0,-1 1 1 0 0,1-1 0 0 0,-1 1-1 0 0,1 0 1 0 0,-1 0-1 0 0,0 0 1 0 0,0 0-1 0 0,-1 1 1 0 0,1-1 0 0 0,-1 1-1 0 0,1 0 1 0 0,-1 0-1 0 0,0 0 1 0 0,-1 0-1 0 0,1 0 1 0 0,-1 0 0 0 0,1 0-1 0 0,0 5 1 0 0,2 18-197 0 0,-1 1 1 0 0,-1-1 0 0 0,-1 1 0 0 0,-1-1-1 0 0,-2 1 1 0 0,-5 29 0 0 0,2-14 146 0 0,1 57-1 0 0,5-97 139 0 0,-1 1-1 0 0,0 0 0 0 0,1 0 1 0 0,0 0-1 0 0,0 0 0 0 0,0-1 1 0 0,0 1-1 0 0,0-1 0 0 0,1 1 1 0 0,0-1-1 0 0,3 7 0 0 0,-4-10-59 0 0,-1 1-1 0 0,1 0 0 0 0,0-1 1 0 0,-1 1-1 0 0,1 0 0 0 0,0-1 1 0 0,0 1-1 0 0,-1-1 0 0 0,1 1 1 0 0,0-1-1 0 0,0 1 1 0 0,0-1-1 0 0,0 0 0 0 0,0 0 1 0 0,-1 1-1 0 0,1-1 0 0 0,0 0 1 0 0,0 0-1 0 0,0 0 0 0 0,1 0 1 0 0,0 0-12 0 0,0 0 1 0 0,-1-1 0 0 0,1 1 0 0 0,-1-1-1 0 0,1 0 1 0 0,0 1 0 0 0,-1-1-1 0 0,1 0 1 0 0,-1 0 0 0 0,0 0-1 0 0,1 0 1 0 0,-1 0 0 0 0,0 0 0 0 0,0-1-1 0 0,2-1 1 0 0,25-30-313 0 0,37-56 1 0 0,3-5-4269 0 0,-48 68-986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6.6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17 231 6913 0 0,'-16'13'1181'0'0,"22"-14"1523"0"0,31-20 240 0 0,-6-4-2391 0 0,-1-2 1 0 0,32-36 0 0 0,-49 48-1596 0 0,-1-1 0 0 0,0 0-1 0 0,14-30 1 0 0,-19 32-3183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7.0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150 0 3225 0 0,'-18'14'362'0'0,"1"0"0"0"0,0 2 0 0 0,-23 26 0 0 0,33-34 41 0 0,0 1-1 0 0,1 0 1 0 0,0 1 0 0 0,0-1-1 0 0,1 1 1 0 0,0 0-1 0 0,1 0 1 0 0,0 1 0 0 0,-3 12-1 0 0,7-21-258 0 0,0 1 1 0 0,0-1-1 0 0,0 0 0 0 0,0 1 0 0 0,0-1 0 0 0,0 0 0 0 0,1 0 0 0 0,-1 1 1 0 0,1-1-1 0 0,-1 0 0 0 0,1 0 0 0 0,0 0 0 0 0,0 0 0 0 0,0 0 1 0 0,0 0-1 0 0,0 0 0 0 0,1 0 0 0 0,-1 0 0 0 0,1 0 0 0 0,-1 0 0 0 0,4 2 1 0 0,4 4 385 0 0,1 0 0 0 0,0-1 1 0 0,13 7-1 0 0,17 13 720 0 0,-32-19-1207 0 0,-1 1 0 0 0,1 0 0 0 0,-2 1 0 0 0,1 0 0 0 0,-1 0 0 0 0,-1 0 0 0 0,0 1 1 0 0,0 0-1 0 0,-1 0 0 0 0,3 14 0 0 0,-1-2-176 0 0,-2 0 1 0 0,0 0-1 0 0,-2 1 0 0 0,0 26 1 0 0,-4-26-946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7.4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38 155 10594 0 0,'-3'2'-5'0'0,"0"0"0"0"0,1 1-1 0 0,-1-1 1 0 0,1 0 0 0 0,-1 1-1 0 0,1-1 1 0 0,0 1 0 0 0,-1 0 0 0 0,1 0-1 0 0,1 0 1 0 0,-1 0 0 0 0,0 0-1 0 0,1 0 1 0 0,-1 0 0 0 0,1 1-1 0 0,0-1 1 0 0,0 0 0 0 0,1 1 0 0 0,-1-1-1 0 0,1 1 1 0 0,-1-1 0 0 0,1 6-1 0 0,0-6 77 0 0,0 1 0 0 0,0-1 0 0 0,1 1 0 0 0,-1-1 0 0 0,1 1 0 0 0,-1-1 0 0 0,1 1-1 0 0,0-1 1 0 0,0 0 0 0 0,1 1 0 0 0,-1-1 0 0 0,1 0 0 0 0,-1 0 0 0 0,1 0 0 0 0,0 0-1 0 0,0 0 1 0 0,1-1 0 0 0,-1 1 0 0 0,0-1 0 0 0,1 1 0 0 0,0-1 0 0 0,5 4 0 0 0,-2-3-15 0 0,0-1 0 0 0,0 1 0 0 0,1-1 0 0 0,-1-1 1 0 0,1 1-1 0 0,-1-1 0 0 0,1 0 0 0 0,-1 0 0 0 0,1-1 0 0 0,0 0 1 0 0,0 0-1 0 0,-1-1 0 0 0,1 0 0 0 0,-1 0 0 0 0,1 0 1 0 0,11-5-1 0 0,-8 2 76 0 0,0 0 0 0 0,-1 0 0 0 0,1-1 0 0 0,-1-1 0 0 0,-1 0 0 0 0,1 0 0 0 0,-1 0 0 0 0,0-1 0 0 0,0-1 0 0 0,9-10 0 0 0,-11 11-120 0 0,-1 1 1 0 0,-1-1-1 0 0,1 0 0 0 0,-1 0 0 0 0,0 0 0 0 0,-1-1 0 0 0,0 1 1 0 0,0-1-1 0 0,0 0 0 0 0,-1 0 0 0 0,0 0 0 0 0,-1 0 1 0 0,1-9-1 0 0,-2 11-150 0 0,0 1 0 0 0,-1-1 1 0 0,1 0-1 0 0,-1 1 1 0 0,-1-1-1 0 0,1 1 0 0 0,-1-1 1 0 0,0 1-1 0 0,0 0 0 0 0,0 0 1 0 0,-1 0-1 0 0,0 0 1 0 0,0 0-1 0 0,0 0 0 0 0,0 1 1 0 0,-1-1-1 0 0,0 1 0 0 0,0 0 1 0 0,0 0-1 0 0,-7-4 1 0 0,-4-3-4925 0 0</inkml:trace>
  <inkml:trace contextRef="#ctx0" brushRef="#br0" timeOffset="1">654 154 7370 0 0,'0'-3'195'0'0,"0"-1"0"0"0,-1 1 0 0 0,0 0 1 0 0,0 0-1 0 0,0 0 0 0 0,0-1 1 0 0,0 1-1 0 0,-1 0 0 0 0,1 0 0 0 0,-1 1 1 0 0,0-1-1 0 0,0 0 0 0 0,0 1 1 0 0,-4-5-1 0 0,5 6-91 0 0,0 0 1 0 0,0 1-1 0 0,0-1 1 0 0,0 1-1 0 0,0-1 1 0 0,1 1-1 0 0,-1 0 1 0 0,0-1-1 0 0,-1 1 1 0 0,1 0-1 0 0,0 0 1 0 0,0 0-1 0 0,0 0 1 0 0,0 0-1 0 0,0 0 1 0 0,0 0-1 0 0,0 0 1 0 0,0 0-1 0 0,-1 0 1 0 0,0 1-21 0 0,-1 0-1 0 0,1 0 1 0 0,0 0 0 0 0,0 0 0 0 0,0 1 0 0 0,0-1 0 0 0,0 1-1 0 0,1-1 1 0 0,-1 1 0 0 0,0-1 0 0 0,-2 4 0 0 0,-3 6 95 0 0,0-1 1 0 0,0 1 0 0 0,1 0-1 0 0,1 0 1 0 0,0 0-1 0 0,0 1 1 0 0,-4 19-1 0 0,3-6 9 0 0,0 1 0 0 0,-1 41 0 0 0,6-56-95 0 0,1 0 0 0 0,0 1-1 0 0,1-1 1 0 0,0 0 0 0 0,1 0-1 0 0,0 0 1 0 0,1 0 0 0 0,0 0 0 0 0,0-1-1 0 0,2 1 1 0 0,-1-1 0 0 0,8 12-1 0 0,-9-17 47 0 0,1 1-1 0 0,1 0 1 0 0,-1-1-1 0 0,1 0 1 0 0,0 0-1 0 0,0-1 1 0 0,0 1-1 0 0,1-1 1 0 0,0 0-1 0 0,-1-1 0 0 0,1 1 1 0 0,1-1-1 0 0,-1 0 1 0 0,0-1-1 0 0,1 1 1 0 0,-1-1-1 0 0,1-1 1 0 0,0 1-1 0 0,0-1 1 0 0,12 1-1 0 0,-4-2-3 0 0,-1-1-1 0 0,1-1 0 0 0,-1 1 0 0 0,0-2 1 0 0,0 0-1 0 0,0-1 0 0 0,0-1 1 0 0,0 0-1 0 0,-1 0 0 0 0,0-1 1 0 0,0-1-1 0 0,0 0 0 0 0,16-14 1 0 0,-11 8-625 0 0,-2-2 0 0 0,1 1 0 0 0,-2-2 0 0 0,0 0-1 0 0,-1-1 1 0 0,-1-1 0 0 0,0 0 0 0 0,11-22 0 0 0,-19 32-677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0 227 10594 0 0,'22'-24'3193'0'0,"30"-43"0"0"0,-5 6-2848 0 0,-36 49-2139 0 0,0-1-1 0 0,21-16 0 0 0,-19 18 1350 0 0,-3 2 399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8.3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10 144 5529 0 0,'-2'4'20'0'0,"-6"15"808"0"0,8-19-797 0 0,0 1 1 0 0,1-1-1 0 0,-1 0 0 0 0,0 1 1 0 0,0-1-1 0 0,0 0 1 0 0,0 1-1 0 0,0-1 0 0 0,0 0 1 0 0,0 1-1 0 0,1-1 0 0 0,-1 0 1 0 0,0 1-1 0 0,0-1 1 0 0,0 0-1 0 0,1 0 0 0 0,-1 1 1 0 0,0-1-1 0 0,0 0 0 0 0,1 0 1 0 0,-1 1-1 0 0,0-1 0 0 0,1 0 1 0 0,-1 0-1 0 0,0 0 1 0 0,1 0-1 0 0,-1 1 0 0 0,0-1 1 0 0,1 0-1 0 0,-1 0 0 0 0,0 0 1 0 0,1 0-1 0 0,-1 0 1 0 0,1 0-1 0 0,-1 0 0 0 0,0 0 1 0 0,1 0-1 0 0,-1 0 0 0 0,0 0 1 0 0,1 0-1 0 0,-1 0 1 0 0,0 0-1 0 0,1-1 0 0 0,-1 1 1 0 0,0 0-1 0 0,1 0 0 0 0,-1 0 1 0 0,0 0-1 0 0,1-1 1 0 0,-1 1-1 0 0,0 0 0 0 0,0 0 1 0 0,1-1-1 0 0,12-5 598 0 0,1 0 0 0 0,-2-1-1 0 0,1-1 1 0 0,-1 0 0 0 0,0-1 0 0 0,21-20-1 0 0,-7 8-515 0 0,-15 11-847 0 0,0 2 0 0 0,0-1 0 0 0,1 1 0 0 0,0 1 0 0 0,1 0-1 0 0,0 1 1 0 0,0 1 0 0 0,0 0 0 0 0,21-6 0 0 0,-16 9 587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9.4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5 246 5985 0 0,'-1'-2'167'0'0,"1"1"-1"0"0,-1-1 0 0 0,0 1 0 0 0,1-1 1 0 0,0 1-1 0 0,-1-1 0 0 0,1 1 0 0 0,0-1 1 0 0,-1 0-1 0 0,1 1 0 0 0,0-1 0 0 0,0 1 1 0 0,0-1-1 0 0,1 0 0 0 0,-1 1 0 0 0,0-1 1 0 0,1 1-1 0 0,0-3 0 0 0,9-29 1034 0 0,-9 32-1158 0 0,3-11 243 0 0,2 0-1 0 0,-1 0 1 0 0,2 0-1 0 0,-1 1 1 0 0,2 0-1 0 0,-1 0 1 0 0,2 1-1 0 0,-1 0 1 0 0,1 1 0 0 0,1-1-1 0 0,0 2 1 0 0,0-1-1 0 0,0 2 1 0 0,1-1-1 0 0,1 1 1 0 0,20-9-1 0 0,-30 15-296 0 0,0 0 0 0 0,-1 1 0 0 0,1-1 0 0 0,-1 1 0 0 0,1-1 0 0 0,0 1 0 0 0,-1 0 0 0 0,1 0 0 0 0,0 0 0 0 0,-1 0 0 0 0,1 0 0 0 0,0 0 0 0 0,-1 0 0 0 0,1 0 0 0 0,0 1 0 0 0,-1-1 0 0 0,1 1 0 0 0,-1-1 0 0 0,1 1 0 0 0,0 0 0 0 0,-1 0 0 0 0,0-1 0 0 0,1 1 0 0 0,1 1 0 0 0,-1 1-86 0 0,0-1 0 0 0,0 1 1 0 0,0-1-1 0 0,-1 1 1 0 0,1 0-1 0 0,0-1 1 0 0,-1 1-1 0 0,0 0 1 0 0,0 0-1 0 0,0 0 1 0 0,1 6-1 0 0,1 4-253 0 0,-2 0 1 0 0,0 0-1 0 0,0 0 0 0 0,-2 0 1 0 0,-1 17-1 0 0,-22 80-487 0 0,1-9 766 0 0,23-100 72 0 0,0 0 0 0 0,-1-1 0 0 0,1 1 0 0 0,0 0 0 0 0,0 0 0 0 0,-1 0 0 0 0,1 0 0 0 0,0 0 0 0 0,0 0 0 0 0,0 0 0 0 0,0 0 0 0 0,0 0 0 0 0,1 0 0 0 0,-1 0-1 0 0,0 0 1 0 0,0 0 0 0 0,0-1 0 0 0,1 1 0 0 0,-1 0 0 0 0,1 0 0 0 0,-1 0 0 0 0,0 0 0 0 0,1 0 0 0 0,0-1 0 0 0,-1 1 0 0 0,1 0 0 0 0,-1-1 0 0 0,1 1 0 0 0,0 0 0 0 0,0-1 0 0 0,-1 1 0 0 0,1-1 0 0 0,0 1-1 0 0,0-1 1 0 0,0 1 0 0 0,-1-1 0 0 0,1 1 0 0 0,0-1 0 0 0,0 0 0 0 0,0 0 0 0 0,0 1 0 0 0,0-1 0 0 0,0 0 0 0 0,0 0 0 0 0,0 0 0 0 0,1 0 0 0 0,6-1 53 0 0,0-1-1 0 0,0 1 1 0 0,-1-1 0 0 0,16-6 0 0 0,1-1 309 0 0,-9 6-69 0 0,1 0-1 0 0,0 1 1 0 0,0 0-1 0 0,0 2 1 0 0,0 0-1 0 0,0 0 1 0 0,23 5-1 0 0,-34-5-170 0 0,0 1 1 0 0,1 1-1 0 0,-1-1 0 0 0,0 1 0 0 0,0 0 0 0 0,0 0 0 0 0,0 0 0 0 0,0 1 0 0 0,-1 0 0 0 0,1 0 0 0 0,-1 0 0 0 0,0 0 0 0 0,0 1 0 0 0,0-1 0 0 0,0 1 0 0 0,0 0 0 0 0,-1 1 0 0 0,0-1 0 0 0,0 0 0 0 0,0 1 0 0 0,0 0 0 0 0,-1-1 0 0 0,0 1 1 0 0,0 0-1 0 0,3 10 0 0 0,-4-7-33 0 0,0-1 1 0 0,-1 1 0 0 0,0 0 0 0 0,0-1 0 0 0,-1 1-1 0 0,0 0 1 0 0,0-1 0 0 0,-1 1 0 0 0,1-1-1 0 0,-2 1 1 0 0,1-1 0 0 0,-5 7 0 0 0,-6 15-424 0 0,-27 40 0 0 0,34-58 91 0 0,-21 28-2107 0 0,13-21-3078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09.9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423 0 9674 0 0,'1'5'141'0'0,"1"0"1"0"0,-1-1-1 0 0,0 1 0 0 0,0 0 1 0 0,0 0-1 0 0,-1 0 1 0 0,1 0-1 0 0,-1 0 0 0 0,-1 0 1 0 0,0 6-1 0 0,-10 48-425 0 0,6-39 121 0 0,-2 1 0 0 0,0-1 0 0 0,-1 0 0 0 0,-1-1 0 0 0,-1 0 0 0 0,0 0 1 0 0,-2-1-1 0 0,-18 22 0 0 0,23-31 146 0 0,0-1 1 0 0,0 0-1 0 0,-1-1 1 0 0,-1 1-1 0 0,1-2 0 0 0,-1 1 1 0 0,0-1-1 0 0,0-1 1 0 0,-1 1-1 0 0,0-2 1 0 0,0 1-1 0 0,0-1 1 0 0,0-1-1 0 0,-1 0 1 0 0,1 0-1 0 0,-1-1 1 0 0,0-1-1 0 0,-13 1 1 0 0,19-2 91 0 0,0 0 0 0 0,0 0 0 0 0,0-1 1 0 0,1 1-1 0 0,-1-1 0 0 0,0-1 1 0 0,0 1-1 0 0,1-1 0 0 0,-1 1 0 0 0,1-1 1 0 0,-1 0-1 0 0,1-1 0 0 0,0 1 0 0 0,0-1 1 0 0,0 0-1 0 0,0 0 0 0 0,-3-4 1 0 0,2 1-67 0 0,0 1 0 0 0,1-1 0 0 0,0 0 0 0 0,1-1 1 0 0,-1 1-1 0 0,1 0 0 0 0,1-1 0 0 0,-1 0 1 0 0,1 0-1 0 0,-3-12 0 0 0,3 5 4 0 0,0-1-1 0 0,1 0 1 0 0,1 0 0 0 0,0 0 0 0 0,1 0-1 0 0,0 1 1 0 0,1-1 0 0 0,1 0 0 0 0,0 1-1 0 0,10-26 1 0 0,-10 34 74 0 0,0-1-1 0 0,0 0 1 0 0,1 1-1 0 0,0 0 1 0 0,0-1-1 0 0,1 2 1 0 0,0-1-1 0 0,0 0 1 0 0,0 1 0 0 0,1 0-1 0 0,-1 0 1 0 0,1 1-1 0 0,0 0 1 0 0,1 0-1 0 0,-1 0 1 0 0,1 0-1 0 0,-1 1 1 0 0,1 1-1 0 0,0-1 1 0 0,0 1 0 0 0,1 0-1 0 0,10-2 1 0 0,-8 4 83 0 0,0-1 0 0 0,-1 1 0 0 0,1 1 0 0 0,0 0 0 0 0,0 0 0 0 0,0 1 0 0 0,-1 0 0 0 0,1 0 0 0 0,-1 1 0 0 0,0 1 0 0 0,0-1 0 0 0,0 2 0 0 0,0-1 0 0 0,0 1 0 0 0,-1 0 0 0 0,12 11 0 0 0,-6-4 93 0 0,-1 1 1 0 0,0 1-1 0 0,-1 0 0 0 0,0 1 1 0 0,-1 0-1 0 0,-1 1 0 0 0,-1 0 1 0 0,0 0-1 0 0,-1 1 0 0 0,-1 0 1 0 0,0 1-1 0 0,-2-1 0 0 0,0 1 1 0 0,3 19-1 0 0,-1 5 55 0 0,3 66 1 0 0,-8 43-4489 0 0,-3-102 1119 0 0,2-28-2563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10.4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1 241 8178 0 0,'15'-33'762'0'0,"2"2"1"0"0,1 0-1 0 0,2 2 0 0 0,1 0 1 0 0,41-44-1 0 0,-61 71-664 0 0,1 1 0 0 0,-1 0 0 0 0,1-1 0 0 0,-1 1 0 0 0,1 0 0 0 0,0 0-1 0 0,-1 0 1 0 0,1 0 0 0 0,0 0 0 0 0,-1 1 0 0 0,1-1 0 0 0,3 0 0 0 0,-4 1-30 0 0,-1 0 0 0 0,1 0 0 0 0,0 0 1 0 0,0 0-1 0 0,0 0 0 0 0,-1 0 0 0 0,1 0 0 0 0,0 1 0 0 0,0-1 0 0 0,0 0 1 0 0,-1 1-1 0 0,1-1 0 0 0,0 0 0 0 0,-1 1 0 0 0,1-1 0 0 0,0 1 0 0 0,-1-1 0 0 0,1 1 1 0 0,0-1-1 0 0,0 2 0 0 0,2 2 207 0 0,0 1 0 0 0,0 0 0 0 0,-1 0-1 0 0,0 0 1 0 0,0 0 0 0 0,3 11 0 0 0,-1-3-251 0 0,144 412 2455 0 0,-38-145-4279 0 0,-109-277 1642 0 0,1 1-381 0 0,-1 0 0 0 0,1 1 0 0 0,0-1 0 0 0,0 0 0 0 0,0 0 0 0 0,1-1 0 0 0,-1 1 0 0 0,1 0 0 0 0,6 5 0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10.8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25 227 8290 0 0,'-1'1'55'0'0,"0"-1"0"0"0,0 0 1 0 0,-1 0-1 0 0,1 0 0 0 0,0 0 0 0 0,0 0 1 0 0,0 0-1 0 0,-1 0 0 0 0,1 0 0 0 0,0 0 1 0 0,0-1-1 0 0,0 1 0 0 0,-1 0 0 0 0,1-1 1 0 0,0 1-1 0 0,0-1 0 0 0,-1 0 0 0 0,1 0 9 0 0,1 1-1 0 0,0-1 1 0 0,-1 1-1 0 0,1-1 0 0 0,0 1 1 0 0,0-1-1 0 0,0 1 0 0 0,-1-1 1 0 0,1 0-1 0 0,0 1 0 0 0,0-1 1 0 0,0 1-1 0 0,0-1 0 0 0,0 0 1 0 0,0 1-1 0 0,0-1 0 0 0,0 1 1 0 0,0-1-1 0 0,0 1 1 0 0,1-1-1 0 0,-1 0 0 0 0,0 1 1 0 0,0-1-1 0 0,1 0 0 0 0,2-5 476 0 0,1-1 0 0 0,0 1 0 0 0,0 1 0 0 0,8-10 0 0 0,57-61 1587 0 0,5 3-3596 0 0,-52 53 798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11.1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59 209 5065 0 0,'-14'9'288'0'0,"10"-5"-124"0"0,-1-1 0 0 0,1 0 0 0 0,-1 0 0 0 0,1-1 0 0 0,-1 1 0 0 0,0-1 0 0 0,-8 2 0 0 0,28-25 2509 0 0,156-119 5547 0 0,-153 123-7624 0 0,-9 7-286 0 0,1 1-1 0 0,0 0 1 0 0,1 0-1 0 0,0 1 0 0 0,14-8 1 0 0,-24 15-280 0 0,0 1 1 0 0,-1 0-1 0 0,1 0 0 0 0,-1-1 1 0 0,1 1-1 0 0,0 0 0 0 0,-1 0 1 0 0,1 0-1 0 0,-1 0 0 0 0,1 0 1 0 0,0 0-1 0 0,-1 0 1 0 0,1 0-1 0 0,0 0 0 0 0,-1 0 1 0 0,1 0-1 0 0,0 0 0 0 0,-1 0 1 0 0,1 1-1 0 0,-1-1 0 0 0,1 0 1 0 0,0 0-1 0 0,-1 1 0 0 0,1-1 1 0 0,-1 0-1 0 0,1 1 0 0 0,0-1 1 0 0,8 19 301 0 0,-3 34-252 0 0,-6-42 22 0 0,4 38 93 0 0,2 0 0 0 0,24 94 0 0 0,-23-120-137 0 0,1 1 0 0 0,1-2 0 0 0,1 1 0 0 0,1-1 0 0 0,2-1 0 0 0,0 0 0 0 0,29 36-1 0 0,60 51-2568 0 0,-88-92 923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5:11.5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0 321 3681 0 0,'73'-50'11215'0'0,"8"-6"-5985"0"0,168-124-5069 0 0,-204 146-7397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24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260 99 3225 0 0,'4'-12'-1710'0'0,"1"-40"3613"0"0,-4 49-1661 0 0,-1 1 1 0 0,0-1-1 0 0,-1 1 0 0 0,1-1 0 0 0,0 1 1 0 0,-1-1-1 0 0,1 1 0 0 0,-1 0 0 0 0,0-1 1 0 0,-1-3-1 0 0,1 6-183 0 0,1-1 1 0 0,0 1-1 0 0,0 0 1 0 0,-1 0-1 0 0,1-1 1 0 0,0 1-1 0 0,0 0 1 0 0,-1 0-1 0 0,1-1 1 0 0,0 1-1 0 0,-1 0 1 0 0,1 0-1 0 0,0 0 1 0 0,-1 0-1 0 0,1 0 1 0 0,-1 0-1 0 0,1-1 1 0 0,0 1-1 0 0,-1 0 1 0 0,1 0-1 0 0,0 0 1 0 0,-1 0-1 0 0,1 0 1 0 0,0 0-1 0 0,-1 0 1 0 0,1 1-1 0 0,-1-1 1 0 0,-15 11 981 0 0,6 0-612 0 0,0 1 0 0 0,1 0 1 0 0,0 0-1 0 0,1 1 0 0 0,-12 27 1 0 0,-25 75 173 0 0,26-61-321 0 0,3-14-173 0 0,-48 144-64 0 0,57-156-31 0 0,0 1 0 0 0,2 0 0 0 0,1 0 0 0 0,0 49 0 0 0,7 13-13 0 0,4 0 0 0 0,4-1 0 0 0,38 150 0 0 0,-37-194 49 0 0,2-1 1 0 0,3 0-1 0 0,1-1 1 0 0,2-1-1 0 0,1-1 1 0 0,3 0-1 0 0,35 45 1 0 0,-52-80 21 0 0,-1 0 0 0 0,1 0 1 0 0,1-1-1 0 0,-1 0 0 0 0,1-1 1 0 0,0 0-1 0 0,1 0 0 0 0,-1-1 0 0 0,1 0 1 0 0,0 0-1 0 0,0-1 0 0 0,0 0 1 0 0,0 0-1 0 0,0-1 0 0 0,1-1 0 0 0,-1 1 1 0 0,1-2-1 0 0,-1 1 0 0 0,1-1 1 0 0,16-2-1 0 0,-7-1 19 0 0,1 0 1 0 0,-1-1-1 0 0,0-1 1 0 0,0 0-1 0 0,0-2 1 0 0,-1 0-1 0 0,0-1 0 0 0,-1-1 1 0 0,20-12-1 0 0,-25 12-60 0 0,-1 0 0 0 0,0-1 0 0 0,-1 0 0 0 0,0 0 0 0 0,0-1 0 0 0,-1-1 0 0 0,12-19-1 0 0,45-96 108 0 0,-41 75-47 0 0,-5 10-138 0 0,-2-1-1 0 0,-2-1 1 0 0,-2 0-1 0 0,-2-1 1 0 0,-1-1-1 0 0,-3 0 1 0 0,4-85-1 0 0,-11 122 31 0 0,3-47 34 0 0,-3 1 1 0 0,-1 0 0 0 0,-4 0 0 0 0,-14-80 0 0 0,9 94 152 0 0,-2 0-1 0 0,-2 1 0 0 0,-2 1 1 0 0,-36-70-1 0 0,37 83-52 0 0,0 2 1 0 0,-2 0-1 0 0,-2 1 0 0 0,0 0 0 0 0,-1 2 0 0 0,-22-20 1 0 0,34 34-66 0 0,0 2 0 0 0,0-1 1 0 0,-1 1-1 0 0,0 0 0 0 0,0 1 0 0 0,0 0 1 0 0,0 0-1 0 0,-1 0 0 0 0,0 1 1 0 0,1 1-1 0 0,-1-1 0 0 0,0 2 0 0 0,0-1 1 0 0,0 1-1 0 0,-1 0 0 0 0,1 1 1 0 0,0 0-1 0 0,0 1 0 0 0,0 0 0 0 0,0 0 1 0 0,0 1-1 0 0,-15 4 0 0 0,10 0-71 0 0,1 0 0 0 0,-1 0-1 0 0,1 2 1 0 0,1-1 0 0 0,-1 2-1 0 0,1-1 1 0 0,-18 19 0 0 0,10-7-977 0 0,0 1 0 0 0,2 1 0 0 0,-17 25 0 0 0,23-25-370 0 0,3-2-9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26.6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66 128 2761 0 0,'-2'-17'184'0'0,"1"7"200"0"0,0-1 0 0 0,0 1 0 0 0,-1 0 0 0 0,0 0 0 0 0,-1 0 0 0 0,0 0 0 0 0,-1 0 0 0 0,-7-13 0 0 0,11 22-340 0 0,0 1 0 0 0,0 0 0 0 0,0-1-1 0 0,-1 1 1 0 0,1 0 0 0 0,0-1-1 0 0,0 1 1 0 0,-1 0 0 0 0,1-1-1 0 0,0 1 1 0 0,0 0 0 0 0,-1 0 0 0 0,1-1-1 0 0,0 1 1 0 0,-1 0 0 0 0,1 0-1 0 0,0 0 1 0 0,-1-1 0 0 0,1 1 0 0 0,0 0-1 0 0,-1 0 1 0 0,1 0 0 0 0,0 0-1 0 0,-1 0 1 0 0,1 0 0 0 0,0 0 0 0 0,-1 0-1 0 0,1 0 1 0 0,-1 0 0 0 0,1 0-1 0 0,0 0 1 0 0,-1 0 0 0 0,1 0 0 0 0,0 0-1 0 0,-1 0 1 0 0,0 0 0 0 0,-8 14 850 0 0,-1 19-230 0 0,7 2-439 0 0,2-1 0 0 0,1 1 1 0 0,1-1-1 0 0,2 1 0 0 0,12 53 0 0 0,-3-13 37 0 0,77 504 1304 0 0,35-6-1119 0 0,-119-551-433 0 0,52 227-11 0 0,-53-220 3 0 0,-1 0-1 0 0,-1 0 1 0 0,-2-1-1 0 0,0 1 1 0 0,-2 0-1 0 0,-10 50 1 0 0,11-78-26 0 0,-11 41 79 0 0,11-41-128 0 0,1 1 0 0 0,-1 0 0 0 0,0 0 0 0 0,0-1 0 0 0,1 1 0 0 0,-1-1 0 0 0,0 1 0 0 0,0 0 0 0 0,-1-1 0 0 0,1 0 0 0 0,0 1 0 0 0,0-1-1 0 0,-1 0 1 0 0,1 1 0 0 0,-1-1 0 0 0,1 0 0 0 0,-1 0 0 0 0,1 0 0 0 0,-1 0 0 0 0,-1 0 0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27.3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204 79 3225 0 0,'-28'29'353'0'0,"1"2"1"0"0,2 0-1 0 0,1 2 0 0 0,1 0 1 0 0,-29 58-1 0 0,32-38 878 0 0,19-50-1177 0 0,0 0 0 0 0,1 0 0 0 0,-1 0 0 0 0,0 0 0 0 0,1 0 0 0 0,0 0 1 0 0,0 0-1 0 0,0 0 0 0 0,0 0 0 0 0,0 1 0 0 0,1-1 0 0 0,-1 0 0 0 0,1 0 0 0 0,0 0 0 0 0,1 4 1 0 0,-1-6-31 0 0,0 0 1 0 0,-1-1 0 0 0,1 1-1 0 0,0 0 1 0 0,0-1-1 0 0,0 1 1 0 0,0-1 0 0 0,0 1-1 0 0,-1-1 1 0 0,1 1 0 0 0,0-1-1 0 0,0 0 1 0 0,0 1 0 0 0,0-1-1 0 0,0 0 1 0 0,0 0 0 0 0,0 0-1 0 0,1 0 1 0 0,-1 0 0 0 0,0 0-1 0 0,0 0 1 0 0,0 0 0 0 0,0 0-1 0 0,0 0 1 0 0,0-1-1 0 0,0 1 1 0 0,0 0 0 0 0,0-1-1 0 0,0 1 1 0 0,-1-1 0 0 0,1 1-1 0 0,0-1 1 0 0,0 1 0 0 0,0-1-1 0 0,0 1 1 0 0,-1-1 0 0 0,1 0-1 0 0,0 0 1 0 0,0 0 0 0 0,31-30 781 0 0,-17 11-437 0 0,-1-1 0 0 0,-2 0 1 0 0,0-1-1 0 0,15-38 0 0 0,2-4-7 0 0,7-17-135 0 0,14-25 325 0 0,-49 106-541 0 0,-1 0 0 0 0,0-1 0 0 0,0 1-1 0 0,0 0 1 0 0,0-1 0 0 0,0 1 0 0 0,1 0-1 0 0,-1 0 1 0 0,0-1 0 0 0,0 1 0 0 0,0 0-1 0 0,1 0 1 0 0,-1 0 0 0 0,0-1 0 0 0,0 1-1 0 0,1 0 1 0 0,-1 0 0 0 0,0 0 0 0 0,1 0-1 0 0,-1-1 1 0 0,0 1 0 0 0,1 0 0 0 0,-1 0 0 0 0,0 0-1 0 0,0 0 1 0 0,1 0 0 0 0,-1 0 0 0 0,0 0-1 0 0,1 0 1 0 0,-1 0 0 0 0,0 0 0 0 0,1 0-1 0 0,-1 0 1 0 0,0 0 0 0 0,1 0 0 0 0,10 11 264 0 0,9 26 138 0 0,-17-30-259 0 0,122 211 1222 0 0,-114-202-1477 0 0,1-1 0 0 0,0 0 0 0 0,2-1 0 0 0,-1 0 0 0 0,2-1 0 0 0,-1-1 0 0 0,34 21 0 0 0,-20-16-187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27.7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12 176 6913 0 0,'-2'-3'13'0'0,"1"0"0"0"0,-1-1-1 0 0,1 1 1 0 0,0-1 0 0 0,-1 1-1 0 0,2-1 1 0 0,-1 0-1 0 0,0 1 1 0 0,1-1 0 0 0,0 0-1 0 0,-1 1 1 0 0,1-1-1 0 0,1 0 1 0 0,-1 1 0 0 0,1-1-1 0 0,-1 0 1 0 0,1 1-1 0 0,0-1 1 0 0,0 1 0 0 0,1-1-1 0 0,2-5 1 0 0,-1 1 220 0 0,0 1 1 0 0,1 0-1 0 0,-1 0 1 0 0,1 0-1 0 0,1 1 1 0 0,-1-1-1 0 0,1 1 1 0 0,0 0-1 0 0,11-9 1 0 0,-14 13-137 0 0,0 1 1 0 0,1-1-1 0 0,-1 1 0 0 0,0-1 1 0 0,0 1-1 0 0,1 0 0 0 0,-1 0 1 0 0,1 0-1 0 0,-1 0 0 0 0,1 0 1 0 0,0 1-1 0 0,-1-1 1 0 0,1 1-1 0 0,-1 0 0 0 0,1 0 1 0 0,0-1-1 0 0,-1 2 0 0 0,1-1 1 0 0,0 0-1 0 0,-1 1 0 0 0,1-1 1 0 0,-1 1-1 0 0,1 0 0 0 0,0-1 1 0 0,-1 1-1 0 0,0 1 1 0 0,1-1-1 0 0,-1 0 0 0 0,0 1 1 0 0,1-1-1 0 0,-1 1 0 0 0,3 2 1 0 0,8 9 132 0 0,0 1 1 0 0,-1 1 0 0 0,0 0-1 0 0,-1 0 1 0 0,-1 1 0 0 0,11 21-1 0 0,-11-17 7 0 0,2-1 1 0 0,0-1-1 0 0,1 0 0 0 0,17 19 0 0 0,3-6-421 0 0,-17-18-419 0 0,-2 1 0 0 0,0 1 0 0 0,13 17 0 0 0,-20-19-4138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28.2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0 210 3225 0 0,'3'-17'254'0'0,"1"1"1"0"0,1 0-1 0 0,0-1 1 0 0,1 2 0 0 0,1-1-1 0 0,0 1 1 0 0,1 0-1 0 0,0 0 1 0 0,19-23 0 0 0,-25 36-172 0 0,-1 0 0 0 0,1 0 1 0 0,-1 0-1 0 0,1 0 0 0 0,0 0 1 0 0,-1 0-1 0 0,1 0 0 0 0,0 1 1 0 0,0-1-1 0 0,0 1 0 0 0,1 0 1 0 0,-1-1-1 0 0,0 1 0 0 0,0 0 1 0 0,1 0-1 0 0,-1 0 0 0 0,1 1 1 0 0,-1-1-1 0 0,1 0 0 0 0,-1 1 1 0 0,1 0-1 0 0,-1-1 0 0 0,1 1 1 0 0,-1 0-1 0 0,1 1 0 0 0,0-1 1 0 0,-1 0-1 0 0,1 1 0 0 0,-1-1 1 0 0,5 2-1 0 0,-4 0-62 0 0,0 0 1 0 0,0 0-1 0 0,0 0 1 0 0,0 1-1 0 0,-1-1 0 0 0,1 1 1 0 0,-1-1-1 0 0,1 1 1 0 0,-1 0-1 0 0,0 0 0 0 0,0 0 1 0 0,0 0-1 0 0,-1 0 0 0 0,1 1 1 0 0,-1-1-1 0 0,0 0 1 0 0,0 1-1 0 0,0-1 0 0 0,0 1 1 0 0,0-1-1 0 0,0 6 1 0 0,0 8 142 0 0,-1 0 0 0 0,-1-1 0 0 0,0 1 0 0 0,-1 0 0 0 0,-7 29 0 0 0,-33 82 761 0 0,6-20-201 0 0,36-107-721 0 0,0-1 0 0 0,0 1 0 0 0,-1-1 0 0 0,1 1 0 0 0,0-1 0 0 0,0 1 0 0 0,0-1 0 0 0,-1 1 0 0 0,1-1 0 0 0,0 1 0 0 0,0-1 0 0 0,0 1 0 0 0,0 0 0 0 0,0-1 0 0 0,0 1 0 0 0,0-1 0 0 0,0 1 0 0 0,0-1 0 0 0,1 1 0 0 0,-1 0 0 0 0,0-1-1 0 0,0 1 1 0 0,0-1 0 0 0,1 1 0 0 0,-1-1 0 0 0,0 1 0 0 0,0-1 0 0 0,1 1 0 0 0,-1-1 0 0 0,1 0 0 0 0,-1 1 0 0 0,0-1 0 0 0,1 1 0 0 0,0-1 21 0 0,1 0-1 0 0,-1 0 1 0 0,0 0-1 0 0,0 0 1 0 0,1 0 0 0 0,-1 0-1 0 0,0-1 1 0 0,0 1-1 0 0,0 0 1 0 0,0-1-1 0 0,1 1 1 0 0,-1-1 0 0 0,0 1-1 0 0,1-2 1 0 0,36-24 800 0 0,-23 12-581 0 0,-3 2 159 0 0,0 1 0 0 0,1 1 0 0 0,0 0 1 0 0,0 0-1 0 0,1 2 0 0 0,18-9 0 0 0,-28 16-506 0 0,-1 0-1 0 0,1 0 0 0 0,0 1 0 0 0,0 0 0 0 0,0-1 0 0 0,-1 2 0 0 0,1-1 0 0 0,0 0 1 0 0,0 1-1 0 0,5 1 0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29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59 188 2761 0 0,'-30'-6'1373'0'0,"2"0"3183"0"0,35 8-3297 0 0,7 1-642 0 0,65-18 968 0 0,172-26 1755 0 0,-181 37-2571 0 0,0 3 1 0 0,89 10-1 0 0,-158-9-767 0 0,281 7 342 0 0,51 4 364 0 0,-24 6-406 0 0,-216-13-261 0 0,85 4 17 0 0,111 4 60 0 0,-239-11-112 0 0,11 1 14 0 0,1-3 1 0 0,121-16-1 0 0,-115 3 56 0 0,229-38 433 0 0,-229 44-399 0 0,1 3 0 0 0,96 5 0 0 0,-109 4-101 0 0,161 5 48 0 0,-166-10-51 0 0,0-1 1 0 0,65-13-1 0 0,272-59 431 0 0,-368 70-751 0 0,-1 0 0 0 0,1 1 0 0 0,0 1 0 0 0,0 1 0 0 0,1 0 0 0 0,-1 2 0 0 0,0 0 0 0 0,0 2-1 0 0,0 0 1 0 0,-1 1 0 0 0,1 1 0 0 0,22 9 0 0 0,33 19-4315 0 0,-51-21 11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30.1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232 124 920 0 0,'-23'-41'1069'0'0,"19"33"-1025"0"0,0-1 0 0 0,-1 1-1 0 0,0 0 1 0 0,0 0 0 0 0,-1 0-1 0 0,-9-9 1 0 0,13 15 58 0 0,-1 0 0 0 0,0 1 0 0 0,1-1 0 0 0,-1 1 0 0 0,0-1 1 0 0,1 1-1 0 0,-1 0 0 0 0,0 0 0 0 0,0 0 0 0 0,0 0 0 0 0,0 1 0 0 0,0-1 0 0 0,0 1 0 0 0,0-1 1 0 0,-1 1-1 0 0,1 0 0 0 0,0 1 0 0 0,0-1 0 0 0,0 0 0 0 0,0 1 0 0 0,0 0 0 0 0,0 0 0 0 0,0 0 1 0 0,-4 1-1 0 0,1 1 669 0 0,-1-1 0 0 0,1 1 0 0 0,0 0 0 0 0,0 0 0 0 0,0 1 0 0 0,0 0 0 0 0,1 0 0 0 0,-1 0 0 0 0,1 0 0 0 0,-8 9 0 0 0,11-10-606 0 0,0 0-1 0 0,1 0 1 0 0,-1 0 0 0 0,1 0 0 0 0,-1 0 0 0 0,1 0 0 0 0,0 0-1 0 0,0 0 1 0 0,0 1 0 0 0,1-1 0 0 0,-1 0 0 0 0,1 1 0 0 0,0-1 0 0 0,0 0-1 0 0,0 1 1 0 0,0-1 0 0 0,0 0 0 0 0,1 1 0 0 0,-1-1 0 0 0,1 0-1 0 0,0 0 1 0 0,0 1 0 0 0,3 3 0 0 0,-1 1-109 0 0,1 1 0 0 0,0-2 1 0 0,1 1-1 0 0,0-1 0 0 0,0 1 0 0 0,0-1 0 0 0,1 0 1 0 0,0-1-1 0 0,0 0 0 0 0,1 0 0 0 0,0 0 0 0 0,0-1 1 0 0,8 5-1 0 0,6 1-27 0 0,1 0 1 0 0,0-2-1 0 0,32 9 1 0 0,26 11 360 0 0,-77-28-366 0 0,1 0 0 0 0,-1 1 1 0 0,0-1-1 0 0,0 1 0 0 0,-1 0 0 0 0,1-1 1 0 0,0 1-1 0 0,-1 0 0 0 0,1 1 0 0 0,-1-1 0 0 0,1 0 1 0 0,-1 1-1 0 0,0-1 0 0 0,0 1 0 0 0,0 0 1 0 0,2 5-1 0 0,-3-5 15 0 0,-1 0 1 0 0,1 0-1 0 0,-1 0 0 0 0,0 0 1 0 0,0 0-1 0 0,0 0 1 0 0,0 0-1 0 0,0 0 0 0 0,-1 0 1 0 0,1 0-1 0 0,-1 0 1 0 0,0-1-1 0 0,0 1 0 0 0,0 0 1 0 0,0 0-1 0 0,-1-1 0 0 0,1 1 1 0 0,-4 4-1 0 0,-10 14 268 0 0,-1 0-1 0 0,0-2 1 0 0,-2 0 0 0 0,-28 24-1 0 0,-8 9-6245 0 0,32-29-641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31.3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1 219 7834 0 0,'22'-26'1639'0'0,"-7"15"-1256"0"0,-1 0 0 0 0,2 2 0 0 0,-1 0 0 0 0,1 1 0 0 0,0 0 0 0 0,23-7 0 0 0,109-24 550 0 0,-7 2-3468 0 0,-120 31 1728 0 0,53-23-3745 0 0,-52 18 2280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31.7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6913 0 0,'0'0'49'0'0,"-1"0"-1"0"0,0 0 0 0 0,1 0 1 0 0,-1 0-1 0 0,1 0 0 0 0,-1 0 0 0 0,0 0 1 0 0,1 0-1 0 0,-1 1 0 0 0,1-1 0 0 0,-1 0 1 0 0,1 0-1 0 0,-1 0 0 0 0,1 1 0 0 0,-1-1 1 0 0,1 0-1 0 0,-1 1 0 0 0,1-1 1 0 0,-1 0-1 0 0,1 1 0 0 0,-1-1 0 0 0,1 1 1 0 0,0-1-1 0 0,-1 1 0 0 0,1-1 0 0 0,-1 0 1 0 0,1 1-1 0 0,0 0 0 0 0,0-1 0 0 0,-1 1 1 0 0,1-1-1 0 0,0 1 0 0 0,0-1 1 0 0,0 1-1 0 0,0-1 0 0 0,0 1 0 0 0,-1 0 1 0 0,1-1-1 0 0,0 1 0 0 0,0-1 0 0 0,0 1 1 0 0,1 0-1 0 0,-1-1 0 0 0,0 1 0 0 0,0-1 1 0 0,0 2-1 0 0,12 27 3192 0 0,-10-25-3213 0 0,90 177 4192 0 0,-37-96-4423 0 0,-37-62-1971 0 0,30 31-1 0 0,-32-37-3032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46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241 175 5065 0 0,'-202'-26'1591'0'0,"164"21"-965"0"0,219-19-2201 0 0,-78 13 2574 0 0,1 4 0 0 0,159 11 0 0 0,-120 1-590 0 0,-74-4-369 0 0,417-5 209 0 0,79-37 438 0 0,-56 24 246 0 0,-461 16-817 0 0,459-13 531 0 0,-29-1-261 0 0,99-4-117 0 0,456 47 502 0 0,-694 7-779 0 0,-97-9 101 0 0,240 1 46 0 0,111-19-155 0 0,207 33 712 0 0,-469-32 1459 0 0,-154-7-1299 0 0,-21-2-468 0 0,-68-2-1177 0 0,152 17 1 0 0,-179-1-2049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46.9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 0 7370 0 0,'-3'3'66'0'0,"1"-1"0"0"0,-1 1 0 0 0,1 0 0 0 0,0 0 0 0 0,0 0 0 0 0,0 0 0 0 0,0 0 0 0 0,0 0 0 0 0,1 0 0 0 0,-1 0 0 0 0,1 1 0 0 0,-2 6 0 0 0,-9 51-207 0 0,8-39 208 0 0,-22 143 9 0 0,-6 27 489 0 0,-32 167 1558 0 0,57-294-1804 0 0,3 0 1 0 0,2 0-1 0 0,12 105 0 0 0,84 275 814 0 0,-38-213 238 0 0,52 335 868 0 0,-51-255-5095 0 0,-44-249-1696 0 0,-9-40 423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47.6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9634 40 7834 0 0,'-4'-9'251'0'0,"-5"-21"459"0"0,-24 40-623 0 0,-35 5-619 0 0,-136 11 1 0 0,169-23 636 0 0,-153 7 153 0 0,-254-20 0 0 0,5-2 16 0 0,-133 28-308 0 0,-218 3-20 0 0,-2223 65 2614 0 0,2097-22-1825 0 0,867-58-765 0 0,-282 17 13 0 0,149-11 18 0 0,-135 10-30 0 0,-468 24-86 0 0,354-36 164 0 0,-133 6-6 0 0,406-16 140 0 0,47-2-787 0 0,98 5-238 0 0,2 2-2957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6:48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6913 0 0,'0'0'-41'0'0,"12"18"-1112"0"0,11 31 1621 0 0,-10 7-56 0 0,-1 0 0 0 0,3 62 1 0 0,9 47 21 0 0,41 106-281 0 0,7 40 99 0 0,-56-224-187 0 0,7 144 1 0 0,-38 177 78 0 0,2-216-85 0 0,13-108 1766 0 0,13 105 0 0 0,0 61-44 0 0,-14-220-1857 0 0,-1 0 0 0 0,-2-1 0 0 0,-1 1 0 0 0,-1-1-1 0 0,-1 1 1 0 0,-16 36 0 0 0,16-48-3190 0 0,-1 0-1130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3.8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 2761 0 0,'2'-9'2008'0'0,"4"14"-326"0"0,3 12-979 0 0,-2 15-428 0 0,-2-1 1 0 0,4 61 0 0 0,-6-47-141 0 0,29 1163 2665 0 0,-60-726-3095 0 0,3-58 468 0 0,17-277-218 0 0,1-60-885 0 0,5 1 0 0 0,8 90 0 0 0,-4-169-45 0 0,-1-6-8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4.4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143 290 1376 0 0,'-3'-1'-8'0'0,"-1"-2"94"0"0,1 1-1 0 0,-1 0 1 0 0,0 0 0 0 0,1 0 0 0 0,-1 0 0 0 0,0 1-1 0 0,-1 0 1 0 0,-3-1 0 0 0,6 2-53 0 0,1 0 0 0 0,-1 0 0 0 0,0 0 0 0 0,0 1 0 0 0,0-1 0 0 0,1 1 0 0 0,-1-1 0 0 0,0 1 0 0 0,1 0 0 0 0,-1 0 0 0 0,1-1 0 0 0,-1 1 0 0 0,1 0 0 0 0,-1 0 0 0 0,1 1 0 0 0,-1-1 0 0 0,1 0 0 0 0,0 0 0 0 0,0 1 0 0 0,0-1 0 0 0,0 1 0 0 0,-2 2 0 0 0,-8 12 61 0 0,0 1 1 0 0,1 1-1 0 0,0 0 0 0 0,-12 35 0 0 0,23-48 245 0 0,5-8-157 0 0,10-14 396 0 0,4-18-350 0 0,-1-1 1 0 0,-3 0-1 0 0,-1-2 1 0 0,-1 1-1 0 0,-2-2 1 0 0,11-65-1 0 0,-23 98-151 0 0,8-40 449 0 0,-8 45-497 0 0,1 0 0 0 0,-1 0 0 0 0,0 0 0 0 0,0 0 0 0 0,0 0 0 0 0,1 0 0 0 0,-1 0 0 0 0,0 0 0 0 0,1 0 0 0 0,-1 0 0 0 0,1 0 0 0 0,0 0 0 0 0,-1 0 0 0 0,1 0 0 0 0,0 1 0 0 0,-1-1 0 0 0,1 0 0 0 0,0 0 1 0 0,0 1-1 0 0,0-1 0 0 0,-1 0 0 0 0,1 1 0 0 0,0-1 0 0 0,0 1 0 0 0,0-1 0 0 0,0 1 0 0 0,0 0 0 0 0,0-1 0 0 0,0 1 0 0 0,0 0 0 0 0,0 0 0 0 0,0-1 0 0 0,3 1 0 0 0,-3 1-18 0 0,0 0 0 0 0,1-1 0 0 0,-1 1 0 0 0,0 0 0 0 0,1 0 0 0 0,-1 0 0 0 0,0 0 0 0 0,0 0 0 0 0,0 0 0 0 0,0 0 0 0 0,0 1 0 0 0,0-1 0 0 0,0 0 0 0 0,0 1 0 0 0,-1-1 0 0 0,1 0 0 0 0,0 1 0 0 0,-1-1 0 0 0,1 1 0 0 0,0 2 0 0 0,6 36 211 0 0,-5-31-203 0 0,0 12 101 0 0,2 0 1 0 0,1 0 0 0 0,0-1-1 0 0,1 0 1 0 0,1 0-1 0 0,1 0 1 0 0,1-1 0 0 0,1 0-1 0 0,1-1 1 0 0,0 0-1 0 0,1-1 1 0 0,1 0-1 0 0,21 21 1 0 0,49 42-680 0 0,-62-58-2755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5.9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8322 0 0,'0'0'825'0'0,"1"0"-608"0"0,0-1-1 0 0,1 1 0 0 0,-1 0 1 0 0,1 0-1 0 0,-1 1 0 0 0,1-1 0 0 0,-1 0 1 0 0,1 0-1 0 0,-1 1 0 0 0,1-1 1 0 0,-1 1-1 0 0,0-1 0 0 0,1 1 1 0 0,1 1-1 0 0,14 9 688 0 0,-1 0-1 0 0,-1 1 1 0 0,0 1-1 0 0,0 1 1 0 0,-2 0 0 0 0,19 24-1 0 0,64 103 221 0 0,-90-131-991 0 0,23 45-64 0 0,-23-42-377 0 0,0 0 0 0 0,1 0 1 0 0,1-1-1 0 0,0 0 0 0 0,0 0 1 0 0,20 20-1 0 0,-15-23-1169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6.5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1 123 6913 0 0,'0'6'1676'0'0,"8"10"-438"0"0,20 29 506 0 0,-7-13-296 0 0,-3-1-593 0 0,21 36-333 0 0,-35-61-517 0 0,0 0 0 0 0,1 0 0 0 0,0-1 0 0 0,0 1 0 0 0,0-1-1 0 0,1-1 1 0 0,12 9 0 0 0,-18-13-7 0 0,0 0 1 0 0,0 1-1 0 0,0-1 0 0 0,0 0 0 0 0,1 0 1 0 0,-1 0-1 0 0,0 0 0 0 0,0 0 0 0 0,0 0 1 0 0,0 1-1 0 0,0-1 0 0 0,1 0 0 0 0,-1 0 1 0 0,0 0-1 0 0,0 0 0 0 0,0 0 0 0 0,1 0 1 0 0,-1 0-1 0 0,0 0 0 0 0,0 0 0 0 0,0 0 1 0 0,1 0-1 0 0,-1 0 0 0 0,0 0 0 0 0,0 0 1 0 0,0 0-1 0 0,1 0 0 0 0,-1 0 0 0 0,0 0 1 0 0,0 0-1 0 0,0 0 0 0 0,0 0 0 0 0,1 0 1 0 0,-1-1-1 0 0,0 1 0 0 0,0 0 0 0 0,0 0 1 0 0,0 0-1 0 0,1 0 0 0 0,-1 0 0 0 0,0 0 1 0 0,0-1-1 0 0,0 1 0 0 0,-1-11-75 0 0,-11-18-26 0 0,10 25 99 0 0,-8-21-77 0 0,1 0 0 0 0,2 0 0 0 0,0-1 0 0 0,-3-28 0 0 0,8 36 51 0 0,0 1 0 0 0,1 0 0 0 0,1-1 0 0 0,1 1 0 0 0,0-1-1 0 0,1 1 1 0 0,6-21 0 0 0,-8 38 71 0 0,0-1-1 0 0,0 1 1 0 0,0 0-1 0 0,0-1 1 0 0,0 1-1 0 0,0-1 1 0 0,0 1-1 0 0,0-1 0 0 0,0 1 1 0 0,0-1-1 0 0,1 1 1 0 0,-1 0-1 0 0,0-1 1 0 0,0 1-1 0 0,0-1 1 0 0,1 1-1 0 0,-1 0 1 0 0,0-1-1 0 0,1 1 1 0 0,-1 0-1 0 0,0-1 1 0 0,1 1-1 0 0,-1 0 1 0 0,0-1-1 0 0,1 1 1 0 0,-1 0-1 0 0,1 0 1 0 0,-1 0-1 0 0,0-1 0 0 0,1 1 1 0 0,-1 0-1 0 0,1 0 1 0 0,-1 0-1 0 0,1 0 1 0 0,-1 0-1 0 0,1 0 1 0 0,-1 0-1 0 0,1 0 1 0 0,-1 0-1 0 0,0 0 1 0 0,1 0-1 0 0,-1 0 1 0 0,1 0-1 0 0,-1 0 1 0 0,1 0-1 0 0,-1 1 1 0 0,1-1-1 0 0,-1 0 0 0 0,0 0 1 0 0,1 0-1 0 0,-1 1 1 0 0,1-1-1 0 0,-1 0 1 0 0,0 0-1 0 0,1 1 1 0 0,-1-1-1 0 0,0 0 1 0 0,1 1-1 0 0,-1-1 1 0 0,0 1-1 0 0,0-1 1 0 0,1 0-1 0 0,-1 1 1 0 0,0-1-1 0 0,0 1 1 0 0,25 39 1706 0 0,-16-24-1658 0 0,5 2-529 0 0,0-1 1 0 0,1 0-1 0 0,1-1 1 0 0,34 27-1 0 0,-28-27-1163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6.9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3 6913 0 0,'-1'0'35'0'0,"0"-1"0"0"0,0 1 0 0 0,0 0-1 0 0,0-1 1 0 0,0 1 0 0 0,0 0 0 0 0,0 0-1 0 0,0 0 1 0 0,0 0 0 0 0,0 0 0 0 0,0 0-1 0 0,1 0 1 0 0,-1 0 0 0 0,0 0-1 0 0,0 0 1 0 0,0 0 0 0 0,0 1 0 0 0,0-1-1 0 0,0 0 1 0 0,0 1 0 0 0,-1 0 0 0 0,-11 20 1057 0 0,12-20-1023 0 0,-3 12 376 0 0,-1 0 0 0 0,2 0 0 0 0,0 1 0 0 0,1-1 0 0 0,0 1 1 0 0,1-1-1 0 0,0 1 0 0 0,1 0 0 0 0,1 0 0 0 0,0-1 0 0 0,3 15 0 0 0,1-1-71 0 0,1 0 0 0 0,2 0 1 0 0,0-1-1 0 0,19 38 0 0 0,-15-38-455 0 0,2-1-1 0 0,1-1 0 0 0,1-1 1 0 0,1 0-1 0 0,1-1 0 0 0,1-1 0 0 0,1 0 1 0 0,1-2-1 0 0,0 0 0 0 0,1-2 1 0 0,1 0-1 0 0,1-1 0 0 0,0-2 1 0 0,41 18-1 0 0,-35-22-5262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7.2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 3681 0 0,'-1'1'232'0'0,"0"0"0"0"0,0 0 0 0 0,0 0 0 0 0,0 0 0 0 0,0 1 0 0 0,0-1 0 0 0,0 0 0 0 0,0 0 0 0 0,0 1 0 0 0,0-1 0 0 0,1 1 0 0 0,-1-1 0 0 0,1 1 0 0 0,-1-1 0 0 0,1 1 0 0 0,0-1 0 0 0,-1 1 0 0 0,1-1 0 0 0,0 1 1 0 0,0 0-1 0 0,0-1 0 0 0,0 1 0 0 0,0-1 0 0 0,1 1 0 0 0,-1-1 0 0 0,0 1 0 0 0,1-1 0 0 0,-1 1 0 0 0,1 1 0 0 0,20 51 2351 0 0,-19-50-2274 0 0,19 36 1721 0 0,44 63 0 0 0,-13-24-1012 0 0,-25-35-801 0 0,-10-19-397 0 0,-1 1 0 0 0,-1 1 0 0 0,-2 0 0 0 0,0 1 0 0 0,10 36 0 0 0,-20-34-3094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7.6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116 417 3225 0 0,'-14'-16'159'0'0,"1"-1"1"0"0,0 0 0 0 0,1-1-1 0 0,1 0 1 0 0,-15-32-1 0 0,21 39 166 0 0,1 0 0 0 0,0-1 0 0 0,0 1 0 0 0,1-1 0 0 0,1 0 0 0 0,0 1 0 0 0,1-1 0 0 0,0 0 0 0 0,0 0 0 0 0,1 0 0 0 0,3-18 0 0 0,-1 22-134 0 0,1 0 0 0 0,0 1 0 0 0,0-1 0 0 0,0 1-1 0 0,1-1 1 0 0,0 1 0 0 0,1 0 0 0 0,0 1 0 0 0,0-1 0 0 0,0 1 0 0 0,1 0 0 0 0,0 0 0 0 0,8-6 0 0 0,-11 10-67 0 0,0 0 0 0 0,0 0-1 0 0,0 0 1 0 0,1 0 0 0 0,-1 0-1 0 0,1 1 1 0 0,-1 0 0 0 0,1-1 0 0 0,-1 1-1 0 0,1 1 1 0 0,0-1 0 0 0,-1 0 0 0 0,6 1-1 0 0,-6 0-6 0 0,0 1 0 0 0,0-1 0 0 0,-1 1 0 0 0,1-1 0 0 0,0 1 0 0 0,0 0 0 0 0,-1 1 0 0 0,1-1 0 0 0,-1 0 0 0 0,1 1 0 0 0,-1-1 0 0 0,0 1 0 0 0,1 0 0 0 0,-1-1 0 0 0,0 1 0 0 0,0 0 0 0 0,0 1 0 0 0,-1-1 0 0 0,4 4 0 0 0,1 4-13 0 0,-1 0-1 0 0,0 1 0 0 0,0-1 1 0 0,-1 1-1 0 0,0 0 1 0 0,-1 0-1 0 0,0 1 0 0 0,-1-1 1 0 0,0 0-1 0 0,0 21 1 0 0,-2 13 47 0 0,-7 60 1 0 0,7-99-101 0 0,-6 39 95 0 0,3-29 31 0 0,1-1 1 0 0,0 0 0 0 0,2 1 0 0 0,-1-1 0 0 0,4 23 0 0 0,-3-37-151 0 0,0 0 0 0 0,0 0 0 0 0,1 0 1 0 0,-1 0-1 0 0,0 0 0 0 0,0-1 0 0 0,1 1 0 0 0,-1 0 1 0 0,1 0-1 0 0,-1 0 0 0 0,1 0 0 0 0,-1-1 0 0 0,1 1 1 0 0,0 0-1 0 0,-1-1 0 0 0,1 1 0 0 0,0 0 0 0 0,-1-1 1 0 0,1 1-1 0 0,0-1 0 0 0,0 1 0 0 0,0-1 0 0 0,-1 1 1 0 0,1-1-1 0 0,0 0 0 0 0,1 1 0 0 0,0-1 13 0 0,1 0 1 0 0,-1 1-1 0 0,0-1 0 0 0,0-1 0 0 0,1 1 0 0 0,-1 0 0 0 0,0 0 0 0 0,0-1 0 0 0,0 0 0 0 0,4-1 1 0 0,4-2 3 0 0,0-1 0 0 0,0 0 1 0 0,12-9-1 0 0,-9 4-283 0 0,-1 0-1 0 0,19-19 0 0 0,3-8-3978 0 0,-25 27 1600 0 0,3-4-2279 0 0</inkml:trace>
  <inkml:trace contextRef="#ctx0" brushRef="#br0" timeOffset="1">542 168 4609 0 0,'11'-1'1462'0'0,"-1"0"1"0"0,0-1-1 0 0,19-6 0 0 0,89-47-1402 0 0,-106 49-3873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7.9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 4609 0 0,'0'0'24'0'0,"-1"1"0"0"0,0 0 1 0 0,1 0-1 0 0,-1 0 0 0 0,1-1 0 0 0,-1 1 0 0 0,1 0 1 0 0,-1 0-1 0 0,1 0 0 0 0,0 0 0 0 0,-1 0 0 0 0,1 0 0 0 0,0 0 1 0 0,0 0-1 0 0,0 0 0 0 0,-1 0 0 0 0,1 0 0 0 0,0 0 1 0 0,1 0-1 0 0,-1 0 0 0 0,0 0 0 0 0,0 0 0 0 0,0 0 1 0 0,0 0-1 0 0,1 0 0 0 0,-1 0 0 0 0,1 0 0 0 0,-1 0 1 0 0,1 0-1 0 0,-1 0 0 0 0,1 0 0 0 0,-1-1 0 0 0,1 1 0 0 0,0 0 1 0 0,-1 0-1 0 0,2 0 0 0 0,35 36 898 0 0,-21-23-484 0 0,93 96 2771 0 0,-33-40-4714 0 0,-75-69 1464 0 0,0-1 0 0 0,0 1-1 0 0,0 0 1 0 0,0-1-1 0 0,0 1 1 0 0,0 0 0 0 0,0-1-1 0 0,0 1 1 0 0,0-1-1 0 0,0 0 1 0 0,0 1 0 0 0,0-1-1 0 0,0 0 1 0 0,0 1-1 0 0,0-1 1 0 0,0 0-1 0 0,0 0 1 0 0,2 0 0 0 0,5-3 21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8.3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10 9674 0 0,'0'0'14'0'0,"0"0"0"0"0,0 0 0 0 0,0 0-1 0 0,-1 0 1 0 0,1 0 0 0 0,0 0 0 0 0,0 0 0 0 0,0-1 0 0 0,-1 1 0 0 0,1 0-1 0 0,0 0 1 0 0,0 0 0 0 0,0 0 0 0 0,0 0 0 0 0,0 0 0 0 0,-1-1-1 0 0,1 1 1 0 0,0 0 0 0 0,0 0 0 0 0,0 0 0 0 0,0-1 0 0 0,0 1-1 0 0,0 0 1 0 0,0 0 0 0 0,0 0 0 0 0,0 0 0 0 0,-1-1 0 0 0,1 1 0 0 0,0 0-1 0 0,0 0 1 0 0,0-1 0 0 0,0 1 0 0 0,0 0 0 0 0,0 0 0 0 0,0 0-1 0 0,0-1 1 0 0,1 1 0 0 0,-1 0 0 0 0,0 0 0 0 0,0 0 0 0 0,0-1-1 0 0,0 1 1 0 0,0 0 0 0 0,0 0 0 0 0,0 0 0 0 0,0 0 0 0 0,0-1 0 0 0,1 1-1 0 0,-1 0 1 0 0,0 0 0 0 0,0 0 0 0 0,0 0 0 0 0,0 0 0 0 0,1-1-1 0 0,-1 1 1 0 0,0 0 0 0 0,0 0 0 0 0,0 0 0 0 0,20 0 518 0 0,22 11 1070 0 0,-24-2-1072 0 0,0 2 0 0 0,-1 0 0 0 0,0 1 0 0 0,-1 0 0 0 0,0 2 0 0 0,-1 0 0 0 0,0 0 0 0 0,-1 1 0 0 0,16 24 0 0 0,2 8 106 0 0,-2 1 0 0 0,29 62-1 0 0,-28-45-509 0 0,24 78 0 0 0,-33-74-430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09.8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28 126 6913 0 0,'-18'-9'786'0'0,"8"1"-2917"0"0,32 6 2649 0 0,0-1 0 0 0,-1 0 1 0 0,1-2-1 0 0,-1-1 0 0 0,23-9 0 0 0,26-6 695 0 0,3 4-336 0 0,0 3-1 0 0,1 4 1 0 0,87-2 0 0 0,-52 12-292 0 0,166 20 0 0 0,-133-2-350 0 0,208 0 0 0 0,-26-39-74 0 0,-174 8 618 0 0,249 11 1 0 0,-112 44-241 0 0,-6 25 124 0 0,-138-31-538 0 0,-66-18-88 0 0,0-4 0 0 0,1-4 0 0 0,1-2 0 0 0,-1-5 0 0 0,1-2 0 0 0,0-4 0 0 0,-1-4 0 0 0,82-17 0 0 0,434-72 1373 0 0,-532 92-1411 0 0,-1 2 1 0 0,1 3-1 0 0,0 3 1 0 0,-1 2-1 0 0,0 4 0 0 0,77 20 1 0 0,-115-24-218 0 0,1-1 1 0 0,-1-1-1 0 0,44 2 0 0 0,-60-6-121 0 0,0 0-1 0 0,0 0 1 0 0,1-1-1 0 0,-1 1 1 0 0,0-2-1 0 0,0 1 1 0 0,0-1-1 0 0,0 0 1 0 0,-1-1-1 0 0,1 1 1 0 0,0-1-1 0 0,-1-1 1 0 0,0 1-1 0 0,0-1 1 0 0,0 0-1 0 0,0-1 1 0 0,5-4-1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0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5529 0 0,'-4'1'189'0'0,"0"1"0"0"0,-1-1 0 0 0,1 1 0 0 0,0 0 0 0 0,0 0 0 0 0,0 0 0 0 0,0 1 0 0 0,0-1 0 0 0,0 1 0 0 0,-3 3 1 0 0,6-5-97 0 0,1-1 1 0 0,-1 1-1 0 0,1 0 1 0 0,-1-1-1 0 0,1 1 1 0 0,-1 0-1 0 0,1 0 1 0 0,-1 0-1 0 0,1-1 1 0 0,0 1 0 0 0,-1 0-1 0 0,1 0 1 0 0,0 0-1 0 0,0 0 1 0 0,0-1-1 0 0,0 1 1 0 0,0 0-1 0 0,0 0 1 0 0,0 0-1 0 0,0 0 1 0 0,0 1 0 0 0,1 0 40 0 0,0-1 0 0 0,-1 1 0 0 0,1-1 0 0 0,0 1 0 0 0,0-1 0 0 0,0 0 0 0 0,0 0 0 0 0,1 0 1 0 0,-1 1-1 0 0,0-1 0 0 0,0 0 0 0 0,1 0 0 0 0,-1-1 0 0 0,1 1 0 0 0,-1 0 0 0 0,3 1 1 0 0,62 28 2481 0 0,-41-21-2166 0 0,-1 2 0 0 0,0 1-1 0 0,0 1 1 0 0,34 26 0 0 0,-53-34-398 0 0,1-1 0 0 0,-1 2 0 0 0,0-1 0 0 0,0 1 0 0 0,-1-1 0 0 0,1 1 0 0 0,-1 0 0 0 0,-1 1 0 0 0,1-1 0 0 0,-1 1 0 0 0,0 0 0 0 0,0 0 0 0 0,-1 0 0 0 0,0 0 0 0 0,0 0 0 0 0,-1 0 0 0 0,0 0 0 0 0,0 1 0 0 0,-1-1 0 0 0,0 1 0 0 0,-1 10 0 0 0,-1-10-97 0 0,0 1 1 0 0,0-1-1 0 0,-1 0 1 0 0,0 0-1 0 0,0 0 1 0 0,-1 0-1 0 0,0 0 1 0 0,-1-1-1 0 0,1 1 1 0 0,-1-1-1 0 0,-1 0 1 0 0,-7 7-1 0 0,-1 1-792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1.3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0 254 1376 0 0,'9'-57'1403'0'0,"-1"16"-917"0"0,-7-26 663 0 0,-1 48 542 0 0,0 0-1 0 0,5-32 1 0 0,13 93 1666 0 0,13 82-1748 0 0,-5-15-1187 0 0,4-1 1 0 0,48 111-1 0 0,-68-198-1422 0 0,1-2-260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1.7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0 4609 0 0,'-1'0'88'0'0,"-1"0"-1"0"0,1 1 1 0 0,0-1 0 0 0,0 0-1 0 0,0 0 1 0 0,-1 1 0 0 0,1-1-1 0 0,0 1 1 0 0,0-1 0 0 0,0 1-1 0 0,0-1 1 0 0,0 1 0 0 0,0 0-1 0 0,0-1 1 0 0,0 1 0 0 0,0 0-1 0 0,0 0 1 0 0,0 0 0 0 0,-1 2-1 0 0,-4 24 1623 0 0,5-22-1766 0 0,0 10 333 0 0,0 1-1 0 0,1-1 0 0 0,1 0 0 0 0,0 1 0 0 0,2-1 1 0 0,-1 0-1 0 0,2 0 0 0 0,0 0 0 0 0,0-1 1 0 0,1 1-1 0 0,14 25 0 0 0,-15-33-243 0 0,0 0-1 0 0,1-1 1 0 0,-1 1 0 0 0,2-1 0 0 0,-1 0-1 0 0,0 0 1 0 0,1-1 0 0 0,0 0 0 0 0,0 0-1 0 0,1 0 1 0 0,-1-1 0 0 0,1 0-1 0 0,0 0 1 0 0,0-1 0 0 0,1 1 0 0 0,-1-2-1 0 0,1 1 1 0 0,-1-1 0 0 0,1 0 0 0 0,0-1-1 0 0,0 0 1 0 0,-1 0 0 0 0,1 0 0 0 0,13-2-1 0 0,-14 1 38 0 0,1-2 0 0 0,-1 1 0 0 0,0-1 0 0 0,0 0-1 0 0,0 0 1 0 0,0-1 0 0 0,0 0 0 0 0,0 0 0 0 0,0-1 0 0 0,-1 1-1 0 0,0-2 1 0 0,0 1 0 0 0,0-1 0 0 0,7-7 0 0 0,-10 9-34 0 0,0 0 1 0 0,0 1 0 0 0,-1-2-1 0 0,0 1 1 0 0,1 0 0 0 0,-1 0-1 0 0,-1-1 1 0 0,1 1 0 0 0,0-1-1 0 0,-1 0 1 0 0,0 1 0 0 0,1-1-1 0 0,-2 0 1 0 0,1 0 0 0 0,0 0 0 0 0,-1 0-1 0 0,0 0 1 0 0,1 0 0 0 0,-2 1-1 0 0,1-1 1 0 0,0 0 0 0 0,-1 0-1 0 0,0 0 1 0 0,0 0 0 0 0,0 0-1 0 0,0 1 1 0 0,0-1 0 0 0,-5-6-1 0 0,1 1 81 0 0,-1 0 0 0 0,0 1 0 0 0,-1 0 0 0 0,0 0 0 0 0,0 1-1 0 0,-1 0 1 0 0,0 0 0 0 0,0 1 0 0 0,-1 0 0 0 0,1 0-1 0 0,-1 1 1 0 0,0 0 0 0 0,-1 0 0 0 0,-11-3 0 0 0,8 4-502 0 0,1 0 0 0 0,-1 1 0 0 0,0 0 0 0 0,0 1 0 0 0,0 0 0 0 0,0 1 0 0 0,0 1 0 0 0,-1 0 0 0 0,1 1 0 0 0,-24 4 1 0 0,24-1-897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2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87 7834 0 0,'-1'5'200'0'0,"0"1"0"0"0,0 0 0 0 0,1 0 0 0 0,0 0 0 0 0,0 0 0 0 0,0 0 0 0 0,1 0 0 0 0,0 0 0 0 0,2 8 1 0 0,0 4 361 0 0,-1 0-124 0 0,1-1 0 0 0,0 0 0 0 0,10 32 1 0 0,-10-44-416 0 0,-1 1 1 0 0,0-1 0 0 0,1 0-1 0 0,0 0 1 0 0,1 0 0 0 0,-1-1-1 0 0,1 1 1 0 0,-1-1-1 0 0,1 0 1 0 0,1 0 0 0 0,-1 0-1 0 0,0 0 1 0 0,1-1 0 0 0,0 0-1 0 0,9 5 1 0 0,-4-3 3 0 0,0-1 0 0 0,0 0-1 0 0,1-1 1 0 0,12 2 0 0 0,-18-4-27 0 0,0 0 0 0 0,-1 0 0 0 0,1-1 1 0 0,0 0-1 0 0,-1 0 0 0 0,1-1 0 0 0,0 1 0 0 0,0-1 0 0 0,-1 0 1 0 0,1 0-1 0 0,-1 0 0 0 0,7-3 0 0 0,-11 3-6 0 0,1 1 0 0 0,0 0 1 0 0,-1-1-1 0 0,1 1 0 0 0,0-1 0 0 0,-1 1 0 0 0,1-1 0 0 0,-1 1 0 0 0,1-1 1 0 0,-1 1-1 0 0,1-1 0 0 0,-1 0 0 0 0,1 1 0 0 0,-1-1 0 0 0,0 0 1 0 0,1 1-1 0 0,-1-1 0 0 0,0 0 0 0 0,0 0 0 0 0,1 1 0 0 0,-1-1 0 0 0,0 0 1 0 0,0 0-1 0 0,0 1 0 0 0,0-1 0 0 0,0 0 0 0 0,0 0 0 0 0,0 0 1 0 0,0 1-1 0 0,0-1 0 0 0,0 0 0 0 0,-1 0 0 0 0,1 1 0 0 0,0-1 0 0 0,-1 0 1 0 0,1 1-1 0 0,0-1 0 0 0,-1 0 0 0 0,1 1 0 0 0,0-1 0 0 0,-1 0 1 0 0,1 1-1 0 0,-1-1 0 0 0,0 1 0 0 0,1-1 0 0 0,-1 1 0 0 0,0-1 0 0 0,-35-31-243 0 0,29 27 206 0 0,-6-6 82 0 0,0 0 0 0 0,0-1 0 0 0,1 0-1 0 0,0-1 1 0 0,1 0 0 0 0,-17-28 0 0 0,26 37-33 0 0,0 0-1 0 0,0 0 0 0 0,0 0 0 0 0,0 0 0 0 0,1-1 1 0 0,0 1-1 0 0,0-1 0 0 0,0 1 0 0 0,0-1 0 0 0,1 1 0 0 0,0-1 1 0 0,0 1-1 0 0,0-1 0 0 0,0 0 0 0 0,1 1 0 0 0,0-1 1 0 0,0 1-1 0 0,0-1 0 0 0,0 1 0 0 0,1 0 0 0 0,-1-1 0 0 0,1 1 1 0 0,0 0-1 0 0,1 0 0 0 0,-1 0 0 0 0,1 1 0 0 0,-1-1 1 0 0,1 1-1 0 0,0-1 0 0 0,1 1 0 0 0,3-4 0 0 0,-2 3 61 0 0,1-1-1 0 0,0 1 0 0 0,0-1 1 0 0,0 2-1 0 0,1-1 0 0 0,-1 1 1 0 0,1 0-1 0 0,0 0 0 0 0,0 1 1 0 0,0-1-1 0 0,8 0 0 0 0,-12 2-36 0 0,1 1 0 0 0,-1 0 0 0 0,0-1 0 0 0,0 1 0 0 0,0 0 0 0 0,0 1 0 0 0,1-1 0 0 0,-1 0-1 0 0,0 1 1 0 0,0 0 0 0 0,0 0 0 0 0,0 0 0 0 0,0 0 0 0 0,0 0 0 0 0,0 1 0 0 0,0-1 0 0 0,-1 1 0 0 0,1 0 0 0 0,0 0 0 0 0,-1 0 0 0 0,1 0-1 0 0,-1 0 1 0 0,0 0 0 0 0,0 1 0 0 0,0-1 0 0 0,0 1 0 0 0,2 3 0 0 0,3 9-76 0 0,-1 0 0 0 0,-1 0 0 0 0,0 0 0 0 0,-1 1 0 0 0,4 28 0 0 0,9 38-237 0 0,-14-75 268 0 0,-1 1 1 0 0,1-1 0 0 0,1 0-1 0 0,-1 0 1 0 0,1-1 0 0 0,0 1-1 0 0,1-1 1 0 0,7 9 0 0 0,-8-12 4 0 0,0 1 0 0 0,0-1 0 0 0,1 0 0 0 0,-1 0 1 0 0,1 0-1 0 0,0 0 0 0 0,0-1 0 0 0,0 0 0 0 0,0 0 0 0 0,0 0 1 0 0,1-1-1 0 0,-1 0 0 0 0,1 0 0 0 0,-1 0 0 0 0,0-1 0 0 0,1 1 0 0 0,-1-1 1 0 0,1-1-1 0 0,-1 1 0 0 0,1-1 0 0 0,-1 0 0 0 0,1 0 0 0 0,-1 0 0 0 0,0-1 1 0 0,5-2-1 0 0,-3 1 41 0 0,0 1-1 0 0,0-1 1 0 0,-1-1 0 0 0,1 1 0 0 0,-1-1 0 0 0,0-1-1 0 0,0 1 1 0 0,-1-1 0 0 0,1 0 0 0 0,-1 0 0 0 0,0 0-1 0 0,0-1 1 0 0,-1 0 0 0 0,0 0 0 0 0,0 0 0 0 0,0 0-1 0 0,-1-1 1 0 0,5-9 0 0 0,-7 11 66 0 0,-1 1 1 0 0,1-1-1 0 0,0 1 0 0 0,-1-1 1 0 0,0 1-1 0 0,0-1 0 0 0,0 0 1 0 0,-1 1-1 0 0,0-1 0 0 0,0 1 1 0 0,0-1-1 0 0,0 1 0 0 0,-1-1 1 0 0,1 1-1 0 0,-1 0 0 0 0,0 0 1 0 0,0 0-1 0 0,-1 0 0 0 0,1 0 1 0 0,-1 0-1 0 0,0 1 0 0 0,0-1 1 0 0,0 1-1 0 0,-1 0 0 0 0,1 0 1 0 0,-1 0-1 0 0,-5-3 0 0 0,-2-2 44 0 0,0 1 0 0 0,-1 0 0 0 0,0 1 0 0 0,0 1 0 0 0,0 0 0 0 0,-1 0 0 0 0,1 1 0 0 0,-19-3 0 0 0,17 5-550 0 0,0 0-1 0 0,0 1 1 0 0,-1 0 0 0 0,1 1 0 0 0,0 0-1 0 0,0 2 1 0 0,-17 3 0 0 0,11 1-4910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2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8 11979 0 0,'-5'-2'112'0'0,"-12"-3"1585"0"0,16 5-1633 0 0,1 0 0 0 0,-1 0 0 0 0,1 0 1 0 0,0 0-1 0 0,-1 0 0 0 0,1 0 0 0 0,-1 1 1 0 0,1-1-1 0 0,0 0 0 0 0,-1 0 1 0 0,1 0-1 0 0,0 1 0 0 0,-1-1 0 0 0,1 0 1 0 0,0 0-1 0 0,-1 1 0 0 0,1-1 0 0 0,0 0 1 0 0,0 0-1 0 0,-1 1 0 0 0,1-1 0 0 0,0 0 1 0 0,0 1-1 0 0,0-1 0 0 0,-1 1 0 0 0,1-1 1 0 0,0 0-1 0 0,0 1 0 0 0,0-1 1 0 0,0 1-1 0 0,0-1 0 0 0,0 0 0 0 0,0 1 1 0 0,0-1-1 0 0,0 1 0 0 0,0-1 0 0 0,0 0 1 0 0,0 1-1 0 0,0 0 0 0 0,0-1-272 0 0,31 18-7976 0 0,-27-17 7460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3.3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1 141 10594 0 0,'8'-2'62'0'0,"-1"0"-1"0"0,1 0 0 0 0,-1-1 1 0 0,1 0-1 0 0,10-6 0 0 0,9-3 523 0 0,78-34 1685 0 0,-27 11-1933 0 0,-25 14-4057 0 0,-38 16-764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3.6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3225 0 0,'8'8'1336'0'0,"-1"1"1"0"0,0 0 0 0 0,-1 0-1 0 0,10 18 1 0 0,16 42 1904 0 0,-23-47-4364 0 0,1 0 0 0 0,20 33 1 0 0,-19-41-3074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4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86 6913 0 0,'8'-6'851'0'0,"0"-1"-1"0"0,1 2 0 0 0,18-11 0 0 0,31-9 71 0 0,1 4-4180 0 0,-42 16 2020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4.3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2 3681 0 0,'-4'-1'449'0'0,"-1"1"0"0"0,0-1 0 0 0,0 1 1 0 0,0 1-1 0 0,0-1 0 0 0,-6 2 0 0 0,-15 1 4279 0 0,27 0-4189 0 0,0 1 1 0 0,0 0-1 0 0,1-1 0 0 0,-1 1 1 0 0,1-1-1 0 0,-1 1 0 0 0,5 5 0 0 0,-4-9-314 0 0,1 0 0 0 0,-1-1-1 0 0,1 1 1 0 0,0 0-1 0 0,-1-1 1 0 0,0 1-1 0 0,1-1 1 0 0,-1 0 0 0 0,1 0-1 0 0,-1 0 1 0 0,0 0-1 0 0,0 0 1 0 0,1 0 0 0 0,1-3-1 0 0,16 47-23 0 0,-10-20-290 0 0,1-1-1 0 0,1 0 1 0 0,1 0 0 0 0,1-1 0 0 0,20 23-1 0 0,-21-30-511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4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207 9 1376 0 0,'-2'-1'361'0'0,"0"0"-1"0"0,0 0 1 0 0,-1 0-1 0 0,1 0 1 0 0,0 0-1 0 0,0 0 1 0 0,-1 1-1 0 0,1-1 1 0 0,0 1-1 0 0,-1 0 1 0 0,1-1-1 0 0,-1 1 1 0 0,1 0-1 0 0,0 1 1 0 0,-1-1-1 0 0,-3 1 1 0 0,-47 10 1716 0 0,41-8-1393 0 0,-67 23-8 0 0,60-18-4544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7.0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7 5529 0 0,'-8'-7'7696'0'0,"30"28"-5580"0"0,21 15-332 0 0,64 71 0 0 0,-46-43-4083 0 0,-16-15-3422 0 0,-37-38 1529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7.4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 0 2761 0 0,'-4'4'90'0'0,"-1"-1"0"0"0,1 1 1 0 0,1 0-1 0 0,-1 0 0 0 0,1 1 1 0 0,0-1-1 0 0,-1 1 1 0 0,2 0-1 0 0,-5 8 0 0 0,-4 7 618 0 0,-209 304 8298 0 0,220-324-8969 0 0,0 1 0 0 0,-1-1 0 0 0,1 0 0 0 0,0 0 0 0 0,0 1 0 0 0,-1-1 0 0 0,1 0 0 0 0,0 1 0 0 0,0-1 0 0 0,0 0 0 0 0,0 1 0 0 0,0-1 0 0 0,-1 0 0 0 0,1 1 0 0 0,0-1 0 0 0,0 0 0 0 0,0 1 0 0 0,0-1 0 0 0,0 1 0 0 0,0-1 0 0 0,0 0 0 0 0,0 1 0 0 0,0-1 0 0 0,0 0 0 0 0,0 1 0 0 0,1-1 0 0 0,-1 1 0 0 0,0-1 0 0 0,0 0 0 0 0,0 1 0 0 0,0-1 0 0 0,0 0 0 0 0,1 0 0 0 0,-1 1 0 0 0,14 2 561 0 0,18-7-86 0 0,95-47-318 0 0,-72 27-2676 0 0,-34 15-2467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7.7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4 155 2761 0 0,'0'0'67'0'0,"0"0"1"0"0,0 0-1 0 0,-1 0 0 0 0,1-1 1 0 0,0 1-1 0 0,0 0 1 0 0,-1-1-1 0 0,1 1 1 0 0,0 0-1 0 0,0 0 1 0 0,0-1-1 0 0,0 1 1 0 0,-1 0-1 0 0,1-1 1 0 0,0 1-1 0 0,0 0 1 0 0,0-1-1 0 0,0 1 1 0 0,0 0-1 0 0,0-1 1 0 0,0 1-1 0 0,0 0 1 0 0,0-1-1 0 0,0 1 1 0 0,0 0-1 0 0,0-1 0 0 0,0 1 1 0 0,0-1-1 0 0,0 1 1 0 0,1 0-1 0 0,-1 0 1 0 0,0-1-1 0 0,0 1 1 0 0,0 0-1 0 0,1-1 1 0 0,13-15 1323 0 0,25-15-175 0 0,-32 27-949 0 0,114-77 683 0 0,-104 70-1018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8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4 8290 0 0,'-1'-1'50'0'0,"1"1"0"0"0,0 0 0 0 0,-1-1 0 0 0,1 1 0 0 0,-1 0 0 0 0,1 0 0 0 0,-1 0 0 0 0,1-1 0 0 0,-1 1 0 0 0,1 0 1 0 0,-1 0-1 0 0,1 0 0 0 0,-1 0 0 0 0,1 0 0 0 0,-1 0 0 0 0,1 0 0 0 0,-1 0 0 0 0,1 0 0 0 0,0 0 0 0 0,-1 0 0 0 0,1 0 0 0 0,-1 1 0 0 0,1-1 0 0 0,-1 0 1 0 0,1 0-1 0 0,-1 0 0 0 0,1 1 0 0 0,-1-1 0 0 0,1 0 0 0 0,0 0 0 0 0,-1 1 0 0 0,1-1 0 0 0,-1 0 0 0 0,1 1 0 0 0,0-1 0 0 0,-1 1 0 0 0,1-1 0 0 0,0 0 1 0 0,-1 1-1 0 0,-7 28 1320 0 0,7 34 635 0 0,3-45-1626 0 0,0 0-1 0 0,1 0 0 0 0,1 0 1 0 0,1 0-1 0 0,0-1 0 0 0,1 1 0 0 0,16 29 1 0 0,-10-25-937 0 0,23 32 0 0 0,22 13-5143 0 0,-30-38 2136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9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22 2761 0 0,'9'-12'538'0'0,"-1"3"2148"0"0,-6 25-1007 0 0,-41 971 1307 0 0,67-342-2716 0 0,0-370-3440 0 0,-21-217-163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19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1 783 920 0 0,'0'-2'4'0'0,"0"-1"1"0"0,0 1-1 0 0,0 0 0 0 0,0 0 0 0 0,1-1 1 0 0,-1 1-1 0 0,0 0 0 0 0,1 0 0 0 0,0 0 1 0 0,-1 0-1 0 0,1 0 0 0 0,0 0 1 0 0,0 0-1 0 0,0 0 0 0 0,1 0 0 0 0,2-3 1 0 0,-1 1 30 0 0,1-1 1 0 0,0 2 0 0 0,1-1-1 0 0,-1 1 1 0 0,1-1 0 0 0,7-3-1 0 0,5-1 221 0 0,0 0-1 0 0,0 1 1 0 0,21-5-1 0 0,307-60 1861 0 0,-134 32-1471 0 0,805-122 1980 0 0,291-28-1979 0 0,-559 125-3762 0 0,-669 62 3069 0 0,-21-2-106 0 0,0-2 0 0 0,81-20 0 0 0,108-46-552 0 0,-203 56 705 0 0,-3 0 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20.2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4374 1 6449 0 0,'0'0'670'0'0,"1"0"-565"0"0,0 0 0 0 0,0 1 0 0 0,0-1 0 0 0,1 0 0 0 0,-1 1 0 0 0,0-1 0 0 0,0 1 0 0 0,0 0 0 0 0,0-1 0 0 0,0 1 0 0 0,-1 0 0 0 0,1-1 0 0 0,0 1 0 0 0,0 0 0 0 0,0 0 0 0 0,-1 0 0 0 0,1 0 0 0 0,0 0 0 0 0,-1 0 0 0 0,1 0 0 0 0,-1 0 0 0 0,1 0 0 0 0,-1 0 0 0 0,1 0 0 0 0,-1 0 0 0 0,0 0 0 0 0,0 0 0 0 0,1 1 0 0 0,-1-1 0 0 0,0 2 0 0 0,2 42 1676 0 0,-2-37-1428 0 0,3 135 1544 0 0,11 197-717 0 0,109 399-1170 0 0,-106-627-10 0 0,4 19 0 0 0,-21-131-11 0 0,1 0-1 0 0,-1 0 0 0 0,0 0 1 0 0,0 0-1 0 0,0 0 0 0 0,0 0 1 0 0,1 0-1 0 0,-1 0 0 0 0,0 0 1 0 0,0 0-1 0 0,0 0 0 0 0,1 0 1 0 0,-1 0-1 0 0,0 0 0 0 0,0 0 1 0 0,0 0-1 0 0,0 0 0 0 0,1 0 1 0 0,-1 0-1 0 0,0 0 0 0 0,0 0 1 0 0,0 0-1 0 0,0-1 0 0 0,1 1 1 0 0,-1 0-1 0 0,0 0 0 0 0,0 0 1 0 0,0 0-1 0 0,0 0 0 0 0,0-1 1 0 0,0 1-1 0 0,0 0 0 0 0,1 0 1 0 0,-1 0-1 0 0,0 0 0 0 0,0-1 1 0 0,0 1-1 0 0,0 0 0 0 0,0 0 1 0 0,0 0-1 0 0,0 0 0 0 0,0-1 1 0 0,0 1-1 0 0,0 0 0 0 0,0 0 1 0 0,0 0-1 0 0,0-1 0 0 0,0 1 1 0 0,0 0-1 0 0,0 0 0 0 0,0 0 1 0 0,0 0-1 0 0,0-1 0 0 0,-1 1 1 0 0,1 0-1 0 0,0 0 0 0 0,0 0 0 0 0,0 0 1 0 0,0-1-1 0 0,0 1 0 0 0,0 0 1 0 0,0 0-1 0 0,-1 0 0 0 0,1 0 1 0 0,0 0-1 0 0,0 0 0 0 0,0-1 1 0 0,-37 10 439 0 0,1-1 1 0 0,-1-2 0 0 0,0-2-1 0 0,0-2 1 0 0,-1-1 0 0 0,-48-5-1 0 0,25 2-609 0 0,0 2 0 0 0,0 3-1 0 0,0 3 1 0 0,-110 24 0 0 0,-231 88-1688 0 0,227-62 1663 0 0,64-21 8 0 0,-235 65-38 0 0,-379 64 1002 0 0,448-104 302 0 0,-407 119 679 0 0,368-91-1376 0 0,178-53-291 0 0,-204 26 1 0 0,287-58 5 0 0,-105-7 0 0 0,35-1-3867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20.8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1 148 10594 0 0,'52'-24'456'0'0,"1"2"0"0"0,1 3 0 0 0,0 1-1 0 0,2 4 1 0 0,0 1 0 0 0,1 3 0 0 0,76-3-1 0 0,98 10 864 0 0,-135 5-2700 0 0,112-13 0 0 0,-188 8-3286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21.3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22 7370 0 0,'-15'-21'6421'0'0,"31"27"-4506"0"0,5 5-1849 0 0,1 1 0 0 0,-2 2 0 0 0,0 0 1 0 0,0 1-1 0 0,-2 1 0 0 0,0 1 0 0 0,0 0 0 0 0,-2 1 0 0 0,0 1 0 0 0,-1 1 0 0 0,22 38 1 0 0,-36-55-65 0 0,1 0 1 0 0,-1 0 0 0 0,0 1 0 0 0,0-1 0 0 0,0 0 0 0 0,-1 1 0 0 0,1-1-1 0 0,-1 0 1 0 0,1 1 0 0 0,-1-1 0 0 0,0 0 0 0 0,-1 1 0 0 0,1-1 0 0 0,0 0-1 0 0,-1 1 1 0 0,0-1 0 0 0,0 0 0 0 0,0 1 0 0 0,0-1 0 0 0,0 0-1 0 0,-1 0 1 0 0,0 0 0 0 0,1 0 0 0 0,-1 0 0 0 0,0-1 0 0 0,0 1 0 0 0,0 0-1 0 0,-4 2 1 0 0,-7 7 76 0 0,0-1-1 0 0,-1 0 1 0 0,0-1-1 0 0,-23 12 0 0 0,2 0-36 0 0,20-12-311 0 0,-54 38-430 0 0,25-14-4367 0 0,26-17 325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21.7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6913 0 0,'5'1'308'0'0,"0"1"-1"0"0,0 0 1 0 0,0 0-1 0 0,0 0 1 0 0,-1 0-1 0 0,1 1 1 0 0,-1 0-1 0 0,5 3 1 0 0,5 4 581 0 0,52 25 1720 0 0,44 28-553 0 0,-97-54-2974 0 0,1 2-1 0 0,23 22 1 0 0,-26-20-3680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22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273 5 8754 0 0,'-3'-1'100'0'0,"0"0"0"0"0,0 0 0 0 0,0 1 1 0 0,0-1-1 0 0,1 1 0 0 0,-1 0 0 0 0,0 0 1 0 0,0 0-1 0 0,0 0 0 0 0,0 0 0 0 0,0 1 0 0 0,0-1 1 0 0,0 1-1 0 0,0 0 0 0 0,0 0 0 0 0,1 0 0 0 0,-1 0 1 0 0,0 0-1 0 0,1 1 0 0 0,-1-1 0 0 0,1 1 0 0 0,-1 0 1 0 0,1 0-1 0 0,0-1 0 0 0,-3 4 0 0 0,-9 8 792 0 0,1 1 0 0 0,-22 28 0 0 0,26-30-653 0 0,-23 31-170 0 0,-44 75 0 0 0,56-81-5247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23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105 369 1376 0 0,'-5'-3'195'0'0,"0"-1"-1"0"0,0 0 0 0 0,0 0 1 0 0,1 0-1 0 0,-1 0 0 0 0,1-1 1 0 0,0 1-1 0 0,-6-11 1 0 0,-23-42 1112 0 0,29 51-899 0 0,0-1-1 0 0,1 0 1 0 0,0 0 0 0 0,1 0-1 0 0,0 0 1 0 0,0 0-1 0 0,0 0 1 0 0,0-10 0 0 0,2 17-328 0 0,0 0 0 0 0,0 0 0 0 0,1-1 0 0 0,-1 1 0 0 0,0 0 0 0 0,0 0 0 0 0,1 0 0 0 0,-1 0 0 0 0,0-1 1 0 0,1 1-1 0 0,-1 0 0 0 0,0 0 0 0 0,1 0 0 0 0,-1 0 0 0 0,0 0 0 0 0,1 0 0 0 0,-1 0 0 0 0,0 0 0 0 0,1 0 0 0 0,-1 0 0 0 0,0 0 0 0 0,1 0 1 0 0,-1 0-1 0 0,0 0 0 0 0,1 0 0 0 0,-1 0 0 0 0,0 1 0 0 0,0-1 0 0 0,1 0 0 0 0,-1 0 0 0 0,0 0 0 0 0,1 0 0 0 0,-1 1 0 0 0,0-1 0 0 0,0 0 1 0 0,1 0-1 0 0,-1 0 0 0 0,0 1 0 0 0,0-1 0 0 0,0 0 0 0 0,1 1 0 0 0,-1-1 0 0 0,0 1 0 0 0,20 13 496 0 0,-17-11-216 0 0,12 8-173 0 0,1-1-1 0 0,0-1 0 0 0,0 0 0 0 0,1-1 1 0 0,0-1-1 0 0,0 0 0 0 0,0-2 0 0 0,1 0 1 0 0,0 0-1 0 0,0-2 0 0 0,1 0 0 0 0,-1-1 1 0 0,1-1-1 0 0,34-3 0 0 0,-51 2-133 0 0,0-1 0 0 0,0 1 0 0 0,0-1 0 0 0,0 1 0 0 0,0-1 0 0 0,0 0 1 0 0,0 0-1 0 0,-1 0 0 0 0,1 0 0 0 0,0 0 0 0 0,-1 0 0 0 0,1 0 0 0 0,0-1 0 0 0,-1 1 0 0 0,0-1 0 0 0,1 1 0 0 0,-1-1 0 0 0,1-1 0 0 0,1-1 7 0 0,-1 0 0 0 0,0 0-1 0 0,0-1 1 0 0,-1 1 0 0 0,1 0 0 0 0,-1-1 0 0 0,1-7-1 0 0,0-6 72 0 0,-1 0 0 0 0,0-1 0 0 0,-3-19 0 0 0,1 32-52 0 0,-2-36 21 0 0,-1-13-207 0 0,3 19-2708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24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7370 0 0,'3'-1'214'0'0,"0"0"1"0"0,0 1 0 0 0,1-1 0 0 0,-1 1 0 0 0,0 0 0 0 0,0 0 0 0 0,0 0 0 0 0,1 1 0 0 0,-1-1 0 0 0,0 1 0 0 0,0 0-1 0 0,0-1 1 0 0,0 1 0 0 0,0 1 0 0 0,0-1 0 0 0,0 0 0 0 0,0 1 0 0 0,0 0 0 0 0,0-1 0 0 0,-1 1 0 0 0,1 0 0 0 0,-1 0 0 0 0,0 1-1 0 0,1-1 1 0 0,-1 0 0 0 0,0 1 0 0 0,3 4 0 0 0,3 5 516 0 0,0 1 0 0 0,0 0 0 0 0,-1 0 0 0 0,8 23 0 0 0,19 46 234 0 0,-8-28-5963 0 0,-10-21-585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3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82 5985 0 0,'-1'-4'265'0'0,"0"-1"-1"0"0,1 0 0 0 0,0 0 1 0 0,0 0-1 0 0,0 0 1 0 0,0 0-1 0 0,1 0 1 0 0,1-6-1 0 0,8-21 4667 0 0,-5 64 186 0 0,1-2-4707 0 0,27 178 967 0 0,0-3-1085 0 0,8 228-226 0 0,-21-202-52 0 0,-17-208-165 0 0,-2-14-224 0 0,1 0 1 0 0,-1 0 0 0 0,0-1 0 0 0,-1 1-1 0 0,0 0 1 0 0,-1 0 0 0 0,0 0 0 0 0,0 0-1 0 0,-4 12 1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4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98 144 6913 0 0,'-2'0'22'0'0,"-45"8"1932"0"0,43-8-1649 0 0,1 1-1 0 0,0-1 1 0 0,0-1 0 0 0,0 1 0 0 0,-1 0-1 0 0,1-1 1 0 0,0 0 0 0 0,0 1 0 0 0,0-1-1 0 0,0 0 1 0 0,0-1 0 0 0,-5-1 0 0 0,8 2-242 0 0,-1 1 1 0 0,1-1 0 0 0,0 1 0 0 0,0-1-1 0 0,-1 1 1 0 0,1-1 0 0 0,0 1 0 0 0,0-1-1 0 0,0 0 1 0 0,-1 1 0 0 0,1-1 0 0 0,0 1-1 0 0,0-1 1 0 0,0 1 0 0 0,0-1-1 0 0,0 0 1 0 0,0 1 0 0 0,0-1 0 0 0,0 1-1 0 0,1-1 1 0 0,-1 0 0 0 0,0 1 0 0 0,0-1-1 0 0,0 1 1 0 0,1-1 0 0 0,-1 1-1 0 0,0-1 1 0 0,0 1 0 0 0,1-1 0 0 0,-1 1-1 0 0,0-1 1 0 0,1 1 0 0 0,-1-1 0 0 0,1 1-1 0 0,-1 0 1 0 0,1-1 0 0 0,-1 1 0 0 0,1 0-1 0 0,0-1 1 0 0,21-18 730 0 0,-20 18-681 0 0,17-13 99 0 0,1 2-1 0 0,0 0 0 0 0,1 1 0 0 0,1 1 0 0 0,36-12 0 0 0,-42 17-90 0 0,1 1 1 0 0,-1 0 0 0 0,1 1-1 0 0,0 1 1 0 0,0 0-1 0 0,0 2 1 0 0,0 0-1 0 0,27 3 1 0 0,-40-2-149 0 0,0-1-1 0 0,0 1 1 0 0,-1 0 0 0 0,1 0 0 0 0,0 1-1 0 0,0-1 1 0 0,-1 1 0 0 0,1-1-1 0 0,-1 1 1 0 0,1 0 0 0 0,-1 0 0 0 0,0 1-1 0 0,0-1 1 0 0,0 1 0 0 0,0 0-1 0 0,0 0 1 0 0,-1 0 0 0 0,1 0 0 0 0,3 6-1 0 0,-4-5 1 0 0,-1 0 0 0 0,0 0 0 0 0,0 0 0 0 0,0 0 1 0 0,0 0-1 0 0,-1 0 0 0 0,0 0 0 0 0,0 0 0 0 0,0 0 0 0 0,0 0 0 0 0,0 0 0 0 0,-1 0 0 0 0,0 1 0 0 0,0-1 0 0 0,0 0 0 0 0,0-1 0 0 0,-1 1 0 0 0,-3 7 0 0 0,-9 17 202 0 0,-1-2 0 0 0,-2 0 0 0 0,-22 28 0 0 0,-67 68 349 0 0,48-56-458 0 0,30-35-13 0 0,16-19 50 0 0,1-1 0 0 0,1 2 0 0 0,0-1 0 0 0,1 2 0 0 0,-13 21 0 0 0,22-34-80 0 0,0-1 0 0 0,0 0 0 0 0,0 1 0 0 0,0-1 0 0 0,0 0 0 0 0,0 1 0 0 0,0-1 0 0 0,0 1 0 0 0,0-1 0 0 0,0 0 0 0 0,0 1 0 0 0,0-1 0 0 0,0 1 0 0 0,0-1 1 0 0,1 0-1 0 0,-1 1 0 0 0,0-1 0 0 0,0 0 0 0 0,0 1 0 0 0,1-1 0 0 0,-1 0 0 0 0,0 1 0 0 0,0-1 0 0 0,1 0 0 0 0,-1 1 0 0 0,0-1 0 0 0,0 0 0 0 0,1 0 0 0 0,-1 1 0 0 0,0-1 0 0 0,1 0 0 0 0,-1 0 0 0 0,0 0 0 0 0,1 1 0 0 0,-1-1 1 0 0,1 0-1 0 0,-1 0 0 0 0,0 0 0 0 0,1 0 0 0 0,-1 0 0 0 0,1 0 0 0 0,-1 0 0 0 0,0 0 0 0 0,1 0 0 0 0,-1 0 0 0 0,1 0 0 0 0,-1 0 0 0 0,0 0 0 0 0,1 0 0 0 0,0-1 0 0 0,27-1 429 0 0,-22 1-311 0 0,30 0-78 0 0,1 1 1 0 0,-1 2-1 0 0,0 1 0 0 0,0 2 0 0 0,0 2 1 0 0,-1 1-1 0 0,0 1 0 0 0,-1 2 0 0 0,55 26 0 0 0,-81-33-480 0 0,1 0-1 0 0,-1 1 1 0 0,0 0-1 0 0,-1 1 0 0 0,1-1 1 0 0,-1 2-1 0 0,7 7 1 0 0,-1 2-6387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4.7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 1840 0 0,'-11'-4'7324'0'0,"10"5"-7145"0"0,-10 15 3493 0 0,-2 24-179 0 0,6 26-2163 0 0,2 1 1 0 0,6 94-1 0 0,0-97-1190 0 0,0-25-264 0 0,6 135 457 0 0,-5-149-841 0 0,2 0 0 0 0,0-1 1 0 0,2 1-1 0 0,16 42 0 0 0,-15-50-1117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5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12 274 10594 0 0,'-1'0'55'0'0,"1"0"-1"0"0,-1 0 0 0 0,1 0 0 0 0,-1 0 1 0 0,1 0-1 0 0,0-1 0 0 0,-1 1 0 0 0,1 0 1 0 0,-1 0-1 0 0,1 0 0 0 0,-1-1 0 0 0,1 1 1 0 0,-1 0-1 0 0,1 0 0 0 0,0-1 1 0 0,-1 1-1 0 0,1 0 0 0 0,-1-1 0 0 0,1 1 1 0 0,0 0-1 0 0,-1-1 0 0 0,1 1 0 0 0,0-1 1 0 0,0 1-1 0 0,-1-1 0 0 0,1 1 0 0 0,0-1 1 0 0,0 1-1 0 0,0-1 0 0 0,0 1 1 0 0,-1-1-1 0 0,1 0 0 0 0,7-19 1517 0 0,26-22 530 0 0,-28 36-1883 0 0,11-11-10 0 0,1 0 0 0 0,1 0 0 0 0,1 2 0 0 0,0 0 0 0 0,0 1 0 0 0,2 2 0 0 0,0-1-1 0 0,26-10 1 0 0,-23 13-1435 0 0,1 1-1 0 0,0 1 0 0 0,0 1 0 0 0,0 1 1 0 0,1 2-1 0 0,0 0 0 0 0,36 0 0 0 0,-33 5 1042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5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93 123 6449 0 0,'-8'1'808'0'0,"-1"0"0"0"0,1 1 0 0 0,0 0 0 0 0,0 0 0 0 0,-8 4-1 0 0,-20 4 3957 0 0,48-16-4054 0 0,20-7-428 0 0,72-12 691 0 0,0 5 0 0 0,112-8 0 0 0,-32 9-1373 0 0,-124 6-2212 0 0,-1-4-3491 0 0,-43 12 1400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6.0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13 6449 0 0,'-15'-4'-6'0'0,"-8"-2"2725"0"0,0 4 5335 0 0,46 21-4492 0 0,-9-11-3366 0 0,-1 0 1 0 0,0 0 0 0 0,-1 1-1 0 0,0 1 1 0 0,0 0 0 0 0,-1 1-1 0 0,-1 0 1 0 0,10 13 0 0 0,-15-17-193 0 0,0 0 1 0 0,-1 1-1 0 0,0 0 1 0 0,0 0-1 0 0,-1 0 1 0 0,0 0 0 0 0,-1 0-1 0 0,1 1 1 0 0,-2-1-1 0 0,1 1 1 0 0,-1-1 0 0 0,0 1-1 0 0,-1 0 1 0 0,0-1-1 0 0,-2 17 1 0 0,-1-8-257 0 0,-1 0 0 0 0,0 0 0 0 0,-1 0 1 0 0,-15 31-1 0 0,10-26-794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6.7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 65 3681 0 0,'-2'-3'379'0'0,"1"-1"0"0"0,-1 0 0 0 0,0 0 0 0 0,0 0 0 0 0,0 1-1 0 0,0-1 1 0 0,0 1 0 0 0,-1 0 0 0 0,0 0 0 0 0,0 0 0 0 0,0 0 0 0 0,0 0 0 0 0,0 0 0 0 0,0 1 0 0 0,-1-1 0 0 0,1 1 0 0 0,-1 0 0 0 0,-5-2 0 0 0,6 3-123 0 0,0 0-1 0 0,0 0 1 0 0,0 1 0 0 0,0-1 0 0 0,0 1-1 0 0,0 0 1 0 0,-1 0 0 0 0,1 0-1 0 0,0 0 1 0 0,0 0 0 0 0,0 1 0 0 0,0-1-1 0 0,0 1 1 0 0,0 0 0 0 0,0 0 0 0 0,0 0-1 0 0,0 0 1 0 0,0 1 0 0 0,0-1 0 0 0,1 1-1 0 0,-1 0 1 0 0,1-1 0 0 0,-1 1 0 0 0,-2 4-1 0 0,-3 2-17 0 0,1 0 0 0 0,1 1 0 0 0,-1 0 0 0 0,2 0-1 0 0,-1 1 1 0 0,1 0 0 0 0,1 0 0 0 0,0 0 0 0 0,0 0 0 0 0,1 1-1 0 0,0-1 1 0 0,-1 12 0 0 0,-1 10-108 0 0,1 0 0 0 0,2 59 0 0 0,2-72-151 0 0,1 0-1 0 0,1 0 0 0 0,1-1 0 0 0,0 1 1 0 0,10 27-1 0 0,-9-36-245 0 0,0-1 1 0 0,0-1-1 0 0,0 1 1 0 0,1 0-1 0 0,1-1 1 0 0,-1 0-1 0 0,1 0 1 0 0,1-1-1 0 0,-1 0 1 0 0,1 0-1 0 0,1 0 1 0 0,11 8-1 0 0,5 0-6004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7.1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11 4145 0 0,'-3'3'380'0'0,"1"0"0"0"0,-1 1 0 0 0,1-1 0 0 0,0 1 0 0 0,0 0 0 0 0,0-1 0 0 0,0 1 0 0 0,1 0-1 0 0,0 0 1 0 0,0 0 0 0 0,0 0 0 0 0,-1 6 0 0 0,0-1 163 0 0,-2 8 234 0 0,0 1-1 0 0,1 0 0 0 0,1 0 0 0 0,1 0 0 0 0,0 0 1 0 0,4 28-1 0 0,-2-40-589 0 0,0 0 0 0 0,0 0 0 0 0,1 0 0 0 0,-1 0 0 0 0,1-1 0 0 0,1 1 0 0 0,-1 0 0 0 0,1-1 0 0 0,0 0 0 0 0,5 7 0 0 0,-5-9-121 0 0,-1 0 1 0 0,1 0-1 0 0,0-1 1 0 0,1 1 0 0 0,-1-1-1 0 0,0 1 1 0 0,1-1-1 0 0,-1 0 1 0 0,1 0-1 0 0,0-1 1 0 0,0 1-1 0 0,-1-1 1 0 0,1 0 0 0 0,0 0-1 0 0,0 0 1 0 0,8 0-1 0 0,-8 0-71 0 0,0-1 0 0 0,-1 0 0 0 0,1-1 0 0 0,0 1 0 0 0,0-1 0 0 0,0 1 0 0 0,-1-1 0 0 0,1 0-1 0 0,0 0 1 0 0,-1-1 0 0 0,1 1 0 0 0,-1-1 0 0 0,1 0 0 0 0,-1 0 0 0 0,0 0 0 0 0,0 0 0 0 0,0-1 0 0 0,0 1 0 0 0,0-1-1 0 0,0 0 1 0 0,-1 0 0 0 0,1 0 0 0 0,-1 0 0 0 0,0 0 0 0 0,0 0 0 0 0,0 0 0 0 0,0-1 0 0 0,-1 1 0 0 0,2-5 0 0 0,0 0 45 0 0,0 0 1 0 0,-1 0 0 0 0,0 0 0 0 0,-1 0-1 0 0,0 0 1 0 0,0-1 0 0 0,0 1 0 0 0,-1 0 0 0 0,-1-1-1 0 0,1 1 1 0 0,-1 0 0 0 0,-3-12 0 0 0,-2 1 115 0 0,0 1 1 0 0,-16-32 0 0 0,19 46-211 0 0,1-1-1 0 0,-1 0 1 0 0,0 1-1 0 0,0-1 1 0 0,0 1-1 0 0,-1 0 1 0 0,1 0-1 0 0,-1 0 1 0 0,0 1-1 0 0,0-1 1 0 0,0 1-1 0 0,-1 0 1 0 0,1 0-1 0 0,-10-4 1 0 0,-4 6-1830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7.6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41 456 0 0,'15'-17'-140'0'0,"10"-1"5753"0"0,-24 17-5369 0 0,0 1 0 0 0,0 0 1 0 0,0 0-1 0 0,-1-1 0 0 0,1 1 1 0 0,0 0-1 0 0,0 0 0 0 0,0 0 1 0 0,0 0-1 0 0,-1 0 1 0 0,1 0-1 0 0,0 0 0 0 0,0 0 1 0 0,0 1-1 0 0,0-1 0 0 0,-1 0 1 0 0,1 0-1 0 0,0 1 0 0 0,0-1 1 0 0,0 0-1 0 0,1 2 0 0 0,-1-1-136 0 0,0 0 1 0 0,1 1-1 0 0,-1-1 0 0 0,0 1 0 0 0,0 0 0 0 0,0-1 0 0 0,0 1 0 0 0,0 0 0 0 0,0 0 0 0 0,-1 0 0 0 0,1-1 0 0 0,-1 1 0 0 0,1 3 0 0 0,11 85 2092 0 0,-10-70-2275 0 0,0 0 0 0 0,1 0 0 0 0,1 0 0 0 0,9 28 0 0 0,-13-47 29 0 0,0 0 1 0 0,1 0-1 0 0,-1 0 1 0 0,0 0 0 0 0,1 0-1 0 0,-1 0 1 0 0,1 0-1 0 0,-1-1 1 0 0,1 1-1 0 0,-1 0 1 0 0,1 0 0 0 0,0-1-1 0 0,-1 1 1 0 0,1 0-1 0 0,0-1 1 0 0,-1 1-1 0 0,2 0 1 0 0,-1-1 29 0 0,-1 0 1 0 0,0 0-1 0 0,1 0 0 0 0,-1 0 1 0 0,0-1-1 0 0,1 1 1 0 0,-1 0-1 0 0,0 0 0 0 0,1 0 1 0 0,-1-1-1 0 0,0 1 0 0 0,1 0 1 0 0,-1-1-1 0 0,0 1 1 0 0,1 0-1 0 0,-1-1 0 0 0,0 1 1 0 0,0 0-1 0 0,0-1 1 0 0,1 1-1 0 0,-1 0 0 0 0,0-1 1 0 0,0 1-1 0 0,0 0 0 0 0,0-1 1 0 0,0 1-1 0 0,0-1 1 0 0,9-42-173 0 0,-8 31 208 0 0,0 9-6 0 0,3-20 260 0 0,2 0 0 0 0,15-41-1 0 0,-19 59-149 0 0,0 0-1 0 0,0 0 1 0 0,1 1-1 0 0,-1-1 1 0 0,1 1-1 0 0,0 0 1 0 0,0-1-1 0 0,1 1 0 0 0,-1 1 1 0 0,1-1-1 0 0,0 0 1 0 0,0 1-1 0 0,0 0 1 0 0,0 0-1 0 0,1 0 1 0 0,-1 0-1 0 0,1 1 1 0 0,0 0-1 0 0,7-3 1 0 0,-11 5-50 0 0,1-1 1 0 0,0 1-1 0 0,-1 0 1 0 0,1 0-1 0 0,0 0 1 0 0,-1 0-1 0 0,1 0 1 0 0,0 0 0 0 0,-1 0-1 0 0,1 1 1 0 0,-1-1-1 0 0,1 0 1 0 0,0 1-1 0 0,-1 0 1 0 0,1-1-1 0 0,-1 1 1 0 0,1 0 0 0 0,-1 0-1 0 0,0-1 1 0 0,1 1-1 0 0,-1 0 1 0 0,0 1-1 0 0,1-1 1 0 0,-1 0-1 0 0,2 3 1 0 0,1 2-87 0 0,0 1-1 0 0,0 0 1 0 0,0 0-1 0 0,4 12 1 0 0,-7-15-81 0 0,0 0 1 0 0,0 0-1 0 0,1 0 0 0 0,0 0 1 0 0,0 0-1 0 0,0 0 0 0 0,0-1 0 0 0,0 1 1 0 0,1-1-1 0 0,-1 1 0 0 0,1-1 1 0 0,0 0-1 0 0,0 0 0 0 0,1-1 1 0 0,4 5-1 0 0,-7-7 66 0 0,1 0-1 0 0,-1 0 1 0 0,1 1 0 0 0,-1-1-1 0 0,1 0 1 0 0,-1 0 0 0 0,1 0-1 0 0,-1 0 1 0 0,1-1-1 0 0,-1 1 1 0 0,0 0 0 0 0,1-1-1 0 0,-1 1 1 0 0,1-1 0 0 0,-1 1-1 0 0,0-1 1 0 0,1 0 0 0 0,-1 1-1 0 0,0-1 1 0 0,0 0 0 0 0,1 0-1 0 0,-1 0 1 0 0,0 0 0 0 0,0 0-1 0 0,0 0 1 0 0,0 0 0 0 0,0-1-1 0 0,-1 1 1 0 0,1 0-1 0 0,1-3 1 0 0,4-6 235 0 0,-1 0 1 0 0,0 0-1 0 0,4-12 1 0 0,-2 4 480 0 0,-6 15-520 0 0,1-1 0 0 0,0 1 0 0 0,0-1 0 0 0,1 1 0 0 0,-1 0 0 0 0,1 0 0 0 0,-1 0 1 0 0,1 0-1 0 0,0 0 0 0 0,0 0 0 0 0,0 1 0 0 0,6-4 0 0 0,-8 6-146 0 0,0 0 0 0 0,0-1-1 0 0,0 1 1 0 0,0-1 0 0 0,0 1 0 0 0,0 0-1 0 0,0 0 1 0 0,0 0 0 0 0,0 0 0 0 0,0 0-1 0 0,0 0 1 0 0,0 0 0 0 0,0 0 0 0 0,0 0-1 0 0,0 0 1 0 0,0 0 0 0 0,0 1 0 0 0,0-1-1 0 0,2 1 1 0 0,-1 0-13 0 0,-1 0-1 0 0,1 0 1 0 0,-1 1-1 0 0,0-1 1 0 0,1 1-1 0 0,-1-1 1 0 0,0 0 0 0 0,0 1-1 0 0,0 0 1 0 0,0-1-1 0 0,0 1 1 0 0,0 0-1 0 0,0-1 1 0 0,0 5-1 0 0,12 40 314 0 0,-10-34-927 0 0,0 0 1 0 0,1 0 0 0 0,9 21-1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7.9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0 241 5985 0 0,'13'-2'512'0'0,"1"-1"0"0"0,-1 0 0 0 0,0-1 0 0 0,-1 0 0 0 0,1-1 0 0 0,-1 0 0 0 0,0-1 0 0 0,0-1 0 0 0,0 0 0 0 0,16-13 0 0 0,-22 15-336 0 0,0 0 1 0 0,0-1-1 0 0,0 0 1 0 0,-1 0-1 0 0,0 0 1 0 0,0 0 0 0 0,0-1-1 0 0,-1 0 1 0 0,0 0-1 0 0,0 0 1 0 0,-1-1-1 0 0,0 1 1 0 0,0-1-1 0 0,-1 0 1 0 0,0 1 0 0 0,0-1-1 0 0,-1 0 1 0 0,1-13-1 0 0,-2 20-108 0 0,0-1 0 0 0,0 1 0 0 0,0 0 1 0 0,0-1-1 0 0,0 1 0 0 0,0-1 0 0 0,-1 1 0 0 0,1-1 0 0 0,0 1 0 0 0,-1-1 0 0 0,1 1 0 0 0,-1 0 0 0 0,1-1 0 0 0,-1 1 0 0 0,0 0 1 0 0,0-1-1 0 0,1 1 0 0 0,-1 0 0 0 0,-2-2 0 0 0,3 3 17 0 0,-1 0 0 0 0,0-1 0 0 0,0 1 0 0 0,0 0 0 0 0,0-1 0 0 0,0 1-1 0 0,0 0 1 0 0,0 0 0 0 0,0 0 0 0 0,0 0 0 0 0,0 0 0 0 0,0 0 0 0 0,0 0 0 0 0,0 0 0 0 0,0 0 0 0 0,0 0 0 0 0,0 1 0 0 0,0-1 0 0 0,1 0 0 0 0,-1 1 0 0 0,-2 0 0 0 0,-2 2 197 0 0,-1 0 0 0 0,1 1 1 0 0,0-1-1 0 0,0 1 0 0 0,0 1 1 0 0,1-1-1 0 0,-6 7 0 0 0,-6 8 103 0 0,0 2 0 0 0,2 0 0 0 0,-21 40 0 0 0,31-54-402 0 0,1 1 1 0 0,0-1 0 0 0,0 1 0 0 0,0-1 0 0 0,1 1 0 0 0,0 0-1 0 0,1 0 1 0 0,0 0 0 0 0,0 0 0 0 0,1 0 0 0 0,0 0 0 0 0,0 0-1 0 0,1 0 1 0 0,0 0 0 0 0,0 0 0 0 0,3 8 0 0 0,-2-11-279 0 0,0-1 0 0 0,1 0 0 0 0,-1 0 0 0 0,1 0 1 0 0,0 0-1 0 0,1 0 0 0 0,-1-1 0 0 0,1 1 1 0 0,-1-1-1 0 0,1 0 0 0 0,0 0 0 0 0,0 0 0 0 0,0-1 1 0 0,0 1-1 0 0,1-1 0 0 0,-1 0 0 0 0,1 0 0 0 0,-1-1 1 0 0,1 1-1 0 0,5 0 0 0 0,10 1-5541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8.3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126 16 3681 0 0,'0'0'51'0'0,"0"0"0"0"0,1-1 0 0 0,-1 1 1 0 0,0 0-1 0 0,1 0 0 0 0,-1-1 0 0 0,0 1 1 0 0,0 0-1 0 0,1-1 0 0 0,-1 1 0 0 0,0-1 1 0 0,0 1-1 0 0,0 0 0 0 0,0-1 0 0 0,1 1 1 0 0,-1 0-1 0 0,0-1 0 0 0,0 1 0 0 0,0-1 0 0 0,0 1 1 0 0,0-1-1 0 0,0 1 0 0 0,0 0 0 0 0,0-1 1 0 0,0 1-1 0 0,0-1 0 0 0,0 1 0 0 0,-1 0 1 0 0,1-1-1 0 0,0 1 0 0 0,0-1 0 0 0,0 1 1 0 0,0 0-1 0 0,-1-1 0 0 0,1 1 0 0 0,0 0 0 0 0,0-1 1 0 0,-1 1-1 0 0,1 0 0 0 0,0-1 0 0 0,0 1 1 0 0,-1 0-1 0 0,1-1 0 0 0,-22 7 3831 0 0,-25 23 2701 0 0,43-26-6313 0 0,0 0 1 0 0,0 1 0 0 0,0-1 0 0 0,1 1 0 0 0,0 0 0 0 0,0 0 0 0 0,0 0-1 0 0,0 0 1 0 0,0 1 0 0 0,1-1 0 0 0,0 1 0 0 0,0-1 0 0 0,0 1 0 0 0,0 0-1 0 0,1 0 1 0 0,0 0 0 0 0,0 0 0 0 0,-1 8 0 0 0,3-8-233 0 0,-1 1 0 0 0,1-1-1 0 0,0 0 1 0 0,1 1 0 0 0,-1-1 0 0 0,1 0 0 0 0,0 0-1 0 0,1 0 1 0 0,-1 0 0 0 0,1 0 0 0 0,0 0 0 0 0,0-1-1 0 0,0 1 1 0 0,1-1 0 0 0,-1 0 0 0 0,9 7 0 0 0,10 7-3 0 0,-18-15-28 0 0,1 0 0 0 0,-1 0-1 0 0,0 0 1 0 0,-1 0-1 0 0,1 1 1 0 0,-1 0 0 0 0,5 6-1 0 0,-7-9-16 0 0,-1 0 0 0 0,1 1-1 0 0,-1-1 1 0 0,0 0 0 0 0,1 1 0 0 0,-1-1 0 0 0,0 1-1 0 0,0-1 1 0 0,0 1 0 0 0,0-1 0 0 0,0 1-1 0 0,0-1 1 0 0,0 0 0 0 0,-1 1 0 0 0,1-1 0 0 0,0 1-1 0 0,-1-1 1 0 0,1 0 0 0 0,-1 1 0 0 0,0-1-1 0 0,1 0 1 0 0,-1 0 0 0 0,0 1 0 0 0,0-1 0 0 0,0 0-1 0 0,0 0 1 0 0,0 0 0 0 0,0 0 0 0 0,0 0-1 0 0,0 0 1 0 0,-2 1 0 0 0,-6 5-843 0 0,0 0 0 0 0,-1-1-1 0 0,1 0 1 0 0,-16 7 0 0 0,14-8-1910 0 0,-13 8-3660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8.6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130 18 7834 0 0,'4'-17'9770'0'0,"-20"31"-6101"0"0,2 2-3475 0 0,1 5-26 0 0,1 0-1 0 0,0 0 1 0 0,2 1-1 0 0,0 1 1 0 0,1 0-1 0 0,2 0 1 0 0,0 1-1 0 0,-4 29 0 0 0,5-15-173 0 0,2 1-1 0 0,2-1 0 0 0,1 1 1 0 0,7 57-1 0 0,0-52-612 0 0,1-1 1 0 0,3 0 0 0 0,23 63-1 0 0,-20-71-6773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9.0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3 179 1840 0 0,'-1'-3'337'0'0,"0"0"-1"0"0,1 0 1 0 0,0 0 0 0 0,-1 0-1 0 0,1 0 1 0 0,0 0-1 0 0,1 0 1 0 0,-1 0-1 0 0,0 0 1 0 0,1 0-1 0 0,0 0 1 0 0,0 0-1 0 0,0 0 1 0 0,0 0-1 0 0,0 0 1 0 0,0 0-1 0 0,1 1 1 0 0,-1-1 0 0 0,1 0-1 0 0,0 1 1 0 0,0 0-1 0 0,0-1 1 0 0,0 1-1 0 0,0 0 1 0 0,1 0-1 0 0,-1 0 1 0 0,4-2-1 0 0,9-7 354 0 0,0 0 0 0 0,1 1-1 0 0,20-9 1 0 0,-31 17-816 0 0,9-6-417 0 0,0 1 0 0 0,0 1-1 0 0,0 0 1 0 0,1 1 0 0 0,0 1-1 0 0,0 1 1 0 0,1 0 0 0 0,-1 0-1 0 0,21 0 1 0 0,-6 5 418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9.4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0 114 456 0 0,'30'8'3218'0'0,"0"-1"1"0"0,37 3-1 0 0,-45-6-2252 0 0,-26-6-325 0 0,-1 0 0 0 0,0 0-1 0 0,0 0 1 0 0,1 0 0 0 0,0-1 0 0 0,-1 1-1 0 0,1-1 1 0 0,0-1 0 0 0,0 1 0 0 0,0 0-1 0 0,1-1 1 0 0,-1 0 0 0 0,1 0 0 0 0,-5-7-1 0 0,5 7-720 0 0,1 0-1 0 0,0 0 1 0 0,-1 0-1 0 0,1-1 1 0 0,1 1-1 0 0,-1-1 1 0 0,1 0-1 0 0,-2-4 1 0 0,3 5-371 0 0,0 1 0 0 0,-1 0 0 0 0,1 0 0 0 0,0 0 0 0 0,1 0 0 0 0,-1 0 0 0 0,1 0 0 0 0,-1 0 1 0 0,1 0-1 0 0,0 0 0 0 0,0 0 0 0 0,0 0 0 0 0,3-5 0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7:59.7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105 84 2304 0 0,'-7'2'930'0'0,"0"0"-1"0"0,1 1 1 0 0,-1 0-1 0 0,0 1 1 0 0,1-1-1 0 0,0 1 1 0 0,-1 1-1 0 0,2-1 1 0 0,-1 1-1 0 0,-9 10 0 0 0,12-12-590 0 0,0 0 0 0 0,1 0-1 0 0,-1 1 1 0 0,1-1-1 0 0,0 1 1 0 0,0 0-1 0 0,0-1 1 0 0,1 1-1 0 0,-3 6 1 0 0,4-8-265 0 0,-1 0 1 0 0,1 0-1 0 0,0 1 1 0 0,0-1-1 0 0,0 0 1 0 0,0 0-1 0 0,0 0 1 0 0,0 0-1 0 0,1 0 1 0 0,-1 0-1 0 0,1 0 1 0 0,0 0-1 0 0,-1 0 1 0 0,1 0-1 0 0,0 0 1 0 0,0 0-1 0 0,0 0 1 0 0,0 0-1 0 0,2 2 1 0 0,-1-3-43 0 0,0 1 1 0 0,0 0-1 0 0,0-1 1 0 0,0 1-1 0 0,0-1 1 0 0,0 0-1 0 0,1 0 1 0 0,-1 0-1 0 0,0 0 1 0 0,1 0-1 0 0,-1 0 1 0 0,0 0-1 0 0,1-1 1 0 0,-1 1-1 0 0,1-1 1 0 0,-1 0-1 0 0,1 0 1 0 0,0 0-1 0 0,-1 0 1 0 0,1 0-1 0 0,-1-1 1 0 0,1 1-1 0 0,-1-1 1 0 0,1 1-1 0 0,-1-1 1 0 0,0 0-1 0 0,1 0 1 0 0,-1 0-1 0 0,0 0 1 0 0,4-3-1 0 0,2 0-100 0 0,0-1 0 0 0,-1 0 0 0 0,1 0 0 0 0,-1-1 1 0 0,0 0-1 0 0,0 0 0 0 0,7-9 0 0 0,-11 11 68 0 0,-1 0 1 0 0,0-1-1 0 0,0 1 0 0 0,0 0 1 0 0,0-1-1 0 0,-1 1 1 0 0,1-1-1 0 0,-1 1 0 0 0,0-1 1 0 0,-1 0-1 0 0,1 0 1 0 0,-1 1-1 0 0,0-1 1 0 0,0 0-1 0 0,0 0 0 0 0,-1 1 1 0 0,0-1-1 0 0,0 0 1 0 0,0 1-1 0 0,0-1 0 0 0,-1 1 1 0 0,0-1-1 0 0,0 1 1 0 0,0 0-1 0 0,-3-5 0 0 0,3 6-30 0 0,1 0 0 0 0,-2-1 0 0 0,1 1 0 0 0,0 0 0 0 0,-1 0 0 0 0,1 0 0 0 0,-1 0-1 0 0,0 1 1 0 0,0-1 0 0 0,0 1 0 0 0,0 0 0 0 0,0 0 0 0 0,-1 0 0 0 0,1 0-1 0 0,0 0 1 0 0,-1 1 0 0 0,0-1 0 0 0,1 1 0 0 0,-1 0 0 0 0,0 0 0 0 0,0 1 0 0 0,0-1-1 0 0,1 1 1 0 0,-1 0 0 0 0,0 0 0 0 0,0 0 0 0 0,0 0 0 0 0,0 1 0 0 0,1-1 0 0 0,-1 1-1 0 0,-4 1 1 0 0,-7 5-625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0.1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41 1376 0 0,'2'4'698'0'0,"0"0"0"0"0,0 0 0 0 0,-1 1 0 0 0,0-1 0 0 0,0 0 0 0 0,0 1 0 0 0,0-1 0 0 0,-1 1 0 0 0,0 8-1 0 0,2 3 919 0 0,-1-5-1255 0 0,1 0-1 0 0,0-1 0 0 0,0 1 0 0 0,2-1 0 0 0,-1 1 0 0 0,1-1 0 0 0,7 13 0 0 0,-1-61 2081 0 0,-5 15-2050 0 0,12-35 1 0 0,-15 52-286 0 0,1 0 0 0 0,-1 0 0 0 0,1 0 0 0 0,0 1 0 0 0,1-1-1 0 0,-1 1 1 0 0,1 0 0 0 0,0 0 0 0 0,0 0 0 0 0,1 1 0 0 0,5-6-1 0 0,-8 9 23 0 0,-1 0-1 0 0,1 0 0 0 0,-1 0 0 0 0,1 0 0 0 0,0 1 0 0 0,0-1 0 0 0,0 0 1 0 0,-1 1-1 0 0,1-1 0 0 0,0 1 0 0 0,0 0 0 0 0,0-1 0 0 0,0 1 1 0 0,0 0-1 0 0,0 0 0 0 0,0 0 0 0 0,-1 1 0 0 0,1-1 0 0 0,4 1 0 0 0,-3 1-32 0 0,1-1 0 0 0,-1 1 0 0 0,0 0 0 0 0,1 0 0 0 0,-1 0-1 0 0,0 0 1 0 0,0 0 0 0 0,0 1 0 0 0,3 4 0 0 0,5 5-335 0 0,-1 1 1 0 0,-1 0 0 0 0,13 24-1 0 0,-19-31 50 0 0,6 12-645 0 0,-7-13 307 0 0,0 0-1 0 0,1 0 0 0 0,-1-1 1 0 0,1 1-1 0 0,5 6 0 0 0,10-54-915 0 0,-13 30 1430 0 0,0 1 0 0 0,2 0 0 0 0,-1 0 0 0 0,14-17 0 0 0,-17 25 118 0 0,0 0 0 0 0,1 0 0 0 0,-1 0 1 0 0,1 0-1 0 0,0 1 0 0 0,0 0 0 0 0,0 0 0 0 0,0 0 0 0 0,0 0 0 0 0,1 1 1 0 0,-1-1-1 0 0,1 1 0 0 0,0 0 0 0 0,0 1 0 0 0,5-2 0 0 0,-8 3-33 0 0,-1 0-1 0 0,1 0 0 0 0,-1 0 1 0 0,0 0-1 0 0,1 0 0 0 0,-1 1 1 0 0,1-1-1 0 0,-1 0 0 0 0,0 1 1 0 0,1-1-1 0 0,-1 1 1 0 0,0-1-1 0 0,0 1 0 0 0,1 0 1 0 0,-1 0-1 0 0,0 0 0 0 0,0-1 1 0 0,0 1-1 0 0,0 0 0 0 0,0 0 1 0 0,0 0-1 0 0,0 1 0 0 0,0-1 1 0 0,0 0-1 0 0,-1 0 0 0 0,2 3 1 0 0,17 43 485 0 0,-6-11-742 0 0,-10-32-71 0 0,-1 1 0 0 0,2-1 1 0 0,-1 0-1 0 0,0 0 0 0 0,1 0 0 0 0,0 0 0 0 0,0-1 0 0 0,0 0 1 0 0,0 1-1 0 0,1-1 0 0 0,-1-1 0 0 0,1 1 0 0 0,0-1 0 0 0,-1 0 0 0 0,1 0 1 0 0,0 0-1 0 0,1 0 0 0 0,-1-1 0 0 0,9 1 0 0 0,-6-3 204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1.1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181 61 4145 0 0,'5'-4'673'0'0,"0"1"0"0"0,0-1 1 0 0,-1 0-1 0 0,0 0 0 0 0,0 0 0 0 0,0 0 1 0 0,0-1-1 0 0,-1 0 0 0 0,1 0 0 0 0,-1 0 1 0 0,4-9-1 0 0,-9 15-395 0 0,0-1 1 0 0,0 1-1 0 0,0-1 1 0 0,0 1-1 0 0,0-1 0 0 0,0 1 1 0 0,0 0-1 0 0,0 0 1 0 0,1 0-1 0 0,-1 0 1 0 0,0 0-1 0 0,-1 3 0 0 0,-10 7 19 0 0,0 2 1 0 0,2-1-1 0 0,0 2 0 0 0,0-1 0 0 0,-11 21 0 0 0,-41 80-22 0 0,59-106-244 0 0,-2 5-32 0 0,-7 11 167 0 0,-16 46 1 0 0,27-64-133 0 0,0 0 1 0 0,0 0-1 0 0,1 0 0 0 0,0 0 0 0 0,0 0 0 0 0,0 0 1 0 0,1 0-1 0 0,0 1 0 0 0,0-1 0 0 0,0 0 0 0 0,1 0 1 0 0,0 0-1 0 0,1 0 0 0 0,1 7 0 0 0,-2-11-113 0 0,0 0-1 0 0,0 0 1 0 0,0 0-1 0 0,1 0 1 0 0,-1 0-1 0 0,0 0 1 0 0,1 0-1 0 0,-1-1 1 0 0,1 1-1 0 0,0 0 1 0 0,0-1-1 0 0,-1 1 1 0 0,1-1-1 0 0,0 0 1 0 0,0 1-1 0 0,0-1 0 0 0,1 0 1 0 0,-1 0-1 0 0,0 0 1 0 0,0-1-1 0 0,1 1 1 0 0,-1-1-1 0 0,0 1 1 0 0,1-1-1 0 0,-1 0 1 0 0,0 1-1 0 0,1-1 1 0 0,-1 0-1 0 0,0-1 1 0 0,1 1-1 0 0,-1 0 1 0 0,0-1-1 0 0,1 1 1 0 0,2-2-1 0 0,8-2-1158 0 0,0-1-1 0 0,0-1 1 0 0,-1 0-1 0 0,20-12 1 0 0,-22 12-80 0 0,14-9-2365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1.5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46 920 0 0,'-10'-45'17202'0'0,"16"69"-15794"0"0,-5 193 1372 0 0,-3-38-2766 0 0,4-146-589 0 0,1 1 0 0 0,1-1 0 0 0,12 42 0 0 0,-9-52-1577 0 0,-1-2-4438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1.9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241 31 1376 0 0,'1'-5'-989'0'0,"2"-20"11985"0"0,-18 35-8365 0 0,-33 30 193 0 0,-51 48-1826 0 0,88-77-961 0 0,1 0 1 0 0,0 1 0 0 0,1 0 0 0 0,1 0-1 0 0,0 1 1 0 0,-10 23 0 0 0,17-34 13 0 0,-1 1-1 0 0,1 0 1 0 0,0-1 0 0 0,0 1-1 0 0,1 0 1 0 0,-1 0 0 0 0,0 0-1 0 0,1 0 1 0 0,0 0 0 0 0,0 0 0 0 0,0 0-1 0 0,0 0 1 0 0,0-1 0 0 0,1 1-1 0 0,-1 0 1 0 0,1 0 0 0 0,1 5-1 0 0,0-5 6 0 0,-1-1 0 0 0,1 0 0 0 0,-1 0 0 0 0,1-1-1 0 0,-1 1 1 0 0,1 0 0 0 0,0 0 0 0 0,0-1 0 0 0,0 1-1 0 0,0-1 1 0 0,0 0 0 0 0,0 0 0 0 0,1 1 0 0 0,-1-1-1 0 0,0-1 1 0 0,1 1 0 0 0,1 1 0 0 0,5-1-268 0 0,0 1 0 0 0,1-1 1 0 0,-1 0-1 0 0,0-1 0 0 0,0 0 0 0 0,0-1 1 0 0,0 0-1 0 0,0 0 0 0 0,0-1 1 0 0,11-3-1 0 0,8-5-6210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2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42 1 7370 0 0,'1'0'762'0'0,"11"22"5431"0"0,-4 20-2715 0 0,-5-26-2432 0 0,18 92 1627 0 0,29 138-2769 0 0,-32-150-1789 0 0,-11-32-2884 0 0,-6-47-809 0 0</inkml:trace>
  <inkml:trace contextRef="#ctx0" brushRef="#br0" timeOffset="1">0 404 11522 0 0,'3'-5'471'0'0,"1"0"0"0"0,-1 0 0 0 0,1 0-1 0 0,0 0 1 0 0,0 1 0 0 0,1-1-1 0 0,-1 1 1 0 0,1 0 0 0 0,0 1-1 0 0,10-7 1 0 0,0-1 118 0 0,25-18 969 0 0,68-39 1 0 0,-27 30-2161 0 0,-60 31-1200 0 0,-1 0 0 0 0,23-4 0 0 0,4 4-4394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7.2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59 4145 0 0,'-2'-4'815'0'0,"-1"-1"1"0"0,1 1-1 0 0,-1 0 0 0 0,0 0 1 0 0,0 0-1 0 0,-1 1 1 0 0,1-1-1 0 0,-1 1 0 0 0,0 0 1 0 0,0 0-1 0 0,0 0 1 0 0,0 0-1 0 0,0 1 0 0 0,-1 0 1 0 0,1-1-1 0 0,-9-1 1 0 0,12 4-710 0 0,0 0 0 0 0,0 0 0 0 0,0 0 0 0 0,1 1 1 0 0,-1-1-1 0 0,0 0 0 0 0,0 1 0 0 0,0-1 1 0 0,0 0-1 0 0,1 1 0 0 0,-1-1 0 0 0,0 1 1 0 0,1 0-1 0 0,-1-1 0 0 0,0 1 0 0 0,1-1 1 0 0,-1 1-1 0 0,0 0 0 0 0,1-1 0 0 0,-1 1 1 0 0,1 0-1 0 0,-1 0 0 0 0,1 0 0 0 0,0-1 1 0 0,-1 1-1 0 0,1 0 0 0 0,0 0 0 0 0,0 0 1 0 0,-1 0-1 0 0,1 0 0 0 0,0-1 0 0 0,0 2 1 0 0,-6 37 408 0 0,5-29-218 0 0,-12 106-188 0 0,5 0-1 0 0,6 1 1 0 0,4-1 0 0 0,26 180 0 0 0,-13-210-1757 0 0,6-3-3300 0 0,-15-63-2043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7.8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31 1376 0 0,'-13'6'-125'0'0,"7"-3"718"0"0,0-1 0 0 0,0 1-1 0 0,0-1 1 0 0,0 0 0 0 0,0-1-1 0 0,0 1 1 0 0,-1-1 0 0 0,-12 0-1 0 0,19-1-550 0 0,0 0-1 0 0,0 0 0 0 0,0 0 0 0 0,0 0 1 0 0,-1 0-1 0 0,1 0 0 0 0,0 0 0 0 0,0 0 0 0 0,0 0 1 0 0,0 0-1 0 0,0 0 0 0 0,-1 0 0 0 0,1 0 1 0 0,0 0-1 0 0,0 0 0 0 0,0 0 0 0 0,0 0 0 0 0,0-1 1 0 0,0 1-1 0 0,-1 0 0 0 0,1 0 0 0 0,0 0 1 0 0,0 0-1 0 0,0 0 0 0 0,0 0 0 0 0,0-1 0 0 0,0 1 1 0 0,0 0-1 0 0,0 0 0 0 0,0 0 0 0 0,0 0 1 0 0,0 0-1 0 0,0-1 0 0 0,0 1 0 0 0,0 0 0 0 0,0 0 1 0 0,0 0-1 0 0,0 0 0 0 0,0-1 0 0 0,0 1 1 0 0,0 0-1 0 0,0 0 0 0 0,0 0 0 0 0,0 0 0 0 0,0 0 1 0 0,0-1-1 0 0,0 1 0 0 0,0 0 0 0 0,0 0 1 0 0,0 0-1 0 0,0 0 0 0 0,1-1 0 0 0,8-10 1072 0 0,12-7 150 0 0,-17 16-1001 0 0,0-1-1 0 0,1 1 1 0 0,-1 0-1 0 0,1 0 1 0 0,-1 0-1 0 0,1 1 1 0 0,-1 0-1 0 0,1 0 1 0 0,0 0-1 0 0,-1 0 1 0 0,1 1-1 0 0,0 0 1 0 0,0 0-1 0 0,0 0 0 0 0,0 0 1 0 0,-1 1-1 0 0,1 0 1 0 0,0 0-1 0 0,-1 0 1 0 0,1 0-1 0 0,8 5 1 0 0,-7-3-233 0 0,0 1-1 0 0,1-1 1 0 0,-2 2 0 0 0,1-1 0 0 0,0 1-1 0 0,-1 0 1 0 0,0 0 0 0 0,0 0 0 0 0,0 0 0 0 0,-1 1-1 0 0,0 0 1 0 0,0 0 0 0 0,0 0 0 0 0,3 9-1 0 0,-5-6-72 0 0,1 0-1 0 0,-1 0 1 0 0,0 0-1 0 0,-1 0 1 0 0,0 0-1 0 0,-1 0 1 0 0,0 0-1 0 0,0 0 1 0 0,-1 0-1 0 0,0 0 1 0 0,-1 0-1 0 0,1 0 1 0 0,-2 0-1 0 0,1 0 1 0 0,-2-1-1 0 0,-3 10 1 0 0,-10 18-61 0 0,-1-1 1 0 0,-28 42-1 0 0,42-72 130 0 0,-3 7 687 0 0,-1-1 0 0 0,-1 0 0 0 0,-13 13 0 0 0,22-24-674 0 0,0 0-1 0 0,0 0 1 0 0,0 0-1 0 0,0 0 1 0 0,0 0-1 0 0,0 1 0 0 0,-1-1 1 0 0,1 0-1 0 0,0 0 1 0 0,0 0-1 0 0,0 0 1 0 0,0 1-1 0 0,0-1 1 0 0,0 0-1 0 0,0 0 0 0 0,0 0 1 0 0,0 0-1 0 0,0 0 1 0 0,1 1-1 0 0,-1-1 1 0 0,0 0-1 0 0,0 0 1 0 0,0 0-1 0 0,0 0 0 0 0,0 0 1 0 0,0 1-1 0 0,0-1 1 0 0,0 0-1 0 0,0 0 1 0 0,0 0-1 0 0,0 0 0 0 0,1 0 1 0 0,-1 0-1 0 0,0 1 1 0 0,0-1-1 0 0,0 0 1 0 0,0 0-1 0 0,0 0 1 0 0,1 0-1 0 0,-1 0 0 0 0,0 0 1 0 0,0 0-1 0 0,0 0 1 0 0,0 0-1 0 0,0 0 1 0 0,1 0-1 0 0,-1 0 0 0 0,15 5 544 0 0,16 1-371 0 0,11-3 171 0 0,44-4 1 0 0,43 2-1049 0 0,-114 1-517 0 0,0 1 0 0 0,0 0 0 0 0,22 7 0 0 0,-14-1-5191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8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3 10594 0 0,'-2'0'189'0'0,"-1"-1"0"0"0,1 1-1 0 0,-1-1 1 0 0,1 1 0 0 0,-1 0 0 0 0,0 0-1 0 0,1 0 1 0 0,-1 0 0 0 0,1 0-1 0 0,-1 0 1 0 0,1 1 0 0 0,-1-1 0 0 0,1 1-1 0 0,-1 0 1 0 0,1 0 0 0 0,0 0-1 0 0,-1 0 1 0 0,-2 2 0 0 0,1 0 87 0 0,0 0 0 0 0,0 1 0 0 0,1-1 0 0 0,0 1 0 0 0,0-1 0 0 0,0 1 0 0 0,0 0 0 0 0,0 0-1 0 0,-2 6 1 0 0,-3 7 147 0 0,2 0-1 0 0,0 0 0 0 0,0 0 0 0 0,-2 22 1 0 0,1-5-332 0 0,1 0 1 0 0,-1 52-1 0 0,7-74-105 0 0,0-1 0 0 0,0 1-1 0 0,2-1 1 0 0,-1 0 0 0 0,1 1-1 0 0,1-1 1 0 0,0 0 0 0 0,1 0-1 0 0,0 0 1 0 0,0-1 0 0 0,9 16-1 0 0,-9-21 10 0 0,0 0 0 0 0,0-1 0 0 0,0 1-1 0 0,0-1 1 0 0,1 0 0 0 0,0 0-1 0 0,0 0 1 0 0,0 0 0 0 0,0-1 0 0 0,1 0-1 0 0,-1 0 1 0 0,1-1 0 0 0,0 1 0 0 0,-1-1-1 0 0,1 0 1 0 0,0-1 0 0 0,0 0-1 0 0,1 0 1 0 0,-1 0 0 0 0,0 0 0 0 0,0-1-1 0 0,0 0 1 0 0,1 0 0 0 0,-1-1-1 0 0,0 0 1 0 0,0 0 0 0 0,0 0 0 0 0,0-1-1 0 0,0 0 1 0 0,0 0 0 0 0,0-1 0 0 0,-1 1-1 0 0,1-1 1 0 0,-1 0 0 0 0,0-1-1 0 0,0 1 1 0 0,0-1 0 0 0,0 0 0 0 0,-1-1-1 0 0,1 1 1 0 0,-1-1 0 0 0,0 1-1 0 0,0-1 1 0 0,-1 0 0 0 0,5-10 0 0 0,1-1 261 0 0,-1-1 0 0 0,-1-1 0 0 0,-1 1 1 0 0,0-1-1 0 0,-1-1 0 0 0,-1 1 0 0 0,-1 0 1 0 0,1-22-1 0 0,-3 26-155 0 0,-1 0 1 0 0,0 0-1 0 0,-1 1 1 0 0,-1-1 0 0 0,0 0-1 0 0,-1 1 1 0 0,0-1-1 0 0,-1 1 1 0 0,-1 0-1 0 0,0 0 1 0 0,-12-20-1 0 0,15 29-114 0 0,-1 0-1 0 0,0 0 0 0 0,0 0 1 0 0,0 0-1 0 0,-1 1 0 0 0,1-1 1 0 0,-1 1-1 0 0,1 0 0 0 0,-1 0 1 0 0,0 1-1 0 0,-6-4 0 0 0,7 5-367 0 0,-1-1 0 0 0,0 1-1 0 0,0 0 1 0 0,0 0-1 0 0,0 0 1 0 0,1 0 0 0 0,-1 1-1 0 0,-6-1 1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8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128 1 8290 0 0,'-31'12'1557'0'0,"9"-3"-249"0"0,1 0 0 0 0,-31 19 0 0 0,52-28-1275 0 0,0 0-1 0 0,0 0 1 0 0,0 0 0 0 0,0 0-1 0 0,0 1 1 0 0,0-1-1 0 0,-1 0 1 0 0,1 0 0 0 0,0 0-1 0 0,0 0 1 0 0,0 0 0 0 0,0 0-1 0 0,0 1 1 0 0,0-1 0 0 0,0 0-1 0 0,0 0 1 0 0,0 0 0 0 0,0 0-1 0 0,0 0 1 0 0,0 1-1 0 0,0-1 1 0 0,0 0 0 0 0,0 0-1 0 0,0 0 1 0 0,0 0 0 0 0,0 0-1 0 0,0 1 1 0 0,0-1 0 0 0,0 0-1 0 0,0 0 1 0 0,0 0 0 0 0,0 0-1 0 0,0 0 1 0 0,0 1 0 0 0,0-1-1 0 0,0 0 1 0 0,1 0-1 0 0,-1 0 1 0 0,0 0 0 0 0,0 0-1 0 0,0 0 1 0 0,0 0 0 0 0,0 1-1 0 0,0-1 1 0 0,0 0 0 0 0,1 0-1 0 0,-1 0 1 0 0,0 0 0 0 0,0 0-1 0 0,0 0 1 0 0,0 0-1 0 0,0 0 1 0 0,1 0 0 0 0,-1 0-1 0 0,0 0 1 0 0,16 6 732 0 0,17 2-304 0 0,35 3 158 0 0,1-3 1 0 0,0-2-1 0 0,128-9 1 0 0,278-35-1590 0 0,-448 37-979 0 0,-5 1-4089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09.3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151 13 5529 0 0,'-16'-4'1578'0'0,"0"1"1"0"0,0 0-1 0 0,0 1 0 0 0,0 1 0 0 0,-29 2 0 0 0,19-1 2910 0 0,29 0-4280 0 0,0 1 0 0 0,-1-1 1 0 0,1 1-1 0 0,0 0 1 0 0,-1 0-1 0 0,1 0 1 0 0,-1 0-1 0 0,0 0 1 0 0,1 0-1 0 0,-1 1 1 0 0,0-1-1 0 0,4 4 1 0 0,26 26-179 0 0,-22-21 173 0 0,47 49-99 0 0,56 74 0 0 0,-110-129-102 0 0,0 1 0 0 0,1 0 0 0 0,-1 0 0 0 0,-1-1 1 0 0,1 2-1 0 0,-1-1 0 0 0,0 0 0 0 0,0 0 0 0 0,-1 1 0 0 0,1-1 1 0 0,-1 1-1 0 0,0-1 0 0 0,-1 1 0 0 0,0-1 0 0 0,1 1 0 0 0,-2 5 1 0 0,0-3 2 0 0,-1 0 0 0 0,0 0 0 0 0,-1 0 0 0 0,0-1 0 0 0,0 1 0 0 0,-1-1 1 0 0,1 0-1 0 0,-1 0 0 0 0,-1 0 0 0 0,-7 9 0 0 0,-73 80 414 0 0,27-33-2450 0 0,41-43-5548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0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317 388 9218 0 0,'1'-2'137'0'0,"-1"0"0"0"0,0 0 0 0 0,0-1 1 0 0,0 1-1 0 0,-1 0 0 0 0,1 0 0 0 0,0 0 0 0 0,-1 1 1 0 0,1-1-1 0 0,-1 0 0 0 0,0 0 0 0 0,1 0 0 0 0,-1 0 0 0 0,0 0 1 0 0,0 1-1 0 0,0-1 0 0 0,-1 0 0 0 0,1 1 0 0 0,0-1 0 0 0,-3-1 1 0 0,0-2 173 0 0,0 2-1 0 0,0-1 1 0 0,0 0 0 0 0,0 1 0 0 0,-1 0 0 0 0,-7-4 0 0 0,8 5-142 0 0,-1 1 0 0 0,1 0 0 0 0,-1 0-1 0 0,0 1 1 0 0,1-1 0 0 0,-1 1 0 0 0,0 0 0 0 0,1 0-1 0 0,-1 1 1 0 0,0-1 0 0 0,1 1 0 0 0,-1 0 0 0 0,0 1 0 0 0,1-1-1 0 0,-1 1 1 0 0,1-1 0 0 0,0 1 0 0 0,0 1 0 0 0,0-1-1 0 0,0 1 1 0 0,0-1 0 0 0,-4 5 0 0 0,-5 3 172 0 0,1 0 1 0 0,0 1-1 0 0,1 0 1 0 0,0 1-1 0 0,-11 17 1 0 0,9-11-122 0 0,1 1 0 0 0,1 1 0 0 0,-16 36 0 0 0,24-49-220 0 0,1-1 0 0 0,0 1 0 0 0,0 0-1 0 0,0 0 1 0 0,1 1 0 0 0,0-1 0 0 0,0 0 0 0 0,1 0 0 0 0,0 0-1 0 0,0 1 1 0 0,1-1 0 0 0,0 0 0 0 0,0 0 0 0 0,0 0 0 0 0,5 12 0 0 0,-5-17-52 0 0,-1 0 0 0 0,1 0 0 0 0,0-1 0 0 0,0 1 0 0 0,0-1 0 0 0,0 1 0 0 0,0 0 0 0 0,0-1 0 0 0,1 0 0 0 0,-1 1 0 0 0,0-1 0 0 0,1 0 0 0 0,-1 1 0 0 0,1-1 0 0 0,-1 0 1 0 0,1 0-1 0 0,0 0 0 0 0,-1-1 0 0 0,1 1 0 0 0,0 0 0 0 0,3 0 0 0 0,-3-1-100 0 0,1 0 0 0 0,0 0 1 0 0,0 0-1 0 0,-1 0 0 0 0,1 0 0 0 0,0-1 0 0 0,-1 0 1 0 0,1 1-1 0 0,0-1 0 0 0,-1 0 0 0 0,1 0 1 0 0,-1-1-1 0 0,3-1 0 0 0,7-4-742 0 0,-1-1-1 0 0,-1-1 1 0 0,1 0 0 0 0,15-18 0 0 0,-10 9-438 0 0,-1 0 1 0 0,0-2 0 0 0,-2 0 0 0 0,0 0-1 0 0,-1-1 1 0 0,-1-1 0 0 0,16-44 0 0 0,-21 42 1368 0 0,0 0 1 0 0,-1 1-1 0 0,-1-2 1 0 0,1-40-1 0 0,-5 34 895 0 0,2 5 375 0 0,-1 0-1 0 0,-2 0 1 0 0,0 0 0 0 0,-2 1 0 0 0,-12-51 0 0 0,15 75-1132 0 0,0 0 1 0 0,0 0-1 0 0,-1 0 1 0 0,1 0-1 0 0,0 0 1 0 0,-1 0-1 0 0,1 0 1 0 0,-1 0-1 0 0,0 0 0 0 0,1 0 1 0 0,-1 0-1 0 0,0 0 1 0 0,1 1-1 0 0,-1-1 1 0 0,0 0-1 0 0,0 0 1 0 0,-1-1-1 0 0,1 2-55 0 0,1 1 0 0 0,-1-1 0 0 0,1 0 0 0 0,0 0 0 0 0,-1 0 0 0 0,1 0 0 0 0,-1 1 0 0 0,1-1 0 0 0,-1 0 0 0 0,1 0 0 0 0,0 1 0 0 0,-1-1 0 0 0,1 0 0 0 0,0 1 0 0 0,-1-1 0 0 0,1 0 0 0 0,0 1 0 0 0,0-1 0 0 0,-1 1 0 0 0,1-1 0 0 0,0 0 0 0 0,0 1 0 0 0,0-1 0 0 0,-1 1 0 0 0,1-1 0 0 0,0 2 0 0 0,-8 38 2537 0 0,8-5-2280 0 0,2 0 0 0 0,1 0 0 0 0,1 0 0 0 0,2 0 0 0 0,18 56 0 0 0,5-6-1404 0 0,41 81-1 0 0,-56-136-6479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0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235 46 9218 0 0,'-4'-5'639'0'0,"0"0"1"0"0,0 1-1 0 0,-1-1 1 0 0,0 1-1 0 0,1 0 1 0 0,-2 0-1 0 0,-8-5 1 0 0,12 8-401 0 0,0 0-1 0 0,-1 0 1 0 0,1 0 0 0 0,0 1 0 0 0,-1-1 0 0 0,1 1 0 0 0,-1 0 0 0 0,1 0 0 0 0,-1 0 0 0 0,1 0 0 0 0,-1 0 0 0 0,1 0 0 0 0,-1 1 0 0 0,1-1 0 0 0,-1 1 0 0 0,1-1 0 0 0,0 1 0 0 0,-1 0 0 0 0,1 0-1 0 0,0 0 1 0 0,0 1 0 0 0,0-1 0 0 0,-3 2 0 0 0,-4 4-58 0 0,1 0 0 0 0,0 1 1 0 0,0 0-1 0 0,1 0 0 0 0,0 0 0 0 0,0 1 0 0 0,1 0 0 0 0,0 1 0 0 0,0-1 0 0 0,-7 21 0 0 0,2-3-229 0 0,1 0 1 0 0,2 1-1 0 0,-5 29 0 0 0,12-51-60 0 0,0 1 1 0 0,0-1 0 0 0,1 1-1 0 0,0-1 1 0 0,1 1 0 0 0,-1-1-1 0 0,1 1 1 0 0,2 7 0 0 0,-3-12 39 0 0,1-1 1 0 0,-1 1 0 0 0,1-1-1 0 0,-1 0 1 0 0,1 1-1 0 0,-1-1 1 0 0,1 0 0 0 0,0 1-1 0 0,0-1 1 0 0,-1 0-1 0 0,1 0 1 0 0,0 0 0 0 0,0 0-1 0 0,0 0 1 0 0,0 0-1 0 0,1 0 1 0 0,-1 0 0 0 0,0 0-1 0 0,0 0 1 0 0,1-1-1 0 0,-1 1 1 0 0,0 0 0 0 0,1-1-1 0 0,-1 1 1 0 0,0-1-1 0 0,1 0 1 0 0,-1 1 0 0 0,1-1-1 0 0,-1 0 1 0 0,1 0-1 0 0,-1 0 1 0 0,0 0 0 0 0,1 0-1 0 0,-1 0 1 0 0,1 0-1 0 0,-1-1 1 0 0,1 1 0 0 0,-1 0-1 0 0,0-1 1 0 0,1 1-1 0 0,-1-1 1 0 0,0 0 0 0 0,2 0-1 0 0,4-3-269 0 0,0 1 0 0 0,0-1 0 0 0,0-1 0 0 0,0 1 0 0 0,-1-1 0 0 0,0-1 1 0 0,0 1-1 0 0,0-1 0 0 0,-1 0 0 0 0,0 0 0 0 0,7-10 0 0 0,2-8-854 0 0,24-52 0 0 0,-28 52 2192 0 0,2 1 0 0 0,14-24 0 0 0,-25 46-835 0 0,-1 1 0 0 0,1-1 0 0 0,-1 0-1 0 0,1 0 1 0 0,0 0 0 0 0,-1 0 0 0 0,1 1 0 0 0,0-1 0 0 0,-1 0-1 0 0,1 0 1 0 0,0 1 0 0 0,0-1 0 0 0,0 1 0 0 0,-1-1-1 0 0,1 1 1 0 0,0-1 0 0 0,0 1 0 0 0,0-1 0 0 0,0 1 0 0 0,0 0-1 0 0,0 0 1 0 0,0-1 0 0 0,0 1 0 0 0,0 0 0 0 0,0 0-1 0 0,0 0 1 0 0,1 0 0 0 0,0 1-50 0 0,-1 0 0 0 0,1-1 1 0 0,-1 1-1 0 0,1 0 0 0 0,-1 0 0 0 0,0 0 0 0 0,1 0 0 0 0,-1 1 0 0 0,0-1 1 0 0,0 0-1 0 0,0 0 0 0 0,0 1 0 0 0,0-1 0 0 0,0 1 0 0 0,0 1 0 0 0,5 9-60 0 0,-1 1-1 0 0,0 0 0 0 0,3 15 0 0 0,-6-21 49 0 0,3 12-622 0 0,1-1 0 0 0,0 1 1 0 0,2-1-1 0 0,0 0 0 0 0,19 29 1 0 0,-12-26-450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0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26 8754 0 0,'-13'-25'9174'0'0,"7"38"-8267"0"0,0 22-302 0 0,0 0 1 0 0,3 1-1 0 0,1-1 1 0 0,1 1-1 0 0,7 59 0 0 0,1-32-593 0 0,25 110-1 0 0,-2-76-2865 0 0,-18-67-4283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1.3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48 101 3681 0 0,'-3'1'-572'0'0,"-33"2"3559"0"0,36-3-2858 0 0,0 0 0 0 0,-1 0 1 0 0,-6-4 2973 0 0,7 4-2973 0 0,0-1-1 0 0,-1 0 0 0 0,2 0 54 0 0,-1 0-1 0 0,0 0 0 0 0,1 0 0 0 0,-1 0 0 0 0,1 1 0 0 0,0-1 0 0 0,-1 0 0 0 0,1 0 1 0 0,-1 0-1 0 0,1 0 0 0 0,0 1 0 0 0,0-1 0 0 0,0 0 0 0 0,-1 1 0 0 0,3-2 0 0 0,14-10-237 0 0,1 0 0 0 0,0 2 0 0 0,1 0 0 0 0,0 1 0 0 0,39-13 0 0 0,-26 13-4478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1.7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227 0 2761 0 0,'0'1'212'0'0,"0"0"1"0"0,0 0 0 0 0,0 0 0 0 0,-1 0 0 0 0,1 0 0 0 0,0-1-1 0 0,0 1 1 0 0,-1 0 0 0 0,1 0 0 0 0,-1 0 0 0 0,1 0-1 0 0,-1-1 1 0 0,1 1 0 0 0,-1 0 0 0 0,0-1 0 0 0,1 1 0 0 0,-1 0-1 0 0,0-1 1 0 0,1 1 0 0 0,-1-1 0 0 0,0 1 0 0 0,-1 0 0 0 0,-25 23 1653 0 0,6-5-1231 0 0,0 0 0 0 0,2 0 0 0 0,0 2 0 0 0,-27 39-1 0 0,38-48-438 0 0,0 1 0 0 0,1 0 0 0 0,0 0 0 0 0,1 1 0 0 0,1 0 0 0 0,0 0 0 0 0,1 0 0 0 0,0 1-1 0 0,1-1 1 0 0,-1 23 0 0 0,4-31-146 0 0,0-1-1 0 0,0 1 1 0 0,1-1-1 0 0,0 1 1 0 0,0-1-1 0 0,1 1 1 0 0,-1-1 0 0 0,1 0-1 0 0,0 1 1 0 0,0-1-1 0 0,1 0 1 0 0,0 0-1 0 0,0-1 1 0 0,0 1-1 0 0,0 0 1 0 0,8 6-1 0 0,-9-8-186 0 0,0-1-1 0 0,1 0 0 0 0,0 0 1 0 0,-1 0-1 0 0,1-1 0 0 0,0 1 0 0 0,0-1 1 0 0,0 1-1 0 0,0-1 0 0 0,0 0 0 0 0,1 0 1 0 0,-1-1-1 0 0,0 1 0 0 0,0 0 0 0 0,1-1 1 0 0,-1 0-1 0 0,0 0 0 0 0,0 0 0 0 0,1 0 1 0 0,-1 0-1 0 0,0-1 0 0 0,0 0 0 0 0,1 1 1 0 0,-1-1-1 0 0,0 0 0 0 0,0-1 0 0 0,0 1 1 0 0,0 0-1 0 0,5-4 0 0 0,-3 1-108 0 0,0 1-1 0 0,0-1 1 0 0,0 0-1 0 0,-1 0 1 0 0,0 0-1 0 0,1-1 1 0 0,-1 1 0 0 0,-1-1-1 0 0,1 0 1 0 0,-1-1-1 0 0,0 1 1 0 0,0 0-1 0 0,-1-1 1 0 0,1 1-1 0 0,1-8 1 0 0,1-8 651 0 0,-1 1 0 0 0,0-2 0 0 0,0-22-1 0 0,-3 27 905 0 0,0 0 0 0 0,1 0 1 0 0,2 0-1 0 0,-1 0 0 0 0,11-18 2750 0 0,-14 35-4019 0 0,4 12 924 0 0,2 19-1345 0 0,-6-25 415 0 0,3 6-779 0 0,0-1 0 0 0,0 0 0 0 0,1 0 0 0 0,0 0 0 0 0,1 0 1 0 0,9 14-1 0 0,-1-4-4986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2.0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 90 4609 0 0,'-3'-22'-882'0'0,"2"16"1523"0"0,0-1 0 0 0,0 1 1 0 0,0-1-1 0 0,-1 1 0 0 0,0 0 0 0 0,-4-11 0 0 0,5 17-438 0 0,1-1 0 0 0,-1 0 0 0 0,0 0 0 0 0,1 0 0 0 0,-1 0 0 0 0,0 0 0 0 0,0 1 0 0 0,1-1 0 0 0,-1 0 0 0 0,0 0 0 0 0,0 1 0 0 0,0-1 0 0 0,0 1 0 0 0,0-1 0 0 0,0 1-1 0 0,0-1 1 0 0,0 1 0 0 0,-1 0 0 0 0,0-1 54 0 0,0 1 0 0 0,0 0 0 0 0,0 1 0 0 0,0-1 0 0 0,0 0-1 0 0,0 0 1 0 0,0 1 0 0 0,0 0 0 0 0,0-1 0 0 0,0 1 0 0 0,0 0 0 0 0,0 0-1 0 0,-2 1 1 0 0,-11 8 255 0 0,1 1 0 0 0,1 0-1 0 0,0 1 1 0 0,0 1-1 0 0,1 0 1 0 0,1 1-1 0 0,0 0 1 0 0,1 0 0 0 0,-15 29-1 0 0,24-42-515 0 0,0 1 0 0 0,0 0 0 0 0,0 0 0 0 0,0-1 0 0 0,1 1-1 0 0,-1 0 1 0 0,0 0 0 0 0,1 0 0 0 0,-1 0 0 0 0,1 0 0 0 0,0 0 0 0 0,0 0 0 0 0,0 0-1 0 0,0 0 1 0 0,0-1 0 0 0,0 1 0 0 0,0 0 0 0 0,1 0 0 0 0,-1 0 0 0 0,0 0 0 0 0,1 0-1 0 0,0 0 1 0 0,-1 0 0 0 0,1 0 0 0 0,0-1 0 0 0,0 1 0 0 0,0 0 0 0 0,0-1 0 0 0,1 1-1 0 0,1 1 1 0 0,3 2-151 0 0,0-1-1 0 0,0 1 0 0 0,1-1 1 0 0,-1-1-1 0 0,1 1 1 0 0,11 3-1 0 0,-3-1-94 0 0,37 15-913 0 0,-30-14 247 0 0,0 2-1 0 0,-1 1 1 0 0,-1 0-1 0 0,30 21 1 0 0,-47-30 769 0 0,-1 1 0 0 0,1 0 0 0 0,-1 0 1 0 0,0 1-1 0 0,0-1 0 0 0,0 0 0 0 0,0 1 0 0 0,0-1 0 0 0,-1 1 1 0 0,1-1-1 0 0,-1 1 0 0 0,0 0 0 0 0,2 5 0 0 0,-2-6 223 0 0,-1 1 1 0 0,0-1-1 0 0,0 1 0 0 0,0 0 0 0 0,0-1 0 0 0,-1 1 0 0 0,1-1 1 0 0,-1 1-1 0 0,0-1 0 0 0,1 1 0 0 0,-1-1 0 0 0,0 0 0 0 0,0 1 1 0 0,0-1-1 0 0,-1 0 0 0 0,1 0 0 0 0,-1 0 0 0 0,1 0 0 0 0,-1 0 0 0 0,-3 4 1 0 0,-2 0 155 0 0,-1 0 1 0 0,1 0-1 0 0,-1 0 1 0 0,0-1 0 0 0,-1 0-1 0 0,1-1 1 0 0,-1 1-1 0 0,0-2 1 0 0,-14 5 0 0 0,4-4-807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2.4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 6913 0 0,'2'-2'391'0'0,"0"1"-1"0"0,-1 0 0 0 0,1 1 0 0 0,0-1 1 0 0,0 0-1 0 0,1 0 0 0 0,-1 1 0 0 0,0-1 0 0 0,0 1 1 0 0,0 0-1 0 0,0 0 0 0 0,0 0 0 0 0,0 0 0 0 0,1 0 1 0 0,-1 0-1 0 0,0 0 0 0 0,0 1 0 0 0,0-1 0 0 0,0 1 1 0 0,0-1-1 0 0,0 1 0 0 0,4 2 0 0 0,-4-1-94 0 0,1 0 0 0 0,-1 0-1 0 0,1 1 1 0 0,-1-1 0 0 0,0 1-1 0 0,0-1 1 0 0,0 1 0 0 0,0 0-1 0 0,-1 0 1 0 0,1 0-1 0 0,-1 0 1 0 0,0 0 0 0 0,2 4-1 0 0,1 11 100 0 0,0-1 0 0 0,-1 1-1 0 0,-1 0 1 0 0,0 23 0 0 0,-2 28 51 0 0,-12 78 0 0 0,6-96-418 0 0,2 1 1 0 0,2-1-1 0 0,8 87 0 0 0,-5-130-164 0 0,0 0 0 0 0,0 0 0 0 0,1-1 0 0 0,1 1-1 0 0,-1 0 1 0 0,1-1 0 0 0,0 1 0 0 0,5 7 0 0 0,-7-20-336 0 0,0 1-1 0 0,0-1 1 0 0,0 1 0 0 0,-1-1 0 0 0,1 0 0 0 0,-2-5 0 0 0,2 8 255 0 0,0-20-151 0 0,2 0 0 0 0,1 1 0 0 0,1-1 1 0 0,0 1-1 0 0,2 0 0 0 0,0 0 1 0 0,13-23-1 0 0,-5 14 822 0 0,3 0 0 0 0,0 1 0 0 0,43-50 0 0 0,-61 78-426 0 0,0 0 0 0 0,0 1 1 0 0,1-1-1 0 0,-1 1 0 0 0,1-1 0 0 0,-1 0 0 0 0,1 1 1 0 0,-1-1-1 0 0,1 1 0 0 0,-1-1 0 0 0,1 1 0 0 0,-1-1 1 0 0,1 1-1 0 0,0-1 0 0 0,-1 1 0 0 0,1-1 0 0 0,0 1 1 0 0,-1 0-1 0 0,1 0 0 0 0,0-1 0 0 0,0 1 0 0 0,-1 0 1 0 0,1 0-1 0 0,0 0 0 0 0,0 0 0 0 0,-1 0 1 0 0,1 0-1 0 0,0 0 0 0 0,0 0 0 0 0,0 0 0 0 0,-1 0 1 0 0,1 0-1 0 0,0 0 0 0 0,-1 1 0 0 0,1-1 0 0 0,0 0 1 0 0,0 0-1 0 0,-1 1 0 0 0,1-1 0 0 0,0 1 0 0 0,-1-1 1 0 0,1 0-1 0 0,-1 1 0 0 0,1-1 0 0 0,0 1 0 0 0,-1 0 1 0 0,1-1-1 0 0,-1 1 0 0 0,0-1 0 0 0,1 1 0 0 0,-1 0 1 0 0,1-1-1 0 0,-1 1 0 0 0,0 0 0 0 0,1-1 0 0 0,-1 1 1 0 0,0 0-1 0 0,0 0 0 0 0,0 0 0 0 0,4 10 508 0 0,-1 0 1 0 0,0 0-1 0 0,1 15 0 0 0,-1-11-301 0 0,18 67-2324 0 0,-14-61-4800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2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1 328 7834 0 0,'15'-4'661'0'0,"0"-2"0"0"0,-1 0 1 0 0,0 0-1 0 0,0-1 1 0 0,15-10-1 0 0,62-49 2998 0 0,-88 64-3621 0 0,4-3 234 0 0,0-1 0 0 0,0 0 0 0 0,0-1 0 0 0,-1 1 0 0 0,0-1 0 0 0,-1 0 0 0 0,1-1 0 0 0,-1 0 0 0 0,-1 1 0 0 0,8-17 0 0 0,-11 20-223 0 0,0 0 1 0 0,0 0-1 0 0,0 0 1 0 0,0 0-1 0 0,-1 0 1 0 0,1 0-1 0 0,-1 0 1 0 0,0 0 0 0 0,-1 0-1 0 0,1 0 1 0 0,-1 0-1 0 0,1 0 1 0 0,-1 0-1 0 0,0 0 1 0 0,-1 0-1 0 0,1 0 1 0 0,-1 1-1 0 0,1-1 1 0 0,-1 0-1 0 0,0 1 1 0 0,-1-1 0 0 0,1 1-1 0 0,-1 0 1 0 0,1 0-1 0 0,-1 0 1 0 0,-4-4-1 0 0,5 5-81 0 0,0 1 0 0 0,1-1 0 0 0,-1 1 0 0 0,0-1 0 0 0,0 1 0 0 0,0 0 0 0 0,0 0 0 0 0,0 0 0 0 0,0 0 0 0 0,0 0 0 0 0,-1 0 0 0 0,1 0 1 0 0,0 1-1 0 0,0 0 0 0 0,-1-1 0 0 0,1 1 0 0 0,0 0 0 0 0,-1 0 0 0 0,1 0 0 0 0,0 0 0 0 0,-1 0 0 0 0,-1 1 0 0 0,0 0 4 0 0,0 1 1 0 0,0 0-1 0 0,1-1 0 0 0,-1 1 1 0 0,0 0-1 0 0,1 1 1 0 0,0-1-1 0 0,-1 1 1 0 0,1 0-1 0 0,0-1 1 0 0,-4 6-1 0 0,1 0 48 0 0,0 0 0 0 0,0 1 0 0 0,1-1 0 0 0,0 1 0 0 0,0 0 0 0 0,1 0 1 0 0,0 0-1 0 0,1 1 0 0 0,-4 15 0 0 0,7-21-35 0 0,-1 1 0 0 0,1-1 1 0 0,1 1-1 0 0,-1-1 0 0 0,1 1 0 0 0,-1-1 1 0 0,1 1-1 0 0,0-1 0 0 0,1 1 1 0 0,-1-1-1 0 0,1 0 0 0 0,0 0 0 0 0,0 0 1 0 0,0 0-1 0 0,1 0 0 0 0,-1 0 1 0 0,1-1-1 0 0,0 1 0 0 0,0-1 0 0 0,0 1 1 0 0,0-1-1 0 0,1 0 0 0 0,0-1 1 0 0,-1 1-1 0 0,1-1 0 0 0,0 1 0 0 0,0-1 1 0 0,0 0-1 0 0,0 0 0 0 0,7 1 1 0 0,9 4-849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3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1 710 11522 0 0,'3'1'184'0'0,"0"0"-1"0"0,0 0 1 0 0,-1-1-1 0 0,1 1 1 0 0,0-1-1 0 0,0 0 1 0 0,0 0-1 0 0,0 0 0 0 0,0 0 1 0 0,0 0-1 0 0,0-1 1 0 0,0 1-1 0 0,0-1 1 0 0,0 0-1 0 0,0 0 0 0 0,-1 0 1 0 0,5-2-1 0 0,49-29 2927 0 0,-44 25-2873 0 0,4-4 159 0 0,0-1 1 0 0,-1 0-1 0 0,0-1 1 0 0,-1-1 0 0 0,-1 0-1 0 0,23-30 1 0 0,-29 34-612 0 0,0 0-1 0 0,-1-1 1 0 0,0 0-1 0 0,0 0 1 0 0,-1-1 0 0 0,-1 0-1 0 0,0 0 1 0 0,-1 0 0 0 0,0 0-1 0 0,0 0 1 0 0,0-24 0 0 0,-3 33 6 0 0,0 0 1 0 0,0 0 0 0 0,0 0 0 0 0,0 1 0 0 0,-1-1-1 0 0,1 0 1 0 0,-1 0 0 0 0,0 1 0 0 0,0-1 0 0 0,0 0-1 0 0,0 1 1 0 0,0-1 0 0 0,-1 1 0 0 0,1-1-1 0 0,-1 1 1 0 0,-2-3 0 0 0,4 5 162 0 0,-1-1 0 0 0,0 0-1 0 0,1 1 1 0 0,-1 0 0 0 0,0-1 0 0 0,0 1-1 0 0,1-1 1 0 0,-1 1 0 0 0,0 0 0 0 0,0 0 0 0 0,0-1-1 0 0,0 1 1 0 0,1 0 0 0 0,-1 0 0 0 0,0 0-1 0 0,0 0 1 0 0,0 0 0 0 0,0 0 0 0 0,0 0-1 0 0,1 0 1 0 0,-2 1 0 0 0,0-1 142 0 0,0 1 1 0 0,0 0-1 0 0,0 0 1 0 0,0 0-1 0 0,0 1 1 0 0,0-1-1 0 0,1 0 0 0 0,-1 1 1 0 0,0-1-1 0 0,1 1 1 0 0,-3 2-1 0 0,-3 5 273 0 0,0 0 0 0 0,0 0 1 0 0,1 0-1 0 0,1 1 0 0 0,-1 0 0 0 0,2 0 0 0 0,-1 0 0 0 0,1 1 0 0 0,1 0 0 0 0,0-1 0 0 0,1 1 0 0 0,-2 14 1 0 0,3-21-372 0 0,1 1 1 0 0,0 0 0 0 0,0 0 0 0 0,1 0 0 0 0,-1 0 0 0 0,1 0-1 0 0,0 0 1 0 0,1-1 0 0 0,-1 1 0 0 0,1 0 0 0 0,0-1 0 0 0,0 1 0 0 0,0-1-1 0 0,0 0 1 0 0,1 0 0 0 0,0 0 0 0 0,0 0 0 0 0,0 0 0 0 0,0 0-1 0 0,1-1 1 0 0,-1 0 0 0 0,1 1 0 0 0,0-1 0 0 0,0-1 0 0 0,0 1 0 0 0,0-1-1 0 0,1 1 1 0 0,-1-1 0 0 0,10 3 0 0 0,8 1-809 0 0,0-2-199 0 0</inkml:trace>
  <inkml:trace contextRef="#ctx0" brushRef="#br0" timeOffset="1">726 0 9218 0 0,'-3'1'226'0'0,"1"-1"0"0"0,0 1 0 0 0,0 0 0 0 0,0 0 0 0 0,0 0-1 0 0,0 0 1 0 0,0 0 0 0 0,0 1 0 0 0,0-1 0 0 0,1 1 0 0 0,-1-1 0 0 0,0 1 0 0 0,1-1 0 0 0,-1 1 0 0 0,1 0 0 0 0,0 0 0 0 0,-1 0-1 0 0,1 0 1 0 0,0 0 0 0 0,0 0 0 0 0,0 0 0 0 0,1 0 0 0 0,-2 3 0 0 0,-16 55 2912 0 0,18-59-3112 0 0,-4 22 458 0 0,1 0 0 0 0,1 0 0 0 0,1 1 0 0 0,1-1 0 0 0,1 1 0 0 0,1-1-1 0 0,5 26 1 0 0,48 164 99 0 0,-35-144-532 0 0,-6-19-391 0 0,1 7-5743 0 0,-4-22-745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3.5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1 235 14283 0 0,'309'-126'6032'0'0,"-108"31"-8400"0"0,-176 82 2113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5.5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12899 0 0,'1'27'1440'0'0,"-11"585"2201"0"0,-3-281-8898 0 0,12-300-208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6.1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0 6849 0 0,'1'3'133'0'0,"0"1"0"0"0,0-1 0 0 0,-1 0 0 0 0,1 0 0 0 0,-1 0-1 0 0,0 1 1 0 0,0-1 0 0 0,0 0 0 0 0,0 1 0 0 0,-1-1-1 0 0,-1 6 1 0 0,-11 38 3018 0 0,11-43-2622 0 0,-3 8 393 0 0,0-1 2575 0 0,17-16-904 0 0,3-5-1863 0 0,3-3-12 0 0,1 2 0 0 0,38-19 0 0 0,-49 27-720 0 0,0 0 0 0 0,1 1 0 0 0,-1 0 0 0 0,1 0 0 0 0,0 1 0 0 0,-1 0 1 0 0,1 1-1 0 0,0-1 0 0 0,0 2 0 0 0,15 2 0 0 0,-17-2-70 0 0,0 0 0 0 0,0 1 0 0 0,1 0-1 0 0,-1 0 1 0 0,-1 1 0 0 0,1-1 0 0 0,0 2 0 0 0,-1-1 0 0 0,1 1 0 0 0,10 8-1 0 0,-14-9 6 0 0,0 0-1 0 0,0 0 0 0 0,-1 0 1 0 0,1 1-1 0 0,-1-1 0 0 0,0 0 0 0 0,0 1 1 0 0,0 0-1 0 0,0-1 0 0 0,-1 1 1 0 0,1 0-1 0 0,-1 0 0 0 0,0 0 1 0 0,0 0-1 0 0,-1 0 0 0 0,1 0 0 0 0,-1 0 1 0 0,0 0-1 0 0,0 0 0 0 0,0 0 1 0 0,-1 5-1 0 0,-3 11-98 0 0,-1 0 0 0 0,-1-1 0 0 0,-1 1 0 0 0,-1-1 1 0 0,0 0-1 0 0,-12 19 0 0 0,5-11 599 0 0,22-34-511 0 0,-1 0 1 0 0,2 0-1 0 0,-1 1 1 0 0,0 0-1 0 0,1 0 1 0 0,11-6-1 0 0,-7 4-34 0 0,-3 2 46 0 0,1 0-1 0 0,0 1 1 0 0,0 1-1 0 0,0-1 1 0 0,0 2-1 0 0,1-1 1 0 0,0 1 0 0 0,0 1-1 0 0,-1 0 1 0 0,1 1-1 0 0,15-1 1 0 0,-23 2 16 0 0,1 0-1 0 0,0 1 1 0 0,-1-1 0 0 0,1 1-1 0 0,0 0 1 0 0,-1 0-1 0 0,1 0 1 0 0,-1 0 0 0 0,1 0-1 0 0,-1 1 1 0 0,0 0 0 0 0,0 0-1 0 0,0 0 1 0 0,0 0-1 0 0,5 4 1 0 0,-6-3 6 0 0,0 0 0 0 0,0 0 0 0 0,0 0 1 0 0,0 0-1 0 0,0 1 0 0 0,-1-1 0 0 0,1 1 0 0 0,-1-1 0 0 0,0 1 0 0 0,0 0 0 0 0,0-1 1 0 0,-1 1-1 0 0,0 0 0 0 0,1 0 0 0 0,-1-1 0 0 0,0 1 0 0 0,-1 0 0 0 0,0 5 0 0 0,0-1 207 0 0,0 1-1 0 0,-1-1 0 0 0,0 1 1 0 0,-1-1-1 0 0,1 0 0 0 0,-2 0 1 0 0,1 0-1 0 0,-1 0 1 0 0,0-1-1 0 0,-1 0 0 0 0,1 1 1 0 0,-2-2-1 0 0,1 1 0 0 0,-1 0 1 0 0,0-1-1 0 0,0 0 0 0 0,0-1 1 0 0,-1 1-1 0 0,0-1 0 0 0,0-1 1 0 0,-9 5-1 0 0,1-1-21 0 0,0-1 0 0 0,-1-1 1 0 0,-31 9-1 0 0,19-8-1954 0 0,-42 3 0 0 0,47-7-1376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6.5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153 1 8290 0 0,'-14'0'213'0'0,"0"0"0"0"0,0 0 0 0 0,0 1 0 0 0,0 1 0 0 0,0 0 0 0 0,1 1 0 0 0,-1 1 0 0 0,-16 6 1 0 0,29-10-204 0 0,1 0 1 0 0,-1 0-1 0 0,1 1 1 0 0,-1-1-1 0 0,1 0 1 0 0,-1 0 0 0 0,1 0-1 0 0,-1 1 1 0 0,1-1-1 0 0,-1 0 1 0 0,1 0-1 0 0,-1 1 1 0 0,1-1 0 0 0,-1 0-1 0 0,1 1 1 0 0,0-1-1 0 0,-1 1 1 0 0,1-1-1 0 0,0 0 1 0 0,-1 1 0 0 0,1-1-1 0 0,0 1 1 0 0,0-1-1 0 0,-1 1 1 0 0,1-1 0 0 0,0 1-1 0 0,0-1 1 0 0,0 1-1 0 0,0 0 1 0 0,11 8 526 0 0,26 1 590 0 0,4-8 139 0 0,0-1-1 0 0,81-9 0 0 0,-57 2-541 0 0,95-9 61 0 0,81-4-141 0 0,-82 21-5679 0 0,-124 2 46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6.9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10594 0 0,'-8'3'6414'0'0,"13"5"-3659"0"0,8 2-2163 0 0,75 54 85 0 0,-54-42-294 0 0,-2 1 0 0 0,-1 2 1 0 0,43 44-1 0 0,-71-66-382 0 0,0 0 0 0 0,0 0-1 0 0,-1 0 1 0 0,1 1 0 0 0,-1-1 0 0 0,0 1 0 0 0,0 0 0 0 0,0 0 0 0 0,-1 0 0 0 0,0 0 0 0 0,1 0-1 0 0,-1 0 1 0 0,0 0 0 0 0,-1 0 0 0 0,1 0 0 0 0,-1 0 0 0 0,0 0 0 0 0,0 1 0 0 0,0-1 0 0 0,-1 4-1 0 0,0-2 3 0 0,-1-1-1 0 0,-1 1 1 0 0,1-1-1 0 0,-1 1 1 0 0,1-1-1 0 0,-1 0 1 0 0,-1 0-1 0 0,1-1 1 0 0,-1 1-1 0 0,0-1 1 0 0,0 1-1 0 0,0-1 1 0 0,-9 6-1 0 0,-7 4-114 0 0,-1 0-1 0 0,-1-2 0 0 0,0 0 1 0 0,-40 14-1 0 0,-14 8-7816 0 0,62-27 1837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7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449 423 6913 0 0,'0'-4'287'0'0,"1"1"0"0"0,-2-1-1 0 0,1 0 1 0 0,0 0-1 0 0,-1 0 1 0 0,0 0-1 0 0,0 0 1 0 0,0 1-1 0 0,0-1 1 0 0,-1 0-1 0 0,1 1 1 0 0,-1-1-1 0 0,0 1 1 0 0,0 0-1 0 0,0-1 1 0 0,-1 1 0 0 0,1 0-1 0 0,-1 0 1 0 0,0 0-1 0 0,1 1 1 0 0,-1-1-1 0 0,-1 1 1 0 0,1 0-1 0 0,-7-4 1 0 0,6 4 17 0 0,-1 0 0 0 0,0 1 0 0 0,0 0 1 0 0,0 0-1 0 0,0 0 0 0 0,0 0 0 0 0,0 1 0 0 0,0 0 0 0 0,0 0 1 0 0,0 0-1 0 0,0 1 0 0 0,0-1 0 0 0,0 1 0 0 0,0 1 1 0 0,0-1-1 0 0,0 1 0 0 0,1-1 0 0 0,-10 6 0 0 0,-3 3-97 0 0,0 1 0 0 0,0 1 0 0 0,1 0 0 0 0,0 1 0 0 0,1 1 0 0 0,1 0 0 0 0,-23 30 0 0 0,7-3 419 0 0,-48 88 1 0 0,78-129-627 0 0,-31 67-85 0 0,29-63 73 0 0,0 1 0 0 0,1 0 0 0 0,0-1 0 0 0,0 1 0 0 0,0 0 0 0 0,0 0 1 0 0,1 0-1 0 0,-1 0 0 0 0,1 0 0 0 0,1 0 0 0 0,-1 0 0 0 0,2 7 0 0 0,-2-11-17 0 0,1 0 1 0 0,-1 0-1 0 0,0 0 1 0 0,1 0-1 0 0,-1 0 1 0 0,1-1-1 0 0,-1 1 1 0 0,1 0-1 0 0,-1 0 1 0 0,1 0-1 0 0,0-1 1 0 0,-1 1-1 0 0,1 0 1 0 0,0-1 0 0 0,0 1-1 0 0,-1-1 1 0 0,1 1-1 0 0,0 0 1 0 0,0-1-1 0 0,0 0 1 0 0,0 1-1 0 0,0-1 1 0 0,0 0-1 0 0,0 1 1 0 0,1-1-1 0 0,0 0-41 0 0,1 0 1 0 0,-1 0-1 0 0,1 0 0 0 0,-1 0 0 0 0,0-1 1 0 0,1 1-1 0 0,-1-1 0 0 0,1 0 0 0 0,-1 1 1 0 0,3-2-1 0 0,4-3-286 0 0,0 0 1 0 0,0-1-1 0 0,15-11 1 0 0,9-11-1051 0 0,-1-1 0 0 0,-2-1 0 0 0,44-57 0 0 0,-59 67 757 0 0,-1-1 1 0 0,0 0-1 0 0,-2-1 0 0 0,-1-1 1 0 0,0 0-1 0 0,-2 0 1 0 0,11-40-1 0 0,-18 47 740 0 0,0 0 0 0 0,-1 0 0 0 0,0 0 1 0 0,-2 0-1 0 0,0 0 0 0 0,0 0 0 0 0,-2 1 1 0 0,0-1-1 0 0,-7-22 0 0 0,-8-13 4455 0 0,-33-69 1 0 0,41 104-2546 0 0,10 26-578 0 0,8 30-786 0 0,21 83-322 0 0,-15-57-346 0 0,3-1 0 0 0,27 67 0 0 0,-19-67-1172 0 0,-9-22-4381 0 0,-2-5-1425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7.9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258 36 920 0 0,'-2'-3'322'0'0,"-1"0"0"0"0,-1 0 0 0 0,1 0 0 0 0,0 0 0 0 0,-1 1 0 0 0,1-1 0 0 0,-1 1 0 0 0,1 0 0 0 0,-1 0 0 0 0,0 0 0 0 0,0 0 0 0 0,0 1 0 0 0,0 0 0 0 0,-1 0 0 0 0,1 0 0 0 0,0 0 0 0 0,0 1 0 0 0,-1-1 0 0 0,1 1 0 0 0,-9 1 0 0 0,7-1 29 0 0,0 1 0 0 0,0 0 0 0 0,0 0 0 0 0,0 1 0 0 0,0 0 0 0 0,1 0 0 0 0,-1 0 0 0 0,0 0 1 0 0,1 1-1 0 0,0 0 0 0 0,-1 0 0 0 0,1 1 0 0 0,0-1 0 0 0,-5 7 0 0 0,2-1 187 0 0,1 0-1 0 0,0 1 1 0 0,0 0 0 0 0,1 1 0 0 0,1-1-1 0 0,0 1 1 0 0,-7 21 0 0 0,6-14-128 0 0,1 2 1 0 0,1-1-1 0 0,-4 39 1 0 0,8-53-423 0 0,0 0-1 0 0,0-1 0 0 0,0 1 1 0 0,1 0-1 0 0,-1-1 1 0 0,1 1-1 0 0,0-1 1 0 0,1 1-1 0 0,-1-1 1 0 0,1 1-1 0 0,0-1 1 0 0,0 0-1 0 0,0 0 1 0 0,0 0-1 0 0,1 0 1 0 0,0 0-1 0 0,-1 0 1 0 0,1-1-1 0 0,7 6 1 0 0,-7-7-125 0 0,0 0 1 0 0,0 0 0 0 0,0 0-1 0 0,1-1 1 0 0,-1 1 0 0 0,0-1 0 0 0,1 0-1 0 0,-1 0 1 0 0,1 0 0 0 0,-1 0-1 0 0,1-1 1 0 0,-1 0 0 0 0,1 1 0 0 0,-1-1-1 0 0,1-1 1 0 0,0 1 0 0 0,-1 0-1 0 0,1-1 1 0 0,-1 0 0 0 0,1 0 0 0 0,-1 0-1 0 0,0 0 1 0 0,1 0 0 0 0,-1-1-1 0 0,0 1 1 0 0,4-4 0 0 0,4-1-260 0 0,-1-2 0 0 0,0 1 0 0 0,-1-1 1 0 0,0 0-1 0 0,0-1 0 0 0,-1 0 0 0 0,0-1 0 0 0,0 0 0 0 0,-1 0 1 0 0,11-22-1 0 0,15-41 855 0 0,-6-2 3576 0 0,-25 68-3411 0 0,0 17 3422 0 0,2 30-3715 0 0,-3-28-139 0 0,0 9-975 0 0,2-1 0 0 0,0 1 1 0 0,12 36-1 0 0,-6-36-5499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9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10 1376 0 0,'0'0'-8'0'0,"1"0"-1"0"0,-1-1 0 0 0,0 1 0 0 0,0 0 0 0 0,-1-1 1 0 0,1 1-1 0 0,0-1 0 0 0,0 1 0 0 0,0 0 0 0 0,0-1 1 0 0,0 1-1 0 0,0 0 0 0 0,0-1 0 0 0,0 1 1 0 0,-1 0-1 0 0,1-1 0 0 0,0 1 0 0 0,0 0 0 0 0,-1-1 1 0 0,1 1-1 0 0,0 0 0 0 0,0 0 0 0 0,-1-1 1 0 0,1 1-1 0 0,0 0 0 0 0,-1 0 0 0 0,1 0 0 0 0,0-1 1 0 0,-1 1-1 0 0,1 0 0 0 0,0 0 0 0 0,-1 0 0 0 0,1 0 1 0 0,0 0-1 0 0,-1 0 0 0 0,-17 3-367 0 0,-15 16 199 0 0,24-12 296 0 0,1 1 1 0 0,1 0-1 0 0,-1 0 0 0 0,-6 10 1 0 0,8-10-96 0 0,1-3-24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19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8290 0 0,'-2'3'7428'0'0,"1"15"-4756"0"0,3 20-1172 0 0,17 66 691 0 0,19 125-1171 0 0,-34-194-1143 0 0,18 116-95 0 0,1-52-3467 0 0,-15-74 2350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0.1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8 287 5529 0 0,'0'-1'42'0'0,"-1"1"0"0"0,0-1 0 0 0,1 0 0 0 0,-1 1-1 0 0,1-1 1 0 0,-1 0 0 0 0,1 0 0 0 0,-1 0 0 0 0,1 1 0 0 0,-1-1-1 0 0,1 0 1 0 0,0 0 0 0 0,0 0 0 0 0,-1 0 0 0 0,1 0 0 0 0,0 0 0 0 0,0 0-1 0 0,0 0 1 0 0,0 0 0 0 0,0 0 0 0 0,0 0 0 0 0,0 1 0 0 0,1-3-1 0 0,-1 1 61 0 0,1 0-1 0 0,0 0 0 0 0,0 0 0 0 0,0 0 0 0 0,1 0 0 0 0,-1 0 0 0 0,0 0 0 0 0,1 1 0 0 0,-1-1 0 0 0,3-1 0 0 0,7-6 471 0 0,0 1-1 0 0,23-13 0 0 0,-20 12-377 0 0,23-13 870 0 0,0 1 0 0 0,1 2 0 0 0,1 1 1 0 0,63-19-1 0 0,-72 28-217 0 0,40-20 0 0 0,-7-2-5766 0 0,-45 22 1304 0 0,-28 14 508 0 0,-27 24 8872 0 0,25-16-4620 0 0,1 0 1 0 0,0 1-1 0 0,1 1 0 0 0,0 0 1 0 0,2 0-1 0 0,-9 19 1 0 0,12-22-913 0 0,0 0 1 0 0,0 0 0 0 0,2 1-1 0 0,-1 0 1 0 0,2-1 0 0 0,0 1-1 0 0,0 0 1 0 0,1 25-1 0 0,1-34-172 0 0,0-1 0 0 0,1 1 0 0 0,-1-1 0 0 0,1 1 0 0 0,0-1 0 0 0,0 1 0 0 0,0-1 0 0 0,1 0 0 0 0,-1 1 0 0 0,1-1 0 0 0,0 0 0 0 0,0 0 0 0 0,0 0-1 0 0,0 0 1 0 0,0-1 0 0 0,1 1 0 0 0,-1-1 0 0 0,1 1 0 0 0,0-1 0 0 0,0 0 0 0 0,3 3 0 0 0,-3-4-91 0 0,0 0 0 0 0,0 0 1 0 0,0 0-1 0 0,0 0 0 0 0,0 0 0 0 0,0-1 1 0 0,0 1-1 0 0,0-1 0 0 0,1 0 0 0 0,-1 0 0 0 0,0 0 1 0 0,0 0-1 0 0,0-1 0 0 0,0 1 0 0 0,0-1 1 0 0,0 0-1 0 0,0 0 0 0 0,0 0 0 0 0,0 0 0 0 0,0 0 1 0 0,0-1-1 0 0,-1 1 0 0 0,1-1 0 0 0,2-2 1 0 0,13-11-871 0 0,0 0 1 0 0,-2-2 0 0 0,30-36 0 0 0,-30 33 547 0 0,2 0 0 0 0,32-29 0 0 0,-49 49 399 0 0,-1-1 1 0 0,0 1 0 0 0,1-1 0 0 0,-1 1 0 0 0,1 0 0 0 0,-1-1 0 0 0,1 1 0 0 0,-1 0-1 0 0,1-1 1 0 0,-1 1 0 0 0,1 0 0 0 0,-1 0 0 0 0,1-1 0 0 0,-1 1 0 0 0,1 0 0 0 0,0 0 0 0 0,-1 0-1 0 0,1 0 1 0 0,-1 0 0 0 0,1 0 0 0 0,-1 0 0 0 0,1 0 0 0 0,0 0 0 0 0,-1 0 0 0 0,1 0-1 0 0,-1 0 1 0 0,1 0 0 0 0,0 1 0 0 0,-1-1 0 0 0,1 0 0 0 0,-1 0 0 0 0,1 1 0 0 0,-1-1-1 0 0,1 0 1 0 0,-1 1 0 0 0,1-1 0 0 0,-1 0 0 0 0,0 1 0 0 0,1-1 0 0 0,-1 1 0 0 0,1-1-1 0 0,-1 0 1 0 0,0 1 0 0 0,1-1 0 0 0,-1 1 0 0 0,0-1 0 0 0,0 1 0 0 0,1 0 0 0 0,-1-1-1 0 0,0 1 1 0 0,0-1 0 0 0,0 1 0 0 0,0-1 0 0 0,0 1 0 0 0,0 0 0 0 0,6 43 2242 0 0,-6-31-2098 0 0,3 4-589 0 0,1 0 0 0 0,0 0 0 0 0,2 0 0 0 0,0-1 0 0 0,11 23 1 0 0,-4-15-6683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0.7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170 1 7370 0 0,'-56'62'8726'0'0,"39"-42"-8106"0"0,1 1 0 0 0,0 1 1 0 0,2 1-1 0 0,1 0 0 0 0,-20 46 1 0 0,33-68-615 0 0,-1 1 1 0 0,0 0-1 0 0,1 0 1 0 0,-1 0-1 0 0,1 0 1 0 0,-1 0-1 0 0,1 0 1 0 0,0 0-1 0 0,0-1 1 0 0,0 1-1 0 0,0 0 1 0 0,0 0-1 0 0,0 0 1 0 0,1 0-1 0 0,-1 0 1 0 0,2 4-1 0 0,-1-5-21 0 0,0 0-1 0 0,-1 0 0 0 0,1 0 1 0 0,0 0-1 0 0,0 0 0 0 0,0-1 1 0 0,0 1-1 0 0,0 0 0 0 0,0 0 0 0 0,1-1 1 0 0,-1 1-1 0 0,0 0 0 0 0,0-1 1 0 0,0 1-1 0 0,1-1 0 0 0,-1 1 0 0 0,0-1 1 0 0,0 0-1 0 0,2 0 0 0 0,8 1-138 0 0,-1-1 1 0 0,0 0-1 0 0,1-1 0 0 0,-1-1 0 0 0,13-2 0 0 0,5-1 24 0 0,-11 4-288 0 0,0 0-1 0 0,0 1 1 0 0,0 1-1 0 0,28 4 0 0 0,-41-4 412 0 0,1 0 0 0 0,0 0 0 0 0,-1 0 0 0 0,1 0-1 0 0,-1 1 1 0 0,0 0 0 0 0,1 0 0 0 0,-1 0 0 0 0,0 0-1 0 0,0 1 1 0 0,0-1 0 0 0,0 1 0 0 0,-1 0 0 0 0,1 0-1 0 0,-1 1 1 0 0,0-1 0 0 0,0 1 0 0 0,0-1 0 0 0,0 1 0 0 0,-1 0-1 0 0,5 8 1 0 0,-6-8 150 0 0,-1 0-1 0 0,1 0 0 0 0,-1 0 1 0 0,0 1-1 0 0,0-1 0 0 0,0 0 1 0 0,-1 0-1 0 0,1 0 1 0 0,-1 0-1 0 0,0 0 0 0 0,0 0 1 0 0,-1 0-1 0 0,1 0 1 0 0,-1 0-1 0 0,0 0 0 0 0,0-1 1 0 0,0 1-1 0 0,0 0 0 0 0,0-1 1 0 0,-1 0-1 0 0,-5 6 1 0 0,-3 3-338 0 0,-1-1 1 0 0,0 0-1 0 0,0-1 1 0 0,-18 12 0 0 0,11-10-1648 0 0,0-2-4257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1.1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 7834 0 0,'1'-1'180'0'0,"0"-1"0"0"0,-1 1 0 0 0,1 0 0 0 0,0-1 0 0 0,1 1 0 0 0,-1 0 0 0 0,0 0 0 0 0,0 0 1 0 0,0 0-1 0 0,1 0 0 0 0,-1 1 0 0 0,0-1 0 0 0,1 0 0 0 0,-1 0 0 0 0,1 1 0 0 0,-1-1 0 0 0,1 1 0 0 0,-1 0 0 0 0,1-1 1 0 0,0 1-1 0 0,-1 0 0 0 0,1 0 0 0 0,-1 0 0 0 0,1 0 0 0 0,-1 0 0 0 0,1 0 0 0 0,0 0 0 0 0,-1 1 0 0 0,1-1 1 0 0,-1 0-1 0 0,1 1 0 0 0,-1-1 0 0 0,1 1 0 0 0,-1 0 0 0 0,0 0 0 0 0,1-1 0 0 0,-1 1 0 0 0,0 0 0 0 0,1 0 1 0 0,-1 0-1 0 0,2 2 0 0 0,0 1 155 0 0,1 0 1 0 0,-1 1-1 0 0,1-1 1 0 0,-1 1-1 0 0,-1 0 1 0 0,1 0-1 0 0,-1 0 1 0 0,0 0 0 0 0,0 0-1 0 0,0 0 1 0 0,1 7-1 0 0,18 125 1742 0 0,6 232 0 0 0,-24-317-2500 0 0,0-31-5899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1.4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0 186 3681 0 0,'1'-6'232'0'0,"0"-1"1"0"0,0 0-1 0 0,1 1 1 0 0,-1-1 0 0 0,2 1-1 0 0,-1 0 1 0 0,1-1-1 0 0,4-7 1 0 0,31-46 3054 0 0,-37 58-3233 0 0,2-3 443 0 0,1 0 0 0 0,0 0 0 0 0,1 0 0 0 0,-1 0 0 0 0,1 0 0 0 0,0 1 0 0 0,0 0 1 0 0,0 0-1 0 0,11-6 0 0 0,-14 9-329 0 0,0 1 0 0 0,0-1 0 0 0,0 0 0 0 0,0 0 0 0 0,0 1 0 0 0,0-1 0 0 0,1 1 1 0 0,-1 0-1 0 0,0 0 0 0 0,0 0 0 0 0,0 0 0 0 0,0 0 0 0 0,1 0 0 0 0,-1 0 0 0 0,0 1 0 0 0,0-1 1 0 0,0 1-1 0 0,0 0 0 0 0,0-1 0 0 0,0 1 0 0 0,0 0 0 0 0,0 0 0 0 0,0 0 0 0 0,0 0 1 0 0,0 1-1 0 0,-1-1 0 0 0,1 0 0 0 0,0 1 0 0 0,-1 0 0 0 0,0-1 0 0 0,1 1 0 0 0,1 2 1 0 0,5 9 251 0 0,0 1 1 0 0,0 1 0 0 0,-1-1 0 0 0,-1 1 0 0 0,-1 0-1 0 0,7 25 1 0 0,0 2-2417 0 0,4-2-3884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1.8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1 358 5065 0 0,'5'1'485'0'0,"-1"1"0"0"0,1-1 0 0 0,0 0 0 0 0,0 0 0 0 0,0-1 0 0 0,0 1 0 0 0,-1-1 0 0 0,1 0 0 0 0,0-1 0 0 0,0 1 0 0 0,0-1 0 0 0,0 0 0 0 0,4-1 0 0 0,5-2 546 0 0,0 0-1 0 0,0-1 0 0 0,14-8 1 0 0,-21 9-882 0 0,0 0 0 0 0,-1-1 1 0 0,0 1-1 0 0,0-1 0 0 0,0-1 1 0 0,0 1-1 0 0,-1-1 0 0 0,0 0 1 0 0,0-1-1 0 0,0 1 0 0 0,-1-1 1 0 0,0 0-1 0 0,-1 0 0 0 0,1 0 1 0 0,-1 0-1 0 0,0-1 0 0 0,-1 1 1 0 0,0-1-1 0 0,1-10 0 0 0,1-8-850 0 0,-1 0 0 0 0,-1 0 0 0 0,-2 0 0 0 0,-4-40 0 0 0,4 64 576 0 0,0 1 0 0 0,0-1 0 0 0,0 1 0 0 0,0-1 0 0 0,0 1 0 0 0,0-1 0 0 0,-1 1 0 0 0,1-1 0 0 0,0 1 0 0 0,-1-1 0 0 0,1 1 0 0 0,-1-1 0 0 0,0 1 0 0 0,1 0 0 0 0,-1-1 0 0 0,0 1 0 0 0,0 0 0 0 0,-2-2 0 0 0,3 3 71 0 0,-1 0 0 0 0,0 0 0 0 0,0 1-1 0 0,1-1 1 0 0,-1 0 0 0 0,0 0 0 0 0,1 1-1 0 0,-1-1 1 0 0,0 0 0 0 0,1 1 0 0 0,-1-1-1 0 0,0 1 1 0 0,1-1 0 0 0,-1 1 0 0 0,1-1-1 0 0,-1 1 1 0 0,1-1 0 0 0,-1 1-1 0 0,1 0 1 0 0,-1-1 0 0 0,1 1 0 0 0,0 0-1 0 0,-1-1 1 0 0,1 2 0 0 0,-7 11 224 0 0,1 0 0 0 0,-6 19 0 0 0,4-6 778 0 0,1 0 1 0 0,-3 32-1 0 0,8-49-627 0 0,1 1 0 0 0,1-1 0 0 0,-1 0 0 0 0,2 1 0 0 0,-1-1 0 0 0,1 1 0 0 0,1-1 0 0 0,0 0 0 0 0,5 17 0 0 0,-6-25-410 0 0,0 1 1 0 0,0 0-1 0 0,0-1 1 0 0,0 1-1 0 0,0-1 0 0 0,0 1 1 0 0,0-1-1 0 0,1 0 1 0 0,-1 0-1 0 0,0 1 1 0 0,1-1-1 0 0,-1 0 1 0 0,1 0-1 0 0,0 0 0 0 0,-1 0 1 0 0,1-1-1 0 0,0 1 1 0 0,-1 0-1 0 0,1-1 1 0 0,0 1-1 0 0,0-1 0 0 0,0 0 1 0 0,0 1-1 0 0,-1-1 1 0 0,1 0-1 0 0,0 0 1 0 0,0 0-1 0 0,0 0 0 0 0,0-1 1 0 0,0 1-1 0 0,2-1 1 0 0,8-2-510 0 0,-1-1-1 0 0,0 1 1 0 0,-1-2 0 0 0,11-5 0 0 0,-7 4 1126 0 0,5-4-528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2.2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1 648 5065 0 0,'2'2'142'0'0,"0"1"-1"0"0,0-1 1 0 0,1 0 0 0 0,-1 0 0 0 0,0 0-1 0 0,1-1 1 0 0,0 1 0 0 0,-1-1-1 0 0,1 1 1 0 0,0-1 0 0 0,0 0-1 0 0,0 0 1 0 0,0 0 0 0 0,0 0-1 0 0,0-1 1 0 0,0 1 0 0 0,6-1-1 0 0,57 1 2364 0 0,-64-1-2504 0 0,8-1 179 0 0,0 0 0 0 0,0 0 1 0 0,0-1-1 0 0,0 0 0 0 0,0-1 1 0 0,-1 0-1 0 0,1-1 0 0 0,-1 0 1 0 0,0 0-1 0 0,13-9 0 0 0,-14 7-317 0 0,0 0-1 0 0,0-1 0 0 0,-1 0 0 0 0,0 0 0 0 0,-1-1 0 0 0,1 0 0 0 0,-1 0 1 0 0,-1 0-1 0 0,0-1 0 0 0,0 0 0 0 0,0 0 0 0 0,-1 0 0 0 0,-1-1 0 0 0,0 1 0 0 0,0-1 1 0 0,2-14-1 0 0,-2 6-144 0 0,-1 0 0 0 0,0 0 1 0 0,-1 0-1 0 0,-1 0 0 0 0,-1-1 1 0 0,-1 1-1 0 0,0 0 0 0 0,-6-19 1 0 0,8 36 287 0 0,0 0 0 0 0,0 0 1 0 0,-1 0-1 0 0,1 0 1 0 0,0 0-1 0 0,0 0 0 0 0,-1 0 1 0 0,1 1-1 0 0,-1-1 1 0 0,1 0-1 0 0,-1 0 0 0 0,1 0 1 0 0,-1 0-1 0 0,1 1 1 0 0,-1-1-1 0 0,0 0 0 0 0,0 0 1 0 0,1 1-1 0 0,-1-1 1 0 0,0 1-1 0 0,0-1 0 0 0,0 1 1 0 0,1-1-1 0 0,-1 1 1 0 0,0-1-1 0 0,-1 1 1 0 0,1 0 95 0 0,0 0 0 0 0,-1 0 0 0 0,1 1 1 0 0,0-1-1 0 0,0 1 0 0 0,0-1 0 0 0,0 1 1 0 0,0-1-1 0 0,0 1 0 0 0,0 0 0 0 0,0-1 1 0 0,0 1-1 0 0,0 0 0 0 0,0 0 0 0 0,1 0 1 0 0,-1 0-1 0 0,-1 1 0 0 0,-3 6 726 0 0,0-1 0 0 0,0 1 0 0 0,1 0 0 0 0,-4 12 0 0 0,4-9-267 0 0,1 0-1 0 0,1 1 1 0 0,0-1 0 0 0,1 1-1 0 0,0 0 1 0 0,0-1 0 0 0,2 1 0 0 0,-1 0-1 0 0,1-1 1 0 0,5 20 0 0 0,-3-19-654 0 0,0-1 0 0 0,1 1 1 0 0,0-1-1 0 0,8 14 0 0 0,-8-17-639 0 0,1-1 1 0 0,0 0-1 0 0,0 0 0 0 0,0-1 0 0 0,1 1 0 0 0,9 7 0 0 0</inkml:trace>
  <inkml:trace contextRef="#ctx0" brushRef="#br0" timeOffset="1">829 1 9218 0 0,'-5'10'2316'0'0,"1"1"0"0"0,0 0-1 0 0,-3 17 1 0 0,-7 69 723 0 0,14-97-3008 0 0,-1 18 161 0 0,1-1-1 0 0,1 1 0 0 0,0-1 0 0 0,2 1 0 0 0,0-1 1 0 0,10 34-1 0 0,46 100-56 0 0,-20-58-204 0 0,-15-24-1094 0 0,-20-51 94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2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0 188 6449 0 0,'1'-2'247'0'0,"-1"1"-1"0"0,1 0 0 0 0,-1 0 0 0 0,1-1 1 0 0,-1 1-1 0 0,1 0 0 0 0,0 0 1 0 0,0 0-1 0 0,-1 0 0 0 0,1 0 0 0 0,0 0 1 0 0,0 0-1 0 0,0 0 0 0 0,0 0 1 0 0,0 0-1 0 0,0 0 0 0 0,1 1 0 0 0,1-2 1 0 0,28-15 4568 0 0,-20 12-4524 0 0,38-21 2149 0 0,52-27-860 0 0,-1 1-3592 0 0,-74 38 1165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4.9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0 131 2761 0 0,'9'-7'885'0'0,"0"1"1"0"0,1 0 0 0 0,0 1 0 0 0,0 0 0 0 0,0 1 0 0 0,0 0 0 0 0,1 1 0 0 0,13-3 0 0 0,-2-1 748 0 0,17-4 1041 0 0,-1 1-1 0 0,42-4 1 0 0,-38 10-2072 0 0,0 1 0 0 0,0 3 1 0 0,70 7-1 0 0,-63-1-716 0 0,9 1-133 0 0,89 0 1 0 0,-127-8-323 0 0,-1 0-1 0 0,1-1 1 0 0,-1-2-1 0 0,0 0 1 0 0,0-1-1 0 0,0 0 1 0 0,-1-2-1 0 0,28-13 1 0 0,-21 6-5715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5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45 0 1376 0 0,'-2'0'299'0'0,"1"0"-1"0"0,-1 0 1 0 0,0 0-1 0 0,1 0 1 0 0,-1 0-1 0 0,0 1 1 0 0,1-1 0 0 0,-1 0-1 0 0,1 1 1 0 0,-1-1-1 0 0,0 1 1 0 0,1 0-1 0 0,-1-1 1 0 0,1 1-1 0 0,-1 0 1 0 0,1 0-1 0 0,0 0 1 0 0,-1 0-1 0 0,1 0 1 0 0,0 0-1 0 0,0 0 1 0 0,0 1-1 0 0,0-1 1 0 0,0 0 0 0 0,0 1-1 0 0,0-1 1 0 0,0 1-1 0 0,0-1 1 0 0,0 1-1 0 0,1-1 1 0 0,-1 1-1 0 0,1-1 1 0 0,-1 1-1 0 0,1 2 1 0 0,-1 4 588 0 0,1 1 1 0 0,0 0-1 0 0,0-1 1 0 0,1 1-1 0 0,3 13 1 0 0,0 3-205 0 0,0 66 1404 0 0,-10 133-1 0 0,-2-29-1709 0 0,12-119-2549 0 0,-1-58-5108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6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60 3681 0 0,'-2'0'200'0'0,"-1"0"-98"0"0,-19-15 9273 0 0,39 10-7978 0 0,24-6 372 0 0,55-8 1 0 0,-55 14-1508 0 0,0 2 1 0 0,0 2-1 0 0,-1 1 0 0 0,1 3 1 0 0,71 12-1 0 0,-28 3-86 0 0,-23-5 332 0 0,84 8 1 0 0,-127-20-792 0 0,1 0 0 0 0,-1-2 0 0 0,0 0 0 0 0,1-1 0 0 0,-1 0 0 0 0,0-2 0 0 0,0 0 0 0 0,-1-1 0 0 0,21-8 0 0 0,-12-2-3229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6.5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49 4609 0 0,'-35'-23'2015'0'0,"31"20"-1188"0"0,0 0 0 0 0,0 0 0 0 0,0 0 0 0 0,-1 0 1 0 0,1 1-1 0 0,-1 0 0 0 0,1 0 0 0 0,-1 0 0 0 0,-8-1 4287 0 0,21 8-3842 0 0,12 4-892 0 0,0 0-294 0 0,0 0 1 0 0,0 1 0 0 0,-1 1 0 0 0,0 1-1 0 0,-1 0 1 0 0,-1 1 0 0 0,0 2-1 0 0,0-1 1 0 0,-2 2 0 0 0,0 0-1 0 0,-1 1 1 0 0,0 0 0 0 0,-1 1-1 0 0,17 34 1 0 0,-28-48-123 0 0,0 0 0 0 0,0 0 1 0 0,-1 0-1 0 0,1 0 0 0 0,-1 0 0 0 0,0 1 0 0 0,-1-1 0 0 0,1 0 1 0 0,-1 0-1 0 0,1 1 0 0 0,-1-1 0 0 0,0 1 0 0 0,-1-1 1 0 0,1 0-1 0 0,-1 1 0 0 0,0-1 0 0 0,0 0 0 0 0,0 0 0 0 0,-1 0 1 0 0,0 0-1 0 0,-3 8 0 0 0,1-7-257 0 0,0 0-1 0 0,-1 0 1 0 0,1 0-1 0 0,-1 0 1 0 0,0-1 0 0 0,0 1-1 0 0,0-1 1 0 0,-1-1-1 0 0,0 1 1 0 0,1-1 0 0 0,-1 0-1 0 0,0 0 1 0 0,-12 3-1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7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10 203 6913 0 0,'-1'-1'130'0'0,"0"0"0"0"0,0 0-1 0 0,0-1 1 0 0,1 1 0 0 0,-1 0-1 0 0,0-1 1 0 0,0 1 0 0 0,1-1-1 0 0,-1 1 1 0 0,1-1 0 0 0,-1 1-1 0 0,1-1 1 0 0,0 1 0 0 0,0-1-1 0 0,-1 1 1 0 0,1-1 0 0 0,0 1-1 0 0,1-3 1 0 0,0-33 1333 0 0,-1 33-1209 0 0,1-1 36 0 0,0-1-1 0 0,1 1 0 0 0,-1 0 0 0 0,1 0 0 0 0,0 0 0 0 0,1 0 0 0 0,-1 0 1 0 0,1 0-1 0 0,0 0 0 0 0,0 1 0 0 0,1 0 0 0 0,-1-1 0 0 0,1 1 0 0 0,0 1 1 0 0,0-1-1 0 0,0 0 0 0 0,1 1 0 0 0,-1 0 0 0 0,8-4 0 0 0,-2 1 72 0 0,1 0 0 0 0,-1 1 0 0 0,1 0-1 0 0,1 1 1 0 0,-1 1 0 0 0,1-1 0 0 0,-1 2 0 0 0,13-2-1 0 0,-21 3-344 0 0,1 1 1 0 0,-1 0-1 0 0,0 0 0 0 0,0 0 0 0 0,0 1 0 0 0,1-1 0 0 0,-1 1 0 0 0,0-1 1 0 0,0 1-1 0 0,0 0 0 0 0,0 0 0 0 0,0 1 0 0 0,0-1 0 0 0,0 1 0 0 0,0-1 0 0 0,-1 1 1 0 0,5 3-1 0 0,-4-1-71 0 0,0-1 0 0 0,1 1 0 0 0,-1 0 0 0 0,0 0 0 0 0,-1 0 1 0 0,1 1-1 0 0,-1-1 0 0 0,0 1 0 0 0,0-1 0 0 0,2 7 0 0 0,-1 1-70 0 0,-1 1 0 0 0,0-1-1 0 0,0 0 1 0 0,-1 1-1 0 0,-1-1 1 0 0,0 1-1 0 0,0-1 1 0 0,-4 15 0 0 0,-1 0 27 0 0,-17 94-56 0 0,-7 134-1 0 0,29-211 1332 0 0,0-41-1075 0 0,1-1 0 0 0,-1 1-1 0 0,0 0 1 0 0,1 0 0 0 0,0 0-1 0 0,-1 0 1 0 0,1 0 0 0 0,0-1-1 0 0,1 1 1 0 0,-1 0 0 0 0,0-1-1 0 0,3 4 1 0 0,10-2-350 0 0,-5-6-2759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7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44 5985 0 0,'-7'-9'14231'0'0,"6"9"-14303"0"0,0-1 40 0 0,0 1 0 0 0,1 0 0 0 0,-1 0 0 0 0,0 0 0 0 0,1 0 0 0 0,-1 0 0 0 0,0 0 0 0 0,0 0 0 0 0,1 0 0 0 0,-1 0 0 0 0,0 0 0 0 0,0 0 0 0 0,1 0 0 0 0,-1 0 0 0 0,0 1 0 0 0,1-1 0 0 0,-1 0 0 0 0,0 0 0 0 0,1 1 0 0 0,-1-1 0 0 0,0 1 0 0 0,1-1 0 0 0,-1 0 0 0 0,0 1 0 0 0,1-1 0 0 0,-1 1 0 0 0,1-1 0 0 0,-1 2 0 0 0,1-1-99 0 0,2-9 234 0 0,7-25-2587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9.1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 7370 0 0,'-1'0'-14'0'0,"-49"14"2385"0"0,44-12-1190 0 0,0 1-1 0 0,-1 0 0 0 0,1 0 0 0 0,0 0 1 0 0,-8 7 207 0 0,14-10-1347 0 0,0 0 1 0 0,0 0-1 0 0,0 0 1 0 0,0 1 0 0 0,0-1-1 0 0,0 0 1 0 0,0 0-1 0 0,0 0 1 0 0,0 0-1 0 0,1 3 1040 0 0,-1-3-1040 0 0,0 0 1 0 0,0 0 0 0 0,0 0-1 0 0,0 0 1 0 0,0 0-1 0 0,0 0 1 0 0,1 0-1 0 0,-1 0 1 0 0,0 0 0 0 0,0 0-1 0 0,0 0 1 0 0,0 0-1 0 0,0 0 1 0 0,13 4 682 0 0,13 0-329 0 0,262 7-1394 0 0,-241-11-124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29.5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0 1376 0 0,'-7'49'9473'0'0,"3"-27"-6664"0"0,2 1-1773 0 0,1 0 1 0 0,1 0 0 0 0,5 38 0 0 0,-1-18-655 0 0,18 172 997 0 0,-15-174-2003 0 0,2-1 0 0 0,1 0 0 0 0,20 47 0 0 0,-23-70-5612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0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60 9218 0 0,'0'-5'3399'0'0,"0"5"-3348"0"0,13-11 1204 0 0,20-8-648 0 0,-19 14-382 0 0,0 0-1 0 0,0 1 1 0 0,0 1 0 0 0,0 0 0 0 0,1 1 0 0 0,-1 0 0 0 0,0 2-1 0 0,19 0 1 0 0,9 4 1387 0 0,61 13 0 0 0,-56-8-1387 0 0,4-4-300 0 0,-29-5-5374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0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141 1 10594 0 0,'-11'1'207'0'0,"1"1"-1"0"0,-1 1 1 0 0,1 0-1 0 0,-1 1 1 0 0,-13 6-1 0 0,20-7-306 0 0,0-1 0 0 0,0 1 0 0 0,0 0 0 0 0,1-1 0 0 0,-1 2 0 0 0,1-1-1 0 0,0 0 1 0 0,0 1 0 0 0,0-1 0 0 0,1 1 0 0 0,-1 0 0 0 0,1 0 0 0 0,0 0 0 0 0,0 0 0 0 0,-2 8 0 0 0,0 1 133 0 0,1 0 0 0 0,1 0 1 0 0,0 1-1 0 0,1-1 0 0 0,0 0 1 0 0,1 0-1 0 0,0 1 1 0 0,1-1-1 0 0,1 0 0 0 0,3 14 1 0 0,-3-19 238 0 0,0 0 1 0 0,0 0 0 0 0,1 0 0 0 0,0 0-1 0 0,0-1 1 0 0,1 1 0 0 0,-1-1-1 0 0,2 0 1 0 0,-1 0 0 0 0,1 0-1 0 0,0-1 1 0 0,1 0 0 0 0,-1 0 0 0 0,1 0-1 0 0,0-1 1 0 0,1 1 0 0 0,8 4-1 0 0,-11-7-240 0 0,0-1 0 0 0,1 0-1 0 0,-1 0 1 0 0,0-1-1 0 0,1 1 1 0 0,0-1 0 0 0,-1 0-1 0 0,1 0 1 0 0,0 0 0 0 0,0-1-1 0 0,-1 0 1 0 0,1 0 0 0 0,0 0-1 0 0,0 0 1 0 0,-1-1 0 0 0,1 0-1 0 0,8-2 1 0 0,-7 1-74 0 0,-1-1 0 0 0,0 0-1 0 0,0 0 1 0 0,0 0 0 0 0,0 0 0 0 0,-1-1 0 0 0,1 0 0 0 0,-1 0 0 0 0,0 0 0 0 0,0 0 0 0 0,0-1-1 0 0,5-9 1 0 0,-3 4-32 0 0,0-1-1 0 0,-1 0 0 0 0,0 0 0 0 0,-1-1 1 0 0,0 1-1 0 0,-1-1 0 0 0,0 0 0 0 0,-1 0 1 0 0,0 0-1 0 0,-1 0 0 0 0,0 0 1 0 0,-1 0-1 0 0,-2-17 0 0 0,1 19-23 0 0,-1 1-1 0 0,0 0 1 0 0,-1 0-1 0 0,0 0 1 0 0,-1 0-1 0 0,1 1 1 0 0,-2-1-1 0 0,1 1 1 0 0,-1 0-1 0 0,0 0 1 0 0,-1 1-1 0 0,-10-12 1 0 0,0 5-558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0.9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83 10594 0 0,'-6'1'1965'0'0,"14"-11"-896"0"0,17-12-710 0 0,-10 14-124 0 0,-1 1 0 0 0,1 0 0 0 0,0 1 0 0 0,1 0 0 0 0,-1 2 0 0 0,1 0 0 0 0,0 0 0 0 0,0 2 1 0 0,1 0-1 0 0,-1 0 0 0 0,32 3 0 0 0,9 4 1301 0 0,-1 3 0 0 0,63 16-1 0 0,10 2-889 0 0,-129-26-648 0 0,135 19-403 0 0,-44-14-3653 0 0,-64-5-2464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1.2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54 7370 0 0,'0'0'44'0'0,"0"0"0"0"0,-1 0 0 0 0,1 0 0 0 0,0 0 0 0 0,0-1 0 0 0,0 1 0 0 0,-1 0 0 0 0,1 0 0 0 0,0 0 1 0 0,0 0-1 0 0,0 0 0 0 0,0 0 0 0 0,0-1 0 0 0,-1 1 0 0 0,1 0 0 0 0,0 0 0 0 0,0 0 0 0 0,0 0 0 0 0,0-1 0 0 0,0 1 1 0 0,0 0-1 0 0,0 0 0 0 0,0 0 0 0 0,0 0 0 0 0,0-1 0 0 0,-1 1 0 0 0,1 0 0 0 0,0 0 0 0 0,0 0 0 0 0,0-1 0 0 0,0 1 1 0 0,0 0-1 0 0,0 0 0 0 0,1 0 0 0 0,-1-1 0 0 0,0 1 0 0 0,0 0 0 0 0,0 0 0 0 0,0 0 0 0 0,0-1 0 0 0,0 1 1 0 0,0 0-1 0 0,0 0 0 0 0,0 0 0 0 0,0 0 0 0 0,1-1 0 0 0,-1 1 0 0 0,0 0 0 0 0,0 0 0 0 0,0 0 0 0 0,14-13 1554 0 0,16-7 429 0 0,-26 18-1743 0 0,1 0-1 0 0,0 0 1 0 0,-1 1 0 0 0,1-1 0 0 0,0 1-1 0 0,0 0 1 0 0,0 0 0 0 0,0 1 0 0 0,0-1-1 0 0,0 1 1 0 0,0 0 0 0 0,0 0 0 0 0,0 1-1 0 0,0 0 1 0 0,0 0 0 0 0,0 0 0 0 0,0 0-1 0 0,-1 1 1 0 0,1 0 0 0 0,0 0 0 0 0,-1 0-1 0 0,1 0 1 0 0,-1 1 0 0 0,0 0 0 0 0,0-1-1 0 0,0 2 1 0 0,0-1 0 0 0,0 0 0 0 0,4 6-1 0 0,-3-2-225 0 0,-1-1-1 0 0,1 1 0 0 0,-1 0 0 0 0,0 0 1 0 0,-1 0-1 0 0,0 1 0 0 0,0-1 0 0 0,0 1 1 0 0,-1 0-1 0 0,-1-1 0 0 0,1 1 1 0 0,-1 0-1 0 0,0 0 0 0 0,-1 0 0 0 0,0 0 1 0 0,0 0-1 0 0,-3 14 0 0 0,1-12-103 0 0,-1 1-1 0 0,0-1 0 0 0,-1 0 1 0 0,0 0-1 0 0,-1 0 1 0 0,0 0-1 0 0,-1-1 0 0 0,1 0 1 0 0,-2 0-1 0 0,1 0 1 0 0,-2-1-1 0 0,1 0 0 0 0,-1 0 1 0 0,-13 10-1 0 0,10-10-783 0 0,0-1 1 0 0,0 0-1 0 0,-23 10 0 0 0,14-8-6023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2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278 654 2761 0 0,'2'-4'827'0'0,"-1"0"1"0"0,1-1 0 0 0,-1 1 0 0 0,1 0 0 0 0,-1-1 0 0 0,-1 1 0 0 0,1-1 0 0 0,-1 1 0 0 0,1-1 0 0 0,-1 1 0 0 0,-1-6-1 0 0,0 5-415 0 0,1 0 0 0 0,-1 1-1 0 0,-1-1 1 0 0,1 1 0 0 0,-1-1-1 0 0,1 1 1 0 0,-1 0 0 0 0,-1 0-1 0 0,1 0 1 0 0,-4-5-1 0 0,4 6-272 0 0,0 0 0 0 0,-1 1 0 0 0,1-1 0 0 0,-1 1 0 0 0,0-1 0 0 0,0 1 0 0 0,0 0 0 0 0,0 0 0 0 0,0 0 0 0 0,0 0 0 0 0,0 1-1 0 0,-1-1 1 0 0,1 1 0 0 0,-1 0 0 0 0,1 0 0 0 0,-1 0 0 0 0,1 1 0 0 0,-1-1 0 0 0,1 1 0 0 0,-1 0 0 0 0,0 0 0 0 0,1 0 0 0 0,-1 0-1 0 0,0 0 1 0 0,1 1 0 0 0,-1 0 0 0 0,1 0 0 0 0,-1 0 0 0 0,1 0 0 0 0,-5 3 0 0 0,-1 0-84 0 0,0 2 0 0 0,0 0 1 0 0,1 0-1 0 0,-1 0 0 0 0,1 1 0 0 0,1 0 0 0 0,-1 1 1 0 0,1 0-1 0 0,1 0 0 0 0,-1 0 0 0 0,-7 14 0 0 0,3-3-137 0 0,1 1 0 0 0,1 0-1 0 0,1 0 1 0 0,-10 33 0 0 0,17-50 71 0 0,0 0-1 0 0,1 0 1 0 0,-1 0 0 0 0,1 0 0 0 0,-1 0 0 0 0,1 0 0 0 0,0 1 0 0 0,0-1 0 0 0,0 0 0 0 0,1 0 0 0 0,-1 0 0 0 0,1 0 0 0 0,1 6 0 0 0,-1-7-6 0 0,0-1 0 0 0,0 0 0 0 0,0 0 0 0 0,0 0 0 0 0,1 0 0 0 0,-1 0 0 0 0,0 0 0 0 0,0 0 0 0 0,1 0 0 0 0,-1 0 0 0 0,1 0 0 0 0,-1-1 0 0 0,0 1 0 0 0,1 0 0 0 0,-1-1 0 0 0,1 1 0 0 0,0-1 0 0 0,-1 0 0 0 0,1 0 0 0 0,-1 0 0 0 0,1 1 0 0 0,0-1 0 0 0,-1-1 0 0 0,1 1 0 0 0,-1 0 0 0 0,1 0 0 0 0,-1 0 0 0 0,1-1 1 0 0,1 0-1 0 0,6-1-191 0 0,0-1 1 0 0,-1 0-1 0 0,1-1 1 0 0,-1 1 0 0 0,0-2-1 0 0,0 1 1 0 0,-1-1-1 0 0,1 0 1 0 0,-1-1-1 0 0,0 0 1 0 0,7-7 0 0 0,9-11-1638 0 0,33-43 1 0 0,-29 31-615 0 0,-3-1-1 0 0,32-60 1 0 0,-45 74 1776 0 0,-1 0 1 0 0,-1-1-1 0 0,-1 0 1 0 0,-1-1 0 0 0,8-46-1 0 0,-15 58 1228 0 0,0 0 1 0 0,0 0-1 0 0,-1 0 0 0 0,-1 0 1 0 0,0 1-1 0 0,-1-1 0 0 0,0 0 0 0 0,-1 1 1 0 0,-8-19-1 0 0,-6-7 4520 0 0,-36-55-1 0 0,54 92-4965 0 0,-1 0 1 0 0,1-1-1 0 0,-1 1 0 0 0,1 0 0 0 0,-1 0 0 0 0,0 0 1 0 0,0 0-1 0 0,0-1 0 0 0,1 1 0 0 0,-1 1 0 0 0,0-1 1 0 0,0 0-1 0 0,0 0 0 0 0,-1 0 0 0 0,1 0 1 0 0,0 1-1 0 0,0-1 0 0 0,0 0 0 0 0,0 1 0 0 0,-1-1 1 0 0,1 1-1 0 0,0-1 0 0 0,-1 1 0 0 0,1 0 1 0 0,0 0-1 0 0,-1 0 0 0 0,-1-1 0 0 0,2 2-56 0 0,-1 0-1 0 0,1 1 0 0 0,-1-1 1 0 0,1 0-1 0 0,0 0 0 0 0,-1 0 1 0 0,1 1-1 0 0,0-1 0 0 0,0 1 1 0 0,0-1-1 0 0,0 1 0 0 0,0-1 1 0 0,0 1-1 0 0,1 0 0 0 0,-1-1 1 0 0,1 1-1 0 0,-1 0 0 0 0,1 0 1 0 0,-1 3-1 0 0,-6 28-16 0 0,2 0 0 0 0,1 0 0 0 0,0 49 0 0 0,13 101 135 0 0,13-20 21 0 0,-4-95-6613 0 0,-8-35-736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2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140 0 13363 0 0,'-10'7'332'0'0,"0"1"1"0"0,1 0-1 0 0,1 1 1 0 0,-1 0-1 0 0,1 0 1 0 0,1 1-1 0 0,0 0 1 0 0,-9 17-1 0 0,5-7-457 0 0,1 1 0 0 0,-15 42 0 0 0,23-57 115 0 0,0 1-1 0 0,0-1 1 0 0,1 1 0 0 0,0-1-1 0 0,0 1 1 0 0,1 0-1 0 0,0-1 1 0 0,0 1-1 0 0,0 0 1 0 0,1-1-1 0 0,0 1 1 0 0,0 0-1 0 0,1-1 1 0 0,3 11-1 0 0,-4-15 74 0 0,-1-1-1 0 0,1 0 0 0 0,0 0 1 0 0,-1 1-1 0 0,1-1 0 0 0,0 0 1 0 0,0 0-1 0 0,0 0 0 0 0,0 0 1 0 0,0 0-1 0 0,0 0 0 0 0,0-1 1 0 0,0 1-1 0 0,0 0 0 0 0,0 0 1 0 0,0-1-1 0 0,1 1 0 0 0,-1-1 1 0 0,0 1-1 0 0,0-1 1 0 0,1 1-1 0 0,-1-1 0 0 0,2 1 1 0 0,0-2-34 0 0,0 1 1 0 0,-1 0 0 0 0,1-1-1 0 0,-1 1 1 0 0,1-1 0 0 0,-1 1-1 0 0,0-1 1 0 0,1 0-1 0 0,-1 0 1 0 0,0-1 0 0 0,4-1-1 0 0,6-6-356 0 0,-2 1-1 0 0,1-2 1 0 0,14-16-1 0 0,-20 21 78 0 0,16-20-821 0 0,-1-1 0 0 0,29-51 0 0 0,-21 32 2037 0 0,-28 44-819 0 0,0 1 1 0 0,0-1-1 0 0,1 0 0 0 0,-1 1 0 0 0,0 0 0 0 0,1-1 1 0 0,-1 1-1 0 0,0-1 0 0 0,1 1 0 0 0,-1-1 0 0 0,1 1 1 0 0,-1 0-1 0 0,0-1 0 0 0,1 1 0 0 0,-1 0 0 0 0,1-1 1 0 0,-1 1-1 0 0,1 0 0 0 0,-1 0 0 0 0,1-1 0 0 0,-1 1 0 0 0,1 0 1 0 0,0 0-1 0 0,-1 0 0 0 0,1 0 0 0 0,-1 0 0 0 0,1 0 1 0 0,-1 0-1 0 0,1 0 0 0 0,-1 0 0 0 0,2 0 0 0 0,-1 1 24 0 0,0 0-1 0 0,1-1 0 0 0,-1 1 0 0 0,0 0 1 0 0,0 0-1 0 0,0 0 0 0 0,0 0 0 0 0,0 0 1 0 0,0 1-1 0 0,-1-1 0 0 0,1 0 0 0 0,1 2 0 0 0,18 48 923 0 0,-18-43-772 0 0,10 31-6 0 0,-1-5-1846 0 0,-4-13-3207 0 0,3 3-2239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3.3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 7 12899 0 0,'0'-1'185'0'0,"-1"1"0"0"0,1-1 0 0 0,-1 1 0 0 0,1-1 0 0 0,-1 1 0 0 0,1-1 0 0 0,-1 1 0 0 0,1 0 0 0 0,-1-1 0 0 0,1 1 0 0 0,-1 0 0 0 0,1 0 0 0 0,-1-1 0 0 0,0 1 0 0 0,1 0 0 0 0,-1 0 0 0 0,1 0 1 0 0,-1 0-1 0 0,0-1 0 0 0,1 1 0 0 0,-1 0 0 0 0,1 0 0 0 0,-1 0 0 0 0,0 1 0 0 0,1-1 0 0 0,-1 0 0 0 0,0 0 0 0 0,1 0 0 0 0,-1 0 0 0 0,1 0 0 0 0,-1 1 0 0 0,0-1 0 0 0,1 0 0 0 0,-1 1 0 0 0,-9 23 2592 0 0,10-24-2788 0 0,-12 48 266 0 0,3 1 0 0 0,1-1 0 0 0,3 1 0 0 0,1 80 1 0 0,6-89-730 0 0,1-1 1 0 0,2 0 0 0 0,15 55-1 0 0,-11-60-7238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3.8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0 156 920 0 0,'4'-3'176'0'0,"1"0"0"0"0,-1 0 0 0 0,1 0 0 0 0,0 0 0 0 0,-1 0 1 0 0,9-2-1 0 0,-13 5-177 0 0,50-20 2086 0 0,97-24-1 0 0,-36 12 1652 0 0,-98 28-3232 0 0,5-3 191 0 0,0 1-1 0 0,0 1 0 0 0,0 0 0 0 0,1 2 1 0 0,-1 0-1 0 0,1 1 0 0 0,29 1 0 0 0,-47 1-691 0 0,0 0 0 0 0,0 0-1 0 0,0 0 1 0 0,0 0 0 0 0,0 1-1 0 0,0-1 1 0 0,0 0 0 0 0,0 1-1 0 0,0-1 1 0 0,0 0 0 0 0,0 1-1 0 0,0 0 1 0 0,0-1-1 0 0,0 1 1 0 0,0-1 0 0 0,1 2-1 0 0,-2-1-23 0 0,0-1 0 0 0,0 1-1 0 0,1-1 1 0 0,-1 1 0 0 0,0-1 0 0 0,0 1-1 0 0,0 0 1 0 0,0-1 0 0 0,0 1-1 0 0,0-1 1 0 0,0 1 0 0 0,0-1-1 0 0,0 1 1 0 0,0 0 0 0 0,0-1 0 0 0,0 1-1 0 0,0-1 1 0 0,0 1 0 0 0,-1-1-1 0 0,1 1 1 0 0,0-1 0 0 0,-1 2 0 0 0,-2 3-192 0 0,-1 0 0 0 0,1 0 1 0 0,-1-1-1 0 0,-9 9 0 0 0,0 1 436 0 0,2 1 102 0 0,0 0 0 0 0,1 1 0 0 0,1 0 0 0 0,0 1 1 0 0,1 0-1 0 0,-6 21 0 0 0,12-33-225 0 0,0 0 1 0 0,0 1-1 0 0,1-1 1 0 0,0 1-1 0 0,0-1 1 0 0,0 1-1 0 0,1 0 1 0 0,0-1-1 0 0,0 1 1 0 0,0 0-1 0 0,1-1 1 0 0,0 1-1 0 0,0-1 0 0 0,0 1 1 0 0,1-1-1 0 0,0 1 1 0 0,0-1-1 0 0,0 0 1 0 0,0 0-1 0 0,1 0 1 0 0,0 0-1 0 0,0 0 1 0 0,1-1-1 0 0,6 8 1 0 0,-9-11-159 0 0,0 0 1 0 0,0 1 0 0 0,1-1 0 0 0,-1 0 0 0 0,1 0-1 0 0,-1-1 1 0 0,1 1 0 0 0,-1 0 0 0 0,1 0 0 0 0,0-1-1 0 0,-1 1 1 0 0,1-1 0 0 0,0 1 0 0 0,-1-1 0 0 0,1 0-1 0 0,0 1 1 0 0,0-1 0 0 0,-1 0 0 0 0,1 0 0 0 0,0-1-1 0 0,0 1 1 0 0,-1 0 0 0 0,4-1 0 0 0,-1-1-29 0 0,-1 1 0 0 0,1-1 1 0 0,-1 0-1 0 0,0 0 0 0 0,1-1 0 0 0,-1 1 0 0 0,0-1 1 0 0,0 1-1 0 0,0-1 0 0 0,2-4 0 0 0,4-4 156 0 0,-1-1-1 0 0,0 0 0 0 0,-1 0 0 0 0,0 0 1 0 0,5-15-1 0 0,-8 14 195 0 0,20-42 920 0 0,-23 53-1083 0 0,1-1 1 0 0,-1 1-1 0 0,0-1 0 0 0,1 1 1 0 0,0 0-1 0 0,0 0 0 0 0,0 0 0 0 0,0 0 1 0 0,0 0-1 0 0,0 0 0 0 0,0 0 1 0 0,0 1-1 0 0,1-1 0 0 0,-1 1 1 0 0,1 0-1 0 0,-1 0 0 0 0,5-2 0 0 0,-6 3-83 0 0,1 0 0 0 0,-1 0-1 0 0,1 0 1 0 0,-1 1-1 0 0,1-1 1 0 0,-1 0-1 0 0,1 1 1 0 0,-1-1 0 0 0,1 1-1 0 0,-1-1 1 0 0,1 1-1 0 0,-1-1 1 0 0,0 1-1 0 0,0 0 1 0 0,1 0-1 0 0,-1 0 1 0 0,0 0 0 0 0,0 0-1 0 0,0 0 1 0 0,0 0-1 0 0,0 0 1 0 0,0 0-1 0 0,0 1 1 0 0,0-1 0 0 0,0 0-1 0 0,-1 1 1 0 0,1-1-1 0 0,0 0 1 0 0,0 3-1 0 0,15 51 180 0 0,-13-42-183 0 0,2 6-118 0 0,-3-9-267 0 0,0 0 1 0 0,1 0 0 0 0,0-1-1 0 0,0 1 1 0 0,1-1-1 0 0,1 0 1 0 0,-1 0-1 0 0,10 13 1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4.2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194 67 6913 0 0,'-5'-22'1168'0'0,"5"18"-605"0"0,-1 0 1 0 0,0 0-1 0 0,0-1 1 0 0,-1 1 0 0 0,1 0-1 0 0,-1 0 1 0 0,-3-5-1 0 0,5 8-509 0 0,-1 1-1 0 0,1-1 1 0 0,-1 1-1 0 0,1-1 1 0 0,-1 1-1 0 0,1-1 1 0 0,-1 1-1 0 0,1 0 1 0 0,-1-1-1 0 0,1 1 1 0 0,-1 0-1 0 0,0-1 1 0 0,1 1 0 0 0,-1 0-1 0 0,0 0 1 0 0,1 0-1 0 0,-1-1 1 0 0,0 1-1 0 0,1 0 1 0 0,-1 0-1 0 0,0 0 1 0 0,-1 1-137 0 0,0-1 0 0 0,0 0 1 0 0,1 1-1 0 0,-1 0 0 0 0,0-1 1 0 0,1 1-1 0 0,-1 0 0 0 0,1 0 1 0 0,-1 0-1 0 0,1 0 0 0 0,-3 2 1 0 0,-13 13 826 0 0,1 1 1 0 0,1 1 0 0 0,0 0-1 0 0,1 1 1 0 0,1 1 0 0 0,1 0-1 0 0,-19 43 1 0 0,30-62-690 0 0,0 1 0 0 0,0-1 0 0 0,1 1 0 0 0,-1-1 0 0 0,0 1 1 0 0,1-1-1 0 0,-1 1 0 0 0,1-1 0 0 0,-1 1 0 0 0,1-1 0 0 0,0 1 0 0 0,0 0 0 0 0,0-1 0 0 0,0 1 0 0 0,0-1 0 0 0,0 1 1 0 0,0 0-1 0 0,0-1 0 0 0,1 1 0 0 0,-1-1 0 0 0,1 1 0 0 0,-1-1 0 0 0,1 1 0 0 0,0-1 0 0 0,-1 1 0 0 0,1-1 0 0 0,0 1 0 0 0,0-1 1 0 0,0 0-1 0 0,0 0 0 0 0,0 1 0 0 0,2 0 0 0 0,2 1-93 0 0,1 0 1 0 0,-1-1-1 0 0,1 1 0 0 0,0-1 0 0 0,0-1 1 0 0,0 1-1 0 0,7 0 0 0 0,4 2-211 0 0,-10-3 132 0 0,23 6-882 0 0,-1 1 1 0 0,47 18-1 0 0,-69-23 628 0 0,1 1 0 0 0,-2-1-1 0 0,1 1 1 0 0,0 0 0 0 0,-1 1 0 0 0,0-1-1 0 0,0 1 1 0 0,0 1 0 0 0,0-1 0 0 0,-1 1 0 0 0,0 0-1 0 0,0 0 1 0 0,-1 0 0 0 0,0 1 0 0 0,7 13-1 0 0,-9-15 327 0 0,-1-1-1 0 0,0 1 1 0 0,-1 0-1 0 0,1-1 1 0 0,-1 1-1 0 0,1 0 1 0 0,-1-1-1 0 0,-1 1 1 0 0,1 0-1 0 0,-1-1 1 0 0,0 1 0 0 0,0-1-1 0 0,0 1 1 0 0,0-1-1 0 0,-1 1 1 0 0,-2 4-1 0 0,2-6 344 0 0,1 0 0 0 0,-1 0 0 0 0,1 0 0 0 0,-1-1 0 0 0,0 1-1 0 0,0-1 1 0 0,0 1 0 0 0,-1-1 0 0 0,1 1 0 0 0,0-1 0 0 0,-1 0 0 0 0,0 0 0 0 0,1-1 0 0 0,-1 1-1 0 0,0 0 1 0 0,0-1 0 0 0,0 0 0 0 0,0 1 0 0 0,0-1 0 0 0,0-1 0 0 0,0 1 0 0 0,0 0-1 0 0,-7 0 1 0 0,0-2-256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4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 13363 0 0,'1'0'139'0'0,"0"-1"0"0"0,0 0 1 0 0,0 1-1 0 0,0-1 0 0 0,0 1 0 0 0,0-1 1 0 0,0 1-1 0 0,0-1 0 0 0,1 1 0 0 0,-1 0 1 0 0,0-1-1 0 0,0 1 0 0 0,0 0 0 0 0,0 0 1 0 0,0 0-1 0 0,1 0 0 0 0,-1 0 0 0 0,0 0 0 0 0,0 0 1 0 0,0 0-1 0 0,0 1 0 0 0,1-1 0 0 0,-1 0 1 0 0,0 1-1 0 0,0-1 0 0 0,1 2 0 0 0,31 12 716 0 0,-28-9-761 0 0,0-1 1 0 0,0 1-1 0 0,-1 0 0 0 0,1 0 0 0 0,-1 1 1 0 0,0-1-1 0 0,-1 1 0 0 0,1 0 0 0 0,-1 0 1 0 0,0 0-1 0 0,-1 1 0 0 0,0-1 0 0 0,3 9 1 0 0,1 13 536 0 0,5 53 0 0 0,-7-49-176 0 0,4 42 448 0 0,-4-26-280 0 0,21 94-1 0 0,-23-137-592 0 0,-1 0-1 0 0,1 0 0 0 0,0-1 0 0 0,0 1 1 0 0,0-1-1 0 0,0 0 0 0 0,5 6 0 0 0,-7-9-94 0 0,1 0 0 0 0,0 0 0 0 0,0 0-1 0 0,0 0 1 0 0,0-1 0 0 0,0 1-1 0 0,0 0 1 0 0,0 0 0 0 0,0-1 0 0 0,1 1-1 0 0,-1-1 1 0 0,0 1 0 0 0,0-1-1 0 0,0 0 1 0 0,1 1 0 0 0,-1-1 0 0 0,0 0-1 0 0,1 0 1 0 0,-1 0 0 0 0,0 0-1 0 0,0 0 1 0 0,1 0 0 0 0,-1 0-1 0 0,0 0 1 0 0,1 0 0 0 0,-1-1 0 0 0,0 1-1 0 0,0 0 1 0 0,0-1 0 0 0,1 0-1 0 0,-1 1 1 0 0,1-1 0 0 0,8-5-1357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4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6 130 13827 0 0,'0'-1'80'0'0,"-1"0"1"0"0,0 0 0 0 0,1 0-1 0 0,-1-1 1 0 0,0 1-1 0 0,1 0 1 0 0,0 0-1 0 0,-1-1 1 0 0,1 1-1 0 0,0 0 1 0 0,-1-1-1 0 0,1 1 1 0 0,0 0-1 0 0,0-1 1 0 0,0 1-1 0 0,0 0 1 0 0,0-1 0 0 0,1 1-1 0 0,-1-1 1 0 0,0 1-1 0 0,1-2 1 0 0,1-2 17 0 0,0 1 1 0 0,0 0-1 0 0,0 0 0 0 0,1 0 1 0 0,-1 0-1 0 0,6-5 1 0 0,3-3-294 0 0,0 1 0 0 0,0 1-1 0 0,15-11 1 0 0,-24 20 222 0 0,0 0 0 0 0,-1 0-1 0 0,1-1 1 0 0,0 1-1 0 0,-1 0 1 0 0,1 0 0 0 0,0 1-1 0 0,0-1 1 0 0,0 0-1 0 0,0 1 1 0 0,0-1 0 0 0,0 1-1 0 0,0 0 1 0 0,0-1-1 0 0,0 1 1 0 0,0 0 0 0 0,0 0-1 0 0,0 0 1 0 0,0 1-1 0 0,0-1 1 0 0,0 0 0 0 0,0 1-1 0 0,0-1 1 0 0,0 1-1 0 0,0 0 1 0 0,-1 0 0 0 0,1-1-1 0 0,0 1 1 0 0,0 0-1 0 0,-1 1 1 0 0,1-1 0 0 0,0 0-1 0 0,-1 0 1 0 0,1 1 0 0 0,-1-1-1 0 0,0 1 1 0 0,1-1-1 0 0,0 3 1 0 0,6 7 506 0 0,-1 1 0 0 0,0 0 1 0 0,-1 0-1 0 0,8 23 0 0 0,-4-10-541 0 0,5 11 211 0 0,-5-12-110 0 0,0-1 1 0 0,1-1-1 0 0,1 0 0 0 0,22 30 0 0 0,-22-38-641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5.2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1 286 16131 0 0,'3'-1'289'0'0,"1"0"-1"0"0,-1 0 0 0 0,1 0 0 0 0,-1 0 1 0 0,0 0-1 0 0,1-1 0 0 0,5-3 0 0 0,7-5-79 0 0,0 0-1 0 0,-1 0 1 0 0,0-2-1 0 0,-1 0 1 0 0,0-1-1 0 0,23-27 1 0 0,-33 35-187 0 0,0-1 1 0 0,0 0-1 0 0,-1 0 0 0 0,0 0 1 0 0,0 0-1 0 0,0-1 1 0 0,-1 1-1 0 0,0-1 1 0 0,3-12-1 0 0,-5 15-47 0 0,0 0 0 0 0,0-1 1 0 0,0 1-1 0 0,0 0 0 0 0,-1-1 0 0 0,1 1 0 0 0,-1 0 1 0 0,0 0-1 0 0,-1 0 0 0 0,1 0 0 0 0,-1 0 1 0 0,1 0-1 0 0,-1 0 0 0 0,0 0 0 0 0,-1 1 0 0 0,1-1 1 0 0,-4-3-1 0 0,5 6-114 0 0,1-1 0 0 0,-1 1-1 0 0,0 0 1 0 0,0 0 0 0 0,0 0 0 0 0,0 1 0 0 0,0-1 0 0 0,0 0 0 0 0,0 0-1 0 0,0 0 1 0 0,0 1 0 0 0,0-1 0 0 0,0 0 0 0 0,-1 1 0 0 0,1-1 0 0 0,0 1-1 0 0,0 0 1 0 0,-1-1 0 0 0,1 1 0 0 0,0 0 0 0 0,0 0 0 0 0,-1 0 0 0 0,1-1-1 0 0,0 1 1 0 0,-2 1 0 0 0,1 0 19 0 0,0-1-1 0 0,0 1 1 0 0,1 0-1 0 0,-1 0 1 0 0,0 0-1 0 0,1 1 1 0 0,-1-1-1 0 0,1 0 1 0 0,0 0-1 0 0,-1 1 1 0 0,1-1-1 0 0,0 1 1 0 0,0 0-1 0 0,0-1 1 0 0,-1 3-1 0 0,-2 2 197 0 0,1 1-1 0 0,0 0 0 0 0,1 0 1 0 0,-1 0-1 0 0,1 0 0 0 0,1 0 1 0 0,-1 1-1 0 0,1 7 0 0 0,1-8 205 0 0,0 1 0 0 0,1-1 0 0 0,0 0 0 0 0,0 0 0 0 0,1 1 1 0 0,0-1-1 0 0,0 0 0 0 0,1-1 0 0 0,0 1 0 0 0,0 0 0 0 0,1-1 0 0 0,-1 1 0 0 0,1-1 0 0 0,1 0 0 0 0,9 10 0 0 0,-10-12-381 0 0,1 0 0 0 0,-1-1 0 0 0,1 1-1 0 0,0-1 1 0 0,-1 0 0 0 0,1 0 0 0 0,11 3 0 0 0,3 0-6479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5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1 199 1840 0 0,'19'18'10619'0'0,"-18"-18"-9955"0"0,4 2-1 0 0,-2-2-76 0 0,1 1 0 0 0,0-1 0 0 0,-1 1 0 0 0,1-1 0 0 0,0 0 0 0 0,-1 0 0 0 0,1-1 0 0 0,3 0 0 0 0,-2 1-411 0 0,-1-1 0 0 0,0 0 1 0 0,0 0-1 0 0,0-1 0 0 0,0 1 0 0 0,0-1 1 0 0,-1 0-1 0 0,1 0 0 0 0,0 0 0 0 0,-1 0 1 0 0,0-1-1 0 0,1 1 0 0 0,-1-1 0 0 0,0 0 0 0 0,3-4 1 0 0,-3 2-230 0 0,-1-1 0 0 0,1 0 0 0 0,-1 0 0 0 0,-1-1 0 0 0,1 1 0 0 0,-1 0 0 0 0,0 0 0 0 0,0-1 0 0 0,-1 1 0 0 0,0-1 0 0 0,0-7 0 0 0,-1 3-638 0 0,0-1 0 0 0,-1 1 0 0 0,0-1 0 0 0,-1 1-1 0 0,-5-15 1 0 0,8 25 478 0 0,-1 0 0 0 0,1 0 0 0 0,0 0 0 0 0,-1 0 0 0 0,1 0 0 0 0,-1 0 0 0 0,0 0 0 0 0,1 0 0 0 0,-1 0 0 0 0,0 0 0 0 0,1 0 0 0 0,-1 1-1 0 0,0-1 1 0 0,0 0 0 0 0,0 0 0 0 0,0 1 0 0 0,0-1 0 0 0,1 0 0 0 0,-1 1 0 0 0,-1-1 0 0 0,1 1 0 0 0,0-1 0 0 0,0 1 0 0 0,-2-1 0 0 0,2 1 103 0 0,-1 1 0 0 0,1-1-1 0 0,-1 0 1 0 0,1 1 0 0 0,-1-1 0 0 0,1 0 0 0 0,0 1 0 0 0,-1 0 0 0 0,1-1 0 0 0,0 1 0 0 0,-1 0 0 0 0,1 0-1 0 0,0 0 1 0 0,0 0 0 0 0,-3 2 0 0 0,0 1 394 0 0,1 0 0 0 0,-1 0 0 0 0,1 0 0 0 0,0 1 0 0 0,0 0 1 0 0,0-1-1 0 0,0 1 0 0 0,1 0 0 0 0,-2 7 0 0 0,2-7-16 0 0,1 0 0 0 0,0 0 0 0 0,1 0 0 0 0,-1 0 0 0 0,1 0 0 0 0,0 0 0 0 0,0 0 0 0 0,1 0 1 0 0,0 0-1 0 0,0 0 0 0 0,0-1 0 0 0,0 1 0 0 0,0 0 0 0 0,1 0 0 0 0,0-1 0 0 0,0 1 0 0 0,1-1 0 0 0,-1 1 0 0 0,1-1 0 0 0,0 0 1 0 0,0 0-1 0 0,7 7 0 0 0,-2-5-516 0 0,0 1 1 0 0,0-1 0 0 0,1-1 0 0 0,0 1-1 0 0,0-1 1 0 0,1-1 0 0 0,-1 0 0 0 0,1 0-1 0 0,0-1 1 0 0,13 2 0 0 0,4 1-5680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6.0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141 0 17508 0 0,'0'1'52'0'0,"-1"-1"0"0"0,1 0 1 0 0,-1 0-1 0 0,1 1 0 0 0,0-1 0 0 0,-1 0 1 0 0,1 1-1 0 0,-1-1 0 0 0,1 0 1 0 0,0 1-1 0 0,-1-1 0 0 0,1 1 0 0 0,0-1 1 0 0,-1 1-1 0 0,1-1 0 0 0,0 1 1 0 0,0-1-1 0 0,-1 1 0 0 0,1-1 0 0 0,0 1 1 0 0,0-1-1 0 0,0 1 0 0 0,0-1 1 0 0,0 1-1 0 0,0-1 0 0 0,0 2 0 0 0,-3 28 286 0 0,5 41-259 0 0,-2-56 407 0 0,23 273 2260 0 0,-18-254-2884 0 0,2 0 0 0 0,1-1 0 0 0,1 0 0 0 0,2 0 0 0 0,2-1 0 0 0,23 42 0 0 0,-19-44-7597 0 0</inkml:trace>
  <inkml:trace contextRef="#ctx0" brushRef="#br0" timeOffset="1">0 387 20740 0 0,'7'6'921'0'0,"3"-4"183"0"0,2 0-880 0 0,3-2-224 0 0,-2-2 0 0 0,2-2 0 0 0,6 0-192 0 0,14-4-72 0 0,21-3-24 0 0,15-4 0 0 0,8-2-1665 0 0,-1-1-327 0 0,-8 3-73 0 0,-10 3-15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36.3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12 20740 0 0,'-9'11'921'0'0,"5"-9"407"0"0,9-6-1328 0 0,5-4 0 0 0,-3-4 0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58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2 103 6913 0 0,'0'-19'1679'0'0,"-1"12"-908"0"0,0-1-1 0 0,1 1 1 0 0,1 0 0 0 0,-1-1 0 0 0,1 1-1 0 0,0 0 1 0 0,1-1 0 0 0,4-12 0 0 0,-6 19-724 0 0,0 1 0 0 0,0 0 0 0 0,0 0 1 0 0,0-1-1 0 0,0 1 0 0 0,1 0 1 0 0,-1 0-1 0 0,0 0 0 0 0,0-1 0 0 0,0 1 1 0 0,0 0-1 0 0,1 0 0 0 0,-1 0 1 0 0,0-1-1 0 0,0 1 0 0 0,0 0 0 0 0,1 0 1 0 0,-1 0-1 0 0,0 0 0 0 0,0 0 0 0 0,0 0 1 0 0,1 0-1 0 0,-1 0 0 0 0,0-1 1 0 0,0 1-1 0 0,1 0 0 0 0,-1 0 0 0 0,0 0 1 0 0,0 0-1 0 0,1 0 0 0 0,-1 0 1 0 0,0 0-1 0 0,0 0 0 0 0,1 0 0 0 0,-1 1 1 0 0,0-1-1 0 0,0 0 0 0 0,1 0 0 0 0,-1 0 1 0 0,0 0-1 0 0,1 0 0 0 0,8 12 1029 0 0,5 17-177 0 0,-3 6-380 0 0,-2 1-1 0 0,10 67 0 0 0,-4 78-159 0 0,-11-115-224 0 0,6 130-171 0 0,5 64 487 0 0,-7-187-2240 0 0,25 110 0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58.5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70 456 0 0,'-1'0'22'0'0,"0"-1"0"0"0,1 1 0 0 0,-1 0 0 0 0,1-1 0 0 0,-1 1 0 0 0,0 0 0 0 0,1 0 0 0 0,-1 0 0 0 0,0-1 0 0 0,1 1 0 0 0,-1 0 0 0 0,0 0 0 0 0,1 0 0 0 0,-1 0 0 0 0,0 0 0 0 0,1 0 0 0 0,-1 0 0 0 0,0 1 0 0 0,1-1 0 0 0,-1 0 0 0 0,0 0 1 0 0,-1 1-1 0 0,-8 0 875 0 0,17-15 298 0 0,-3 9-778 0 0,0 0 1 0 0,1 1-1 0 0,-1-1 0 0 0,1 1 0 0 0,0 0 0 0 0,1 0 0 0 0,-1 1 0 0 0,1-1 0 0 0,-1 1 0 0 0,1 1 0 0 0,0-1 0 0 0,0 1 1 0 0,0 0-1 0 0,1 0 0 0 0,10-1 0 0 0,-13 2-222 0 0,0 1 1 0 0,0 0-1 0 0,0 0 1 0 0,0 1 0 0 0,-1-1-1 0 0,1 1 1 0 0,0-1-1 0 0,0 1 1 0 0,-1 0-1 0 0,1 1 1 0 0,0-1 0 0 0,-1 1-1 0 0,0 0 1 0 0,1-1-1 0 0,-1 1 1 0 0,0 1-1 0 0,0-1 1 0 0,0 0 0 0 0,0 1-1 0 0,0 0 1 0 0,0-1-1 0 0,-1 1 1 0 0,0 0-1 0 0,1 1 1 0 0,-1-1-1 0 0,0 0 1 0 0,2 6 0 0 0,1 3-63 0 0,-1-1 0 0 0,0 0 0 0 0,-1 1 0 0 0,-1 0 1 0 0,0 0-1 0 0,0 0 0 0 0,-1 0 0 0 0,0 0 0 0 0,-1 0 0 0 0,-1 0 1 0 0,0 0-1 0 0,-5 22 0 0 0,0-10-83 0 0,0-1 0 0 0,-2 0 1 0 0,-1 0-1 0 0,-1 0 0 0 0,-16 27 0 0 0,19-31-60 0 0,7-18 22 0 0,0-1 0 0 0,0 0 0 0 0,0 1 1 0 0,0-1-1 0 0,0 0 0 0 0,0 0 0 0 0,0 1 0 0 0,0-1 0 0 0,1 0 0 0 0,-1 0 0 0 0,0 1 1 0 0,0-1-1 0 0,0 0 0 0 0,0 0 0 0 0,1 0 0 0 0,-1 1 0 0 0,0-1 0 0 0,0 0 1 0 0,0 0-1 0 0,1 0 0 0 0,-1 0 0 0 0,0 1 0 0 0,0-1 0 0 0,1 0 0 0 0,-1 0 0 0 0,0 0 1 0 0,0 0-1 0 0,1 0 0 0 0,-1 0 0 0 0,0 0 0 0 0,1 0 0 0 0,-1 0 0 0 0,0 0 0 0 0,0 0 1 0 0,1 0-1 0 0,35-10 1204 0 0,-19 4-935 0 0,26-6 522 0 0,47-6-1 0 0,-74 15-718 0 0,1 2-1 0 0,-1 0 1 0 0,1 0-1 0 0,-1 2 1 0 0,1 0 0 0 0,19 4-1 0 0,-28-3-282 0 0,0 0 1 0 0,0 1-1 0 0,-1 0 0 0 0,1 1 0 0 0,-1-1 0 0 0,0 2 0 0 0,0-1 1 0 0,0 1-1 0 0,0 0 0 0 0,-1 0 0 0 0,7 7 0 0 0,1 5-6659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58.8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35 9674 0 0,'-1'-1'123'0'0,"1"0"-1"0"0,-1 0 1 0 0,1 0 0 0 0,0 0-1 0 0,0 1 1 0 0,-1-1 0 0 0,1 0-1 0 0,0 0 1 0 0,0 0 0 0 0,0 0-1 0 0,0 0 1 0 0,0 0-1 0 0,0 0 1 0 0,0 0 0 0 0,0 0-1 0 0,1 0 1 0 0,-1 0 0 0 0,0 0-1 0 0,0 0 1 0 0,1 0 0 0 0,-1 1-1 0 0,1-1 1 0 0,-1 0 0 0 0,1 0-1 0 0,-1 0 1 0 0,1 1 0 0 0,-1-1-1 0 0,1 0 1 0 0,0 0-1 0 0,-1 1 1 0 0,1-1 0 0 0,0 1-1 0 0,1-2 1 0 0,-1 2 9 0 0,-1-1 0 0 0,1 1 1 0 0,0-1-1 0 0,0 1 0 0 0,-1-1 0 0 0,1 1 1 0 0,0 0-1 0 0,0-1 0 0 0,-1 1 0 0 0,1 0 1 0 0,0 0-1 0 0,0-1 0 0 0,0 1 0 0 0,-1 0 1 0 0,1 0-1 0 0,0 0 0 0 0,0 0 0 0 0,0 0 0 0 0,0 0 1 0 0,-1 0-1 0 0,1 1 0 0 0,0-1 0 0 0,0 0 1 0 0,0 0-1 0 0,-1 1 0 0 0,1-1 0 0 0,0 0 1 0 0,0 1-1 0 0,-1-1 0 0 0,1 1 0 0 0,0-1 1 0 0,-1 1-1 0 0,1-1 0 0 0,0 1 0 0 0,-1-1 0 0 0,1 1 1 0 0,-1 0-1 0 0,1-1 0 0 0,0 2 0 0 0,3 6 109 0 0,-1 1 0 0 0,1 0-1 0 0,-1-1 1 0 0,-1 1 0 0 0,0 0 0 0 0,0 1-1 0 0,0 8 1 0 0,1 71 203 0 0,-2-63-312 0 0,23 389-464 0 0,-11-305-1488 0 0,-3-36-3339 0 0,-7-59-275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59.2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24 297 2761 0 0,'-1'-1'150'0'0,"-1"1"0"0"0,1 0 1 0 0,0 0-1 0 0,0 0 1 0 0,0-1-1 0 0,0 1 1 0 0,0-1-1 0 0,0 1 0 0 0,0-1 1 0 0,0 1-1 0 0,0-1 1 0 0,0 1-1 0 0,0-1 1 0 0,0 0-1 0 0,0 0 0 0 0,1 1 1 0 0,-1-1-1 0 0,0 0 1 0 0,0 0-1 0 0,1 0 1 0 0,-1 0-1 0 0,0 0 1 0 0,1 0-1 0 0,-1 0 0 0 0,0-2 1 0 0,2 0 281 0 0,0 1 0 0 0,-1-1 0 0 0,1 0 0 0 0,0 1 0 0 0,0-1 0 0 0,1 1 0 0 0,-1-1 0 0 0,0 1 0 0 0,1 0 0 0 0,2-4 0 0 0,7-8 311 0 0,1 0 0 0 0,0 0 0 0 0,1 1 0 0 0,1 1 0 0 0,-1 0 0 0 0,20-11 0 0 0,96-55 1120 0 0,-123 74-1852 0 0,23-11-1396 0 0,58-24 1 0 0,-60 31-4376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59.5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 6449 0 0,'2'-1'10184'0'0,"15"-11"-7514"0"0,-11 9-3708 0 0,-1-1 1 0 0,1 1 0 0 0,0 1-1 0 0,0-1 1 0 0,0 1 0 0 0,8-2-1 0 0</inkml:trace>
  <inkml:trace contextRef="#ctx0" brushRef="#br0" timeOffset="1">132 251 3225 0 0,'-3'3'288'0'0,"2"-3"232"0"0,2-2 56 0 0,1 1 0 0 0,2-3 8 0 0,1-4-584 0 0,5-4 0 0 0,2-2-112 0 0,1-1 16 0 0,4 0 96 0 0,-1 2 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8:59.9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0,'8'13'7090'0'0,"0"13"-4789"0"0,1 27-1026 0 0,0 46-401 0 0,-6 121-1 0 0,0 18-1162 0 0,0-194-237 0 0,2 0 1 0 0,2-1 0 0 0,17 57-1 0 0,5-24-2563 0 0,-19-59 1781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0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12 275 5441 0 0,'-3'-9'112'0'0,"1"0"0"0"0,0 0 0 0 0,0 0 0 0 0,1 0 0 0 0,0 0 0 0 0,1-1 0 0 0,0 1 0 0 0,0 0-1 0 0,1 0 1 0 0,1 0 0 0 0,-1 0 0 0 0,5-12 0 0 0,-2 8 591 0 0,0 1 0 0 0,1-1 1 0 0,1 1-1 0 0,0 1 0 0 0,0-1 0 0 0,2 1 0 0 0,13-17 0 0 0,-19 25-575 0 0,0 0 0 0 0,1 1 0 0 0,-1-1 0 0 0,1 1 0 0 0,-1 0 0 0 0,1 0 0 0 0,0 0 1 0 0,0 0-1 0 0,0 0 0 0 0,0 1 0 0 0,0-1 0 0 0,0 1 0 0 0,0 0 0 0 0,0 0 0 0 0,1 0 0 0 0,-1 0 0 0 0,0 1 0 0 0,1-1 0 0 0,-1 1 0 0 0,1 0 0 0 0,-1 0 0 0 0,1 0 0 0 0,-1 0 0 0 0,0 1 0 0 0,1 0 0 0 0,-1-1 0 0 0,0 1 0 0 0,1 0 0 0 0,-1 0 0 0 0,0 1 0 0 0,0-1 0 0 0,0 1 0 0 0,0 0 0 0 0,0-1 0 0 0,3 4 0 0 0,-1 0-227 0 0,1 0 0 0 0,-1 0 0 0 0,0 0-1 0 0,0 1 1 0 0,-1 0 0 0 0,0 0 0 0 0,0 0 0 0 0,0 1-1 0 0,-1-1 1 0 0,0 1 0 0 0,0 0 0 0 0,0 0-1 0 0,-1 0 1 0 0,0 0 0 0 0,-1 0 0 0 0,0 1-1 0 0,0-1 1 0 0,0 0 0 0 0,-1 13 0 0 0,-1 3-250 0 0,0 0 0 0 0,-2 0 1 0 0,-1-1-1 0 0,0 1 0 0 0,-9 23 0 0 0,-1-5 369 0 0,-2 0 0 0 0,-36 63 0 0 0,-17 14 4936 0 0,68-115-4716 0 0,1-2-194 0 0,0-1 0 0 0,-1 1-1 0 0,1-1 1 0 0,0 0-1 0 0,1 1 1 0 0,-1-1 0 0 0,0 1-1 0 0,0-1 1 0 0,0 0 0 0 0,0 1-1 0 0,0-1 1 0 0,0 0-1 0 0,0 1 1 0 0,1-1 0 0 0,-1 0-1 0 0,0 1 1 0 0,0-1 0 0 0,0 0-1 0 0,1 1 1 0 0,-1-1 0 0 0,0 0-1 0 0,0 1 1 0 0,1-1-1 0 0,-1 0 1 0 0,0 0 0 0 0,1 0-1 0 0,-1 1 1 0 0,0-1 0 0 0,1 0-1 0 0,-1 0 1 0 0,1 0-1 0 0,-1 0 1 0 0,0 1 0 0 0,1-1-1 0 0,-1 0 1 0 0,0 0 0 0 0,1 0-1 0 0,-1 0 1 0 0,1 0 0 0 0,-1 0-1 0 0,0 0 1 0 0,1 0-1 0 0,-1 0 1 0 0,1 0 0 0 0,-1-1-1 0 0,0 1 1 0 0,1 0 0 0 0,24 0 490 0 0,-24 0-455 0 0,36-2 61 0 0,0 3 0 0 0,0 0 0 0 0,42 9 0 0 0,66 13-4838 0 0,-113-18-1611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0.7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135 10 9674 0 0,'-1'-1'129'0'0,"-1"0"-1"0"0,1 0 1 0 0,-1 0 0 0 0,1 0-1 0 0,-1 0 1 0 0,1 1 0 0 0,-1-1 0 0 0,1 0-1 0 0,-1 1 1 0 0,1-1 0 0 0,-1 1-1 0 0,0 0 1 0 0,1-1 0 0 0,-1 1-1 0 0,0 0 1 0 0,1 0 0 0 0,-1 0-1 0 0,0 0 1 0 0,0 1 0 0 0,1-1-1 0 0,-1 0 1 0 0,1 1 0 0 0,-3 0-1 0 0,0 1 101 0 0,1 0 1 0 0,-1 0-1 0 0,1 0 0 0 0,-1 0 0 0 0,1 1 0 0 0,0-1 0 0 0,0 1 0 0 0,0 0 0 0 0,-4 5 0 0 0,-1 3 227 0 0,1 0 1 0 0,-1 1 0 0 0,2 0 0 0 0,0 0-1 0 0,-5 14 1 0 0,8-16-385 0 0,0 0 0 0 0,1 0-1 0 0,1 1 1 0 0,-1-1 0 0 0,2 0 0 0 0,-1 1-1 0 0,2-1 1 0 0,-1 1 0 0 0,1-1 0 0 0,1 0-1 0 0,0 1 1 0 0,6 15 0 0 0,-7-22-82 0 0,0 0-1 0 0,0 0 1 0 0,1 0-1 0 0,0 0 1 0 0,0 0-1 0 0,0-1 1 0 0,0 1-1 0 0,1-1 1 0 0,-1 1-1 0 0,1-1 1 0 0,0 0 0 0 0,0 0-1 0 0,0 0 1 0 0,0 0-1 0 0,0-1 1 0 0,1 1-1 0 0,-1-1 1 0 0,1 0-1 0 0,0 0 1 0 0,0 0-1 0 0,-1-1 1 0 0,1 1 0 0 0,0-1-1 0 0,1 0 1 0 0,-1 0-1 0 0,0 0 1 0 0,0-1-1 0 0,0 1 1 0 0,0-1-1 0 0,1 0 1 0 0,-1 0 0 0 0,0 0-1 0 0,7-2 1 0 0,-7 1-2 0 0,-1 0 0 0 0,1-1 0 0 0,-1 1 0 0 0,0 0 0 0 0,0-1 0 0 0,1 0 0 0 0,-1 0 0 0 0,0 0 0 0 0,-1 0 0 0 0,1 0 0 0 0,0-1 0 0 0,-1 1 0 0 0,1-1 0 0 0,-1 0 1 0 0,0 1-1 0 0,0-1 0 0 0,0 0 0 0 0,0 0 0 0 0,0-1 0 0 0,-1 1 0 0 0,1 0 0 0 0,-1-1 0 0 0,0 1 0 0 0,0 0 0 0 0,0-1 0 0 0,-1 1 0 0 0,1-1 0 0 0,-1 0 0 0 0,0-5 0 0 0,1-2 46 0 0,-1 0 0 0 0,-1 0-1 0 0,0 0 1 0 0,0 0-1 0 0,-1 1 1 0 0,0-1-1 0 0,-1 0 1 0 0,-6-14 0 0 0,-15-24-1523 0 0,10 26-4559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1.1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47 11979 0 0,'-12'-4'1614'0'0,"16"-1"390"0"0,24-4 1066 0 0,-21 7-2933 0 0,17-4 30 0 0,-1 0-1 0 0,2 1 1 0 0,-1 1 0 0 0,0 1 0 0 0,1 1-1 0 0,0 2 1 0 0,-1 0 0 0 0,1 2-1 0 0,-1 0 1 0 0,1 2 0 0 0,-1 1-1 0 0,34 11 1 0 0,-57-16-218 0 0,62 17-498 0 0,-19-11-6559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1.6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249 210 6449 0 0,'22'-24'4969'0'0,"-7"9"-3272"0"0,-13 12-1550 0 0,0-1 0 0 0,0 1 1 0 0,0-1-1 0 0,-1 1 0 0 0,1-1 0 0 0,-1 1 1 0 0,0-1-1 0 0,0 0 0 0 0,0 0 0 0 0,0 1 1 0 0,-1-1-1 0 0,1 0 0 0 0,-1 0 0 0 0,0 0 1 0 0,0 0-1 0 0,-1 0 0 0 0,1 1 1 0 0,-1-1-1 0 0,0 0 0 0 0,0 0 0 0 0,0 1 1 0 0,0-1-1 0 0,-1 0 0 0 0,1 1 0 0 0,-1-1 1 0 0,0 1-1 0 0,0 0 0 0 0,0-1 0 0 0,-1 1 1 0 0,1 0-1 0 0,-1 1 0 0 0,0-1 0 0 0,-4-3 1 0 0,2 1-40 0 0,0 0 0 0 0,0 1-1 0 0,-1 0 1 0 0,0 0 0 0 0,1 0 0 0 0,-1 1 0 0 0,-1 0 0 0 0,1 0 0 0 0,0 0 0 0 0,-1 1 0 0 0,0 0 0 0 0,1 0 0 0 0,-1 1 0 0 0,0 0 0 0 0,0 0 0 0 0,0 1-1 0 0,0 0 1 0 0,-10 0 0 0 0,12 2-54 0 0,1 0 0 0 0,-1 0 0 0 0,0 0 0 0 0,1 1 0 0 0,-1-1 0 0 0,1 1 0 0 0,0 0 0 0 0,0 1 0 0 0,0-1 0 0 0,0 1 0 0 0,1-1 0 0 0,0 1 0 0 0,-1 0 0 0 0,1 0 0 0 0,-2 6 0 0 0,-8 10-218 0 0,-17 38 0 0 0,24-47 47 0 0,2 1-1 0 0,-1-1 1 0 0,2 1-1 0 0,-1 0 0 0 0,2 0 1 0 0,-1 0-1 0 0,2 0 1 0 0,0 0-1 0 0,0 0 0 0 0,2 17 1 0 0,-1-23 138 0 0,1 0 0 0 0,0 0 0 0 0,1-1 1 0 0,0 1-1 0 0,-1 0 0 0 0,2 0 0 0 0,-1-1 1 0 0,1 0-1 0 0,0 1 0 0 0,0-1 0 0 0,0 0 0 0 0,0 0 1 0 0,1-1-1 0 0,0 1 0 0 0,0-1 0 0 0,1 0 1 0 0,-1 0-1 0 0,1 0 0 0 0,0 0 0 0 0,0-1 0 0 0,0 0 1 0 0,10 5-1 0 0,1-2-162 0 0,1-1-1 0 0,-1-1 1 0 0,1 0-1 0 0,0-1 1 0 0,0-1 0 0 0,0-1-1 0 0,0 0 1 0 0,0-1 0 0 0,24-3-1 0 0,-4-1-6520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3.6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16 7370 0 0,'-1'-2'204'0'0,"-1"1"0"0"0,0 0 0 0 0,1-1 1 0 0,-1 1-1 0 0,0 0 0 0 0,0 0 1 0 0,0 0-1 0 0,1 0 0 0 0,-1 0 1 0 0,0 0-1 0 0,0 0 0 0 0,-1 1 1 0 0,1-1-1 0 0,0 1 0 0 0,0-1 0 0 0,0 1 1 0 0,-4 0-1 0 0,6 0-91 0 0,-1 0 1 0 0,1 1-1 0 0,-1-1 1 0 0,1 0-1 0 0,-1 0 0 0 0,1 0 1 0 0,0 1-1 0 0,-1-1 1 0 0,1 0-1 0 0,-1 1 0 0 0,1-1 1 0 0,0 0-1 0 0,-1 1 1 0 0,1-1-1 0 0,0 1 0 0 0,-1-1 1 0 0,1 1-1 0 0,0-1 0 0 0,0 0 1 0 0,0 1-1 0 0,-1-1 1 0 0,1 1-1 0 0,0-1 0 0 0,0 1 1 0 0,0-1-1 0 0,0 1 1 0 0,4 24 891 0 0,9 10-381 0 0,20 56 541 0 0,29 125 0 0 0,-52-172-1201 0 0,25 149-3047 0 0,-32-165-2408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4.1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 90 1928 0 0,'0'-4'68'0'0,"0"1"-1"0"0,-1 0 1 0 0,1 0-1 0 0,-1 0 0 0 0,1 0 1 0 0,-1 0-1 0 0,0 0 0 0 0,-2-4 1 0 0,3 6 28 0 0,-1 1 1 0 0,1-1 0 0 0,-1 0-1 0 0,1 0 1 0 0,-1 1-1 0 0,1-1 1 0 0,-1 0-1 0 0,1 1 1 0 0,-1-1-1 0 0,0 0 1 0 0,1 1 0 0 0,-1-1-1 0 0,0 1 1 0 0,0-1-1 0 0,1 1 1 0 0,-1 0-1 0 0,0-1 1 0 0,0 1 0 0 0,0 0-1 0 0,0-1 1 0 0,0 1-1 0 0,1 0 1 0 0,-1 0-1 0 0,0 0 1 0 0,0 0 0 0 0,0 0-1 0 0,0 0 1 0 0,0 0-1 0 0,0 0 1 0 0,0 0-1 0 0,1 0 1 0 0,-1 1-1 0 0,0-1 1 0 0,-1 1 0 0 0,42-18 3687 0 0,21-7-2112 0 0,-56 22-1509 0 0,1 1 0 0 0,-1 0 0 0 0,1 0 1 0 0,-1 0-1 0 0,1 0 0 0 0,0 1 0 0 0,-1 0 0 0 0,1 0 1 0 0,5 2-1 0 0,-9-2-152 0 0,-1 0 1 0 0,1 0 0 0 0,-1 1-1 0 0,1-1 1 0 0,-1 1-1 0 0,1-1 1 0 0,-1 1 0 0 0,0 0-1 0 0,1 0 1 0 0,-1-1-1 0 0,0 1 1 0 0,0 0 0 0 0,0 0-1 0 0,1 0 1 0 0,-1 0-1 0 0,0 1 1 0 0,0-1 0 0 0,-1 0-1 0 0,1 0 1 0 0,0 0-1 0 0,0 1 1 0 0,0-1 0 0 0,-1 1-1 0 0,1 1 1 0 0,0 1 31 0 0,0 0 0 0 0,-1 0 0 0 0,0-1 0 0 0,1 1 0 0 0,-2 0 0 0 0,1 0 0 0 0,0-1 0 0 0,-1 1 0 0 0,-1 6 0 0 0,-3 6 97 0 0,0-1 0 0 0,-2 0 0 0 0,-11 22 0 0 0,2-13-261 0 0,12-17 59 0 0,0-1 0 0 0,0 0 1 0 0,1 1-1 0 0,-1-1 0 0 0,1 1 0 0 0,1 0 0 0 0,-3 8 0 0 0,5-14 48 0 0,0-1 0 0 0,0 0 0 0 0,0 0 0 0 0,0 0 0 0 0,0 0 1 0 0,0 0-1 0 0,0 1 0 0 0,0-1 0 0 0,0 0 0 0 0,0 0 0 0 0,0 0 0 0 0,0 0 0 0 0,0 0 0 0 0,0 1 1 0 0,0-1-1 0 0,1 0 0 0 0,-1 0 0 0 0,0 0 0 0 0,0 0 0 0 0,0 0 0 0 0,0 0 0 0 0,0 0 1 0 0,0 1-1 0 0,0-1 0 0 0,1 0 0 0 0,-1 0 0 0 0,0 0 0 0 0,0 0 0 0 0,0 0 0 0 0,0 0 0 0 0,0 0 1 0 0,0 0-1 0 0,1 0 0 0 0,-1 0 0 0 0,0 0 0 0 0,0 0 0 0 0,0 0 0 0 0,0 0 0 0 0,1 0 0 0 0,-1 0 1 0 0,0 0-1 0 0,0 0 0 0 0,0 0 0 0 0,0 0 0 0 0,1 0 0 0 0,12-3-257 0 0,14-8 363 0 0,-25 10-42 0 0,1-1 31 0 0,0 1 0 0 0,1-1 1 0 0,-1 1-1 0 0,0 0 0 0 0,1 0 0 0 0,-1 0 1 0 0,1 0-1 0 0,-1 1 0 0 0,1 0 0 0 0,-1-1 1 0 0,1 1-1 0 0,0 0 0 0 0,-1 1 1 0 0,1-1-1 0 0,-1 1 0 0 0,1-1 0 0 0,-1 1 1 0 0,7 3-1 0 0,-7-2-17 0 0,0 0 1 0 0,0 0-1 0 0,-1 1 1 0 0,1-1-1 0 0,0 1 1 0 0,-1 0-1 0 0,0 0 0 0 0,0 0 1 0 0,0 0-1 0 0,0 0 1 0 0,0 0-1 0 0,0 1 1 0 0,-1-1-1 0 0,0 1 1 0 0,1-1-1 0 0,-1 1 0 0 0,-1-1 1 0 0,2 5-1 0 0,0 9-228 0 0,-1 0-1 0 0,-1 0 0 0 0,0 1 0 0 0,-1-1 1 0 0,-1 0-1 0 0,0 0 0 0 0,-1 0 0 0 0,-1-1 1 0 0,-8 22-1 0 0,0 5-2947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4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168 68 5985 0 0,'-1'-4'27'0'0,"-17"-35"4648"0"0,17 38-4379 0 0,0-1-1 0 0,0 0 1 0 0,0 1-1 0 0,0-1 1 0 0,0 1-1 0 0,0-1 1 0 0,0 1 0 0 0,0 0-1 0 0,0 0 1 0 0,-1-1-1 0 0,1 1 1 0 0,0 0-1 0 0,-1 0 1 0 0,1 0-1 0 0,-1 0 1 0 0,1 0 0 0 0,-1 1-1 0 0,0-1 1 0 0,-2 0-1 0 0,2 1-216 0 0,1 0 1 0 0,0 1-1 0 0,0-1 0 0 0,0 1 0 0 0,0-1 1 0 0,-1 1-1 0 0,1 0 0 0 0,0-1 0 0 0,0 1 1 0 0,0 0-1 0 0,0 0 0 0 0,1 0 0 0 0,-1 0 1 0 0,0 0-1 0 0,0 0 0 0 0,0 0 0 0 0,1 0 1 0 0,-1 0-1 0 0,0 0 0 0 0,1 0 0 0 0,-1 0 0 0 0,0 3 1 0 0,-11 32 301 0 0,10-28-286 0 0,-21 70 0 0 0,4 0 0 0 0,3 1-1 0 0,-9 125 1 0 0,24-183 6 0 0,1 0-1 0 0,0-1 1 0 0,2 1 0 0 0,1-1-1 0 0,0 1 1 0 0,1-1 0 0 0,2 0-1 0 0,13 35 1 0 0,-14-44-247 0 0,1 0 1 0 0,0 0-1 0 0,1-1 1 0 0,0 1-1 0 0,1-2 1 0 0,0 1 0 0 0,0-1-1 0 0,14 11 1 0 0,-13-12-651 0 0,0-1 0 0 0,1-1 0 0 0,0 0 0 0 0,1 0 1 0 0,18 7-1 0 0,6-2-5268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5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53 6217 0 0,'0'-5'984'0'0,"0"0"0"0"0,0 0 0 0 0,-1 1 0 0 0,1-1 0 0 0,-1 0 0 0 0,-3-7 0 0 0,-1 0 3627 0 0,4 33-1553 0 0,29 181-321 0 0,-9-111-3613 0 0,40 114-1 0 0,-55-195 878 0 0,3 13-1953 0 0,1 0 0 0 0,1-1-1 0 0,1-1 1 0 0,21 34-1 0 0,-23-44 1735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5.6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1 185 5985 0 0,'54'-21'4030'0'0,"407"-113"4295"0"0,-428 125-8238 0 0,-1 2 0 0 0,1 2 0 0 0,0 1 0 0 0,43 0 0 0 0,-54 4-782 0 0,1 2 0 0 0,-1 0 0 0 0,0 2-1 0 0,27 7 1 0 0,-19 0-585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6.0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71 6449 0 0,'3'-2'402'0'0,"1"-1"0"0"0,-1 1-1 0 0,1 0 1 0 0,-1 1 0 0 0,1-1-1 0 0,0 0 1 0 0,0 1 0 0 0,0 0-1 0 0,0 0 1 0 0,4-1 0 0 0,-2 1 242 0 0,141-35 5585 0 0,-48 22-11586 0 0,-64 15 3214 0 0,-30-2 2128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6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4145 0 0,'0'0'319'0'0,"12"21"6383"0"0,-8-9-5463 0 0,-1 1-1 0 0,0-1 1 0 0,-1 1 0 0 0,1 25-1 0 0,-6 55 242 0 0,1-10-2202 0 0,2-58-263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6.7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65 7834 0 0,'19'-4'4988'0'0,"16"-12"-2371"0"0,-8 3-1358 0 0,-13 6-1121 0 0,1 2-1 0 0,0 0 1 0 0,0 1-1 0 0,0 1 1 0 0,1 0 0 0 0,28-1-1 0 0,-24 5-1066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7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 8754 0 0,'0'-1'301'0'0,"1"-1"-1"0"0,-1 0 1 0 0,1 0 0 0 0,0 0 0 0 0,0 0 0 0 0,0 0-1 0 0,0 1 1 0 0,0-1 0 0 0,0 0 0 0 0,0 1 0 0 0,1-1-1 0 0,7 2 3658 0 0,-5 18-2338 0 0,4 222 1546 0 0,-5-78-3574 0 0,0-110-2787 0 0,11 56 1 0 0,-8-75-2962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7.4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18 191 6449 0 0,'-1'-1'138'0'0,"0"1"-1"0"0,0 0 1 0 0,0 0-1 0 0,1 0 1 0 0,-1 0-1 0 0,0-1 1 0 0,0 1-1 0 0,1 0 1 0 0,-1-1-1 0 0,0 1 1 0 0,0-1-1 0 0,1 1 1 0 0,-1-1-1 0 0,0 1 1 0 0,1-1-1 0 0,-1 1 1 0 0,1-1-1 0 0,-1 0 1 0 0,1 1-1 0 0,-1-1 0 0 0,1 0 1 0 0,-1 1-1 0 0,1-1 1 0 0,0 0-1 0 0,-1 0 1 0 0,1 0-1 0 0,0 1 1 0 0,0-1-1 0 0,-1 0 1 0 0,1 0-1 0 0,0 0 1 0 0,0-1-1 0 0,1 0 232 0 0,0 0 0 0 0,1 0 0 0 0,-1 0-1 0 0,0 0 1 0 0,1 0 0 0 0,0 0 0 0 0,-1 0-1 0 0,1 1 1 0 0,0-1 0 0 0,0 1 0 0 0,3-3-1 0 0,17-11 493 0 0,0 2-1 0 0,0 0 1 0 0,1 2 0 0 0,37-14-1 0 0,101-22 226 0 0,-128 39-1188 0 0,49-6 0 0 0,-69 13-796 0 0,0 1 0 0 0,1 0 1 0 0,23 4-1 0 0,-14 1-5377 0 0</inkml:trace>
  <inkml:trace contextRef="#ctx0" brushRef="#br0" timeOffset="1">182 383 4609 0 0,'-1'0'39'0'0,"0"-1"0"0"0,0 1 0 0 0,1-1 0 0 0,-1 1 0 0 0,0-1 0 0 0,1 0 1 0 0,-1 1-1 0 0,0-1 0 0 0,1 0 0 0 0,-1 0 0 0 0,1 1 0 0 0,-1-1 0 0 0,1 0 0 0 0,-1 0 0 0 0,1 0 0 0 0,-1 0 0 0 0,1 0 0 0 0,0 1 0 0 0,0-1 1 0 0,-1 0-1 0 0,1 0 0 0 0,0 0 0 0 0,0 0 0 0 0,0 0 0 0 0,0 0 0 0 0,0 0 0 0 0,0 0 0 0 0,0 0 0 0 0,1 0 0 0 0,-1-2 0 0 0,2 0 205 0 0,0 1-1 0 0,0-1 0 0 0,1 0 0 0 0,-1 1 0 0 0,0-1 0 0 0,1 1 0 0 0,4-3 0 0 0,-4 2-57 0 0,7-5 690 0 0,1 1 0 0 0,0 0 1 0 0,0 1-1 0 0,0 0 0 0 0,1 1 0 0 0,22-8 1 0 0,78-13 754 0 0,-69 17-3352 0 0,-25 5 921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7.8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6449 0 0,'1'1'577'0'0,"1"0"-1"0"0,0 0 1 0 0,-1 1-1 0 0,1-1 1 0 0,-1 1-1 0 0,1-1 1 0 0,-1 1-1 0 0,0 0 1 0 0,0 0-1 0 0,1-1 1 0 0,-1 1-1 0 0,0 0 1 0 0,1 4-1 0 0,10 39 3251 0 0,-3 52-2288 0 0,-8-89-1429 0 0,9 90-4096 0 0,-8-82-1942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8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65 5985 0 0,'-2'1'375'0'0,"0"-1"0"0"0,1 1 0 0 0,-1 0-1 0 0,0-1 1 0 0,1 1 0 0 0,-1 0 0 0 0,1 0-1 0 0,-1 0 1 0 0,1 0 0 0 0,0 1 0 0 0,-1-1-1 0 0,1 0 1 0 0,0 1 0 0 0,0-1 0 0 0,0 0-1 0 0,0 1 1 0 0,0-1 0 0 0,-1 3 0 0 0,-14 30 3301 0 0,15-30-3621 0 0,0-1-1 0 0,1 0 0 0 0,-1 0 1 0 0,1 0-1 0 0,0 0 0 0 0,0 0 1 0 0,0 0-1 0 0,1 0 0 0 0,-1 1 0 0 0,1-1 1 0 0,-1 0-1 0 0,1 0 0 0 0,0 0 1 0 0,0 0-1 0 0,0 0 0 0 0,1-1 1 0 0,-1 1-1 0 0,1 0 0 0 0,2 3 1 0 0,-2-4-196 0 0,0 0 0 0 0,0 0 0 0 0,0 0 0 0 0,1-1 0 0 0,-1 1 0 0 0,1 0 0 0 0,-1-1 0 0 0,1 1 0 0 0,0-1 0 0 0,-1 0 0 0 0,1 0 0 0 0,0 0 0 0 0,0 0 0 0 0,0-1 0 0 0,0 1 0 0 0,0-1 0 0 0,0 0 0 0 0,0 0 0 0 0,0 0 0 0 0,0 0 1 0 0,-1 0-1 0 0,1 0 0 0 0,0-1 0 0 0,0 0 0 0 0,0 1 0 0 0,0-1 0 0 0,0 0 0 0 0,-1 0 0 0 0,1-1 0 0 0,3-1 0 0 0,-2 1 89 0 0,0-1 1 0 0,-1 1-1 0 0,1-1 0 0 0,0 0 1 0 0,-1 0-1 0 0,0 0 0 0 0,0-1 1 0 0,0 1-1 0 0,0-1 0 0 0,0 0 1 0 0,-1 1-1 0 0,0-1 0 0 0,1 0 1 0 0,-1-1-1 0 0,-1 1 0 0 0,1 0 1 0 0,-1-1-1 0 0,0 1 0 0 0,2-9 1 0 0,-2 4 100 0 0,-1 1 0 0 0,1-1 0 0 0,-2 0 0 0 0,1 1 0 0 0,-1-1 1 0 0,0 1-1 0 0,-1-1 0 0 0,0 1 0 0 0,-6-15 0 0 0,1 5-195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49:08.5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79 6913 0 0,'-6'-3'271'0'0,"1"0"0"0"0,0 0 0 0 0,0 0-1 0 0,0-1 1 0 0,1 0 0 0 0,-8-7-1 0 0,11 10-145 0 0,1 0 0 0 0,-1 0 0 0 0,1 1 0 0 0,-1-1 0 0 0,1 0 0 0 0,-1 0 0 0 0,1 0 0 0 0,0 0 0 0 0,-1 1 0 0 0,1-1 0 0 0,0 0 0 0 0,0 0 0 0 0,0 0 0 0 0,0 0 0 0 0,0 0-1 0 0,0 0 1 0 0,0 0 0 0 0,0 0 0 0 0,0 0 0 0 0,0-1 0 0 0,1 1 36 0 0,0-1 1 0 0,0 1-1 0 0,0-1 0 0 0,0 1 0 0 0,0 0 0 0 0,0 0 0 0 0,0-1 1 0 0,0 1-1 0 0,0 0 0 0 0,0 0 0 0 0,1 0 0 0 0,-1 0 0 0 0,1 0 1 0 0,-1 1-1 0 0,3-2 0 0 0,1 0 37 0 0,0 0 0 0 0,-1 1 0 0 0,1 0 0 0 0,0 0 0 0 0,0 1 0 0 0,-1-1 0 0 0,1 1 0 0 0,0 0-1 0 0,0 0 1 0 0,0 0 0 0 0,0 1 0 0 0,-1 0 0 0 0,1 0 0 0 0,0 0 0 0 0,-1 1 0 0 0,1-1 0 0 0,0 1 0 0 0,-1 0 0 0 0,0 0 0 0 0,0 1 0 0 0,1-1 0 0 0,6 7 0 0 0,5 3 175 0 0,-1 1-1 0 0,-1 0 1 0 0,0 1 0 0 0,16 20 0 0 0,-9-7-82 0 0,-2 1 0 0 0,-1 1 0 0 0,-1 1 0 0 0,-1 1 0 0 0,15 42-1 0 0,-14-22-867 0 0,-1 0 0 0 0,14 91 0 0 0,-22-81-6758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1.3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329 150 4145 0 0,'4'-11'901'0'0,"-1"0"0"0"0,0-1 1 0 0,0 1-1 0 0,-1-1 0 0 0,-1 1 0 0 0,1-16 1 0 0,-2 25-711 0 0,0 0 0 0 0,-1-1 1 0 0,1 1-1 0 0,0 0 0 0 0,-1-1 1 0 0,1 1-1 0 0,-1 0 0 0 0,0 0 1 0 0,0 0-1 0 0,0-1 0 0 0,0 1 1 0 0,0 0-1 0 0,0 0 0 0 0,-1 0 1 0 0,1 1-1 0 0,0-1 0 0 0,-1 0 1 0 0,0 0-1 0 0,1 1 0 0 0,-1-1 1 0 0,0 1-1 0 0,0 0 0 0 0,0-1 1 0 0,0 1-1 0 0,0 0 0 0 0,0 0 1 0 0,0 0-1 0 0,0 0 0 0 0,-1 1 1 0 0,1-1-1 0 0,0 0 0 0 0,0 1 1 0 0,-1 0-1 0 0,1 0 0 0 0,0-1 1 0 0,-1 1-1 0 0,1 0 0 0 0,-3 1 1 0 0,-3 0 9 0 0,1 0 0 0 0,-1 0 0 0 0,0 1 0 0 0,1 0 0 0 0,-1 0 0 0 0,1 1 0 0 0,-1 0 0 0 0,1 0 0 0 0,0 0 0 0 0,0 1 0 0 0,1 0 0 0 0,-1 1 0 0 0,1 0 0 0 0,0 0 0 0 0,0 0 0 0 0,1 1 0 0 0,-9 9 0 0 0,-7 12 22 0 0,1 0 1 0 0,-28 53 0 0 0,39-64-171 0 0,0 1-18 0 0,1 0 0 0 0,1 0 1 0 0,0 0-1 0 0,2 1 0 0 0,0 0 0 0 0,0 0 0 0 0,2 1 0 0 0,1-1 1 0 0,0 1-1 0 0,1 0 0 0 0,3 31 0 0 0,-2-40-35 0 0,1-1-1 0 0,1 1 1 0 0,-1-1 0 0 0,2 1 0 0 0,-1-1-1 0 0,1 0 1 0 0,1 0 0 0 0,0 0-1 0 0,0-1 1 0 0,1 1 0 0 0,0-1 0 0 0,0 0-1 0 0,0 0 1 0 0,1-1 0 0 0,1 0-1 0 0,-1 0 1 0 0,1 0 0 0 0,1-1 0 0 0,-1 0-1 0 0,1 0 1 0 0,0-1 0 0 0,0 0-1 0 0,0 0 1 0 0,15 5 0 0 0,-11-6-28 0 0,0 0 0 0 0,0-1 0 0 0,0-1 0 0 0,1 0 0 0 0,22 0 0 0 0,-16-2-753 0 0,0-1 0 0 0,0-2-1 0 0,0 0 1 0 0,-1 0 0 0 0,33-12-1 0 0,-15 1-798 0 0,-1-1 0 0 0,33-19 0 0 0,14-15 1318 0 0,-61 36 181 0 0,-2-1 0 0 0,0-1 0 0 0,25-25 1 0 0,-35 31 30 0 0,0-1 0 0 0,-1 0 0 0 0,0 0 1 0 0,-1-1-1 0 0,0 0 0 0 0,-1 0 0 0 0,0-1 1 0 0,5-13-1 0 0,-10 23 57 0 0,-1 1 0 0 0,0-1 0 0 0,1 1 0 0 0,-1 0 0 0 0,0-1 0 0 0,1 1 0 0 0,-1-1 0 0 0,0 1 0 0 0,0-1-1 0 0,0 1 1 0 0,0-1 0 0 0,-1 1 0 0 0,1-1 0 0 0,0 1 0 0 0,-1-1 0 0 0,1 1 0 0 0,-1-1 0 0 0,1 1 0 0 0,-1 0 0 0 0,0-1 0 0 0,1 1 0 0 0,-1 0 0 0 0,0 0 0 0 0,0-1 0 0 0,0 1 0 0 0,0 0 0 0 0,0 0 0 0 0,0 0 0 0 0,0 0 0 0 0,-1 0 0 0 0,1 1 0 0 0,0-1 0 0 0,0 0-1 0 0,-1 0 1 0 0,1 1 0 0 0,0-1 0 0 0,-1 1 0 0 0,1-1 0 0 0,-1 1 0 0 0,1 0 0 0 0,-1-1 0 0 0,-2 1 0 0 0,0-1 456 0 0,0 1 0 0 0,0-1 0 0 0,0 1-1 0 0,0 0 1 0 0,0 0 0 0 0,0 0 0 0 0,0 1 0 0 0,0 0 0 0 0,0-1-1 0 0,0 2 1 0 0,0-1 0 0 0,0 0 0 0 0,0 1 0 0 0,-7 3-1 0 0,2 3 190 0 0,1 0 0 0 0,-1 1 0 0 0,1 0-1 0 0,1 0 1 0 0,0 1 0 0 0,0 0 0 0 0,-10 21 0 0 0,5-6-524 0 0,1 1 1 0 0,-10 35-1 0 0,20-59-137 0 0,-10 49-128 0 0,10-48 69 0 0,1 0 0 0 0,0-1-1 0 0,-1 1 1 0 0,1 0 0 0 0,1 0 0 0 0,-1 0 0 0 0,0-1 0 0 0,1 1 0 0 0,-1 0 0 0 0,1 0 0 0 0,0-1 0 0 0,0 1-1 0 0,0-1 1 0 0,0 1 0 0 0,0-1 0 0 0,2 4 0 0 0,-3-6-21 0 0,1 1 1 0 0,-1-1-1 0 0,1 1 1 0 0,-1-1-1 0 0,1 0 1 0 0,-1 1-1 0 0,1-1 1 0 0,-1 0-1 0 0,1 1 1 0 0,0-1-1 0 0,-1 0 1 0 0,1 0-1 0 0,-1 1 1 0 0,1-1-1 0 0,0 0 0 0 0,-1 0 1 0 0,1 0-1 0 0,-1 0 1 0 0,1 0-1 0 0,0 0 1 0 0,-1 0-1 0 0,1 0 1 0 0,0 0-1 0 0,-1 0 1 0 0,1 0-1 0 0,0 0 1 0 0,-1 0-1 0 0,2-1 1 0 0,17-13-2211 0 0,9-24-1161 0 0,-22 26 3057 0 0,0-1-1 0 0,0 1 1 0 0,5-22-1 0 0,2-15 2241 0 0,-9 31-193 0 0,2 28 363 0 0,1 7-1967 0 0,0 16-52 0 0,-4-15-429 0 0,1 0-1 0 0,0 0 1 0 0,2 0 0 0 0,0-1-1 0 0,13 25 1 0 0,-6-21-785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1.5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1 7834 0 0,'-2'8'10782'0'0,"-4"50"-8992"0"0,6-43-1570 0 0,26 336 1521 0 0,-23-331-2293 0 0,0 0 0 0 0,2-1-1 0 0,0 0 1 0 0,2 0 0 0 0,13 29-1 0 0,-9-28-1232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1.7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10826 0 0,'14'89'6186'0'0,"-9"-27"-4804"0"0,-4-21-5876 0 0,-1-38 3674 0 0,1 16-4802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1.9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14 9218 0 0,'-4'-4'408'0'0,"2"1"80"0"0,1 2-392 0 0,1 0-96 0 0,0-1 0 0 0,1 2 80 0 0,1-1-8 0 0,2 1 0 0 0,1-1 0 0 0,1 2-560 0 0,13 15-1376 0 0,-10-2 1736 0 0,1 2 128 0 0,-1 3 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2.2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86 6 8290 0 0,'-1'0'166'0'0,"0"-1"0"0"0,0 0 0 0 0,0 1-1 0 0,-1-1 1 0 0,1 1 0 0 0,0-1 0 0 0,0 1 0 0 0,-1-1 0 0 0,1 1 0 0 0,0 0 0 0 0,-1 0 0 0 0,1 0 0 0 0,0 0 0 0 0,-1 0-1 0 0,1 0 1 0 0,0 0 0 0 0,0 0 0 0 0,-1 0 0 0 0,-1 1 0 0 0,1 0 68 0 0,1 1 0 0 0,0-1 0 0 0,-1 0 0 0 0,1 0 0 0 0,0 1 0 0 0,0-1 0 0 0,0 1 0 0 0,0-1 0 0 0,0 1 0 0 0,0 0 0 0 0,0-1 0 0 0,1 1 0 0 0,-1 0 0 0 0,0 3 0 0 0,-9 34 737 0 0,1 1 0 0 0,2 0 0 0 0,-1 47 1 0 0,2-31-676 0 0,5-39-259 0 0,0 0 0 0 0,1 1 0 0 0,0-1 0 0 0,1 0 0 0 0,1 1 0 0 0,1-1 0 0 0,8 27 0 0 0,-9-39-11 0 0,-1 0 0 0 0,1 0-1 0 0,0 0 1 0 0,0 0 0 0 0,1-1 0 0 0,-1 1 0 0 0,1-1 0 0 0,0 1-1 0 0,0-1 1 0 0,1 0 0 0 0,-1 0 0 0 0,1-1 0 0 0,0 1 0 0 0,0-1-1 0 0,0 0 1 0 0,0 0 0 0 0,0 0 0 0 0,1 0 0 0 0,0-1-1 0 0,-1 0 1 0 0,1 0 0 0 0,0 0 0 0 0,0-1 0 0 0,0 1 0 0 0,0-1-1 0 0,0 0 1 0 0,1-1 0 0 0,-1 1 0 0 0,9-1 0 0 0,-9-1 20 0 0,-1 1 0 0 0,1-1-1 0 0,0 0 1 0 0,0 0 0 0 0,-1-1 0 0 0,1 0 0 0 0,-1 1 0 0 0,0-2 0 0 0,1 1 0 0 0,-1 0 0 0 0,0-1 0 0 0,0 0 0 0 0,0 0-1 0 0,-1 0 1 0 0,1 0 0 0 0,3-5 0 0 0,18-28-1116 0 0,-10-5-5327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2.6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0 178 4609 0 0,'9'0'1028'0'0,"-1"0"0"0"0,0 1 0 0 0,1 0-1 0 0,-1 0 1 0 0,0 1 0 0 0,1 0 0 0 0,-1 1 0 0 0,0 0 0 0 0,-1 0 0 0 0,10 5 0 0 0,-3 1-250 0 0,-1 1 1 0 0,0 0 0 0 0,0 0 0 0 0,13 16 0 0 0,-23-23-650 0 0,-1-1 10 0 0,0 1-1 0 0,0-1 1 0 0,0 0-1 0 0,1 0 1 0 0,-1 0-1 0 0,1 0 0 0 0,0 0 1 0 0,-1-1-1 0 0,1 1 1 0 0,0-1-1 0 0,5 3 1 0 0,-17-45 1041 0 0,7 30-1206 0 0,0-1 1 0 0,2 1-1 0 0,-1 0 1 0 0,2 0-1 0 0,-1 0 1 0 0,1-1-1 0 0,1 1 1 0 0,0 0-1 0 0,1 0 1 0 0,0 0-1 0 0,6-14 1 0 0,-6 19-359 0 0,0 0 1 0 0,0 0 0 0 0,0 0 0 0 0,1 0 0 0 0,-1 1 0 0 0,1 0-1 0 0,1 0 1 0 0,-1 0 0 0 0,1 0 0 0 0,0 1 0 0 0,0-1 0 0 0,0 1 0 0 0,1 0-1 0 0,-1 1 1 0 0,1 0 0 0 0,0 0 0 0 0,0 0 0 0 0,0 0 0 0 0,0 1 0 0 0,11-3-1 0 0,26-3 247 0 0,-21 4 137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2.9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148 32 2505 0 0,'0'-2'136'0'0,"0"1"0"0"0,0 0 0 0 0,0-1 0 0 0,-1 1 0 0 0,1 0 0 0 0,0-1 0 0 0,-1 1 0 0 0,1 0 0 0 0,-1 0 0 0 0,1-1 0 0 0,-1 1 0 0 0,0 0 0 0 0,1 0 0 0 0,-1 0 0 0 0,0 0 0 0 0,0 0 0 0 0,0 0 1 0 0,0 0-1 0 0,0 0 0 0 0,0 0 0 0 0,0 0 0 0 0,0 1 0 0 0,0-1 0 0 0,0 0 0 0 0,0 1 0 0 0,-1-1 0 0 0,1 1 0 0 0,0-1 0 0 0,0 1 0 0 0,-1-1 0 0 0,1 1 0 0 0,0 0 0 0 0,-1 0 0 0 0,1 0 0 0 0,0 0 1 0 0,-3 0-1 0 0,1 0 232 0 0,-1 0 1 0 0,1 0 0 0 0,0 0 0 0 0,-1 1 0 0 0,1 0-1 0 0,0-1 1 0 0,0 1 0 0 0,0 0 0 0 0,0 1 0 0 0,0-1 0 0 0,0 0-1 0 0,0 1 1 0 0,0 0 0 0 0,-3 2 0 0 0,-1 3 100 0 0,1 1 0 0 0,0-1 0 0 0,0 2 0 0 0,1-1 1 0 0,0 0-1 0 0,0 1 0 0 0,1 0 0 0 0,0 0 0 0 0,-3 13 0 0 0,5-18-469 0 0,1 1-1 0 0,-1-1 1 0 0,1 1-1 0 0,0 0 1 0 0,0 0-1 0 0,1 0 1 0 0,-1-1-1 0 0,1 1 1 0 0,0 0-1 0 0,1 0 1 0 0,-1 0-1 0 0,1 0 1 0 0,0-1-1 0 0,0 1 1 0 0,1 0-1 0 0,-1-1 1 0 0,1 1-1 0 0,0-1 1 0 0,0 1-1 0 0,4 6 1 0 0,-5-10-44 0 0,0 0 0 0 0,0 0-1 0 0,0 0 1 0 0,0 0 0 0 0,0-1 0 0 0,0 1 0 0 0,0 0 0 0 0,0 0 0 0 0,0 0-1 0 0,1-1 1 0 0,-1 1 0 0 0,0-1 0 0 0,0 1 0 0 0,1-1 0 0 0,-1 1 0 0 0,0-1-1 0 0,0 0 1 0 0,1 0 0 0 0,-1 0 0 0 0,0 1 0 0 0,1-1 0 0 0,-1 0-1 0 0,1-1 1 0 0,-1 1 0 0 0,0 0 0 0 0,1 0 0 0 0,-1-1 0 0 0,0 1 0 0 0,0 0-1 0 0,1-1 1 0 0,-1 1 0 0 0,0-1 0 0 0,0 0 0 0 0,0 1 0 0 0,1-1 0 0 0,-1 0-1 0 0,0 0 1 0 0,0 0 0 0 0,0 0 0 0 0,0 0 0 0 0,0-1 0 0 0,7-6-70 0 0,-1-1 0 0 0,0 0 1 0 0,0 0-1 0 0,5-13 0 0 0,1 1 380 0 0,-12 20-251 0 0,-1 0 0 0 0,1 0 0 0 0,0-1-1 0 0,-1 1 1 0 0,1 0 0 0 0,0 0 0 0 0,0 0-1 0 0,0 0 1 0 0,0 0 0 0 0,0 0 0 0 0,0 0-1 0 0,0 1 1 0 0,0-1 0 0 0,0 0 0 0 0,0 0-1 0 0,0 1 1 0 0,0-1 0 0 0,1 1 0 0 0,-1-1 0 0 0,0 1-1 0 0,0 0 1 0 0,1-1 0 0 0,-1 1 0 0 0,0 0-1 0 0,1 0 1 0 0,-1 0 0 0 0,0 0 0 0 0,2 0-1 0 0,-1 1 66 0 0,0 1 0 0 0,-1-1 0 0 0,1 1-1 0 0,-1-1 1 0 0,1 1 0 0 0,-1 0 0 0 0,0 0 0 0 0,0 0-1 0 0,0-1 1 0 0,0 1 0 0 0,0 0 0 0 0,0 0 0 0 0,-1 0-1 0 0,1 1 1 0 0,-1-1 0 0 0,1 3 0 0 0,1 1 69 0 0,0 0 0 0 0,0 0 1 0 0,0 0-1 0 0,1-1 0 0 0,-1 1 1 0 0,1-1-1 0 0,7 10 0 0 0,-6-11-940 0 0,-1-1 1 0 0,0 1-1 0 0,1-1 0 0 0,-1 0 0 0 0,1 0 1 0 0,6 4-1 0 0,7 2-4814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3.2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0 456 0 0,'-7'29'6129'0'0,"4"22"-1272"0"0,3-37-3750 0 0,0 28 2027 0 0,8 71-1 0 0,22 38-3561 0 0,-24-128-748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4.1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37 10594 0 0,'27'0'2997'0'0,"107"-21"-1819"0"0,-58 9-1872 0 0,-56 9 694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4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0,'1'5'878'0'0,"1"0"0"0"0,-1-1 1 0 0,1 1-1 0 0,0 0 0 0 0,0-1 0 0 0,0 1 1 0 0,4 4-1 0 0,5 11 1699 0 0,7 45 1356 0 0,-6-16-3277 0 0,-9-42-1295 0 0,-1 0-1 0 0,1 0 1 0 0,0-1 0 0 0,6 10 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4.53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7 10138 0 0,'-13'-7'917'0'0,"7"12"-407"0"0,7 18-305 0 0,0-15-272 0 0,0 0-326 0 0,0-1 1 0 0,0 1-1 0 0,1 0 1 0 0,0-1-1 0 0,0 1 1 0 0,1-1-1 0 0,0 1 1 0 0,0-1-1 0 0,8 13 1 0 0,1-3 360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4:45.0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112 85 5529 0 0,'-1'-1'68'0'0,"0"0"0"0"0,0 1 1 0 0,-1-1-1 0 0,1 0 0 0 0,-1 0 0 0 0,1 1 0 0 0,-1-1 0 0 0,1 1 0 0 0,-1-1 0 0 0,1 1 1 0 0,-1-1-1 0 0,1 1 0 0 0,-1 0 0 0 0,0 0 0 0 0,1 0 0 0 0,-1 0 0 0 0,1 0 0 0 0,-1 0 1 0 0,0 0-1 0 0,1 1 0 0 0,-1-1 0 0 0,1 1 0 0 0,-3 0 0 0 0,1 1 105 0 0,-1 0-1 0 0,1 0 1 0 0,0 0 0 0 0,0 0-1 0 0,0 1 1 0 0,0-1-1 0 0,0 1 1 0 0,1 0-1 0 0,-5 6 1 0 0,1-1 231 0 0,1 0 0 0 0,0 0 1 0 0,1 1-1 0 0,0 0 0 0 0,0 0 0 0 0,1 0 1 0 0,-4 17-1 0 0,6-22-242 0 0,1 0 0 0 0,0 1 0 0 0,0-1 0 0 0,0 1 1 0 0,0-1-1 0 0,1 1 0 0 0,0-1 0 0 0,0 0 0 0 0,0 1 0 0 0,1-1 0 0 0,-1 0 0 0 0,1 0 1 0 0,0 0-1 0 0,0 0 0 0 0,0 0 0 0 0,1 0 0 0 0,-1-1 0 0 0,6 7 0 0 0,-5-8-153 0 0,-1 1 0 0 0,1-1 0 0 0,-1 0 0 0 0,1 0-1 0 0,-1 0 1 0 0,1-1 0 0 0,0 1 0 0 0,0 0 0 0 0,0-1-1 0 0,0 0 1 0 0,0 0 0 0 0,1 0 0 0 0,-1 0 0 0 0,0 0-1 0 0,0-1 1 0 0,1 0 0 0 0,-1 1 0 0 0,0-1 0 0 0,1 0-1 0 0,-1-1 1 0 0,0 1 0 0 0,0 0 0 0 0,1-1 0 0 0,-1 0-1 0 0,0 0 1 0 0,4-1 0 0 0,-6 1-63 0 0,0 0 0 0 0,1 1-1 0 0,-1-1 1 0 0,0 0 0 0 0,0 0 0 0 0,0 0 0 0 0,0 0 0 0 0,0 0-1 0 0,0 0 1 0 0,0 0 0 0 0,0-1 0 0 0,-1 1 0 0 0,1 0 0 0 0,0 0-1 0 0,-1-1 1 0 0,1 1 0 0 0,-1 0 0 0 0,1-1 0 0 0,-1 1 0 0 0,1-1-1 0 0,-1 1 1 0 0,0-1 0 0 0,0 1 0 0 0,0 0 0 0 0,0-1 0 0 0,0 1-1 0 0,0-1 1 0 0,0 1 0 0 0,-1-1 0 0 0,1 1 0 0 0,-1-3 0 0 0,-1-6 15 0 0,-1 0 0 0 0,-1 1 1 0 0,-5-13-1 0 0,6 13 84 0 0,0 3-28 0 0,1 0 1 0 0,0 0-1 0 0,0 0 1 0 0,0 0-1 0 0,1-1 1 0 0,0 1-1 0 0,0 0 1 0 0,1-1-1 0 0,0 1 0 0 0,1-12 1 0 0,0 13-53 0 0,0 0 1 0 0,1 0-1 0 0,-1 0 1 0 0,1 1 0 0 0,1-1-1 0 0,-1 0 1 0 0,1 1-1 0 0,-1-1 1 0 0,1 1-1 0 0,1 0 1 0 0,-1 0-1 0 0,0 0 1 0 0,9-6-1 0 0,-6 4 37 0 0,0 1 1 0 0,1 0-1 0 0,0 0 0 0 0,1 1 0 0 0,-1 0 0 0 0,1 0 0 0 0,-1 1 1 0 0,1-1-1 0 0,0 2 0 0 0,11-3 0 0 0,-16 4 84 0 0,0 1-1 0 0,0-1 1 0 0,0 1-1 0 0,0 0 0 0 0,0 0 1 0 0,0 0-1 0 0,0 1 1 0 0,0-1-1 0 0,0 1 1 0 0,0-1-1 0 0,0 1 1 0 0,0 0-1 0 0,0 0 1 0 0,0 0-1 0 0,0 1 1 0 0,-1-1-1 0 0,1 1 1 0 0,0-1-1 0 0,-1 1 1 0 0,0 0-1 0 0,1 0 1 0 0,-1 0-1 0 0,0 0 1 0 0,0 1-1 0 0,0-1 1 0 0,0 1-1 0 0,0-1 1 0 0,-1 1-1 0 0,1-1 0 0 0,-1 1 1 0 0,2 3-1 0 0,-1 3-48 0 0,1-1 0 0 0,-1 0 0 0 0,0 0 0 0 0,-1 1 0 0 0,0-1 0 0 0,-1 13 0 0 0,0-13-52 0 0,0 0 0 0 0,1 0 0 0 0,0-1-1 0 0,0 1 1 0 0,1 0 0 0 0,0-1 0 0 0,4 13 0 0 0,-5-20 58 0 0,-1 1-1 0 0,0-1 1 0 0,1 1 0 0 0,-1 0 0 0 0,0-1 0 0 0,1 1-1 0 0,-1-1 1 0 0,0 0 0 0 0,1 1 0 0 0,-1-1 0 0 0,1 1-1 0 0,-1-1 1 0 0,1 0 0 0 0,-1 1 0 0 0,1-1 0 0 0,-1 0-1 0 0,1 1 1 0 0,0-1 0 0 0,-1 0 0 0 0,1 0 0 0 0,-1 0 0 0 0,1 0-1 0 0,0 1 1 0 0,-1-1 0 0 0,1 0 0 0 0,-1 0 0 0 0,2 0-1 0 0,18-9 801 0 0,19-25-31 0 0,-34 28-754 0 0,18-16-143 0 0,-3 2-354 0 0,26-21-1 0 0,-41 37 426 0 0,1 0-1 0 0,-1 0 1 0 0,0 1 0 0 0,1 0-1 0 0,0 0 1 0 0,0 0 0 0 0,0 1-1 0 0,0 0 1 0 0,0 0 0 0 0,0 0-1 0 0,7 0 1 0 0,-11 2 129 0 0,0 0 0 0 0,0 0-1 0 0,1 1 1 0 0,-1-1 0 0 0,0 1 0 0 0,0-1 0 0 0,0 1 0 0 0,-1 0 0 0 0,1-1 0 0 0,0 1-1 0 0,0 0 1 0 0,0 0 0 0 0,-1 1 0 0 0,1-1 0 0 0,0 0 0 0 0,-1 0 0 0 0,1 1-1 0 0,-1-1 1 0 0,1 1 0 0 0,-1 0 0 0 0,0-1 0 0 0,0 1 0 0 0,0 0 0 0 0,2 3 0 0 0,3 6 51 0 0,-1 1 1 0 0,-1 0-1 0 0,4 13 1 0 0,1 2-1617 0 0,0-6-5743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07.2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1 134 1376 0 0,'0'-5'755'0'0,"1"-1"0"0"0,0 1 0 0 0,1 0 0 0 0,-1 0 0 0 0,1 0-1 0 0,0 0 1 0 0,0 0 0 0 0,1 0 0 0 0,0 0 0 0 0,-1 1 0 0 0,1-1-1 0 0,5-4 1 0 0,-1 1-217 0 0,0 0 0 0 0,0 0-1 0 0,0 1 1 0 0,1 0-1 0 0,14-8 1 0 0,-21 13-425 0 0,1 1-1 0 0,0 0 1 0 0,0 0-1 0 0,0 0 1 0 0,0 0 0 0 0,0 0-1 0 0,1 0 1 0 0,-1 1-1 0 0,0-1 1 0 0,0 0-1 0 0,0 1 1 0 0,1 0 0 0 0,-1 0-1 0 0,0 0 1 0 0,1 0-1 0 0,-1 0 1 0 0,0 0-1 0 0,0 0 1 0 0,1 1 0 0 0,-1-1-1 0 0,4 2 1 0 0,-3 0-45 0 0,-1-1 0 0 0,1 1 1 0 0,-1 0-1 0 0,0 0 0 0 0,0 0 1 0 0,1 1-1 0 0,-1-1 0 0 0,0 0 1 0 0,-1 1-1 0 0,1-1 0 0 0,0 1 1 0 0,-1 0-1 0 0,1-1 1 0 0,0 4-1 0 0,2 7-107 0 0,0-1 1 0 0,0 1 0 0 0,-2 0-1 0 0,0 0 1 0 0,0 0-1 0 0,0 18 1 0 0,-7 44-455 0 0,3-56 359 0 0,0 0 1 0 0,1 0-1 0 0,1 0 0 0 0,1-1 1 0 0,1 1-1 0 0,5 24 0 0 0,-7-41 124 0 0,0-1 0 0 0,1 0-1 0 0,-1 0 1 0 0,0 0-1 0 0,1 1 1 0 0,-1-1-1 0 0,1 0 1 0 0,0 0-1 0 0,-1 0 1 0 0,1 0-1 0 0,0 0 1 0 0,0 0-1 0 0,0 0 1 0 0,-1 0-1 0 0,1 0 1 0 0,0 0-1 0 0,0-1 1 0 0,0 1-1 0 0,0 0 1 0 0,1-1-1 0 0,-1 1 1 0 0,0 0-1 0 0,0-1 1 0 0,1 1-1 0 0,0-1-25 0 0,0 0-1 0 0,0 0 0 0 0,0 0 1 0 0,0 0-1 0 0,0 0 0 0 0,0-1 0 0 0,0 1 1 0 0,0-1-1 0 0,0 1 0 0 0,0-1 0 0 0,0 0 1 0 0,0 0-1 0 0,2-1 0 0 0,5-4-108 0 0,0 0-1 0 0,0-1 0 0 0,-1 0 1 0 0,10-11-1 0 0,-5 4 259 0 0,0 1 0 0 0,2 0 0 0 0,-1 0 0 0 0,2 2 0 0 0,-1 0-1 0 0,18-9 1 0 0,-29 18-89 0 0,-1 0 0 0 0,1 1 0 0 0,-1-1 0 0 0,1 1 0 0 0,-1 0-1 0 0,1 0 1 0 0,0 0 0 0 0,0 1 0 0 0,-1-1 0 0 0,1 1 0 0 0,0 0-1 0 0,0 0 1 0 0,0 0 0 0 0,0 0 0 0 0,-1 1 0 0 0,1 0 0 0 0,0-1 0 0 0,0 1-1 0 0,-1 1 1 0 0,1-1 0 0 0,-1 1 0 0 0,1-1 0 0 0,-1 1 0 0 0,0 0-1 0 0,1 0 1 0 0,-1 0 0 0 0,0 1 0 0 0,0-1 0 0 0,-1 1 0 0 0,1-1 0 0 0,0 1-1 0 0,-1 0 1 0 0,0 0 0 0 0,0 1 0 0 0,0-1 0 0 0,0 0 0 0 0,2 5 0 0 0,2 5 20 0 0,0 1 0 0 0,-1-1 0 0 0,-1 1 0 0 0,0 0 1 0 0,-1 0-1 0 0,0 0 0 0 0,-1 1 0 0 0,0 27 1 0 0,-3 5 96 0 0,-8 64 0 0 0,7-91-473 0 0,-1 0 0 0 0,0 0-1 0 0,-2-1 1 0 0,0 0 0 0 0,-1 0 0 0 0,-10 21 0 0 0,10-28-5033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07.6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0 12843 0 0,'3'0'280'0'0,"-5"0"56"0"0,1 0 16 0 0,0 0 16 0 0,1 2-296 0 0,-2-1-72 0 0,2 1 480 0 0,-1-2 72 0 0,1 2 601 0 0,24 16-8083 0 0,-13-13 3481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08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3225 0 0,'8'-25'2091'0'0,"-2"1"-788"0"0,-1 16-772 0 0,0 0 0 0 0,0 1 0 0 0,1 0 1 0 0,0-1-1 0 0,7-5 0 0 0,-11 11-408 0 0,0 0 0 0 0,0 0-1 0 0,0 0 1 0 0,0 1 0 0 0,0-1 0 0 0,0 1-1 0 0,0-1 1 0 0,1 1 0 0 0,-1 0 0 0 0,0 0-1 0 0,1 0 1 0 0,-1 0 0 0 0,1 0 0 0 0,0 0-1 0 0,-1 1 1 0 0,1-1 0 0 0,-1 1 0 0 0,1 0-1 0 0,0 0 1 0 0,-1 0 0 0 0,6 0 0 0 0,-6 1-111 0 0,-1 0 0 0 0,0 0 1 0 0,1 0-1 0 0,-1 0 1 0 0,0 1-1 0 0,0-1 0 0 0,0 0 1 0 0,0 0-1 0 0,0 1 0 0 0,0-1 1 0 0,0 0-1 0 0,0 1 1 0 0,0-1-1 0 0,-1 1 0 0 0,1 0 1 0 0,0-1-1 0 0,-1 1 1 0 0,0-1-1 0 0,1 4 0 0 0,5 36-211 0 0,-6-36 160 0 0,0 31-127 0 0,0 17 20 0 0,0-50 133 0 0,0 0 1 0 0,0 0-1 0 0,1 0 1 0 0,0-1-1 0 0,-1 1 1 0 0,1 0-1 0 0,0 0 1 0 0,0 0 0 0 0,1-1-1 0 0,-1 1 1 0 0,0-1-1 0 0,1 1 1 0 0,2 2-1 0 0,-1-3-35 0 0,-1-1 0 0 0,1 0 0 0 0,0 0 0 0 0,0 0-1 0 0,-1 0 1 0 0,1-1 0 0 0,0 1 0 0 0,0-1 0 0 0,0 1-1 0 0,0-1 1 0 0,0 0 0 0 0,0 0 0 0 0,0-1 0 0 0,0 1 0 0 0,0-1-1 0 0,5-1 1 0 0,-3 1-39 0 0,0 1 1 0 0,-1-1-1 0 0,1 1 0 0 0,0 0 0 0 0,0 0 0 0 0,5 1 0 0 0,-6 0 117 0 0,0 1 0 0 0,0-1-1 0 0,0 1 1 0 0,0 1 0 0 0,0-1-1 0 0,-1 0 1 0 0,1 1 0 0 0,-1 0-1 0 0,0-1 1 0 0,0 1 0 0 0,0 1-1 0 0,0-1 1 0 0,0 0 0 0 0,-1 1-1 0 0,1-1 1 0 0,-1 1 0 0 0,0 0-1 0 0,0 0 1 0 0,0 0 0 0 0,-1 0-1 0 0,1 0 1 0 0,-1 0 0 0 0,0 0-1 0 0,0 0 1 0 0,-1 1 0 0 0,1 7-1 0 0,0 7 490 0 0,0 0-1 0 0,-2 1 0 0 0,0-1 1 0 0,-6 29-1 0 0,-9 39-1564 0 0,14-73-3637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08.7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1 365 4145 0 0,'2'3'650'0'0,"1"1"0"0"0,0-1 1 0 0,0 0-1 0 0,0-1 0 0 0,0 1 0 0 0,0-1 1 0 0,7 4-1 0 0,-3 0 120 0 0,36 27 1505 0 0,73 45 1 0 0,-90-63-2099 0 0,1-1 0 0 0,0-2 0 0 0,1 0 0 0 0,42 10 0 0 0,-68-21-169 0 0,0-1 0 0 0,0 1 1 0 0,1-1-1 0 0,-1 1 1 0 0,0-1-1 0 0,1 0 0 0 0,-1 0 1 0 0,0 0-1 0 0,0 0 1 0 0,1-1-1 0 0,2 0 0 0 0,-5 1 9 0 0,1 0 0 0 0,0 0-1 0 0,-1-1 1 0 0,1 1-1 0 0,-1-1 1 0 0,1 1 0 0 0,-1 0-1 0 0,1-1 1 0 0,-1 1-1 0 0,1-1 1 0 0,-1 1 0 0 0,1-1-1 0 0,-1 1 1 0 0,1-1-1 0 0,-1 0 1 0 0,0 1 0 0 0,1-1-1 0 0,-1 0 1 0 0,0 1-1 0 0,0-1 1 0 0,1 1 0 0 0,-1-1-1 0 0,0 0 1 0 0,0 0-1 0 0,0-5 155 0 0,-1 1-1 0 0,1-1 1 0 0,-1 1-1 0 0,0-1 0 0 0,-1 1 1 0 0,1 0-1 0 0,-4-7 1 0 0,2 2 115 0 0,-15-57 1021 0 0,2-2-1 0 0,-11-129 0 0 0,8 47-3363 0 0,15 125-4992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13.5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0 3241 0 0,'-3'6'288'0'0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13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69 3681 0 0,'-15'-69'8570'0'0,"17"79"-5087"0"0,8 10-2493 0 0,-5-9-432 0 0,79 218 2340 0 0,-56-142-2726 0 0,47 98 0 0 0,-69-173-356 0 0,35 65 285 0 0,-36-69-752 0 0,0 0-1 0 0,1-1 0 0 0,-1 0 0 0 0,1 0 0 0 0,1-1 0 0 0,-1 1 0 0 0,11 6 0 0 0,-16-12 607 0 0,-1-1 0 0 0,1 1 1 0 0,0-1-1 0 0,-1 0 0 0 0,1 1 1 0 0,0-1-1 0 0,0 0 0 0 0,0 1 0 0 0,-1-1 1 0 0,1 0-1 0 0,0 0 0 0 0,0 0 0 0 0,0 0 1 0 0,-1 0-1 0 0,1 0 0 0 0,0 0 0 0 0,0 0 1 0 0,0 0-1 0 0,-1 0 0 0 0,1-1 1 0 0,0 1-1 0 0,0 0 0 0 0,0 0 0 0 0,-1-1 1 0 0,1 1-1 0 0,0-1 0 0 0,-1 1 0 0 0,1-1 1 0 0,0 1-1 0 0,-1-1 0 0 0,1 1 0 0 0,0-1 1 0 0,-1 1-1 0 0,1-2 0 0 0,3-5 140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14.2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0 144 4145 0 0,'21'-20'5806'0'0,"-21"20"-5659"0"0,1 1 0 0 0,-1 0-1 0 0,0-1 1 0 0,0 1 0 0 0,0 0-1 0 0,1-1 1 0 0,-1 1 0 0 0,0 0-1 0 0,0-1 1 0 0,0 1-1 0 0,0 0 1 0 0,0 0 0 0 0,0-1-1 0 0,0 1 1 0 0,-1 0 0 0 0,1-1-1 0 0,0 1 1 0 0,0 0 0 0 0,0-1-1 0 0,-1 1 1 0 0,1 0 0 0 0,0-1-1 0 0,-1 1 1 0 0,0 0 0 0 0,-1 10 23 0 0,0-1 0 0 0,1 1 1 0 0,0 0-1 0 0,0-1 1 0 0,1 1-1 0 0,1 0 1 0 0,-1 0-1 0 0,2-1 0 0 0,0 1 1 0 0,0-1-1 0 0,1 1 1 0 0,5 13-1 0 0,-3-12-181 0 0,0 0 0 0 0,1-1 1 0 0,0 0-1 0 0,0 0 0 0 0,1 0 0 0 0,1-1 0 0 0,0 0 0 0 0,0-1 1 0 0,1 1-1 0 0,13 9 0 0 0,-19-16-59 0 0,0-1 0 0 0,0 0 0 0 0,0 0 0 0 0,0 0 1 0 0,0-1-1 0 0,1 1 0 0 0,-1-1 0 0 0,0 0 0 0 0,1 0 0 0 0,-1 0 0 0 0,1 0 0 0 0,0 0 1 0 0,-1-1-1 0 0,1 0 0 0 0,0 0 0 0 0,-1 0 0 0 0,1 0 0 0 0,6-1 0 0 0,-4-1 6 0 0,0 0 0 0 0,0 0 0 0 0,-1-1 0 0 0,1 1 0 0 0,-1-1 0 0 0,0 0 0 0 0,0-1 0 0 0,0 1 0 0 0,0-1 0 0 0,7-7 0 0 0,-1-1 70 0 0,0-2 0 0 0,0 1 0 0 0,-1-1 1 0 0,-1-1-1 0 0,0 1 0 0 0,-1-2 0 0 0,8-20 0 0 0,-12 27 83 0 0,-1 0 0 0 0,-1 0-1 0 0,0 0 1 0 0,0 0 0 0 0,0 0 0 0 0,-1-1 0 0 0,-1 1-1 0 0,1 0 1 0 0,-2-1 0 0 0,1 1 0 0 0,-1 0-1 0 0,-4-15 1 0 0,3 18 155 0 0,0-1-1 0 0,-1 1 1 0 0,0 0-1 0 0,0 0 1 0 0,-1 0-1 0 0,1 0 1 0 0,-1 1-1 0 0,0-1 1 0 0,-1 1-1 0 0,0 0 1 0 0,0 0-1 0 0,0 1 1 0 0,0-1-1 0 0,0 1 1 0 0,-1 1-1 0 0,0-1 1 0 0,-11-5-1 0 0,2 3-55 0 0,1 0 0 0 0,-1 1 0 0 0,0 1 0 0 0,0 0 0 0 0,0 2 0 0 0,-1-1 0 0 0,-19 1 0 0 0,23 1-1201 0 0,1 1 1 0 0,-1 1-1 0 0,0 0 1 0 0,0 1-1 0 0,-22 6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14.7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 2761 0 0,'15'-17'11686'0'0,"-15"18"-11496"0"0,12 16 3585 0 0,-3 1-3376 0 0,32 115 1503 0 0,49 131-1960 0 0,-80-246-465 0 0,0 0-1 0 0,2-1 1 0 0,0 0 0 0 0,0 0-1 0 0,16 14 1 0 0,-1 0-4952 0 0,-17-18 268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15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10 4249 0 0,'-35'-10'6429'0'0,"34"11"-6230"0"0,0-1 0 0 0,0 0 1 0 0,1 0-1 0 0,-1 1 0 0 0,0-1 0 0 0,0 0 0 0 0,0 1 0 0 0,1-1 0 0 0,-1 1 0 0 0,0-1 0 0 0,1 1 0 0 0,-1-1 0 0 0,0 1 0 0 0,1 0 0 0 0,-1-1 1 0 0,0 1-1 0 0,0 1 0 0 0,-16 28 1012 0 0,12-21-1165 0 0,-5 8 109 0 0,1 0 0 0 0,0 0 0 0 0,1 1 0 0 0,1 0 0 0 0,1 0 0 0 0,1 1 0 0 0,0 0 0 0 0,-3 34 0 0 0,6-40 78 0 0,2-9-217 0 0,-1 1 0 0 0,1-1 0 0 0,0 1 1 0 0,0 0-1 0 0,0-1 0 0 0,2 10 0 0 0,-1-13-13 0 0,-1 0 0 0 0,1 0 0 0 0,-1 0 0 0 0,1 0 0 0 0,0 0 0 0 0,-1 0 0 0 0,1 0 0 0 0,0-1 0 0 0,0 1 0 0 0,-1 0 0 0 0,1 0 0 0 0,0-1-1 0 0,0 1 1 0 0,0 0 0 0 0,0-1 0 0 0,0 1 0 0 0,0-1 0 0 0,0 1 0 0 0,0-1 0 0 0,0 1 0 0 0,0-1 0 0 0,1 0 0 0 0,-1 0 0 0 0,0 0-1 0 0,0 1 1 0 0,0-1 0 0 0,0 0 0 0 0,0 0 0 0 0,0 0 0 0 0,1-1 0 0 0,-1 1 0 0 0,0 0 0 0 0,1-1 0 0 0,25-2 319 0 0,0-2 1 0 0,-1-1 0 0 0,0-1-1 0 0,0-2 1 0 0,-1 0-1 0 0,0-1 1 0 0,0-2 0 0 0,-1-1-1 0 0,-1 0 1 0 0,37-29-1 0 0,-54 36-712 0 0,11-7-174 0 0,-8 9-3196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17.3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116 3 1376 0 0,'-23'-1'2537'0'0,"18"0"-1931"0"0,0 0-1 0 0,1 1 1 0 0,-1 0-1 0 0,0 0 1 0 0,0 1-1 0 0,0 0 1 0 0,0-1 0 0 0,1 1-1 0 0,-8 3 1 0 0,11-4-461 0 0,0 0 0 0 0,0 1 0 0 0,0-1 0 0 0,0 1 0 0 0,0-1 0 0 0,0 1 0 0 0,1 0 0 0 0,-1-1 0 0 0,0 1 0 0 0,0 0 0 0 0,0-1 0 0 0,1 1 0 0 0,-1 0 0 0 0,0 0 0 0 0,1 0 1 0 0,-1 0-1 0 0,0 0 0 0 0,1 0 0 0 0,-1 0 0 0 0,1 0 0 0 0,0 0 0 0 0,-1 0 0 0 0,1 0 0 0 0,0 0 0 0 0,0 0 0 0 0,-1 0 0 0 0,1 0 0 0 0,0 0 0 0 0,0 0 0 0 0,0 0 0 0 0,0 0 0 0 0,1 0 0 0 0,-1 0 0 0 0,0 1 0 0 0,0-1 0 0 0,1 0 1 0 0,-1 0-1 0 0,0 0 0 0 0,1 0 0 0 0,-1 0 0 0 0,1 0 0 0 0,-1-1 0 0 0,1 1 0 0 0,0 0 0 0 0,0 1 0 0 0,1 1-104 0 0,1 0 1 0 0,-1 0-1 0 0,1 0 0 0 0,-1 0 1 0 0,1-1-1 0 0,0 1 0 0 0,0-1 1 0 0,0 0-1 0 0,0 0 0 0 0,0 0 1 0 0,1 0-1 0 0,-1 0 0 0 0,5 1 1 0 0,13 1-254 0 0,-1-1 1 0 0,39 2-1 0 0,-44-5-2 0 0,0 1 0 0 0,0 0 0 0 0,0 1 0 0 0,-1 1 0 0 0,1 0 0 0 0,-1 1 0 0 0,19 8 0 0 0,13 13-873 0 0,-2 2 0 0 0,62 49 1 0 0,-86-60 1065 0 0,-16-13 99 0 0,0 0 1 0 0,0 1-1 0 0,0-1 1 0 0,0 1-1 0 0,-1 0 1 0 0,1 1-1 0 0,3 5 1 0 0,-7-9 27 0 0,1 0 1 0 0,-1 0 0 0 0,1 0 0 0 0,-1 0-1 0 0,0-1 1 0 0,1 1 0 0 0,-1 0 0 0 0,0 0 0 0 0,0 0-1 0 0,0 0 1 0 0,1 0 0 0 0,-1 0 0 0 0,0 0 0 0 0,0 0-1 0 0,-1 0 1 0 0,1 0 0 0 0,0 0 0 0 0,0 0-1 0 0,0 0 1 0 0,-1 0 0 0 0,1 0 0 0 0,0 0 0 0 0,-1 0-1 0 0,1 0 1 0 0,-1 0 0 0 0,1 0 0 0 0,-1-1 0 0 0,1 1-1 0 0,-1 0 1 0 0,0 0 0 0 0,1-1 0 0 0,-1 1-1 0 0,0 0 1 0 0,0-1 0 0 0,0 1 0 0 0,1-1 0 0 0,-1 1-1 0 0,0-1 1 0 0,0 1 0 0 0,0-1 0 0 0,0 0 0 0 0,0 1-1 0 0,0-1 1 0 0,0 0 0 0 0,-2 1 0 0 0,-79 28 1396 0 0,-132 67 0 0 0,128-42-1297 0 0,61-37 121 0 0,-1-1 0 0 0,-32 16 0 0 0,53-30-264 0 0,-26 15-1751 0 0,18 0-3229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30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65 104 3225 0 0,'-2'-4'-144'0'0,"0"-1"1"0"0,0 1-1 0 0,-1 0 1 0 0,1 0-1 0 0,-1 0 1 0 0,0 0-1 0 0,0 1 1 0 0,0-1 0 0 0,-1 1-1 0 0,1-1 1 0 0,-1 1-1 0 0,0 0 1 0 0,-6-3-1 0 0,-4-42 17243 0 0,14 47-16906 0 0,-2 14 2412 0 0,2-6-3518 0 0,46 467 1639 0 0,-23-299-592 0 0,-21-135-185 0 0,-1 0 0 0 0,-3 0 0 0 0,-1 0 0 0 0,-8 41 0 0 0,11-81 50 0 0,0 7-887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31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4609 0 0,'5'8'9448'0'0,"12"19"-7359"0"0,3 3-1876 0 0,25 47-50 0 0,49 76 364 0 0,-77-128-451 0 0,2 0 1 0 0,1-1 0 0 0,38 35 0 0 0,-37-44-414 0 0,-1-1 0 0 0,2-1-1 0 0,0-1 1 0 0,0-1 0 0 0,1-1 0 0 0,0 0 0 0 0,36 8 0 0 0,-26-8 73 0 0,-27-7-1890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31.8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14 231 3225 0 0,'-1'0'90'0'0,"1"0"1"0"0,0 1 0 0 0,-1-1 0 0 0,1 0 0 0 0,0 0-1 0 0,-1 0 1 0 0,1 0 0 0 0,0 0 0 0 0,-1 1-1 0 0,1-1 1 0 0,0 0 0 0 0,-1 0 0 0 0,1 0 0 0 0,-1 0-1 0 0,1 0 1 0 0,0 0 0 0 0,-1 0 0 0 0,1 0-1 0 0,0 0 1 0 0,-1-1 0 0 0,1 1 0 0 0,-1 0 0 0 0,1 0-1 0 0,0 0 1 0 0,-1 0 0 0 0,1 0 0 0 0,0-1-1 0 0,-1 1 1 0 0,1 0 0 0 0,0 0 0 0 0,-1 0-1 0 0,1-1 1 0 0,0 1 0 0 0,0 0 0 0 0,-1-1 0 0 0,1 1-1 0 0,0 0 1 0 0,0-1 0 0 0,0 1 0 0 0,-1 0-1 0 0,1-1 1 0 0,3-20 2637 0 0,17-21 638 0 0,-3 18-1774 0 0,1 1 0 0 0,35-35 0 0 0,-18 28-2766 0 0,2 7-3308 0 0,-23 17-792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32.2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48 4145 0 0,'-10'-34'6475'0'0,"9"20"-1101"0"0,6 27-664 0 0,12 17-3985 0 0,-8-15-281 0 0,-8-14-443 0 0,72 129 276 0 0,95 128 1 0 0,-157-243-458 0 0,22 28-1176 0 0,-32-41 1284 0 0,1-1-1 0 0,-1 1 0 0 0,1-1 1 0 0,-1 0-1 0 0,1 1 0 0 0,0-1 1 0 0,0 0-1 0 0,-1 0 1 0 0,1 0-1 0 0,0 0 0 0 0,0 0 1 0 0,0-1-1 0 0,0 1 0 0 0,0-1 1 0 0,0 1-1 0 0,0-1 1 0 0,0 0-1 0 0,1 1 0 0 0,-1-1 1 0 0,3-1-1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32.6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129 0 3225 0 0,'-4'2'229'0'0,"1"-1"1"0"0,-1 1-1 0 0,1 0 1 0 0,0 0-1 0 0,-1 1 1 0 0,1-1-1 0 0,0 1 1 0 0,1 0-1 0 0,-1-1 1 0 0,0 1 0 0 0,1 0-1 0 0,-1 1 1 0 0,1-1-1 0 0,0 0 1 0 0,-3 7-1 0 0,-3 8 695 0 0,1 1 0 0 0,-6 19 0 0 0,-5 15-663 0 0,-9-4 306 0 0,21-44-195 0 0,16-32-241 0 0,-6 19-221 0 0,8-19-1276 0 0,22-38 0 0 0,-23 49-1683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3:33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0 126 6913 0 0,'5'-7'578'0'0,"0"1"0"0"0,1 1 0 0 0,-1-1 0 0 0,1 1 0 0 0,0 0 0 0 0,0 0 0 0 0,1 0 0 0 0,-1 1 0 0 0,11-5 0 0 0,12-4-301 0 0,31-10 0 0 0,-20 8-3663 0 0,-2-2-850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2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37 6449 0 0,'-1'-4'3077'0'0,"0"4"-3025"0"0,10-6 2094 0 0,-5 5-1658 0 0,19-7 278 0 0,-14 4-569 0 0,0 1 0 0 0,-1 0 0 0 0,1 1-1 0 0,0 0 1 0 0,15-1 0 0 0,-21 3-205 0 0,-1 0-1 0 0,1 0 1 0 0,-1 0 0 0 0,1 1-1 0 0,-1-1 1 0 0,1 1 0 0 0,-1 0-1 0 0,1-1 1 0 0,-1 1 0 0 0,1 0 0 0 0,-1 1-1 0 0,0-1 1 0 0,0 0 0 0 0,0 1-1 0 0,0-1 1 0 0,0 1 0 0 0,0-1-1 0 0,0 1 1 0 0,0 0 0 0 0,0 0-1 0 0,-1 0 1 0 0,1 0 0 0 0,-1 0 0 0 0,0 0-1 0 0,3 5 1 0 0,2 7-119 0 0,-1 1 1 0 0,0 0-1 0 0,-2 0 1 0 0,5 27-1 0 0,-6-29 110 0 0,0 0 1 0 0,0 0 0 0 0,2 0-1 0 0,0 0 1 0 0,0-1-1 0 0,12 23 1 0 0,-16-34 13 0 0,1 1 0 0 0,0-1 0 0 0,0 0 0 0 0,0 0 0 0 0,-1 0-1 0 0,1 0 1 0 0,0 0 0 0 0,1 0 0 0 0,-1 0 0 0 0,0 0 0 0 0,0 0 0 0 0,0 0 0 0 0,0 0 0 0 0,1-1 0 0 0,-1 1 0 0 0,0 0 0 0 0,1-1 0 0 0,-1 1 0 0 0,0-1 0 0 0,1 0 0 0 0,-1 1 0 0 0,1-1 0 0 0,-1 0-1 0 0,1 0 1 0 0,-1 0 0 0 0,0 0 0 0 0,1 0 0 0 0,-1 0 0 0 0,1 0 0 0 0,-1-1 0 0 0,1 1 0 0 0,-1-1 0 0 0,0 1 0 0 0,1-1 0 0 0,-1 1 0 0 0,0-1 0 0 0,1 0 0 0 0,-1 1 0 0 0,0-1 0 0 0,0 0 0 0 0,0 0-1 0 0,2-1 1 0 0,5-5-18 0 0,0-1-1 0 0,0 0 0 0 0,0 0 0 0 0,8-13 0 0 0,-9 13-17 0 0,3-6-79 0 0,3-2 269 0 0,0 0-1 0 0,19-18 1 0 0,-29 31-107 0 0,0 0 1 0 0,0 1 0 0 0,1-1-1 0 0,-1 1 1 0 0,1-1-1 0 0,-1 1 1 0 0,1 0-1 0 0,0 0 1 0 0,0 1 0 0 0,0-1-1 0 0,0 1 1 0 0,0 0-1 0 0,0 0 1 0 0,0 0-1 0 0,0 0 1 0 0,0 1-1 0 0,6 0 1 0 0,-7 0-15 0 0,-1 1 0 0 0,0 0-1 0 0,0 0 1 0 0,0 0 0 0 0,0 0-1 0 0,0 0 1 0 0,0 1 0 0 0,0-1 0 0 0,0 0-1 0 0,-1 1 1 0 0,1 0 0 0 0,0-1 0 0 0,-1 1-1 0 0,0 0 1 0 0,1 0 0 0 0,-1 0 0 0 0,0 0-1 0 0,0 0 1 0 0,0 0 0 0 0,0 0 0 0 0,0 0-1 0 0,0 0 1 0 0,-1 0 0 0 0,1 1 0 0 0,-1-1-1 0 0,1 3 1 0 0,2 10 56 0 0,-2 0-1 0 0,1 27 1 0 0,-2-35-103 0 0,-5 85 190 0 0,2-69-870 0 0,1 1 1 0 0,1-1-1 0 0,3 36 0 0 0,1-46-3893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3.2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 7834 0 0,'-2'4'1474'0'0,"2"-3"-1519"0"0,0-1 1 0 0,0 1-1 0 0,0 0 0 0 0,0-1 0 0 0,0 1 1 0 0,0-1-1 0 0,0 1 0 0 0,0-1 0 0 0,0 1 1 0 0,0-1-1 0 0,0 1 0 0 0,0 0 0 0 0,1-1 1 0 0,-1 1-1 0 0,0-1 0 0 0,0 1 0 0 0,1-1 1 0 0,-1 1-1 0 0,0-1 0 0 0,1 0 0 0 0,-1 1 1 0 0,0-1-1 0 0,1 1 0 0 0,-1-1 0 0 0,1 0 1 0 0,-1 1-1 0 0,1-1 0 0 0,-1 0 0 0 0,1 1 1 0 0,-1-1-1 0 0,1 0 0 0 0,-1 0 0 0 0,1 1 0 0 0,-1-1 1 0 0,1 0-1 0 0,-1 0 0 0 0,1 0 0 0 0,-1 0 1 0 0,1 0-1 0 0,0 0 0 0 0,-1 0 0 0 0,1 0 1 0 0,-1 0-1 0 0,1 0 0 0 0,-1 0 0 0 0,1 0 1 0 0,-1 0-1 0 0,1 0 0 0 0,0-1 0 0 0,-1 1 1 0 0,1 0-1 0 0,0-1 0 0 0,7-4-58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3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93 3681 0 0,'1'-6'481'0'0,"0"1"1"0"0,0-1-1 0 0,1 0 1 0 0,0 0-1 0 0,1 1 0 0 0,-1 0 1 0 0,1-1-1 0 0,0 1 1 0 0,0 0-1 0 0,0 0 1 0 0,1 0-1 0 0,0 1 0 0 0,0-1 1 0 0,0 1-1 0 0,0 0 1 0 0,10-7-1 0 0,-13 11-445 0 0,0 0 1 0 0,-1 0-1 0 0,1 0 0 0 0,0 0 0 0 0,0 1 0 0 0,0-1 1 0 0,-1 0-1 0 0,1 0 0 0 0,0 0 0 0 0,0 1 0 0 0,-1-1 1 0 0,1 0-1 0 0,0 1 0 0 0,0-1 0 0 0,-1 1 0 0 0,1-1 1 0 0,-1 1-1 0 0,1-1 0 0 0,0 1 0 0 0,-1-1 1 0 0,1 1-1 0 0,-1-1 0 0 0,1 1 0 0 0,-1 0 0 0 0,1-1 1 0 0,-1 1-1 0 0,0 0 0 0 0,1 0 0 0 0,-1-1 0 0 0,0 1 1 0 0,0 0-1 0 0,1 0 0 0 0,-1-1 0 0 0,0 1 0 0 0,0 0 1 0 0,0 0-1 0 0,0 0 0 0 0,0 0 0 0 0,5 40-632 0 0,-4-36 614 0 0,-1-5-22 0 0,0 9-61 0 0,1-1 0 0 0,0 0 0 0 0,1 0 1 0 0,0 0-1 0 0,0 0 0 0 0,4 10 0 0 0,-5-16 68 0 0,0-1 0 0 0,0 1 0 0 0,0-1 0 0 0,0 1 0 0 0,0-1 0 0 0,0 0-1 0 0,1 1 1 0 0,-1-1 0 0 0,0 0 0 0 0,1 0 0 0 0,-1 0 0 0 0,1 0-1 0 0,0 0 1 0 0,-1 0 0 0 0,1 0 0 0 0,-1-1 0 0 0,1 1 0 0 0,0-1 0 0 0,0 1-1 0 0,-1-1 1 0 0,1 1 0 0 0,0-1 0 0 0,0 0 0 0 0,0 0 0 0 0,0 0 0 0 0,-1 0-1 0 0,1 0 1 0 0,0-1 0 0 0,0 1 0 0 0,-1 0 0 0 0,1-1 0 0 0,0 1 0 0 0,0-1-1 0 0,2-1 1 0 0,28-11 612 0 0,-22 8-366 0 0,-1 1 0 0 0,1 1 0 0 0,0-1 0 0 0,0 1 0 0 0,12-1 0 0 0,-20 4-209 0 0,0 0 0 0 0,0-1-1 0 0,0 1 1 0 0,0 0 0 0 0,0 1 0 0 0,0-1 0 0 0,0 0-1 0 0,0 1 1 0 0,0-1 0 0 0,0 1 0 0 0,0-1-1 0 0,0 1 1 0 0,0 0 0 0 0,-1 0 0 0 0,1 0 0 0 0,0 0-1 0 0,0 0 1 0 0,-1 0 0 0 0,1 1 0 0 0,-1-1 0 0 0,1 1-1 0 0,-1-1 1 0 0,1 1 0 0 0,-1-1 0 0 0,0 1-1 0 0,0 0 1 0 0,0-1 0 0 0,0 1 0 0 0,0 0 0 0 0,1 4-1 0 0,2 5 116 0 0,0 1 0 0 0,-2 0-1 0 0,1 0 1 0 0,-1 0-1 0 0,-1 1 1 0 0,0 15 0 0 0,-8 76 58 0 0,3-52-1549 0 0,3-33-4297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38.5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186 1 456 0 0,'-21'20'511'0'0,"0"2"-1"0"0,-28 38 1 0 0,32-37 1293 0 0,-1-1 0 0 0,-41 37 1189 0 0,105-137-116 0 0,-42 71-3002 0 0,1 1-1 0 0,0 0 0 0 0,0 0 0 0 0,1 0 0 0 0,0 1 0 0 0,0 0 0 0 0,0 0 0 0 0,1 0 0 0 0,-1 1 0 0 0,1 0 0 0 0,10-4 0 0 0,-8 5-3524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39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71 775 6913 0 0,'0'0'13'0'0,"0"-1"0"0"0,0 0-1 0 0,0 1 1 0 0,0-1-1 0 0,0 1 1 0 0,0-1-1 0 0,0 1 1 0 0,0-1-1 0 0,0 0 1 0 0,0 1-1 0 0,1-1 1 0 0,-1 1 0 0 0,0-1-1 0 0,0 1 1 0 0,0-1-1 0 0,1 1 1 0 0,-1-1-1 0 0,0 1 1 0 0,1-1-1 0 0,-1 1 1 0 0,0-1-1 0 0,1 1 1 0 0,-1-1-1 0 0,1 1 1 0 0,-1 0 0 0 0,1-1-1 0 0,-1 1 1 0 0,1 0-1 0 0,-1-1 1 0 0,1 1-1 0 0,-1 0 1 0 0,1 0-1 0 0,-1-1 1 0 0,1 1-1 0 0,-1 0 1 0 0,1 0 0 0 0,0 0-1 0 0,-1 0 1 0 0,1 0-1 0 0,-1 0 1 0 0,1 0-1 0 0,-1 0 1 0 0,1 0-1 0 0,0 0 1 0 0,-1 0-1 0 0,1 0 1 0 0,-1 0 0 0 0,1 1-1 0 0,-1-1 1 0 0,1 0-1 0 0,-1 0 1 0 0,1 1-1 0 0,-1-1 1 0 0,1 0-1 0 0,-1 1 1 0 0,1-1-1 0 0,-1 0 1 0 0,1 1-1 0 0,0 0 1 0 0,39 28 943 0 0,-27-21 184 0 0,-13-8-1110 0 0,-8-8-680 0 0,6 7 490 0 0,0 0 1 0 0,0-1-1 0 0,0 1 0 0 0,-1 1 1 0 0,1-1-1 0 0,0 0 0 0 0,-1 0 1 0 0,1 1-1 0 0,0 0 0 0 0,-1-1 1 0 0,1 1-1 0 0,0 0 1 0 0,-1 0-1 0 0,1 0 0 0 0,-1 0 1 0 0,1 1-1 0 0,0-1 0 0 0,-1 1 1 0 0,1-1-1 0 0,0 1 0 0 0,-1 0 1 0 0,1 0-1 0 0,0 0 0 0 0,0 0 1 0 0,0 0-1 0 0,0 0 0 0 0,0 1 1 0 0,0-1-1 0 0,0 1 1 0 0,-2 2-1 0 0,-39 27-1858 0 0,43-30 2257 0 0,-1-1 0 0 0,0 0 0 0 0,0 0 0 0 0,0 1 0 0 0,0-1 0 0 0,0 0 0 0 0,0 0 1 0 0,0 0-1 0 0,0 0 0 0 0,0 0 0 0 0,0 0 0 0 0,0-1 0 0 0,0 1 0 0 0,0 0 0 0 0,0 0 0 0 0,0-1 0 0 0,1 1 0 0 0,-1-1 0 0 0,0 1 0 0 0,0 0 0 0 0,0-1 0 0 0,-1-1 0 0 0,2 2-163 0 0,-1 0 0 0 0,1-1 0 0 0,0 1-1 0 0,-1 0 1 0 0,1-1 0 0 0,0 1 0 0 0,0-1-1 0 0,-1 1 1 0 0,1-1 0 0 0,0 1 0 0 0,0-1-1 0 0,0 1 1 0 0,-1-1 0 0 0,1 1-1 0 0,0-1 1 0 0,0 1 0 0 0,0-1 0 0 0,0 1-1 0 0,0-1 1 0 0,0 1 0 0 0,0-1 0 0 0,0 1-1 0 0,0-1 1 0 0,0 1 0 0 0,1-1 0 0 0,-1 1-1 0 0,0-1 1 0 0,0 1 0 0 0,0-1 0 0 0,1 1-1 0 0,-1-1 1 0 0,0 1 0 0 0,0-1 0 0 0,1 1-1 0 0,-1 0 1 0 0,0-1 0 0 0,1 1 0 0 0,-1 0-1 0 0,1-1 1 0 0,-1 1 0 0 0,0 0 0 0 0,1-1-1 0 0,-1 1 1 0 0,1 0 0 0 0,-1 0 0 0 0,1-1-1 0 0,0 1 1 0 0,6-5 192 0 0,-1-1-1 0 0,0 0 1 0 0,11-12-1 0 0,5-6 275 0 0,102-98 543 0 0,-92 103-1140 0 0,-28 18-33 0 0,-1-1 0 0 0,0 1-1 0 0,1-1 1 0 0,-1 1 0 0 0,0-1 0 0 0,0 0-1 0 0,0 0 1 0 0,0 0 0 0 0,0-1 0 0 0,0 1-1 0 0,-1-1 1 0 0,1 0 0 0 0,-1 1 0 0 0,0-1-1 0 0,0 0 1 0 0,0 0 0 0 0,3-6 0 0 0,-34-22 608 0 0,10 9 467 0 0,15 18-798 0 0,0 0 0 0 0,0-1 0 0 0,0 1 0 0 0,1-1 0 0 0,-1 1 0 0 0,1-1 0 0 0,0 0 0 0 0,1 0 0 0 0,-1 0 0 0 0,1-1 0 0 0,0 1 0 0 0,0 0 0 0 0,-2-11 0 0 0,7 17-121 0 0,-1-1 0 0 0,0 1 0 0 0,0 0 0 0 0,1 0 0 0 0,-1 0 0 0 0,0 0 0 0 0,0 0 0 0 0,0 1 0 0 0,0-1 0 0 0,0 0 0 0 0,1 3 0 0 0,5 2-62 0 0,0 1 1 0 0,0-2 0 0 0,0 1-1 0 0,1-1 1 0 0,14 6 0 0 0,-22-10-7 0 0,1-1 0 0 0,-1 1 1 0 0,1-1-1 0 0,-1 1 0 0 0,1-1 1 0 0,-1 0-1 0 0,1 0 0 0 0,-1 0 1 0 0,1 1-1 0 0,-1-1 1 0 0,1-1-1 0 0,-1 1 0 0 0,1 0 1 0 0,-1 0-1 0 0,1 0 0 0 0,-1-1 1 0 0,1 1-1 0 0,-1-1 0 0 0,0 1 1 0 0,1-1-1 0 0,-1 0 0 0 0,0 0 1 0 0,1 1-1 0 0,-1-1 0 0 0,0 0 1 0 0,0 0-1 0 0,0 0 0 0 0,0 0 1 0 0,0 0-1 0 0,0-1 0 0 0,0 1 1 0 0,0 0-1 0 0,0 0 1 0 0,0-1-1 0 0,-1 1 0 0 0,1 0 1 0 0,0-1-1 0 0,-1 1 0 0 0,1-1 1 0 0,-1 1-1 0 0,0-1 0 0 0,1 1 1 0 0,-1-1-1 0 0,0 1 0 0 0,0-4 1 0 0,2-16 111 0 0,-1 0 0 0 0,0 0-1 0 0,-2 0 1 0 0,-3-24 0 0 0,2 25 3 0 0,1-1 0 0 0,0 0 0 0 0,1 0-1 0 0,4-23 1 0 0,-4 42-111 0 0,0-1 0 0 0,1 1 0 0 0,-1 0 0 0 0,1-1 0 0 0,0 1 0 0 0,0 0 0 0 0,0-1 0 0 0,0 1 0 0 0,0 0 0 0 0,0 0 0 0 0,0 0 0 0 0,1 0 0 0 0,-1 0 0 0 0,1 0 0 0 0,-1 0 0 0 0,4-2 0 0 0,-3 3 2 0 0,-1 0 1 0 0,1 1-1 0 0,-1-1 1 0 0,1 1-1 0 0,-1-1 1 0 0,1 1-1 0 0,0-1 1 0 0,-1 1-1 0 0,1 0 1 0 0,0 0-1 0 0,-1 0 1 0 0,1 0-1 0 0,0 0 1 0 0,-1 0-1 0 0,1 1 1 0 0,-1-1-1 0 0,1 0 1 0 0,2 2-1 0 0,6 2 24 0 0,-1 1 0 0 0,1 0 0 0 0,-1 0 0 0 0,0 1 0 0 0,14 13 0 0 0,-21-18-30 0 0,3 3-3 0 0,3 3-19 0 0,0-1 0 0 0,0 0 0 0 0,1 0-1 0 0,0-1 1 0 0,11 6 0 0 0,-40-54 124 0 0,16 31-76 0 0,-24-64 82 0 0,26 68-96 0 0,1 1 0 0 0,-1 0 0 0 0,1-1 0 0 0,1 1 0 0 0,-1-1 0 0 0,1 1 0 0 0,0-1 0 0 0,3-13 0 0 0,-3 20-12 0 0,0 0-1 0 0,0 0 0 0 0,0 0 1 0 0,1 0-1 0 0,-1 0 1 0 0,1-1-1 0 0,-1 1 1 0 0,1 0-1 0 0,-1 0 1 0 0,1 0-1 0 0,-1 0 1 0 0,1 0-1 0 0,0 0 1 0 0,0 1-1 0 0,-1-1 1 0 0,1 0-1 0 0,0 0 1 0 0,0 0-1 0 0,0 1 1 0 0,0-1-1 0 0,0 0 1 0 0,0 1-1 0 0,0-1 0 0 0,0 1 1 0 0,0-1-1 0 0,0 1 1 0 0,0 0-1 0 0,1 0 1 0 0,-1-1-1 0 0,0 1 1 0 0,0 0-1 0 0,0 0 1 0 0,0 0-1 0 0,1 0 1 0 0,-1 0-1 0 0,0 0 1 0 0,0 0-1 0 0,0 1 1 0 0,0-1-1 0 0,2 1 1 0 0,5 1-7 0 0,0 1 0 0 0,1 1 0 0 0,-1 0 0 0 0,12 7 0 0 0,3 2-1 0 0,-7-7-148 0 0,-1-1 0 0 0,1 0-1 0 0,0-1 1 0 0,0-1 0 0 0,31 2 0 0 0,-45-5 42 0 0,-1 0 1 0 0,0-1-1 0 0,0 1 1 0 0,0 0 0 0 0,0-1-1 0 0,0 1 1 0 0,0-1 0 0 0,1 1-1 0 0,-1-1 1 0 0,0 1 0 0 0,0-1-1 0 0,0 0 1 0 0,-1 0 0 0 0,1 1-1 0 0,0-1 1 0 0,0 0-1 0 0,0 0 1 0 0,0 0 0 0 0,-1 0-1 0 0,1 0 1 0 0,-1 0 0 0 0,1 0-1 0 0,0 0 1 0 0,-1-2 0 0 0,12-31-2883 0 0,-10 25 1665 0 0,2-6-2798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0.1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0 715 2761 0 0,'0'-7'1453'0'0,"1"-1"0"0"0,0 1 0 0 0,0 0 0 0 0,1-1 0 0 0,3-8 0 0 0,19-40 1939 0 0,44-54-2102 0 0,-50 85-71 0 0,25-37-111 0 0,3 3 1 0 0,76-77 0 0 0,-75 87-1264 0 0,49-48-897 0 0,-27 41-3899 0 0,-51 44-531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0.6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66 9674 0 0,'-1'-3'209'0'0,"0"0"-1"0"0,1 0 1 0 0,-1 1 0 0 0,0-1-1 0 0,1 0 1 0 0,0 0 0 0 0,0 0-1 0 0,-1 0 1 0 0,2 1 0 0 0,-1-1-1 0 0,0 0 1 0 0,1 0 0 0 0,-1 0 0 0 0,2-3-1 0 0,-2 5-108 0 0,0 0-1 0 0,1 0 1 0 0,-1 0-1 0 0,0 0 1 0 0,1 0-1 0 0,-1 0 1 0 0,0 1-1 0 0,1-1 1 0 0,0 0-1 0 0,-1 0 1 0 0,1 0-1 0 0,-1 0 1 0 0,1 1-1 0 0,0-1 1 0 0,0 0-1 0 0,-1 0 1 0 0,1 1 0 0 0,0-1-1 0 0,0 1 1 0 0,0-1-1 0 0,0 1 1 0 0,0-1-1 0 0,0 1 1 0 0,0-1-1 0 0,0 1 1 0 0,0 0-1 0 0,0 0 1 0 0,0-1-1 0 0,0 1 1 0 0,0 0-1 0 0,0 0 1 0 0,0 0-1 0 0,0 0 1 0 0,0 0-1 0 0,0 0 1 0 0,0 1-1 0 0,0-1 1 0 0,0 0-1 0 0,2 1 1 0 0,5 3 123 0 0,0 0 0 0 0,0 0 1 0 0,0 1-1 0 0,-1 0 0 0 0,1 0 0 0 0,12 13 1 0 0,38 47 188 0 0,-13-14-64 0 0,22 14-199 0 0,2-4 1 0 0,119 82-1 0 0,-70-59-4218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1.2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11 119 2761 0 0,'-1'0'95'0'0,"0"-1"0"0"0,0 0 1 0 0,0 0-1 0 0,0 1 0 0 0,1-1 1 0 0,-1 0-1 0 0,0 0 0 0 0,1 0 1 0 0,-1 0-1 0 0,1 0 0 0 0,-1 0 1 0 0,1 0-1 0 0,-1 0 1 0 0,1 0-1 0 0,0 0 0 0 0,0 0 1 0 0,-1 0-1 0 0,1 0 0 0 0,0 0 1 0 0,0 0-1 0 0,0 0 0 0 0,0-1 1 0 0,0 1-1 0 0,1-1 0 0 0,-1-30 2139 0 0,1 28-1965 0 0,1 0 1 0 0,-1 1 0 0 0,1-1 0 0 0,0 0-1 0 0,0 0 1 0 0,0 1 0 0 0,0-1 0 0 0,0 1-1 0 0,1 0 1 0 0,0-1 0 0 0,0 1 0 0 0,0 1-1 0 0,4-5 1 0 0,-6 6-218 0 0,0 0 0 0 0,1 0 1 0 0,-1 0-1 0 0,0 1 0 0 0,0-1 0 0 0,1 0 1 0 0,-1 0-1 0 0,1 1 0 0 0,-1-1 0 0 0,1 1 1 0 0,-1-1-1 0 0,1 1 0 0 0,-1 0 0 0 0,1 0 0 0 0,-1-1 1 0 0,1 1-1 0 0,-1 0 0 0 0,1 0 0 0 0,0 1 1 0 0,-1-1-1 0 0,1 0 0 0 0,-1 0 0 0 0,1 1 1 0 0,-1-1-1 0 0,1 1 0 0 0,-1-1 0 0 0,1 1 0 0 0,-1 0 1 0 0,0 0-1 0 0,1-1 0 0 0,-1 1 0 0 0,0 0 1 0 0,0 0-1 0 0,0 0 0 0 0,1 0 0 0 0,-1 1 1 0 0,1 1-1 0 0,1 1-35 0 0,-2-1 0 0 0,1 1 1 0 0,0-1-1 0 0,-1 1 0 0 0,1 0 1 0 0,-1-1-1 0 0,0 1 0 0 0,0 0 1 0 0,-1 0-1 0 0,1 0 0 0 0,-1 7 1 0 0,-3 48 42 0 0,1-41-5 0 0,-7 42 52 0 0,5-45 124 0 0,2 1 0 0 0,0-1 0 0 0,1 1-1 0 0,0 19 1 0 0,1-35-224 0 0,0 1 0 0 0,0-1 0 0 0,0 0-1 0 0,0 0 1 0 0,0 0 0 0 0,0 1 0 0 0,0-1-1 0 0,0 0 1 0 0,0 0 0 0 0,0 0 0 0 0,0 1 0 0 0,0-1-1 0 0,0 0 1 0 0,0 0 0 0 0,0 0 0 0 0,0 1 0 0 0,0-1-1 0 0,1 0 1 0 0,-1 0 0 0 0,0 0 0 0 0,0 0 0 0 0,0 1-1 0 0,0-1 1 0 0,0 0 0 0 0,0 0 0 0 0,1 0-1 0 0,-1 0 1 0 0,0 1 0 0 0,0-1 0 0 0,0 0 0 0 0,0 0-1 0 0,1 0 1 0 0,-1 0 0 0 0,0 0 0 0 0,0 0 0 0 0,0 0-1 0 0,0 0 1 0 0,1 0 0 0 0,-1 0 0 0 0,0 0-1 0 0,0 0 1 0 0,0 1 0 0 0,1-1 0 0 0,-1 0 0 0 0,0-1-1 0 0,0 1 1 0 0,0 0 0 0 0,1 0 0 0 0,-1 0 0 0 0,12-10 82 0 0,15-28-153 0 0,-21 29 114 0 0,0-1 67 0 0,1 1 0 0 0,0 0 0 0 0,1 1 0 0 0,0-1 0 0 0,15-11 0 0 0,-22 19-113 0 0,1 0 1 0 0,-1 0 0 0 0,1 0-1 0 0,-1 0 1 0 0,1 0-1 0 0,0 0 1 0 0,0 0-1 0 0,-1 1 1 0 0,1-1-1 0 0,0 1 1 0 0,0-1-1 0 0,0 1 1 0 0,-1 0-1 0 0,1-1 1 0 0,0 1-1 0 0,0 0 1 0 0,0 0-1 0 0,0 0 1 0 0,0 1-1 0 0,-1-1 1 0 0,1 0-1 0 0,0 1 1 0 0,0-1-1 0 0,0 1 1 0 0,-1 0-1 0 0,1 0 1 0 0,0-1-1 0 0,-1 1 1 0 0,1 0-1 0 0,0 0 1 0 0,-1 1-1 0 0,1-1 1 0 0,-1 0-1 0 0,0 0 1 0 0,1 1-1 0 0,-1-1 1 0 0,0 1-1 0 0,0-1 1 0 0,0 1-1 0 0,0-1 1 0 0,0 1-1 0 0,0 0 1 0 0,0 2-1 0 0,5 9-30 0 0,-1 0 1 0 0,0 0-1 0 0,-1 0 0 0 0,-1 1 0 0 0,0-1 0 0 0,2 21 1 0 0,9 41-118 0 0,-14-75 132 0 0,1 1-1 0 0,-1 0 1 0 0,0-1 0 0 0,0 1-1 0 0,1-1 1 0 0,-1 1-1 0 0,1 0 1 0 0,-1-1-1 0 0,1 1 1 0 0,-1-1-1 0 0,0 1 1 0 0,1-1 0 0 0,0 0-1 0 0,-1 1 1 0 0,1-1-1 0 0,-1 1 1 0 0,1-1-1 0 0,-1 0 1 0 0,1 0 0 0 0,0 1-1 0 0,-1-1 1 0 0,1 0-1 0 0,0 0 1 0 0,-1 0-1 0 0,1 1 1 0 0,0-1-1 0 0,-1 0 1 0 0,1 0 0 0 0,0 0-1 0 0,0 0 1 0 0,-1 0-1 0 0,1-1 1 0 0,0 1-1 0 0,-1 0 1 0 0,1 0-1 0 0,0 0 1 0 0,-1-1 0 0 0,1 1-1 0 0,-1 0 1 0 0,1 0-1 0 0,0-1 1 0 0,-1 1-1 0 0,1-1 1 0 0,-1 1-1 0 0,2-1 1 0 0,32-25-1333 0 0,-24 18 867 0 0,-10 7 431 0 0,1 1-1 0 0,0-1 0 0 0,0 0 1 0 0,0 1-1 0 0,0-1 1 0 0,-1 1-1 0 0,1-1 1 0 0,0 1-1 0 0,0-1 1 0 0,0 1-1 0 0,0-1 0 0 0,0 1 1 0 0,0 0-1 0 0,0 0 1 0 0,0 0-1 0 0,0-1 1 0 0,0 1-1 0 0,0 0 0 0 0,1 0 1 0 0,-1 0-1 0 0,0 1 1 0 0,0-1-1 0 0,0 0 1 0 0,0 0-1 0 0,1 1 0 0 0,0 0-248 0 0,-1 1 1 0 0,0-1-1 0 0,1 1 0 0 0,-1-1 0 0 0,0 1 0 0 0,0-1 0 0 0,0 1 0 0 0,0-1 0 0 0,0 1 0 0 0,1 2 0 0 0,9 15-2201 0 0,-9-19 2328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1.5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3225 0 0,'4'6'5574'0'0,"10"9"-3264"0"0,171 176 5381 0 0,-109-110-5829 0 0,68 80-288 0 0,-76-82-2440 0 0,2-2-3308 0 0,-59-65 2733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2.1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25 5529 0 0,'-4'-3'476'0'0,"1"0"0"0"0,-1 0 0 0 0,0 0-1 0 0,0 0 1 0 0,0 1 0 0 0,0 0 0 0 0,0 0 0 0 0,-5-2-1 0 0,20 8 512 0 0,0 0-1 0 0,0 1 0 0 0,0 0 0 0 0,0 0 0 0 0,-1 2 0 0 0,17 11 0 0 0,59 56-375 0 0,-66-56-158 0 0,232 238 340 0 0,-28-26-256 0 0,-120-128-1203 0 0,-43-40-538 0 0,90 69 0 0 0,-145-125 747 0 0,1-1 0 0 0,1-1-1 0 0,-1 0 1 0 0,1 0 0 0 0,0 0-1 0 0,0-1 1 0 0,0 0 0 0 0,0 0 0 0 0,0-1-1 0 0,1 0 1 0 0,-1 0 0 0 0,1-1 0 0 0,-1 0-1 0 0,1-1 1 0 0,-1 0 0 0 0,17-2-1 0 0,-10 0-2633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2.8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40 105 1840 0 0,'-3'1'625'0'0,"0"0"-1"0"0,0-1 0 0 0,0 2 0 0 0,1-1 0 0 0,-1 0 0 0 0,1 0 0 0 0,-1 1 0 0 0,1 0 1 0 0,-1-1-1 0 0,1 1 0 0 0,0 0 0 0 0,0 0 0 0 0,0 0 0 0 0,-3 4 0 0 0,28-37 1786 0 0,-12 17-1924 0 0,1-4-68 0 0,22-29 156 0 0,-32 45-549 0 0,0 1-1 0 0,0-1 1 0 0,-1 0-1 0 0,1 1 1 0 0,0-1-1 0 0,0 1 1 0 0,1-1-1 0 0,-1 1 1 0 0,0 0-1 0 0,0 0 0 0 0,1 0 1 0 0,-1 0-1 0 0,0 1 1 0 0,1-1-1 0 0,-1 1 1 0 0,1-1-1 0 0,-1 1 1 0 0,5 0-1 0 0,-5 0-16 0 0,-1 1-1 0 0,1-1 1 0 0,-1 1-1 0 0,1 0 1 0 0,-1 0-1 0 0,1 0 1 0 0,-1 0-1 0 0,0 0 1 0 0,1 0-1 0 0,-1 0 1 0 0,0 0-1 0 0,0 0 1 0 0,0 0-1 0 0,0 1 1 0 0,0-1-1 0 0,0 0 1 0 0,0 1-1 0 0,-1-1 1 0 0,1 1-1 0 0,0-1 1 0 0,-1 1-1 0 0,1-1 1 0 0,-1 1-1 0 0,1 2 1 0 0,7 44-77 0 0,-8-43 21 0 0,2 84-747 0 0,-3-60 583 0 0,4 36 1 0 0,-3-64 190 0 0,0 0-1 0 0,0 0 0 0 0,0 0 0 0 0,0 0 0 0 0,0 1 1 0 0,0-1-1 0 0,1 0 0 0 0,-1 0 0 0 0,0 0 0 0 0,1 0 0 0 0,-1 0 1 0 0,1 0-1 0 0,-1 0 0 0 0,1 0 0 0 0,0 0 0 0 0,-1 0 1 0 0,1 0-1 0 0,0 0 0 0 0,-1 0 0 0 0,1 0 0 0 0,0-1 0 0 0,0 1 1 0 0,0 0-1 0 0,0 0 0 0 0,0-1 0 0 0,0 1 0 0 0,0-1 1 0 0,1 1-1 0 0,1-1-34 0 0,-1 0 1 0 0,0 0-1 0 0,0 0 1 0 0,0 0-1 0 0,0-1 1 0 0,0 1-1 0 0,0-1 1 0 0,0 1-1 0 0,0-1 1 0 0,0 0-1 0 0,0 0 1 0 0,0 0-1 0 0,0 0 1 0 0,2-1-1 0 0,6-6 71 0 0,1 0 1 0 0,-1-1-1 0 0,16-16 0 0 0,-18 16 79 0 0,-7 6-72 0 0,1 1 1 0 0,0-1-1 0 0,-1 1 1 0 0,1 0-1 0 0,0 0 1 0 0,1 0-1 0 0,-1 0 1 0 0,0 0-1 0 0,1 0 1 0 0,-1 0-1 0 0,1 1 0 0 0,-1-1 1 0 0,1 1-1 0 0,5-2 1 0 0,-8 3-19 0 0,0 1-1 0 0,1-1 1 0 0,-1 0 0 0 0,1 1-1 0 0,-1-1 1 0 0,0 1 0 0 0,1-1 0 0 0,-1 1-1 0 0,0-1 1 0 0,1 1 0 0 0,-1-1-1 0 0,0 1 1 0 0,0 0 0 0 0,1-1 0 0 0,-1 1-1 0 0,0-1 1 0 0,0 1 0 0 0,0-1-1 0 0,0 1 1 0 0,0 0 0 0 0,0-1 0 0 0,0 1-1 0 0,0-1 1 0 0,0 1 0 0 0,0 0 0 0 0,0-1-1 0 0,0 1 1 0 0,-1-1 0 0 0,1 1-1 0 0,0-1 1 0 0,-1 2 0 0 0,-4 23 162 0 0,4-22-151 0 0,-1 5-103 0 0,-3 10-1182 0 0,1-1 0 0 0,1 1 0 0 0,-2 29 0 0 0,5-38 161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3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20 3225 0 0,'-1'0'282'0'0,"0"0"-163"0"0,19-8 5964 0 0,4-3-3388 0 0,-17 11-2372 0 0,0 0-1 0 0,0 0 1 0 0,0 1 0 0 0,0-1 0 0 0,0 1-1 0 0,-1 0 1 0 0,1 1 0 0 0,0-1 0 0 0,0 1-1 0 0,-1 0 1 0 0,1 0 0 0 0,-1 0-1 0 0,1 1 1 0 0,-1 0 0 0 0,0 0 0 0 0,0 0-1 0 0,0 0 1 0 0,4 5 0 0 0,9 10 97 0 0,-1 0 0 0 0,21 29 1 0 0,-30-38-196 0 0,26 37-244 0 0,2-1 0 0 0,2-2 1 0 0,1-2-1 0 0,56 46 0 0 0,-52-53-2663 0 0,-31-25 1039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3.8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0 892 8754 0 0,'4'-1'265'0'0,"0"0"0"0"0,-1-1 0 0 0,1 1-1 0 0,-1-1 1 0 0,1 0 0 0 0,-1 0 0 0 0,0-1 0 0 0,0 1 0 0 0,0 0 0 0 0,0-1 0 0 0,2-3 0 0 0,5-3 250 0 0,133-116 2675 0 0,160-202-1920 0 0,-219 218-780 0 0,23-25-5065 0 0,-91 117 2777 0 0,1 0-1 0 0,0 2 1 0 0,1 0-1 0 0,1 1 1 0 0,29-17-1 0 0,-35 25 1799 0 0,-4 1-2 0 0,1 0 0 0 0,-1-1 0 0 0,0 0 0 0 0,13-12 0 0 0,-16 13-52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4.4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64 416 4681 0 0,'-5'-4'184'0'0,"0"0"0"0"0,1 0 0 0 0,0-1 0 0 0,0 1 0 0 0,0-1 0 0 0,0 0 1 0 0,1 0-1 0 0,0-1 0 0 0,-5-9 0 0 0,-4-6 989 0 0,4-7 5195 0 0,25 38-5883 0 0,23 29 726 0 0,-28-26-1105 0 0,0-1-1 0 0,18 13 1 0 0,-26-22-138 0 0,-1-1 0 0 0,0 0-1 0 0,1 0 1 0 0,-1 0-1 0 0,1 0 1 0 0,-1-1 0 0 0,1 1-1 0 0,0-1 1 0 0,0 0-1 0 0,0 0 1 0 0,0-1 0 0 0,0 1-1 0 0,0-1 1 0 0,0 1-1 0 0,4-2 1 0 0,-7 1 14 0 0,0-1 0 0 0,0 1 1 0 0,0-1-1 0 0,1 1 0 0 0,-1-1 0 0 0,0 0 0 0 0,0 1 1 0 0,0-1-1 0 0,0 0 0 0 0,0 0 0 0 0,0 0 1 0 0,-1 0-1 0 0,1 0 0 0 0,0 0 0 0 0,0 0 0 0 0,-1 0 1 0 0,1 0-1 0 0,-1 0 0 0 0,1-1 0 0 0,-1 1 0 0 0,1 0 1 0 0,-1 0-1 0 0,1-1 0 0 0,-1 1 0 0 0,0 0 0 0 0,0 0 1 0 0,0-1-1 0 0,0 1 0 0 0,0 0 0 0 0,0-1 1 0 0,0 1-1 0 0,0 0 0 0 0,-1 0 0 0 0,1-2 0 0 0,-10-47-237 0 0,-8-6-124 0 0,9 33 74 0 0,-8-38 0 0 0,16 58 296 0 0,1 1 1 0 0,-1 0-1 0 0,1-1 1 0 0,0 1-1 0 0,-1-1 1 0 0,1 1-1 0 0,0 0 1 0 0,1-1-1 0 0,-1 1 1 0 0,0-1-1 0 0,1 1 0 0 0,-1 0 1 0 0,1-1-1 0 0,0 1 1 0 0,-1 0-1 0 0,1 0 1 0 0,0-1-1 0 0,1 1 1 0 0,-1 0-1 0 0,2-3 1 0 0,-1 3 34 0 0,0 1 0 0 0,0 0 0 0 0,1-1 0 0 0,-1 1 0 0 0,0 0 0 0 0,0 0 0 0 0,1 0 0 0 0,-1 0 0 0 0,0 0 0 0 0,1 1 0 0 0,-1-1 0 0 0,1 1 0 0 0,-1-1 0 0 0,1 1 0 0 0,-1 0 0 0 0,4 0 0 0 0,5 1 192 0 0,-1 1 0 0 0,1 0 0 0 0,-1 0 1 0 0,0 1-1 0 0,0 0 0 0 0,0 0 0 0 0,0 1 0 0 0,10 7 0 0 0,-9-5-128 0 0,29 18-143 0 0,-38-23 34 0 0,0 0 0 0 0,0 1-1 0 0,-1-1 1 0 0,1 0 0 0 0,-1 1-1 0 0,0 0 1 0 0,1-1 0 0 0,-1 1-1 0 0,0-1 1 0 0,0 1 0 0 0,0 0 0 0 0,0 0-1 0 0,0 0 1 0 0,0 0 0 0 0,0 0-1 0 0,-1 0 1 0 0,1 0 0 0 0,0 2-1 0 0,-22-43-1989 0 0,17 27 1591 0 0,-4-8-113 0 0,-10-41 0 0 0,17 57 510 0 0,-1-2 0 0 0,2 1 0 0 0,-1 0 0 0 0,1 0 1 0 0,0 0-1 0 0,0 0 0 0 0,0 0 0 0 0,0 0 0 0 0,1 0 1 0 0,0 0-1 0 0,0 0 0 0 0,1 0 0 0 0,3-9 1 0 0,-4 13 65 0 0,-1-1 1 0 0,1 1 0 0 0,0 0 0 0 0,0 0 0 0 0,0-1 0 0 0,0 1 0 0 0,0 0 0 0 0,0 0 0 0 0,0 0 0 0 0,0 0 0 0 0,0 1-1 0 0,1-1 1 0 0,-1 0 0 0 0,0 0 0 0 0,0 1 0 0 0,1-1 0 0 0,-1 1 0 0 0,1-1 0 0 0,-1 1 0 0 0,0-1 0 0 0,1 1 0 0 0,-1 0 0 0 0,1 0-1 0 0,-1 0 1 0 0,1 0 0 0 0,-1 0 0 0 0,1 0 0 0 0,-1 0 0 0 0,1 0 0 0 0,-1 1 0 0 0,3-1 0 0 0,4 3 112 0 0,0 1-1 0 0,1-1 1 0 0,-1 1 0 0 0,11 7 0 0 0,17 7-3419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4.8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24 931 3681 0 0,'-23'25'6241'0'0,"29"-38"-4833"0"0,27-38 342 0 0,1 1-1 0 0,75-82 0 0 0,102-71 2185 0 0,117-65-3744 0 0,-291 239-1082 0 0,62-68 1 0 0,-19 2-4618 0 0,-66 77 469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5.5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3225 0 0,'0'0'57'0'0,"0"1"0"0"0,-1-1 0 0 0,1 0 0 0 0,0 0 0 0 0,0 0 0 0 0,0 1 0 0 0,0-1 0 0 0,-1 0 0 0 0,1 0 0 0 0,0 1 0 0 0,0-1 1 0 0,0 0-1 0 0,0 1 0 0 0,0-1 0 0 0,0 0 0 0 0,0 0 0 0 0,0 1 0 0 0,0-1 0 0 0,0 0 0 0 0,0 0 0 0 0,0 1 0 0 0,0-1 0 0 0,0 0 0 0 0,0 1 0 0 0,0-1 0 0 0,0 0 1 0 0,0 0-1 0 0,0 1 0 0 0,0-1 0 0 0,0 0 0 0 0,0 0 0 0 0,1 1 0 0 0,-1-1 0 0 0,0 0 0 0 0,0 0 0 0 0,0 1 0 0 0,0-1 0 0 0,1 0 0 0 0,-1 0 0 0 0,0 0 0 0 0,0 0 1 0 0,1 1-1 0 0,-1-1 0 0 0,0 0 0 0 0,0 0 0 0 0,0 0 0 0 0,1 0 0 0 0,-1 0 0 0 0,0 0 0 0 0,1 1 0 0 0,-1-1 0 0 0,0 0 0 0 0,0 0 0 0 0,1 0 0 0 0,-1 0 1 0 0,0 0-1 0 0,1 0 0 0 0,-1 0 0 0 0,0 0 0 0 0,0 0 0 0 0,1-1 0 0 0,-1 1 0 0 0,19 1 1365 0 0,9-5-705 0 0,0 0 1 0 0,1 2 0 0 0,-1 1-1 0 0,1 1 1 0 0,-1 1 0 0 0,48 9 0 0 0,34 10-541 0 0,132 15-35 0 0,-211-33-389 0 0,0-1-1 0 0,0-2 0 0 0,0-1 0 0 0,-1-2 0 0 0,61-14 1 0 0,-44-2-1863 0 0,-27 10-1614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5.9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2 3225 0 0,'-1'-1'96'0'0,"-1"1"0"0"0,0 0 0 0 0,0 0 0 0 0,0 0 0 0 0,0 0 0 0 0,0 0 0 0 0,0 0 0 0 0,0 1 0 0 0,1-1 0 0 0,-1 1 0 0 0,0-1 0 0 0,0 1 0 0 0,0 0 0 0 0,1-1 0 0 0,-1 1 0 0 0,0 0 0 0 0,1 0 0 0 0,-1 0 0 0 0,1 1 0 0 0,-1-1 0 0 0,1 0 0 0 0,-1 0 0 0 0,1 1 0 0 0,0-1 0 0 0,0 1 0 0 0,0-1 0 0 0,0 1 0 0 0,0 0 0 0 0,0-1 0 0 0,0 1 0 0 0,0 0 0 0 0,1 0 0 0 0,-1 0 0 0 0,1-1 0 0 0,-1 1 0 0 0,1 0 0 0 0,0 0 0 0 0,0 0 0 0 0,0 0 1 0 0,0 0-1 0 0,0 3 0 0 0,0 7 222 0 0,0 0 0 0 0,1 1 0 0 0,0-1 0 0 0,1 0 0 0 0,1 0 1 0 0,5 19-1 0 0,-6-26-290 0 0,0 0 0 0 0,0 0 0 0 0,0-1 0 0 0,0 1 0 0 0,1 0 0 0 0,0-1 0 0 0,0 0 0 0 0,0 1 0 0 0,1-1 0 0 0,-1 0 0 0 0,1-1 0 0 0,0 1 0 0 0,0-1 0 0 0,0 0 0 0 0,0 0 0 0 0,1 0 0 0 0,7 4 0 0 0,-8-6 69 0 0,-1 1 0 0 0,1-1 0 0 0,0 0 0 0 0,0 0 0 0 0,0 0 1 0 0,0 0-1 0 0,0-1 0 0 0,0 1 0 0 0,0-1 0 0 0,0 0 0 0 0,0-1 0 0 0,0 1 1 0 0,0-1-1 0 0,0 1 0 0 0,7-3 0 0 0,-8 1 35 0 0,-1 0 0 0 0,1 1 0 0 0,0-1 0 0 0,0 0 1 0 0,-1 0-1 0 0,1-1 0 0 0,-1 1 0 0 0,0 0 0 0 0,0-1 0 0 0,0 0 0 0 0,0 1 1 0 0,0-1-1 0 0,0 0 0 0 0,-1 0 0 0 0,1 0 0 0 0,-1 0 0 0 0,0 0 0 0 0,0 0 1 0 0,1-6-1 0 0,0 1 24 0 0,-1 1-1 0 0,-1-1 1 0 0,1 0 0 0 0,-1 1 0 0 0,0-1 0 0 0,-1 0 0 0 0,0 1 0 0 0,0-1 0 0 0,-1 0 0 0 0,0 1-1 0 0,0-1 1 0 0,-6-11 0 0 0,7 16-154 0 0,0 0 0 0 0,0 1 0 0 0,-1-1 0 0 0,1 0 0 0 0,-1 0 0 0 0,0 1 0 0 0,0-1 0 0 0,0 1-1 0 0,0-1 1 0 0,0 1 0 0 0,-1 0 0 0 0,1 0 0 0 0,-1 0 0 0 0,1 0 0 0 0,-1 0 0 0 0,0 0 0 0 0,0 1 0 0 0,0 0 0 0 0,1-1 0 0 0,-2 1-1 0 0,1 0 1 0 0,0 0 0 0 0,0 1 0 0 0,0-1 0 0 0,0 1 0 0 0,0 0 0 0 0,-1-1 0 0 0,1 1 0 0 0,0 1 0 0 0,0-1 0 0 0,0 0 0 0 0,-7 2-1 0 0,8-1-122 0 0,0-1-1 0 0,0 1 0 0 0,0 0 0 0 0,0 0 0 0 0,0 0 0 0 0,0 0 0 0 0,1 0 0 0 0,-1 0 0 0 0,0 0 0 0 0,0 1 1 0 0,1-1-1 0 0,-1 1 0 0 0,1-1 0 0 0,-1 1 0 0 0,1 0 0 0 0,0-1 0 0 0,-1 1 0 0 0,1 0 0 0 0,0 0 1 0 0,0 0-1 0 0,1 0 0 0 0,-1 0 0 0 0,0 0 0 0 0,0 0 0 0 0,1 0 0 0 0,0 0 0 0 0,-1 0 0 0 0,1 0 0 0 0,0 1 1 0 0,0-1-1 0 0,0 3 0 0 0,1 5-7 0 0,0-1 1 0 0,1 0 0 0 0,0 0 0 0 0,1 0-1 0 0,6 16 1 0 0,-2-7 222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6.3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28 202 3225 0 0,'-1'1'150'0'0,"0"0"1"0"0,-1-1-1 0 0,1 1 1 0 0,0 0-1 0 0,-1-1 1 0 0,1 1-1 0 0,0-1 1 0 0,-1 1-1 0 0,1-1 1 0 0,-1 1-1 0 0,1-1 1 0 0,-1 0-1 0 0,-8 2 3471 0 0,26 8-2063 0 0,15 8-733 0 0,-2 0-505 0 0,2-1 1 0 0,54 21 0 0 0,-84-38-288 0 0,0 0 1 0 0,-1 1-1 0 0,1-1 0 0 0,0 1 1 0 0,0-1-1 0 0,0 0 1 0 0,0 0-1 0 0,-1 0 1 0 0,1 1-1 0 0,0-1 1 0 0,0 0-1 0 0,0 0 1 0 0,0 0-1 0 0,0 0 1 0 0,0 0-1 0 0,0 0 1 0 0,-1-1-1 0 0,1 1 1 0 0,0 0-1 0 0,0 0 1 0 0,0-1-1 0 0,0 1 1 0 0,-1 0-1 0 0,1-1 0 0 0,0 1 1 0 0,0-1-1 0 0,-1 1 1 0 0,2-2-1 0 0,-1 1 47 0 0,0-1-1 0 0,-1 1 1 0 0,0-1-1 0 0,1 1 1 0 0,-1-1-1 0 0,0 1 0 0 0,0-1 1 0 0,0 1-1 0 0,0-1 1 0 0,0 1-1 0 0,0-1 0 0 0,0 1 1 0 0,0-1-1 0 0,-1 1 1 0 0,0-3-1 0 0,-3-8 482 0 0,0-1-1 0 0,-12-21 0 0 0,15 32-554 0 0,-31-58 723 0 0,-13-27-771 0 0,23 28-5238 0 0,18 44 327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6.8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87 3225 0 0,'0'10'167'0'0,"-1"3"293"0"0,1 0 0 0 0,1-1 0 0 0,0 1 0 0 0,4 20 0 0 0,-5-31-372 0 0,1 0 0 0 0,-1 0 0 0 0,1 0 0 0 0,-1 0-1 0 0,1 0 1 0 0,0 0 0 0 0,0 0 0 0 0,0 0 0 0 0,0-1-1 0 0,0 1 1 0 0,0 0 0 0 0,0-1 0 0 0,1 1 0 0 0,-1 0-1 0 0,0-1 1 0 0,1 0 0 0 0,0 1 0 0 0,-1-1 0 0 0,1 0-1 0 0,0 0 1 0 0,-1 0 0 0 0,1 0 0 0 0,0 0 0 0 0,0 0-1 0 0,0 0 1 0 0,0-1 0 0 0,0 1 0 0 0,0-1 0 0 0,0 1-1 0 0,0-1 1 0 0,0 0 0 0 0,0 0 0 0 0,0 0 0 0 0,0 0-1 0 0,0 0 1 0 0,0 0 0 0 0,1 0 0 0 0,2-2 0 0 0,-3 2 77 0 0,0-1 0 0 0,0 0 1 0 0,0 1-1 0 0,1-1 1 0 0,-1 0-1 0 0,0 0 0 0 0,-1 0 1 0 0,1-1-1 0 0,0 1 0 0 0,0 0 1 0 0,0-1-1 0 0,-1 1 1 0 0,1-1-1 0 0,-1 1 0 0 0,1-1 1 0 0,-1 0-1 0 0,1 0 0 0 0,-1 0 1 0 0,1-2-1 0 0,0 0 20 0 0,-1 0-1 0 0,0 1 1 0 0,0-1-1 0 0,0 0 1 0 0,-1 0-1 0 0,1 0 1 0 0,-1 1-1 0 0,0-1 1 0 0,0 0-1 0 0,-1-5 1 0 0,-1-3 39 0 0,-1 1 1 0 0,1 0 0 0 0,-2-1-1 0 0,0 1 1 0 0,0 1-1 0 0,-8-16 1 0 0,10 24-241 0 0,-19-31 522 0 0,19 32-586 0 0,1-1-1 0 0,0 1 1 0 0,0 0 0 0 0,0 0-1 0 0,-1-1 1 0 0,1 1 0 0 0,-1 0 0 0 0,1 0-1 0 0,-1 0 1 0 0,1 0 0 0 0,-1 1-1 0 0,0-1 1 0 0,1 0 0 0 0,-1 1-1 0 0,0-1 1 0 0,1 1 0 0 0,-1-1-1 0 0,0 1 1 0 0,-2 0 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7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1566 28 3225 0 0,'0'-1'20'0'0,"0"0"1"0"0,0 0 0 0 0,0 0 0 0 0,0 0-1 0 0,0 0 1 0 0,0 0 0 0 0,0 0-1 0 0,0 0 1 0 0,0-1 0 0 0,-1 1 0 0 0,1 0-1 0 0,0 0 1 0 0,-1 0 0 0 0,1 0 0 0 0,-1 1-1 0 0,1-1 1 0 0,-1 0 0 0 0,1 0-1 0 0,-1 0 1 0 0,0 0 0 0 0,0 0 0 0 0,1 1-1 0 0,-1-1 1 0 0,0 0 0 0 0,0 1 0 0 0,0-1-1 0 0,-1 0 1 0 0,0 0 173 0 0,0 1-1 0 0,0 0 1 0 0,1 0 0 0 0,-1-1-1 0 0,0 1 1 0 0,0 1 0 0 0,0-1-1 0 0,0 0 1 0 0,0 0 0 0 0,0 1-1 0 0,0-1 1 0 0,0 1 0 0 0,-3 1-1 0 0,-4 2 653 0 0,0 1-1 0 0,0 0 1 0 0,0 1-1 0 0,-13 10 1 0 0,6-3-508 0 0,-1-1 0 0 0,-1-1 1 0 0,0 0-1 0 0,-1-1 0 0 0,-26 9 1 0 0,-105 30 2246 0 0,100-34-2317 0 0,3-4-187 0 0,0-2 0 0 0,0-2-1 0 0,-53 1 1 0 0,-19 2 68 0 0,-127 7 1242 0 0,93-9-1211 0 0,113-3-345 0 0,-62 16-1 0 0,70-13 127 0 0,0-1-1 0 0,0-2 1 0 0,-43 2 0 0 0,73-7 46 0 0,0 0 1 0 0,-1 0-1 0 0,1 0 0 0 0,0-1 0 0 0,-1 1 0 0 0,1-1 0 0 0,0 1 0 0 0,0-1 1 0 0,-1 0-1 0 0,1 0 0 0 0,0 1 0 0 0,0-2 0 0 0,0 1 0 0 0,0 0 0 0 0,0 0 0 0 0,0-1 1 0 0,1 1-1 0 0,-1-1 0 0 0,0 1 0 0 0,1-1 0 0 0,-1 0 0 0 0,1 0 0 0 0,-1 1 1 0 0,1-1-1 0 0,-2-3 0 0 0,-5-22-4208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8.4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61 19 4145 0 0,'-6'8'513'0'0,"0"-1"1"0"0,0 1-1 0 0,0 0 1 0 0,1 0-1 0 0,0 1 1 0 0,1-1-1 0 0,0 1 1 0 0,0 0-1 0 0,1 0 1 0 0,0 0-1 0 0,-2 13 1 0 0,4-17-510 0 0,0 0 0 0 0,0 0 0 0 0,1 0 0 0 0,0-1 0 0 0,0 1 0 0 0,0 0 0 0 0,0 0 0 0 0,1 0 0 0 0,0 0 0 0 0,0 0 0 0 0,0-1 0 0 0,0 1 0 0 0,1-1 0 0 0,0 1 0 0 0,0-1 0 0 0,0 1 0 0 0,0-1 0 0 0,1 0 0 0 0,0 0 0 0 0,-1 0 0 0 0,2 0 0 0 0,-1 0 0 0 0,0-1 1 0 0,5 4-1 0 0,-6-5 33 0 0,-1-1 0 0 0,1 0 0 0 0,0 1 1 0 0,0-1-1 0 0,0 0 0 0 0,0 0 1 0 0,0 0-1 0 0,0 0 0 0 0,0-1 1 0 0,0 1-1 0 0,0-1 0 0 0,0 1 1 0 0,0-1-1 0 0,0 1 0 0 0,1-1 0 0 0,-1 0 1 0 0,0 0-1 0 0,0 0 0 0 0,0 0 1 0 0,0-1-1 0 0,1 1 0 0 0,-1-1 1 0 0,0 1-1 0 0,0-1 0 0 0,0 0 1 0 0,0 1-1 0 0,0-1 0 0 0,0 0 0 0 0,0-1 1 0 0,0 1-1 0 0,-1 0 0 0 0,1 0 1 0 0,0-1-1 0 0,-1 1 0 0 0,1-1 1 0 0,-1 1-1 0 0,1-1 0 0 0,-1 0 1 0 0,0 0-1 0 0,2-3 0 0 0,1-2 164 0 0,0 0 0 0 0,-1 0 1 0 0,1 0-1 0 0,-2 0 0 0 0,1-1 0 0 0,-1 1 0 0 0,0-1 0 0 0,-1 1 0 0 0,0-1 1 0 0,0-9-1 0 0,-1 8-91 0 0,-1 1 0 0 0,0-1 0 0 0,0 0-1 0 0,-1 1 1 0 0,-1-1 0 0 0,1 1 0 0 0,-6-11 0 0 0,6 14-65 0 0,0 0-1 0 0,0 0 1 0 0,-1 0-1 0 0,0 1 0 0 0,0 0 1 0 0,0-1-1 0 0,-1 1 1 0 0,1 0-1 0 0,-1 1 1 0 0,0-1-1 0 0,0 1 0 0 0,-1 0 1 0 0,-5-4-1 0 0,9 6-83 0 0,0 1-1 0 0,0-1 0 0 0,0 1 1 0 0,0-1-1 0 0,0 1 0 0 0,0 0 1 0 0,-1 0-1 0 0,1-1 0 0 0,0 1 1 0 0,0 0-1 0 0,0 0 0 0 0,0 0 1 0 0,0 0-1 0 0,0 1 0 0 0,0-1 1 0 0,0 0-1 0 0,0 0 0 0 0,0 1 1 0 0,-1-1-1 0 0,1 0 0 0 0,0 1 0 0 0,0-1 1 0 0,-1 2-1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49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1256 5065 0 0,'-1'-1'185'0'0,"0"1"0"0"0,-1-1-1 0 0,1 1 1 0 0,0-1 0 0 0,0 0-1 0 0,0 1 1 0 0,0-1 0 0 0,0 0-1 0 0,0 0 1 0 0,0 0 0 0 0,0 0 0 0 0,0 0-1 0 0,0 0 1 0 0,1 0 0 0 0,-1 0-1 0 0,0 0 1 0 0,1 0 0 0 0,-1-1 0 0 0,1 1-1 0 0,-2-2 1 0 0,-8-28 1515 0 0,1-24-70 0 0,3 0-1 0 0,2-1 1 0 0,4-77 0 0 0,0 18-781 0 0,-3-34-48 0 0,-26-481 141 0 0,26 620-3061 0 0,1 26-394 0 0,2 3 1041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0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56 0 6449 0 0,'-6'7'670'0'0,"1"0"0"0"0,0-1 0 0 0,1 2-1 0 0,0-1 1 0 0,0 0 0 0 0,0 1 0 0 0,1 0 0 0 0,0 0-1 0 0,0 0 1 0 0,1 0 0 0 0,-2 15 0 0 0,0 10 758 0 0,-1 52 1 0 0,5-80-1329 0 0,10 607 3660 0 0,-4-402-3509 0 0,14 8-612 0 0,5-75-3291 0 0,-25-142 3642 0 0,12 75-4054 0 0,-15-27-1596 0 0,0-32 2281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0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59 3225 0 0,'-6'3'5041'0'0,"21"-12"-2410"0"0,27-15 51 0 0,-26 18-2441 0 0,0 1 0 0 0,0 0 0 0 0,0 1 0 0 0,1 1 0 0 0,0 0 0 0 0,-1 2 0 0 0,1 0 0 0 0,19 1 0 0 0,11 4 926 0 0,73 16-1 0 0,-67-10-963 0 0,-26-5-1006 0 0,-1-1 0 0 0,0-2 0 0 0,1 0 1 0 0,0-2-1 0 0,-1-1 0 0 0,1-1 0 0 0,-1-1 0 0 0,36-10 0 0 0,-56 12-189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0.9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15 6913 0 0,'0'0'31'0'0,"0"0"-1"0"0,0 0 0 0 0,1 0 0 0 0,-1 0 0 0 0,0 0 0 0 0,0 0 0 0 0,1 0 0 0 0,-1-1 0 0 0,0 1 1 0 0,0 0-1 0 0,0 0 0 0 0,1 0 0 0 0,-1 0 0 0 0,0-1 0 0 0,0 1 0 0 0,0 0 0 0 0,0 0 1 0 0,0-1-1 0 0,0 1 0 0 0,1 0 0 0 0,-1 0 0 0 0,0 0 0 0 0,0-1 0 0 0,0 1 0 0 0,0 0 0 0 0,0 0 1 0 0,0-1-1 0 0,0 1 0 0 0,0 0 0 0 0,0 0 0 0 0,0-1 0 0 0,0 1 0 0 0,0 0 0 0 0,0 0 0 0 0,0-1 1 0 0,0 1-1 0 0,0 0 0 0 0,0 0 0 0 0,-1-1 0 0 0,1 1 0 0 0,0 0 0 0 0,0 0 0 0 0,0-1 0 0 0,0 1 1 0 0,0 0-1 0 0,-1 0 0 0 0,1 0 0 0 0,0-1 0 0 0,0 1 0 0 0,0 0 0 0 0,-1 0 0 0 0,1 0 0 0 0,0 0 1 0 0,0 0-1 0 0,0 0 0 0 0,-1-1 0 0 0,1 1 0 0 0,0 0 0 0 0,0 0 0 0 0,-1 0 0 0 0,1 0 0 0 0,0 0 1 0 0,0 0-1 0 0,-1 0 0 0 0,2-1 165 0 0,1 1 1 0 0,0-1 0 0 0,-1 1-1 0 0,1-1 1 0 0,-1 1 0 0 0,1 0-1 0 0,-1-1 1 0 0,1 1 0 0 0,0 0-1 0 0,-1 0 1 0 0,1 0 0 0 0,2 1-1 0 0,2 2 206 0 0,1 0 1 0 0,-1 0-1 0 0,0 1 0 0 0,0 0 0 0 0,0 0 0 0 0,0 0 0 0 0,-1 1 0 0 0,0 0 0 0 0,6 6 0 0 0,43 57 489 0 0,-31-36-577 0 0,13 11-1242 0 0,56 53 1 0 0,-80-84-4425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1.3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155 30 3201 0 0,'20'-30'312'0'0,"-16"53"760"0"0,-6-7 223 0 0,-1-1 0 0 0,-1-1 0 0 0,-7 23 0 0 0,-44 82 2222 0 0,44-97-3032 0 0,-44 77 877 0 0,28-58-5530 0 0,17-25-536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2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243 48 2761 0 0,'-10'-5'373'0'0,"0"1"0"0"0,0 0 1 0 0,-1 1-1 0 0,1 0 1 0 0,-1 0-1 0 0,0 1 0 0 0,1 1 1 0 0,-1 0-1 0 0,0 0 1 0 0,0 1-1 0 0,-19 3 1 0 0,10-1 989 0 0,1 0 1 0 0,-39 12 0 0 0,85-21-793 0 0,-1 1 0 0 0,1 2 0 0 0,28-2 1 0 0,110-2 488 0 0,-94 5-575 0 0,334-5 1191 0 0,-308 12-1528 0 0,0 4 0 0 0,112 23 1 0 0,-126-6-223 0 0,-66-19-24 0 0,1 0 0 0 0,0-1 1 0 0,-1-1-1 0 0,1 0 0 0 0,1-2 0 0 0,-1 0 0 0 0,20 0 1 0 0,-23-5-3892 0 0,1-1-1360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5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261 1 1376 0 0,'-3'3'18'0'0,"-1"0"0"0"0,1 0 0 0 0,0 1-1 0 0,-1 0 1 0 0,1-1 0 0 0,-3 8 0 0 0,4-8 4 0 0,-1 1 0 0 0,1-1 0 0 0,0 0 1 0 0,-1 0-1 0 0,0 1 0 0 0,0-2 0 0 0,0 1 1 0 0,0 0-1 0 0,-5 3 0 0 0,4-5 27 0 0,-1 0 1 0 0,0 1-1 0 0,0-1 0 0 0,1-1 1 0 0,-10 1-1 0 0,-9 2-52 0 0,19-2-3 0 0,-1 0 1 0 0,1 0-1 0 0,-1-1 0 0 0,0 1 0 0 0,0-1 0 0 0,1 0 0 0 0,-1 0 0 0 0,0-1 0 0 0,1 0 0 0 0,-1 0 0 0 0,0 0 0 0 0,-7-3 0 0 0,5 0 37 0 0,0 0 1 0 0,0 0-1 0 0,0-1 0 0 0,1 0 0 0 0,0 0 1 0 0,-29-19 11384 0 0,210 23-7535 0 0,28 2-2548 0 0,343 27-142 0 0,-414-29-977 0 0,7-1 556 0 0,223 25 1 0 0,-335-18-801 0 0,-21-3-50 0 0,0 0 0 0 0,1-1 0 0 0,-1 0 1 0 0,1 0-1 0 0,0 0 0 0 0,-1-1 0 0 0,1 0 0 0 0,-1-1 0 0 0,1 1 1 0 0,0-1-1 0 0,-1 0 0 0 0,9-3 0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5:56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227 24 3225 0 0,'-7'-3'575'0'0,"0"-1"1"0"0,-1 1 0 0 0,0 0-1 0 0,1 1 1 0 0,-1-1 0 0 0,0 2-1 0 0,0-1 1 0 0,-15 0 0 0 0,18 2-195 0 0,0 1 1 0 0,0-1-1 0 0,0 1 1 0 0,0 0 0 0 0,0 1-1 0 0,0-1 1 0 0,0 1-1 0 0,1 0 1 0 0,-1 0 0 0 0,0 0-1 0 0,1 1 1 0 0,0 0-1 0 0,0 0 1 0 0,0 0 0 0 0,-6 5-1 0 0,5-3 87 0 0,-1 0-101 0 0,1-1 0 0 0,-1 1 0 0 0,1 0-1 0 0,0 1 1 0 0,1-1 0 0 0,-1 1 0 0 0,1 0 0 0 0,0 0 0 0 0,1 0 0 0 0,-1 1 0 0 0,-2 8-1 0 0,6-13-331 0 0,0-1 0 0 0,1 0 0 0 0,-1 0-1 0 0,0 0 1 0 0,1 1 0 0 0,-1-1 0 0 0,1 0-1 0 0,0 0 1 0 0,-1 0 0 0 0,1 0 0 0 0,0 0-1 0 0,0 0 1 0 0,-1 0 0 0 0,1 0 0 0 0,0 0-1 0 0,0 0 1 0 0,0-1 0 0 0,0 1 0 0 0,0 0-1 0 0,0-1 1 0 0,0 1 0 0 0,1-1-1 0 0,-1 1 1 0 0,0-1 0 0 0,2 1 0 0 0,32 11 24 0 0,78 1-87 0 0,13 2-112 0 0,-99-12 131 0 0,-22-2 10 0 0,1-1 1 0 0,0 1-1 0 0,0 0 1 0 0,-1 0-1 0 0,1 0 1 0 0,-1 1-1 0 0,1 0 1 0 0,5 3-1 0 0,-11-1 50 0 0,-1-1 0 0 0,1 1 0 0 0,-1 0 0 0 0,0 0-1 0 0,0 0 1 0 0,-1-1 0 0 0,1 1 0 0 0,-1-1 0 0 0,1 1-1 0 0,-5 5 1 0 0,2-2-2 0 0,-14 35-181 0 0,-3-1-1 0 0,-1-1 1 0 0,-2-1 0 0 0,-1-1-1 0 0,-35 38 1 0 0,48-62-63 0 0,-25 30 958 0 0,35-41-1206 0 0,0 0 0 0 0,0 0 0 0 0,1 0 0 0 0,-1 0 0 0 0,1 0 0 0 0,0 0 0 0 0,0 0 0 0 0,0 1 0 0 0,0-1 0 0 0,0 0 0 0 0,1 1 0 0 0,0-1 0 0 0,0 7 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07.5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130 56 4145 0 0,'-10'-4'597'0'0,"-1"1"0"0"0,1-2 0 0 0,0 0 0 0 0,-12-7 0 0 0,12 6 621 0 0,-1 1 0 0 0,1 0 0 0 0,-16-5 1 0 0,25 10-1100 0 0,1 0 1 0 0,-1 1 0 0 0,0-1-1 0 0,1 0 1 0 0,-1 1 0 0 0,1-1-1 0 0,-1 1 1 0 0,1-1 0 0 0,0 1-1 0 0,-1-1 1 0 0,1 1-1 0 0,-1-1 1 0 0,1 1 0 0 0,0-1-1 0 0,-1 1 1 0 0,1 0 0 0 0,0-1-1 0 0,0 1 1 0 0,-1-1 0 0 0,1 1-1 0 0,0 0 1 0 0,0-1 0 0 0,0 1-1 0 0,0 0 1 0 0,0-1 0 0 0,0 1-1 0 0,0 0 1 0 0,0-1 0 0 0,0 1-1 0 0,0 0 1 0 0,1 0 0 0 0,-1 30 690 0 0,0-28-543 0 0,16 201 1662 0 0,-1-36-1459 0 0,-8 8-476 0 0,13 165-2742 0 0,-19-328-1401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08.0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80 120 3641 0 0,'-1'-2'106'0'0,"0"0"0"0"0,1-1 0 0 0,-1 1 0 0 0,0 0 0 0 0,1-1 0 0 0,0 1-1 0 0,0-1 1 0 0,-1 1 0 0 0,2-1 0 0 0,-1 1 0 0 0,0-1 0 0 0,0 1 0 0 0,1 0 0 0 0,-1-1 0 0 0,1 1 0 0 0,0-1 0 0 0,0 1 0 0 0,-1 0 0 0 0,2 0 0 0 0,-1-1 0 0 0,0 1 0 0 0,0 0 0 0 0,1 0 0 0 0,-1 0 0 0 0,1 0 0 0 0,0 1 0 0 0,-1-1 0 0 0,1 0-1 0 0,0 1 1 0 0,0-1 0 0 0,4-1 0 0 0,4-5 781 0 0,0 2 0 0 0,1 0 0 0 0,0 0-1 0 0,21-8 1 0 0,-27 12-717 0 0,0 1-1 0 0,0-1 1 0 0,-1 1-1 0 0,1 0 0 0 0,0 0 1 0 0,0 1-1 0 0,0-1 1 0 0,0 1-1 0 0,0 0 1 0 0,0 1-1 0 0,0-1 1 0 0,0 1-1 0 0,0 0 1 0 0,0 0-1 0 0,0 0 0 0 0,0 1 1 0 0,-1 0-1 0 0,1 0 1 0 0,-1 0-1 0 0,8 5 1 0 0,-6-2-90 0 0,0-1 0 0 0,-1 2-1 0 0,0-1 1 0 0,0 0 0 0 0,0 1 0 0 0,-1 0 0 0 0,1 0 0 0 0,-1 0 0 0 0,-1 1 0 0 0,1-1-1 0 0,-1 1 1 0 0,-1 0 0 0 0,4 11 0 0 0,0 6-46 0 0,-2-1-1 0 0,0 1 0 0 0,-2 0 1 0 0,-1 0-1 0 0,0 0 1 0 0,-2 0-1 0 0,-1 0 0 0 0,-1 0 1 0 0,-6 23-1 0 0,4-22-101 0 0,-2 0 1 0 0,-1 0-1 0 0,-1-1 1 0 0,-1 0-1 0 0,-1 0 0 0 0,-1-1 1 0 0,-1-1-1 0 0,-19 26 0 0 0,20-33 32 0 0,-1-1 0 0 0,-1 0-1 0 0,0-1 1 0 0,-31 23-1 0 0,40-32 29 0 0,-1 0 0 0 0,0 0 0 0 0,0-1 0 0 0,0 0 0 0 0,0 0 0 0 0,-1-1 0 0 0,1 1-1 0 0,-1-1 1 0 0,0-1 0 0 0,1 1 0 0 0,-1-1 0 0 0,0 0 0 0 0,0-1 0 0 0,0 0 0 0 0,0 0 0 0 0,0 0-1 0 0,-9-2 1 0 0,15 2 23 0 0,0-1-1 0 0,0 1 1 0 0,0 0-1 0 0,-1-1 1 0 0,1 1-1 0 0,0-1 1 0 0,0 1-1 0 0,0-1 1 0 0,0 1-1 0 0,0-1 1 0 0,0 0-1 0 0,0 0 1 0 0,0 1-1 0 0,0-1 1 0 0,1 0-1 0 0,-1 0 0 0 0,0 0 1 0 0,0 0-1 0 0,1 0 1 0 0,-1 0-1 0 0,1 0 1 0 0,-1 0-1 0 0,1 0 1 0 0,-2-3-1 0 0,2 2 48 0 0,0 0 1 0 0,0 0-1 0 0,0 0 0 0 0,0-1 0 0 0,1 1 0 0 0,-1 0 0 0 0,0 0 0 0 0,1 0 0 0 0,0 0 1 0 0,-1-1-1 0 0,1 1 0 0 0,2-3 0 0 0,0-1 80 0 0,0 1 1 0 0,1-1-1 0 0,0 1 1 0 0,0 0-1 0 0,0 0 0 0 0,1 0 1 0 0,-1 1-1 0 0,9-7 1 0 0,-7 7-130 0 0,1 0 0 0 0,-1 1 0 0 0,1 0 0 0 0,0 0 0 0 0,0 0 1 0 0,0 1-1 0 0,0 0 0 0 0,0 0 0 0 0,1 1 0 0 0,-1 0 0 0 0,0 1 1 0 0,1-1-1 0 0,-1 1 0 0 0,1 0 0 0 0,-1 1 0 0 0,1 0 0 0 0,-1 0 1 0 0,0 1-1 0 0,0 0 0 0 0,0 0 0 0 0,0 1 0 0 0,0-1 0 0 0,0 2 1 0 0,0-1-1 0 0,-1 1 0 0 0,0 0 0 0 0,0 0 0 0 0,0 1 0 0 0,0-1 1 0 0,0 1-1 0 0,8 11 0 0 0,54 57-591 0 0,162 165-4176 0 0,-212-221 3267 0 0,-5-3 888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08.4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75 5065 0 0,'47'-11'3127'0'0,"180"-40"2752"0"0,-182 45-7882 0 0,65 0 1 0 0,-89 6-2327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08.7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 4145 0 0,'2'-2'3302'0'0,"-3"2"-3237"0"0,6 10 2588 0 0,2 12-227 0 0,-1 42 439 0 0,-1 73 0 0 0,-5-81-3378 0 0,15 110 1 0 0,-5-116-2098 0 0,-5-26-2810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09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4145 0 0,'23'-1'1388'0'0,"0"-2"0"0"0,1 0 1 0 0,-1-2-1 0 0,33-10 0 0 0,38-8-1648 0 0,-74 20-3621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09.6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1 118 10594 0 0,'183'-94'1267'0'0,"-159"79"-2376"0"0,-17 6 895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0.0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7834 0 0,'-1'0'96'0'0,"0"0"-1"0"0,0 0 1 0 0,0 0 0 0 0,0 1 0 0 0,0-1 0 0 0,0 0 0 0 0,0 1 0 0 0,0-1 0 0 0,0 1-1 0 0,0-1 1 0 0,0 1 0 0 0,0-1 0 0 0,1 1 0 0 0,-1 0 0 0 0,0-1 0 0 0,0 1 0 0 0,1 0-1 0 0,-1 0 1 0 0,0 0 0 0 0,1-1 0 0 0,-1 1 0 0 0,1 0 0 0 0,-1 0 0 0 0,1 0 0 0 0,-1 0-1 0 0,1 0 1 0 0,0 0 0 0 0,-1 0 0 0 0,1 0 0 0 0,0 0 0 0 0,0 0 0 0 0,0 0 0 0 0,0 1-1 0 0,-1 44 2339 0 0,2-30-1746 0 0,34 504 3493 0 0,-34-512-4188 0 0,19 121-1596 0 0,-15-110 963 0 0,0 0 1 0 0,1 0 0 0 0,1 0 0 0 0,13 25 0 0 0,-12-29-4445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0.3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1 129 5065 0 0,'8'-13'571'0'0,"1"1"0"0"0,1 0 0 0 0,0 0-1 0 0,1 1 1 0 0,0 0 0 0 0,21-14 0 0 0,-28 21-300 0 0,1 0 1 0 0,0 1-1 0 0,0 0 1 0 0,0 0 0 0 0,1 0-1 0 0,-1 1 1 0 0,0 0-1 0 0,1 0 1 0 0,0 0-1 0 0,0 0 1 0 0,-1 1-1 0 0,1 0 1 0 0,0 1-1 0 0,0-1 1 0 0,0 1-1 0 0,0 0 1 0 0,0 0 0 0 0,0 1-1 0 0,0 0 1 0 0,5 1-1 0 0,-6 1-193 0 0,-1-1-1 0 0,1 0 1 0 0,-1 1 0 0 0,0 0-1 0 0,0 0 1 0 0,-1 0-1 0 0,1 1 1 0 0,0-1 0 0 0,-1 1-1 0 0,0 0 1 0 0,0 0 0 0 0,0 0-1 0 0,-1 0 1 0 0,1 0-1 0 0,-1 1 1 0 0,0-1 0 0 0,0 1-1 0 0,0-1 1 0 0,-1 1-1 0 0,0 0 1 0 0,0 0 0 0 0,0 0-1 0 0,0 8 1 0 0,1 2-143 0 0,-2 0 1 0 0,0 0 0 0 0,0 1-1 0 0,-2-1 1 0 0,1-1 0 0 0,-8 24-1 0 0,4-20-169 0 0,-2 0 0 0 0,0-1-1 0 0,-1 0 1 0 0,-1-1-1 0 0,0 0 1 0 0,-1 0-1 0 0,-24 27 1 0 0,18-25 194 0 0,-1-1 0 0 0,0 0 1 0 0,-1-2-1 0 0,-1 0 0 0 0,-36 22 1 0 0,38-31 872 0 0,17-6-799 0 0,0-1 0 0 0,-1 1 1 0 0,1 0-1 0 0,0 0 0 0 0,0 0 0 0 0,0 0 0 0 0,0-1 1 0 0,-1 1-1 0 0,1 0 0 0 0,0 0 0 0 0,0 0 0 0 0,0-1 1 0 0,0 1-1 0 0,0 0 0 0 0,0 0 0 0 0,0 0 0 0 0,0-1 1 0 0,0 1-1 0 0,-1 0 0 0 0,1 0 0 0 0,0 0 0 0 0,0-1 1 0 0,0 1-1 0 0,0 0 0 0 0,0 0 0 0 0,1-1 0 0 0,-1 1 1 0 0,0 0-1 0 0,0 0 0 0 0,0 0 0 0 0,0-1 0 0 0,0 1 1 0 0,0 0-1 0 0,0 0 0 0 0,0 0 0 0 0,0-1 0 0 0,0 1 1 0 0,1 0-1 0 0,0-3 84 0 0,1 0 1 0 0,-1 1-1 0 0,1 0 1 0 0,0-1-1 0 0,0 1 0 0 0,0 0 1 0 0,0 0-1 0 0,0 0 1 0 0,1 0-1 0 0,2-2 1 0 0,2 0-90 0 0,1-1 0 0 0,0 2 0 0 0,1-1 0 0 0,-1 1 0 0 0,1 0 1 0 0,-1 1-1 0 0,1-1 0 0 0,0 2 0 0 0,0-1 0 0 0,0 2 0 0 0,0-1 0 0 0,0 1 0 0 0,0 0 1 0 0,0 1-1 0 0,0 0 0 0 0,-1 0 0 0 0,18 6 0 0 0,1 3-36 0 0,0 1 0 0 0,-1 2 0 0 0,0 1 0 0 0,28 19 0 0 0,-4-2-466 0 0,-30-20-391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0.7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0 3193 0 0,'-4'1'379'0'0,"0"0"-1"0"0,-1 0 1 0 0,1 0 0 0 0,0 0 0 0 0,0 0 0 0 0,0 1 0 0 0,1 0 0 0 0,-1 0 0 0 0,0 0 0 0 0,1 0 0 0 0,-1 0-1 0 0,1 1 1 0 0,-1 0 0 0 0,1 0 0 0 0,0 0 0 0 0,0 0 0 0 0,1 0 0 0 0,-4 4 0 0 0,2-1-42 0 0,0 0 0 0 0,0-1 0 0 0,1 1 0 0 0,0 0 0 0 0,0 1 0 0 0,0-1 0 0 0,1 0 0 0 0,-1 1 0 0 0,2 0 0 0 0,-3 9 0 0 0,4-9-305 0 0,0 0-1 0 0,0 1 1 0 0,0-1 0 0 0,1 0 0 0 0,0 0-1 0 0,0-1 1 0 0,0 1 0 0 0,1 0 0 0 0,0 0-1 0 0,1-1 1 0 0,0 1 0 0 0,0-1-1 0 0,5 9 1 0 0,-4-10-19 0 0,-1-1 0 0 0,1 0 0 0 0,0 0 1 0 0,0 0-1 0 0,0 0 0 0 0,0 0 0 0 0,1-1 0 0 0,0 0 0 0 0,-1 0 0 0 0,1 0 0 0 0,0-1 0 0 0,0 0 1 0 0,1 0-1 0 0,-1 0 0 0 0,0 0 0 0 0,1-1 0 0 0,8 1 0 0 0,-4-1 16 0 0,0 0 0 0 0,0-1 0 0 0,0 0 0 0 0,-1-1 0 0 0,1 0 0 0 0,0-1 0 0 0,-1 0 0 0 0,1-1 0 0 0,-1 1-1 0 0,0-2 1 0 0,1 1 0 0 0,-2-2 0 0 0,1 1 0 0 0,0-1 0 0 0,-1 0 0 0 0,0-1 0 0 0,0 0 0 0 0,-1 0 0 0 0,1 0 0 0 0,-1-1 0 0 0,-1 0 0 0 0,11-15 0 0 0,-15 19 13 0 0,0 0 1 0 0,0 0 0 0 0,0 0 0 0 0,-1-1 0 0 0,1 1-1 0 0,-1-1 1 0 0,0 1 0 0 0,0-1 0 0 0,0 0-1 0 0,0 1 1 0 0,-1-1 0 0 0,1 0 0 0 0,-1 0 0 0 0,0 1-1 0 0,0-1 1 0 0,-1 0 0 0 0,1 0 0 0 0,-2-4-1 0 0,0 3 88 0 0,1 0-1 0 0,-2 0 0 0 0,1 0 0 0 0,0 1 0 0 0,-1-1 0 0 0,0 1 0 0 0,0 0 1 0 0,-1 0-1 0 0,1 0 0 0 0,-1 0 0 0 0,1 0 0 0 0,-6-2 0 0 0,2 0-159 0 0,-1 0-1 0 0,0 1 1 0 0,-1 0-1 0 0,1 1 0 0 0,-1 0 1 0 0,-13-4-1 0 0,15 6-577 0 0,0 0 0 0 0,0 0-1 0 0,0 1 1 0 0,-1 0 0 0 0,1 0 0 0 0,-1 1-1 0 0,-14 0 1 0 0,-2 5-4918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1.7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329 5 5065 0 0,'0'-5'1306'0'0,"-7"9"80"0"0,-10 10 203 0 0,-8 20-925 0 0,2 0 0 0 0,2 1 0 0 0,1 1 0 0 0,-28 75 0 0 0,-37 163-102 0 0,56-164-200 0 0,-15 124 0 0 0,39-192-315 0 0,2 0-1 0 0,1 0 1 0 0,3 0-1 0 0,1 0 1 0 0,2-1-1 0 0,12 57 1 0 0,-12-83-38 0 0,1 1 0 0 0,0-1 0 0 0,1 0 0 0 0,1-1 0 0 0,0 1 0 0 0,1-1 0 0 0,0-1 0 0 0,2 0 0 0 0,-1 0 1 0 0,1 0-1 0 0,1-1 0 0 0,20 17 0 0 0,-14-16 36 0 0,1 0 1 0 0,0-2 0 0 0,1 0 0 0 0,0-1-1 0 0,1 0 1 0 0,0-2 0 0 0,0 0-1 0 0,37 8 1 0 0,-29-10 37 0 0,176 35-447 0 0,-182-38-620 0 0,0-1-1 0 0,0-1 0 0 0,1-1 0 0 0,-1-1 0 0 0,0-1 1 0 0,0-1-1 0 0,25-6 0 0 0,-19 0-1062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4.4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0 162 1376 0 0,'14'-55'85'0'0,"-12"43"-95"0"0,1 0 0 0 0,0 1-1 0 0,0-1 1 0 0,1 1 0 0 0,1 0 0 0 0,0 0-1 0 0,9-15 1 0 0,-14 26 9 0 0,0 0-1 0 0,0 0 1 0 0,0 1 0 0 0,0-1 0 0 0,0 0 0 0 0,0 1-1 0 0,0-1 1 0 0,0 0 0 0 0,0 1 0 0 0,0-1-1 0 0,1 0 1 0 0,-1 0 0 0 0,0 1 0 0 0,0-1-1 0 0,0 0 1 0 0,0 0 0 0 0,0 1 0 0 0,1-1-1 0 0,-1 0 1 0 0,0 0 0 0 0,0 1 0 0 0,1-1-1 0 0,-1 0 1 0 0,0 0 0 0 0,0 0 0 0 0,1 0 0 0 0,-1 1-1 0 0,0-1 1 0 0,0 0 0 0 0,1 0 0 0 0,-1 0-1 0 0,0 0 1 0 0,0 0 0 0 0,1 0 0 0 0,-1 0-1 0 0,0 0 1 0 0,1 0 0 0 0,-1 0 0 0 0,0 0-1 0 0,1 0 1 0 0,-1 0 0 0 0,0 0 0 0 0,0 0-1 0 0,1 0 1 0 0,-1 0 0 0 0,0 0 0 0 0,1 0 0 0 0,-1 0-1 0 0,0-1 1 0 0,0 1 0 0 0,1 0 0 0 0,-1 0-1 0 0,0 0 1 0 0,0 0 0 0 0,1-1 0 0 0,-1 1-1 0 0,0 0 1 0 0,0 0 0 0 0,0 0 0 0 0,1-1-1 0 0,-1 1 1 0 0,0-1 0 0 0,4 35 2752 0 0,3-37-3404 0 0,-7 3 626 0 0,0 0 0 0 0,0 0 0 0 0,0-1 0 0 0,0 1 0 0 0,0 0 0 0 0,0 0 0 0 0,0 0-1 0 0,0 0 1 0 0,1 0 0 0 0,-1-1 0 0 0,0 1 0 0 0,0 0 0 0 0,0 0 0 0 0,0 0 0 0 0,0 0 0 0 0,0 0 0 0 0,-1-1 0 0 0,1 1-1 0 0,0 0 1 0 0,0 0 0 0 0,0 0 0 0 0,0 0 0 0 0,0 0 0 0 0,0-1 0 0 0,0 1 0 0 0,0 0 0 0 0,0 0 0 0 0,0 0-1 0 0,0 0 1 0 0,0 0 0 0 0,0 0 0 0 0,-1 0 0 0 0,1-1 0 0 0,0 1 0 0 0,0 0 0 0 0,0 0 0 0 0,0 0 0 0 0,0 0-1 0 0,0 0 1 0 0,-1 0 0 0 0,1 0 0 0 0,0 0 0 0 0,0 0 0 0 0,0 0 0 0 0,0 0 0 0 0,0 0 0 0 0,-1 0 0 0 0,1 0-1 0 0,0 0 1 0 0,0 0 0 0 0,0 0 0 0 0,0 0 0 0 0,0 0 0 0 0,-1 0 0 0 0,1 0 0 0 0,-4-1 1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6.2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696 1 3681 0 0,'3'30'1613'0'0,"-6"0"-1147"0"0,-1 1-1 0 0,-1-1 1 0 0,-2 0-1 0 0,-1 0 1 0 0,-1 0-1 0 0,-2-1 1 0 0,0-1-1 0 0,-23 38 1 0 0,14-31-521 0 0,-2 0 0 0 0,-1-2 0 0 0,-2-1 0 0 0,-1-1 0 0 0,-57 53 0 0 0,57-62-11 0 0,-2-1 0 0 0,-56 33 0 0 0,64-43 141 0 0,1-2-1 0 0,-2 0 0 0 0,1-1 0 0 0,-1-1 1 0 0,-36 7-1 0 0,53-13-41 0 0,1 0 0 0 0,-1-1-1 0 0,0 0 1 0 0,1 0 0 0 0,-1 0 0 0 0,0 0 0 0 0,0 0-1 0 0,1-1 1 0 0,-1 1 0 0 0,1-1 0 0 0,-1 0-1 0 0,0 0 1 0 0,1-1 0 0 0,0 1 0 0 0,-1-1 0 0 0,1 0-1 0 0,0 1 1 0 0,0-1 0 0 0,-5-4 0 0 0,5 2-60 0 0,0 0 0 0 0,-1 0 0 0 0,1 0 0 0 0,0 0 0 0 0,1-1 1 0 0,-1 1-1 0 0,1-1 0 0 0,0 0 0 0 0,0 0 0 0 0,1 1 0 0 0,-1-1 1 0 0,0-9-1 0 0,0 3-49 0 0,1-1 0 0 0,0 1 0 0 0,1-1 0 0 0,0 1 0 0 0,1-1 0 0 0,0 1 0 0 0,1 0 0 0 0,0-1 0 0 0,1 1 0 0 0,0 0 0 0 0,10-21 0 0 0,-11 28 115 0 0,0 0 0 0 0,0 1 0 0 0,0-1 0 0 0,1 0 0 0 0,0 1 0 0 0,0-1 1 0 0,0 1-1 0 0,0 0 0 0 0,0 0 0 0 0,1 0 0 0 0,-1 0 0 0 0,1 0 1 0 0,0 1-1 0 0,0 0 0 0 0,0 0 0 0 0,0 0 0 0 0,0 0 0 0 0,0 1 1 0 0,7-2-1 0 0,0 2 175 0 0,0 0 0 0 0,-1 1 0 0 0,1 0 0 0 0,-1 1 1 0 0,1 1-1 0 0,-1-1 0 0 0,12 5 0 0 0,29 5 581 0 0,22 5 45 0 0,0 2-1 0 0,111 45 0 0 0,-146-45-1162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6.8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5 1840 0 0,'-1'-1'199'0'0,"0"0"-1"0"0,0 1 0 0 0,-1-1 0 0 0,1 1 1 0 0,0-1-1 0 0,0 1 0 0 0,-1 0 0 0 0,1 0 0 0 0,0-1 1 0 0,0 1-1 0 0,-1 0 0 0 0,1 0 0 0 0,0 0 1 0 0,-1 0-1 0 0,1 1 0 0 0,0-1 0 0 0,-1 0 0 0 0,1 0 1 0 0,0 1-1 0 0,0-1 0 0 0,-1 1 0 0 0,1-1 1 0 0,-1 2-1 0 0,0 0 160 0 0,0 0 1 0 0,0 0-1 0 0,1 0 0 0 0,-1 1 1 0 0,1-1-1 0 0,0 0 0 0 0,0 1 1 0 0,0-1-1 0 0,0 1 1 0 0,0-1-1 0 0,0 5 0 0 0,-10 42 1511 0 0,2 1 0 0 0,-3 96 0 0 0,8-83-1242 0 0,-28 192 606 0 0,11-108-2326 0 0,20-130-1124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7.2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2 456 0 0,'-1'0'151'0'0,"1"-1"1"0"0,-1 1-1 0 0,0 0 1 0 0,1 0-1 0 0,-1 0 0 0 0,0 0 1 0 0,1-1-1 0 0,-1 1 1 0 0,1 0-1 0 0,-1 0 0 0 0,0 0 1 0 0,1 0-1 0 0,-1 1 1 0 0,0-1-1 0 0,1 0 0 0 0,-1 0 1 0 0,0 0-1 0 0,1 0 1 0 0,-1 1-1 0 0,1-1 0 0 0,-1 0 1 0 0,1 1-1 0 0,-1-1 0 0 0,0 0 1 0 0,1 1-1 0 0,-1 0 1 0 0,17 6 6756 0 0,12 7-4822 0 0,-10 1-1156 0 0,0 2 1 0 0,-1 0 0 0 0,26 35-1 0 0,37 66 596 0 0,3 4-693 0 0,-64-99-1036 0 0,23 33 520 0 0,-39-52-766 0 0,0 1 0 0 0,-1 0 0 0 0,0-1 0 0 0,0 1 0 0 0,0 0 0 0 0,0 0 1 0 0,-1 0-1 0 0,0 0 0 0 0,0 1 0 0 0,1 7 0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7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92 5065 0 0,'72'-21'6371'0'0,"218"-45"-5748"0"0,-267 62-623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7.9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0 8754 0 0,'-2'26'2854'0'0,"-9"64"152"0"0,-3 44-1253 0 0,13-105-2774 0 0,1 0 0 0 0,6 50 0 0 0,-1-35-3338 0 0,-2-25 2119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8.2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40 4609 0 0,'-3'2'1261'0'0,"9"1"-187"0"0,23 1 626 0 0,41-1 730 0 0,16-9-228 0 0,145-30-1 0 0,-208 32-2567 0 0,-5 1-1139 0 0,-2 0-3483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8.6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8290 0 0,'-2'4'313'0'0,"0"1"1"0"0,1 0-1 0 0,-1 0 0 0 0,1 0 1 0 0,0 0-1 0 0,1 0 1 0 0,-1 0-1 0 0,1 0 0 0 0,0 0 1 0 0,0 0-1 0 0,1 7 1 0 0,-1 10 462 0 0,-5 44 1219 0 0,-4 86 2790 0 0,14-77-5346 0 0,-2-58-1005 0 0,0 0-1 0 0,8 21 1 0 0,-5-18-4603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18.9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143 1 10138 0 0,'-4'35'5598'0'0,"-14"21"-3475"0"0,6-22-1249 0 0,-54 216 493 0 0,28-82-6128 0 0,34-151 4657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21.2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6449 0 0,'3'4'511'0'0,"-1"1"-1"0"0,1-1 1 0 0,-1 1-1 0 0,0 0 0 0 0,-1 0 1 0 0,1 0-1 0 0,-1 0 0 0 0,0 0 1 0 0,0 0-1 0 0,0 9 1 0 0,2 5 572 0 0,11 74 842 0 0,-5 1 0 0 0,-2 99 0 0 0,-6-170-1854 0 0,-1 15-210 0 0,3 41-476 0 0,5-28-2850 0 0,-6-46 2197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21.7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1 148 944 0 0,'1'-2'81'0'0,"0"-1"0"0"0,1 0 0 0 0,-1 0-1 0 0,1 1 1 0 0,0-1 0 0 0,0 1 0 0 0,-1 0-1 0 0,2-1 1 0 0,-1 1 0 0 0,0 0 0 0 0,3-2 0 0 0,0 0 159 0 0,12-15 1072 0 0,2 2 0 0 0,31-24 0 0 0,-45 37-1011 0 0,0 0 1 0 0,1 0-1 0 0,0 1 1 0 0,0-1-1 0 0,0 2 1 0 0,0-1-1 0 0,0 1 1 0 0,1-1 0 0 0,-1 2-1 0 0,1-1 1 0 0,-1 1-1 0 0,1 0 1 0 0,0 0-1 0 0,13 1 1 0 0,-19 0-220 0 0,1 0 1 0 0,-1 1-1 0 0,0-1 1 0 0,1 1-1 0 0,-1-1 1 0 0,0 1-1 0 0,1-1 0 0 0,-1 1 1 0 0,0 0-1 0 0,1 0 1 0 0,-1-1-1 0 0,0 1 1 0 0,0 0-1 0 0,0 0 0 0 0,0 0 1 0 0,0 0-1 0 0,0 0 1 0 0,0 1-1 0 0,0-1 1 0 0,-1 0-1 0 0,2 2 0 0 0,-1 0 22 0 0,0 0 0 0 0,0 1 0 0 0,0-1 0 0 0,0 0-1 0 0,-1 1 1 0 0,1-1 0 0 0,-1 0 0 0 0,0 7-1 0 0,-1 4 63 0 0,-1 0 0 0 0,0-1 0 0 0,-6 18 0 0 0,8-30-164 0 0,-13 40 52 0 0,-1 0 1 0 0,-2-1 0 0 0,-2 0-1 0 0,-27 44 1 0 0,104-116-1671 0 0,-58 31 1607 0 0,1 0 0 0 0,0 0 0 0 0,0 0 0 0 0,-1 1 0 0 0,1-1 0 0 0,0 1 0 0 0,0-1 0 0 0,0 1 0 0 0,0 0 1 0 0,0 0-1 0 0,0 0 0 0 0,0 0 0 0 0,0 0 0 0 0,-1 0 0 0 0,1 0 0 0 0,0 1 0 0 0,0-1 0 0 0,0 1 0 0 0,0 0 0 0 0,0-1 1 0 0,-1 1-1 0 0,1 0 0 0 0,2 1 0 0 0,-2 0 21 0 0,0 1 0 0 0,1-1 0 0 0,-1 0 0 0 0,0 1 0 0 0,-1-1 0 0 0,1 1 1 0 0,0 0-1 0 0,-1 0 0 0 0,0-1 0 0 0,1 1 0 0 0,-1 0 0 0 0,0 0 0 0 0,0 4 0 0 0,1 4 161 0 0,0 1 0 0 0,0 0 0 0 0,-2-1 0 0 0,1 1 0 0 0,-2 0-1 0 0,-2 19 1 0 0,0-13 125 0 0,-1-1 0 0 0,-1 0 0 0 0,-1-1 0 0 0,0 1 0 0 0,-1-1 0 0 0,-10 17 0 0 0,12-25-153 0 0,0 1-1 0 0,-1-1 0 0 0,0 0 1 0 0,-1-1-1 0 0,1 1 1 0 0,-1-1-1 0 0,-1-1 1 0 0,0 1-1 0 0,1-1 0 0 0,-2 0 1 0 0,1-1-1 0 0,-12 6 1 0 0,0-6-999 0 0,12-6-85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22.7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208 12 6449 0 0,'-5'-1'31'0'0,"-8"-2"406"0"0,1 0 0 0 0,-1 1 0 0 0,1 1 0 0 0,-18-1 0 0 0,27 2-319 0 0,0 1 0 0 0,1-1 0 0 0,-1 0 0 0 0,0 1-1 0 0,0 0 1 0 0,0-1 0 0 0,0 1 0 0 0,0 0 0 0 0,1 1 0 0 0,-1-1 0 0 0,0 0 0 0 0,1 1 0 0 0,-1-1 0 0 0,1 1 0 0 0,0 0 0 0 0,-1 0 0 0 0,1 0 0 0 0,0 0 0 0 0,0 0-1 0 0,0 0 1 0 0,1 1 0 0 0,-1-1 0 0 0,0 1 0 0 0,-1 2 0 0 0,-8 21 258 0 0,1 0 0 0 0,0 1-1 0 0,2 0 1 0 0,2 1 0 0 0,0-1-1 0 0,-3 56 1 0 0,8-77-299 0 0,1 0 1 0 0,0 0-1 0 0,1-1 0 0 0,0 1 0 0 0,0 0 0 0 0,0 0 1 0 0,0-1-1 0 0,1 1 0 0 0,0 0 0 0 0,0-1 1 0 0,1 0-1 0 0,-1 0 0 0 0,1 1 0 0 0,0-1 1 0 0,0-1-1 0 0,6 7 0 0 0,-3-5-4 0 0,0-1 1 0 0,0 0-1 0 0,1-1 0 0 0,-1 1 1 0 0,1-1-1 0 0,0-1 0 0 0,0 1 0 0 0,0-1 1 0 0,1-1-1 0 0,-1 1 0 0 0,15 2 1 0 0,2-1 27 0 0,0-1 0 0 0,0-2 0 0 0,0 0 0 0 0,0-1 0 0 0,0-2 0 0 0,0 0 0 0 0,0-2 0 0 0,0 0 0 0 0,-1-2 0 0 0,0 0 0 0 0,0-2 0 0 0,0 0 0 0 0,-1-2 0 0 0,-1 0 0 0 0,33-21 0 0 0,-2 0-697 0 0,-33 21-832 0 0,0-1 1 0 0,-1-1-1 0 0,0 0 0 0 0,32-30 0 0 0,-44 33 1305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7:23.0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15 5985 0 0,'0'0'36'0'0,"0"-1"0"0"0,-1 1 0 0 0,1-1-1 0 0,0 1 1 0 0,-1-1 0 0 0,1 1 0 0 0,0-1 0 0 0,0 0-1 0 0,0 1 1 0 0,0-1 0 0 0,0 1 0 0 0,0-1 0 0 0,0 1-1 0 0,0-1 1 0 0,0 1 0 0 0,0-1 0 0 0,0 0-1 0 0,0 1 1 0 0,0-1 0 0 0,0 1 0 0 0,0-1 0 0 0,0 1-1 0 0,1-1 1 0 0,-1 1 0 0 0,1-2 0 0 0,11 3 1705 0 0,19 16 760 0 0,-8 4-1573 0 0,-1 0 0 0 0,-1 1-1 0 0,-1 0 1 0 0,-1 2-1 0 0,19 31 1 0 0,-14-15-73 0 0,-2 0-1 0 0,31 78 1 0 0,-40-75-668 0 0,-1 0 1 0 0,-2 1-1 0 0,-2 0 0 0 0,-2 0 1 0 0,-2 1-1 0 0,-2-1 0 0 0,-2 1 1 0 0,-2 0-1 0 0,-1-1 0 0 0,-16 69 1 0 0,1-32-691 0 0,-4 0 1 0 0,-4-2-1 0 0,-3 0 1 0 0,-68 128-1 0 0,57-132-6314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1.1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65 0 9218 0 0,'-5'4'172'0'0,"0"-1"1"0"0,0 1-1 0 0,0 0 1 0 0,1 1-1 0 0,0-1 0 0 0,0 1 1 0 0,0 0-1 0 0,0 0 1 0 0,1 0-1 0 0,0 1 0 0 0,0-1 1 0 0,0 1-1 0 0,1-1 1 0 0,-1 1-1 0 0,1 0 1 0 0,1 0-1 0 0,-1 0 0 0 0,1 0 1 0 0,0 0-1 0 0,1 0 1 0 0,-1 1-1 0 0,1-1 0 0 0,1 0 1 0 0,-1 0-1 0 0,2 7 1 0 0,0 3 51 0 0,1 0 0 0 0,1 0 0 0 0,0 0 0 0 0,2-1 0 0 0,-1 1 1 0 0,2-1-1 0 0,0-1 0 0 0,13 21 0 0 0,-15-27-133 0 0,1 0-1 0 0,0 0 1 0 0,0 0 0 0 0,0-1-1 0 0,1 0 1 0 0,0-1 0 0 0,1 1-1 0 0,0-1 1 0 0,-1-1 0 0 0,12 7-1 0 0,-13-10-57 0 0,0 0 0 0 0,-1 0-1 0 0,1 0 1 0 0,0 0 0 0 0,0-1 0 0 0,1 0 0 0 0,-1-1-1 0 0,0 1 1 0 0,0-1 0 0 0,0 0 0 0 0,0 0-1 0 0,0-1 1 0 0,1 0 0 0 0,-1 0 0 0 0,0-1-1 0 0,0 1 1 0 0,7-4 0 0 0,3-3-394 0 0,1 0 0 0 0,-1-1 0 0 0,0-1 1 0 0,-1 0-1 0 0,0-1 0 0 0,-1-1 0 0 0,0 0 0 0 0,-1-1 0 0 0,12-15 0 0 0,1-2-4701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1.5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1 111 10138 0 0,'-1'3'317'0'0,"1"1"0"0"0,0-1 0 0 0,1 1 0 0 0,-1-1 0 0 0,0 0 0 0 0,1 1 0 0 0,0-1 0 0 0,0 1 0 0 0,2 4 0 0 0,-2-6-165 0 0,6 18-23 0 0,0-1 0 0 0,2 0 0 0 0,0 0 0 0 0,2-1 0 0 0,0-1 0 0 0,0 0-1 0 0,2 0 1 0 0,0-1 0 0 0,1-1 0 0 0,19 18 0 0 0,-20-22-171 0 0,0 0 0 0 0,0-1 0 0 0,2 0 0 0 0,-1-2 0 0 0,1 1 0 0 0,0-2-1 0 0,0 0 1 0 0,1 0 0 0 0,0-2 0 0 0,1 0 0 0 0,-1-1 0 0 0,33 5 0 0 0,-46-9-82 0 0,-1 0-1 0 0,0 0 1 0 0,1 1-1 0 0,-1-1 1 0 0,1-1-1 0 0,-1 1 1 0 0,1 0-1 0 0,-1-1 1 0 0,0 1-1 0 0,1-1 0 0 0,-1 0 1 0 0,0 1-1 0 0,0-1 1 0 0,1 0-1 0 0,-1-1 1 0 0,0 1-1 0 0,0 0 1 0 0,0-1-1 0 0,0 1 1 0 0,0-1-1 0 0,-1 1 1 0 0,1-1-1 0 0,0 0 1 0 0,1-2-1 0 0,-2 1-17 0 0,1 0-1 0 0,-1 0 1 0 0,0 0-1 0 0,0-1 1 0 0,-1 1 0 0 0,1 0-1 0 0,-1 0 1 0 0,0-1-1 0 0,1 1 1 0 0,-1 0-1 0 0,-1 0 1 0 0,1-1-1 0 0,0 1 1 0 0,-1 0-1 0 0,0 0 1 0 0,0 0-1 0 0,-2-6 1 0 0,-7-14 256 0 0,-1 1 0 0 0,-1-1-1 0 0,-1 2 1 0 0,-1 0 0 0 0,-1 0 0 0 0,-28-28 0 0 0,23 27 483 0 0,2 0 0 0 0,0-2 0 0 0,2 0 0 0 0,-18-34 0 0 0,33 56-446 0 0,-1-1-1 0 0,1 1 1 0 0,1 0 0 0 0,-1-1-1 0 0,0 1 1 0 0,0 0 0 0 0,1-1 0 0 0,-1 1-1 0 0,1-1 1 0 0,0 1 0 0 0,0-1-1 0 0,0 1 1 0 0,1-4 0 0 0,-1 5-79 0 0,1 0 1 0 0,-1 0-1 0 0,1 1 1 0 0,-1-1-1 0 0,1 0 1 0 0,0 0-1 0 0,0 1 1 0 0,-1-1-1 0 0,1 1 1 0 0,0-1-1 0 0,0 0 1 0 0,0 1-1 0 0,0 0 1 0 0,0-1-1 0 0,-1 1 1 0 0,1-1-1 0 0,0 1 1 0 0,0 0-1 0 0,0 0 1 0 0,0 0-1 0 0,0-1 1 0 0,0 1-1 0 0,0 0 1 0 0,0 0 0 0 0,0 0-1 0 0,0 1 1 0 0,0-1-1 0 0,0 0 1 0 0,0 0-1 0 0,0 0 1 0 0,0 1-1 0 0,0-1 1 0 0,0 0-1 0 0,1 2 1 0 0,31 7 546 0 0,0 3 0 0 0,47 23 0 0 0,-21-8-637 0 0,-29-15-208 0 0,7 5-1435 0 0,1-2 0 0 0,70 17 0 0 0,-78-27 342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1.8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0 260 6913 0 0,'0'0'623'0'0,"22"-11"-387"0"0,-16 8 471 0 0,1 0-1 0 0,-1 1 1 0 0,0-1-1 0 0,1 1 1 0 0,-1 1-1 0 0,1 0 0 0 0,0-1 1 0 0,-1 2-1 0 0,14-1 1 0 0,-14 2-495 0 0,0 0 0 0 0,1 0 1 0 0,-1 1-1 0 0,0 0 0 0 0,0 0 0 0 0,0 1 1 0 0,-1-1-1 0 0,1 1 0 0 0,-1 0 0 0 0,10 7 1 0 0,-3-1-46 0 0,-4-5-231 0 0,0 2 0 0 0,-1-1 0 0 0,0 1 0 0 0,0 0 0 0 0,0 0 0 0 0,0 1-1 0 0,-1 0 1 0 0,0 0 0 0 0,4 9 0 0 0,-9-16 63 0 0,-1 0-1 0 0,0 0 0 0 0,0 0 1 0 0,0 0-1 0 0,0 1 0 0 0,0-1 1 0 0,0 0-1 0 0,1 0 0 0 0,-1 0 1 0 0,0 1-1 0 0,0-1 1 0 0,0 0-1 0 0,0 0 0 0 0,0 0 1 0 0,0 1-1 0 0,0-1 0 0 0,0 0 1 0 0,0 0-1 0 0,0 1 0 0 0,0-1 1 0 0,0 0-1 0 0,0 0 0 0 0,0 0 1 0 0,0 1-1 0 0,0-1 1 0 0,0 0-1 0 0,0 0 0 0 0,-1 1 1 0 0,1-1-1 0 0,0 0 0 0 0,0 0 1 0 0,0 0-1 0 0,0 0 0 0 0,0 1 1 0 0,0-1-1 0 0,-1 0 0 0 0,1 0 1 0 0,0 0-1 0 0,0 0 1 0 0,0 1-1 0 0,0-1 0 0 0,-1 0 1 0 0,1 0-1 0 0,-13 0 121 0 0,-13-9 228 0 0,16 3-226 0 0,1 0 1 0 0,0-1-1 0 0,0 0 1 0 0,1 0-1 0 0,0-1 1 0 0,0 0-1 0 0,1-1 1 0 0,0 0-1 0 0,1 0 1 0 0,-7-12 0 0 0,-2-6-333 0 0,1 0 1 0 0,-14-43-1 0 0,22 54-795 0 0,1 0-1 0 0,1-1 0 0 0,-3-25 1 0 0,6 16-4155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2.2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98 10594 0 0,'0'1'97'0'0,"0"0"0"0"0,0 0 0 0 0,1 0 0 0 0,-1 0 0 0 0,0 0 0 0 0,1 0 0 0 0,-1 0 0 0 0,1 0 0 0 0,-1 0 0 0 0,1 0-1 0 0,-1 0 1 0 0,1 0 0 0 0,0-1 0 0 0,-1 1 0 0 0,1 0 0 0 0,0 0 0 0 0,-1-1 0 0 0,1 1 0 0 0,0 0 0 0 0,0-1 0 0 0,0 1 0 0 0,0-1 0 0 0,0 1-1 0 0,0-1 1 0 0,0 1 0 0 0,0-1 0 0 0,0 0 0 0 0,1 1 0 0 0,37 5 1822 0 0,-23-4-1660 0 0,8 4-108 0 0,-1 0-1 0 0,0 2 0 0 0,0 0 1 0 0,-1 2-1 0 0,0 0 0 0 0,-1 1 1 0 0,0 2-1 0 0,-1 0 0 0 0,0 1 1 0 0,25 23-1 0 0,-39-29-309 0 0,-11-8 137 0 0,-12-10 428 0 0,0-8-284 0 0,1-1 0 0 0,1-1 0 0 0,1 0 0 0 0,-17-32 0 0 0,-16-43-3356 0 0,32 57-2258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2.9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172 974 3225 0 0,'2'-1'151'0'0,"0"0"0"0"0,-1-1 1 0 0,1 1-1 0 0,-1-1 1 0 0,1 1-1 0 0,-1-1 0 0 0,0 0 1 0 0,1 0-1 0 0,-1 1 0 0 0,0-1 1 0 0,0 0-1 0 0,-1 0 1 0 0,1 0-1 0 0,0 0 0 0 0,0 0 1 0 0,-1 0-1 0 0,1-3 1 0 0,4-41 1571 0 0,-4 36-1457 0 0,0-21 260 0 0,-2 1 1 0 0,-1-1-1 0 0,-1 1 1 0 0,-2-1-1 0 0,-1 1 0 0 0,-2 1 1 0 0,0-1-1 0 0,-2 1 0 0 0,-19-39 1 0 0,22 55-485 0 0,0 1 0 0 0,0 0 0 0 0,-12-16 0 0 0,15 24-31 0 0,1 0 0 0 0,-1 0 0 0 0,0 0 0 0 0,0 0 0 0 0,0 0 0 0 0,-1 1 0 0 0,1 0 0 0 0,-1 0 0 0 0,0 0 0 0 0,1 0 0 0 0,-9-2 0 0 0,12 5-11 0 0,0-1 0 0 0,0 1 0 0 0,0 0 0 0 0,1-1 1 0 0,-1 1-1 0 0,0 0 0 0 0,0 0 0 0 0,0 0 0 0 0,1 0 0 0 0,-1 0 0 0 0,0 0 1 0 0,0 0-1 0 0,0 0 0 0 0,1 0 0 0 0,-1 0 0 0 0,0 0 0 0 0,0 1 0 0 0,0-1 1 0 0,1 0-1 0 0,-1 0 0 0 0,0 1 0 0 0,0-1 0 0 0,1 1 0 0 0,-1-1 0 0 0,0 1 1 0 0,1-1-1 0 0,-1 1 0 0 0,0-1 0 0 0,1 1 0 0 0,-1 0 0 0 0,0 1 30 0 0,0 0 0 0 0,1-1 0 0 0,-1 1 0 0 0,1 0 0 0 0,0 0 0 0 0,-1 0 0 0 0,1-1-1 0 0,0 1 1 0 0,0 0 0 0 0,0 0 0 0 0,0 0 0 0 0,1 3 0 0 0,1 4 102 0 0,0 0 1 0 0,1 0-1 0 0,0-1 0 0 0,6 13 1 0 0,3 2-119 0 0,1-1 1 0 0,1 0 0 0 0,2-1 0 0 0,0 0-1 0 0,29 28 1 0 0,-39-43-150 0 0,0-1 1 0 0,0 1-1 0 0,1-1 1 0 0,0 0-1 0 0,0-1 1 0 0,0 0-1 0 0,0 0 1 0 0,1 0-1 0 0,-1-1 1 0 0,1 0-1 0 0,0-1 1 0 0,0 1-1 0 0,0-2 1 0 0,0 1-1 0 0,0-1 1 0 0,1 0-1 0 0,-1-1 1 0 0,0 0-1 0 0,1 0 1 0 0,-1-1-1 0 0,13-2 0 0 0,-18 2-53 0 0,-1 0-1 0 0,1 0 0 0 0,0 0 1 0 0,-1 0-1 0 0,1 0 0 0 0,-1 0 1 0 0,0-1-1 0 0,1 1 0 0 0,-1-1 0 0 0,0 1 1 0 0,0-1-1 0 0,0 0 0 0 0,0 0 1 0 0,0 0-1 0 0,0 0 0 0 0,-1-1 1 0 0,1 1-1 0 0,2-5 0 0 0,-2 2 133 0 0,-1 0 0 0 0,1 0 0 0 0,-1 0 0 0 0,0 0 0 0 0,0 0 0 0 0,-1 0 0 0 0,1 0-1 0 0,-1 0 1 0 0,-1-9 0 0 0,-2-6 533 0 0,0 0 0 0 0,-2 0-1 0 0,0 1 1 0 0,-9-21-1 0 0,-24-48 1413 0 0,25 60-1480 0 0,1 0 1 0 0,1-1 0 0 0,-10-40 0 0 0,21 67-364 0 0,-1 0 0 0 0,1 1 0 0 0,-1-1-1 0 0,1 1 1 0 0,0-1 0 0 0,0 0 0 0 0,0 1 0 0 0,0-1 0 0 0,0 0 0 0 0,0 1 0 0 0,0-1 0 0 0,1 0-1 0 0,-1 1 1 0 0,1-1 0 0 0,-1 0 0 0 0,1 1 0 0 0,-1-1 0 0 0,1 1 0 0 0,0-1 0 0 0,0 1 0 0 0,0 0-1 0 0,0-1 1 0 0,0 1 0 0 0,1-2 0 0 0,0 2 22 0 0,0 0 0 0 0,0 1 0 0 0,0-1 0 0 0,-1 1-1 0 0,1-1 1 0 0,0 1 0 0 0,0 0 0 0 0,0 0 0 0 0,0-1 0 0 0,0 1 0 0 0,0 1 0 0 0,0-1 0 0 0,0 0-1 0 0,0 0 1 0 0,-1 1 0 0 0,1-1 0 0 0,0 1 0 0 0,0-1 0 0 0,0 1 0 0 0,0 0 0 0 0,1 1-1 0 0,11 5 295 0 0,0 1 0 0 0,-1 0-1 0 0,15 13 1 0 0,-21-15-430 0 0,0 0 0 0 0,0-1 0 0 0,1 1 0 0 0,0-2 0 0 0,0 1 0 0 0,0-1 0 0 0,0 0 0 0 0,1-1 0 0 0,-1 0 0 0 0,1 0 0 0 0,0-1 0 0 0,0 0 0 0 0,12 1 0 0 0,-21-3-1 0 0,1 0 0 0 0,0 0 0 0 0,-1 0 0 0 0,1 0 0 0 0,-1 0-1 0 0,1 0 1 0 0,0 0 0 0 0,-1 0 0 0 0,1 0 0 0 0,-1 0 0 0 0,1 0 0 0 0,0 0 0 0 0,-1-1-1 0 0,1 1 1 0 0,-1 0 0 0 0,1 0 0 0 0,-1-1 0 0 0,1 1 0 0 0,-1-1 0 0 0,1 1 0 0 0,-1 0-1 0 0,1-1 1 0 0,-1 1 0 0 0,1-1 0 0 0,-1 1 0 0 0,0-1 0 0 0,1 1 0 0 0,-1-1 0 0 0,0 1-1 0 0,1-1 1 0 0,-1 0 0 0 0,0-1-8 0 0,0 1-1 0 0,0-1 1 0 0,0 1-1 0 0,0-1 1 0 0,0 1-1 0 0,0-1 0 0 0,-1 1 1 0 0,1-1-1 0 0,-1 1 1 0 0,1-1-1 0 0,-1 1 1 0 0,0-3-1 0 0,-30-44 74 0 0,26 41 134 0 0,-5-7 158 0 0,1-1 0 0 0,1 0 0 0 0,0-1 0 0 0,1 0 0 0 0,-4-17 0 0 0,8 26-165 0 0,1 1 1 0 0,1-1 0 0 0,-1 0-1 0 0,1 1 1 0 0,0-1 0 0 0,1 0-1 0 0,0 0 1 0 0,0 1 0 0 0,0-1-1 0 0,1 0 1 0 0,0 0 0 0 0,0 1-1 0 0,1-1 1 0 0,-1 0 0 0 0,6-9-1 0 0,-6 14-80 0 0,0 0-1 0 0,0 0 1 0 0,0 0-1 0 0,0 0 1 0 0,0 0-1 0 0,1 0 1 0 0,-1 1-1 0 0,1-1 1 0 0,0 1 0 0 0,-1-1-1 0 0,1 1 1 0 0,0 0-1 0 0,0 0 1 0 0,0-1-1 0 0,0 1 1 0 0,0 0-1 0 0,0 1 1 0 0,0-1-1 0 0,0 0 1 0 0,0 1-1 0 0,0-1 1 0 0,0 1-1 0 0,1-1 1 0 0,-1 1-1 0 0,0 0 1 0 0,0 0-1 0 0,0 0 1 0 0,1 0-1 0 0,2 1 1 0 0,5 2-167 0 0,-1 0 0 0 0,0 0 0 0 0,1 1 0 0 0,-1 0 0 0 0,12 8 1 0 0,14 6-4863 0 0,-16-12-501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3.2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 8290 0 0,'-1'0'97'0'0,"1"0"0"0"0,-1 0 0 0 0,1 0 0 0 0,-1-1 0 0 0,1 1 0 0 0,-1 0 0 0 0,1 0 0 0 0,0 0 0 0 0,-1 0 0 0 0,1 0 0 0 0,-1 0 0 0 0,1 0 0 0 0,-1 1 0 0 0,1-1 0 0 0,-1 0 0 0 0,1 0 0 0 0,0 0 0 0 0,-1 0 0 0 0,1 0 0 0 0,-1 1 0 0 0,1-1 0 0 0,0 0 0 0 0,-1 0 0 0 0,1 1 0 0 0,0-1 0 0 0,-1 0 0 0 0,1 1 0 0 0,0-1 0 0 0,-1 0 0 0 0,1 1 0 0 0,0-1 0 0 0,0 0 0 0 0,-1 1 0 0 0,9 15 3703 0 0,-4-10-3953 0 0,8 11 809 0 0,1 0 1 0 0,1 0-1 0 0,0-1 0 0 0,20 16 0 0 0,74 55 357 0 0,-16-14-322 0 0,47 58-252 0 0,-84-72-5987 0 0,-24-23-945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3.6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376 2173 11979 0 0,'-3'-3'1064'0'0,"1"-1"-848"0"0,2 0-216 0 0,2 0 0 0 0,-1-1 216 0 0,2-5 0 0 0,2-6 0 0 0,4-10 0 0 0,4-8-216 0 0,5-5 0 0 0,2 1 0 0 0,5 0 0 0 0,-1 0-752 0 0,0-2-88 0 0,4 2-25 0 0,-3 0 1 0 0,1 0 664 0 0</inkml:trace>
  <inkml:trace contextRef="#ctx0" brushRef="#br0" timeOffset="1">23 39 13363 0 0,'-4'-8'316'0'0,"-8"-19"1529"0"0,7 23-641 0 0,3 18-27 0 0,5 35-491 0 0,2 0-1 0 0,12 49 1 0 0,-3-17-556 0 0,7 34-206 0 0,5 0 0 0 0,5-2-1 0 0,62 147 1 0 0,-53-146-1489 0 0,-19-37-2705 0 0,-16-55-984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14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136 27 3225 0 0,'1'-1'40'0'0,"12"-14"-1128"0"0,-10 15 766 0 0,-6 11 1560 0 0,-123 434 3079 0 0,122-424-4179 0 0,2-13-17 0 0,1 0 0 0 0,-1 0 0 0 0,0 0 0 0 0,-1 0 0 0 0,-5 12 0 0 0,7-59 1323 0 0,9-5-651 0 0,2 1 0 0 0,2-1 1 0 0,17-41-1 0 0,62-121 1903 0 0,-90 203-2666 0 0,4-6 378 0 0,-1-1 1 0 0,1 1-1 0 0,1 0 1 0 0,0 0-1 0 0,9-11 1 0 0,-14 18-301 0 0,1 1 0 0 0,-1-1 0 0 0,1 1-1 0 0,0-1 1 0 0,0 1 0 0 0,0 0 0 0 0,0 0 0 0 0,0 0 0 0 0,0 0 0 0 0,0 0 0 0 0,0 0 0 0 0,0 0 0 0 0,0 1 0 0 0,0-1 0 0 0,1 1 0 0 0,-1 0 0 0 0,0-1 0 0 0,0 1 0 0 0,1 0 0 0 0,-1 0-1 0 0,0 1 1 0 0,0-1 0 0 0,1 0 0 0 0,-1 1 0 0 0,0-1 0 0 0,0 1 0 0 0,0 0 0 0 0,1 0 0 0 0,-1-1 0 0 0,3 3 0 0 0,8 5-27 0 0,-1 0 1 0 0,19 16-1 0 0,2 2-604 0 0,-8-9-88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0.3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194 74 9218 0 0,'-6'-33'1778'0'0,"5"27"-440"0"0,0-1-1 0 0,0 1 0 0 0,0-1 0 0 0,-10-7 4195 0 0,3 53-5014 0 0,-121 721-561 0 0,102-624-672 0 0,24-120-92 0 0,0 0 0 0 0,2 0 0 0 0,0 0 0 0 0,2 23 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0.6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30 6449 0 0,'-1'-29'3808'0'0,"9"39"-485"0"0,0 2-2459 0 0,1 0-1 0 0,0-1 0 0 0,0 0 0 0 0,1-1 1 0 0,18 14-1 0 0,11 13-99 0 0,-7-1-393 0 0,-3 2 1 0 0,0 0-1 0 0,44 83 0 0 0,48 136 80 0 0,-119-252-448 0 0,0 0-301 0 0,1 0-1 0 0,-1 0 0 0 0,1 0 0 0 0,0-1 1 0 0,0 1-1 0 0,0-1 0 0 0,1 1 0 0 0,-1-1 1 0 0,1 0-1 0 0,7 6 0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1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5 133 9674 0 0,'-5'7'5724'0'0,"27"-16"-3832"0"0,32-17-994 0 0,109-61-818 0 0,-127 69-6585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1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193 114 456 0 0,'-1'-12'450'0'0,"-1"1"-1"0"0,0 0 1 0 0,-1 0 0 0 0,-5-16 0 0 0,7 24-204 0 0,0 1 1 0 0,1 0 0 0 0,-1 0 0 0 0,0 0 0 0 0,0 0 0 0 0,0 0 0 0 0,0 0 0 0 0,-1 0 0 0 0,1 0 0 0 0,-1 0-1 0 0,1 0 1 0 0,-1 1 0 0 0,1-1 0 0 0,-1 0 0 0 0,0 1 0 0 0,0 0 0 0 0,0-1 0 0 0,0 1 0 0 0,0 0 0 0 0,0 0-1 0 0,0 0 1 0 0,0 0 0 0 0,0 1 0 0 0,-1-1 0 0 0,1 0 0 0 0,0 1 0 0 0,0 0 0 0 0,-1-1 0 0 0,-2 1-1 0 0,1 1 16 0 0,1 0-1 0 0,0 1 1 0 0,0-1-1 0 0,-1 1 1 0 0,1-1-1 0 0,0 1 1 0 0,1 0-1 0 0,-1 0 0 0 0,0 0 1 0 0,0 1-1 0 0,1-1 1 0 0,0 1-1 0 0,-1-1 1 0 0,1 1-1 0 0,0 0 1 0 0,0 0-1 0 0,0 0 0 0 0,-1 4 1 0 0,-6 9 292 0 0,2 1 0 0 0,-7 18 1 0 0,13-32-476 0 0,-8 27 240 0 0,0 0 1 0 0,2 0-1 0 0,-6 51 1 0 0,11-61-215 0 0,1 0 0 0 0,1 0 0 0 0,1 1 0 0 0,1-1 0 0 0,0 0-1 0 0,9 32 1 0 0,-9-45-177 0 0,0-1-1 0 0,1 0 0 0 0,-1 0 0 0 0,1 0 0 0 0,1 0 0 0 0,-1-1 1 0 0,1 1-1 0 0,0-1 0 0 0,0 0 0 0 0,1 0 0 0 0,0 0 0 0 0,-1 0 0 0 0,2-1 1 0 0,-1 0-1 0 0,0 0 0 0 0,1-1 0 0 0,0 1 0 0 0,0-1 0 0 0,0 0 1 0 0,0-1-1 0 0,0 1 0 0 0,0-1 0 0 0,1-1 0 0 0,-1 1 0 0 0,10 0 1 0 0,13-1-6050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2.1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0,'1'4'8594'0'0,"2"87"-3740"0"0,-1 4-2526 0 0,-1-84-2217 0 0,0 0-1 0 0,1-1 1 0 0,1 1 0 0 0,-1-1 0 0 0,2 1 0 0 0,5 13 0 0 0,-7-20-186 0 0,0-1 0 0 0,1 1 1 0 0,-1-1-1 0 0,1 0 0 0 0,-1 0 0 0 0,1 0 1 0 0,0 0-1 0 0,0 0 0 0 0,0 0 0 0 0,1-1 1 0 0,-1 1-1 0 0,1-1 0 0 0,4 2 0 0 0,-3-2-524 0 0,0 0 0 0 0,0 0-1 0 0,0 0 1 0 0,0-1 0 0 0,10 1-1 0 0,3 0-4387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2.4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0,'10'5'8253'0'0,"0"8"-4470"0"0,8 23-2937 0 0,-7-15 507 0 0,22 35-134 0 0,-17-27-399 0 0,30 40 0 0 0,-39-59-1198 0 0,1-1 1 0 0,0-1-1 0 0,1 1 0 0 0,0-1 0 0 0,0 0 0 0 0,1-1 0 0 0,19 11 0 0 0,-19-13-1186 0 0,-3-1-293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2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3 187 6913 0 0,'-1'-1'72'0'0,"1"1"0"0"0,0-1-1 0 0,0 1 1 0 0,0 0-1 0 0,-1-1 1 0 0,1 1-1 0 0,0-1 1 0 0,0 1-1 0 0,0 0 1 0 0,0-1-1 0 0,0 1 1 0 0,0-1-1 0 0,0 1 1 0 0,0-1 0 0 0,0 1-1 0 0,0 0 1 0 0,0-1-1 0 0,0 1 1 0 0,0-1-1 0 0,0 1 1 0 0,1 0-1 0 0,-1-1 1 0 0,0 1-1 0 0,0-1 1 0 0,0 1-1 0 0,1 0 1 0 0,-1-1 0 0 0,0 1-1 0 0,0 0 1 0 0,1-1-1 0 0,-1 1 1 0 0,0 0-1 0 0,1-1 1 0 0,-1 1-1 0 0,0 0 1 0 0,1 0-1 0 0,-1-1 1 0 0,1 1-1 0 0,19-18 1136 0 0,-15 13-913 0 0,31-28 907 0 0,24-22-867 0 0,5 6-4090 0 0,-46 38 2327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3.1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1 110 6449 0 0,'19'23'6178'0'0,"-7"-10"-3915"0"0,14 27 415 0 0,29 63 0 0 0,17 25-2392 0 0,-58-101-733 0 0,-14-25 350 0 0,-1-4 93 0 0,-5-13 448 0 0,2 0-364 0 0,0 0 0 0 0,1 0-1 0 0,0 0 1 0 0,1-1 0 0 0,1 1-1 0 0,1 0 1 0 0,0-1 0 0 0,3-19-1 0 0,26-123-1586 0 0,-29 156 1477 0 0,22-76-5947 0 0,-11 45 100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3.5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6449 0 0,'4'1'504'0'0,"0"1"0"0"0,1 0 0 0 0,-1 0 0 0 0,0 0 0 0 0,0 1 0 0 0,-1-1 0 0 0,1 1-1 0 0,0 0 1 0 0,-1 0 0 0 0,0 1 0 0 0,1-1 0 0 0,-1 0 0 0 0,2 5 0 0 0,4 1 300 0 0,6 8 165 0 0,0 1-1 0 0,0 0 0 0 0,-2 1 0 0 0,15 28 0 0 0,-24-40-980 0 0,0 0 0 0 0,-1 0 0 0 0,1 0-1 0 0,-2 1 1 0 0,1 0 0 0 0,-1-1-1 0 0,0 1 1 0 0,-1 0 0 0 0,0 0-1 0 0,0 0 1 0 0,-1 0 0 0 0,0 0-1 0 0,0 0 1 0 0,-1 0 0 0 0,0 0-1 0 0,-2 8 1 0 0,-8 4 153 0 0,11-20-122 0 0,0 0 0 0 0,-1 0 1 0 0,1 1-1 0 0,0-1 0 0 0,-1 0 0 0 0,1 0 1 0 0,0 0-1 0 0,-1 0 0 0 0,1 1 0 0 0,-1-1 0 0 0,1 0 1 0 0,0 0-1 0 0,-1 0 0 0 0,1 0 0 0 0,0 0 0 0 0,-1 0 1 0 0,1 0-1 0 0,-1 0 0 0 0,1 0 0 0 0,0 0 0 0 0,-1 0 1 0 0,1 0-1 0 0,0 0 0 0 0,-1-1 0 0 0,1 1 1 0 0,-1 0-1 0 0,1 0 0 0 0,0 0 0 0 0,-1-1 0 0 0,0 0 28 0 0,-1-1-1 0 0,1 1 0 0 0,0-1 1 0 0,0 1-1 0 0,0-1 0 0 0,0 0 0 0 0,0 1 1 0 0,0-1-1 0 0,1 0 0 0 0,-1 0 1 0 0,0 0-1 0 0,1 1 0 0 0,0-1 0 0 0,-1 0 1 0 0,1 0-1 0 0,0-4 0 0 0,0-18-160 0 0,1 0 0 0 0,1 1 0 0 0,1-1-1 0 0,1 0 1 0 0,10-30 0 0 0,8-17-5629 0 0,-7 29-295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3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1 337 5985 0 0,'0'0'80'0'0,"0"1"0"0"0,0-1 1 0 0,0 0-1 0 0,0 1 0 0 0,0-1 0 0 0,0 0 0 0 0,1 1 0 0 0,-1-1 0 0 0,0 0 0 0 0,0 1 0 0 0,0-1 0 0 0,1 0 0 0 0,-1 0 0 0 0,0 1 0 0 0,1-1 1 0 0,-1 0-1 0 0,0 0 0 0 0,0 1 0 0 0,1-1 0 0 0,-1 0 0 0 0,0 0 0 0 0,1 0 0 0 0,-1 0 0 0 0,0 0 0 0 0,1 0 0 0 0,-1 1 0 0 0,0-1 0 0 0,1 0 1 0 0,-1 0-1 0 0,1 0 0 0 0,-1 0 0 0 0,0 0 0 0 0,1 0 0 0 0,-1 0 0 0 0,0 0 0 0 0,1-1 0 0 0,16-8 2524 0 0,10-19 391 0 0,-18 15-2747 0 0,0-1 1 0 0,-1 0-1 0 0,0-1 0 0 0,-1 1 1 0 0,-1-2-1 0 0,0 1 0 0 0,-1 0 0 0 0,-1-1 1 0 0,0 0-1 0 0,-2 0 0 0 0,1-1 1 0 0,-2 1-1 0 0,0 0 0 0 0,-1-1 0 0 0,-1 1 1 0 0,-5-30-1 0 0,6 46-244 0 0,0-1 1 0 0,0 1-1 0 0,0-1 1 0 0,0 0-1 0 0,0 1 1 0 0,0-1-1 0 0,0 0 1 0 0,0 1-1 0 0,0-1 1 0 0,-1 0-1 0 0,1 1 1 0 0,0-1-1 0 0,-1 1 1 0 0,1-1-1 0 0,0 1 1 0 0,-1-1-1 0 0,1 1 1 0 0,-1-1-1 0 0,1 1 1 0 0,0-1-1 0 0,-1 1 0 0 0,1-1 1 0 0,-2 1-1 0 0,-7 6 106 0 0,-4 23-43 0 0,11-19-109 0 0,0 0 0 0 0,1 0 0 0 0,0 1 0 0 0,1-1 0 0 0,0 0-1 0 0,1 0 1 0 0,0 1 0 0 0,1-1 0 0 0,0 0 0 0 0,0 0 0 0 0,1 0 0 0 0,5 12 0 0 0,-5-16 6 0 0,0 0 0 0 0,0 0 0 0 0,1-1 0 0 0,0 1 1 0 0,0-1-1 0 0,1 0 0 0 0,-1 0 0 0 0,1 0 0 0 0,0-1 0 0 0,0 1 0 0 0,0-1 1 0 0,1 0-1 0 0,0-1 0 0 0,0 0 0 0 0,0 1 0 0 0,0-2 0 0 0,0 1 1 0 0,0-1-1 0 0,11 3 0 0 0,3-1-1383 0 0,2-1-4492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4.2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 6449 0 0,'0'0'123'0'0,"0"-1"0"0"0,0 0 0 0 0,0 1 0 0 0,0-1 0 0 0,1 1 0 0 0,-1-1 0 0 0,0 1 0 0 0,0-1 0 0 0,1 0-1 0 0,-1 1 1 0 0,0-1 0 0 0,1 1 0 0 0,-1 0 0 0 0,1-1 0 0 0,-1 1 0 0 0,1-1 0 0 0,-1 1 0 0 0,0 0 0 0 0,1-1 0 0 0,-1 1 0 0 0,1 0-1 0 0,0-1 1 0 0,-1 1 0 0 0,1 0 0 0 0,-1 0 0 0 0,1-1 0 0 0,-1 1 0 0 0,1 0 0 0 0,0 0 0 0 0,-1 0 0 0 0,1 0 0 0 0,-1 0-1 0 0,1 0 1 0 0,0 0 0 0 0,-1 0 0 0 0,1 0 0 0 0,-1 0 0 0 0,1 0 0 0 0,0 1 0 0 0,-1-1 0 0 0,1 0 0 0 0,0 0 0 0 0,0 1 66 0 0,1-1 0 0 0,0 0 0 0 0,-1 1 0 0 0,1-1 0 0 0,-1 1 0 0 0,1 0 0 0 0,-1 0 1 0 0,1-1-1 0 0,-1 1 0 0 0,1 0 0 0 0,-1 0 0 0 0,0 0 0 0 0,0 0 0 0 0,1 0 1 0 0,-1 1-1 0 0,1 1 0 0 0,3 10 117 0 0,-1 1 0 0 0,0-1 1 0 0,-1 1-1 0 0,-1 0 0 0 0,0 0 0 0 0,-1 0 0 0 0,-1 26 1 0 0,2 17-85 0 0,-1-44-262 0 0,0 4-142 0 0,0-1 0 0 0,2 1 0 0 0,0-1 0 0 0,1 0 0 0 0,8 24 0 0 0,-12-39 144 0 0,0-1 0 0 0,1 1 0 0 0,-1-1-1 0 0,0 1 1 0 0,0-1 0 0 0,0 0 0 0 0,0 1-1 0 0,1-1 1 0 0,-1 1 0 0 0,0-1 0 0 0,0 0 0 0 0,1 1-1 0 0,-1-1 1 0 0,0 0 0 0 0,1 1 0 0 0,-1-1-1 0 0,0 0 1 0 0,1 0 0 0 0,-1 1 0 0 0,1-1 0 0 0,-1 0-1 0 0,0 0 1 0 0,1 0 0 0 0,-1 1 0 0 0,1-1-1 0 0,-1 0 1 0 0,0 0 0 0 0,1 0 0 0 0,-1 0 0 0 0,1 0-1 0 0,-1 0 1 0 0,1 0 0 0 0,-1 0 0 0 0,1 0-1 0 0,-1 0 1 0 0,0 0 0 0 0,1 0 0 0 0,-1 0 0 0 0,1-1-1 0 0,-1 1 1 0 0,1 0 0 0 0,-1 0 0 0 0,0 0-1 0 0,1 0 1 0 0,-1-1 0 0 0,1 1 0 0 0,-1 0 0 0 0,0-1-1 0 0,1 1 1 0 0,-1 0 0 0 0,0-1 0 0 0,1 1 0 0 0,-1 0-1 0 0,0-1 1 0 0,0 1 0 0 0,0 0 0 0 0,1-1-1 0 0,-1 1 1 0 0,0-1 0 0 0,0 1 0 0 0,1-1 0 0 0,14-30-486 0 0,-13 28 446 0 0,10-30-197 0 0,14-57-1 0 0,-22 67 259 0 0,2 1 0 0 0,1-1 0 0 0,0 2 0 0 0,2-1 0 0 0,1 1 0 0 0,17-29 0 0 0,-27 49 108 0 0,1 0 0 0 0,0 0 0 0 0,0 0 0 0 0,0 0 0 0 0,-1 0 0 0 0,1 1 0 0 0,0-1 1 0 0,0 0-1 0 0,0 0 0 0 0,0 1 0 0 0,0-1 0 0 0,1 1 0 0 0,-1-1 0 0 0,0 1 0 0 0,0-1 0 0 0,0 1 0 0 0,0 0 0 0 0,1-1 0 0 0,-1 1 0 0 0,0 0 0 0 0,0 0 0 0 0,0 0 0 0 0,1 0 0 0 0,-1 0 0 0 0,0 0 0 0 0,0 0 0 0 0,1 1 0 0 0,-1-1 0 0 0,0 0 0 0 0,0 1 0 0 0,0-1 0 0 0,0 0 0 0 0,1 1 0 0 0,-1 0 0 0 0,0-1 0 0 0,0 1 0 0 0,0 0 0 0 0,0-1 0 0 0,0 1 0 0 0,0 0 0 0 0,-1 0 0 0 0,2 1 0 0 0,7 7 235 0 0,-2-1-1 0 0,1 1 1 0 0,10 16-1 0 0,-10-13-357 0 0,15 19-1702 0 0,-11-16-4155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4.6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5529 0 0,'11'9'4981'0'0,"18"24"-2352"0"0,136 268 4503 0 0,-142-254-6760 0 0,8 17-702 0 0,-12-22-4809 0 0,-3-9-1369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4.9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1 257 5529 0 0,'224'-98'1520'0'0,"113"-45"1081"0"0,-297 128-2601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5.3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333 1350 6913 0 0,'-75'37'857'0'0,"-43"19"835"0"0,100-49-745 0 0,0-1-1 0 0,0-1 0 0 0,0 0 0 0 0,-32 3 1 0 0,49-7-861 0 0,1-1 0 0 0,-1 0 1 0 0,1 0-1 0 0,-1 0 1 0 0,1 0-1 0 0,-1 1 0 0 0,1-1 1 0 0,-1 0-1 0 0,1 0 1 0 0,-1 0-1 0 0,1 0 0 0 0,-1 0 1 0 0,1 0-1 0 0,-1 0 0 0 0,1 0 1 0 0,-1 0-1 0 0,1-1 1 0 0,-1 1-1 0 0,1 0 0 0 0,-1 0 1 0 0,1 0-1 0 0,-1-1 1 0 0,1 1-1 0 0,-1 0 0 0 0,1 0 1 0 0,0-1-1 0 0,-1 1 1 0 0,1 0-1 0 0,-1-1 0 0 0,1 1 1 0 0,0 0-1 0 0,-1-1 0 0 0,1 1 1 0 0,0-1-1 0 0,0 1 1 0 0,-1-1-1 0 0,12-17 1291 0 0,28-14-724 0 0,-7 11-751 0 0,2 1 1 0 0,0 2-1 0 0,1 1 0 0 0,56-19 1 0 0,153-32 39 0 0,-117 36 303 0 0,893-243 1522 0 0,-983 265-1764 0 0,837-224 80 0 0,8 25-156 0 0,1249-151 121 0 0,-1533 271-2599 0 0,-418 60-4122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5.7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25 8754 0 0,'-7'-8'2215'0'0,"-7"-8"731"0"0,7 17-1906 0 0,3 11-237 0 0,0 20 512 0 0,0 52 0 0 0,1-11-707 0 0,-13 107-1 0 0,-8 110 210 0 0,27-97-8064 0 0,-2-176 1564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6.1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50 141 8290 0 0,'2'-8'318'0'0,"0"0"0"0"0,1 0 0 0 0,0 1 0 0 0,0-1 0 0 0,1 1 0 0 0,0 0 0 0 0,0 0 0 0 0,1 0 0 0 0,0 1 0 0 0,0-1 0 0 0,0 1 0 0 0,1 0 0 0 0,0 1 0 0 0,0-1 0 0 0,1 1 0 0 0,-1 0 0 0 0,1 1 0 0 0,0 0 1 0 0,0 0-1 0 0,1 0 0 0 0,-1 1 0 0 0,16-4 0 0 0,-19 6-119 0 0,0 1-1 0 0,-1-1 1 0 0,1 1 0 0 0,-1 0 0 0 0,1 0 0 0 0,-1 1 0 0 0,1-1 0 0 0,0 1 0 0 0,-1 0-1 0 0,0 0 1 0 0,1 0 0 0 0,-1 0 0 0 0,1 1 0 0 0,-1-1 0 0 0,0 1 0 0 0,0 0 0 0 0,0 0-1 0 0,0 0 1 0 0,0 0 0 0 0,0 0 0 0 0,-1 1 0 0 0,1-1 0 0 0,3 7 0 0 0,6 5 2 0 0,-1 1 0 0 0,-1 1 0 0 0,11 23 0 0 0,-14-28-82 0 0,55 106-21 0 0,143 235 164 0 0,-200-345-289 0 0,7 14-447 0 0,-17-19 201 0 0,-12-7 118 0 0,7 2 151 0 0,-1 0 0 0 0,1 0 0 0 0,-1 1 0 0 0,0 1 0 0 0,0 0-1 0 0,1 0 1 0 0,-1 1 0 0 0,0 1 0 0 0,0 0 0 0 0,0 0 0 0 0,1 1 0 0 0,-1 0-1 0 0,1 1 1 0 0,-1 0 0 0 0,-12 6 0 0 0,-15 9 331 0 0,2 1 0 0 0,-61 42-1 0 0,18-10-190 0 0,61-41-625 0 0,0 0 1 0 0,-1-1-1 0 0,0-1 1 0 0,-1 0-1 0 0,-32 7 1 0 0,42-14-799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6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5529 0 0,'1'0'498'0'0,"0"2"-66"0"0,0 0 0 0 0,1 0 1 0 0,-1 1-1 0 0,0-1 1 0 0,0 0-1 0 0,0 0 1 0 0,0 0-1 0 0,0 1 1 0 0,-1-1-1 0 0,1 1 0 0 0,-1-1 1 0 0,0 0-1 0 0,1 1 1 0 0,-1 2-1 0 0,0-3 28 0 0,7 74 3857 0 0,-5-41-3439 0 0,2 0 1 0 0,1 0 0 0 0,12 39 0 0 0,-15-65-927 0 0,1 0 0 0 0,1 0 0 0 0,0 0 1 0 0,0-1-1 0 0,0 1 0 0 0,1-1 1 0 0,1 0-1 0 0,-1-1 0 0 0,1 1 1 0 0,1-1-1 0 0,-1 0 0 0 0,1 0 0 0 0,0-1 1 0 0,1 0-1 0 0,0 0 0 0 0,10 6 1 0 0,-14-10-40 0 0,-1-1 1 0 0,0 1 0 0 0,1 0 0 0 0,0-1 0 0 0,-1 0 0 0 0,1 0 0 0 0,-1 0 0 0 0,1 0-1 0 0,0-1 1 0 0,0 1 0 0 0,0-1 0 0 0,-1 0 0 0 0,1 0 0 0 0,0 0 0 0 0,0-1 0 0 0,0 1-1 0 0,-1-1 1 0 0,1 0 0 0 0,0 0 0 0 0,5-3 0 0 0,-3 1-24 0 0,-1-1 1 0 0,1 1-1 0 0,-1-1 1 0 0,0-1-1 0 0,0 1 1 0 0,-1-1-1 0 0,1 0 1 0 0,-1 0-1 0 0,0 0 0 0 0,-1-1 1 0 0,5-7-1 0 0,6-15-1048 0 0,22-58 0 0 0,-27 60-26 0 0,1 0 1 0 0,27-46 0 0 0,-37 72 1231 0 0,0-1 1 0 0,0 1 0 0 0,0 0-1 0 0,0-1 1 0 0,1 1-1 0 0,-1 0 1 0 0,0-1 0 0 0,0 1-1 0 0,0 0 1 0 0,1-1-1 0 0,-1 1 1 0 0,0 0 0 0 0,1 0-1 0 0,-1-1 1 0 0,0 1-1 0 0,1 0 1 0 0,-1 0 0 0 0,0 0-1 0 0,1 0 1 0 0,-1-1-1 0 0,0 1 1 0 0,1 0 0 0 0,-1 0-1 0 0,0 0 1 0 0,1 0-1 0 0,-1 0 1 0 0,1 0 0 0 0,-1 0-1 0 0,0 0 1 0 0,1 0 0 0 0,-1 0-1 0 0,1 0 1 0 0,8 11 1916 0 0,2 27 1466 0 0,-9-30-2842 0 0,4 6-277 0 0,0-1 0 0 0,1 1 0 0 0,0-2-1 0 0,0 1 1 0 0,2-1 0 0 0,12 15 0 0 0,7 11-6562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6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 11979 0 0,'-7'-5'2169'0'0,"20"6"477"0"0,-6 3-2890 0 0,-1 0-1 0 0,1 1 1 0 0,-1-1-1 0 0,1 1 1 0 0,-2 1 0 0 0,1-1-1 0 0,0 1 1 0 0,-1 0-1 0 0,7 10 1 0 0,-1 0 217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7.2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71 67 6913 0 0,'1'-34'785'0'0,"-1"33"-593"0"0,0-1 0 0 0,0 1 0 0 0,0 0 0 0 0,0 0 0 0 0,0 0-1 0 0,0 0 1 0 0,-1-1 0 0 0,1 1 0 0 0,0 0 0 0 0,-1 0 0 0 0,1 0 0 0 0,-1 0 0 0 0,0 0 0 0 0,1 0 0 0 0,-1 0 0 0 0,0 0 0 0 0,1 0 0 0 0,-1 0 0 0 0,0 0 0 0 0,0 0-1 0 0,0 1 1 0 0,0-1 0 0 0,0 0 0 0 0,0 1 0 0 0,0-1 0 0 0,-2 0 0 0 0,2 1-19 0 0,1 0 0 0 0,-1 0-1 0 0,0 1 1 0 0,1-1 0 0 0,-1 0 0 0 0,0 1-1 0 0,1-1 1 0 0,-1 1 0 0 0,1-1-1 0 0,-1 1 1 0 0,1-1 0 0 0,-1 1 0 0 0,1-1-1 0 0,-1 1 1 0 0,1-1 0 0 0,-1 1 0 0 0,1 0-1 0 0,0-1 1 0 0,-1 1 0 0 0,1 0 0 0 0,0-1-1 0 0,-1 1 1 0 0,1 0 0 0 0,0 1-1 0 0,-8 22 345 0 0,7-20-149 0 0,-28 117 1092 0 0,27-109-1466 0 0,1 0 0 0 0,0 0 0 0 0,0 0 0 0 0,1 0 0 0 0,1 0 0 0 0,0 0 0 0 0,0 0 0 0 0,5 15 0 0 0,-6-25-72 0 0,1 0-1 0 0,-1-1 0 0 0,0 1 0 0 0,1 0 1 0 0,0-1-1 0 0,-1 1 0 0 0,1-1 0 0 0,0 1 1 0 0,0-1-1 0 0,-1 1 0 0 0,1-1 0 0 0,0 0 1 0 0,1 0-1 0 0,-1 1 0 0 0,0-1 0 0 0,0 0 1 0 0,0 0-1 0 0,1 0 0 0 0,-1 0 0 0 0,1 0 0 0 0,-1 0 1 0 0,1 0-1 0 0,-1-1 0 0 0,1 1 0 0 0,-1-1 1 0 0,4 2-1 0 0,-3-3-54 0 0,0 1 1 0 0,0-1 0 0 0,0 1-1 0 0,0-1 1 0 0,0 0-1 0 0,0 0 1 0 0,0 1 0 0 0,-1-1-1 0 0,1-1 1 0 0,0 1-1 0 0,0 0 1 0 0,-1 0-1 0 0,1-1 1 0 0,-1 1 0 0 0,1-1-1 0 0,-1 1 1 0 0,0-1-1 0 0,1 0 1 0 0,-1 1 0 0 0,0-1-1 0 0,1-2 1 0 0,9-13-201 0 0,3-8 637 0 0,28-32-1 0 0,-37 51-3 0 0,0 0-1 0 0,1 0 0 0 0,0 0 0 0 0,0 1 1 0 0,1 0-1 0 0,-1 0 0 0 0,1 1 1 0 0,0 0-1 0 0,14-7 0 0 0,-19 11-270 0 0,0-1-1 0 0,1 0 0 0 0,-1 1 1 0 0,0-1-1 0 0,0 1 1 0 0,0 0-1 0 0,0 0 0 0 0,0 0 1 0 0,1 0-1 0 0,-1 0 1 0 0,0 0-1 0 0,0 0 0 0 0,0 1 1 0 0,0-1-1 0 0,1 1 1 0 0,-1 0-1 0 0,0-1 0 0 0,0 1 1 0 0,3 2-1 0 0,-1 0 62 0 0,-1-1 0 0 0,0 1 0 0 0,0 0 0 0 0,0 0-1 0 0,0 0 1 0 0,0 1 0 0 0,-1-1 0 0 0,0 0 0 0 0,4 7 0 0 0,0 4 149 0 0,0 0 0 0 0,-1 0 1 0 0,0 0-1 0 0,4 26 0 0 0,-6-25-394 0 0,-1 0 1 0 0,0 0-1 0 0,-1 0 0 0 0,-1 0 0 0 0,0 0 0 0 0,-1 1 0 0 0,0-1 0 0 0,-2 0 0 0 0,0 0 0 0 0,0-1 0 0 0,-1 1 1 0 0,-9 19-1 0 0,13-34 154 0 0,0 0 0 0 0,0 0 0 0 0,0 1 0 0 0,0-1 0 0 0,0 0 1 0 0,0 0-1 0 0,0 0 0 0 0,0 0 0 0 0,0 1 0 0 0,0-1 0 0 0,0 0 1 0 0,0 0-1 0 0,0 0 0 0 0,0 0 0 0 0,0 1 0 0 0,0-1 0 0 0,-1 0 1 0 0,1 0-1 0 0,0 0 0 0 0,0 0 0 0 0,0 0 0 0 0,0 1 0 0 0,0-1 1 0 0,0 0-1 0 0,-1 0 0 0 0,1 0 0 0 0,0 0 0 0 0,0 0 0 0 0,0 0 1 0 0,0 0-1 0 0,-1 0 0 0 0,1 0 0 0 0,0 1 0 0 0,0-1 0 0 0,0 0 1 0 0,0 0-1 0 0,-1 0 0 0 0,1 0 0 0 0,0 0 0 0 0,0 0 0 0 0,0 0 0 0 0,-1 0 1 0 0,1 0-1 0 0,0-1 0 0 0,0 1 0 0 0,0 0 0 0 0,0 0 0 0 0,-1 0 1 0 0,1 0-1 0 0,0 0 0 0 0,0 0 0 0 0,-1 0 0 0 0,-3-13-76 0 0,1-18-287 0 0,8-9-61 0 0,2-1 0 0 0,1 1 0 0 0,2 0 0 0 0,2 1 0 0 0,31-70 0 0 0,-42 106 417 0 0,8-18-36 0 0,0 1 0 0 0,16-23 0 0 0,-23 38 95 0 0,1 1-1 0 0,-1 0 1 0 0,1 0-1 0 0,0 1 0 0 0,1-1 1 0 0,-1 0-1 0 0,1 1 1 0 0,0 0-1 0 0,-1 0 1 0 0,1 0-1 0 0,1 0 1 0 0,-1 1-1 0 0,0 0 0 0 0,1-1 1 0 0,-1 2-1 0 0,9-4 1 0 0,-10 5 74 0 0,-1 0 1 0 0,1 0 0 0 0,-1 1 0 0 0,1-1-1 0 0,-1 1 1 0 0,1-1 0 0 0,-1 1 0 0 0,1 0-1 0 0,-1 0 1 0 0,0 0 0 0 0,1 0 0 0 0,-1 0-1 0 0,0 1 1 0 0,0-1 0 0 0,0 0-1 0 0,0 1 1 0 0,0 0 0 0 0,0-1 0 0 0,0 1-1 0 0,-1 0 1 0 0,1 0 0 0 0,-1 0 0 0 0,1 0-1 0 0,-1 1 1 0 0,2 3 0 0 0,5 9 403 0 0,-1 0 1 0 0,9 30-1 0 0,-10-29-519 0 0,34 85-167 0 0,-7-37-3020 0 0,-23-47-3243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7.9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79 102 3681 0 0,'-2'-10'772'0'0,"-1"1"0"0"0,-1 0 0 0 0,0 0 0 0 0,0 0 1 0 0,0 0-1 0 0,-1 0 0 0 0,-1 1 0 0 0,1 0 0 0 0,-10-11 0 0 0,14 19-702 0 0,1 0-1 0 0,0 0 1 0 0,-1-1 0 0 0,1 1-1 0 0,0 0 1 0 0,0 0-1 0 0,-1 0 1 0 0,1-1-1 0 0,0 1 1 0 0,-1 0-1 0 0,1 0 1 0 0,-1 0-1 0 0,1 0 1 0 0,0 0-1 0 0,-1 0 1 0 0,1 0-1 0 0,0 0 1 0 0,-1 0-1 0 0,1 0 1 0 0,0 0 0 0 0,-1 0-1 0 0,1 0 1 0 0,-1 0-1 0 0,1 0 1 0 0,0 0-1 0 0,-1 1 1 0 0,1-1-1 0 0,0 0 1 0 0,-1 0-1 0 0,1 0 1 0 0,0 0-1 0 0,0 1 1 0 0,-1-1-1 0 0,1 0 1 0 0,0 0-1 0 0,-1 1 1 0 0,-7 16 1440 0 0,2 20 465 0 0,7-26-1759 0 0,0 0-1 0 0,1-1 1 0 0,0 0 0 0 0,1 1 0 0 0,0-1 0 0 0,1 0 0 0 0,8 17 0 0 0,39 64-468 0 0,-17-37-1651 0 0,-14-24-4263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8.2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0 151 3945 0 0,'18'-23'1597'0'0,"0"1"0"0"0,2 1-1 0 0,0 1 1 0 0,30-24 0 0 0,-47 42-1455 0 0,-1 0 0 0 0,1 0 0 0 0,0 0 0 0 0,0 0-1 0 0,0 1 1 0 0,0-1 0 0 0,0 1 0 0 0,0-1 0 0 0,0 1 0 0 0,1 0-1 0 0,-1 0 1 0 0,0 1 0 0 0,1-1 0 0 0,-1 1 0 0 0,0 0-1 0 0,1-1 1 0 0,-1 1 0 0 0,0 1 0 0 0,6 0 0 0 0,-4 0 44 0 0,-1 1 1 0 0,0 0-1 0 0,0 0 1 0 0,-1 0-1 0 0,1 1 1 0 0,0-1 0 0 0,-1 1-1 0 0,1 0 1 0 0,-1 0-1 0 0,0 0 1 0 0,0 1-1 0 0,0-1 1 0 0,0 1-1 0 0,3 5 1 0 0,12 23 326 0 0,-2 0 1 0 0,-1 1 0 0 0,-2 1 0 0 0,-1 0-1 0 0,12 57 1 0 0,-12-44-1671 0 0,2-1 0 0 0,27 62-1 0 0,-30-87-70 0 0,-3-1-11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8.7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8290 0 0,'2'3'354'0'0,"-1"-1"0"0"0,1 0 0 0 0,-1 0 0 0 0,0 1 0 0 0,1-1 0 0 0,-1 1 0 0 0,-1-1 0 0 0,1 1 0 0 0,0-1 0 0 0,0 1 0 0 0,-1 0 0 0 0,1 4 0 0 0,1 2 304 0 0,33 99 4310 0 0,37 47-1787 0 0,1-6-2295 0 0,-36-45-4499 0 0,-30-79-3324 0 0</inkml:trace>
  <inkml:trace contextRef="#ctx0" brushRef="#br0" timeOffset="1">11 523 6913 0 0,'1'-5'164'0'0,"0"1"0"0"0,0 0 0 0 0,1-1 0 0 0,0 1 0 0 0,0 0 0 0 0,0 0 0 0 0,0 0 0 0 0,0 0 0 0 0,1 0 0 0 0,0 1 0 0 0,4-6 0 0 0,42-36 2557 0 0,-33 31-2262 0 0,57-43 2160 0 0,83-52-1 0 0,-33 26-9311 0 0,-81 51 2873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9.2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1 177 7370 0 0,'32'-10'3158'0'0,"157"-74"229"0"0,-90 37-5289 0 0,-24 20-3270 0 0,-56 18 4524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39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0 234 13251 0 0,'17'-10'1448'0'0,"113"-97"506"0"0,-12 10-5736 0 0,-105 86 1712 0 0,-7 3-17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1:59: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79 920 0 0,'-14'-25'2918'0'0,"-7"-9"84"0"0,20 32-2736 0 0,0 1 0 0 0,-1-1 0 0 0,1 1 1 0 0,0-1-1 0 0,-1 1 0 0 0,1 0 0 0 0,-1-1 1 0 0,1 1-1 0 0,-1 0 0 0 0,0 0 0 0 0,0 0 1 0 0,1 1-1 0 0,-1-1 0 0 0,0 0 0 0 0,-3 0 1 0 0,3 1-92 0 0,1 0 1 0 0,0 1 0 0 0,0-1-1 0 0,-1 0 1 0 0,1 1-1 0 0,0-1 1 0 0,0 1 0 0 0,0 0-1 0 0,0-1 1 0 0,0 1 0 0 0,0 0-1 0 0,0 0 1 0 0,0-1-1 0 0,0 1 1 0 0,0 0 0 0 0,0 0-1 0 0,0 0 1 0 0,0 0 0 0 0,1 0-1 0 0,-1 1 1 0 0,0-1-1 0 0,0 2 1 0 0,-16 32 635 0 0,14-28-439 0 0,-44 106 1056 0 0,42-98-1333 0 0,0 1-1 0 0,1-1 0 0 0,1 1 0 0 0,1 1 1 0 0,-2 22-1 0 0,4-37-93 0 0,0 1 1 0 0,0 0-1 0 0,1 0 0 0 0,-1-1 0 0 0,0 1 1 0 0,1 0-1 0 0,0-1 0 0 0,-1 1 1 0 0,1-1-1 0 0,0 1 0 0 0,1-1 0 0 0,-1 1 1 0 0,0-1-1 0 0,1 1 0 0 0,-1-1 1 0 0,1 0-1 0 0,-1 0 0 0 0,1 0 0 0 0,0 0 1 0 0,0 0-1 0 0,0 0 0 0 0,0-1 1 0 0,1 1-1 0 0,-1-1 0 0 0,0 1 0 0 0,1-1 1 0 0,-1 0-1 0 0,1 0 0 0 0,-1 0 1 0 0,1 0-1 0 0,3 1 0 0 0,8 0 3 0 0,1 0 0 0 0,-1-1 0 0 0,0 0 0 0 0,28-3 1 0 0,-1 1-3 0 0,-11 2-2 0 0,57 11 0 0 0,-76-10 0 0 0,0 0 0 0 0,-1 2 0 0 0,0-1 0 0 0,1 1 0 0 0,-1 0 0 0 0,-1 1 0 0 0,1 1 0 0 0,16 11 0 0 0,-23-14 8 0 0,1 0 0 0 0,-1 0 0 0 0,0 0-1 0 0,-1 1 1 0 0,1-1 0 0 0,-1 1 0 0 0,1 0 0 0 0,-1-1 0 0 0,0 1 0 0 0,0 0 0 0 0,-1 0-1 0 0,1 1 1 0 0,-1-1 0 0 0,0 0 0 0 0,1 5 0 0 0,-1-1 27 0 0,-1 0 0 0 0,0 1 0 0 0,0-1-1 0 0,0 0 1 0 0,-1 0 0 0 0,-1 0 0 0 0,-3 14 0 0 0,-1-4 25 0 0,-1 0 1 0 0,-1 0-1 0 0,-1-1 1 0 0,0 0-1 0 0,-1-1 1 0 0,-15 19-1 0 0,16-24-454 0 0,0 0 1 0 0,-1-2-1 0 0,-1 1 1 0 0,1-1-1 0 0,-2-1 0 0 0,-17 12 1 0 0,12-12-5610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7:54.6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471 283 4633 0 0,'1'-1'239'0'0,"0"-1"0"0"0,0 0 1 0 0,-1 0-1 0 0,1 0 0 0 0,0 1 0 0 0,-1-1 1 0 0,1 0-1 0 0,-1 0 0 0 0,0 0 0 0 0,0 0 1 0 0,0 0-1 0 0,0 0 0 0 0,0 0 0 0 0,0 0 1 0 0,0 1-1 0 0,-1-1 0 0 0,1 0 0 0 0,0 0 1 0 0,-1 0-1 0 0,0 0 0 0 0,1 1 0 0 0,-1-1 1 0 0,0 0-1 0 0,-2-2 0 0 0,1 1-43 0 0,0-1 0 0 0,-1 1 0 0 0,1 0-1 0 0,-1 0 1 0 0,0 0 0 0 0,0 0 0 0 0,0 1 0 0 0,0-1-1 0 0,0 1 1 0 0,-5-3 0 0 0,-45-30 1530 0 0,44 27-1644 0 0,-1 1 0 0 0,0 0 0 0 0,-21-10 0 0 0,27 16-90 0 0,0-1 1 0 0,-1 1 0 0 0,1 0-1 0 0,0 0 1 0 0,-1 0-1 0 0,1 1 1 0 0,-1-1 0 0 0,1 1-1 0 0,0 0 1 0 0,-1 1 0 0 0,1-1-1 0 0,-1 1 1 0 0,1 0 0 0 0,-8 2-1 0 0,0 2 26 0 0,-1 1-1 0 0,1 0 0 0 0,0 0 1 0 0,0 2-1 0 0,1-1 1 0 0,0 1-1 0 0,0 1 1 0 0,-15 16-1 0 0,-2 5 166 0 0,-37 52 0 0 0,60-76-178 0 0,1 1 0 0 0,0-1 0 0 0,1 1 0 0 0,-1 0 1 0 0,1 0-1 0 0,1 0 0 0 0,-1 1 0 0 0,1-1 0 0 0,1 1 0 0 0,-1-1 0 0 0,1 1 0 0 0,1-1 0 0 0,-1 1 1 0 0,1 0-1 0 0,1-1 0 0 0,1 11 0 0 0,1-3-24 0 0,0 0 0 0 0,2 0-1 0 0,0 0 1 0 0,0-1 0 0 0,1 0 0 0 0,1 0-1 0 0,11 16 1 0 0,-2-3 5 0 0,2-1 0 0 0,0-1 0 0 0,2-1 0 0 0,43 42-1 0 0,-52-56-9 0 0,1-1 0 0 0,1 0-1 0 0,0 0 1 0 0,0-1 0 0 0,1-1-1 0 0,0 0 1 0 0,0-1 0 0 0,0-1-1 0 0,1 0 1 0 0,0 0 0 0 0,28 3-1 0 0,-29-6-60 0 0,-1-1-1 0 0,1 0 0 0 0,0-1 0 0 0,0-1 0 0 0,0 0 0 0 0,-1-1 0 0 0,25-5 0 0 0,-31 4 51 0 0,0 1 1 0 0,0-1 0 0 0,-1 0 0 0 0,1-1-1 0 0,-1 0 1 0 0,1 0 0 0 0,-1 0-1 0 0,0-1 1 0 0,-1 0 0 0 0,1 0 0 0 0,-1 0-1 0 0,0-1 1 0 0,0 1 0 0 0,-1-1 0 0 0,8-12-1 0 0,-3-1 115 0 0,0 0 0 0 0,-1 0 0 0 0,0 0 0 0 0,-2-1 0 0 0,0 0 0 0 0,-2-1 0 0 0,0 1 0 0 0,-1-1 0 0 0,-1 0 0 0 0,-1 0 0 0 0,-1 1 0 0 0,-1-1 0 0 0,-1 0 0 0 0,0 0 0 0 0,-2 1 1 0 0,0-1-1 0 0,-1 1 0 0 0,-1 0 0 0 0,-1 1 0 0 0,-11-22 0 0 0,5 18 49 0 0,0 0 0 0 0,-2 1 1 0 0,-28-33-1 0 0,-60-54 100 0 0,92 99-143 0 0,0 0-1 0 0,0 1 1 0 0,-1 0-1 0 0,-21-11 0 0 0,30 18-146 0 0,-1 0 0 0 0,0 0 0 0 0,0 0 0 0 0,0 1 0 0 0,0 0 0 0 0,0-1 0 0 0,0 1 0 0 0,-1 1-1 0 0,1-1 1 0 0,0 1 0 0 0,0-1 0 0 0,-1 1 0 0 0,1 0 0 0 0,0 1 0 0 0,-1-1 0 0 0,1 1 0 0 0,0 0 0 0 0,0 0-1 0 0,0 0 1 0 0,-6 3 0 0 0,-5 6-5372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03.6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67 920 0 0,'-11'1'279'0'0,"1"0"-1"0"0,0 1 0 0 0,-1 0 1 0 0,1 1-1 0 0,0 0 0 0 0,0 0 1 0 0,1 1-1 0 0,-1 1 0 0 0,-10 6 1 0 0,15-9-141 0 0,4-1-57 0 0,0-1-1 0 0,0 1 1 0 0,0 0-1 0 0,0 0 1 0 0,0 0 0 0 0,0 0-1 0 0,0 1 1 0 0,0-1-1 0 0,0 0 1 0 0,1 0-1 0 0,-1 0 1 0 0,0 1 0 0 0,1-1-1 0 0,-1 0 1 0 0,1 1-1 0 0,-1-1 1 0 0,1 1-1 0 0,0-1 1 0 0,-1 0 0 0 0,1 1-1 0 0,0-1 1 0 0,0 1-1 0 0,0-1 1 0 0,0 1-1 0 0,0-1 1 0 0,1 1 0 0 0,-1 1-1 0 0,1 0 83 0 0,-1 1 0 0 0,1-1 1 0 0,0 1-1 0 0,0-1 0 0 0,1 0 0 0 0,-1 0 0 0 0,1 1 0 0 0,-1-1 0 0 0,5 5 1 0 0,-4-6-158 0 0,0 0 1 0 0,0 0 0 0 0,1 0-1 0 0,-1-1 1 0 0,1 1 0 0 0,-1-1-1 0 0,1 1 1 0 0,-1-1 0 0 0,1 0-1 0 0,0 0 1 0 0,-1 0 0 0 0,1-1-1 0 0,0 1 1 0 0,0-1 0 0 0,0 1 0 0 0,-1-1-1 0 0,1 0 1 0 0,0 0 0 0 0,0 0-1 0 0,0-1 1 0 0,0 1 0 0 0,0 0-1 0 0,-1-1 1 0 0,1 0 0 0 0,0 0-1 0 0,4-2 1 0 0,9-4 192 0 0,-1 0 1 0 0,-1-1-1 0 0,21-14 1 0 0,-18 11 114 0 0,0 0-128 0 0,1 0 0 0 0,0 2 1 0 0,0 0-1 0 0,1 1 0 0 0,0 0 1 0 0,0 2-1 0 0,1 0 0 0 0,30-4 0 0 0,74-13-187 0 0,12-1 373 0 0,-105 19-334 0 0,0 2-1 0 0,0 1 1 0 0,0 1 0 0 0,0 2-1 0 0,0 1 1 0 0,0 1 0 0 0,36 9-1 0 0,-56-8-204 0 0,0 0 0 0 0,0 1 0 0 0,-1 0 0 0 0,0 1 0 0 0,0 0 0 0 0,0 0 0 0 0,0 1 0 0 0,9 9 0 0 0,1 0-2 0 0,-18-14 48 0 0,1-1 0 0 0,-1 1 0 0 0,1-1 0 0 0,0 0 0 0 0,0 0 0 0 0,-1 0 0 0 0,1 0 0 0 0,0 0 0 0 0,0 0 0 0 0,0-1 0 0 0,0 1 0 0 0,0-1 0 0 0,3 0 0 0 0,6-2-2810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04.5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118 0 456 0 0,'-2'1'102'0'0,"0"-1"-1"0"0,0 0 1 0 0,0 1 0 0 0,0-1-1 0 0,0 1 1 0 0,0 0-1 0 0,0-1 1 0 0,0 1 0 0 0,-3 2-1 0 0,-13 4 2525 0 0,22 2-1442 0 0,-2-7-1120 0 0,0 0-1 0 0,0 1 0 0 0,1-1 0 0 0,-1 0 0 0 0,1 0 0 0 0,0 0 0 0 0,-1 0 0 0 0,1-1 0 0 0,0 1 1 0 0,0-1-1 0 0,0 0 0 0 0,0 0 0 0 0,6 2 0 0 0,51 6 717 0 0,-25-4-687 0 0,-27-4-20 0 0,1 0 0 0 0,0-1 0 0 0,-1 0 0 0 0,1-1 0 0 0,14-2 0 0 0,21-2 1064 0 0,-44 5-1134 0 0,0 0 0 0 0,0 0 1 0 0,0 0-1 0 0,0 0 0 0 0,0 0 1 0 0,1 0-1 0 0,-1 0 0 0 0,0 0 1 0 0,0 0-1 0 0,0 0 0 0 0,0 0 0 0 0,1 0 1 0 0,-1 0-1 0 0,0 0 0 0 0,0 0 1 0 0,0 0-1 0 0,0 0 0 0 0,1 0 0 0 0,-1 0 1 0 0,0 0-1 0 0,0 0 0 0 0,0 0 1 0 0,0 0-1 0 0,0 0 0 0 0,1 1 1 0 0,-1-1-1 0 0,0 0 0 0 0,0 0 0 0 0,0 0 1 0 0,0 0-1 0 0,0 0 0 0 0,0 0 1 0 0,1 0-1 0 0,-1 1 0 0 0,0-1 1 0 0,0 0-1 0 0,0 0 0 0 0,0 0 0 0 0,0 0 1 0 0,0 0-1 0 0,0 1 0 0 0,0-1 1 0 0,0 0-1 0 0,0 0 0 0 0,0 0 1 0 0,0 0-1 0 0,0 1 0 0 0,0-1 0 0 0,0 0 1 0 0,0 0-1 0 0,0 0 0 0 0,0 0 1 0 0,0 1-1 0 0,0-1 0 0 0,0 0 1 0 0,0 0-1 0 0,0 0 0 0 0,0 0 0 0 0,0 1 1 0 0,-1-1-1 0 0,-6 8 704 0 0,4-6-555 0 0,-8 5 225 0 0,0 0 0 0 0,0-1-1 0 0,-17 7 1 0 0,20-9-239 0 0,0 1 0 0 0,1-1 0 0 0,0 1 0 0 0,0 1 0 0 0,0-1 0 0 0,1 1 0 0 0,-7 7 0 0 0,-40 53 70 0 0,30-36 6 0 0,5-4 199 0 0,-28 50 0 0 0,29-45-318 0 0,-24 31 0 0 0,40-59-251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27.3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1 254 1376 0 0,'20'-19'417'0'0,"0"2"0"0"0,1 1-1 0 0,1 0 1 0 0,40-21-1 0 0,-17 15-84 0 0,75-26-1 0 0,-92 38-361 0 0,189-58 427 0 0,-216 68-508 0 0,1 0 1 0 0,-1 0-1 0 0,1 0 0 0 0,-1 0 1 0 0,1 0-1 0 0,-1 0 0 0 0,1 0 1 0 0,-1 0-1 0 0,1 1 0 0 0,-1-1 1 0 0,1 1-1 0 0,-1-1 0 0 0,0 1 1 0 0,3 0-1 0 0,28 24 5301 0 0,-20-15-4019 0 0,-11-9-1106 0 0,0 0-1 0 0,0 0 1 0 0,0 1 0 0 0,0-1 0 0 0,-1 0 0 0 0,1 0-1 0 0,0 1 1 0 0,0-1 0 0 0,-1 0 0 0 0,1 1-1 0 0,-1-1 1 0 0,1 0 0 0 0,-1 1 0 0 0,0-1-1 0 0,1 1 1 0 0,-1-1 0 0 0,0 1 0 0 0,0 2-1 0 0,-2 30-83 0 0,1-26 118 0 0,-2 175 1160 0 0,4-66-1159 0 0,-38 773 230 0 0,30-537-348 0 0,4-141 2 0 0,-20 329 224 0 0,3-284 221 0 0,16-203-571 0 0,0 12 921 0 0,-13 65 0 0 0,12-111-720 0 0,-2 1-1 0 0,-13 30 1 0 0,13-35 108 0 0,0 1 0 0 0,2 0 0 0 0,-1 0 0 0 0,-3 28 0 0 0,8-41-198 0 0,0 0-1 0 0,0-1 1 0 0,0 1 0 0 0,-1 0-1 0 0,1 0 1 0 0,-1-1 0 0 0,0 1-1 0 0,-3 4 1 0 0,-9 23-698 0 0,13-30 500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28.1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78 2961 0 0,'-6'-21'239'0'0,"5"14"-56"0"0,-1 0-1 0 0,0 0 0 0 0,0 1 1 0 0,0-1-1 0 0,-1 1 1 0 0,-6-11 1547 0 0,19 23 1014 0 0,1-1-2519 0 0,0 2 0 0 0,0-1 0 0 0,-1 1-1 0 0,0 0 1 0 0,0 1 0 0 0,0 0 0 0 0,-1 1 0 0 0,-1 0 0 0 0,13 17 0 0 0,-7-10-162 0 0,1 0 0 0 0,27 22-1 0 0,-39-35-76 0 0,0-1 0 0 0,1 1 0 0 0,-1-1 0 0 0,1 0-1 0 0,-1 0 1 0 0,1-1 0 0 0,0 1 0 0 0,0-1 0 0 0,0 0-1 0 0,0 0 1 0 0,0 0 0 0 0,0 0 0 0 0,0-1 0 0 0,0 0-1 0 0,0 1 1 0 0,0-2 0 0 0,0 1 0 0 0,0 0 0 0 0,0-1 0 0 0,0 0-1 0 0,0 0 1 0 0,0 0 0 0 0,0 0 0 0 0,0 0 0 0 0,4-3-1 0 0,4-3 264 0 0,0-1 0 0 0,-1 0 0 0 0,0 0-1 0 0,-1-1 1 0 0,0 0 0 0 0,11-13 0 0 0,-12 12-398 0 0,2 0 0 0 0,-1 1 1 0 0,1 0-1 0 0,0 1 0 0 0,18-10 0 0 0,-18 13-4063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0.3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3 2761 0 0,'0'1'66'0'0,"-1"0"-1"0"0,1 1 1 0 0,-1-1 0 0 0,1 0 0 0 0,0 0 0 0 0,-1 1 0 0 0,1-1 0 0 0,0 0 0 0 0,0 0 0 0 0,0 1 0 0 0,0-1 0 0 0,0 0 0 0 0,0 0 0 0 0,0 1 0 0 0,1-1 0 0 0,-1 0 0 0 0,1 3 0 0 0,7 28 34 0 0,-7-29-27 0 0,10 37 351 0 0,1-1 0 0 0,2 0 0 0 0,2-1 0 0 0,1-1 0 0 0,37 58 0 0 0,-47-86-279 0 0,0 0 0 0 0,0-1 0 0 0,1 0 0 0 0,12 9 0 0 0,-18-15-73 0 0,1 1-1 0 0,0-1 1 0 0,0 0-1 0 0,0 0 0 0 0,0-1 1 0 0,1 1-1 0 0,-1-1 0 0 0,0 1 1 0 0,1-1-1 0 0,-1 0 1 0 0,1 0-1 0 0,-1 0 0 0 0,1-1 1 0 0,0 0-1 0 0,-1 1 0 0 0,1-1 1 0 0,3-1-1 0 0,-5 1 0 0 0,-1-1-1 0 0,1 0 1 0 0,-1 0-1 0 0,1 0 1 0 0,-1 0-1 0 0,0 0 1 0 0,1 0 0 0 0,-1 0-1 0 0,0-1 1 0 0,0 1-1 0 0,0 0 1 0 0,0-1-1 0 0,0 1 1 0 0,0-1-1 0 0,0 1 1 0 0,0-1-1 0 0,-1 1 1 0 0,1-1 0 0 0,-1 0-1 0 0,1 1 1 0 0,-1-1-1 0 0,0 0 1 0 0,1 1-1 0 0,-1-1 1 0 0,0 0-1 0 0,0 1 1 0 0,0-1-1 0 0,-1-3 1 0 0,-5-61 846 0 0,4 51-890 0 0,-3-30 112 0 0,-2-4-747 0 0,2 0-1 0 0,4-91 0 0 0,3 124 9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0.8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27 1952 0 0,'-2'-2'91'0'0,"-1"-1"0"0"0,1 1 0 0 0,-1 0-1 0 0,1 0 1 0 0,-1 0 0 0 0,0 0-1 0 0,0 0 1 0 0,0 1 0 0 0,0-1 0 0 0,0 1-1 0 0,0 0 1 0 0,0 0 0 0 0,0 0-1 0 0,-1 0 1 0 0,1 0 0 0 0,0 1 0 0 0,-1 0-1 0 0,-3-1 1 0 0,5 2 24 0 0,0 0 0 0 0,0-1 1 0 0,0 1-1 0 0,0 0 0 0 0,0 0 0 0 0,0 0 0 0 0,0 0 0 0 0,0 0 1 0 0,0 0-1 0 0,1 1 0 0 0,-1-1 0 0 0,0 1 0 0 0,1-1 1 0 0,-1 1-1 0 0,1 0 0 0 0,0-1 0 0 0,-1 1 0 0 0,1 0 0 0 0,0 0 1 0 0,0 0-1 0 0,0 0 0 0 0,0 0 0 0 0,0 0 0 0 0,1 0 0 0 0,-1 1 1 0 0,1-1-1 0 0,-1 0 0 0 0,1 3 0 0 0,-5 21 187 0 0,-3 46 0 0 0,8-64-262 0 0,-1 0 1 0 0,2 0 0 0 0,-1 0-1 0 0,1 0 1 0 0,0 0-1 0 0,1 0 1 0 0,0-1-1 0 0,0 1 1 0 0,1 0-1 0 0,4 8 1 0 0,-6-14-73 0 0,1 0 1 0 0,-1 0-1 0 0,1 0 1 0 0,-1-1-1 0 0,1 1 1 0 0,-1 0 0 0 0,1-1-1 0 0,0 1 1 0 0,0-1-1 0 0,0 0 1 0 0,0 0-1 0 0,0 0 1 0 0,0 0-1 0 0,0 0 1 0 0,0 0-1 0 0,5 1 1 0 0,-6-2 9 0 0,0 0 1 0 0,0 0-1 0 0,1 1 0 0 0,-1-1 1 0 0,0 0-1 0 0,0 0 1 0 0,0 0-1 0 0,1-1 0 0 0,-1 1 1 0 0,0 0-1 0 0,0 0 1 0 0,0-1-1 0 0,0 1 0 0 0,1-1 1 0 0,-1 1-1 0 0,0-1 1 0 0,0 1-1 0 0,0-1 0 0 0,0 0 1 0 0,0 1-1 0 0,0-1 0 0 0,0 0 1 0 0,-1 0-1 0 0,1 0 1 0 0,0 0-1 0 0,0 1 0 0 0,-1-1 1 0 0,1 0-1 0 0,0-1 1 0 0,-1 1-1 0 0,1 0 0 0 0,-1 0 1 0 0,1-1-1 0 0,4-13-311 0 0,-1 0 0 0 0,-1 1 0 0 0,-1-1 0 0 0,0 0-1 0 0,0-28 1 0 0,-9-78 2727 0 0,12 128-1520 0 0,12 21-770 0 0,-5-5-61 0 0,-7-15-18 0 0,1 0-1 0 0,0-1 0 0 0,0 1 0 0 0,1-1 0 0 0,0 0 0 0 0,11 8 1 0 0,-13-12-110 0 0,0 0 1 0 0,0 0 0 0 0,0 0 0 0 0,1-1 0 0 0,-1 0 0 0 0,1 0 0 0 0,0 0 0 0 0,0 0 0 0 0,0-1-1 0 0,-1 0 1 0 0,11 0 0 0 0,1-1-2583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1.2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10 131 5065 0 0,'-9'0'350'0'0,"16"-1"2129"0"0,10 6-2249 0 0,0 0 0 0 0,-1 1 0 0 0,0 1 0 0 0,-1 1-1 0 0,29 18 1 0 0,-30-18-189 0 0,3 7 1465 0 0,-19-12-419 0 0,-9-8-487 0 0,10 5-266 0 0,-3-4-106 0 0,-2-5-295 0 0,0-1-1 0 0,0 1 1 0 0,1-1-1 0 0,1 0 1 0 0,-1-1-1 0 0,1 1 0 0 0,1-1 1 0 0,0 0-1 0 0,1 0 1 0 0,0 1-1 0 0,1-2 1 0 0,0 1-1 0 0,0 0 0 0 0,2-19 1 0 0,2 2-771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3.0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3225 0 0,'-1'2'310'0'0,"7"2"-406"0"0,-2-2 34 0 0,-3-1 231 0 0,3-1 103 0 0,6 1 168 0 0,1 0 1 0 0,0-1-1 0 0,-1 0 0 0 0,14-3 1 0 0,-14 2-133 0 0,1 0 1 0 0,-1 0-1 0 0,1 1 1 0 0,0 1-1 0 0,-1 0 1 0 0,12 2-1 0 0,-4 3-375 0 0,-1 1-1 0 0,1 0 1 0 0,-1 2-1 0 0,-1 0 1 0 0,1 0 0 0 0,-1 2-1 0 0,-1 0 1 0 0,0 1-1 0 0,13 14 1 0 0,5 1-1001 0 0,-11-9-1344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3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2112 0 0,'0'0'0'0'0,"2"0"0"0"0,1-1 0 0 0,2-2 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3.7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8 2304 0 0,'-3'-2'233'0'0,"2"1"11"0"0,0 1-1 0 0,0-1 0 0 0,0 0 1 0 0,0 1-1 0 0,-1-1 0 0 0,1 1 1 0 0,0-1-1 0 0,0 1 0 0 0,-1 0 1 0 0,1 0-1 0 0,0-1 0 0 0,-1 1 1 0 0,1 0-1 0 0,-2 0 1 0 0,2 1-108 0 0,0 0 0 0 0,0 0 0 0 0,0 0 0 0 0,0 0 1 0 0,0 0-1 0 0,0 0 0 0 0,1 0 0 0 0,-1 0 0 0 0,0 1 1 0 0,1-1-1 0 0,-1 0 0 0 0,0 1 0 0 0,1-1 1 0 0,0 0-1 0 0,-1 1 0 0 0,1 1 0 0 0,-8 30 261 0 0,1 0 1 0 0,3 1-1 0 0,0-1 0 0 0,2 1 1 0 0,3 49-1 0 0,0-8-4 0 0,-11 149 61 0 0,2-99-432 0 0,12 178 1 0 0,3-233-90 0 0,-2 0 0 0 0,-10 127 0 0 0,-9-127-843 0 0,9-50 572 0 0,1 0-1 0 0,1 1 1 0 0,-1 23-1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4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3225 0 0,'1'1'90'0'0,"-1"-1"0"0"0,0 1 0 0 0,0-1-1 0 0,1 1 1 0 0,-1 0 0 0 0,0-1 0 0 0,1 1 0 0 0,-1-1 0 0 0,1 0 0 0 0,-1 1 0 0 0,1-1 0 0 0,-1 1 0 0 0,0-1 0 0 0,1 0 0 0 0,0 1 0 0 0,-1-1 0 0 0,1 0 0 0 0,-1 1 0 0 0,1-1 0 0 0,-1 0 0 0 0,1 0-1 0 0,0 1 1 0 0,-1-1 0 0 0,1 0 0 0 0,-1 0 0 0 0,1 0 0 0 0,1 0 0 0 0,29 9 1115 0 0,-8-7-469 0 0,0-1 0 0 0,37-3 0 0 0,19 0-154 0 0,122 24-2645 0 0,-164-20-795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4.6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90 3 4145 0 0,'-1'0'145'0'0,"-1"-1"1"0"0,0 1-1 0 0,0-1 0 0 0,1 1 1 0 0,-1 0-1 0 0,0-1 0 0 0,0 1 1 0 0,0 0-1 0 0,0 0 0 0 0,1 0 1 0 0,-1 1-1 0 0,0-1 1 0 0,0 0-1 0 0,0 1 0 0 0,1-1 1 0 0,-1 1-1 0 0,0 0 0 0 0,1-1 1 0 0,-1 1-1 0 0,-2 1 0 0 0,2 0 5 0 0,-1 1 0 0 0,1-1 0 0 0,0 0 0 0 0,-1 1 0 0 0,1-1 0 0 0,0 1 0 0 0,1 0 0 0 0,-1 0 0 0 0,0 0 0 0 0,-1 4 0 0 0,-2 7 106 0 0,0 0 0 0 0,1 1 1 0 0,-3 27-1 0 0,6-36-215 0 0,0-2-82 0 0,0 3 177 0 0,0 0-1 0 0,0 0 1 0 0,1-1 0 0 0,-1 1 0 0 0,2 0 0 0 0,0 12 0 0 0,0-17-95 0 0,0-1 0 0 0,-1 1-1 0 0,1 0 1 0 0,0-1 0 0 0,0 1-1 0 0,0 0 1 0 0,0-1-1 0 0,0 1 1 0 0,0-1 0 0 0,0 0-1 0 0,1 1 1 0 0,-1-1 0 0 0,0 0-1 0 0,1 0 1 0 0,-1 0 0 0 0,1 0-1 0 0,0 0 1 0 0,-1 0 0 0 0,1 0-1 0 0,0 0 1 0 0,-1-1-1 0 0,1 1 1 0 0,0-1 0 0 0,0 1-1 0 0,0-1 1 0 0,-1 0 0 0 0,1 1-1 0 0,0-1 1 0 0,3 0 0 0 0,189 10-706 0 0,-194-10 666 0 0,1 0-1 0 0,0 0 0 0 0,-1 0 0 0 0,1 1 0 0 0,0-1 1 0 0,-1 0-1 0 0,1 1 0 0 0,0-1 0 0 0,-1 0 0 0 0,1 1 1 0 0,0-1-1 0 0,-1 1 0 0 0,1-1 0 0 0,-1 1 0 0 0,1 0 0 0 0,-1-1 1 0 0,0 1-1 0 0,1-1 0 0 0,-1 1 0 0 0,1 0 0 0 0,-1-1 1 0 0,0 1-1 0 0,0 0 0 0 0,1-1 0 0 0,-1 1 0 0 0,0 0 1 0 0,0 0-1 0 0,0-1 0 0 0,0 1 0 0 0,0 0 0 0 0,0 0 0 0 0,0-1 1 0 0,0 1-1 0 0,0 0 0 0 0,0-1 0 0 0,0 1 0 0 0,0 0 1 0 0,-1 0-1 0 0,1-1 0 0 0,-1 2 0 0 0,-11 34-4 0 0,10-31-2 0 0,-58 134-3186 0 0,53-124 2482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5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87 249 5529 0 0,'4'-5'307'0'0,"0"0"-1"0"0,0 0 0 0 0,0 0 1 0 0,0-1-1 0 0,-1 1 1 0 0,0-1-1 0 0,0 0 0 0 0,-1 0 1 0 0,1 0-1 0 0,1-8 0 0 0,3-7-711 0 0,0 0-1 0 0,6-38 0 0 0,-13 56 387 0 0,0 0 1 0 0,1 1 0 0 0,-1-1 0 0 0,0 0-1 0 0,-1 0 1 0 0,1 0 0 0 0,0 0-1 0 0,-1 0 1 0 0,1 1 0 0 0,-1-1 0 0 0,0 0-1 0 0,0 0 1 0 0,0 1 0 0 0,-1-1 0 0 0,1 0-1 0 0,0 1 1 0 0,-1 0 0 0 0,0-1 0 0 0,1 1-1 0 0,-1 0 1 0 0,0 0 0 0 0,0 0-1 0 0,0 0 1 0 0,-1 0 0 0 0,1 0 0 0 0,0 0-1 0 0,-1 1 1 0 0,1-1 0 0 0,-1 1 0 0 0,0 0-1 0 0,1 0 1 0 0,-1 0 0 0 0,0 0-1 0 0,0 0 1 0 0,1 1 0 0 0,-1-1 0 0 0,0 1-1 0 0,0 0 1 0 0,0 0 0 0 0,0 0 0 0 0,0 0-1 0 0,0 0 1 0 0,0 1 0 0 0,1-1-1 0 0,-1 1 1 0 0,0-1 0 0 0,0 1 0 0 0,1 0-1 0 0,-1 1 1 0 0,0-1 0 0 0,1 0 0 0 0,-1 1-1 0 0,1-1 1 0 0,-1 1 0 0 0,1 0-1 0 0,0 0 1 0 0,0 0 0 0 0,0 0 0 0 0,-2 2-1 0 0,0 2 138 0 0,0 0 0 0 0,0-1 0 0 0,1 2 0 0 0,-1-1 0 0 0,1 0 0 0 0,1 1 0 0 0,0-1 0 0 0,-1 1 0 0 0,0 10 0 0 0,2-14-77 0 0,1-1 0 0 0,0 1 0 0 0,0-1-1 0 0,0 1 1 0 0,0-1 0 0 0,0 1-1 0 0,1-1 1 0 0,-1 1 0 0 0,1-1 0 0 0,0 0-1 0 0,-1 1 1 0 0,1-1 0 0 0,0 0 0 0 0,0 1-1 0 0,1-1 1 0 0,-1 0 0 0 0,0 0-1 0 0,1 0 1 0 0,-1 0 0 0 0,1 0 0 0 0,0 0-1 0 0,0-1 1 0 0,0 1 0 0 0,0 0 0 0 0,0-1-1 0 0,0 0 1 0 0,0 1 0 0 0,0-1 0 0 0,3 1-1 0 0,4 1 72 0 0,0 1 0 0 0,0-2 0 0 0,0 0-1 0 0,15 2 1 0 0,20 5 330 0 0,-37-6-529 0 0,1-1 1 0 0,-1 0-1 0 0,1-1 0 0 0,-1 1 1 0 0,1-2-1 0 0,-1 1 0 0 0,1-1 0 0 0,-1 0 1 0 0,1 0-1 0 0,9-3 0 0 0,5-2-3204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5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22 456 0 0,'-8'-21'5030'0'0,"11"34"-1936"0"0,1 1-1519 0 0,1 0 0 0 0,11 23 0 0 0,38 57 443 0 0,-12-23-1538 0 0,-39-65-455 0 0,26 48-803 0 0,63 90 0 0 0,-74-121-131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5.8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77 3225 0 0,'2'-4'136'0'0,"0"2"40"0"0,-1-1-176 0 0,2 2 0 0 0,-2-1 0 0 0,1 1 0 0 0,2-2-480 0 0,1-1-128 0 0,3-1-25 0 0,4-4-7 0 0,3 0 640 0 0,-1-1 184 0 0,1 4 8 0 0,-2-1 16 0 0,0 1-40 0 0,-3 1-8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6.2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4 142 3225 0 0,'-4'-2'167'0'0,"8"5"867"0"0,-2 1-602 0 0,10 29 1255 0 0,-6-16-752 0 0,0 0 0 0 0,2-1 0 0 0,11 22 0 0 0,-17-35-877 0 0,0 0 1 0 0,0 0-1 0 0,0 0 1 0 0,0 0-1 0 0,1 0 1 0 0,-1-1-1 0 0,1 1 1 0 0,-1-1-1 0 0,1 0 0 0 0,0 0 1 0 0,0 0-1 0 0,0 0 1 0 0,0 0-1 0 0,0 0 1 0 0,0-1-1 0 0,1 0 1 0 0,-1 0-1 0 0,0 0 1 0 0,1 0-1 0 0,-1 0 0 0 0,1-1 1 0 0,-1 1-1 0 0,5-1 1 0 0,-5 0-144 0 0,0-1 0 0 0,0 1-1 0 0,0-1 1 0 0,0 0 0 0 0,0 0 0 0 0,0 0 0 0 0,0-1 0 0 0,0 1-1 0 0,-1-1 1 0 0,1 1 0 0 0,-1-1 0 0 0,1 0 0 0 0,-1 0 0 0 0,1 0 0 0 0,-1 0-1 0 0,0 0 1 0 0,0-1 0 0 0,0 1 0 0 0,0-1 0 0 0,-1 1 0 0 0,1-1 0 0 0,-1 0-1 0 0,1 0 1 0 0,1-4 0 0 0,2-9-682 0 0,0 0-1 0 0,-1 0 1 0 0,4-25 0 0 0,-3 11 358 0 0,1 1 502 0 0,-5 18-26 0 0,1 1 1 0 0,0-1-1 0 0,1 1 1 0 0,0 0-1 0 0,1 0 1 0 0,0 0-1 0 0,7-13 0 0 0,-10 22-25 0 0,-1 0-1 0 0,1-1 0 0 0,0 1 0 0 0,0 0 0 0 0,0 0 0 0 0,0 0 0 0 0,0-1 0 0 0,0 1 0 0 0,0 0 0 0 0,0 1 0 0 0,0-1 0 0 0,1 0 0 0 0,-1 0 0 0 0,0 0 0 0 0,0 1 1 0 0,1-1-1 0 0,-1 1 0 0 0,1-1 0 0 0,-1 1 0 0 0,0-1 0 0 0,1 1 0 0 0,-1 0 0 0 0,1 0 0 0 0,-1 0 0 0 0,1 0 0 0 0,-1 0 0 0 0,1 0 0 0 0,-1 0 0 0 0,1 0 1 0 0,-1 0-1 0 0,1 1 0 0 0,-1-1 0 0 0,0 1 0 0 0,1-1 0 0 0,-1 1 0 0 0,0-1 0 0 0,1 1 0 0 0,1 1 0 0 0,4 3 218 0 0,0 1 1 0 0,-1 0-1 0 0,1 1 0 0 0,-1-1 0 0 0,7 11 0 0 0,8 7-1244 0 0,-12-18 319 0 0,-1-1-135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6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0 456 0 0,'-1'1'217'0'0,"0"-1"0"0"0,-1 1-1 0 0,1-1 1 0 0,0 1 0 0 0,0-1 0 0 0,0 1 0 0 0,0 0-1 0 0,0-1 1 0 0,0 1 0 0 0,0 0 0 0 0,0 0 0 0 0,0 0-1 0 0,1 0 1 0 0,-1 0 0 0 0,0 0 0 0 0,0 0-1 0 0,1 0 1 0 0,-1 0 0 0 0,1 0 0 0 0,-1 0 0 0 0,0 2-1 0 0,1-1 116 0 0,1 0 0 0 0,-1 1 0 0 0,1-1-1 0 0,-1 0 1 0 0,1 0 0 0 0,0 0-1 0 0,0 0 1 0 0,0 0 0 0 0,0 0 0 0 0,1 2-1 0 0,1 2-260 0 0,54 104 2241 0 0,1-1-3605 0 0,-8-16-2806 0 0,-39-73 1563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37.0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 37 2881 0 0,'-14'14'256'0'0,"-1"7"-848"0"0,23-36 79 0 0,-4 11 668 0 0,0-1 0 0 0,-1 1-1 0 0,2 0 1 0 0,-1-1 0 0 0,0 2-1 0 0,1-1 1 0 0,0 1 0 0 0,0-1-1 0 0,0 1 1 0 0,0 0-1 0 0,0 1 1 0 0,0 0 0 0 0,1-1-1 0 0,-1 2 1 0 0,1-1 0 0 0,0 1-1 0 0,0-1 1 0 0,-1 2 0 0 0,1-1-1 0 0,0 1 1 0 0,0 0-1 0 0,0 0 1 0 0,0 0 0 0 0,9 2-1 0 0,-11-1-110 0 0,0 0 0 0 0,0 0-1 0 0,0 0 1 0 0,0 1-1 0 0,-1-1 1 0 0,1 1-1 0 0,0 0 1 0 0,-1 0 0 0 0,0 0-1 0 0,1 1 1 0 0,-1-1-1 0 0,0 1 1 0 0,0 0-1 0 0,0-1 1 0 0,0 1 0 0 0,-1 1-1 0 0,1-1 1 0 0,-1 0-1 0 0,0 1 1 0 0,0-1-1 0 0,0 1 1 0 0,0-1 0 0 0,-1 1-1 0 0,0 0 1 0 0,1 0-1 0 0,-1 0 1 0 0,0 0-1 0 0,-1 0 1 0 0,1 0 0 0 0,-1 0-1 0 0,0 0 1 0 0,0 0-1 0 0,0 0 1 0 0,0 0-1 0 0,-3 8 1 0 0,1-2-126 0 0,0 1 0 0 0,-1-1 0 0 0,-1 1 0 0 0,0-1 0 0 0,0 0 0 0 0,-1 0 0 0 0,-11 17 0 0 0,6-13-184 0 0</inkml:trace>
  <inkml:trace contextRef="#ctx0" brushRef="#br0" timeOffset="1">145 265 6273 0 0,'0'0'0'0'0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4.3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 6913 0 0,'0'0'23'0'0,"0"0"0"0"0,-1 0-1 0 0,1 0 1 0 0,0 0-1 0 0,-1 0 1 0 0,1 0-1 0 0,0 0 1 0 0,-1 0 0 0 0,1 0-1 0 0,0 0 1 0 0,0 0-1 0 0,-1 0 1 0 0,1 1-1 0 0,0-1 1 0 0,-1 0-1 0 0,1 0 1 0 0,0 0 0 0 0,0 0-1 0 0,-1 1 1 0 0,1-1-1 0 0,0 0 1 0 0,0 0-1 0 0,0 0 1 0 0,-1 1 0 0 0,1-1-1 0 0,0 0 1 0 0,0 0-1 0 0,0 1 1 0 0,0-1-1 0 0,0 0 1 0 0,-1 1 0 0 0,1-1-1 0 0,0 0 1 0 0,0 0-1 0 0,0 1 1 0 0,0 0 5 0 0,1-1 1 0 0,-1 1-1 0 0,0-1 0 0 0,1 1 1 0 0,-1-1-1 0 0,1 1 1 0 0,-1-1-1 0 0,0 1 1 0 0,1-1-1 0 0,-1 0 1 0 0,1 1-1 0 0,-1-1 0 0 0,1 0 1 0 0,-1 1-1 0 0,1-1 1 0 0,-1 0-1 0 0,1 0 1 0 0,0 1-1 0 0,-1-1 0 0 0,1 0 1 0 0,-1 0-1 0 0,1 0 1 0 0,0 0-1 0 0,-1 0 1 0 0,1 0-1 0 0,-1 0 0 0 0,2 0 1 0 0,172 1 428 0 0,-125-4-943 0 0,0 3-1 0 0,0 2 1 0 0,87 14 0 0 0,-131-15 369 0 0,0 1 0 0 0,0 0 0 0 0,0 0 1 0 0,0 0-1 0 0,0 1 0 0 0,0 0 0 0 0,-1 0 1 0 0,1 0-1 0 0,-1 0 0 0 0,0 1 1 0 0,0 0-1 0 0,0-1 0 0 0,0 1 0 0 0,4 7 1 0 0,18 17-326 0 0,-18-22 429 0 0,-2-2-54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5.2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0 3225 0 0,'22'38'552'0'0,"-20"-31"-481"0"0,0-1-1 0 0,1 0 1 0 0,-2 1 0 0 0,1-1 0 0 0,-1 1-1 0 0,0-1 1 0 0,-1 1 0 0 0,1 0 0 0 0,-2 11-1 0 0,-11 65 1180 0 0,3-28-751 0 0,-29 619 1587 0 0,25 212-2227 0 0,5-454 2161 0 0,-10 162 1249 0 0,-3-7-3295 0 0,19-500 7 0 0,5 428 364 0 0,1-318 107 0 0,-18 239-23 0 0,7-307-277 0 0,2-16-77 0 0,-19 496-428 0 0,28-367 2050 0 0,-3 59-932 0 0,1-193-152 0 0,1-29-246 0 0,3-59-935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6.2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675 0 8290 0 0,'-1'1'215'0'0,"-1"-1"0"0"0,0 1 0 0 0,0 0 0 0 0,0 0 1 0 0,1 0-1 0 0,-1 0 0 0 0,0 0 0 0 0,1 0 0 0 0,-1 0 0 0 0,1 0 1 0 0,-1 1-1 0 0,1-1 0 0 0,0 0 0 0 0,-1 1 0 0 0,1-1 0 0 0,0 1 1 0 0,0 0-1 0 0,0-1 0 0 0,0 1 0 0 0,0 0 0 0 0,1 0 0 0 0,-1-1 1 0 0,0 4-1 0 0,1 0-143 0 0,0 0 1 0 0,0 0 0 0 0,1 0-1 0 0,-1 1 1 0 0,1-1 0 0 0,0 0-1 0 0,4 8 1 0 0,1 11 12 0 0,-2-1 1 0 0,4 41-1 0 0,-6-37 922 0 0,11 47 0 0 0,4-21-281 0 0,-11-39-1191 0 0,-1 0 0 0 0,-1 0 0 0 0,0 1 0 0 0,-1-1 1 0 0,2 23-1 0 0,-10-5-977 0 0,5-32 1419 0 0,0 1 0 0 0,0-1 1 0 0,0 1-1 0 0,0-1 0 0 0,0 1 1 0 0,0-1-1 0 0,-1 1 0 0 0,1-1 1 0 0,0 1-1 0 0,0-1 0 0 0,0 1 1 0 0,0-1-1 0 0,-1 0 0 0 0,1 1 1 0 0,0-1-1 0 0,0 1 0 0 0,-1-1 1 0 0,1 0-1 0 0,0 1 0 0 0,-1-1 1 0 0,1 0-1 0 0,-1 1 0 0 0,1-1 1 0 0,0 0-1 0 0,-1 1 0 0 0,1-1 1 0 0,-1 0-1 0 0,1 0 0 0 0,-1 0 1 0 0,1 1-1 0 0,0-1 0 0 0,-1 0 1 0 0,1 0-1 0 0,-1 0 0 0 0,1 0 1 0 0,-1 0-1 0 0,1 0 0 0 0,-1 0 1 0 0,1 0-1 0 0,-1 0 0 0 0,1 0 1 0 0,-1 0-1 0 0,1 0 0 0 0,-1 0 1 0 0,1-1-1 0 0,-1 1 0 0 0,1 0 1 0 0,-1 0-1 0 0,1 0 0 0 0,-1-1 1 0 0,1 1-1 0 0,0 0 0 0 0,-1 0 1 0 0,1-1-1 0 0,0 1 0 0 0,-1-1 1 0 0,1-3-1407 0 0,0-6 1292 0 0,0 8-71 0 0,1 0 0 0 0,-1-1 0 0 0,0 1 0 0 0,0 0 0 0 0,0-1 0 0 0,-1 1 0 0 0,1-1-1 0 0,-2-4 1 0 0,2 7 195 0 0,-1-1-1 0 0,1 1 0 0 0,-1-1 0 0 0,1 1 0 0 0,-1-1 1 0 0,0 1-1 0 0,1-1 0 0 0,-1 1 0 0 0,0-1 0 0 0,1 1 1 0 0,-1 0-1 0 0,0-1 0 0 0,0 1 0 0 0,1 0 0 0 0,-1 0 0 0 0,0 0 1 0 0,0 0-1 0 0,1-1 0 0 0,-1 1 0 0 0,0 0 0 0 0,0 0 1 0 0,0 0-1 0 0,1 1 0 0 0,-1-1 0 0 0,0 0 0 0 0,0 0 1 0 0,1 0-1 0 0,-1 0 0 0 0,0 1 0 0 0,0-1 0 0 0,1 0 1 0 0,-1 1-1 0 0,0-1 0 0 0,1 1 0 0 0,-2 0 0 0 0,-138 69 1927 0 0,-202 42 2885 0 0,191-80-8259 0 0,110-26-1176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8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52 5065 0 0,'-16'-52'9339'0'0,"13"117"-8136"0"0,4-1-1 0 0,10 74 0 0 0,31 126-3023 0 0,-20-170-2418 0 0,-14-70-294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8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55 5065 0 0,'-1'-1'42'0'0,"1"0"0"0"0,-1 0 0 0 0,1-1 0 0 0,-1 1 0 0 0,1 0 0 0 0,-1 0 0 0 0,1-1 0 0 0,0 1 0 0 0,0 0 0 0 0,0-1 0 0 0,0 1-1 0 0,0 0 1 0 0,0-1 0 0 0,0 1 0 0 0,0 0 0 0 0,1-1 0 0 0,-1 1 0 0 0,0 0 0 0 0,1 0 0 0 0,-1-1 0 0 0,1 1 0 0 0,-1 0 0 0 0,1 0 0 0 0,1-2 0 0 0,0 1 68 0 0,0 0-1 0 0,0 1 1 0 0,0-1 0 0 0,0 1 0 0 0,0-1 0 0 0,0 1 0 0 0,1 0 0 0 0,-1 0-1 0 0,0 0 1 0 0,1 0 0 0 0,-1 0 0 0 0,4 0 0 0 0,2-1 302 0 0,1 1 0 0 0,-1 0-1 0 0,1 1 1 0 0,-1 0 0 0 0,1 0 0 0 0,-1 1 0 0 0,11 1 0 0 0,-5 3 59 0 0,0 0 1 0 0,-1 0-1 0 0,0 1 0 0 0,0 1 1 0 0,0 0-1 0 0,-1 1 0 0 0,0 1 0 0 0,0-1 1 0 0,-1 2-1 0 0,0 0 0 0 0,16 19 1 0 0,-5-2-795 0 0,0 1 0 0 0,-2 1 1 0 0,28 55-1 0 0,-35-52-1654 0 0,-3-1-2990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8.9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1 609 8754 0 0,'1'-1'776'0'0,"1"-2"-616"0"0,-1 2-160 0 0,2-2 0 0 0,-1 0 536 0 0,2-1 72 0 0,6-4 24 0 0,2-4 1 0 0,7-6-417 0 0,1-3-88 0 0,4-1-8 0 0,-3 2-8 0 0,1 1-112 0 0,-3 0 0 0 0,-4 4 0 0 0,-3 0 0 0 0</inkml:trace>
  <inkml:trace contextRef="#ctx0" brushRef="#br0" timeOffset="1">242 142 8290 0 0,'0'1'155'0'0,"0"0"1"0"0,0 0 0 0 0,0 1 0 0 0,-1-1-1 0 0,1 0 1 0 0,0 0 0 0 0,0 0-1 0 0,1 0 1 0 0,-1 0 0 0 0,0 0-1 0 0,0 0 1 0 0,0 0 0 0 0,1 0 0 0 0,-1 0-1 0 0,0 0 1 0 0,1 0 0 0 0,-1 0-1 0 0,1 0 1 0 0,0 1 0 0 0,15 27 1881 0 0,-10-18-842 0 0,49 83 2044 0 0,-11-37-9078 0 0,-29-40 660 0 0</inkml:trace>
  <inkml:trace contextRef="#ctx0" brushRef="#br0" timeOffset="2">500 96 6449 0 0,'0'-23'141'0'0,"-1"-20"1799"0"0,1 39-1246 0 0,1 0 0 0 0,11-18 7640 0 0,2 52-6985 0 0,-9-21-852 0 0,25 48-614 0 0,54 74 0 0 0,-67-106-1146 0 0,2 2-5479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9.3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12443 0 0,'51'27'3268'0'0,"-35"-14"-2848"0"0,0 0-1 0 0,-1 1 0 0 0,0 1 0 0 0,-1 1 1 0 0,-1 0-1 0 0,0 0 0 0 0,13 24 0 0 0,3 12-1362 0 0,29 69-1 0 0,-44-88-5264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49.7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19 571 2761 0 0,'-2'-4'135'0'0,"0"1"0"0"0,0 0 0 0 0,0-1 0 0 0,0 1 0 0 0,1-1 1 0 0,-1 1-1 0 0,1-1 0 0 0,0 0 0 0 0,0 0 0 0 0,0 0 1 0 0,0 1-1 0 0,1-1 0 0 0,0 0 0 0 0,0-8 0 0 0,1-4 741 0 0,1-1 0 0 0,5-20-1 0 0,-2 16-568 0 0,4-25 127 0 0,2 0 0 0 0,2 0 0 0 0,2 1-1 0 0,31-63 1 0 0,-42 102-462 0 0,-1-1-1 0 0,1 1 0 0 0,1 0 1 0 0,-1 0-1 0 0,1 0 0 0 0,0 1 0 0 0,1 0 1 0 0,8-8-1 0 0,-13 12 105 0 0,1 0 0 0 0,-1 0 0 0 0,1 1 1 0 0,-1-1-1 0 0,1 0 0 0 0,-1 0 0 0 0,1 1 0 0 0,-1-1 0 0 0,1 1 0 0 0,-1 0 1 0 0,1-1-1 0 0,0 1 0 0 0,-1 0 0 0 0,1 0 0 0 0,-1 0 0 0 0,1 0 0 0 0,0 0 0 0 0,-1 0 1 0 0,1 0-1 0 0,0 1 0 0 0,-1-1 0 0 0,1 1 0 0 0,-1-1 0 0 0,1 1 0 0 0,-1-1 0 0 0,1 1 1 0 0,-1 0-1 0 0,1 0 0 0 0,-1 0 0 0 0,0 0 0 0 0,1 0 0 0 0,-1 0 0 0 0,0 0 0 0 0,0 0 1 0 0,0 0-1 0 0,0 1 0 0 0,0-1 0 0 0,0 0 0 0 0,0 1 0 0 0,0-1 0 0 0,-1 1 1 0 0,1-1-1 0 0,0 3 0 0 0,22 52 2306 0 0,-17-38-1871 0 0,1-1 0 0 0,0 0 1 0 0,2 0-1 0 0,14 22 0 0 0,-21-36-530 0 0,0 0-1 0 0,0 0 0 0 0,0 0 1 0 0,1 0-1 0 0,-1-1 1 0 0,1 1-1 0 0,0-1 0 0 0,0 0 1 0 0,0 0-1 0 0,0 0 0 0 0,0 0 1 0 0,1 0-1 0 0,-1-1 1 0 0,0 0-1 0 0,1 1 0 0 0,-1-1 1 0 0,1-1-1 0 0,-1 1 0 0 0,1 0 1 0 0,0-1-1 0 0,-1 0 0 0 0,1 1 1 0 0,0-1-1 0 0,-1-1 1 0 0,1 1-1 0 0,0-1 0 0 0,5-1 1 0 0,-6 1-74 0 0,0 0 1 0 0,0-1-1 0 0,-1 1 1 0 0,1-1 0 0 0,0 0-1 0 0,-1 1 1 0 0,0-1-1 0 0,1 0 1 0 0,-1-1-1 0 0,0 1 1 0 0,0 0 0 0 0,0-1-1 0 0,0 1 1 0 0,-1-1-1 0 0,1 1 1 0 0,0-1-1 0 0,-1 0 1 0 0,0 0 0 0 0,0 0-1 0 0,0 1 1 0 0,1-5-1 0 0,2-9-191 0 0,0-1 0 0 0,2-28 0 0 0,-3 21 98 0 0,-1 11 91 0 0,10-50 53 0 0,-11 58 102 0 0,1 1 1 0 0,-1 0 0 0 0,0 0 0 0 0,1 0-1 0 0,0 0 1 0 0,0 1 0 0 0,0-1-1 0 0,1 0 1 0 0,-1 1 0 0 0,1-1-1 0 0,5-4 1 0 0,-7 7-7 0 0,0 1 0 0 0,0-1 0 0 0,0 1 0 0 0,0-1 0 0 0,0 1 0 0 0,0 0-1 0 0,0 0 1 0 0,0-1 0 0 0,0 1 0 0 0,0 0 0 0 0,0 0 0 0 0,0 0 0 0 0,0 0 0 0 0,0 0 0 0 0,0 0-1 0 0,0 0 1 0 0,0 1 0 0 0,0-1 0 0 0,0 0 0 0 0,0 0 0 0 0,-1 1 0 0 0,1-1 0 0 0,0 1 0 0 0,0-1-1 0 0,0 1 1 0 0,0-1 0 0 0,0 1 0 0 0,-1 0 0 0 0,1-1 0 0 0,0 1 0 0 0,0 0 0 0 0,0 1 0 0 0,27 32 938 0 0,-19-20-762 0 0,38 40-837 0 0,-34-41-355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50.0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80 248 1376 0 0,'6'-3'738'0'0,"-1"-1"0"0"0,0 1 1 0 0,1-1-1 0 0,-1 0 0 0 0,-1 0 0 0 0,1-1 0 0 0,-1 1 0 0 0,1-1 0 0 0,-1 0 0 0 0,6-10 0 0 0,-6 9-563 0 0,-1 0 1 0 0,0 0-1 0 0,0-1 0 0 0,-1 1 0 0 0,1-1 0 0 0,-1 0 0 0 0,-1 0 0 0 0,1 1 0 0 0,-1-1 0 0 0,0 0 1 0 0,-1 0-1 0 0,0 0 0 0 0,0 0 0 0 0,0 0 0 0 0,-1 0 0 0 0,0 0 0 0 0,-1 0 0 0 0,1 0 1 0 0,-1 0-1 0 0,0 1 0 0 0,-1-1 0 0 0,0 1 0 0 0,0-1 0 0 0,0 1 0 0 0,-6-7 0 0 0,9 12-154 0 0,-1 0-1 0 0,1 0 0 0 0,-1 1 1 0 0,0-1-1 0 0,0 0 0 0 0,1 0 1 0 0,-1 1-1 0 0,0-1 0 0 0,0 1 0 0 0,0-1 1 0 0,0 0-1 0 0,0 1 0 0 0,0 0 1 0 0,0-1-1 0 0,0 1 0 0 0,0 0 1 0 0,0-1-1 0 0,0 1 0 0 0,0 0 1 0 0,0 0-1 0 0,0 0 0 0 0,0 0 0 0 0,0 0 1 0 0,0 0-1 0 0,0 0 0 0 0,-1 0 1 0 0,0 1-23 0 0,0 0 0 0 0,0 0 1 0 0,0 0-1 0 0,0 0 0 0 0,0 0 1 0 0,0 0-1 0 0,0 1 0 0 0,1-1 1 0 0,-1 1-1 0 0,0-1 0 0 0,-2 4 1 0 0,-3 5-68 0 0,0 0 0 0 0,1 0 1 0 0,-8 16-1 0 0,14-25 74 0 0,-9 17-105 0 0,0 1 1 0 0,1 1-1 0 0,2-1 0 0 0,-10 42 1 0 0,15-56 91 0 0,1 0-1 0 0,-1 1 1 0 0,1-1 0 0 0,0 1 0 0 0,1-1 0 0 0,-1 0 0 0 0,1 1 0 0 0,0-1 0 0 0,1 0 0 0 0,2 9 0 0 0,-2-10 49 0 0,0-1 1 0 0,0 0-1 0 0,0 0 1 0 0,1 0 0 0 0,-1 0-1 0 0,1 0 1 0 0,-1 0 0 0 0,1 0-1 0 0,0-1 1 0 0,0 0-1 0 0,0 1 1 0 0,1-1 0 0 0,-1 0-1 0 0,0 0 1 0 0,1-1-1 0 0,6 3 1 0 0,3 0-106 0 0,-1-1-1 0 0,1 0 1 0 0,0-1-1 0 0,0-1 1 0 0,16 1-1 0 0,0-2-4933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50.6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8290 0 0,'1'-1'106'0'0,"-1"1"0"0"0,0 0 0 0 0,0-1 1 0 0,0 1-1 0 0,0-1 0 0 0,1 1 0 0 0,-1 0 0 0 0,0-1 0 0 0,0 1 1 0 0,1 0-1 0 0,-1 0 0 0 0,0-1 0 0 0,1 1 0 0 0,-1 0 1 0 0,0 0-1 0 0,0-1 0 0 0,1 1 0 0 0,-1 0 0 0 0,1 0 1 0 0,-1 0-1 0 0,0-1 0 0 0,1 1 0 0 0,-1 0 0 0 0,0 0 1 0 0,1 0-1 0 0,-1 0 0 0 0,1 0 0 0 0,-1 0 0 0 0,0 0 1 0 0,1 0-1 0 0,-1 0 0 0 0,1 0 0 0 0,-1 0 0 0 0,0 0 0 0 0,1 0 1 0 0,-1 0-1 0 0,1 1 0 0 0,-1-1 0 0 0,0 0 0 0 0,1 0 1 0 0,-1 0-1 0 0,0 0 0 0 0,1 1 0 0 0,-1-1 0 0 0,0 0 1 0 0,1 0-1 0 0,-1 1 0 0 0,18 9 2024 0 0,-10-4-1618 0 0,0 2 1 0 0,-1-1-1 0 0,0 1 1 0 0,0 0-1 0 0,-1 0 1 0 0,0 1 0 0 0,6 12-1 0 0,31 69 172 0 0,-38-77-634 0 0,47 113-359 0 0,-20-40-6177 0 0,-20-55 644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51.0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0 232 5529 0 0,'68'-87'1997'0'0,"-48"63"-2445"0"0,2 1-1 0 0,0 1 0 0 0,32-25 1 0 0,-50 44 862 0 0,0 0 1 0 0,1 0-1 0 0,-1 0 0 0 0,1 1 0 0 0,-1-1 1 0 0,1 1-1 0 0,0 0 0 0 0,0 1 1 0 0,0-1-1 0 0,0 1 0 0 0,0 0 1 0 0,0 0-1 0 0,0 0 0 0 0,1 1 1 0 0,9 0-1 0 0,-12 1-151 0 0,1 0 0 0 0,0 0 0 0 0,0 0 0 0 0,-1 1 0 0 0,1-1 0 0 0,-1 1 0 0 0,1 0 0 0 0,-1 0 0 0 0,0 0 0 0 0,1 1 0 0 0,-1-1 0 0 0,0 1 0 0 0,-1 0 1 0 0,1 0-1 0 0,0 0 0 0 0,-1 0 0 0 0,0 0 0 0 0,1 0 0 0 0,-1 1 0 0 0,-1-1 0 0 0,4 7 0 0 0,6 15 112 0 0,-2 1-1 0 0,0 0 1 0 0,6 33-1 0 0,-11-38-1545 0 0,-1 0-1 0 0,0 31 0 0 0,-3-41-317 0 0,-3-3-14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51.4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35 5065 0 0,'0'-1'75'0'0,"-1"0"-1"0"0,0 0 1 0 0,1 0-1 0 0,-1 0 1 0 0,1 0-1 0 0,0 0 1 0 0,-1 0 0 0 0,1 0-1 0 0,0 0 1 0 0,-1-1-1 0 0,1 1 1 0 0,0 0-1 0 0,0 0 1 0 0,0 0-1 0 0,0 0 1 0 0,0-1-1 0 0,0 1 1 0 0,0 0 0 0 0,1 0-1 0 0,-1 0 1 0 0,0 0-1 0 0,1 0 1 0 0,0-2-1 0 0,0 2 26 0 0,0 0-1 0 0,-1 1 0 0 0,1-1 0 0 0,0 1 1 0 0,0-1-1 0 0,0 1 0 0 0,0-1 1 0 0,0 1-1 0 0,0 0 0 0 0,0 0 0 0 0,0-1 1 0 0,0 1-1 0 0,0 0 0 0 0,0 0 1 0 0,0 0-1 0 0,0 0 0 0 0,0 0 0 0 0,0 0 1 0 0,0 0-1 0 0,0 0 0 0 0,0 1 1 0 0,0-1-1 0 0,0 0 0 0 0,0 1 0 0 0,0-1 1 0 0,0 0-1 0 0,0 1 0 0 0,0-1 0 0 0,1 2 1 0 0,3 1 103 0 0,1 0-1 0 0,-1 1 1 0 0,1 0 0 0 0,-1 0-1 0 0,0 1 1 0 0,-1-1 0 0 0,1 1 0 0 0,6 9-1 0 0,28 47-158 0 0,-34-53 30 0 0,8 16-62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51.8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96 7602 0 0,'32'23'3770'0'0,"-18"-6"-2819"0"0,-2 0 0 0 0,1 1 0 0 0,-2 0 0 0 0,0 1 0 0 0,12 32 1 0 0,0-3-819 0 0,-21-53-351 0 0,0 0 1 0 0,0 0 0 0 0,0 0-1 0 0,-1-1 1 0 0,2-10-1 0 0,8-56-137 0 0,-6 40 649 0 0,0-1 0 0 0,19-57 0 0 0,-24 88-197 0 0,1 0 1 0 0,-1 0-1 0 0,1 0 0 0 0,0 0 0 0 0,0 0 0 0 0,0 1 1 0 0,0-1-1 0 0,0 0 0 0 0,0 1 0 0 0,0-1 0 0 0,0 0 1 0 0,1 1-1 0 0,-1 0 0 0 0,1-1 0 0 0,-1 1 0 0 0,1 0 1 0 0,-1 0-1 0 0,1 0 0 0 0,0 0 0 0 0,0 0 1 0 0,-1 0-1 0 0,1 0 0 0 0,0 0 0 0 0,0 1 0 0 0,0-1 1 0 0,0 1-1 0 0,0-1 0 0 0,3 1 0 0 0,-2 0-26 0 0,0 1-1 0 0,-1 0 1 0 0,1 0-1 0 0,0 0 1 0 0,0 0-1 0 0,-1 0 1 0 0,1 0 0 0 0,-1 1-1 0 0,1-1 1 0 0,-1 1-1 0 0,1 0 1 0 0,-1 0-1 0 0,0 0 1 0 0,0 0 0 0 0,0 0-1 0 0,0 0 1 0 0,0 0-1 0 0,2 5 1 0 0,17 29-511 0 0,-1 1 1 0 0,-3 0-1 0 0,17 51 1 0 0,-3-10-2931 0 0,-23-57-2310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52.1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30 249 2304 0 0,'-6'-14'938'0'0,"1"0"0"0"0,0 0-1 0 0,1 0 1 0 0,1-1-1 0 0,0 0 1 0 0,1 1-1 0 0,1-1 1 0 0,0 0-1 0 0,1 0 1 0 0,1 0-1 0 0,2-16 1 0 0,-2 28-815 0 0,0 0-1 0 0,0 0 1 0 0,0 0 0 0 0,0 0-1 0 0,0 0 1 0 0,1 1 0 0 0,-1-1-1 0 0,1 0 1 0 0,0 1 0 0 0,0-1-1 0 0,0 1 1 0 0,0-1 0 0 0,0 1-1 0 0,0 0 1 0 0,1 0 0 0 0,-1 0-1 0 0,1 0 1 0 0,-1 1 0 0 0,1-1-1 0 0,0 1 1 0 0,0-1 0 0 0,0 1-1 0 0,-1 0 1 0 0,1 0 0 0 0,0 0-1 0 0,1 1 1 0 0,-1-1 0 0 0,0 1-1 0 0,0-1 1 0 0,0 1 0 0 0,0 0-1 0 0,0 0 1 0 0,0 1 0 0 0,1-1-1 0 0,-1 1 1 0 0,0-1 0 0 0,0 1-1 0 0,0 0 1 0 0,0 0 0 0 0,0 0-1 0 0,-1 1 1 0 0,1-1 0 0 0,0 1-1 0 0,0-1 1 0 0,-1 1 0 0 0,1 0-1 0 0,-1 0 1 0 0,0 0 0 0 0,1 0-1 0 0,2 5 1 0 0,5 5 6 0 0,-1 1 0 0 0,0 0 0 0 0,-1 1 0 0 0,0 0 0 0 0,-1 0 0 0 0,8 23 0 0 0,-3 1-2268 0 0,11 55 0 0 0,-17-66-3951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8:52.5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1 342 6449 0 0,'17'-27'759'0'0,"0"1"0"0"0,-2-2 1 0 0,17-42-1 0 0,-28 59-674 0 0,-1 1-1 0 0,0-1 1 0 0,0 1 0 0 0,-1-1 0 0 0,0 0 0 0 0,-1 0 0 0 0,0 0 0 0 0,-1 0 0 0 0,-1 0 0 0 0,1 0 0 0 0,-2 0-1 0 0,1 0 1 0 0,-6-15 0 0 0,7 24-86 0 0,0 1 0 0 0,0-1-1 0 0,-1 1 1 0 0,1 0 0 0 0,-1-1-1 0 0,0 1 1 0 0,1 0 0 0 0,-1 0-1 0 0,0-1 1 0 0,1 1 0 0 0,-1 0-1 0 0,0 0 1 0 0,0 0-1 0 0,0 0 1 0 0,0 0 0 0 0,0 0-1 0 0,0 0 1 0 0,-3-1 0 0 0,3 2-14 0 0,1 0 1 0 0,-1 0-1 0 0,0 0 1 0 0,0 0 0 0 0,1 0-1 0 0,-1 0 1 0 0,0 1-1 0 0,0-1 1 0 0,1 0-1 0 0,-1 0 1 0 0,0 0-1 0 0,0 1 1 0 0,1-1 0 0 0,-1 0-1 0 0,0 1 1 0 0,1-1-1 0 0,-1 1 1 0 0,0-1-1 0 0,1 1 1 0 0,-1-1-1 0 0,1 1 1 0 0,-1-1 0 0 0,0 2-1 0 0,-3 3-21 0 0,0 1 0 0 0,1-1 0 0 0,0 1 0 0 0,0-1 0 0 0,0 1 0 0 0,-2 9 0 0 0,0 1 292 0 0,1 1 1 0 0,0 0-1 0 0,1 1 0 0 0,1-1 0 0 0,1 1 0 0 0,1-1 0 0 0,0 0 1 0 0,1 1-1 0 0,4 20 0 0 0,-4-32-29 0 0,1 1 0 0 0,0-1 0 0 0,0 1 0 0 0,0-1 0 0 0,1 0 0 0 0,0 0 0 0 0,0 0 0 0 0,1-1 0 0 0,-1 1 0 0 0,1-1 0 0 0,9 9 0 0 0,-9-10-96 0 0,0-1 1 0 0,1 0-1 0 0,-1 0 1 0 0,1 0-1 0 0,0-1 1 0 0,0 1-1 0 0,0-1 1 0 0,0 0-1 0 0,0-1 1 0 0,0 1 0 0 0,1-1-1 0 0,-1 0 1 0 0,0 0-1 0 0,1-1 1 0 0,-1 0-1 0 0,8 0 1 0 0,10-3-1300 0 0,1-2-4674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2.2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52 920 0 0,'-10'-16'1590'0'0,"-9"-11"140"0"0,19 27-1604 0 0,-1-1 0 0 0,1 1-1 0 0,-1-1 1 0 0,1 0-1 0 0,-1 1 1 0 0,1-1-1 0 0,-1 1 1 0 0,0-1-1 0 0,1 1 1 0 0,-1-1-1 0 0,0 1 1 0 0,1 0-1 0 0,-1-1 1 0 0,0 1-1 0 0,1 0 1 0 0,-1-1-1 0 0,0 1 1 0 0,0 0-1 0 0,0 0 1 0 0,1 0-1 0 0,-1 0 1 0 0,0 0-1 0 0,0 0 1 0 0,1 0-1 0 0,-1 0 1 0 0,0 0-1 0 0,0 0 1 0 0,-1 1-1 0 0,1 2 143 0 0,0 0 0 0 0,0 0 0 0 0,0 0-1 0 0,0 0 1 0 0,1 1 0 0 0,-1-1-1 0 0,1 0 1 0 0,0 0 0 0 0,0 1 0 0 0,0-1-1 0 0,0 0 1 0 0,2 6 0 0 0,-2-1 92 0 0,3 198 2054 0 0,1 40-1970 0 0,-3-224-539 0 0,1 0 0 0 0,7 30 0 0 0,-8-45-207 0 0,1 1 0 0 0,1-1 0 0 0,-1 0 0 0 0,1 0 0 0 0,1-1 0 0 0,-1 1 0 0 0,1-1 0 0 0,0 1 0 0 0,0-1 0 0 0,9 8 0 0 0,-6-7-20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2.8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363 145 2761 0 0,'0'-8'338'0'0,"-1"0"1"0"0,1 1 0 0 0,-2-1 0 0 0,1 0 0 0 0,-1 1 0 0 0,0-1 0 0 0,0 1-1 0 0,-1 0 1 0 0,0-1 0 0 0,-1 2 0 0 0,1-1 0 0 0,-1 0 0 0 0,-8-9-1 0 0,10 13-147 0 0,-1 0-1 0 0,1 1 0 0 0,-1-1 0 0 0,0 1 0 0 0,0-1 0 0 0,0 1 0 0 0,0 0 0 0 0,0 0 0 0 0,0 1 0 0 0,0-1 0 0 0,-1 1 0 0 0,1-1 0 0 0,-1 1 0 0 0,1 0 0 0 0,-1 0 0 0 0,1 1 0 0 0,-1-1 0 0 0,0 1 0 0 0,1 0 0 0 0,-1 0 0 0 0,0 0 0 0 0,1 0 0 0 0,-1 0 0 0 0,0 1 0 0 0,1 0 0 0 0,-1 0 0 0 0,1 0 0 0 0,-1 0 0 0 0,1 0 0 0 0,-4 3 0 0 0,-2 0-60 0 0,1 1 0 0 0,0 1 1 0 0,0 0-1 0 0,1 0 0 0 0,0 0 0 0 0,0 1 1 0 0,0 0-1 0 0,1 0 0 0 0,0 1 0 0 0,0 0 1 0 0,1 0-1 0 0,0 0 0 0 0,0 1 0 0 0,-4 10 1 0 0,-5 17-122 0 0,1 0 0 0 0,-9 47 0 0 0,17-64 42 0 0,-15 73-51 0 0,4 1 0 0 0,4 1 0 0 0,4 0 0 0 0,4 0 0 0 0,14 162 0 0 0,-7-219-11 0 0,2 0 0 0 0,1 1 0 0 0,2-2 0 0 0,2 1 0 0 0,1-1 0 0 0,23 49 0 0 0,-28-71-37 0 0,1-1 0 0 0,1 0 0 0 0,0-1 1 0 0,1 0-1 0 0,0 0 0 0 0,0-1 0 0 0,2 0 0 0 0,-1-1 1 0 0,1 0-1 0 0,1-1 0 0 0,0 0 0 0 0,0-1 0 0 0,1 0 1 0 0,0-1-1 0 0,0 0 0 0 0,0-1 0 0 0,1 0 0 0 0,0-1 1 0 0,18 3-1 0 0,4-1-112 0 0,2-2 0 0 0,-1-1-1 0 0,0-2 1 0 0,1-2 0 0 0,-1-1 0 0 0,1-2 0 0 0,-1-2 0 0 0,50-12 0 0 0,-55 9 117 0 0,0-2-1 0 0,-1-1 1 0 0,0-1 0 0 0,-1-2 0 0 0,0-1-1 0 0,-1-1 1 0 0,-1-1 0 0 0,-1-2-1 0 0,44-38 1 0 0,-54 39 151 0 0,-1 0 0 0 0,-1-1-1 0 0,-1-1 1 0 0,0-1 0 0 0,-2 1 0 0 0,0-2-1 0 0,-1 0 1 0 0,-2 0 0 0 0,0-1 0 0 0,-1 0-1 0 0,-2 0 1 0 0,0-1 0 0 0,3-31 0 0 0,-3-1 458 0 0,-2-1 0 0 0,-3 0 0 0 0,-3 1 0 0 0,-12-90 1 0 0,8 112-323 0 0,-1 1-1 0 0,-1-1 1 0 0,-2 2 0 0 0,-1-1 0 0 0,-2 1 0 0 0,-1 1 0 0 0,-1 0 0 0 0,-36-52 0 0 0,38 65-163 0 0,-1 0 0 0 0,-1 0 0 0 0,-1 2 0 0 0,0 0 0 0 0,-1 0 0 0 0,-1 2 0 0 0,0 0 0 0 0,-1 1 1 0 0,0 1-1 0 0,-1 1 0 0 0,0 0 0 0 0,-1 2 0 0 0,0 0 0 0 0,-27-7 0 0 0,29 12-234 0 0,0 1 1 0 0,0 1-1 0 0,0 0 1 0 0,-1 1-1 0 0,1 1 0 0 0,-1 1 1 0 0,1 1-1 0 0,-19 4 0 0 0,5 2-652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3.8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99 3681 0 0,'3'-99'7189'0'0,"3"190"-5519"0"0,-3-25-1189 0 0,16 88 0 0 0,-15-136-479 0 0,0 1 0 0 0,2-1 0 0 0,0 1 0 0 0,1-1 0 0 0,0-1 0 0 0,2 0 1 0 0,0 0-1 0 0,1 0 0 0 0,14 18 0 0 0,-18-29-9 0 0,0 1-1 0 0,1-1 1 0 0,0 0-1 0 0,0-1 1 0 0,0 1 0 0 0,1-1-1 0 0,0-1 1 0 0,0 1 0 0 0,0-1-1 0 0,0-1 1 0 0,17 6-1 0 0,-22-9-74 0 0,0 1 0 0 0,0 0 0 0 0,0-1 0 0 0,0 1 0 0 0,0-1 0 0 0,0 0 0 0 0,-1 0 0 0 0,1 0 0 0 0,0-1 0 0 0,0 1 0 0 0,0-1 0 0 0,0 1 0 0 0,0-1 0 0 0,-1 0 0 0 0,1 0 0 0 0,0 0 0 0 0,0 0 0 0 0,-1-1 0 0 0,1 1 0 0 0,-1-1 0 0 0,0 1 0 0 0,1-1 0 0 0,-1 0 0 0 0,0 0 0 0 0,0 0 0 0 0,0 0 0 0 0,0-1 0 0 0,0 1 0 0 0,-1 0 0 0 0,1-1 0 0 0,-1 1 0 0 0,1-1 0 0 0,-1 0 0 0 0,0 1 0 0 0,0-1 0 0 0,0 0 0 0 0,0 0 0 0 0,-1 0 0 0 0,1-5 0 0 0,1-7 35 0 0,-1-1 0 0 0,-1 1 0 0 0,0 0 0 0 0,-1 0 0 0 0,-1 0 0 0 0,-5-21 0 0 0,3 14 572 0 0,-2-42-1 0 0,9 45-182 0 0,5 28 123 0 0,9 35 463 0 0,-15-36-750 0 0,5 11 85 0 0,0 0 0 0 0,1-1-1 0 0,1 0 1 0 0,1 0 0 0 0,17 22 0 0 0,-24-36-237 0 0,0 0-1 0 0,1 0 1 0 0,-1-1-1 0 0,1 1 1 0 0,0-1 0 0 0,0 0-1 0 0,0 0 1 0 0,1 0-1 0 0,-1-1 1 0 0,1 1-1 0 0,7 2 1 0 0,-8-4-15 0 0,0-1 0 0 0,0 1 0 0 0,-1-1 0 0 0,1 1 0 0 0,0-1 0 0 0,0-1 0 0 0,0 1 0 0 0,0 0 0 0 0,0-1 0 0 0,-1 0 0 0 0,1 0 0 0 0,0 0 0 0 0,0 0 0 0 0,-1 0 0 0 0,1-1 0 0 0,-1 0 0 0 0,5-3 0 0 0,-1 1 36 0 0,-1-1 0 0 0,0 0 1 0 0,0-1-1 0 0,0 1 1 0 0,-1-1-1 0 0,1 0 1 0 0,-2 0-1 0 0,1-1 0 0 0,-1 0 1 0 0,0 0-1 0 0,0 0 1 0 0,-1 0-1 0 0,1 0 1 0 0,-2-1-1 0 0,1 0 0 0 0,-1 1 1 0 0,0-1-1 0 0,-1 0 1 0 0,1-8-1 0 0,0-4 30 0 0,-1 1 0 0 0,-1-1 0 0 0,-1 0 0 0 0,-1 0 0 0 0,0 1 0 0 0,-8-31-1 0 0,6 36-46 0 0,1-1 2 0 0,0 1 0 0 0,-1-1 1 0 0,-1 1-1 0 0,-1 0 0 0 0,1 1 1 0 0,-2-1-1 0 0,0 1 0 0 0,-12-17 1 0 0,4 21-1106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4.2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0 6913 0 0,'0'0'32'0'0,"0"0"0"0"0,0 0 0 0 0,-1 0 0 0 0,1 0-1 0 0,0 0 1 0 0,0 0 0 0 0,-1 0 0 0 0,1 0 0 0 0,0 0-1 0 0,-1 0 1 0 0,1 0 0 0 0,0 0 0 0 0,0 1 0 0 0,-1-1-1 0 0,1 0 1 0 0,0 0 0 0 0,0 0 0 0 0,-1 0 0 0 0,1 0-1 0 0,0 0 1 0 0,0 1 0 0 0,0-1 0 0 0,-1 0 0 0 0,1 0-1 0 0,0 0 1 0 0,0 1 0 0 0,0-1 0 0 0,-1 0 0 0 0,1 0-1 0 0,0 0 1 0 0,0 1 0 0 0,0-1 0 0 0,0 0 0 0 0,0 0-1 0 0,0 1 1 0 0,0-1 0 0 0,0 0 0 0 0,0 1 0 0 0,0-1-1 0 0,0 0 1 0 0,-5 22 737 0 0,3 32 154 0 0,2-45-652 0 0,-3 49 677 0 0,1-8-445 0 0,4 53-1 0 0,-1-89-478 0 0,0-1 0 0 0,1 1 0 0 0,1 0-1 0 0,1-1 1 0 0,0 0 0 0 0,0 0-1 0 0,1 0 1 0 0,12 21 0 0 0,-16-31-31 0 0,1 0 0 0 0,0 0 0 0 0,1-1 0 0 0,-1 1 0 0 0,0 0 0 0 0,1-1 0 0 0,-1 1 0 0 0,1-1 0 0 0,0 0 0 0 0,0 0 0 0 0,0 0 0 0 0,0 0 0 0 0,0-1 0 0 0,5 3 0 0 0,-6-4-47 0 0,-1 0 0 0 0,1 1 1 0 0,0-1-1 0 0,0 0 0 0 0,-1 0 1 0 0,1 0-1 0 0,0-1 1 0 0,-1 1-1 0 0,1 0 0 0 0,0-1 1 0 0,0 1-1 0 0,-1-1 0 0 0,1 1 1 0 0,-1-1-1 0 0,1 0 0 0 0,-1 1 1 0 0,1-1-1 0 0,-1 0 0 0 0,1 0 1 0 0,-1 0-1 0 0,0-1 0 0 0,1 1 1 0 0,-1 0-1 0 0,0 0 0 0 0,0-1 1 0 0,0 1-1 0 0,0 0 1 0 0,0-1-1 0 0,0 1 0 0 0,0-1 1 0 0,0-1-1 0 0,6-12-148 0 0,-1 0 0 0 0,0-1 0 0 0,-2 0 0 0 0,1 1 0 0 0,1-20 0 0 0,-4 20 429 0 0,1 1-1 0 0,1-1 1 0 0,0 0-1 0 0,1 1 0 0 0,0 0 1 0 0,10-17-1 0 0,-15 30-182 0 0,1 1 0 0 0,-1-1-1 0 0,0 1 1 0 0,0-1-1 0 0,1 1 1 0 0,-1 0 0 0 0,0-1-1 0 0,1 1 1 0 0,-1-1-1 0 0,0 1 1 0 0,1 0 0 0 0,-1-1-1 0 0,1 1 1 0 0,-1 0-1 0 0,1-1 1 0 0,-1 1 0 0 0,1 0-1 0 0,-1 0 1 0 0,1 0 0 0 0,-1-1-1 0 0,1 1 1 0 0,-1 0-1 0 0,1 0 1 0 0,-1 0 0 0 0,1 0-1 0 0,-1 0 1 0 0,1 0-1 0 0,-1 0 1 0 0,1 0 0 0 0,-1 0-1 0 0,1 0 1 0 0,0 1-1 0 0,14 13 1047 0 0,5 24 175 0 0,-7-3-553 0 0,-3 1 0 0 0,9 44 0 0 0,-15-55-755 0 0,1 0-1 0 0,1-1 1 0 0,1 1 0 0 0,2-1 0 0 0,0-1 0 0 0,2 0-1 0 0,13 23 1 0 0,-20-40-420 0 0,0-1 0 0 0,1 1-1 0 0,0-1 1 0 0,9 8 0 0 0,3-1-4741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4.8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35 3225 0 0,'1'-2'366'0'0,"0"1"1"0"0,0-1 0 0 0,-1 1-1 0 0,1-1 1 0 0,-1 1-1 0 0,1-1 1 0 0,-1 0 0 0 0,0 1-1 0 0,0-1 1 0 0,1 0 0 0 0,-1 1-1 0 0,-10-15 6038 0 0,9 17-6284 0 0,-13 13 1507 0 0,8-2-1414 0 0,-1 0 0 0 0,1 0-1 0 0,1 1 1 0 0,0-1 0 0 0,1 1 0 0 0,-4 24-1 0 0,1 2-158 0 0,0 41 0 0 0,6-61-54 0 0,1 0 0 0 0,2 24 1 0 0,-2-38-2 0 0,1 1 0 0 0,0 0 0 0 0,0-1 0 0 0,1 1 0 0 0,0-1 0 0 0,0 0 0 0 0,0 1 0 0 0,0-1 0 0 0,1 0 0 0 0,0 0 0 0 0,0-1 0 0 0,4 6 0 0 0,-6-9-57 0 0,0 0 1 0 0,0 1-1 0 0,0-1 1 0 0,0 0 0 0 0,1 0-1 0 0,-1 0 1 0 0,0 0-1 0 0,1-1 1 0 0,-1 1-1 0 0,0 0 1 0 0,1 0-1 0 0,-1-1 1 0 0,1 1 0 0 0,0-1-1 0 0,-1 0 1 0 0,1 1-1 0 0,-1-1 1 0 0,1 0-1 0 0,-1 0 1 0 0,1 0-1 0 0,0 0 1 0 0,-1 0 0 0 0,3 0-1 0 0,-1-1-159 0 0,0 0 0 0 0,0-1 0 0 0,-1 1 0 0 0,1 0 0 0 0,0-1-1 0 0,-1 1 1 0 0,1-1 0 0 0,-1 0 0 0 0,0 0 0 0 0,1 0 0 0 0,2-4 0 0 0,2-3-533 0 0,-1 1 1 0 0,1-2-1 0 0,-2 1 1 0 0,1-1 0 0 0,6-17-1 0 0,-5 7 273 0 0,-2 0-1 0 0,0-1 1 0 0,-1 0-1 0 0,1-39 0 0 0,-3-37 2993 0 0,1 71 3086 0 0,-3 26-5499 0 0,0 0 0 0 0,1 0 0 0 0,-1 0 0 0 0,10 11 1897 0 0,7 18-1026 0 0,13 48 5 0 0,-20-48-1571 0 0,2 0 1 0 0,0-1-1 0 0,22 35 0 0 0,-17-38-5447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5.2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10594 0 0,'0'0'819'0'0,"14"17"2494"0"0,-1 2-2286 0 0,-1 0 0 0 0,-1 1 0 0 0,-1 1-1 0 0,13 33 1 0 0,22 92-2 0 0,-32-97-567 0 0,8 24-529 0 0,44 139 774 0 0,-55-188-1216 0 0,0 0-1 0 0,2-1 1 0 0,0 0-1 0 0,1 0 0 0 0,2-2 1 0 0,21 26-1 0 0,-18-29-4127 0 0,0-3-1296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5.6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0 250 2304 0 0,'37'-21'5229'0'0,"90"-50"-1168"0"0,207-73-1453 0 0,-300 131-7656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6.0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95 5 6913 0 0,'5'-4'5525'0'0,"-4"4"-5434"0"0,0 15 2200 0 0,-3 23-988 0 0,-39 235 1189 0 0,-6 47-2191 0 0,36-146-462 0 0,12-57-3043 0 0,1-106 1975 0 0,-2-11 1155 0 0,0 0 1 0 0,0 0-1 0 0,0 1 0 0 0,0-1 0 0 0,0 0 0 0 0,0 0 0 0 0,0 0 0 0 0,0 1 0 0 0,0-1 0 0 0,0 0 0 0 0,0 0 0 0 0,0 0 0 0 0,0 0 0 0 0,0 1 0 0 0,0-1 0 0 0,0 0 0 0 0,0 0 0 0 0,5 2-1996 0 0,0-6 423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6.4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39 3225 0 0,'0'-2'413'0'0,"-1"0"1"0"0,1 0 0 0 0,-1 0-1 0 0,1 0 1 0 0,0 0 0 0 0,0 0-1 0 0,0 0 1 0 0,0 0 0 0 0,1 0-1 0 0,-1 0 1 0 0,0 0 0 0 0,1 1-1 0 0,-1-1 1 0 0,1 0 0 0 0,6-7 2931 0 0,-7 9-3150 0 0,1 0 1 0 0,-1 0-1 0 0,1 0 0 0 0,-1 0 1 0 0,1 0-1 0 0,-1 0 1 0 0,1 0-1 0 0,0 0 0 0 0,16 9 1826 0 0,4 10-1332 0 0,-2 1-1 0 0,0 1 1 0 0,-2 0 0 0 0,28 44-1 0 0,47 106-514 0 0,-48-87-310 0 0,16 34-1218 0 0,-43-82 237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6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1 383 6913 0 0,'15'-12'523'0'0,"1"0"0"0"0,0 0 0 0 0,1 2 0 0 0,0 0 0 0 0,25-9 0 0 0,-4 0 220 0 0,63-27-139 0 0,15-8-2280 0 0,-94 41 1676 0 0</inkml:trace>
  <inkml:trace contextRef="#ctx0" brushRef="#br0" timeOffset="1">620 0 5529 0 0,'-3'4'379'0'0,"1"0"1"0"0,0 1-1 0 0,0-1 0 0 0,0 0 0 0 0,0 1 0 0 0,1-1 0 0 0,0 1 1 0 0,0-1-1 0 0,0 1 0 0 0,0-1 0 0 0,1 1 0 0 0,0 0 0 0 0,0-1 1 0 0,0 1-1 0 0,1 8 0 0 0,3 7 699 0 0,1 1 1 0 0,9 25-1 0 0,-2-3-48 0 0,12 55-1381 0 0,20 178 0 0 0,-42-242-5118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7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1840 0 0,'0'-2'178'0'0,"0"0"-1"0"0,0-1 0 0 0,0 1 0 0 0,1 0 0 0 0,-1 0 0 0 0,1 0 1 0 0,-1-1-1 0 0,1 1 0 0 0,0 0 0 0 0,0 0 0 0 0,-1 0 0 0 0,2 0 1 0 0,-1 0-1 0 0,0 0 0 0 0,0 0 0 0 0,1 0 0 0 0,-1 1 0 0 0,1-1 0 0 0,-1 1 1 0 0,1-1-1 0 0,0 1 0 0 0,-1-1 0 0 0,1 1 0 0 0,0 0 0 0 0,0 0 1 0 0,0 0-1 0 0,0 0 0 0 0,0 0 0 0 0,0 0 0 0 0,0 0 0 0 0,1 1 1 0 0,-1-1-1 0 0,0 1 0 0 0,3-1 0 0 0,1 1 280 0 0,0 0-1 0 0,0 0 0 0 0,0 0 1 0 0,-1 0-1 0 0,1 1 1 0 0,0 0-1 0 0,0 0 1 0 0,-1 1-1 0 0,1 0 1 0 0,-1 0-1 0 0,1 0 1 0 0,7 5-1 0 0,3 4-239 0 0,1 1 1 0 0,-2 0-1 0 0,0 1 1 0 0,0 1-1 0 0,-1 1 1 0 0,-1 0-1 0 0,-1 0 1 0 0,0 2-1 0 0,-1-1 1 0 0,0 2-1 0 0,-2-1 1 0 0,0 1-1 0 0,11 31 1 0 0,-17-36-263 0 0,0 1 0 0 0,0 0 0 0 0,-2 0-1 0 0,0 0 1 0 0,0-1 0 0 0,-1 1 0 0 0,-1 0 0 0 0,0 0 0 0 0,-1 0 0 0 0,-1 0 0 0 0,0-1 0 0 0,-7 21 0 0 0,6-24 14 0 0,0-1-1 0 0,0 1 0 0 0,-1-1 1 0 0,-1 0-1 0 0,1 0 0 0 0,-2 0 1 0 0,1-1-1 0 0,-1 1 0 0 0,0-2 1 0 0,-1 1-1 0 0,0-1 1 0 0,0 0-1 0 0,0-1 0 0 0,-1 0 1 0 0,0 0-1 0 0,0-1 0 0 0,-11 5 1 0 0,-9-3-4301 0 0,15-7-608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7.4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13 2304 0 0,'-26'-12'6353'0'0,"25"12"-6168"0"0,-6 17 5452 0 0,4 1-5403 0 0,2-14-935 0 0,-8 51 1610 0 0,2-26-726 0 0,2 0 0 0 0,2 1 0 0 0,0-1 0 0 0,2 1 0 0 0,3 36 0 0 0,-2-61-182 0 0,1-1 0 0 0,0 1 0 0 0,0-1-1 0 0,0 0 1 0 0,1 1 0 0 0,0-1-1 0 0,-1 0 1 0 0,1 0 0 0 0,1 0-1 0 0,-1 0 1 0 0,1 0 0 0 0,-1-1 0 0 0,1 1-1 0 0,0-1 1 0 0,0 0 0 0 0,1 1-1 0 0,-1-1 1 0 0,6 4 0 0 0,-2-4 41 0 0,-1 0 0 0 0,0 0 0 0 0,1-1 0 0 0,-1 0 0 0 0,1 0 0 0 0,0 0 0 0 0,0-1 0 0 0,-1 0 0 0 0,1 0 0 0 0,0-1 0 0 0,8 0 0 0 0,7-2 5 0 0,-1 0 0 0 0,1-2 0 0 0,-1-1 0 0 0,1 0 0 0 0,-1-1 0 0 0,34-16 0 0 0,1-10-687 0 0,-45 24-33 0 0,1 1 0 0 0,0 0 0 0 0,0 1 1 0 0,1 1-1 0 0,19-7 0 0 0,-21 10 639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8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34 246 3681 0 0,'-1'0'60'0'0,"0"-1"1"0"0,-1 1-1 0 0,1-1 1 0 0,0 1-1 0 0,-1-1 1 0 0,1 0-1 0 0,0 1 1 0 0,0-1-1 0 0,0 0 1 0 0,0 0-1 0 0,-1 0 1 0 0,1 0-1 0 0,0 0 1 0 0,1 0-1 0 0,-1 0 0 0 0,0 0 1 0 0,0-1-1 0 0,0 1 1 0 0,1 0-1 0 0,-1 0 1 0 0,0-1-1 0 0,0-1 1 0 0,-8-31 1426 0 0,9 28-1345 0 0,1 0 0 0 0,0 1 1 0 0,0-1-1 0 0,0 0 0 0 0,1 1 0 0 0,0-1 1 0 0,0 1-1 0 0,0 0 0 0 0,1-1 0 0 0,-1 1 1 0 0,1 0-1 0 0,1 1 0 0 0,-1-1 1 0 0,1 0-1 0 0,-1 1 0 0 0,1 0 0 0 0,9-8 1 0 0,6-4 450 0 0,1 1-1 0 0,37-22 1 0 0,-52 34-477 0 0,-1 0 1 0 0,1 1-1 0 0,0 0 0 0 0,0 0 0 0 0,-1 0 0 0 0,1 0 1 0 0,1 1-1 0 0,-1 0 0 0 0,0 0 0 0 0,0 0 0 0 0,7 0 0 0 0,-10 1-104 0 0,1 1 0 0 0,0-1-1 0 0,0 1 1 0 0,-1 0 0 0 0,1-1-1 0 0,0 1 1 0 0,-1 1-1 0 0,1-1 1 0 0,-1 0 0 0 0,1 0-1 0 0,-1 1 1 0 0,0-1 0 0 0,0 1-1 0 0,0 0 1 0 0,1 0 0 0 0,-2 0-1 0 0,1 0 1 0 0,0 0-1 0 0,0 0 1 0 0,-1 0 0 0 0,1 1-1 0 0,1 4 1 0 0,4 6-33 0 0,-2 1-1 0 0,0 0 1 0 0,0 0-1 0 0,-1 1 1 0 0,-1-1 0 0 0,-1 1-1 0 0,0 0 1 0 0,0 0-1 0 0,-3 28 1 0 0,-2 7 17 0 0,-15 77 1 0 0,3-57 0 0 0,7-35 396 0 0,-7 67 1 0 0,15-101-329 0 0,0 0 0 0 0,0 0 0 0 0,0 0 0 0 0,0 0 0 0 0,0 0 0 0 0,0 1 0 0 0,0-1 0 0 0,0 0 0 0 0,0 0 0 0 0,0 0 1 0 0,1 0-1 0 0,-1 0 0 0 0,0 0 0 0 0,1 0 0 0 0,-1 0 0 0 0,1 0 0 0 0,-1 0 0 0 0,1 0 0 0 0,0 0 0 0 0,-1 0 0 0 0,1 0 0 0 0,0 0 0 0 0,0-1 0 0 0,-1 1 0 0 0,1 0 0 0 0,0 0 1 0 0,0-1-1 0 0,0 1 0 0 0,0-1 0 0 0,0 1 0 0 0,0-1 0 0 0,0 1 0 0 0,0-1 0 0 0,0 0 0 0 0,0 1 0 0 0,0-1 0 0 0,1 0 0 0 0,-1 0 0 0 0,0 0 0 0 0,0 0 0 0 0,0 0 1 0 0,0 0-1 0 0,0 0 0 0 0,0 0 0 0 0,2-1 0 0 0,6 0 295 0 0,0-1 0 0 0,0-1-1 0 0,0 0 1 0 0,12-6 0 0 0,-12 6-330 0 0,39-17-345 0 0,0 2-1 0 0,93-22 0 0 0,-111 35-1015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08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849 22 10138 0 0,'-4'-3'211'0'0,"-1"0"0"0"0,1 1 0 0 0,-1 0 0 0 0,0 0-1 0 0,0 0 1 0 0,0 0 0 0 0,0 1 0 0 0,-1-1 0 0 0,1 1 0 0 0,-8 0 0 0 0,2 1 218 0 0,1 1 1 0 0,-1 0 0 0 0,1 1-1 0 0,-16 4 1 0 0,4 0-64 0 0,0 1 1 0 0,1 0 0 0 0,0 2-1 0 0,0 1 1 0 0,1 0 0 0 0,0 2-1 0 0,1 0 1 0 0,0 1-1 0 0,-21 20 1 0 0,17-11-275 0 0,0 2 0 0 0,2 0 0 0 0,1 1 0 0 0,1 2 0 0 0,1 0 0 0 0,-14 30 0 0 0,-25 55-108 0 0,-64 185 1 0 0,-4 132-279 0 0,114-387 294 0 0,3 0 1 0 0,1 1-1 0 0,2-1 1 0 0,3 1 0 0 0,1 0-1 0 0,7 69 1 0 0,-3-91-29 0 0,0 0-1 0 0,2-1 1 0 0,1 0-1 0 0,0 1 1 0 0,2-2-1 0 0,0 1 1 0 0,1-1-1 0 0,1 0 1 0 0,1-1 0 0 0,0-1-1 0 0,1 1 1 0 0,1-2-1 0 0,1 0 1 0 0,0 0-1 0 0,24 19 1 0 0,-21-23-187 0 0,-1-1 1 0 0,1 0 0 0 0,1-2-1 0 0,0 0 1 0 0,0 0 0 0 0,1-2-1 0 0,0 0 1 0 0,0-2-1 0 0,0 0 1 0 0,1-1 0 0 0,0-1-1 0 0,0 0 1 0 0,0-2-1 0 0,0 0 1 0 0,0-2 0 0 0,24-2-1 0 0,0-4-386 0 0,0 0-1 0 0,-1-3 1 0 0,0-2-1 0 0,-1-2 1 0 0,0-1-1 0 0,49-27 1 0 0,-45 19 637 0 0,-2-3 0 0 0,-1-2 0 0 0,-2-1-1 0 0,40-36 1 0 0,-38 25 744 0 0,-2-1 1 0 0,-2-3-1 0 0,-2-1 0 0 0,-1-2 0 0 0,53-95 0 0 0,-59 85-29 0 0,-3-1-1 0 0,-2-2 1 0 0,-3 0 0 0 0,-2-2 0 0 0,13-74-1 0 0,-23 75-794 0 0,-2 0 0 0 0,-1-121-1 0 0,-7 149 137 0 0,-3-1-1 0 0,0 1 1 0 0,-2 0-1 0 0,-2 1 1 0 0,-1-1-1 0 0,-1 1 0 0 0,-20-44 1 0 0,23 62-101 0 0,-1 1 1 0 0,-1 0-1 0 0,0 0 0 0 0,0 1 1 0 0,-2 0-1 0 0,1 0 0 0 0,-1 1 0 0 0,-1 1 1 0 0,0 0-1 0 0,0 0 0 0 0,-1 1 1 0 0,-1 0-1 0 0,1 1 0 0 0,-1 1 1 0 0,-1 0-1 0 0,1 0 0 0 0,-1 1 1 0 0,-27-6-1 0 0,11 6-574 0 0,0 2 0 0 0,-1 1 0 0 0,0 1 0 0 0,1 2 0 0 0,-1 1 0 0 0,-42 7 0 0 0,26-1-5313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2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29 920 0 0,'0'-1'339'0'0,"0"-1"-1"0"0,0 1 1 0 0,0 0-1 0 0,0-1 1 0 0,0 1-1 0 0,0 0 1 0 0,0-1-1 0 0,-1 1 1 0 0,1 0-1 0 0,0-1 1 0 0,-1 1-1 0 0,1 0 1 0 0,-1 0-1 0 0,1-1 1 0 0,-1 1-1 0 0,0 0 1 0 0,0 0-1 0 0,0 0 1 0 0,1 0-1 0 0,-3-2 1 0 0,2 3-180 0 0,0 0 0 0 0,0 0 0 0 0,0 0 0 0 0,0 0 0 0 0,1 0 0 0 0,-1 0 0 0 0,0 0 0 0 0,0 0 0 0 0,0 1 0 0 0,0-1 0 0 0,0 0 0 0 0,0 1 0 0 0,1-1 0 0 0,-1 0 0 0 0,0 1 0 0 0,0-1 0 0 0,0 1 0 0 0,1-1 0 0 0,-1 1 0 0 0,0-1 0 0 0,1 1 0 0 0,-1 0 0 0 0,0-1 0 0 0,1 1 0 0 0,-1 0 0 0 0,1 0 0 0 0,-1-1 0 0 0,1 1 0 0 0,-1 0 0 0 0,1 0 0 0 0,-1 1 0 0 0,-5 10 275 0 0,0 0-1 0 0,1 0 0 0 0,0 1 0 0 0,1-1 0 0 0,0 1 0 0 0,1 0 0 0 0,-2 19 0 0 0,1-3-162 0 0,2 0 0 0 0,3 39-1 0 0,-1-57-227 0 0,1-1 0 0 0,0 0 0 0 0,0 0 0 0 0,2 0 0 0 0,-1 1 0 0 0,1-2 0 0 0,0 1 0 0 0,5 9 0 0 0,-6-15-43 0 0,0-1 0 0 0,1 1 0 0 0,-1-1 0 0 0,1 0 0 0 0,-1 0 0 0 0,1 0 0 0 0,0 0 0 0 0,0-1 0 0 0,0 1 0 0 0,1-1 0 0 0,-1 0 0 0 0,0 0 0 0 0,1 0 0 0 0,0 0 0 0 0,-1 0 0 0 0,1-1 0 0 0,0 0 0 0 0,0 0 0 0 0,0 0 0 0 0,0 0 0 0 0,0 0 0 0 0,0-1 0 0 0,5 0 0 0 0,6 0-548 0 0,-1-2-1 0 0,0 0 1 0 0,1-1 0 0 0,-1 0-1 0 0,0-1 1 0 0,0 0-1 0 0,-1-1 1 0 0,1-1 0 0 0,23-14-1 0 0,-9 4-4106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2.4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0 456 0 0,'-1'2'346'0'0,"-1"-1"-1"0"0,1 1 0 0 0,0 0 1 0 0,0-1-1 0 0,1 1 1 0 0,-1 0-1 0 0,0 0 1 0 0,1-1-1 0 0,-1 1 1 0 0,1 0-1 0 0,-1 0 1 0 0,1 0-1 0 0,0 0 0 0 0,-1 3 1 0 0,1-1 292 0 0,-5 21 983 0 0,2 0 1 0 0,1 1-1 0 0,1 44 0 0 0,1-62-1448 0 0,1 0 0 0 0,0 0 0 0 0,0 0 0 0 0,1 0 0 0 0,-1 0-1 0 0,2 0 1 0 0,-1 0 0 0 0,1-1 0 0 0,0 1 0 0 0,1-1 0 0 0,0 0 0 0 0,0 0 0 0 0,1 0 0 0 0,-1 0-1 0 0,11 10 1 0 0,-14-16-166 0 0,1 1-1 0 0,0-1 0 0 0,-1 1 1 0 0,1-1-1 0 0,0 0 0 0 0,0 0 1 0 0,0 0-1 0 0,0 0 1 0 0,0 0-1 0 0,0 0 0 0 0,0 0 1 0 0,0-1-1 0 0,0 1 0 0 0,1-1 1 0 0,-1 1-1 0 0,0-1 0 0 0,0 0 1 0 0,1 0-1 0 0,-1 0 0 0 0,0 0 1 0 0,0 0-1 0 0,4-1 1 0 0,-3-1-11 0 0,0 1 1 0 0,0-1-1 0 0,0 1 1 0 0,-1-1 0 0 0,1 0-1 0 0,0 0 1 0 0,-1 0-1 0 0,0-1 1 0 0,1 1 0 0 0,-1-1-1 0 0,0 1 1 0 0,0-1-1 0 0,3-5 1 0 0,-1-1-22 0 0,1 1 1 0 0,-1-1-1 0 0,-1-1 0 0 0,0 1 1 0 0,0 0-1 0 0,0-1 0 0 0,-2 0 1 0 0,1 1-1 0 0,0-15 0 0 0,-3 15 24 0 0,0 1 0 0 0,0 0 0 0 0,-1 0 0 0 0,0-1 1 0 0,0 1-1 0 0,-5-11 0 0 0,5 15-376 0 0,0 0 1 0 0,0 0 0 0 0,0 1 0 0 0,0-1-1 0 0,-1 0 1 0 0,1 1 0 0 0,-1-1-1 0 0,0 1 1 0 0,0 0 0 0 0,0 0 0 0 0,-1 0-1 0 0,1 1 1 0 0,-8-5 0 0 0,-3 2-3976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2.8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56 1376 0 0,'1'17'2028'0'0,"0"-1"1"0"0,6 25-1 0 0,-5-29-1612 0 0,1 0 1 0 0,0 0 0 0 0,1 0 0 0 0,1-1-1 0 0,0 1 1 0 0,0-1 0 0 0,9 13-1 0 0,-13-22-416 0 0,0-1-1 0 0,0 1 0 0 0,0-1 1 0 0,0 1-1 0 0,1-1 0 0 0,-1 0 1 0 0,0 1-1 0 0,1-1 0 0 0,-1 0 1 0 0,1 0-1 0 0,-1 0 1 0 0,1 0-1 0 0,-1 0 0 0 0,1 0 1 0 0,-1-1-1 0 0,1 1 0 0 0,0 0 1 0 0,0-1-1 0 0,-1 1 0 0 0,1-1 1 0 0,0 0-1 0 0,0 0 0 0 0,2 0 1 0 0,-1 0-143 0 0,-1-1 1 0 0,0 0 0 0 0,0 0 0 0 0,1 0-1 0 0,-1 0 1 0 0,0 0 0 0 0,0 0-1 0 0,0-1 1 0 0,0 1 0 0 0,0-1-1 0 0,0 1 1 0 0,-1-1 0 0 0,1 0 0 0 0,3-4-1 0 0,3-5-703 0 0,-1-1-1 0 0,0-1 0 0 0,0 1 0 0 0,7-23 0 0 0,-1-7-208 0 0,-10 31 1263 0 0,0 1 0 0 0,0-1 0 0 0,1 1-1 0 0,0 0 1 0 0,0 0 0 0 0,1 1 0 0 0,1-1-1 0 0,11-14 1 0 0,-17 24-119 0 0,0-1-1 0 0,0 1 1 0 0,1 0 0 0 0,-1-1-1 0 0,0 1 1 0 0,1 0 0 0 0,-1-1-1 0 0,0 1 1 0 0,1 0-1 0 0,-1 0 1 0 0,0-1 0 0 0,1 1-1 0 0,-1 0 1 0 0,1 0 0 0 0,-1 0-1 0 0,0 0 1 0 0,1 0 0 0 0,-1-1-1 0 0,1 1 1 0 0,-1 0 0 0 0,1 0-1 0 0,-1 0 1 0 0,0 0-1 0 0,1 0 1 0 0,-1 0 0 0 0,1 0-1 0 0,-1 1 1 0 0,1-1 0 0 0,-1 0-1 0 0,0 0 1 0 0,1 0 0 0 0,-1 0-1 0 0,1 0 1 0 0,-1 1-1 0 0,0-1 1 0 0,1 0 0 0 0,-1 0-1 0 0,0 1 1 0 0,1-1 0 0 0,-1 0-1 0 0,0 1 1 0 0,1-1 0 0 0,-1 0-1 0 0,0 1 1 0 0,0-1-1 0 0,1 0 1 0 0,-1 1 0 0 0,0-1-1 0 0,0 1 1 0 0,0-1 0 0 0,0 0-1 0 0,1 1 1 0 0,-1-1 0 0 0,0 1-1 0 0,0-1 1 0 0,0 0-1 0 0,0 1 1 0 0,0-1 0 0 0,0 1-1 0 0,0-1 1 0 0,0 1 0 0 0,0 0-1 0 0,4 36 2301 0 0,-4-31-1969 0 0,1 11 76 0 0,1 0 1 0 0,1 0-1 0 0,1-1 1 0 0,7 24-1 0 0,-6-28-1303 0 0,1 1 0 0 0,0-2 0 0 0,12 19 0 0 0,-6-13-3967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3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53 3225 0 0,'6'-10'4639'0'0,"-5"9"-4395"0"0,0 1 0 0 0,-1 0 0 0 0,1 0 0 0 0,-1-1 0 0 0,1 1 1 0 0,0 0-1 0 0,-1 0 0 0 0,1 0 0 0 0,0 0 0 0 0,-1 0 0 0 0,1 0 1 0 0,0 0-1 0 0,0 0 0 0 0,1 0-15 0 0,-1 1-1 0 0,0 0 1 0 0,0 0 0 0 0,1 0-1 0 0,-1 0 1 0 0,0 0 0 0 0,0 0-1 0 0,0 0 1 0 0,0 0 0 0 0,0 1-1 0 0,0-1 1 0 0,-1 0 0 0 0,2 2-1 0 0,16 45 1580 0 0,-3 78-747 0 0,-15-125-1107 0 0,0-1 1 0 0,0 0-1 0 0,0 1 1 0 0,0-1-1 0 0,0 0 0 0 0,0 0 1 0 0,0 1-1 0 0,0-1 1 0 0,0 0-1 0 0,0 1 1 0 0,0-1-1 0 0,0 0 1 0 0,1 0-1 0 0,-1 1 0 0 0,0-1 1 0 0,0 0-1 0 0,0 1 1 0 0,0-1-1 0 0,1 0 1 0 0,-1 0-1 0 0,0 0 1 0 0,0 1-1 0 0,1-1 1 0 0,-1 0-1 0 0,0 0 0 0 0,0 0 1 0 0,1 1-1 0 0,-1-1 1 0 0,0 0-1 0 0,0 0 1 0 0,1 0-1 0 0,-1 0 1 0 0,0 0-1 0 0,1 0 1 0 0,-1 0-1 0 0,0 0 0 0 0,1 0 1 0 0,-1 0-1 0 0,11-9-1648 0 0,8-22-600 0 0,-18 30 2183 0 0,37-80-2433 0 0,10-16 3350 0 0,-48 95-724 0 0,1 1 1 0 0,-1 0-1 0 0,1 0 0 0 0,0 0 0 0 0,-1-1 1 0 0,1 1-1 0 0,0 0 0 0 0,0 0 0 0 0,0 0 1 0 0,0 0-1 0 0,0 1 0 0 0,0-1 0 0 0,0 0 1 0 0,0 0-1 0 0,0 0 0 0 0,1 1 1 0 0,-1-1-1 0 0,0 1 0 0 0,0-1 0 0 0,1 1 1 0 0,0-1-1 0 0,-1 1 20 0 0,0 1 0 0 0,0-1-1 0 0,0 0 1 0 0,0 1 0 0 0,0-1 0 0 0,0 0 0 0 0,0 1 0 0 0,0 0 0 0 0,0-1 0 0 0,0 1-1 0 0,0-1 1 0 0,-1 1 0 0 0,1 0 0 0 0,0 0 0 0 0,0-1 0 0 0,-1 1 0 0 0,1 0-1 0 0,0 0 1 0 0,-1 0 0 0 0,1 1 0 0 0,4 8 625 0 0,0 1 1 0 0,-1-1-1 0 0,5 21 1 0 0,-7-23-680 0 0,31 93 493 0 0,-1-38-5574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3.6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 4609 0 0,'2'-2'275'0'0,"0"0"-1"0"0,0-1 1 0 0,0 1 0 0 0,1 0-1 0 0,-1 0 1 0 0,0 0-1 0 0,1 1 1 0 0,0-1 0 0 0,-1 1-1 0 0,1-1 1 0 0,0 1 0 0 0,0 0-1 0 0,-1 0 1 0 0,1 0 0 0 0,0 0-1 0 0,0 1 1 0 0,0-1-1 0 0,0 1 1 0 0,0 0 0 0 0,0 0-1 0 0,1 0 1 0 0,-1 0 0 0 0,0 0-1 0 0,4 1 1 0 0,-2 0 18 0 0,-1 1 0 0 0,1-1 1 0 0,-1 1-1 0 0,0-1 0 0 0,1 1 1 0 0,-1 0-1 0 0,0 1 0 0 0,0-1 0 0 0,0 1 1 0 0,-1 0-1 0 0,1 0 0 0 0,-1 0 1 0 0,0 0-1 0 0,1 0 0 0 0,2 6 0 0 0,4 9 159 0 0,-1 1 0 0 0,-1 0 0 0 0,0 1 0 0 0,-2 0 0 0 0,0 0 0 0 0,-2 0-1 0 0,3 25 1 0 0,5 12-112 0 0,-7-34-291 0 0,4 22-902 0 0,27 73-1 0 0,-28-99-550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4.0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1 213 5529 0 0,'2'-4'488'0'0,"2"0"-392"0"0,2 0-96 0 0,-2 0 0 0 0,1 0 360 0 0,4-1 56 0 0,3-5 1 0 0,7-6 7 0 0,8-5 120 0 0,1-3 16 0 0,4 1 8 0 0,-5 1 0 0 0,0 3-808 0 0,-3 3-160 0 0,1 2-32 0 0,-2 3-8 0 0,-1 3 336 0 0,-3 4 104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4.4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25 262 7834 0 0,'3'-4'439'0'0,"-1"-1"0"0"0,0 1 0 0 0,1 0 0 0 0,0 1-1 0 0,0-1 1 0 0,0 0 0 0 0,0 1 0 0 0,1-1 0 0 0,-1 1 0 0 0,1 0 0 0 0,5-3 0 0 0,11-11 923 0 0,-16 11-1325 0 0,1 1 1 0 0,-1-1-1 0 0,0 0 0 0 0,0 0 1 0 0,0-1-1 0 0,-1 1 0 0 0,0-1 1 0 0,-1 0-1 0 0,1 1 0 0 0,-1-1 1 0 0,-1-1-1 0 0,3-11 0 0 0,-4 15-28 0 0,0 0 0 0 0,1 0 0 0 0,-2 0 0 0 0,1 0 0 0 0,0 0 0 0 0,-1-1 0 0 0,0 2 0 0 0,0-1-1 0 0,0 0 1 0 0,0 0 0 0 0,0 0 0 0 0,-1 0 0 0 0,0 1 0 0 0,0-1 0 0 0,0 1 0 0 0,0-1 0 0 0,0 1 0 0 0,-1 0 0 0 0,0 0 0 0 0,1 0 0 0 0,-1 0-1 0 0,0 0 1 0 0,0 1 0 0 0,-6-4 0 0 0,8 5-10 0 0,-1 0 0 0 0,1 0 0 0 0,-1 0 0 0 0,0 0 0 0 0,1 0 0 0 0,-1 0 0 0 0,0 1 0 0 0,0-1 0 0 0,1 1 0 0 0,-1-1 0 0 0,0 1-1 0 0,0 0 1 0 0,0-1 0 0 0,0 1 0 0 0,0 0 0 0 0,0 0 0 0 0,0 1 0 0 0,1-1 0 0 0,-1 0 0 0 0,0 0 0 0 0,0 1 0 0 0,0 0 0 0 0,0-1 0 0 0,1 1 0 0 0,-1 0 0 0 0,0 0-1 0 0,1-1 1 0 0,-1 2 0 0 0,1-1 0 0 0,-1 0 0 0 0,1 0 0 0 0,-1 0 0 0 0,1 1 0 0 0,0-1 0 0 0,-1 0 0 0 0,1 1 0 0 0,0-1 0 0 0,0 1 0 0 0,0 0 0 0 0,-1 3 0 0 0,-1 1 6 0 0,0 1 1 0 0,0 0 0 0 0,1 0 0 0 0,0 0 0 0 0,0 0 0 0 0,1 0-1 0 0,0 1 1 0 0,0-1 0 0 0,0 10 0 0 0,2-8 108 0 0,-1 0 0 0 0,1 1-1 0 0,1-1 1 0 0,0 0 0 0 0,0 0 0 0 0,1 0 0 0 0,0 0-1 0 0,0-1 1 0 0,1 1 0 0 0,0-1 0 0 0,1 0 0 0 0,0 0-1 0 0,0 0 1 0 0,1-1 0 0 0,0 1 0 0 0,11 9 0 0 0,-7-8-174 0 0,1 0 0 0 0,0-2 0 0 0,1 1 1 0 0,0-1-1 0 0,0-1 0 0 0,0 0 0 0 0,1-1 1 0 0,0 0-1 0 0,0-1 0 0 0,24 4 1 0 0,-13-4-1463 0 0,1-1-3930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4.7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2 114 456 0 0,'-1'-4'547'0'0,"1"-1"0"0"0,-1 0 0 0 0,1 0 1 0 0,0 1-1 0 0,1-1 0 0 0,-1 0 0 0 0,1 0 0 0 0,0 1 0 0 0,0-1 0 0 0,0 0 0 0 0,1 1 0 0 0,-1-1 0 0 0,1 1 1 0 0,0 0-1 0 0,1 0 0 0 0,-1 0 0 0 0,1 0 0 0 0,-1 0 0 0 0,1 0 0 0 0,1 0 0 0 0,-1 1 0 0 0,0 0 0 0 0,1-1 1 0 0,7-4-1 0 0,-10 8-442 0 0,0-1 0 0 0,0 1 0 0 0,0 0 0 0 0,0 0 0 0 0,0-1 0 0 0,0 1 0 0 0,0 0 0 0 0,0 0 0 0 0,0 0 1 0 0,0 0-1 0 0,0 0 0 0 0,1 0 0 0 0,-1 0 0 0 0,0 0 0 0 0,0 1 0 0 0,0-1 0 0 0,0 0 0 0 0,0 1 0 0 0,0-1 0 0 0,0 0 0 0 0,0 1 1 0 0,1 1-1 0 0,1-1 13 0 0,-1 1 1 0 0,0 1-1 0 0,1-1 0 0 0,-1 0 1 0 0,0 0-1 0 0,-1 1 1 0 0,1-1-1 0 0,2 4 1 0 0,1 6 54 0 0,0-1-1 0 0,0 1 1 0 0,3 12 0 0 0,10 55 171 0 0,-16-70-377 0 0,-1-1 0 0 0,-1 1 0 0 0,0-1 0 0 0,0 1 0 0 0,0-1 0 0 0,-1 0 0 0 0,-3 14 0 0 0,4-21 36 0 0,0-1-1 0 0,0 1 1 0 0,0-1-1 0 0,-1 1 1 0 0,1-1 0 0 0,0 1-1 0 0,0-1 1 0 0,0 1-1 0 0,0-1 1 0 0,0 1 0 0 0,-1-1-1 0 0,1 0 1 0 0,0 1-1 0 0,0-1 1 0 0,-1 1 0 0 0,1-1-1 0 0,0 0 1 0 0,-1 1 0 0 0,1-1-1 0 0,-1 0 1 0 0,1 1-1 0 0,0-1 1 0 0,-1 0 0 0 0,1 1-1 0 0,-1-1 1 0 0,1 0-1 0 0,0 0 1 0 0,-1 0 0 0 0,1 0-1 0 0,-1 1 1 0 0,0-1-1 0 0,-11-11 238 0 0,-3-23 205 0 0,12 13-1023 0 0,1 0-1 0 0,1 0 1 0 0,2-42-1 0 0,3 23-5541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5.1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0 140 3681 0 0,'25'-18'5800'0'0,"-13"9"-3757"0"0,76-54 5122 0 0,-75 54-7097 0 0,0 2 1 0 0,0 0-1 0 0,1 1 1 0 0,0 0 0 0 0,16-4-1 0 0,-9 5-764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5.5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0 138 3681 0 0,'1'-1'97'0'0,"-1"-1"1"0"0,1 1 0 0 0,0 0-1 0 0,-1-1 1 0 0,1 1 0 0 0,0 0-1 0 0,0-1 1 0 0,0 1 0 0 0,0 0-1 0 0,0 0 1 0 0,0 0-1 0 0,0 0 1 0 0,0 0 0 0 0,0 0-1 0 0,0 0 1 0 0,1 1 0 0 0,1-2-1 0 0,28-16 1916 0 0,-22 14-1456 0 0,28-17 1884 0 0,44-24 837 0 0,-24 22-5146 0 0,-42 18 1035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5.8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11979 0 0,'5'0'231'0'0,"0"1"1"0"0,0 0 0 0 0,-1 0 0 0 0,1 1 0 0 0,0-1 0 0 0,-1 1 0 0 0,1 0 0 0 0,-1 0 0 0 0,1 1-1 0 0,-1-1 1 0 0,0 1 0 0 0,0 0 0 0 0,0 0 0 0 0,0 0 0 0 0,-1 1 0 0 0,1-1 0 0 0,-1 1-1 0 0,5 7 1 0 0,1 1 178 0 0,-1 0 0 0 0,0 1 0 0 0,-1 1-1 0 0,10 25 1 0 0,-7-8-40 0 0,-1 0 0 0 0,-2 1 0 0 0,6 51 0 0 0,-3 96-301 0 0,0 6-4250 0 0,-5-145-1674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6.2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0 2761 0 0,'5'22'7040'0'0,"-6"10"-3742"0"0,-10 40-2179 0 0,4-33-50 0 0,-1 26-403 0 0,-2 113 0 0 0,10-159-567 0 0,1 1 0 0 0,1 0 0 0 0,1-1 0 0 0,1 1 0 0 0,0-1 0 0 0,1 0 0 0 0,2 0 0 0 0,-1-1 0 0 0,2 0 0 0 0,13 22 0 0 0,-17-33-45 0 0,1-1 0 0 0,0 0 0 0 0,1 0-1 0 0,-1 0 1 0 0,1-1 0 0 0,0 0 0 0 0,1 0 0 0 0,-1 0 0 0 0,1-1 0 0 0,0 0 0 0 0,0 0 0 0 0,0-1 0 0 0,1 0 0 0 0,14 5 0 0 0,-18-7-29 0 0,-1-1 0 0 0,1 1 0 0 0,0-1 1 0 0,-1 1-1 0 0,1-1 0 0 0,0 0 1 0 0,-1 0-1 0 0,1-1 0 0 0,-1 1 0 0 0,1-1 1 0 0,0 1-1 0 0,-1-1 0 0 0,1-1 1 0 0,-1 1-1 0 0,0 0 0 0 0,1-1 0 0 0,-1 1 1 0 0,0-1-1 0 0,0 0 0 0 0,0 0 1 0 0,0 0-1 0 0,0-1 0 0 0,-1 1 0 0 0,1-1 1 0 0,0 0-1 0 0,-1 1 0 0 0,0-1 0 0 0,0 0 1 0 0,0 0-1 0 0,0 0 0 0 0,0-1 1 0 0,-1 1-1 0 0,1 0 0 0 0,0-6 0 0 0,1 2 22 0 0,-2-1 0 0 0,1 1-1 0 0,-1 0 1 0 0,0-1-1 0 0,0 1 1 0 0,-1-1-1 0 0,0 1 1 0 0,0-1-1 0 0,-1 1 1 0 0,0-1-1 0 0,-1 1 1 0 0,1-1-1 0 0,-1 1 1 0 0,-1 0-1 0 0,-3-10 1 0 0,-7-9 18 0 0,-1 1 1 0 0,-30-42 0 0 0,-1-3-134 0 0,5-13-1072 0 0,20 25-4934 0 0,12 31 439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7.3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99 0 6449 0 0,'0'1'670'0'0,"1"0"-582"0"0,-1 1 381 0 0,-1 1 1 0 0,0 0 0 0 0,0-1-1 0 0,0 1 1 0 0,0-1 0 0 0,0 1-1 0 0,0-1 1 0 0,-4 5-1 0 0,4-4 58 0 0,-38 79 2170 0 0,36-74-2538 0 0,0 0 0 0 0,0 0 0 0 0,1 0 0 0 0,1 0 0 0 0,-1 0 0 0 0,1 1 0 0 0,1-1 0 0 0,0 15-1 0 0,0-20-148 0 0,1-1 0 0 0,0 0 0 0 0,-1 0-1 0 0,1 1 1 0 0,0-1 0 0 0,0 0-1 0 0,0 0 1 0 0,0 0 0 0 0,0 0 0 0 0,1 0-1 0 0,-1 0 1 0 0,1 0 0 0 0,-1-1-1 0 0,1 1 1 0 0,0-1 0 0 0,-1 1 0 0 0,1-1-1 0 0,0 1 1 0 0,0-1 0 0 0,0 0-1 0 0,0 0 1 0 0,0 0 0 0 0,0 0 0 0 0,1 0-1 0 0,2 1 1 0 0,8 1-95 0 0,0 0 1 0 0,0-1-1 0 0,21 1 1 0 0,9 1-5 0 0,-40-3 91 0 0,0-1 1 0 0,0 1-1 0 0,0 0 1 0 0,0 0 0 0 0,0 0-1 0 0,0 0 1 0 0,0 1-1 0 0,0-1 1 0 0,-1 1 0 0 0,1 0-1 0 0,0 0 1 0 0,-1 0-1 0 0,0 0 1 0 0,1 0-1 0 0,-1 0 1 0 0,0 1 0 0 0,0-1-1 0 0,0 1 1 0 0,0-1-1 0 0,1 5 1 0 0,-2-5 50 0 0,0 1 1 0 0,-1 0 0 0 0,1 0-1 0 0,-1 0 1 0 0,0 0-1 0 0,0 0 1 0 0,0-1-1 0 0,-1 1 1 0 0,1 0-1 0 0,-1 0 1 0 0,1 0-1 0 0,-1 0 1 0 0,0-1-1 0 0,0 1 1 0 0,0 0 0 0 0,0-1-1 0 0,-1 1 1 0 0,1-1-1 0 0,-1 1 1 0 0,1-1-1 0 0,-1 0 1 0 0,-4 4-1 0 0,-5 6 366 0 0,0 0 0 0 0,-1-1-1 0 0,0 0 1 0 0,-1-1-1 0 0,-23 14 1 0 0,27-19-402 0 0,-1 0-1 0 0,1 0 1 0 0,-1-1 0 0 0,0 0 0 0 0,0 0 0 0 0,0-1-1 0 0,-1-1 1 0 0,1 0 0 0 0,-19 2 0 0 0,15-5-939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1784 143 8290 0 0,'-305'-91'3715'0'0,"232"75"-3441"0"0,-1 3 0 0 0,-94-6 0 0 0,78 16-253 0 0,-150 12-1 0 0,195-4 147 0 0,1 3 0 0 0,-1 1-1 0 0,1 2 1 0 0,1 2 0 0 0,-55 24-1 0 0,75-25-47 0 0,1 1 0 0 0,0 1-1 0 0,1 1 1 0 0,1 1-1 0 0,0 1 1 0 0,1 0 0 0 0,1 2-1 0 0,1 0 1 0 0,0 1-1 0 0,-17 29 1 0 0,-14 27 57 0 0,-59 129 1 0 0,101-194-185 0 0,-16 37 16 0 0,2 0-1 0 0,2 2 1 0 0,2 0-1 0 0,3 1 1 0 0,-9 58-1 0 0,17-70-20 0 0,2 1-1 0 0,2-1 0 0 0,1 1 1 0 0,2 0-1 0 0,2-1 0 0 0,1 0 1 0 0,16 56-1 0 0,-2-31-121 0 0,4-1-1 0 0,3-1 1 0 0,54 97 0 0 0,-30-77-722 0 0,118 148 0 0 0,-129-185 737 0 0,2-1 0 0 0,2-2 1 0 0,68 52-1 0 0,-82-73 280 0 0,1-1 1 0 0,1-1-1 0 0,0-2 0 0 0,1-1 1 0 0,1-1-1 0 0,1-2 1 0 0,36 9-1 0 0,-43-16-75 0 0,0-2-1 0 0,0-1 1 0 0,0-1-1 0 0,1-2 1 0 0,-1 0-1 0 0,0-2 1 0 0,1-1-1 0 0,-1-1 1 0 0,-1-2-1 0 0,1 0 1 0 0,-1-2-1 0 0,29-12 1 0 0,23-15 413 0 0,-1-3 0 0 0,111-73 0 0 0,-145 81-388 0 0,0-1 0 0 0,-2-2 0 0 0,-2-2 0 0 0,-1-2 1 0 0,-1-1-1 0 0,-3-2 0 0 0,-1-2 0 0 0,-2 0 0 0 0,-2-2 0 0 0,-2-2 1 0 0,-1 0-1 0 0,-3-2 0 0 0,-2 0 0 0 0,-2-1 0 0 0,19-82 1 0 0,-13 32 517 0 0,14-127 0 0 0,-35 189-545 0 0,-1 1 0 0 0,-2-1 0 0 0,-2 1 0 0 0,-1-1 0 0 0,-2 1 0 0 0,-2 0 0 0 0,-10-36 0 0 0,8 50-17 0 0,0 0 0 0 0,-2 1 0 0 0,-1 0-1 0 0,0 1 1 0 0,-2 1 0 0 0,0-1 0 0 0,-1 2 0 0 0,-1 0 0 0 0,-1 1 0 0 0,0 0-1 0 0,-1 2 1 0 0,-1 0 0 0 0,-30-20 0 0 0,-1 4 77 0 0,-2 2 0 0 0,-1 2 0 0 0,-1 2 1 0 0,-68-21-1 0 0,62 26-484 0 0,-82-16 0 0 0,115 31-267 0 0,1 2 0 0 0,-2 0 0 0 0,1 2 0 0 0,0 1 0 0 0,-49 5-1 0 0,25 6-5831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9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859 211 3225 0 0,'11'-20'872'0'0,"1"0"0"0"0,2 1 1 0 0,28-31-1 0 0,-23 28 1743 0 0,26-38 0 0 0,-45 59-2516 0 0,1 1 0 0 0,0-1 1 0 0,-1 1-1 0 0,0-1 0 0 0,1 1 0 0 0,-1-1 1 0 0,1 0-1 0 0,-1 1 0 0 0,0-1 1 0 0,1 0-1 0 0,-1 1 0 0 0,0-1 0 0 0,0 0 1 0 0,1 1-1 0 0,-1-1 0 0 0,0 0 0 0 0,0 1 1 0 0,0-1-1 0 0,0 0 0 0 0,0 0 0 0 0,0 1 1 0 0,0-1-1 0 0,0 0 0 0 0,0 0 0 0 0,0 1 1 0 0,-1-2-1 0 0,0 2 17 0 0,0 0 0 0 0,0 0-1 0 0,1-1 1 0 0,-1 1 0 0 0,0 0 0 0 0,0 0-1 0 0,0 0 1 0 0,0 0 0 0 0,0 1 0 0 0,0-1-1 0 0,1 0 1 0 0,-1 0 0 0 0,0 0 0 0 0,0 1-1 0 0,0-1 1 0 0,0 0 0 0 0,0 1 0 0 0,-39 23 1581 0 0,20-7-1482 0 0,0 2-1 0 0,2 1 1 0 0,0 0 0 0 0,2 2-1 0 0,-16 23 1 0 0,-61 124 476 0 0,63-112-436 0 0,-327 520 1070 0 0,82-146-3235 0 0,227-355-1655 0 0,25-45-2586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19.4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59 4145 0 0,'1'-1'197'0'0,"0"0"0"0"0,0 0 0 0 0,0 1 0 0 0,0-1 0 0 0,1 0 1 0 0,-1 1-1 0 0,0-1 0 0 0,0 1 0 0 0,1 0 0 0 0,-1-1 0 0 0,0 1 0 0 0,1 0 0 0 0,-1 0 0 0 0,0-1 1 0 0,1 1-1 0 0,-1 0 0 0 0,0 1 0 0 0,1-1 0 0 0,-1 0 0 0 0,0 0 0 0 0,0 0 0 0 0,1 1 1 0 0,-1-1-1 0 0,0 1 0 0 0,1-1 0 0 0,-1 1 0 0 0,0-1 0 0 0,0 1 0 0 0,0 0 0 0 0,0 0 0 0 0,0-1 1 0 0,0 1-1 0 0,0 0 0 0 0,0 0 0 0 0,1 2 0 0 0,6 4 594 0 0,-1 1 0 0 0,0 0 0 0 0,8 11-1 0 0,-11-13-488 0 0,45 71 1796 0 0,-35-51-1596 0 0,2-1-1 0 0,28 36 1 0 0,-39-56-430 0 0,0 1 1 0 0,1-1-1 0 0,-1 1 1 0 0,1-1-1 0 0,0-1 1 0 0,0 1-1 0 0,1-1 1 0 0,0 0-1 0 0,-1-1 1 0 0,1 0-1 0 0,0 0 1 0 0,0 0-1 0 0,1-1 1 0 0,11 3-1 0 0,-13-5-23 0 0,1 0-1 0 0,0-1 1 0 0,-1 1 0 0 0,1-1-1 0 0,-1 0 1 0 0,1-1 0 0 0,-1 0-1 0 0,0 0 1 0 0,0 0-1 0 0,1 0 1 0 0,-1-1 0 0 0,-1 0-1 0 0,1-1 1 0 0,0 1 0 0 0,-1-1-1 0 0,0 0 1 0 0,8-8-1 0 0,8-9-199 0 0,0 0 0 0 0,25-37-1 0 0,-44 56 106 0 0,65-90-1803 0 0,-4-1-3848 0 0,-45 62 3290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20.3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87 2761 0 0,'-1'0'78'0'0,"1"0"0"0"0,-1-1 0 0 0,1 1 0 0 0,-1 0 0 0 0,1-1 0 0 0,-1 1 0 0 0,1-1 0 0 0,-1 1 0 0 0,1-1 0 0 0,-1 1 0 0 0,1-1 0 0 0,0 0 0 0 0,-1 1 0 0 0,1-1 0 0 0,0 1 0 0 0,-1-1 0 0 0,1 0 0 0 0,0 1 0 0 0,0-1 0 0 0,0 0 0 0 0,0 1 0 0 0,0-1 0 0 0,-1 0 0 0 0,1 1 0 0 0,0-1 0 0 0,1 0 0 0 0,-1 1 0 0 0,0-1 0 0 0,0 0 0 0 0,0 1 0 0 0,0-1 0 0 0,0 0 0 0 0,1 1 0 0 0,-1-1 0 0 0,1 0 0 0 0,0-2 246 0 0,1 0 1 0 0,0 1 0 0 0,0-1 0 0 0,0 1-1 0 0,1-1 1 0 0,-1 1 0 0 0,1 0 0 0 0,2-3-1 0 0,4-1 485 0 0,1 0 0 0 0,-1 0 0 0 0,1 1 0 0 0,12-5 0 0 0,-18 8-708 0 0,-1 1 0 0 0,1 0 0 0 0,0 0 0 0 0,0 0-1 0 0,0 0 1 0 0,0 1 0 0 0,0-1 0 0 0,0 1 0 0 0,1 0 0 0 0,-1 1 0 0 0,0-1 0 0 0,0 1-1 0 0,0-1 1 0 0,0 1 0 0 0,0 0 0 0 0,-1 1 0 0 0,1-1 0 0 0,6 4 0 0 0,-5-2-79 0 0,-1 0 1 0 0,0 1-1 0 0,0 0 1 0 0,-1 0-1 0 0,1 0 1 0 0,-1 0 0 0 0,1 1-1 0 0,-2-1 1 0 0,1 1-1 0 0,0 0 1 0 0,-1 0-1 0 0,0 0 1 0 0,3 8-1 0 0,4 15 213 0 0,-2 0-1 0 0,0 1 0 0 0,-2 0 1 0 0,2 32-1 0 0,-4 115 910 0 0,-3-50-515 0 0,0-112-1047 0 0,3 41 1576 0 0,5-31-2530 0 0,-7-23 1037 0 0,0 0 0 0 0,-1 0 0 0 0,1 0 0 0 0,0 0 0 0 0,0 0 0 0 0,0 0 0 0 0,0 0 0 0 0,0 0 1 0 0,0 0-1 0 0,0 0 0 0 0,0-1 0 0 0,0 1 0 0 0,0 0 0 0 0,2 0 0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09:20.7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 9218 0 0,'8'7'246'0'0,"12"4"6100"0"0,-19-11-6180 0 0,0 0-1 0 0,-1 0 1 0 0,1 1 0 0 0,-1-1 0 0 0,1 0-1 0 0,0 0 1 0 0,-1 0 0 0 0,1 0 0 0 0,0 0-1 0 0,-1 0 1 0 0,1 0 0 0 0,0 0 0 0 0,-1 0-1 0 0,1 0 1 0 0,-1 0 0 0 0,1 0 0 0 0,0 0-1 0 0,-1 0 1 0 0,1-1 0 0 0,0 1 0 0 0,-1 0-1 0 0,1 0 1 0 0,-1-1 0 0 0,1 1 0 0 0,0-13-3837 0 0,-2 7 2295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09.5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1916 2304 0 0,'-23'10'2494'0'0,"-34"20"-1"0"0,25-14 4470 0 0,148-178-5586 0 0,200-217 0 0 0,-169 221-1045 0 0,170-172 132 0 0,-36 31-1026 0 0,-71 72-1006 0 0,-141 158 1138 0 0,-21 23 25 0 0,61-75 1 0 0,-83 87-533 0 0,2 1 0 0 0,2 1-1 0 0,49-42 1 0 0,-69 67-59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0.0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0,'12'21'1931'0'0,"10"52"-178"0"0,13 82-1 0 0,-6-23-1248 0 0,-2-29-237 0 0,71 173-1 0 0,-93-264-483 0 0,0-1-1 0 0,2 1 0 0 0,9 13 1 0 0,-5-12-657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0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58 5065 0 0,'-1'-1'132'0'0,"0"0"-1"0"0,0-1 1 0 0,0 1 0 0 0,0 0-1 0 0,0-1 1 0 0,1 1 0 0 0,-1-1-1 0 0,1 1 1 0 0,-1-1 0 0 0,1 0-1 0 0,-1 1 1 0 0,1-1 0 0 0,0 1-1 0 0,0-1 1 0 0,0 0 0 0 0,0 1-1 0 0,0-1 1 0 0,0 0 0 0 0,1 1-1 0 0,-1-1 1 0 0,0 1 0 0 0,1-1-1 0 0,-1 0 1 0 0,2-2 0 0 0,-1 3-5 0 0,-1 0 0 0 0,1 0 1 0 0,-1 0-1 0 0,1 0 0 0 0,-1 0 1 0 0,1 1-1 0 0,-1-1 0 0 0,1 0 1 0 0,0 0-1 0 0,0 0 0 0 0,-1 1 1 0 0,1-1-1 0 0,0 0 1 0 0,0 1-1 0 0,0-1 0 0 0,0 1 1 0 0,0-1-1 0 0,0 1 0 0 0,0-1 1 0 0,0 1-1 0 0,0 0 0 0 0,0 0 1 0 0,0-1-1 0 0,0 1 0 0 0,0 0 1 0 0,0 0-1 0 0,0 0 1 0 0,0 0-1 0 0,0 0 0 0 0,0 0 1 0 0,0 0-1 0 0,0 0 0 0 0,0 1 1 0 0,0-1-1 0 0,0 0 0 0 0,0 1 1 0 0,0-1-1 0 0,0 1 1 0 0,1 0-1 0 0,12 8 369 0 0,-1 2 0 0 0,0-1 0 0 0,-1 2-1 0 0,0 0 1 0 0,-1 0 0 0 0,14 20 0 0 0,5 4-64 0 0,40 47 182 0 0,-29-33-574 0 0,2-2 0 0 0,50 44 0 0 0,-83-83-377 0 0,31 27 306 0 0,-15-10-4958 0 0,-12-11-484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0.6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1 340 10138 0 0,'21'-14'864'0'0,"21"-16"306"0"0,-2-2-1 0 0,69-70 1 0 0,-39 34-1251 0 0,9-4-1662 0 0,-55 50 458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1.0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0 6913 0 0,'-1'2'146'0'0,"0"-1"0"0"0,0 1-1 0 0,1-1 1 0 0,-1 1-1 0 0,0-1 1 0 0,1 1-1 0 0,0-1 1 0 0,-1 1 0 0 0,1 0-1 0 0,0-1 1 0 0,0 1-1 0 0,0 0 1 0 0,0-1 0 0 0,0 1-1 0 0,0 0 1 0 0,0-1-1 0 0,1 1 1 0 0,-1 0-1 0 0,1-1 1 0 0,-1 1 0 0 0,1-1-1 0 0,0 1 1 0 0,0 1-1 0 0,27 43 2494 0 0,-11-19-1177 0 0,53 118 1657 0 0,25 77-2705 0 0,-67-157-483 0 0,-9-18 69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2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1522 4145 0 0,'-2'-2'335'0'0,"1"-1"1"0"0,0 1 0 0 0,0 0-1 0 0,1-1 1 0 0,-1 1-1 0 0,0-1 1 0 0,1 0-1 0 0,-1 1 1 0 0,1-1 0 0 0,0 1-1 0 0,0-1 1 0 0,0 0-1 0 0,0 1 1 0 0,0-1 0 0 0,1 0-1 0 0,-1 1 1 0 0,2-4-1 0 0,0 2-144 0 0,-1 1 0 0 0,1 0-1 0 0,0-1 1 0 0,0 1-1 0 0,1 0 1 0 0,-1 0 0 0 0,1 0-1 0 0,-1 1 1 0 0,1-1 0 0 0,6-4-1 0 0,5-3-231 0 0,2 1 0 0 0,-1 1 0 0 0,1 0-1 0 0,22-6 1 0 0,-17 6 436 0 0,139-68-166 0 0,-91 42-314 0 0,113-40 1 0 0,5 21-34 0 0,82-28-20 0 0,27-24-26 0 0,221-82-20 0 0,-408 145 198 0 0,334-116 49 0 0,-8 11 251 0 0,-243 80-163 0 0,395-179 720 0 0,-549 227-1196 0 0,2 1 1 0 0,0 1-1 0 0,1 3 0 0 0,0 1 1 0 0,64-10-1 0 0,-74 20-3841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3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6913 0 0,'0'0'35'0'0,"0"0"-1"0"0,0 0 0 0 0,0 0 0 0 0,0-1 0 0 0,0 1 1 0 0,0 0-1 0 0,0 0 0 0 0,0 0 0 0 0,0-1 0 0 0,0 1 1 0 0,0 0-1 0 0,1 0 0 0 0,-1 0 0 0 0,0 0 0 0 0,0-1 0 0 0,0 1 1 0 0,0 0-1 0 0,0 0 0 0 0,0 0 0 0 0,1 0 0 0 0,-1-1 1 0 0,0 1-1 0 0,0 0 0 0 0,0 0 0 0 0,0 0 0 0 0,1 0 0 0 0,-1 0 1 0 0,0 0-1 0 0,0 0 0 0 0,0 0 0 0 0,0 0 0 0 0,1 0 1 0 0,-1 0-1 0 0,0 0 0 0 0,0 0 0 0 0,0 0 0 0 0,1 0 1 0 0,-1 0-1 0 0,0 0 0 0 0,0 0 0 0 0,0 0 0 0 0,1 0 0 0 0,-1 0 1 0 0,14 5 700 0 0,11 10 181 0 0,-16-6-562 0 0,0 0 1 0 0,0 1-1 0 0,-1 0 1 0 0,0 1 0 0 0,11 19-1 0 0,26 63 685 0 0,-16-32-664 0 0,105 233 468 0 0,-62-130-6981 0 0,-61-143 2536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3.5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20 236 10594 0 0,'0'0'-4'0'0,"-1"0"-1"0"0,0 0 0 0 0,0 0 1 0 0,1 0-1 0 0,-1 1 1 0 0,0-1-1 0 0,1 0 1 0 0,-1 0-1 0 0,0 1 0 0 0,1-1 1 0 0,-1 0-1 0 0,0 1 1 0 0,1-1-1 0 0,-1 1 0 0 0,1-1 1 0 0,-1 1-1 0 0,1-1 1 0 0,-1 1-1 0 0,1-1 0 0 0,-1 1 1 0 0,1-1-1 0 0,0 1 1 0 0,-1 0-1 0 0,1-1 1 0 0,0 1-1 0 0,-1 1 0 0 0,-4 26-33 0 0,9 30 675 0 0,-1-43-524 0 0,1 1 0 0 0,1-1 0 0 0,0 0 0 0 0,1 0 0 0 0,14 26 0 0 0,48 66 89 0 0,-53-85-191 0 0,-10-14-32 0 0,1 0 1 0 0,0 0-1 0 0,1-1 0 0 0,0 1 0 0 0,0-1 1 0 0,0-1-1 0 0,1 0 0 0 0,0 0 1 0 0,0 0-1 0 0,9 4 0 0 0,-13-8 11 0 0,-1-1-1 0 0,1 1 1 0 0,0-1-1 0 0,-1 0 0 0 0,1 0 1 0 0,0-1-1 0 0,0 1 1 0 0,0-1-1 0 0,0 0 0 0 0,0 0 1 0 0,0 0-1 0 0,0 0 1 0 0,0-1-1 0 0,-1 1 0 0 0,1-1 1 0 0,0 0-1 0 0,0-1 1 0 0,0 1-1 0 0,-1 0 1 0 0,1-1-1 0 0,-1 0 0 0 0,1 0 1 0 0,-1 0-1 0 0,0 0 1 0 0,0-1-1 0 0,0 1 0 0 0,5-6 1 0 0,1-2-57 0 0,0 0 1 0 0,-1 0-1 0 0,-1-1 1 0 0,0 0-1 0 0,0-1 1 0 0,9-20-1 0 0,22-79 89 0 0,-32 92 142 0 0,-2-1 0 0 0,0 0-1 0 0,-1 0 1 0 0,-1 0 0 0 0,-1 0 0 0 0,0 0 0 0 0,-2 0 0 0 0,-1 0 0 0 0,-5-30 0 0 0,4 38-91 0 0,0 1-1 0 0,0 0 1 0 0,-1 1-1 0 0,0-1 1 0 0,-1 1 0 0 0,-1-1-1 0 0,1 1 1 0 0,-2 1 0 0 0,1-1-1 0 0,-1 1 1 0 0,-1 0 0 0 0,1 1-1 0 0,-2 0 1 0 0,1 0-1 0 0,-1 1 1 0 0,0 0 0 0 0,0 0-1 0 0,-13-6 1 0 0,14 9-18 0 0,1 1-1 0 0,-1 0 1 0 0,0 0 0 0 0,0 1-1 0 0,0 0 1 0 0,0 0 0 0 0,0 1-1 0 0,0 0 1 0 0,-1 1 0 0 0,1-1-1 0 0,-10 2 1 0 0,12 0-159 0 0,0 0 0 0 0,0 0-1 0 0,1 0 1 0 0,-1 0 0 0 0,1 1 0 0 0,-1 0 0 0 0,1 1 0 0 0,-1-1-1 0 0,1 1 1 0 0,0 0 0 0 0,0 0 0 0 0,0 0 0 0 0,1 1 0 0 0,-1 0-1 0 0,1 0 1 0 0,-6 7 0 0 0,-2 5-4574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4.0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82 4609 0 0,'-1'1'215'0'0,"0"-1"0"0"0,0 1-1 0 0,0 0 1 0 0,0-1 0 0 0,0 1 0 0 0,0 0-1 0 0,0 0 1 0 0,0 0 0 0 0,1 0 0 0 0,-1 0 0 0 0,0 0-1 0 0,1 0 1 0 0,-1 0 0 0 0,0 0 0 0 0,1 0-1 0 0,-1 1 1 0 0,1-1 0 0 0,0 0 0 0 0,-1 0 0 0 0,1 0-1 0 0,0 1 1 0 0,0-1 0 0 0,0 2 0 0 0,-5 31 1397 0 0,5-22-1452 0 0,1 0 1 0 0,1 0 0 0 0,0 0 0 0 0,0 0-1 0 0,1 0 1 0 0,1 0 0 0 0,0-1-1 0 0,0 0 1 0 0,7 13 0 0 0,3 0-223 0 0,0 0 0 0 0,32 42 0 0 0,-37-56 47 0 0,0 1 0 0 0,1-2 0 0 0,0 1 0 0 0,1-1 0 0 0,-1-1 0 0 0,2 0 0 0 0,-1 0-1 0 0,1-1 1 0 0,19 8 0 0 0,-27-14-23 0 0,0 1-1 0 0,0 0 0 0 0,1-1 1 0 0,-1 0-1 0 0,0 0 1 0 0,1 0-1 0 0,-1-1 0 0 0,0 1 1 0 0,1-1-1 0 0,-1 0 0 0 0,1 0 1 0 0,-1-1-1 0 0,0 1 1 0 0,1-1-1 0 0,-1 0 0 0 0,0 0 1 0 0,0 0-1 0 0,0-1 0 0 0,1 0 1 0 0,-1 0-1 0 0,-1 0 1 0 0,1 0-1 0 0,0 0 0 0 0,0-1 1 0 0,-1 1-1 0 0,0-1 0 0 0,1 0 1 0 0,-1 0-1 0 0,0-1 1 0 0,0 1-1 0 0,-1 0 0 0 0,1-1 1 0 0,2-4-1 0 0,-1-1 94 0 0,0 1 0 0 0,0-1 0 0 0,-1 0 0 0 0,0-1 0 0 0,0 1 0 0 0,-1 0 0 0 0,-1-1 0 0 0,1 1-1 0 0,-1-1 1 0 0,-1 0 0 0 0,0 1 0 0 0,0-1 0 0 0,-1 0 0 0 0,0 1 0 0 0,-1-1 0 0 0,0 1 0 0 0,-1-1 0 0 0,1 1 0 0 0,-6-10 0 0 0,-7-15 341 0 0,0 1 1 0 0,-3 1 0 0 0,-35-50 0 0 0,48 76-339 0 0,0-1 1 0 0,0 1-1 0 0,0 1 0 0 0,0-1 1 0 0,-1 1-1 0 0,-9-7 0 0 0,13 11-198 0 0,0-1 0 0 0,-1 1-1 0 0,1 0 1 0 0,0-1 0 0 0,-1 1-1 0 0,1 0 1 0 0,0 0 0 0 0,-1 1-1 0 0,0-1 1 0 0,1 1 0 0 0,-1-1-1 0 0,1 1 1 0 0,-1 0 0 0 0,0-1-1 0 0,1 1 1 0 0,-1 1 0 0 0,1-1-1 0 0,-1 0 1 0 0,0 1 0 0 0,1-1-1 0 0,-1 1 1 0 0,-2 1 0 0 0,-5 3-4034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4.4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0 108 10594 0 0,'1'39'984'0'0,"2"-8"-798"0"0,1 1-1 0 0,1-1 1 0 0,2 0-1 0 0,0 0 0 0 0,22 51 1 0 0,-25-71-132 0 0,1 0 1 0 0,0-1 0 0 0,1 1 0 0 0,1-1-1 0 0,0 0 1 0 0,0 0 0 0 0,0-1 0 0 0,2 0-1 0 0,-1-1 1 0 0,1 0 0 0 0,0 0 0 0 0,0 0-1 0 0,1-1 1 0 0,0-1 0 0 0,1 0 0 0 0,-1 0-1 0 0,1-1 1 0 0,15 5 0 0 0,-24-9-60 0 0,1 0 1 0 0,-1 0-1 0 0,1-1 0 0 0,0 1 0 0 0,-1-1 1 0 0,1 0-1 0 0,0 0 0 0 0,-1 0 1 0 0,1 0-1 0 0,0 0 0 0 0,-1 0 0 0 0,1-1 1 0 0,0 1-1 0 0,-1-1 0 0 0,1 0 1 0 0,0 0-1 0 0,-1 0 0 0 0,0 0 1 0 0,1 0-1 0 0,-1 0 0 0 0,4-3 0 0 0,-3 1-10 0 0,0-1-1 0 0,0 1 0 0 0,0 0 0 0 0,-1-1 0 0 0,1 0 1 0 0,-1 0-1 0 0,0 0 0 0 0,0 0 0 0 0,0 0 0 0 0,-1 0 0 0 0,0 0 1 0 0,2-5-1 0 0,0-8 1 0 0,-1 0 1 0 0,0 0-1 0 0,-1-1 1 0 0,-1 1-1 0 0,-3-30 1 0 0,-1 17 403 0 0,-1 0 0 0 0,-2 1 0 0 0,-1 0 0 0 0,-13-28 0 0 0,14 38-285 0 0,-1 1 1 0 0,-2 0-1 0 0,0 0 1 0 0,0 1-1 0 0,-2 1 1 0 0,0 0-1 0 0,-14-15 0 0 0,23 29-96 0 0,1-1 0 0 0,0 1 0 0 0,-1 0 0 0 0,1 0 0 0 0,-1 0 0 0 0,1 0 0 0 0,-1 1 0 0 0,0-1 0 0 0,0 1 0 0 0,0-1 0 0 0,0 1-1 0 0,0 0 1 0 0,-3 0 0 0 0,5 1-45 0 0,0 0-1 0 0,0 0 0 0 0,1 0 1 0 0,-1 0-1 0 0,0 0 0 0 0,0 0 1 0 0,1 0-1 0 0,-1 0 0 0 0,0 1 1 0 0,0-1-1 0 0,1 0 0 0 0,-1 1 1 0 0,0-1-1 0 0,1 0 0 0 0,-1 1 1 0 0,0-1-1 0 0,1 1 0 0 0,-1-1 1 0 0,1 1-1 0 0,-1-1 0 0 0,0 2 1 0 0,0 0-168 0 0,0 0 1 0 0,0 0 0 0 0,0 0-1 0 0,0 0 1 0 0,0 0-1 0 0,1 0 1 0 0,-1 0 0 0 0,1 0-1 0 0,-1 0 1 0 0,1 5-1 0 0,0 2-434 0 0,0 0 0 0 0,1 1 0 0 0,0-1 0 0 0,4 18 0 0 0,1-6 591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4T22:12:14.8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18 235 6913 0 0,'0'0'26'0'0,"0"-1"-1"0"0,-1 1 0 0 0,1 0 0 0 0,0 0 0 0 0,0-1 0 0 0,0 1 0 0 0,0 0 0 0 0,-1 0 0 0 0,1-1 1 0 0,0 1-1 0 0,0 0 0 0 0,-1 0 0 0 0,1 0 0 0 0,0 0 0 0 0,0-1 0 0 0,-1 1 0 0 0,1 0 0 0 0,0 0 0 0 0,0 0 1 0 0,-1 0-1 0 0,1 0 0 0 0,0 0 0 0 0,-1 0 0 0 0,1 0 0 0 0,0 0 0 0 0,0 0 0 0 0,-1 0 0 0 0,1 0 0 0 0,0 0 1 0 0,-1 0-1 0 0,1 0 0 0 0,0 0 0 0 0,0 0 0 0 0,-1 0 0 0 0,1 0 0 0 0,0 0 0 0 0,-1 1 0 0 0,1-1 1 0 0,0 0-1 0 0,0 0 0 0 0,-1 0 0 0 0,1 0 0 0 0,0 1 0 0 0,0-1 0 0 0,0 0 0 0 0,-1 0 0 0 0,1 1 0 0 0,0-1 1 0 0,0 0-1 0 0,0 0 0 0 0,-1 1 0 0 0,-3 23 1369 0 0,6 31 1096 0 0,0-44-2312 0 0,1 1 1 0 0,0-1 0 0 0,1 0 0 0 0,0-1 0 0 0,0 1 0 0 0,1-1 0 0 0,1 1-1 0 0,11 16 1 0 0,-15-24-189 0 0,1 0 0 0 0,0 1 0 0 0,0-1-1 0 0,0 0 1 0 0,0 0 0 0 0,0-1 0 0 0,0 1-1 0 0,1-1 1 0 0,0 1 0 0 0,-1-1 0 0 0,1 0 0 0 0,0-1-1 0 0,0 1 1 0 0,0-1 0 0 0,0 1 0 0 0,0-1-1 0 0,0 0 1 0 0,1-1 0 0 0,-1 1 0 0 0,0-1 0 0 0,0 0-1 0 0,1 0 1 0 0,-1 0 0 0 0,0 0 0 0 0,0-1-1 0 0,7-1 1 0 0,-5 0-13 0 0,0 0-1 0 0,0 0 1 0 0,-1 0 0 0 0,1-1-1 0 0,0 0 1 0 0,-1 0-1 0 0,0 0 1 0 0,1-1 0 0 0,-1 0-1 0 0,-1 0 1 0 0,1 0 0 0 0,-1-1-1 0 0,1 1 1 0 0,-1-1-1 0 0,6-9 1 0 0,-6 5 100 0 0,1 0-1 0 0,-2 1 1 0 0,1-1-1 0 0,-1-1 1 0 0,0 1-1 0 0,-1 0 1 0 0,0-1-1 0 0,0 1 1 0 0,0-17-1 0 0,-2 11 93 0 0,0-1 0 0 0,-1 1-1 0 0,-1 0 1 0 0,0-1 0 0 0,-1 1 0 0 0,-1 0-1 0 0,0 0 1 0 0,-1 1 0 0 0,-1-1 0 0 0,0 1-1 0 0,-1 0 1 0 0,-15-23 0 0 0,17 30-242 0 0,-1 0 0 0 0,0 0 1 0 0,-1 0-1 0 0,1 0 0 0 0,-1 1 0 0 0,-1 1 1 0 0,1-1-1 0 0,-1 1 0 0 0,0 0 0 0 0,-13-6 1 0 0,-2 5-938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1.69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13 352 2761 0 0,'-12'-6'8469'0'0,"24"12"-6480"0"0,32 14-989 0 0,17 3 300 0 0,-26-9-882 0 0,40 10 0 0 0,-66-21-305 0 0,1-1 0 0 0,0-1 0 0 0,0 1 0 0 0,0-2-1 0 0,-1 1 1 0 0,1-1 0 0 0,0-1 0 0 0,0 0 0 0 0,11-2 0 0 0,-20 3-51 0 0,1 0 0 0 0,-1-1 0 0 0,0 1 0 0 0,1 0 1 0 0,-1-1-1 0 0,0 1 0 0 0,0-1 0 0 0,1 1 0 0 0,-1-1 0 0 0,0 0 1 0 0,0 1-1 0 0,0-1 0 0 0,0 0 0 0 0,0 0 0 0 0,0 0 0 0 0,0 0 1 0 0,0 0-1 0 0,0 0 0 0 0,0 0 0 0 0,-1 0 0 0 0,1 0 0 0 0,0-1 1 0 0,-1 1-1 0 0,1 0 0 0 0,-1 0 0 0 0,1-1 0 0 0,-1 1 0 0 0,1 0 1 0 0,-1 0-1 0 0,0-1 0 0 0,0 1 0 0 0,0 0 0 0 0,0-1 0 0 0,0 1 1 0 0,0-1-1 0 0,0 1 0 0 0,0 0 0 0 0,-1-2 0 0 0,-1-6 228 0 0,-1 1-1 0 0,0 0 0 0 0,-1 0 1 0 0,0 0-1 0 0,-5-8 1 0 0,-2-5-196 0 0,0 0 54 0 0,-62-138 408 0 0,31 51-3131 0 0,32 76-4602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2.16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103 93 6913 0 0,'-2'-9'322'0'0,"-1"1"0"0"0,0 0-1 0 0,0 0 1 0 0,-1 0 0 0 0,0 0-1 0 0,-5-7 1 0 0,7 13-105 0 0,1 0 0 0 0,-1 0-1 0 0,0 0 1 0 0,1 0 0 0 0,-1 0 0 0 0,0 0 0 0 0,0 1-1 0 0,0-1 1 0 0,0 0 0 0 0,-5-1 0 0 0,6 2-81 0 0,0 1 0 0 0,0 0 0 0 0,0 0 0 0 0,0-1 1 0 0,0 1-1 0 0,-1 0 0 0 0,1 0 0 0 0,0 0 0 0 0,0 0 1 0 0,0 0-1 0 0,0 0 0 0 0,0 1 0 0 0,0-1 1 0 0,0 0-1 0 0,0 1 0 0 0,0-1 0 0 0,0 0 0 0 0,0 1 1 0 0,0-1-1 0 0,0 1 0 0 0,0 0 0 0 0,0-1 0 0 0,0 1 1 0 0,1 0-1 0 0,-1-1 0 0 0,-1 2 0 0 0,-1 2 16 0 0,1 0-1 0 0,-1-1 1 0 0,1 1 0 0 0,0 0-1 0 0,1 0 1 0 0,-1 1-1 0 0,1-1 1 0 0,-1 0 0 0 0,1 0-1 0 0,0 1 1 0 0,1-1-1 0 0,-1 1 1 0 0,1-1 0 0 0,0 0-1 0 0,1 10 1 0 0,1 6-134 0 0,7 40 0 0 0,-7-53-73 0 0,1 9-111 0 0,1 0 0 0 0,0-1 0 0 0,8 17 0 0 0,-11-29 34 0 0,0-1 0 0 0,0 1 0 0 0,0-1 0 0 0,0 0 0 0 0,0 1 0 0 0,1-1 0 0 0,-1 0 0 0 0,1 0 0 0 0,-1 0 0 0 0,1 0 0 0 0,0 0 0 0 0,0 0 0 0 0,0 0 0 0 0,0-1 0 0 0,0 1 0 0 0,1-1 1 0 0,-1 0-1 0 0,0 1 0 0 0,1-1 0 0 0,-1 0 0 0 0,0 0 0 0 0,1 0 0 0 0,0-1 0 0 0,-1 1 0 0 0,1-1 0 0 0,-1 1 0 0 0,4-1 0 0 0,-4 0 17 0 0,0 0 0 0 0,0-1 1 0 0,0 1-1 0 0,0-1 0 0 0,0 1 0 0 0,0-1 0 0 0,0 0 1 0 0,0 0-1 0 0,0 0 0 0 0,0 0 0 0 0,0 0 1 0 0,-1 0-1 0 0,1 0 0 0 0,0-1 0 0 0,-1 1 0 0 0,1-1 1 0 0,-1 1-1 0 0,0-1 0 0 0,2-1 0 0 0,-1-1 22 0 0,0 0-1 0 0,0 0 0 0 0,0 0 1 0 0,0 0-1 0 0,-1 0 0 0 0,0-1 1 0 0,0 1-1 0 0,1-8 0 0 0,-1-1 23 0 0,0 0-1 0 0,-1 0 0 0 0,-1 0 1 0 0,0 0-1 0 0,-4-17 0 0 0,-13-28 410 0 0,12 41 272 0 0,1 1 0 0 0,-5-29 1 0 0,10 44-554 0 0,1 1 1 0 0,-1 0 0 0 0,0 0-1 0 0,1 0 1 0 0,-1-1 0 0 0,1 1 0 0 0,-1 0-1 0 0,0 0 1 0 0,1 0 0 0 0,-1 0 0 0 0,1 0-1 0 0,-1 0 1 0 0,1 0 0 0 0,-1 0 0 0 0,0 0-1 0 0,1 0 1 0 0,-1 0 0 0 0,1 0-1 0 0,-1 0 1 0 0,1 0 0 0 0,-1 0 0 0 0,0 0-1 0 0,1 0 1 0 0,-1 0 0 0 0,1 1 0 0 0,-1-1-1 0 0,0 0 1 0 0,1 0 0 0 0,-1 1 0 0 0,0-1-1 0 0,1 0 1 0 0,-1 0 0 0 0,0 1-1 0 0,1-1 1 0 0,-1 0 0 0 0,0 1 0 0 0,25 14 930 0 0,-19-12-576 0 0,3 3-217 0 0,1-1-1 0 0,0 0 0 0 0,0-1 1 0 0,1 0-1 0 0,-1-1 0 0 0,1 0 0 0 0,-1-1 1 0 0,18 2-1 0 0,-12-3-834 0 0,-1-1 0 0 0,0 0 0 0 0,18-4 0 0 0,-14 1-4678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2.45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1 281 5985 0 0,'2'-2'198'0'0,"-1"1"0"0"0,1-1-1 0 0,0 1 1 0 0,0 0 0 0 0,0 0-1 0 0,0 0 1 0 0,1 0 0 0 0,-1 0-1 0 0,0 0 1 0 0,0 1 0 0 0,1-1-1 0 0,-1 1 1 0 0,0-1 0 0 0,0 1-1 0 0,1 0 1 0 0,-1 0 0 0 0,0 0-1 0 0,1 0 1 0 0,-1 1 0 0 0,0-1-1 0 0,1 1 1 0 0,1 0 0 0 0,8 2 690 0 0,-1 1 1 0 0,0 0 0 0 0,12 7-1 0 0,-2-1-207 0 0,-16-8-591 0 0,0 0-1 0 0,0 0 0 0 0,0-1 1 0 0,0 0-1 0 0,0 0 0 0 0,1 0 1 0 0,-1 0-1 0 0,7-1 0 0 0,-12 0-59 0 0,1-1 0 0 0,-1 1 0 0 0,1 0 0 0 0,-1-1-1 0 0,0 1 1 0 0,1 0 0 0 0,-1-1 0 0 0,0 1 0 0 0,1-1 0 0 0,-1 1-1 0 0,0-1 1 0 0,1 1 0 0 0,-1 0 0 0 0,0-1 0 0 0,0 1 0 0 0,0-1-1 0 0,0 1 1 0 0,1-1 0 0 0,-1 1 0 0 0,0-1 0 0 0,0 0-1 0 0,0 1 1 0 0,0-1 0 0 0,0 1 0 0 0,0-1 0 0 0,0 1 0 0 0,0-1-1 0 0,-1 1 1 0 0,1-1 0 0 0,0 1 0 0 0,0-1 0 0 0,0 1 0 0 0,0-1-1 0 0,-1 1 1 0 0,1 0 0 0 0,0-1 0 0 0,-1 1 0 0 0,1-1-1 0 0,-1 0 1 0 0,-13-25 1015 0 0,12 22-845 0 0,-27-47 1474 0 0,17 33-1553 0 0,1-1 0 0 0,0 1 0 0 0,2-2 0 0 0,1 1 0 0 0,0-1 0 0 0,1-1 0 0 0,-7-37 0 0 0,12 39-728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2.91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1 14283 0 0,'5'7'205'0'0,"0"0"1"0"0,-1 1-1 0 0,0-1 0 0 0,0 1 1 0 0,-1 0-1 0 0,5 16 0 0 0,1 2 102 0 0,57 128-3239 0 0,-60-143 2872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3.082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32 40 8290 0 0,'0'0'5'0'0,"-21"-18"1277"0"0,20 18-1123 0 0,1 0 0 0 0,-1-1 0 0 0,0 1 0 0 0,1-1 1 0 0,-1 0-1 0 0,0 1 0 0 0,1-1 0 0 0,-1 0 0 0 0,0 1 1 0 0,1-1-1 0 0,-1 0 0 0 0,1 1 0 0 0,-1-1 0 0 0,1 0 1 0 0,0 0-1 0 0,-1 0 0 0 0,1 0 0 0 0,0 1 0 0 0,0-1 1 0 0,-1 0-1 0 0,1 0 0 0 0,0 0 0 0 0,0 0 0 0 0,0 0 1 0 0,0 0-1 0 0,0-1 0 0 0,1 2-172 0 0,0 0 0 0 0,0 0-1 0 0,-1 0 1 0 0,1-1 0 0 0,0 1 0 0 0,0 0-1 0 0,0 0 1 0 0,0 0 0 0 0,-1 1 0 0 0,1-1 0 0 0,0 0-1 0 0,0 0 1 0 0,0 0 0 0 0,-1 1 0 0 0,1-1 0 0 0,0 0-1 0 0,0 1 1 0 0,-1-1 0 0 0,1 0 0 0 0,0 1-1 0 0,0 0 1 0 0,20 12-566 0 0,-17-10 609 0 0,10 5-46 0 0,1 0 16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3.46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169 32 10138 0 0,'0'-1'65'0'0,"-1"-1"0"0"0,0 0-1 0 0,1 0 1 0 0,-1 1 0 0 0,0-1 0 0 0,0 0-1 0 0,0 1 1 0 0,0-1 0 0 0,-1 1 0 0 0,1-1-1 0 0,0 1 1 0 0,0 0 0 0 0,-1 0-1 0 0,1-1 1 0 0,-1 1 0 0 0,0 0 0 0 0,1 0-1 0 0,-1 0 1 0 0,0 1 0 0 0,1-1 0 0 0,-1 0-1 0 0,0 0 1 0 0,0 1 0 0 0,0 0 0 0 0,1-1-1 0 0,-1 1 1 0 0,0 0 0 0 0,0 0 0 0 0,0 0-1 0 0,0 0 1 0 0,0 0 0 0 0,0 0-1 0 0,1 0 1 0 0,-1 1 0 0 0,0-1 0 0 0,0 1-1 0 0,0-1 1 0 0,0 1 0 0 0,1 0 0 0 0,-4 1-1 0 0,-1 2 279 0 0,0-1-1 0 0,1 1 0 0 0,-1 0 0 0 0,1 0 0 0 0,0 1 1 0 0,0-1-1 0 0,1 1 0 0 0,-1 0 0 0 0,1 1 1 0 0,-6 8-1 0 0,4-2-295 0 0,0 1 1 0 0,0-1-1 0 0,1 1 0 0 0,1 0 1 0 0,0 0-1 0 0,1 0 0 0 0,0 0 1 0 0,1 1-1 0 0,0 0 0 0 0,1-1 1 0 0,1 1-1 0 0,0-1 0 0 0,3 18 1 0 0,-3-29-108 0 0,0-1 0 0 0,1 1 1 0 0,-1 0-1 0 0,1 0 1 0 0,-1 0-1 0 0,1-1 0 0 0,0 1 1 0 0,-1 0-1 0 0,1 0 1 0 0,0-1-1 0 0,0 1 0 0 0,0-1 1 0 0,0 1-1 0 0,1-1 1 0 0,-1 1-1 0 0,0-1 0 0 0,1 0 1 0 0,-1 0-1 0 0,2 2 0 0 0,-1-3-5 0 0,-1 1-1 0 0,1-1 1 0 0,-1 0-1 0 0,0 1 1 0 0,1-1-1 0 0,-1 0 1 0 0,1 0-1 0 0,-1 0 0 0 0,1 0 1 0 0,-1 0-1 0 0,1 0 1 0 0,-1-1-1 0 0,1 1 1 0 0,-1 0-1 0 0,1-1 1 0 0,-1 1-1 0 0,0-1 0 0 0,3-1 1 0 0,3-2-99 0 0,-1 0 0 0 0,1-1 0 0 0,-1 0 0 0 0,0 0 0 0 0,0 0 0 0 0,0-1 0 0 0,5-8 0 0 0,-2 1 132 0 0,0 0 0 0 0,-1-1 0 0 0,-1 0 0 0 0,0 0 0 0 0,-1-1 0 0 0,-1 0-1 0 0,0 0 1 0 0,-1 0 0 0 0,-1 0 0 0 0,2-18 0 0 0,-4 33 111 0 0,0 0-1 0 0,-1 1 0 0 0,1-1 1 0 0,-1 0-1 0 0,1 0 0 0 0,0 0 0 0 0,-1 1 1 0 0,1-1-1 0 0,-1 0 0 0 0,1 1 1 0 0,0-1-1 0 0,-1 0 0 0 0,1 1 0 0 0,-1-1 1 0 0,0 1-1 0 0,1-1 0 0 0,-1 1 1 0 0,1-1-1 0 0,-1 1 0 0 0,0-1 1 0 0,1 1-1 0 0,-1-1 0 0 0,0 1 0 0 0,1 0 1 0 0,-1 0-1 0 0,14 19 1237 0 0,-12-16-1295 0 0,0-1 0 0 0,0 0 1 0 0,0 1-1 0 0,0-1 0 0 0,0 0 1 0 0,1 0-1 0 0,-1 0 0 0 0,1-1 1 0 0,0 1-1 0 0,0-1 0 0 0,0 1 1 0 0,0-1-1 0 0,0 0 0 0 0,1 0 1 0 0,5 2-1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3.83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10 2 9218 0 0,'0'-1'155'0'0,"-1"1"-78"0"0,1 0 1 0 0,0 0-1 0 0,0 0 0 0 0,0 0 1 0 0,0 0-1 0 0,-1 0 0 0 0,1-1 1 0 0,0 1-1 0 0,0 0 1 0 0,-1 0-1 0 0,1 0 0 0 0,0 0 1 0 0,0 0-1 0 0,0 0 0 0 0,-1 0 1 0 0,1 0-1 0 0,0 0 1 0 0,0 0-1 0 0,-1 0 0 0 0,1 0 1 0 0,0 0-1 0 0,0 0 1 0 0,-1 0-1 0 0,1 0 0 0 0,0 1 1 0 0,0-1-1 0 0,0 0 0 0 0,-1 0 1 0 0,0 1 464 0 0,1-1-465 0 0,0 0 0 0 0,0 0 1 0 0,0 1-1 0 0,-1-1 0 0 0,1 0 1 0 0,0 0-1 0 0,0 0 1 0 0,0 1-1 0 0,0-1 0 0 0,0 0 1 0 0,0 0-1 0 0,0 1 1 0 0,0-1-1 0 0,0 0 0 0 0,0 0 1 0 0,0 1-1 0 0,0-1 0 0 0,0 0 1 0 0,0 0-1 0 0,0 0 1 0 0,0 1-1 0 0,12 17 2726 0 0,25 19-199 0 0,36 40-704 0 0,-59-60-1843 0 0,0-1 1 0 0,1 0 0 0 0,1-1 0 0 0,1-1 0 0 0,0 0 0 0 0,20 11 0 0 0,-29-20-65 0 0,0-2 0 0 0,1 1 1 0 0,-1-1-1 0 0,15 3 1 0 0,-21-6-4 0 0,0 1 0 0 0,0-1 0 0 0,0 1 1 0 0,0-1-1 0 0,0 0 0 0 0,0 0 0 0 0,0 0 1 0 0,0 0-1 0 0,0 0 0 0 0,0 0 0 0 0,0 0 1 0 0,0-1-1 0 0,0 1 0 0 0,0-1 0 0 0,0 1 1 0 0,0-1-1 0 0,-1 0 0 0 0,1 0 0 0 0,0 0 1 0 0,0 0-1 0 0,-1 0 0 0 0,1 0 1 0 0,0 0-1 0 0,-1-1 0 0 0,1 1 0 0 0,1-3 1 0 0,-2 2-38 0 0,0-1 0 0 0,-1 1 0 0 0,1 0 0 0 0,0-1 1 0 0,-1 1-1 0 0,0 0 0 0 0,0-1 0 0 0,0 1 0 0 0,0-1 0 0 0,0 1 1 0 0,0-1-1 0 0,0 1 0 0 0,-2-4 0 0 0,-10-37-1275 0 0,5 23-723 0 0,4 7-2309 0 0,2 0-1216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4.0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19 37 7834 0 0,'-15'-20'1357'0'0,"15"19"-1239"0"0,0 1-1 0 0,-1 0 0 0 0,1 0 0 0 0,0-1 0 0 0,0 1 0 0 0,-1 0 1 0 0,1-1-1 0 0,0 1 0 0 0,0 0 0 0 0,-1-1 0 0 0,1 1 1 0 0,0 0-1 0 0,0-1 0 0 0,0 1 0 0 0,0 0 0 0 0,0-1 1 0 0,0 1-1 0 0,0-1 0 0 0,0 1 0 0 0,0 0 0 0 0,0-1 0 0 0,0 1 1 0 0,0-1-1 0 0,0 1 0 0 0,0 0 0 0 0,0-1 0 0 0,0 1 1 0 0,0-1-1 0 0,0 1 0 0 0,0 0 0 0 0,0-1 0 0 0,1 1 1 0 0,-1 0-1 0 0,0-1 0 0 0,0 1 0 0 0,1 0 0 0 0,-1-1 1 0 0,0 1-1 0 0,0 0 0 0 0,1-1 0 0 0,-1 1 0 0 0,0 0 0 0 0,1 0 1 0 0,-1 0-1 0 0,0-1 0 0 0,1 1 0 0 0,-1 0 0 0 0,0 0 1 0 0,1 0-1 0 0,-1 0 0 0 0,0-1 0 0 0,1 1 0 0 0,-1 0 1 0 0,1 0-1 0 0,4 2 251 0 0,-1 0 0 0 0,0 0 1 0 0,0 0-1 0 0,0 1 0 0 0,0-1 0 0 0,0 1 1 0 0,0 0-1 0 0,-1 0 0 0 0,0 0 0 0 0,1 1 1 0 0,2 3-1 0 0,0-1-38 0 0,61 63 806 0 0,72 68-4065 0 0,-116-117-3853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4.379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42 456 5529 0 0,'16'-28'589'0'0,"-2"-1"1"0"0,-1 0-1 0 0,-1 0 0 0 0,-2-2 0 0 0,10-44 1 0 0,-14 52 28 0 0,-2-1 1 0 0,3-34-1 0 0,-7 48-530 0 0,0 0 0 0 0,0 0 0 0 0,-1 1 0 0 0,0-1 0 0 0,0 0 0 0 0,-1 1 0 0 0,-1-1 0 0 0,-5-16 0 0 0,7 25-65 0 0,1-1 0 0 0,-1 1 0 0 0,0 0 1 0 0,1-1-1 0 0,-1 1 0 0 0,0-1 0 0 0,0 1 1 0 0,0 0-1 0 0,0 0 0 0 0,0 0 0 0 0,0-1 0 0 0,0 1 1 0 0,0 0-1 0 0,-1 0 0 0 0,1 0 0 0 0,0 1 0 0 0,-1-1 1 0 0,1 0-1 0 0,0 0 0 0 0,-1 1 0 0 0,1-1 1 0 0,-1 1-1 0 0,1-1 0 0 0,-1 1 0 0 0,1 0 0 0 0,-1 0 1 0 0,0-1-1 0 0,1 1 0 0 0,-1 0 0 0 0,1 0 0 0 0,-1 1 1 0 0,1-1-1 0 0,-1 0 0 0 0,1 0 0 0 0,-1 1 0 0 0,1-1 1 0 0,-1 1-1 0 0,1-1 0 0 0,-1 1 0 0 0,1 0 1 0 0,-1 0-1 0 0,1-1 0 0 0,-2 3 0 0 0,-1 0 114 0 0,-1 0 0 0 0,1 1 0 0 0,0 0 0 0 0,-1 0 0 0 0,2 0 0 0 0,-1 0 0 0 0,0 1 0 0 0,1-1 0 0 0,0 1 0 0 0,-4 9 0 0 0,2-3-8 0 0,1 1 0 0 0,0-1 0 0 0,1 1 0 0 0,1-1 0 0 0,0 1 0 0 0,0 0 0 0 0,1 0 0 0 0,1 0 0 0 0,0 0 0 0 0,2 19 0 0 0,-1-26 29 0 0,0 0-1 0 0,0 0 0 0 0,1 0 1 0 0,-1 0-1 0 0,1 0 1 0 0,0-1-1 0 0,0 1 1 0 0,1-1-1 0 0,-1 1 0 0 0,1-1 1 0 0,0 0-1 0 0,0 0 1 0 0,0 0-1 0 0,1 0 1 0 0,0-1-1 0 0,-1 1 0 0 0,1-1 1 0 0,0 0-1 0 0,1 0 1 0 0,-1 0-1 0 0,0-1 0 0 0,1 0 1 0 0,0 1-1 0 0,-1-2 1 0 0,1 1-1 0 0,0 0 1 0 0,5 0-1 0 0,7 0-226 0 0,-1 0 0 0 0,1-1-1 0 0,-1-1 1 0 0,1-1 0 0 0,-1 0 0 0 0,1-1-1 0 0,-1-1 1 0 0,0-1 0 0 0,18-6 0 0 0,1-1-6887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18.97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114 87 3225 0 0,'-35'12'-644'0'0,"-12"3"1280"0"0,15-15 2564 0 0,44-5 1223 0 0,20-4-3084 0 0,85-33 226 0 0,11-2-918 0 0,-112 40-1097 0 0,0 1 1 0 0,0 0-1 0 0,0 1 0 0 0,1 1 0 0 0,-1 1 0 0 0,23 1 0 0 0,-21 1-382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19.696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177 47 1896 0 0,'4'-46'16276'0'0,"-5"46"-16284"0"0,0 0 1 0 0,0 1-1 0 0,0-1 0 0 0,0 0 0 0 0,1 1 1 0 0,-1-1-1 0 0,0 1 0 0 0,0-1 0 0 0,0 1 1 0 0,0-1-1 0 0,1 1 0 0 0,-1 0 0 0 0,0 0 0 0 0,1-1 1 0 0,-1 1-1 0 0,0 0 0 0 0,1 0 0 0 0,-1 0 1 0 0,1-1-1 0 0,-1 3 0 0 0,-7 12 224 0 0,1 1 0 0 0,0 0 0 0 0,2 0 0 0 0,0 0-1 0 0,-4 21 1 0 0,-8 90-351 0 0,13-97 147 0 0,-13 211-265 0 0,6-63 129 0 0,5 370 160 0 0,5-76-8 0 0,-6-320 0 0 0,-29 310 128 0 0,24-371-156 0 0,0 179 0 0 0,15-238 3 0 0,1 1 0 0 0,18 60-1 0 0,-12-56-233 0 0,-4-20-1271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0.484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31 4609 0 0,'5'-3'630'0'0,"1"1"0"0"0,-1-1 0 0 0,1 1 1 0 0,-1 0-1 0 0,1 0 0 0 0,0 1 0 0 0,0 0 0 0 0,8-1 0 0 0,-5 0 180 0 0,54-2 2200 0 0,-2 1-3058 0 0,-44-1-201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6.913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12 52 5985 0 0,'-11'25'4952'0'0,"24"-32"-2422"0"0,7-6-705 0 0,32-21 1500 0 0,-16 16-8564 0 0,-21 14-505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7.578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48 1 1840 0 0,'-2'0'383'0'0,"1"-1"0"0"0,-1 1 1 0 0,0 0-1 0 0,0 0 0 0 0,0 0 0 0 0,1 1 0 0 0,-1-1 0 0 0,0 0 0 0 0,0 1 0 0 0,1-1 0 0 0,-1 1 0 0 0,0 0 0 0 0,1-1 0 0 0,-1 1 0 0 0,0 0 0 0 0,1 0 0 0 0,-1 0 0 0 0,1 0 0 0 0,0 0 0 0 0,-1 0 0 0 0,1 1 1 0 0,-2 1-1 0 0,2 0 2 0 0,-1 1 0 0 0,1 0 0 0 0,0 0 1 0 0,0 0-1 0 0,0 0 0 0 0,1 0 0 0 0,-1 0 1 0 0,1 0-1 0 0,0 5 0 0 0,1 50 170 0 0,2 1-1 0 0,15 77 0 0 0,4 54-389 0 0,-19 448 348 0 0,-12-532-329 0 0,4-58-6 0 0,2-1 0 0 0,1 1 0 0 0,8 63 0 0 0,-5-78-770 0 0,-2-30 328 0 0,1 0 1 0 0,0 1-1 0 0,0-1 0 0 0,0 0 1 0 0,0 1-1 0 0,1-1 1 0 0,0 0-1 0 0,0 0 1 0 0,0 1-1 0 0,0-1 1 0 0,1 0-1 0 0,3 6 1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0-14T21:40:28.755"/>
    </inkml:context>
    <inkml:brush xml:id="br0">
      <inkml:brushProperty name="width" value="0.1" units="cm"/>
      <inkml:brushProperty name="height" value="0.1" units="cm"/>
      <inkml:brushProperty name="color" value="#5B2D90"/>
    </inkml:brush>
  </inkml:definitions>
  <inkml:trace contextRef="#ctx0" brushRef="#br0">0 22 3225 0 0,'26'-22'7576'0'0,"-21"23"-7281"0"0,0 0-1 0 0,0 0 1 0 0,-1 1-1 0 0,1-1 1 0 0,-1 1 0 0 0,1 0-1 0 0,-1 0 1 0 0,1 1-1 0 0,-1-1 1 0 0,6 6-1 0 0,20 10-972 0 0,-4-6-2564 0 0,0-2-1110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TMP transistor based</a:t>
            </a:r>
          </a:p>
          <a:p>
            <a:endParaRPr lang="en-US" b="0" i="0" dirty="0">
              <a:solidFill>
                <a:srgbClr val="1F1F1F"/>
              </a:solidFill>
              <a:effectLst/>
              <a:highlight>
                <a:srgbClr val="FFFFFF"/>
              </a:highlight>
              <a:latin typeface="Google Sans"/>
            </a:endParaRPr>
          </a:p>
          <a:p>
            <a:r>
              <a:rPr lang="en-US" b="0" i="0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A thermocouple is </a:t>
            </a:r>
            <a:r>
              <a:rPr lang="en-US" b="0" i="0" dirty="0">
                <a:solidFill>
                  <a:srgbClr val="040C28"/>
                </a:solidFill>
                <a:effectLst/>
                <a:latin typeface="Google Sans"/>
              </a:rPr>
              <a:t>a device for measuring temperature</a:t>
            </a:r>
            <a:r>
              <a:rPr lang="en-US" b="0" i="0" dirty="0">
                <a:solidFill>
                  <a:srgbClr val="1F1F1F"/>
                </a:solidFill>
                <a:effectLst/>
                <a:highlight>
                  <a:srgbClr val="FFFFFF"/>
                </a:highlight>
                <a:latin typeface="Google Sans"/>
              </a:rPr>
              <a:t>. It comprises two dissimilar metallic wires joined together to form a junction. When the junction is heated or cooled, a small voltage is generated in the electrical circuit of the thermocouple which can be measured, and this corresponds to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1176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5" Type="http://schemas.openxmlformats.org/officeDocument/2006/relationships/image" Target="../media/image3.png"/><Relationship Id="rId4" Type="http://schemas.openxmlformats.org/officeDocument/2006/relationships/customXml" Target="../ink/ink2.xml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4.xml"/><Relationship Id="rId42" Type="http://schemas.openxmlformats.org/officeDocument/2006/relationships/image" Target="../media/image25.png"/><Relationship Id="rId63" Type="http://schemas.openxmlformats.org/officeDocument/2006/relationships/customXml" Target="../ink/ink17.xml"/><Relationship Id="rId84" Type="http://schemas.openxmlformats.org/officeDocument/2006/relationships/image" Target="../media/image46.png"/><Relationship Id="rId138" Type="http://schemas.openxmlformats.org/officeDocument/2006/relationships/image" Target="../media/image73.png"/><Relationship Id="rId159" Type="http://schemas.openxmlformats.org/officeDocument/2006/relationships/customXml" Target="../ink/ink65.xml"/><Relationship Id="rId170" Type="http://schemas.openxmlformats.org/officeDocument/2006/relationships/image" Target="../media/image13.png"/><Relationship Id="rId191" Type="http://schemas.openxmlformats.org/officeDocument/2006/relationships/customXml" Target="../ink/ink81.xml"/><Relationship Id="rId107" Type="http://schemas.openxmlformats.org/officeDocument/2006/relationships/customXml" Target="../ink/ink39.xml"/><Relationship Id="rId53" Type="http://schemas.openxmlformats.org/officeDocument/2006/relationships/customXml" Target="../ink/ink12.xml"/><Relationship Id="rId74" Type="http://schemas.openxmlformats.org/officeDocument/2006/relationships/image" Target="../media/image41.png"/><Relationship Id="rId128" Type="http://schemas.openxmlformats.org/officeDocument/2006/relationships/image" Target="../media/image68.png"/><Relationship Id="rId149" Type="http://schemas.openxmlformats.org/officeDocument/2006/relationships/customXml" Target="../ink/ink60.xml"/><Relationship Id="rId95" Type="http://schemas.openxmlformats.org/officeDocument/2006/relationships/customXml" Target="../ink/ink33.xml"/><Relationship Id="rId160" Type="http://schemas.openxmlformats.org/officeDocument/2006/relationships/image" Target="../media/image8.png"/><Relationship Id="rId181" Type="http://schemas.openxmlformats.org/officeDocument/2006/relationships/customXml" Target="../ink/ink76.xml"/><Relationship Id="rId43" Type="http://schemas.openxmlformats.org/officeDocument/2006/relationships/customXml" Target="../ink/ink7.xml"/><Relationship Id="rId64" Type="http://schemas.openxmlformats.org/officeDocument/2006/relationships/image" Target="../media/image36.png"/><Relationship Id="rId118" Type="http://schemas.openxmlformats.org/officeDocument/2006/relationships/image" Target="../media/image63.png"/><Relationship Id="rId139" Type="http://schemas.openxmlformats.org/officeDocument/2006/relationships/customXml" Target="../ink/ink55.xml"/><Relationship Id="rId85" Type="http://schemas.openxmlformats.org/officeDocument/2006/relationships/customXml" Target="../ink/ink28.xml"/><Relationship Id="rId150" Type="http://schemas.openxmlformats.org/officeDocument/2006/relationships/image" Target="../media/image79.png"/><Relationship Id="rId171" Type="http://schemas.openxmlformats.org/officeDocument/2006/relationships/customXml" Target="../ink/ink71.xml"/><Relationship Id="rId192" Type="http://schemas.openxmlformats.org/officeDocument/2006/relationships/image" Target="../media/image83.png"/><Relationship Id="rId38" Type="http://schemas.openxmlformats.org/officeDocument/2006/relationships/image" Target="../media/image23.png"/><Relationship Id="rId59" Type="http://schemas.openxmlformats.org/officeDocument/2006/relationships/customXml" Target="../ink/ink15.xml"/><Relationship Id="rId103" Type="http://schemas.openxmlformats.org/officeDocument/2006/relationships/customXml" Target="../ink/ink37.xml"/><Relationship Id="rId108" Type="http://schemas.openxmlformats.org/officeDocument/2006/relationships/image" Target="../media/image58.png"/><Relationship Id="rId124" Type="http://schemas.openxmlformats.org/officeDocument/2006/relationships/image" Target="../media/image66.png"/><Relationship Id="rId129" Type="http://schemas.openxmlformats.org/officeDocument/2006/relationships/customXml" Target="../ink/ink50.xml"/><Relationship Id="rId54" Type="http://schemas.openxmlformats.org/officeDocument/2006/relationships/image" Target="../media/image31.png"/><Relationship Id="rId70" Type="http://schemas.openxmlformats.org/officeDocument/2006/relationships/image" Target="../media/image39.png"/><Relationship Id="rId75" Type="http://schemas.openxmlformats.org/officeDocument/2006/relationships/customXml" Target="../ink/ink23.xml"/><Relationship Id="rId91" Type="http://schemas.openxmlformats.org/officeDocument/2006/relationships/customXml" Target="../ink/ink31.xml"/><Relationship Id="rId96" Type="http://schemas.openxmlformats.org/officeDocument/2006/relationships/image" Target="../media/image52.png"/><Relationship Id="rId140" Type="http://schemas.openxmlformats.org/officeDocument/2006/relationships/image" Target="../media/image74.png"/><Relationship Id="rId145" Type="http://schemas.openxmlformats.org/officeDocument/2006/relationships/customXml" Target="../ink/ink58.xml"/><Relationship Id="rId161" Type="http://schemas.openxmlformats.org/officeDocument/2006/relationships/customXml" Target="../ink/ink66.xml"/><Relationship Id="rId166" Type="http://schemas.openxmlformats.org/officeDocument/2006/relationships/image" Target="../media/image11.png"/><Relationship Id="rId182" Type="http://schemas.openxmlformats.org/officeDocument/2006/relationships/image" Target="../media/image19.png"/><Relationship Id="rId187" Type="http://schemas.openxmlformats.org/officeDocument/2006/relationships/customXml" Target="../ink/ink79.xml"/><Relationship Id="rId1" Type="http://schemas.openxmlformats.org/officeDocument/2006/relationships/slideLayout" Target="../slideLayouts/slideLayout2.xml"/><Relationship Id="rId49" Type="http://schemas.openxmlformats.org/officeDocument/2006/relationships/customXml" Target="../ink/ink10.xml"/><Relationship Id="rId114" Type="http://schemas.openxmlformats.org/officeDocument/2006/relationships/image" Target="../media/image61.png"/><Relationship Id="rId119" Type="http://schemas.openxmlformats.org/officeDocument/2006/relationships/customXml" Target="../ink/ink45.xml"/><Relationship Id="rId44" Type="http://schemas.openxmlformats.org/officeDocument/2006/relationships/image" Target="../media/image26.png"/><Relationship Id="rId60" Type="http://schemas.openxmlformats.org/officeDocument/2006/relationships/image" Target="../media/image34.png"/><Relationship Id="rId65" Type="http://schemas.openxmlformats.org/officeDocument/2006/relationships/customXml" Target="../ink/ink18.xml"/><Relationship Id="rId81" Type="http://schemas.openxmlformats.org/officeDocument/2006/relationships/customXml" Target="../ink/ink26.xml"/><Relationship Id="rId86" Type="http://schemas.openxmlformats.org/officeDocument/2006/relationships/image" Target="../media/image47.png"/><Relationship Id="rId130" Type="http://schemas.openxmlformats.org/officeDocument/2006/relationships/image" Target="../media/image69.png"/><Relationship Id="rId135" Type="http://schemas.openxmlformats.org/officeDocument/2006/relationships/customXml" Target="../ink/ink53.xml"/><Relationship Id="rId151" Type="http://schemas.openxmlformats.org/officeDocument/2006/relationships/customXml" Target="../ink/ink61.xml"/><Relationship Id="rId156" Type="http://schemas.openxmlformats.org/officeDocument/2006/relationships/image" Target="../media/image6.png"/><Relationship Id="rId177" Type="http://schemas.openxmlformats.org/officeDocument/2006/relationships/customXml" Target="../ink/ink74.xml"/><Relationship Id="rId198" Type="http://schemas.openxmlformats.org/officeDocument/2006/relationships/image" Target="../media/image86.png"/><Relationship Id="rId172" Type="http://schemas.openxmlformats.org/officeDocument/2006/relationships/image" Target="../media/image14.png"/><Relationship Id="rId193" Type="http://schemas.openxmlformats.org/officeDocument/2006/relationships/customXml" Target="../ink/ink82.xml"/><Relationship Id="rId202" Type="http://schemas.openxmlformats.org/officeDocument/2006/relationships/image" Target="../media/image88.png"/><Relationship Id="rId39" Type="http://schemas.openxmlformats.org/officeDocument/2006/relationships/customXml" Target="../ink/ink5.xml"/><Relationship Id="rId109" Type="http://schemas.openxmlformats.org/officeDocument/2006/relationships/customXml" Target="../ink/ink40.xml"/><Relationship Id="rId50" Type="http://schemas.openxmlformats.org/officeDocument/2006/relationships/image" Target="../media/image29.png"/><Relationship Id="rId55" Type="http://schemas.openxmlformats.org/officeDocument/2006/relationships/customXml" Target="../ink/ink13.xml"/><Relationship Id="rId76" Type="http://schemas.openxmlformats.org/officeDocument/2006/relationships/image" Target="../media/image42.png"/><Relationship Id="rId97" Type="http://schemas.openxmlformats.org/officeDocument/2006/relationships/customXml" Target="../ink/ink34.xml"/><Relationship Id="rId104" Type="http://schemas.openxmlformats.org/officeDocument/2006/relationships/image" Target="../media/image56.png"/><Relationship Id="rId120" Type="http://schemas.openxmlformats.org/officeDocument/2006/relationships/image" Target="../media/image64.png"/><Relationship Id="rId125" Type="http://schemas.openxmlformats.org/officeDocument/2006/relationships/customXml" Target="../ink/ink48.xml"/><Relationship Id="rId141" Type="http://schemas.openxmlformats.org/officeDocument/2006/relationships/customXml" Target="../ink/ink56.xml"/><Relationship Id="rId146" Type="http://schemas.openxmlformats.org/officeDocument/2006/relationships/image" Target="../media/image77.png"/><Relationship Id="rId167" Type="http://schemas.openxmlformats.org/officeDocument/2006/relationships/customXml" Target="../ink/ink69.xml"/><Relationship Id="rId188" Type="http://schemas.openxmlformats.org/officeDocument/2006/relationships/image" Target="../media/image22.png"/><Relationship Id="rId71" Type="http://schemas.openxmlformats.org/officeDocument/2006/relationships/customXml" Target="../ink/ink21.xml"/><Relationship Id="rId92" Type="http://schemas.openxmlformats.org/officeDocument/2006/relationships/image" Target="../media/image50.png"/><Relationship Id="rId162" Type="http://schemas.openxmlformats.org/officeDocument/2006/relationships/image" Target="../media/image9.png"/><Relationship Id="rId183" Type="http://schemas.openxmlformats.org/officeDocument/2006/relationships/customXml" Target="../ink/ink77.xml"/><Relationship Id="rId2" Type="http://schemas.openxmlformats.org/officeDocument/2006/relationships/image" Target="../media/image5.png"/><Relationship Id="rId40" Type="http://schemas.openxmlformats.org/officeDocument/2006/relationships/image" Target="../media/image24.png"/><Relationship Id="rId45" Type="http://schemas.openxmlformats.org/officeDocument/2006/relationships/customXml" Target="../ink/ink8.xml"/><Relationship Id="rId66" Type="http://schemas.openxmlformats.org/officeDocument/2006/relationships/image" Target="../media/image37.png"/><Relationship Id="rId87" Type="http://schemas.openxmlformats.org/officeDocument/2006/relationships/customXml" Target="../ink/ink29.xml"/><Relationship Id="rId110" Type="http://schemas.openxmlformats.org/officeDocument/2006/relationships/image" Target="../media/image59.png"/><Relationship Id="rId115" Type="http://schemas.openxmlformats.org/officeDocument/2006/relationships/customXml" Target="../ink/ink43.xml"/><Relationship Id="rId131" Type="http://schemas.openxmlformats.org/officeDocument/2006/relationships/customXml" Target="../ink/ink51.xml"/><Relationship Id="rId136" Type="http://schemas.openxmlformats.org/officeDocument/2006/relationships/image" Target="../media/image72.png"/><Relationship Id="rId157" Type="http://schemas.openxmlformats.org/officeDocument/2006/relationships/customXml" Target="../ink/ink64.xml"/><Relationship Id="rId178" Type="http://schemas.openxmlformats.org/officeDocument/2006/relationships/image" Target="../media/image17.png"/><Relationship Id="rId61" Type="http://schemas.openxmlformats.org/officeDocument/2006/relationships/customXml" Target="../ink/ink16.xml"/><Relationship Id="rId82" Type="http://schemas.openxmlformats.org/officeDocument/2006/relationships/image" Target="../media/image45.png"/><Relationship Id="rId152" Type="http://schemas.openxmlformats.org/officeDocument/2006/relationships/image" Target="../media/image80.png"/><Relationship Id="rId173" Type="http://schemas.openxmlformats.org/officeDocument/2006/relationships/customXml" Target="../ink/ink72.xml"/><Relationship Id="rId194" Type="http://schemas.openxmlformats.org/officeDocument/2006/relationships/image" Target="../media/image84.png"/><Relationship Id="rId199" Type="http://schemas.openxmlformats.org/officeDocument/2006/relationships/customXml" Target="../ink/ink85.xml"/><Relationship Id="rId56" Type="http://schemas.openxmlformats.org/officeDocument/2006/relationships/image" Target="../media/image32.png"/><Relationship Id="rId77" Type="http://schemas.openxmlformats.org/officeDocument/2006/relationships/customXml" Target="../ink/ink24.xml"/><Relationship Id="rId100" Type="http://schemas.openxmlformats.org/officeDocument/2006/relationships/image" Target="../media/image54.png"/><Relationship Id="rId105" Type="http://schemas.openxmlformats.org/officeDocument/2006/relationships/customXml" Target="../ink/ink38.xml"/><Relationship Id="rId126" Type="http://schemas.openxmlformats.org/officeDocument/2006/relationships/image" Target="../media/image67.png"/><Relationship Id="rId147" Type="http://schemas.openxmlformats.org/officeDocument/2006/relationships/customXml" Target="../ink/ink59.xml"/><Relationship Id="rId168" Type="http://schemas.openxmlformats.org/officeDocument/2006/relationships/image" Target="../media/image12.png"/><Relationship Id="rId51" Type="http://schemas.openxmlformats.org/officeDocument/2006/relationships/customXml" Target="../ink/ink11.xml"/><Relationship Id="rId72" Type="http://schemas.openxmlformats.org/officeDocument/2006/relationships/image" Target="../media/image40.png"/><Relationship Id="rId93" Type="http://schemas.openxmlformats.org/officeDocument/2006/relationships/customXml" Target="../ink/ink32.xml"/><Relationship Id="rId98" Type="http://schemas.openxmlformats.org/officeDocument/2006/relationships/image" Target="../media/image53.png"/><Relationship Id="rId121" Type="http://schemas.openxmlformats.org/officeDocument/2006/relationships/customXml" Target="../ink/ink46.xml"/><Relationship Id="rId142" Type="http://schemas.openxmlformats.org/officeDocument/2006/relationships/image" Target="../media/image75.png"/><Relationship Id="rId163" Type="http://schemas.openxmlformats.org/officeDocument/2006/relationships/customXml" Target="../ink/ink67.xml"/><Relationship Id="rId184" Type="http://schemas.openxmlformats.org/officeDocument/2006/relationships/image" Target="../media/image20.png"/><Relationship Id="rId189" Type="http://schemas.openxmlformats.org/officeDocument/2006/relationships/customXml" Target="../ink/ink80.xml"/><Relationship Id="rId3" Type="http://schemas.openxmlformats.org/officeDocument/2006/relationships/customXml" Target="../ink/ink4.xml"/><Relationship Id="rId46" Type="http://schemas.openxmlformats.org/officeDocument/2006/relationships/image" Target="../media/image27.png"/><Relationship Id="rId67" Type="http://schemas.openxmlformats.org/officeDocument/2006/relationships/customXml" Target="../ink/ink19.xml"/><Relationship Id="rId116" Type="http://schemas.openxmlformats.org/officeDocument/2006/relationships/image" Target="../media/image62.png"/><Relationship Id="rId137" Type="http://schemas.openxmlformats.org/officeDocument/2006/relationships/customXml" Target="../ink/ink54.xml"/><Relationship Id="rId158" Type="http://schemas.openxmlformats.org/officeDocument/2006/relationships/image" Target="../media/image7.png"/><Relationship Id="rId41" Type="http://schemas.openxmlformats.org/officeDocument/2006/relationships/customXml" Target="../ink/ink6.xml"/><Relationship Id="rId62" Type="http://schemas.openxmlformats.org/officeDocument/2006/relationships/image" Target="../media/image35.png"/><Relationship Id="rId83" Type="http://schemas.openxmlformats.org/officeDocument/2006/relationships/customXml" Target="../ink/ink27.xml"/><Relationship Id="rId88" Type="http://schemas.openxmlformats.org/officeDocument/2006/relationships/image" Target="../media/image48.png"/><Relationship Id="rId111" Type="http://schemas.openxmlformats.org/officeDocument/2006/relationships/customXml" Target="../ink/ink41.xml"/><Relationship Id="rId132" Type="http://schemas.openxmlformats.org/officeDocument/2006/relationships/image" Target="../media/image70.png"/><Relationship Id="rId153" Type="http://schemas.openxmlformats.org/officeDocument/2006/relationships/customXml" Target="../ink/ink62.xml"/><Relationship Id="rId174" Type="http://schemas.openxmlformats.org/officeDocument/2006/relationships/image" Target="../media/image15.png"/><Relationship Id="rId179" Type="http://schemas.openxmlformats.org/officeDocument/2006/relationships/customXml" Target="../ink/ink75.xml"/><Relationship Id="rId195" Type="http://schemas.openxmlformats.org/officeDocument/2006/relationships/customXml" Target="../ink/ink83.xml"/><Relationship Id="rId190" Type="http://schemas.openxmlformats.org/officeDocument/2006/relationships/image" Target="../media/image82.png"/><Relationship Id="rId57" Type="http://schemas.openxmlformats.org/officeDocument/2006/relationships/customXml" Target="../ink/ink14.xml"/><Relationship Id="rId106" Type="http://schemas.openxmlformats.org/officeDocument/2006/relationships/image" Target="../media/image57.png"/><Relationship Id="rId127" Type="http://schemas.openxmlformats.org/officeDocument/2006/relationships/customXml" Target="../ink/ink49.xml"/><Relationship Id="rId52" Type="http://schemas.openxmlformats.org/officeDocument/2006/relationships/image" Target="../media/image30.png"/><Relationship Id="rId73" Type="http://schemas.openxmlformats.org/officeDocument/2006/relationships/customXml" Target="../ink/ink22.xml"/><Relationship Id="rId78" Type="http://schemas.openxmlformats.org/officeDocument/2006/relationships/image" Target="../media/image43.png"/><Relationship Id="rId94" Type="http://schemas.openxmlformats.org/officeDocument/2006/relationships/image" Target="../media/image51.png"/><Relationship Id="rId99" Type="http://schemas.openxmlformats.org/officeDocument/2006/relationships/customXml" Target="../ink/ink35.xml"/><Relationship Id="rId101" Type="http://schemas.openxmlformats.org/officeDocument/2006/relationships/customXml" Target="../ink/ink36.xml"/><Relationship Id="rId122" Type="http://schemas.openxmlformats.org/officeDocument/2006/relationships/image" Target="../media/image65.png"/><Relationship Id="rId143" Type="http://schemas.openxmlformats.org/officeDocument/2006/relationships/customXml" Target="../ink/ink57.xml"/><Relationship Id="rId148" Type="http://schemas.openxmlformats.org/officeDocument/2006/relationships/image" Target="../media/image78.png"/><Relationship Id="rId164" Type="http://schemas.openxmlformats.org/officeDocument/2006/relationships/image" Target="../media/image10.png"/><Relationship Id="rId169" Type="http://schemas.openxmlformats.org/officeDocument/2006/relationships/customXml" Target="../ink/ink70.xml"/><Relationship Id="rId185" Type="http://schemas.openxmlformats.org/officeDocument/2006/relationships/customXml" Target="../ink/ink78.xml"/><Relationship Id="rId180" Type="http://schemas.openxmlformats.org/officeDocument/2006/relationships/image" Target="../media/image18.png"/><Relationship Id="rId47" Type="http://schemas.openxmlformats.org/officeDocument/2006/relationships/customXml" Target="../ink/ink9.xml"/><Relationship Id="rId68" Type="http://schemas.openxmlformats.org/officeDocument/2006/relationships/image" Target="../media/image38.png"/><Relationship Id="rId89" Type="http://schemas.openxmlformats.org/officeDocument/2006/relationships/customXml" Target="../ink/ink30.xml"/><Relationship Id="rId112" Type="http://schemas.openxmlformats.org/officeDocument/2006/relationships/image" Target="../media/image60.png"/><Relationship Id="rId133" Type="http://schemas.openxmlformats.org/officeDocument/2006/relationships/customXml" Target="../ink/ink52.xml"/><Relationship Id="rId154" Type="http://schemas.openxmlformats.org/officeDocument/2006/relationships/image" Target="../media/image81.png"/><Relationship Id="rId175" Type="http://schemas.openxmlformats.org/officeDocument/2006/relationships/customXml" Target="../ink/ink73.xml"/><Relationship Id="rId196" Type="http://schemas.openxmlformats.org/officeDocument/2006/relationships/image" Target="../media/image85.png"/><Relationship Id="rId200" Type="http://schemas.openxmlformats.org/officeDocument/2006/relationships/image" Target="../media/image87.png"/><Relationship Id="rId58" Type="http://schemas.openxmlformats.org/officeDocument/2006/relationships/image" Target="../media/image33.png"/><Relationship Id="rId79" Type="http://schemas.openxmlformats.org/officeDocument/2006/relationships/customXml" Target="../ink/ink25.xml"/><Relationship Id="rId102" Type="http://schemas.openxmlformats.org/officeDocument/2006/relationships/image" Target="../media/image55.png"/><Relationship Id="rId123" Type="http://schemas.openxmlformats.org/officeDocument/2006/relationships/customXml" Target="../ink/ink47.xml"/><Relationship Id="rId144" Type="http://schemas.openxmlformats.org/officeDocument/2006/relationships/image" Target="../media/image76.png"/><Relationship Id="rId90" Type="http://schemas.openxmlformats.org/officeDocument/2006/relationships/image" Target="../media/image49.png"/><Relationship Id="rId165" Type="http://schemas.openxmlformats.org/officeDocument/2006/relationships/customXml" Target="../ink/ink68.xml"/><Relationship Id="rId186" Type="http://schemas.openxmlformats.org/officeDocument/2006/relationships/image" Target="../media/image21.png"/><Relationship Id="rId48" Type="http://schemas.openxmlformats.org/officeDocument/2006/relationships/image" Target="../media/image28.png"/><Relationship Id="rId69" Type="http://schemas.openxmlformats.org/officeDocument/2006/relationships/customXml" Target="../ink/ink20.xml"/><Relationship Id="rId113" Type="http://schemas.openxmlformats.org/officeDocument/2006/relationships/customXml" Target="../ink/ink42.xml"/><Relationship Id="rId134" Type="http://schemas.openxmlformats.org/officeDocument/2006/relationships/image" Target="../media/image71.png"/><Relationship Id="rId80" Type="http://schemas.openxmlformats.org/officeDocument/2006/relationships/image" Target="../media/image44.png"/><Relationship Id="rId155" Type="http://schemas.openxmlformats.org/officeDocument/2006/relationships/customXml" Target="../ink/ink63.xml"/><Relationship Id="rId176" Type="http://schemas.openxmlformats.org/officeDocument/2006/relationships/image" Target="../media/image16.png"/><Relationship Id="rId197" Type="http://schemas.openxmlformats.org/officeDocument/2006/relationships/customXml" Target="../ink/ink84.xml"/><Relationship Id="rId201" Type="http://schemas.openxmlformats.org/officeDocument/2006/relationships/customXml" Target="../ink/ink86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46.png"/><Relationship Id="rId299" Type="http://schemas.openxmlformats.org/officeDocument/2006/relationships/image" Target="../media/image237.png"/><Relationship Id="rId21" Type="http://schemas.openxmlformats.org/officeDocument/2006/relationships/image" Target="../media/image98.png"/><Relationship Id="rId63" Type="http://schemas.openxmlformats.org/officeDocument/2006/relationships/image" Target="../media/image119.png"/><Relationship Id="rId159" Type="http://schemas.openxmlformats.org/officeDocument/2006/relationships/image" Target="../media/image167.png"/><Relationship Id="rId324" Type="http://schemas.openxmlformats.org/officeDocument/2006/relationships/customXml" Target="../ink/ink248.xml"/><Relationship Id="rId170" Type="http://schemas.openxmlformats.org/officeDocument/2006/relationships/customXml" Target="../ink/ink171.xml"/><Relationship Id="rId226" Type="http://schemas.openxmlformats.org/officeDocument/2006/relationships/customXml" Target="../ink/ink199.xml"/><Relationship Id="rId268" Type="http://schemas.openxmlformats.org/officeDocument/2006/relationships/customXml" Target="../ink/ink220.xml"/><Relationship Id="rId32" Type="http://schemas.openxmlformats.org/officeDocument/2006/relationships/customXml" Target="../ink/ink102.xml"/><Relationship Id="rId74" Type="http://schemas.openxmlformats.org/officeDocument/2006/relationships/customXml" Target="../ink/ink123.xml"/><Relationship Id="rId128" Type="http://schemas.openxmlformats.org/officeDocument/2006/relationships/customXml" Target="../ink/ink150.xml"/><Relationship Id="rId5" Type="http://schemas.openxmlformats.org/officeDocument/2006/relationships/image" Target="../media/image90.png"/><Relationship Id="rId181" Type="http://schemas.openxmlformats.org/officeDocument/2006/relationships/image" Target="../media/image178.png"/><Relationship Id="rId237" Type="http://schemas.openxmlformats.org/officeDocument/2006/relationships/image" Target="../media/image206.png"/><Relationship Id="rId279" Type="http://schemas.openxmlformats.org/officeDocument/2006/relationships/image" Target="../media/image227.png"/><Relationship Id="rId43" Type="http://schemas.openxmlformats.org/officeDocument/2006/relationships/image" Target="../media/image109.png"/><Relationship Id="rId139" Type="http://schemas.openxmlformats.org/officeDocument/2006/relationships/image" Target="../media/image157.png"/><Relationship Id="rId290" Type="http://schemas.openxmlformats.org/officeDocument/2006/relationships/customXml" Target="../ink/ink231.xml"/><Relationship Id="rId304" Type="http://schemas.openxmlformats.org/officeDocument/2006/relationships/customXml" Target="../ink/ink238.xml"/><Relationship Id="rId85" Type="http://schemas.openxmlformats.org/officeDocument/2006/relationships/image" Target="../media/image130.png"/><Relationship Id="rId150" Type="http://schemas.openxmlformats.org/officeDocument/2006/relationships/customXml" Target="../ink/ink161.xml"/><Relationship Id="rId192" Type="http://schemas.openxmlformats.org/officeDocument/2006/relationships/customXml" Target="../ink/ink182.xml"/><Relationship Id="rId206" Type="http://schemas.openxmlformats.org/officeDocument/2006/relationships/customXml" Target="../ink/ink189.xml"/><Relationship Id="rId248" Type="http://schemas.openxmlformats.org/officeDocument/2006/relationships/customXml" Target="../ink/ink210.xml"/><Relationship Id="rId12" Type="http://schemas.openxmlformats.org/officeDocument/2006/relationships/customXml" Target="../ink/ink92.xml"/><Relationship Id="rId108" Type="http://schemas.openxmlformats.org/officeDocument/2006/relationships/customXml" Target="../ink/ink140.xml"/><Relationship Id="rId315" Type="http://schemas.openxmlformats.org/officeDocument/2006/relationships/image" Target="../media/image245.png"/><Relationship Id="rId54" Type="http://schemas.openxmlformats.org/officeDocument/2006/relationships/customXml" Target="../ink/ink113.xml"/><Relationship Id="rId96" Type="http://schemas.openxmlformats.org/officeDocument/2006/relationships/customXml" Target="../ink/ink134.xml"/><Relationship Id="rId161" Type="http://schemas.openxmlformats.org/officeDocument/2006/relationships/image" Target="../media/image168.png"/><Relationship Id="rId217" Type="http://schemas.openxmlformats.org/officeDocument/2006/relationships/image" Target="../media/image196.png"/><Relationship Id="rId259" Type="http://schemas.openxmlformats.org/officeDocument/2006/relationships/image" Target="../media/image217.png"/><Relationship Id="rId23" Type="http://schemas.openxmlformats.org/officeDocument/2006/relationships/image" Target="../media/image99.png"/><Relationship Id="rId119" Type="http://schemas.openxmlformats.org/officeDocument/2006/relationships/image" Target="../media/image147.png"/><Relationship Id="rId270" Type="http://schemas.openxmlformats.org/officeDocument/2006/relationships/customXml" Target="../ink/ink221.xml"/><Relationship Id="rId326" Type="http://schemas.openxmlformats.org/officeDocument/2006/relationships/customXml" Target="../ink/ink249.xml"/><Relationship Id="rId65" Type="http://schemas.openxmlformats.org/officeDocument/2006/relationships/image" Target="../media/image120.png"/><Relationship Id="rId130" Type="http://schemas.openxmlformats.org/officeDocument/2006/relationships/customXml" Target="../ink/ink151.xml"/><Relationship Id="rId172" Type="http://schemas.openxmlformats.org/officeDocument/2006/relationships/customXml" Target="../ink/ink172.xml"/><Relationship Id="rId228" Type="http://schemas.openxmlformats.org/officeDocument/2006/relationships/customXml" Target="../ink/ink200.xml"/><Relationship Id="rId281" Type="http://schemas.openxmlformats.org/officeDocument/2006/relationships/image" Target="../media/image228.png"/><Relationship Id="rId34" Type="http://schemas.openxmlformats.org/officeDocument/2006/relationships/customXml" Target="../ink/ink103.xml"/><Relationship Id="rId76" Type="http://schemas.openxmlformats.org/officeDocument/2006/relationships/customXml" Target="../ink/ink124.xml"/><Relationship Id="rId141" Type="http://schemas.openxmlformats.org/officeDocument/2006/relationships/image" Target="../media/image158.png"/><Relationship Id="rId7" Type="http://schemas.openxmlformats.org/officeDocument/2006/relationships/image" Target="../media/image91.png"/><Relationship Id="rId183" Type="http://schemas.openxmlformats.org/officeDocument/2006/relationships/image" Target="../media/image179.png"/><Relationship Id="rId239" Type="http://schemas.openxmlformats.org/officeDocument/2006/relationships/image" Target="../media/image207.png"/><Relationship Id="rId250" Type="http://schemas.openxmlformats.org/officeDocument/2006/relationships/customXml" Target="../ink/ink211.xml"/><Relationship Id="rId271" Type="http://schemas.openxmlformats.org/officeDocument/2006/relationships/image" Target="../media/image223.png"/><Relationship Id="rId292" Type="http://schemas.openxmlformats.org/officeDocument/2006/relationships/customXml" Target="../ink/ink232.xml"/><Relationship Id="rId306" Type="http://schemas.openxmlformats.org/officeDocument/2006/relationships/customXml" Target="../ink/ink239.xml"/><Relationship Id="rId24" Type="http://schemas.openxmlformats.org/officeDocument/2006/relationships/customXml" Target="../ink/ink98.xml"/><Relationship Id="rId45" Type="http://schemas.openxmlformats.org/officeDocument/2006/relationships/image" Target="../media/image110.png"/><Relationship Id="rId66" Type="http://schemas.openxmlformats.org/officeDocument/2006/relationships/customXml" Target="../ink/ink119.xml"/><Relationship Id="rId87" Type="http://schemas.openxmlformats.org/officeDocument/2006/relationships/image" Target="../media/image131.png"/><Relationship Id="rId110" Type="http://schemas.openxmlformats.org/officeDocument/2006/relationships/customXml" Target="../ink/ink141.xml"/><Relationship Id="rId131" Type="http://schemas.openxmlformats.org/officeDocument/2006/relationships/image" Target="../media/image153.png"/><Relationship Id="rId327" Type="http://schemas.openxmlformats.org/officeDocument/2006/relationships/image" Target="../media/image251.png"/><Relationship Id="rId152" Type="http://schemas.openxmlformats.org/officeDocument/2006/relationships/customXml" Target="../ink/ink162.xml"/><Relationship Id="rId173" Type="http://schemas.openxmlformats.org/officeDocument/2006/relationships/image" Target="../media/image174.png"/><Relationship Id="rId194" Type="http://schemas.openxmlformats.org/officeDocument/2006/relationships/customXml" Target="../ink/ink183.xml"/><Relationship Id="rId208" Type="http://schemas.openxmlformats.org/officeDocument/2006/relationships/customXml" Target="../ink/ink190.xml"/><Relationship Id="rId229" Type="http://schemas.openxmlformats.org/officeDocument/2006/relationships/image" Target="../media/image202.png"/><Relationship Id="rId240" Type="http://schemas.openxmlformats.org/officeDocument/2006/relationships/customXml" Target="../ink/ink206.xml"/><Relationship Id="rId261" Type="http://schemas.openxmlformats.org/officeDocument/2006/relationships/image" Target="../media/image218.png"/><Relationship Id="rId14" Type="http://schemas.openxmlformats.org/officeDocument/2006/relationships/customXml" Target="../ink/ink93.xml"/><Relationship Id="rId35" Type="http://schemas.openxmlformats.org/officeDocument/2006/relationships/image" Target="../media/image105.png"/><Relationship Id="rId56" Type="http://schemas.openxmlformats.org/officeDocument/2006/relationships/customXml" Target="../ink/ink114.xml"/><Relationship Id="rId77" Type="http://schemas.openxmlformats.org/officeDocument/2006/relationships/image" Target="../media/image126.png"/><Relationship Id="rId100" Type="http://schemas.openxmlformats.org/officeDocument/2006/relationships/customXml" Target="../ink/ink136.xml"/><Relationship Id="rId282" Type="http://schemas.openxmlformats.org/officeDocument/2006/relationships/customXml" Target="../ink/ink227.xml"/><Relationship Id="rId317" Type="http://schemas.openxmlformats.org/officeDocument/2006/relationships/image" Target="../media/image246.png"/><Relationship Id="rId8" Type="http://schemas.openxmlformats.org/officeDocument/2006/relationships/customXml" Target="../ink/ink90.xml"/><Relationship Id="rId98" Type="http://schemas.openxmlformats.org/officeDocument/2006/relationships/customXml" Target="../ink/ink135.xml"/><Relationship Id="rId121" Type="http://schemas.openxmlformats.org/officeDocument/2006/relationships/image" Target="../media/image148.png"/><Relationship Id="rId142" Type="http://schemas.openxmlformats.org/officeDocument/2006/relationships/customXml" Target="../ink/ink157.xml"/><Relationship Id="rId163" Type="http://schemas.openxmlformats.org/officeDocument/2006/relationships/image" Target="../media/image169.png"/><Relationship Id="rId184" Type="http://schemas.openxmlformats.org/officeDocument/2006/relationships/customXml" Target="../ink/ink178.xml"/><Relationship Id="rId219" Type="http://schemas.openxmlformats.org/officeDocument/2006/relationships/image" Target="../media/image197.png"/><Relationship Id="rId230" Type="http://schemas.openxmlformats.org/officeDocument/2006/relationships/customXml" Target="../ink/ink201.xml"/><Relationship Id="rId251" Type="http://schemas.openxmlformats.org/officeDocument/2006/relationships/image" Target="../media/image213.png"/><Relationship Id="rId25" Type="http://schemas.openxmlformats.org/officeDocument/2006/relationships/image" Target="../media/image100.png"/><Relationship Id="rId46" Type="http://schemas.openxmlformats.org/officeDocument/2006/relationships/customXml" Target="../ink/ink109.xml"/><Relationship Id="rId67" Type="http://schemas.openxmlformats.org/officeDocument/2006/relationships/image" Target="../media/image121.png"/><Relationship Id="rId272" Type="http://schemas.openxmlformats.org/officeDocument/2006/relationships/customXml" Target="../ink/ink222.xml"/><Relationship Id="rId293" Type="http://schemas.openxmlformats.org/officeDocument/2006/relationships/image" Target="../media/image234.png"/><Relationship Id="rId307" Type="http://schemas.openxmlformats.org/officeDocument/2006/relationships/image" Target="../media/image241.png"/><Relationship Id="rId328" Type="http://schemas.openxmlformats.org/officeDocument/2006/relationships/customXml" Target="../ink/ink250.xml"/><Relationship Id="rId88" Type="http://schemas.openxmlformats.org/officeDocument/2006/relationships/customXml" Target="../ink/ink130.xml"/><Relationship Id="rId111" Type="http://schemas.openxmlformats.org/officeDocument/2006/relationships/image" Target="../media/image143.png"/><Relationship Id="rId132" Type="http://schemas.openxmlformats.org/officeDocument/2006/relationships/customXml" Target="../ink/ink152.xml"/><Relationship Id="rId153" Type="http://schemas.openxmlformats.org/officeDocument/2006/relationships/image" Target="../media/image164.png"/><Relationship Id="rId174" Type="http://schemas.openxmlformats.org/officeDocument/2006/relationships/customXml" Target="../ink/ink173.xml"/><Relationship Id="rId195" Type="http://schemas.openxmlformats.org/officeDocument/2006/relationships/image" Target="../media/image185.png"/><Relationship Id="rId209" Type="http://schemas.openxmlformats.org/officeDocument/2006/relationships/image" Target="../media/image192.png"/><Relationship Id="rId220" Type="http://schemas.openxmlformats.org/officeDocument/2006/relationships/customXml" Target="../ink/ink196.xml"/><Relationship Id="rId241" Type="http://schemas.openxmlformats.org/officeDocument/2006/relationships/image" Target="../media/image208.png"/><Relationship Id="rId15" Type="http://schemas.openxmlformats.org/officeDocument/2006/relationships/image" Target="../media/image95.png"/><Relationship Id="rId36" Type="http://schemas.openxmlformats.org/officeDocument/2006/relationships/customXml" Target="../ink/ink104.xml"/><Relationship Id="rId57" Type="http://schemas.openxmlformats.org/officeDocument/2006/relationships/image" Target="../media/image116.png"/><Relationship Id="rId262" Type="http://schemas.openxmlformats.org/officeDocument/2006/relationships/customXml" Target="../ink/ink217.xml"/><Relationship Id="rId283" Type="http://schemas.openxmlformats.org/officeDocument/2006/relationships/image" Target="../media/image229.png"/><Relationship Id="rId318" Type="http://schemas.openxmlformats.org/officeDocument/2006/relationships/customXml" Target="../ink/ink245.xml"/><Relationship Id="rId78" Type="http://schemas.openxmlformats.org/officeDocument/2006/relationships/customXml" Target="../ink/ink125.xml"/><Relationship Id="rId99" Type="http://schemas.openxmlformats.org/officeDocument/2006/relationships/image" Target="../media/image137.png"/><Relationship Id="rId101" Type="http://schemas.openxmlformats.org/officeDocument/2006/relationships/image" Target="../media/image138.png"/><Relationship Id="rId122" Type="http://schemas.openxmlformats.org/officeDocument/2006/relationships/customXml" Target="../ink/ink147.xml"/><Relationship Id="rId143" Type="http://schemas.openxmlformats.org/officeDocument/2006/relationships/image" Target="../media/image159.png"/><Relationship Id="rId164" Type="http://schemas.openxmlformats.org/officeDocument/2006/relationships/customXml" Target="../ink/ink168.xml"/><Relationship Id="rId185" Type="http://schemas.openxmlformats.org/officeDocument/2006/relationships/image" Target="../media/image180.png"/><Relationship Id="rId9" Type="http://schemas.openxmlformats.org/officeDocument/2006/relationships/image" Target="../media/image92.png"/><Relationship Id="rId210" Type="http://schemas.openxmlformats.org/officeDocument/2006/relationships/customXml" Target="../ink/ink191.xml"/><Relationship Id="rId26" Type="http://schemas.openxmlformats.org/officeDocument/2006/relationships/customXml" Target="../ink/ink99.xml"/><Relationship Id="rId231" Type="http://schemas.openxmlformats.org/officeDocument/2006/relationships/image" Target="../media/image203.png"/><Relationship Id="rId252" Type="http://schemas.openxmlformats.org/officeDocument/2006/relationships/customXml" Target="../ink/ink212.xml"/><Relationship Id="rId273" Type="http://schemas.openxmlformats.org/officeDocument/2006/relationships/image" Target="../media/image224.png"/><Relationship Id="rId294" Type="http://schemas.openxmlformats.org/officeDocument/2006/relationships/customXml" Target="../ink/ink233.xml"/><Relationship Id="rId308" Type="http://schemas.openxmlformats.org/officeDocument/2006/relationships/customXml" Target="../ink/ink240.xml"/><Relationship Id="rId329" Type="http://schemas.openxmlformats.org/officeDocument/2006/relationships/image" Target="../media/image252.png"/><Relationship Id="rId47" Type="http://schemas.openxmlformats.org/officeDocument/2006/relationships/image" Target="../media/image111.png"/><Relationship Id="rId68" Type="http://schemas.openxmlformats.org/officeDocument/2006/relationships/customXml" Target="../ink/ink120.xml"/><Relationship Id="rId89" Type="http://schemas.openxmlformats.org/officeDocument/2006/relationships/image" Target="../media/image132.png"/><Relationship Id="rId112" Type="http://schemas.openxmlformats.org/officeDocument/2006/relationships/customXml" Target="../ink/ink142.xml"/><Relationship Id="rId133" Type="http://schemas.openxmlformats.org/officeDocument/2006/relationships/image" Target="../media/image154.png"/><Relationship Id="rId154" Type="http://schemas.openxmlformats.org/officeDocument/2006/relationships/customXml" Target="../ink/ink163.xml"/><Relationship Id="rId175" Type="http://schemas.openxmlformats.org/officeDocument/2006/relationships/image" Target="../media/image175.png"/><Relationship Id="rId196" Type="http://schemas.openxmlformats.org/officeDocument/2006/relationships/customXml" Target="../ink/ink184.xml"/><Relationship Id="rId200" Type="http://schemas.openxmlformats.org/officeDocument/2006/relationships/customXml" Target="../ink/ink186.xml"/><Relationship Id="rId16" Type="http://schemas.openxmlformats.org/officeDocument/2006/relationships/customXml" Target="../ink/ink94.xml"/><Relationship Id="rId221" Type="http://schemas.openxmlformats.org/officeDocument/2006/relationships/image" Target="../media/image198.png"/><Relationship Id="rId242" Type="http://schemas.openxmlformats.org/officeDocument/2006/relationships/customXml" Target="../ink/ink207.xml"/><Relationship Id="rId263" Type="http://schemas.openxmlformats.org/officeDocument/2006/relationships/image" Target="../media/image219.png"/><Relationship Id="rId284" Type="http://schemas.openxmlformats.org/officeDocument/2006/relationships/customXml" Target="../ink/ink228.xml"/><Relationship Id="rId319" Type="http://schemas.openxmlformats.org/officeDocument/2006/relationships/image" Target="../media/image247.png"/><Relationship Id="rId37" Type="http://schemas.openxmlformats.org/officeDocument/2006/relationships/image" Target="../media/image106.png"/><Relationship Id="rId58" Type="http://schemas.openxmlformats.org/officeDocument/2006/relationships/customXml" Target="../ink/ink115.xml"/><Relationship Id="rId79" Type="http://schemas.openxmlformats.org/officeDocument/2006/relationships/image" Target="../media/image127.png"/><Relationship Id="rId102" Type="http://schemas.openxmlformats.org/officeDocument/2006/relationships/customXml" Target="../ink/ink137.xml"/><Relationship Id="rId123" Type="http://schemas.openxmlformats.org/officeDocument/2006/relationships/image" Target="../media/image149.png"/><Relationship Id="rId144" Type="http://schemas.openxmlformats.org/officeDocument/2006/relationships/customXml" Target="../ink/ink158.xml"/><Relationship Id="rId330" Type="http://schemas.openxmlformats.org/officeDocument/2006/relationships/customXml" Target="../ink/ink251.xml"/><Relationship Id="rId90" Type="http://schemas.openxmlformats.org/officeDocument/2006/relationships/customXml" Target="../ink/ink131.xml"/><Relationship Id="rId165" Type="http://schemas.openxmlformats.org/officeDocument/2006/relationships/image" Target="../media/image170.png"/><Relationship Id="rId186" Type="http://schemas.openxmlformats.org/officeDocument/2006/relationships/customXml" Target="../ink/ink179.xml"/><Relationship Id="rId211" Type="http://schemas.openxmlformats.org/officeDocument/2006/relationships/image" Target="../media/image193.png"/><Relationship Id="rId232" Type="http://schemas.openxmlformats.org/officeDocument/2006/relationships/customXml" Target="../ink/ink202.xml"/><Relationship Id="rId253" Type="http://schemas.openxmlformats.org/officeDocument/2006/relationships/image" Target="../media/image214.png"/><Relationship Id="rId274" Type="http://schemas.openxmlformats.org/officeDocument/2006/relationships/customXml" Target="../ink/ink223.xml"/><Relationship Id="rId295" Type="http://schemas.openxmlformats.org/officeDocument/2006/relationships/image" Target="../media/image235.png"/><Relationship Id="rId309" Type="http://schemas.openxmlformats.org/officeDocument/2006/relationships/image" Target="../media/image242.png"/><Relationship Id="rId27" Type="http://schemas.openxmlformats.org/officeDocument/2006/relationships/image" Target="../media/image101.png"/><Relationship Id="rId48" Type="http://schemas.openxmlformats.org/officeDocument/2006/relationships/customXml" Target="../ink/ink110.xml"/><Relationship Id="rId69" Type="http://schemas.openxmlformats.org/officeDocument/2006/relationships/image" Target="../media/image122.png"/><Relationship Id="rId113" Type="http://schemas.openxmlformats.org/officeDocument/2006/relationships/image" Target="../media/image144.png"/><Relationship Id="rId134" Type="http://schemas.openxmlformats.org/officeDocument/2006/relationships/customXml" Target="../ink/ink153.xml"/><Relationship Id="rId320" Type="http://schemas.openxmlformats.org/officeDocument/2006/relationships/customXml" Target="../ink/ink246.xml"/><Relationship Id="rId80" Type="http://schemas.openxmlformats.org/officeDocument/2006/relationships/customXml" Target="../ink/ink126.xml"/><Relationship Id="rId155" Type="http://schemas.openxmlformats.org/officeDocument/2006/relationships/image" Target="../media/image165.png"/><Relationship Id="rId176" Type="http://schemas.openxmlformats.org/officeDocument/2006/relationships/customXml" Target="../ink/ink174.xml"/><Relationship Id="rId197" Type="http://schemas.openxmlformats.org/officeDocument/2006/relationships/image" Target="../media/image186.png"/><Relationship Id="rId201" Type="http://schemas.openxmlformats.org/officeDocument/2006/relationships/image" Target="../media/image188.png"/><Relationship Id="rId222" Type="http://schemas.openxmlformats.org/officeDocument/2006/relationships/customXml" Target="../ink/ink197.xml"/><Relationship Id="rId243" Type="http://schemas.openxmlformats.org/officeDocument/2006/relationships/image" Target="../media/image209.png"/><Relationship Id="rId264" Type="http://schemas.openxmlformats.org/officeDocument/2006/relationships/customXml" Target="../ink/ink218.xml"/><Relationship Id="rId285" Type="http://schemas.openxmlformats.org/officeDocument/2006/relationships/image" Target="../media/image230.png"/><Relationship Id="rId17" Type="http://schemas.openxmlformats.org/officeDocument/2006/relationships/image" Target="../media/image96.png"/><Relationship Id="rId38" Type="http://schemas.openxmlformats.org/officeDocument/2006/relationships/customXml" Target="../ink/ink105.xml"/><Relationship Id="rId59" Type="http://schemas.openxmlformats.org/officeDocument/2006/relationships/image" Target="../media/image117.png"/><Relationship Id="rId103" Type="http://schemas.openxmlformats.org/officeDocument/2006/relationships/image" Target="../media/image139.png"/><Relationship Id="rId124" Type="http://schemas.openxmlformats.org/officeDocument/2006/relationships/customXml" Target="../ink/ink148.xml"/><Relationship Id="rId310" Type="http://schemas.openxmlformats.org/officeDocument/2006/relationships/customXml" Target="../ink/ink241.xml"/><Relationship Id="rId70" Type="http://schemas.openxmlformats.org/officeDocument/2006/relationships/customXml" Target="../ink/ink121.xml"/><Relationship Id="rId91" Type="http://schemas.openxmlformats.org/officeDocument/2006/relationships/image" Target="../media/image133.png"/><Relationship Id="rId145" Type="http://schemas.openxmlformats.org/officeDocument/2006/relationships/image" Target="../media/image160.png"/><Relationship Id="rId166" Type="http://schemas.openxmlformats.org/officeDocument/2006/relationships/customXml" Target="../ink/ink169.xml"/><Relationship Id="rId187" Type="http://schemas.openxmlformats.org/officeDocument/2006/relationships/image" Target="../media/image181.png"/><Relationship Id="rId331" Type="http://schemas.openxmlformats.org/officeDocument/2006/relationships/image" Target="../media/image25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92.xml"/><Relationship Id="rId233" Type="http://schemas.openxmlformats.org/officeDocument/2006/relationships/image" Target="../media/image204.png"/><Relationship Id="rId254" Type="http://schemas.openxmlformats.org/officeDocument/2006/relationships/customXml" Target="../ink/ink213.xml"/><Relationship Id="rId28" Type="http://schemas.openxmlformats.org/officeDocument/2006/relationships/customXml" Target="../ink/ink100.xml"/><Relationship Id="rId49" Type="http://schemas.openxmlformats.org/officeDocument/2006/relationships/image" Target="../media/image112.png"/><Relationship Id="rId114" Type="http://schemas.openxmlformats.org/officeDocument/2006/relationships/customXml" Target="../ink/ink143.xml"/><Relationship Id="rId275" Type="http://schemas.openxmlformats.org/officeDocument/2006/relationships/image" Target="../media/image225.png"/><Relationship Id="rId296" Type="http://schemas.openxmlformats.org/officeDocument/2006/relationships/customXml" Target="../ink/ink234.xml"/><Relationship Id="rId300" Type="http://schemas.openxmlformats.org/officeDocument/2006/relationships/customXml" Target="../ink/ink236.xml"/><Relationship Id="rId60" Type="http://schemas.openxmlformats.org/officeDocument/2006/relationships/customXml" Target="../ink/ink116.xml"/><Relationship Id="rId81" Type="http://schemas.openxmlformats.org/officeDocument/2006/relationships/image" Target="../media/image128.png"/><Relationship Id="rId135" Type="http://schemas.openxmlformats.org/officeDocument/2006/relationships/image" Target="../media/image155.png"/><Relationship Id="rId156" Type="http://schemas.openxmlformats.org/officeDocument/2006/relationships/customXml" Target="../ink/ink164.xml"/><Relationship Id="rId177" Type="http://schemas.openxmlformats.org/officeDocument/2006/relationships/image" Target="../media/image176.png"/><Relationship Id="rId198" Type="http://schemas.openxmlformats.org/officeDocument/2006/relationships/customXml" Target="../ink/ink185.xml"/><Relationship Id="rId321" Type="http://schemas.openxmlformats.org/officeDocument/2006/relationships/image" Target="../media/image248.png"/><Relationship Id="rId202" Type="http://schemas.openxmlformats.org/officeDocument/2006/relationships/customXml" Target="../ink/ink187.xml"/><Relationship Id="rId223" Type="http://schemas.openxmlformats.org/officeDocument/2006/relationships/image" Target="../media/image199.png"/><Relationship Id="rId244" Type="http://schemas.openxmlformats.org/officeDocument/2006/relationships/customXml" Target="../ink/ink208.xml"/><Relationship Id="rId18" Type="http://schemas.openxmlformats.org/officeDocument/2006/relationships/customXml" Target="../ink/ink95.xml"/><Relationship Id="rId39" Type="http://schemas.openxmlformats.org/officeDocument/2006/relationships/image" Target="../media/image107.png"/><Relationship Id="rId265" Type="http://schemas.openxmlformats.org/officeDocument/2006/relationships/image" Target="../media/image220.png"/><Relationship Id="rId286" Type="http://schemas.openxmlformats.org/officeDocument/2006/relationships/customXml" Target="../ink/ink229.xml"/><Relationship Id="rId50" Type="http://schemas.openxmlformats.org/officeDocument/2006/relationships/customXml" Target="../ink/ink111.xml"/><Relationship Id="rId104" Type="http://schemas.openxmlformats.org/officeDocument/2006/relationships/customXml" Target="../ink/ink138.xml"/><Relationship Id="rId125" Type="http://schemas.openxmlformats.org/officeDocument/2006/relationships/image" Target="../media/image150.png"/><Relationship Id="rId146" Type="http://schemas.openxmlformats.org/officeDocument/2006/relationships/customXml" Target="../ink/ink159.xml"/><Relationship Id="rId167" Type="http://schemas.openxmlformats.org/officeDocument/2006/relationships/image" Target="../media/image171.png"/><Relationship Id="rId188" Type="http://schemas.openxmlformats.org/officeDocument/2006/relationships/customXml" Target="../ink/ink180.xml"/><Relationship Id="rId311" Type="http://schemas.openxmlformats.org/officeDocument/2006/relationships/image" Target="../media/image243.png"/><Relationship Id="rId71" Type="http://schemas.openxmlformats.org/officeDocument/2006/relationships/image" Target="../media/image123.png"/><Relationship Id="rId92" Type="http://schemas.openxmlformats.org/officeDocument/2006/relationships/customXml" Target="../ink/ink132.xml"/><Relationship Id="rId213" Type="http://schemas.openxmlformats.org/officeDocument/2006/relationships/image" Target="../media/image194.png"/><Relationship Id="rId234" Type="http://schemas.openxmlformats.org/officeDocument/2006/relationships/customXml" Target="../ink/ink203.xml"/><Relationship Id="rId2" Type="http://schemas.openxmlformats.org/officeDocument/2006/relationships/customXml" Target="../ink/ink87.xml"/><Relationship Id="rId29" Type="http://schemas.openxmlformats.org/officeDocument/2006/relationships/image" Target="../media/image102.png"/><Relationship Id="rId255" Type="http://schemas.openxmlformats.org/officeDocument/2006/relationships/image" Target="../media/image215.png"/><Relationship Id="rId276" Type="http://schemas.openxmlformats.org/officeDocument/2006/relationships/customXml" Target="../ink/ink224.xml"/><Relationship Id="rId297" Type="http://schemas.openxmlformats.org/officeDocument/2006/relationships/image" Target="../media/image236.png"/><Relationship Id="rId40" Type="http://schemas.openxmlformats.org/officeDocument/2006/relationships/customXml" Target="../ink/ink106.xml"/><Relationship Id="rId115" Type="http://schemas.openxmlformats.org/officeDocument/2006/relationships/image" Target="../media/image145.png"/><Relationship Id="rId136" Type="http://schemas.openxmlformats.org/officeDocument/2006/relationships/customXml" Target="../ink/ink154.xml"/><Relationship Id="rId157" Type="http://schemas.openxmlformats.org/officeDocument/2006/relationships/image" Target="../media/image166.png"/><Relationship Id="rId178" Type="http://schemas.openxmlformats.org/officeDocument/2006/relationships/customXml" Target="../ink/ink175.xml"/><Relationship Id="rId301" Type="http://schemas.openxmlformats.org/officeDocument/2006/relationships/image" Target="../media/image238.png"/><Relationship Id="rId322" Type="http://schemas.openxmlformats.org/officeDocument/2006/relationships/customXml" Target="../ink/ink247.xml"/><Relationship Id="rId61" Type="http://schemas.openxmlformats.org/officeDocument/2006/relationships/image" Target="../media/image118.png"/><Relationship Id="rId82" Type="http://schemas.openxmlformats.org/officeDocument/2006/relationships/customXml" Target="../ink/ink127.xml"/><Relationship Id="rId199" Type="http://schemas.openxmlformats.org/officeDocument/2006/relationships/image" Target="../media/image187.png"/><Relationship Id="rId203" Type="http://schemas.openxmlformats.org/officeDocument/2006/relationships/image" Target="../media/image189.png"/><Relationship Id="rId19" Type="http://schemas.openxmlformats.org/officeDocument/2006/relationships/image" Target="../media/image97.png"/><Relationship Id="rId224" Type="http://schemas.openxmlformats.org/officeDocument/2006/relationships/customXml" Target="../ink/ink198.xml"/><Relationship Id="rId245" Type="http://schemas.openxmlformats.org/officeDocument/2006/relationships/image" Target="../media/image210.png"/><Relationship Id="rId266" Type="http://schemas.openxmlformats.org/officeDocument/2006/relationships/customXml" Target="../ink/ink219.xml"/><Relationship Id="rId287" Type="http://schemas.openxmlformats.org/officeDocument/2006/relationships/image" Target="../media/image231.png"/><Relationship Id="rId30" Type="http://schemas.openxmlformats.org/officeDocument/2006/relationships/customXml" Target="../ink/ink101.xml"/><Relationship Id="rId105" Type="http://schemas.openxmlformats.org/officeDocument/2006/relationships/image" Target="../media/image140.png"/><Relationship Id="rId126" Type="http://schemas.openxmlformats.org/officeDocument/2006/relationships/customXml" Target="../ink/ink149.xml"/><Relationship Id="rId147" Type="http://schemas.openxmlformats.org/officeDocument/2006/relationships/image" Target="../media/image161.png"/><Relationship Id="rId168" Type="http://schemas.openxmlformats.org/officeDocument/2006/relationships/customXml" Target="../ink/ink170.xml"/><Relationship Id="rId312" Type="http://schemas.openxmlformats.org/officeDocument/2006/relationships/customXml" Target="../ink/ink242.xml"/><Relationship Id="rId51" Type="http://schemas.openxmlformats.org/officeDocument/2006/relationships/image" Target="../media/image113.png"/><Relationship Id="rId72" Type="http://schemas.openxmlformats.org/officeDocument/2006/relationships/customXml" Target="../ink/ink122.xml"/><Relationship Id="rId93" Type="http://schemas.openxmlformats.org/officeDocument/2006/relationships/image" Target="../media/image134.png"/><Relationship Id="rId189" Type="http://schemas.openxmlformats.org/officeDocument/2006/relationships/image" Target="../media/image182.png"/><Relationship Id="rId3" Type="http://schemas.openxmlformats.org/officeDocument/2006/relationships/image" Target="../media/image89.png"/><Relationship Id="rId214" Type="http://schemas.openxmlformats.org/officeDocument/2006/relationships/customXml" Target="../ink/ink193.xml"/><Relationship Id="rId235" Type="http://schemas.openxmlformats.org/officeDocument/2006/relationships/image" Target="../media/image205.png"/><Relationship Id="rId256" Type="http://schemas.openxmlformats.org/officeDocument/2006/relationships/customXml" Target="../ink/ink214.xml"/><Relationship Id="rId277" Type="http://schemas.openxmlformats.org/officeDocument/2006/relationships/image" Target="../media/image226.png"/><Relationship Id="rId298" Type="http://schemas.openxmlformats.org/officeDocument/2006/relationships/customXml" Target="../ink/ink235.xml"/><Relationship Id="rId116" Type="http://schemas.openxmlformats.org/officeDocument/2006/relationships/customXml" Target="../ink/ink144.xml"/><Relationship Id="rId137" Type="http://schemas.openxmlformats.org/officeDocument/2006/relationships/image" Target="../media/image156.png"/><Relationship Id="rId158" Type="http://schemas.openxmlformats.org/officeDocument/2006/relationships/customXml" Target="../ink/ink165.xml"/><Relationship Id="rId302" Type="http://schemas.openxmlformats.org/officeDocument/2006/relationships/customXml" Target="../ink/ink237.xml"/><Relationship Id="rId323" Type="http://schemas.openxmlformats.org/officeDocument/2006/relationships/image" Target="../media/image249.png"/><Relationship Id="rId20" Type="http://schemas.openxmlformats.org/officeDocument/2006/relationships/customXml" Target="../ink/ink96.xml"/><Relationship Id="rId41" Type="http://schemas.openxmlformats.org/officeDocument/2006/relationships/image" Target="../media/image108.png"/><Relationship Id="rId62" Type="http://schemas.openxmlformats.org/officeDocument/2006/relationships/customXml" Target="../ink/ink117.xml"/><Relationship Id="rId83" Type="http://schemas.openxmlformats.org/officeDocument/2006/relationships/image" Target="../media/image129.png"/><Relationship Id="rId179" Type="http://schemas.openxmlformats.org/officeDocument/2006/relationships/image" Target="../media/image177.png"/><Relationship Id="rId190" Type="http://schemas.openxmlformats.org/officeDocument/2006/relationships/customXml" Target="../ink/ink181.xml"/><Relationship Id="rId204" Type="http://schemas.openxmlformats.org/officeDocument/2006/relationships/customXml" Target="../ink/ink188.xml"/><Relationship Id="rId225" Type="http://schemas.openxmlformats.org/officeDocument/2006/relationships/image" Target="../media/image200.png"/><Relationship Id="rId246" Type="http://schemas.openxmlformats.org/officeDocument/2006/relationships/customXml" Target="../ink/ink209.xml"/><Relationship Id="rId267" Type="http://schemas.openxmlformats.org/officeDocument/2006/relationships/image" Target="../media/image221.png"/><Relationship Id="rId288" Type="http://schemas.openxmlformats.org/officeDocument/2006/relationships/customXml" Target="../ink/ink230.xml"/><Relationship Id="rId106" Type="http://schemas.openxmlformats.org/officeDocument/2006/relationships/customXml" Target="../ink/ink139.xml"/><Relationship Id="rId127" Type="http://schemas.openxmlformats.org/officeDocument/2006/relationships/image" Target="../media/image151.png"/><Relationship Id="rId313" Type="http://schemas.openxmlformats.org/officeDocument/2006/relationships/image" Target="../media/image244.png"/><Relationship Id="rId10" Type="http://schemas.openxmlformats.org/officeDocument/2006/relationships/customXml" Target="../ink/ink91.xml"/><Relationship Id="rId31" Type="http://schemas.openxmlformats.org/officeDocument/2006/relationships/image" Target="../media/image103.png"/><Relationship Id="rId52" Type="http://schemas.openxmlformats.org/officeDocument/2006/relationships/customXml" Target="../ink/ink112.xml"/><Relationship Id="rId73" Type="http://schemas.openxmlformats.org/officeDocument/2006/relationships/image" Target="../media/image124.png"/><Relationship Id="rId94" Type="http://schemas.openxmlformats.org/officeDocument/2006/relationships/customXml" Target="../ink/ink133.xml"/><Relationship Id="rId148" Type="http://schemas.openxmlformats.org/officeDocument/2006/relationships/customXml" Target="../ink/ink160.xml"/><Relationship Id="rId169" Type="http://schemas.openxmlformats.org/officeDocument/2006/relationships/image" Target="../media/image172.png"/><Relationship Id="rId4" Type="http://schemas.openxmlformats.org/officeDocument/2006/relationships/customXml" Target="../ink/ink88.xml"/><Relationship Id="rId180" Type="http://schemas.openxmlformats.org/officeDocument/2006/relationships/customXml" Target="../ink/ink176.xml"/><Relationship Id="rId215" Type="http://schemas.openxmlformats.org/officeDocument/2006/relationships/image" Target="../media/image195.png"/><Relationship Id="rId236" Type="http://schemas.openxmlformats.org/officeDocument/2006/relationships/customXml" Target="../ink/ink204.xml"/><Relationship Id="rId257" Type="http://schemas.openxmlformats.org/officeDocument/2006/relationships/image" Target="../media/image216.png"/><Relationship Id="rId278" Type="http://schemas.openxmlformats.org/officeDocument/2006/relationships/customXml" Target="../ink/ink225.xml"/><Relationship Id="rId303" Type="http://schemas.openxmlformats.org/officeDocument/2006/relationships/image" Target="../media/image239.png"/><Relationship Id="rId42" Type="http://schemas.openxmlformats.org/officeDocument/2006/relationships/customXml" Target="../ink/ink107.xml"/><Relationship Id="rId84" Type="http://schemas.openxmlformats.org/officeDocument/2006/relationships/customXml" Target="../ink/ink128.xml"/><Relationship Id="rId138" Type="http://schemas.openxmlformats.org/officeDocument/2006/relationships/customXml" Target="../ink/ink155.xml"/><Relationship Id="rId191" Type="http://schemas.openxmlformats.org/officeDocument/2006/relationships/image" Target="../media/image183.png"/><Relationship Id="rId205" Type="http://schemas.openxmlformats.org/officeDocument/2006/relationships/image" Target="../media/image190.png"/><Relationship Id="rId247" Type="http://schemas.openxmlformats.org/officeDocument/2006/relationships/image" Target="../media/image211.png"/><Relationship Id="rId107" Type="http://schemas.openxmlformats.org/officeDocument/2006/relationships/image" Target="../media/image141.png"/><Relationship Id="rId289" Type="http://schemas.openxmlformats.org/officeDocument/2006/relationships/image" Target="../media/image232.png"/><Relationship Id="rId11" Type="http://schemas.openxmlformats.org/officeDocument/2006/relationships/image" Target="../media/image93.png"/><Relationship Id="rId53" Type="http://schemas.openxmlformats.org/officeDocument/2006/relationships/image" Target="../media/image114.png"/><Relationship Id="rId149" Type="http://schemas.openxmlformats.org/officeDocument/2006/relationships/image" Target="../media/image162.png"/><Relationship Id="rId314" Type="http://schemas.openxmlformats.org/officeDocument/2006/relationships/customXml" Target="../ink/ink243.xml"/><Relationship Id="rId95" Type="http://schemas.openxmlformats.org/officeDocument/2006/relationships/image" Target="../media/image135.png"/><Relationship Id="rId160" Type="http://schemas.openxmlformats.org/officeDocument/2006/relationships/customXml" Target="../ink/ink166.xml"/><Relationship Id="rId216" Type="http://schemas.openxmlformats.org/officeDocument/2006/relationships/customXml" Target="../ink/ink194.xml"/><Relationship Id="rId258" Type="http://schemas.openxmlformats.org/officeDocument/2006/relationships/customXml" Target="../ink/ink215.xml"/><Relationship Id="rId22" Type="http://schemas.openxmlformats.org/officeDocument/2006/relationships/customXml" Target="../ink/ink97.xml"/><Relationship Id="rId64" Type="http://schemas.openxmlformats.org/officeDocument/2006/relationships/customXml" Target="../ink/ink118.xml"/><Relationship Id="rId118" Type="http://schemas.openxmlformats.org/officeDocument/2006/relationships/customXml" Target="../ink/ink145.xml"/><Relationship Id="rId325" Type="http://schemas.openxmlformats.org/officeDocument/2006/relationships/image" Target="../media/image250.png"/><Relationship Id="rId171" Type="http://schemas.openxmlformats.org/officeDocument/2006/relationships/image" Target="../media/image173.png"/><Relationship Id="rId227" Type="http://schemas.openxmlformats.org/officeDocument/2006/relationships/image" Target="../media/image201.png"/><Relationship Id="rId269" Type="http://schemas.openxmlformats.org/officeDocument/2006/relationships/image" Target="../media/image222.png"/><Relationship Id="rId33" Type="http://schemas.openxmlformats.org/officeDocument/2006/relationships/image" Target="../media/image104.png"/><Relationship Id="rId129" Type="http://schemas.openxmlformats.org/officeDocument/2006/relationships/image" Target="../media/image152.png"/><Relationship Id="rId280" Type="http://schemas.openxmlformats.org/officeDocument/2006/relationships/customXml" Target="../ink/ink226.xml"/><Relationship Id="rId75" Type="http://schemas.openxmlformats.org/officeDocument/2006/relationships/image" Target="../media/image125.png"/><Relationship Id="rId140" Type="http://schemas.openxmlformats.org/officeDocument/2006/relationships/customXml" Target="../ink/ink156.xml"/><Relationship Id="rId182" Type="http://schemas.openxmlformats.org/officeDocument/2006/relationships/customXml" Target="../ink/ink177.xml"/><Relationship Id="rId6" Type="http://schemas.openxmlformats.org/officeDocument/2006/relationships/customXml" Target="../ink/ink89.xml"/><Relationship Id="rId238" Type="http://schemas.openxmlformats.org/officeDocument/2006/relationships/customXml" Target="../ink/ink205.xml"/><Relationship Id="rId291" Type="http://schemas.openxmlformats.org/officeDocument/2006/relationships/image" Target="../media/image233.png"/><Relationship Id="rId305" Type="http://schemas.openxmlformats.org/officeDocument/2006/relationships/image" Target="../media/image240.png"/><Relationship Id="rId44" Type="http://schemas.openxmlformats.org/officeDocument/2006/relationships/customXml" Target="../ink/ink108.xml"/><Relationship Id="rId86" Type="http://schemas.openxmlformats.org/officeDocument/2006/relationships/customXml" Target="../ink/ink129.xml"/><Relationship Id="rId151" Type="http://schemas.openxmlformats.org/officeDocument/2006/relationships/image" Target="../media/image163.png"/><Relationship Id="rId193" Type="http://schemas.openxmlformats.org/officeDocument/2006/relationships/image" Target="../media/image184.png"/><Relationship Id="rId207" Type="http://schemas.openxmlformats.org/officeDocument/2006/relationships/image" Target="../media/image191.png"/><Relationship Id="rId249" Type="http://schemas.openxmlformats.org/officeDocument/2006/relationships/image" Target="../media/image212.png"/><Relationship Id="rId13" Type="http://schemas.openxmlformats.org/officeDocument/2006/relationships/image" Target="../media/image94.png"/><Relationship Id="rId109" Type="http://schemas.openxmlformats.org/officeDocument/2006/relationships/image" Target="../media/image142.png"/><Relationship Id="rId260" Type="http://schemas.openxmlformats.org/officeDocument/2006/relationships/customXml" Target="../ink/ink216.xml"/><Relationship Id="rId316" Type="http://schemas.openxmlformats.org/officeDocument/2006/relationships/customXml" Target="../ink/ink244.xml"/><Relationship Id="rId55" Type="http://schemas.openxmlformats.org/officeDocument/2006/relationships/image" Target="../media/image115.png"/><Relationship Id="rId97" Type="http://schemas.openxmlformats.org/officeDocument/2006/relationships/image" Target="../media/image136.png"/><Relationship Id="rId120" Type="http://schemas.openxmlformats.org/officeDocument/2006/relationships/customXml" Target="../ink/ink146.xml"/><Relationship Id="rId162" Type="http://schemas.openxmlformats.org/officeDocument/2006/relationships/customXml" Target="../ink/ink167.xml"/><Relationship Id="rId218" Type="http://schemas.openxmlformats.org/officeDocument/2006/relationships/customXml" Target="../ink/ink195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1.png"/><Relationship Id="rId299" Type="http://schemas.openxmlformats.org/officeDocument/2006/relationships/image" Target="../media/image402.png"/><Relationship Id="rId21" Type="http://schemas.openxmlformats.org/officeDocument/2006/relationships/image" Target="../media/image263.png"/><Relationship Id="rId63" Type="http://schemas.openxmlformats.org/officeDocument/2006/relationships/image" Target="../media/image284.png"/><Relationship Id="rId159" Type="http://schemas.openxmlformats.org/officeDocument/2006/relationships/image" Target="../media/image332.png"/><Relationship Id="rId324" Type="http://schemas.openxmlformats.org/officeDocument/2006/relationships/customXml" Target="../ink/ink413.xml"/><Relationship Id="rId170" Type="http://schemas.openxmlformats.org/officeDocument/2006/relationships/customXml" Target="../ink/ink336.xml"/><Relationship Id="rId226" Type="http://schemas.openxmlformats.org/officeDocument/2006/relationships/customXml" Target="../ink/ink364.xml"/><Relationship Id="rId268" Type="http://schemas.openxmlformats.org/officeDocument/2006/relationships/customXml" Target="../ink/ink385.xml"/><Relationship Id="rId32" Type="http://schemas.openxmlformats.org/officeDocument/2006/relationships/customXml" Target="../ink/ink267.xml"/><Relationship Id="rId74" Type="http://schemas.openxmlformats.org/officeDocument/2006/relationships/customXml" Target="../ink/ink288.xml"/><Relationship Id="rId128" Type="http://schemas.openxmlformats.org/officeDocument/2006/relationships/customXml" Target="../ink/ink315.xml"/><Relationship Id="rId335" Type="http://schemas.openxmlformats.org/officeDocument/2006/relationships/image" Target="../media/image420.png"/><Relationship Id="rId5" Type="http://schemas.openxmlformats.org/officeDocument/2006/relationships/image" Target="../media/image255.png"/><Relationship Id="rId181" Type="http://schemas.openxmlformats.org/officeDocument/2006/relationships/image" Target="../media/image343.png"/><Relationship Id="rId237" Type="http://schemas.openxmlformats.org/officeDocument/2006/relationships/image" Target="../media/image371.png"/><Relationship Id="rId279" Type="http://schemas.openxmlformats.org/officeDocument/2006/relationships/image" Target="../media/image392.png"/><Relationship Id="rId43" Type="http://schemas.openxmlformats.org/officeDocument/2006/relationships/image" Target="../media/image274.png"/><Relationship Id="rId139" Type="http://schemas.openxmlformats.org/officeDocument/2006/relationships/image" Target="../media/image322.png"/><Relationship Id="rId290" Type="http://schemas.openxmlformats.org/officeDocument/2006/relationships/customXml" Target="../ink/ink396.xml"/><Relationship Id="rId304" Type="http://schemas.openxmlformats.org/officeDocument/2006/relationships/customXml" Target="../ink/ink403.xml"/><Relationship Id="rId346" Type="http://schemas.openxmlformats.org/officeDocument/2006/relationships/customXml" Target="../ink/ink424.xml"/><Relationship Id="rId85" Type="http://schemas.openxmlformats.org/officeDocument/2006/relationships/image" Target="../media/image295.png"/><Relationship Id="rId150" Type="http://schemas.openxmlformats.org/officeDocument/2006/relationships/customXml" Target="../ink/ink326.xml"/><Relationship Id="rId192" Type="http://schemas.openxmlformats.org/officeDocument/2006/relationships/customXml" Target="../ink/ink347.xml"/><Relationship Id="rId206" Type="http://schemas.openxmlformats.org/officeDocument/2006/relationships/customXml" Target="../ink/ink354.xml"/><Relationship Id="rId248" Type="http://schemas.openxmlformats.org/officeDocument/2006/relationships/customXml" Target="../ink/ink375.xml"/><Relationship Id="rId12" Type="http://schemas.openxmlformats.org/officeDocument/2006/relationships/customXml" Target="../ink/ink257.xml"/><Relationship Id="rId108" Type="http://schemas.openxmlformats.org/officeDocument/2006/relationships/customXml" Target="../ink/ink305.xml"/><Relationship Id="rId315" Type="http://schemas.openxmlformats.org/officeDocument/2006/relationships/image" Target="../media/image410.png"/><Relationship Id="rId54" Type="http://schemas.openxmlformats.org/officeDocument/2006/relationships/customXml" Target="../ink/ink278.xml"/><Relationship Id="rId96" Type="http://schemas.openxmlformats.org/officeDocument/2006/relationships/customXml" Target="../ink/ink299.xml"/><Relationship Id="rId161" Type="http://schemas.openxmlformats.org/officeDocument/2006/relationships/image" Target="../media/image333.png"/><Relationship Id="rId217" Type="http://schemas.openxmlformats.org/officeDocument/2006/relationships/image" Target="../media/image361.png"/><Relationship Id="rId259" Type="http://schemas.openxmlformats.org/officeDocument/2006/relationships/image" Target="../media/image382.png"/><Relationship Id="rId23" Type="http://schemas.openxmlformats.org/officeDocument/2006/relationships/image" Target="../media/image264.png"/><Relationship Id="rId119" Type="http://schemas.openxmlformats.org/officeDocument/2006/relationships/image" Target="../media/image312.png"/><Relationship Id="rId270" Type="http://schemas.openxmlformats.org/officeDocument/2006/relationships/customXml" Target="../ink/ink386.xml"/><Relationship Id="rId326" Type="http://schemas.openxmlformats.org/officeDocument/2006/relationships/customXml" Target="../ink/ink414.xml"/><Relationship Id="rId65" Type="http://schemas.openxmlformats.org/officeDocument/2006/relationships/image" Target="../media/image285.png"/><Relationship Id="rId130" Type="http://schemas.openxmlformats.org/officeDocument/2006/relationships/customXml" Target="../ink/ink316.xml"/><Relationship Id="rId172" Type="http://schemas.openxmlformats.org/officeDocument/2006/relationships/customXml" Target="../ink/ink337.xml"/><Relationship Id="rId228" Type="http://schemas.openxmlformats.org/officeDocument/2006/relationships/customXml" Target="../ink/ink365.xml"/><Relationship Id="rId281" Type="http://schemas.openxmlformats.org/officeDocument/2006/relationships/image" Target="../media/image393.png"/><Relationship Id="rId337" Type="http://schemas.openxmlformats.org/officeDocument/2006/relationships/image" Target="../media/image421.png"/><Relationship Id="rId34" Type="http://schemas.openxmlformats.org/officeDocument/2006/relationships/customXml" Target="../ink/ink268.xml"/><Relationship Id="rId76" Type="http://schemas.openxmlformats.org/officeDocument/2006/relationships/customXml" Target="../ink/ink289.xml"/><Relationship Id="rId141" Type="http://schemas.openxmlformats.org/officeDocument/2006/relationships/image" Target="../media/image323.png"/><Relationship Id="rId7" Type="http://schemas.openxmlformats.org/officeDocument/2006/relationships/image" Target="../media/image256.png"/><Relationship Id="rId183" Type="http://schemas.openxmlformats.org/officeDocument/2006/relationships/image" Target="../media/image344.png"/><Relationship Id="rId239" Type="http://schemas.openxmlformats.org/officeDocument/2006/relationships/image" Target="../media/image372.png"/><Relationship Id="rId250" Type="http://schemas.openxmlformats.org/officeDocument/2006/relationships/customXml" Target="../ink/ink376.xml"/><Relationship Id="rId292" Type="http://schemas.openxmlformats.org/officeDocument/2006/relationships/customXml" Target="../ink/ink397.xml"/><Relationship Id="rId306" Type="http://schemas.openxmlformats.org/officeDocument/2006/relationships/customXml" Target="../ink/ink404.xml"/><Relationship Id="rId45" Type="http://schemas.openxmlformats.org/officeDocument/2006/relationships/image" Target="../media/image275.png"/><Relationship Id="rId87" Type="http://schemas.openxmlformats.org/officeDocument/2006/relationships/image" Target="../media/image296.png"/><Relationship Id="rId110" Type="http://schemas.openxmlformats.org/officeDocument/2006/relationships/customXml" Target="../ink/ink306.xml"/><Relationship Id="rId348" Type="http://schemas.openxmlformats.org/officeDocument/2006/relationships/customXml" Target="../ink/ink425.xml"/><Relationship Id="rId152" Type="http://schemas.openxmlformats.org/officeDocument/2006/relationships/customXml" Target="../ink/ink327.xml"/><Relationship Id="rId194" Type="http://schemas.openxmlformats.org/officeDocument/2006/relationships/customXml" Target="../ink/ink348.xml"/><Relationship Id="rId208" Type="http://schemas.openxmlformats.org/officeDocument/2006/relationships/customXml" Target="../ink/ink355.xml"/><Relationship Id="rId261" Type="http://schemas.openxmlformats.org/officeDocument/2006/relationships/image" Target="../media/image383.png"/><Relationship Id="rId14" Type="http://schemas.openxmlformats.org/officeDocument/2006/relationships/customXml" Target="../ink/ink258.xml"/><Relationship Id="rId56" Type="http://schemas.openxmlformats.org/officeDocument/2006/relationships/customXml" Target="../ink/ink279.xml"/><Relationship Id="rId317" Type="http://schemas.openxmlformats.org/officeDocument/2006/relationships/image" Target="../media/image411.png"/><Relationship Id="rId8" Type="http://schemas.openxmlformats.org/officeDocument/2006/relationships/customXml" Target="../ink/ink255.xml"/><Relationship Id="rId98" Type="http://schemas.openxmlformats.org/officeDocument/2006/relationships/customXml" Target="../ink/ink300.xml"/><Relationship Id="rId121" Type="http://schemas.openxmlformats.org/officeDocument/2006/relationships/image" Target="../media/image313.png"/><Relationship Id="rId142" Type="http://schemas.openxmlformats.org/officeDocument/2006/relationships/customXml" Target="../ink/ink322.xml"/><Relationship Id="rId163" Type="http://schemas.openxmlformats.org/officeDocument/2006/relationships/image" Target="../media/image334.png"/><Relationship Id="rId184" Type="http://schemas.openxmlformats.org/officeDocument/2006/relationships/customXml" Target="../ink/ink343.xml"/><Relationship Id="rId219" Type="http://schemas.openxmlformats.org/officeDocument/2006/relationships/image" Target="../media/image362.png"/><Relationship Id="rId230" Type="http://schemas.openxmlformats.org/officeDocument/2006/relationships/customXml" Target="../ink/ink366.xml"/><Relationship Id="rId251" Type="http://schemas.openxmlformats.org/officeDocument/2006/relationships/image" Target="../media/image378.png"/><Relationship Id="rId25" Type="http://schemas.openxmlformats.org/officeDocument/2006/relationships/image" Target="../media/image265.png"/><Relationship Id="rId46" Type="http://schemas.openxmlformats.org/officeDocument/2006/relationships/customXml" Target="../ink/ink274.xml"/><Relationship Id="rId67" Type="http://schemas.openxmlformats.org/officeDocument/2006/relationships/image" Target="../media/image286.png"/><Relationship Id="rId272" Type="http://schemas.openxmlformats.org/officeDocument/2006/relationships/customXml" Target="../ink/ink387.xml"/><Relationship Id="rId293" Type="http://schemas.openxmlformats.org/officeDocument/2006/relationships/image" Target="../media/image399.png"/><Relationship Id="rId307" Type="http://schemas.openxmlformats.org/officeDocument/2006/relationships/image" Target="../media/image406.png"/><Relationship Id="rId328" Type="http://schemas.openxmlformats.org/officeDocument/2006/relationships/customXml" Target="../ink/ink415.xml"/><Relationship Id="rId349" Type="http://schemas.openxmlformats.org/officeDocument/2006/relationships/image" Target="../media/image427.png"/><Relationship Id="rId88" Type="http://schemas.openxmlformats.org/officeDocument/2006/relationships/customXml" Target="../ink/ink295.xml"/><Relationship Id="rId111" Type="http://schemas.openxmlformats.org/officeDocument/2006/relationships/image" Target="../media/image308.png"/><Relationship Id="rId132" Type="http://schemas.openxmlformats.org/officeDocument/2006/relationships/customXml" Target="../ink/ink317.xml"/><Relationship Id="rId153" Type="http://schemas.openxmlformats.org/officeDocument/2006/relationships/image" Target="../media/image329.png"/><Relationship Id="rId174" Type="http://schemas.openxmlformats.org/officeDocument/2006/relationships/customXml" Target="../ink/ink338.xml"/><Relationship Id="rId195" Type="http://schemas.openxmlformats.org/officeDocument/2006/relationships/image" Target="../media/image350.png"/><Relationship Id="rId209" Type="http://schemas.openxmlformats.org/officeDocument/2006/relationships/image" Target="../media/image357.png"/><Relationship Id="rId220" Type="http://schemas.openxmlformats.org/officeDocument/2006/relationships/customXml" Target="../ink/ink361.xml"/><Relationship Id="rId241" Type="http://schemas.openxmlformats.org/officeDocument/2006/relationships/image" Target="../media/image373.png"/><Relationship Id="rId15" Type="http://schemas.openxmlformats.org/officeDocument/2006/relationships/image" Target="../media/image260.png"/><Relationship Id="rId36" Type="http://schemas.openxmlformats.org/officeDocument/2006/relationships/customXml" Target="../ink/ink269.xml"/><Relationship Id="rId57" Type="http://schemas.openxmlformats.org/officeDocument/2006/relationships/image" Target="../media/image281.png"/><Relationship Id="rId262" Type="http://schemas.openxmlformats.org/officeDocument/2006/relationships/customXml" Target="../ink/ink382.xml"/><Relationship Id="rId283" Type="http://schemas.openxmlformats.org/officeDocument/2006/relationships/image" Target="../media/image394.png"/><Relationship Id="rId318" Type="http://schemas.openxmlformats.org/officeDocument/2006/relationships/customXml" Target="../ink/ink410.xml"/><Relationship Id="rId339" Type="http://schemas.openxmlformats.org/officeDocument/2006/relationships/image" Target="../media/image422.png"/><Relationship Id="rId78" Type="http://schemas.openxmlformats.org/officeDocument/2006/relationships/customXml" Target="../ink/ink290.xml"/><Relationship Id="rId99" Type="http://schemas.openxmlformats.org/officeDocument/2006/relationships/image" Target="../media/image302.png"/><Relationship Id="rId101" Type="http://schemas.openxmlformats.org/officeDocument/2006/relationships/image" Target="../media/image303.png"/><Relationship Id="rId122" Type="http://schemas.openxmlformats.org/officeDocument/2006/relationships/customXml" Target="../ink/ink312.xml"/><Relationship Id="rId143" Type="http://schemas.openxmlformats.org/officeDocument/2006/relationships/image" Target="../media/image324.png"/><Relationship Id="rId164" Type="http://schemas.openxmlformats.org/officeDocument/2006/relationships/customXml" Target="../ink/ink333.xml"/><Relationship Id="rId185" Type="http://schemas.openxmlformats.org/officeDocument/2006/relationships/image" Target="../media/image345.png"/><Relationship Id="rId9" Type="http://schemas.openxmlformats.org/officeDocument/2006/relationships/image" Target="../media/image257.png"/><Relationship Id="rId210" Type="http://schemas.openxmlformats.org/officeDocument/2006/relationships/customXml" Target="../ink/ink356.xml"/><Relationship Id="rId26" Type="http://schemas.openxmlformats.org/officeDocument/2006/relationships/customXml" Target="../ink/ink264.xml"/><Relationship Id="rId231" Type="http://schemas.openxmlformats.org/officeDocument/2006/relationships/image" Target="../media/image368.png"/><Relationship Id="rId252" Type="http://schemas.openxmlformats.org/officeDocument/2006/relationships/customXml" Target="../ink/ink377.xml"/><Relationship Id="rId273" Type="http://schemas.openxmlformats.org/officeDocument/2006/relationships/image" Target="../media/image389.png"/><Relationship Id="rId294" Type="http://schemas.openxmlformats.org/officeDocument/2006/relationships/customXml" Target="../ink/ink398.xml"/><Relationship Id="rId308" Type="http://schemas.openxmlformats.org/officeDocument/2006/relationships/customXml" Target="../ink/ink405.xml"/><Relationship Id="rId329" Type="http://schemas.openxmlformats.org/officeDocument/2006/relationships/image" Target="../media/image417.png"/><Relationship Id="rId47" Type="http://schemas.openxmlformats.org/officeDocument/2006/relationships/image" Target="../media/image276.png"/><Relationship Id="rId68" Type="http://schemas.openxmlformats.org/officeDocument/2006/relationships/customXml" Target="../ink/ink285.xml"/><Relationship Id="rId89" Type="http://schemas.openxmlformats.org/officeDocument/2006/relationships/image" Target="../media/image297.png"/><Relationship Id="rId112" Type="http://schemas.openxmlformats.org/officeDocument/2006/relationships/customXml" Target="../ink/ink307.xml"/><Relationship Id="rId133" Type="http://schemas.openxmlformats.org/officeDocument/2006/relationships/image" Target="../media/image319.png"/><Relationship Id="rId154" Type="http://schemas.openxmlformats.org/officeDocument/2006/relationships/customXml" Target="../ink/ink328.xml"/><Relationship Id="rId175" Type="http://schemas.openxmlformats.org/officeDocument/2006/relationships/image" Target="../media/image340.png"/><Relationship Id="rId340" Type="http://schemas.openxmlformats.org/officeDocument/2006/relationships/customXml" Target="../ink/ink421.xml"/><Relationship Id="rId196" Type="http://schemas.openxmlformats.org/officeDocument/2006/relationships/customXml" Target="../ink/ink349.xml"/><Relationship Id="rId200" Type="http://schemas.openxmlformats.org/officeDocument/2006/relationships/customXml" Target="../ink/ink351.xml"/><Relationship Id="rId16" Type="http://schemas.openxmlformats.org/officeDocument/2006/relationships/customXml" Target="../ink/ink259.xml"/><Relationship Id="rId221" Type="http://schemas.openxmlformats.org/officeDocument/2006/relationships/image" Target="../media/image363.png"/><Relationship Id="rId242" Type="http://schemas.openxmlformats.org/officeDocument/2006/relationships/customXml" Target="../ink/ink372.xml"/><Relationship Id="rId263" Type="http://schemas.openxmlformats.org/officeDocument/2006/relationships/image" Target="../media/image384.png"/><Relationship Id="rId284" Type="http://schemas.openxmlformats.org/officeDocument/2006/relationships/customXml" Target="../ink/ink393.xml"/><Relationship Id="rId319" Type="http://schemas.openxmlformats.org/officeDocument/2006/relationships/image" Target="../media/image412.png"/><Relationship Id="rId37" Type="http://schemas.openxmlformats.org/officeDocument/2006/relationships/image" Target="../media/image271.png"/><Relationship Id="rId58" Type="http://schemas.openxmlformats.org/officeDocument/2006/relationships/customXml" Target="../ink/ink280.xml"/><Relationship Id="rId79" Type="http://schemas.openxmlformats.org/officeDocument/2006/relationships/image" Target="../media/image292.png"/><Relationship Id="rId102" Type="http://schemas.openxmlformats.org/officeDocument/2006/relationships/customXml" Target="../ink/ink302.xml"/><Relationship Id="rId123" Type="http://schemas.openxmlformats.org/officeDocument/2006/relationships/image" Target="../media/image314.png"/><Relationship Id="rId144" Type="http://schemas.openxmlformats.org/officeDocument/2006/relationships/customXml" Target="../ink/ink323.xml"/><Relationship Id="rId330" Type="http://schemas.openxmlformats.org/officeDocument/2006/relationships/customXml" Target="../ink/ink416.xml"/><Relationship Id="rId90" Type="http://schemas.openxmlformats.org/officeDocument/2006/relationships/customXml" Target="../ink/ink296.xml"/><Relationship Id="rId165" Type="http://schemas.openxmlformats.org/officeDocument/2006/relationships/image" Target="../media/image335.png"/><Relationship Id="rId186" Type="http://schemas.openxmlformats.org/officeDocument/2006/relationships/customXml" Target="../ink/ink344.xml"/><Relationship Id="rId211" Type="http://schemas.openxmlformats.org/officeDocument/2006/relationships/image" Target="../media/image358.png"/><Relationship Id="rId232" Type="http://schemas.openxmlformats.org/officeDocument/2006/relationships/customXml" Target="../ink/ink367.xml"/><Relationship Id="rId253" Type="http://schemas.openxmlformats.org/officeDocument/2006/relationships/image" Target="../media/image379.png"/><Relationship Id="rId274" Type="http://schemas.openxmlformats.org/officeDocument/2006/relationships/customXml" Target="../ink/ink388.xml"/><Relationship Id="rId295" Type="http://schemas.openxmlformats.org/officeDocument/2006/relationships/image" Target="../media/image400.png"/><Relationship Id="rId309" Type="http://schemas.openxmlformats.org/officeDocument/2006/relationships/image" Target="../media/image407.png"/><Relationship Id="rId27" Type="http://schemas.openxmlformats.org/officeDocument/2006/relationships/image" Target="../media/image266.png"/><Relationship Id="rId48" Type="http://schemas.openxmlformats.org/officeDocument/2006/relationships/customXml" Target="../ink/ink275.xml"/><Relationship Id="rId69" Type="http://schemas.openxmlformats.org/officeDocument/2006/relationships/image" Target="../media/image287.png"/><Relationship Id="rId113" Type="http://schemas.openxmlformats.org/officeDocument/2006/relationships/image" Target="../media/image309.png"/><Relationship Id="rId134" Type="http://schemas.openxmlformats.org/officeDocument/2006/relationships/customXml" Target="../ink/ink318.xml"/><Relationship Id="rId320" Type="http://schemas.openxmlformats.org/officeDocument/2006/relationships/customXml" Target="../ink/ink411.xml"/><Relationship Id="rId80" Type="http://schemas.openxmlformats.org/officeDocument/2006/relationships/customXml" Target="../ink/ink291.xml"/><Relationship Id="rId155" Type="http://schemas.openxmlformats.org/officeDocument/2006/relationships/image" Target="../media/image330.png"/><Relationship Id="rId176" Type="http://schemas.openxmlformats.org/officeDocument/2006/relationships/customXml" Target="../ink/ink339.xml"/><Relationship Id="rId197" Type="http://schemas.openxmlformats.org/officeDocument/2006/relationships/image" Target="../media/image351.png"/><Relationship Id="rId341" Type="http://schemas.openxmlformats.org/officeDocument/2006/relationships/image" Target="../media/image423.png"/><Relationship Id="rId201" Type="http://schemas.openxmlformats.org/officeDocument/2006/relationships/image" Target="../media/image353.png"/><Relationship Id="rId222" Type="http://schemas.openxmlformats.org/officeDocument/2006/relationships/customXml" Target="../ink/ink362.xml"/><Relationship Id="rId243" Type="http://schemas.openxmlformats.org/officeDocument/2006/relationships/image" Target="../media/image374.png"/><Relationship Id="rId264" Type="http://schemas.openxmlformats.org/officeDocument/2006/relationships/customXml" Target="../ink/ink383.xml"/><Relationship Id="rId285" Type="http://schemas.openxmlformats.org/officeDocument/2006/relationships/image" Target="../media/image395.png"/><Relationship Id="rId17" Type="http://schemas.openxmlformats.org/officeDocument/2006/relationships/image" Target="../media/image261.png"/><Relationship Id="rId38" Type="http://schemas.openxmlformats.org/officeDocument/2006/relationships/customXml" Target="../ink/ink270.xml"/><Relationship Id="rId59" Type="http://schemas.openxmlformats.org/officeDocument/2006/relationships/image" Target="../media/image282.png"/><Relationship Id="rId103" Type="http://schemas.openxmlformats.org/officeDocument/2006/relationships/image" Target="../media/image304.png"/><Relationship Id="rId124" Type="http://schemas.openxmlformats.org/officeDocument/2006/relationships/customXml" Target="../ink/ink313.xml"/><Relationship Id="rId310" Type="http://schemas.openxmlformats.org/officeDocument/2006/relationships/customXml" Target="../ink/ink406.xml"/><Relationship Id="rId70" Type="http://schemas.openxmlformats.org/officeDocument/2006/relationships/customXml" Target="../ink/ink286.xml"/><Relationship Id="rId91" Type="http://schemas.openxmlformats.org/officeDocument/2006/relationships/image" Target="../media/image298.png"/><Relationship Id="rId145" Type="http://schemas.openxmlformats.org/officeDocument/2006/relationships/image" Target="../media/image325.png"/><Relationship Id="rId166" Type="http://schemas.openxmlformats.org/officeDocument/2006/relationships/customXml" Target="../ink/ink334.xml"/><Relationship Id="rId187" Type="http://schemas.openxmlformats.org/officeDocument/2006/relationships/image" Target="../media/image346.png"/><Relationship Id="rId331" Type="http://schemas.openxmlformats.org/officeDocument/2006/relationships/image" Target="../media/image418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357.xml"/><Relationship Id="rId233" Type="http://schemas.openxmlformats.org/officeDocument/2006/relationships/image" Target="../media/image369.png"/><Relationship Id="rId254" Type="http://schemas.openxmlformats.org/officeDocument/2006/relationships/customXml" Target="../ink/ink378.xml"/><Relationship Id="rId28" Type="http://schemas.openxmlformats.org/officeDocument/2006/relationships/customXml" Target="../ink/ink265.xml"/><Relationship Id="rId49" Type="http://schemas.openxmlformats.org/officeDocument/2006/relationships/image" Target="../media/image277.png"/><Relationship Id="rId114" Type="http://schemas.openxmlformats.org/officeDocument/2006/relationships/customXml" Target="../ink/ink308.xml"/><Relationship Id="rId275" Type="http://schemas.openxmlformats.org/officeDocument/2006/relationships/image" Target="../media/image390.png"/><Relationship Id="rId296" Type="http://schemas.openxmlformats.org/officeDocument/2006/relationships/customXml" Target="../ink/ink399.xml"/><Relationship Id="rId300" Type="http://schemas.openxmlformats.org/officeDocument/2006/relationships/customXml" Target="../ink/ink401.xml"/><Relationship Id="rId60" Type="http://schemas.openxmlformats.org/officeDocument/2006/relationships/customXml" Target="../ink/ink281.xml"/><Relationship Id="rId81" Type="http://schemas.openxmlformats.org/officeDocument/2006/relationships/image" Target="../media/image293.png"/><Relationship Id="rId135" Type="http://schemas.openxmlformats.org/officeDocument/2006/relationships/image" Target="../media/image320.png"/><Relationship Id="rId156" Type="http://schemas.openxmlformats.org/officeDocument/2006/relationships/customXml" Target="../ink/ink329.xml"/><Relationship Id="rId177" Type="http://schemas.openxmlformats.org/officeDocument/2006/relationships/image" Target="../media/image341.png"/><Relationship Id="rId198" Type="http://schemas.openxmlformats.org/officeDocument/2006/relationships/customXml" Target="../ink/ink350.xml"/><Relationship Id="rId321" Type="http://schemas.openxmlformats.org/officeDocument/2006/relationships/image" Target="../media/image413.png"/><Relationship Id="rId342" Type="http://schemas.openxmlformats.org/officeDocument/2006/relationships/customXml" Target="../ink/ink422.xml"/><Relationship Id="rId202" Type="http://schemas.openxmlformats.org/officeDocument/2006/relationships/customXml" Target="../ink/ink352.xml"/><Relationship Id="rId223" Type="http://schemas.openxmlformats.org/officeDocument/2006/relationships/image" Target="../media/image364.png"/><Relationship Id="rId244" Type="http://schemas.openxmlformats.org/officeDocument/2006/relationships/customXml" Target="../ink/ink373.xml"/><Relationship Id="rId18" Type="http://schemas.openxmlformats.org/officeDocument/2006/relationships/customXml" Target="../ink/ink260.xml"/><Relationship Id="rId39" Type="http://schemas.openxmlformats.org/officeDocument/2006/relationships/image" Target="../media/image272.png"/><Relationship Id="rId265" Type="http://schemas.openxmlformats.org/officeDocument/2006/relationships/image" Target="../media/image385.png"/><Relationship Id="rId286" Type="http://schemas.openxmlformats.org/officeDocument/2006/relationships/customXml" Target="../ink/ink394.xml"/><Relationship Id="rId50" Type="http://schemas.openxmlformats.org/officeDocument/2006/relationships/customXml" Target="../ink/ink276.xml"/><Relationship Id="rId104" Type="http://schemas.openxmlformats.org/officeDocument/2006/relationships/customXml" Target="../ink/ink303.xml"/><Relationship Id="rId125" Type="http://schemas.openxmlformats.org/officeDocument/2006/relationships/image" Target="../media/image315.png"/><Relationship Id="rId146" Type="http://schemas.openxmlformats.org/officeDocument/2006/relationships/customXml" Target="../ink/ink324.xml"/><Relationship Id="rId167" Type="http://schemas.openxmlformats.org/officeDocument/2006/relationships/image" Target="../media/image336.png"/><Relationship Id="rId188" Type="http://schemas.openxmlformats.org/officeDocument/2006/relationships/customXml" Target="../ink/ink345.xml"/><Relationship Id="rId311" Type="http://schemas.openxmlformats.org/officeDocument/2006/relationships/image" Target="../media/image408.png"/><Relationship Id="rId332" Type="http://schemas.openxmlformats.org/officeDocument/2006/relationships/customXml" Target="../ink/ink417.xml"/><Relationship Id="rId71" Type="http://schemas.openxmlformats.org/officeDocument/2006/relationships/image" Target="../media/image288.png"/><Relationship Id="rId92" Type="http://schemas.openxmlformats.org/officeDocument/2006/relationships/customXml" Target="../ink/ink297.xml"/><Relationship Id="rId213" Type="http://schemas.openxmlformats.org/officeDocument/2006/relationships/image" Target="../media/image359.png"/><Relationship Id="rId234" Type="http://schemas.openxmlformats.org/officeDocument/2006/relationships/customXml" Target="../ink/ink368.xml"/><Relationship Id="rId2" Type="http://schemas.openxmlformats.org/officeDocument/2006/relationships/customXml" Target="../ink/ink252.xml"/><Relationship Id="rId29" Type="http://schemas.openxmlformats.org/officeDocument/2006/relationships/image" Target="../media/image267.png"/><Relationship Id="rId255" Type="http://schemas.openxmlformats.org/officeDocument/2006/relationships/image" Target="../media/image380.png"/><Relationship Id="rId276" Type="http://schemas.openxmlformats.org/officeDocument/2006/relationships/customXml" Target="../ink/ink389.xml"/><Relationship Id="rId297" Type="http://schemas.openxmlformats.org/officeDocument/2006/relationships/image" Target="../media/image401.png"/><Relationship Id="rId40" Type="http://schemas.openxmlformats.org/officeDocument/2006/relationships/customXml" Target="../ink/ink271.xml"/><Relationship Id="rId115" Type="http://schemas.openxmlformats.org/officeDocument/2006/relationships/image" Target="../media/image310.png"/><Relationship Id="rId136" Type="http://schemas.openxmlformats.org/officeDocument/2006/relationships/customXml" Target="../ink/ink319.xml"/><Relationship Id="rId157" Type="http://schemas.openxmlformats.org/officeDocument/2006/relationships/image" Target="../media/image331.png"/><Relationship Id="rId178" Type="http://schemas.openxmlformats.org/officeDocument/2006/relationships/customXml" Target="../ink/ink340.xml"/><Relationship Id="rId301" Type="http://schemas.openxmlformats.org/officeDocument/2006/relationships/image" Target="../media/image403.png"/><Relationship Id="rId322" Type="http://schemas.openxmlformats.org/officeDocument/2006/relationships/customXml" Target="../ink/ink412.xml"/><Relationship Id="rId343" Type="http://schemas.openxmlformats.org/officeDocument/2006/relationships/image" Target="../media/image424.png"/><Relationship Id="rId61" Type="http://schemas.openxmlformats.org/officeDocument/2006/relationships/image" Target="../media/image283.png"/><Relationship Id="rId82" Type="http://schemas.openxmlformats.org/officeDocument/2006/relationships/customXml" Target="../ink/ink292.xml"/><Relationship Id="rId199" Type="http://schemas.openxmlformats.org/officeDocument/2006/relationships/image" Target="../media/image352.png"/><Relationship Id="rId203" Type="http://schemas.openxmlformats.org/officeDocument/2006/relationships/image" Target="../media/image354.png"/><Relationship Id="rId19" Type="http://schemas.openxmlformats.org/officeDocument/2006/relationships/image" Target="../media/image262.png"/><Relationship Id="rId224" Type="http://schemas.openxmlformats.org/officeDocument/2006/relationships/customXml" Target="../ink/ink363.xml"/><Relationship Id="rId245" Type="http://schemas.openxmlformats.org/officeDocument/2006/relationships/image" Target="../media/image375.png"/><Relationship Id="rId266" Type="http://schemas.openxmlformats.org/officeDocument/2006/relationships/customXml" Target="../ink/ink384.xml"/><Relationship Id="rId287" Type="http://schemas.openxmlformats.org/officeDocument/2006/relationships/image" Target="../media/image396.png"/><Relationship Id="rId30" Type="http://schemas.openxmlformats.org/officeDocument/2006/relationships/customXml" Target="../ink/ink266.xml"/><Relationship Id="rId105" Type="http://schemas.openxmlformats.org/officeDocument/2006/relationships/image" Target="../media/image305.png"/><Relationship Id="rId126" Type="http://schemas.openxmlformats.org/officeDocument/2006/relationships/customXml" Target="../ink/ink314.xml"/><Relationship Id="rId147" Type="http://schemas.openxmlformats.org/officeDocument/2006/relationships/image" Target="../media/image326.png"/><Relationship Id="rId168" Type="http://schemas.openxmlformats.org/officeDocument/2006/relationships/customXml" Target="../ink/ink335.xml"/><Relationship Id="rId312" Type="http://schemas.openxmlformats.org/officeDocument/2006/relationships/customXml" Target="../ink/ink407.xml"/><Relationship Id="rId333" Type="http://schemas.openxmlformats.org/officeDocument/2006/relationships/image" Target="../media/image419.png"/><Relationship Id="rId51" Type="http://schemas.openxmlformats.org/officeDocument/2006/relationships/image" Target="../media/image278.png"/><Relationship Id="rId72" Type="http://schemas.openxmlformats.org/officeDocument/2006/relationships/customXml" Target="../ink/ink287.xml"/><Relationship Id="rId93" Type="http://schemas.openxmlformats.org/officeDocument/2006/relationships/image" Target="../media/image299.png"/><Relationship Id="rId189" Type="http://schemas.openxmlformats.org/officeDocument/2006/relationships/image" Target="../media/image347.png"/><Relationship Id="rId3" Type="http://schemas.openxmlformats.org/officeDocument/2006/relationships/image" Target="../media/image254.png"/><Relationship Id="rId214" Type="http://schemas.openxmlformats.org/officeDocument/2006/relationships/customXml" Target="../ink/ink358.xml"/><Relationship Id="rId235" Type="http://schemas.openxmlformats.org/officeDocument/2006/relationships/image" Target="../media/image370.png"/><Relationship Id="rId256" Type="http://schemas.openxmlformats.org/officeDocument/2006/relationships/customXml" Target="../ink/ink379.xml"/><Relationship Id="rId277" Type="http://schemas.openxmlformats.org/officeDocument/2006/relationships/image" Target="../media/image391.png"/><Relationship Id="rId298" Type="http://schemas.openxmlformats.org/officeDocument/2006/relationships/customXml" Target="../ink/ink400.xml"/><Relationship Id="rId116" Type="http://schemas.openxmlformats.org/officeDocument/2006/relationships/customXml" Target="../ink/ink309.xml"/><Relationship Id="rId137" Type="http://schemas.openxmlformats.org/officeDocument/2006/relationships/image" Target="../media/image321.png"/><Relationship Id="rId158" Type="http://schemas.openxmlformats.org/officeDocument/2006/relationships/customXml" Target="../ink/ink330.xml"/><Relationship Id="rId302" Type="http://schemas.openxmlformats.org/officeDocument/2006/relationships/customXml" Target="../ink/ink402.xml"/><Relationship Id="rId323" Type="http://schemas.openxmlformats.org/officeDocument/2006/relationships/image" Target="../media/image414.png"/><Relationship Id="rId344" Type="http://schemas.openxmlformats.org/officeDocument/2006/relationships/customXml" Target="../ink/ink423.xml"/><Relationship Id="rId20" Type="http://schemas.openxmlformats.org/officeDocument/2006/relationships/customXml" Target="../ink/ink261.xml"/><Relationship Id="rId41" Type="http://schemas.openxmlformats.org/officeDocument/2006/relationships/image" Target="../media/image273.png"/><Relationship Id="rId62" Type="http://schemas.openxmlformats.org/officeDocument/2006/relationships/customXml" Target="../ink/ink282.xml"/><Relationship Id="rId83" Type="http://schemas.openxmlformats.org/officeDocument/2006/relationships/image" Target="../media/image294.png"/><Relationship Id="rId179" Type="http://schemas.openxmlformats.org/officeDocument/2006/relationships/image" Target="../media/image342.png"/><Relationship Id="rId190" Type="http://schemas.openxmlformats.org/officeDocument/2006/relationships/customXml" Target="../ink/ink346.xml"/><Relationship Id="rId204" Type="http://schemas.openxmlformats.org/officeDocument/2006/relationships/customXml" Target="../ink/ink353.xml"/><Relationship Id="rId225" Type="http://schemas.openxmlformats.org/officeDocument/2006/relationships/image" Target="../media/image365.png"/><Relationship Id="rId246" Type="http://schemas.openxmlformats.org/officeDocument/2006/relationships/customXml" Target="../ink/ink374.xml"/><Relationship Id="rId267" Type="http://schemas.openxmlformats.org/officeDocument/2006/relationships/image" Target="../media/image386.png"/><Relationship Id="rId288" Type="http://schemas.openxmlformats.org/officeDocument/2006/relationships/customXml" Target="../ink/ink395.xml"/><Relationship Id="rId106" Type="http://schemas.openxmlformats.org/officeDocument/2006/relationships/customXml" Target="../ink/ink304.xml"/><Relationship Id="rId127" Type="http://schemas.openxmlformats.org/officeDocument/2006/relationships/image" Target="../media/image316.png"/><Relationship Id="rId313" Type="http://schemas.openxmlformats.org/officeDocument/2006/relationships/image" Target="../media/image409.png"/><Relationship Id="rId10" Type="http://schemas.openxmlformats.org/officeDocument/2006/relationships/customXml" Target="../ink/ink256.xml"/><Relationship Id="rId31" Type="http://schemas.openxmlformats.org/officeDocument/2006/relationships/image" Target="../media/image268.png"/><Relationship Id="rId52" Type="http://schemas.openxmlformats.org/officeDocument/2006/relationships/customXml" Target="../ink/ink277.xml"/><Relationship Id="rId73" Type="http://schemas.openxmlformats.org/officeDocument/2006/relationships/image" Target="../media/image289.png"/><Relationship Id="rId94" Type="http://schemas.openxmlformats.org/officeDocument/2006/relationships/customXml" Target="../ink/ink298.xml"/><Relationship Id="rId148" Type="http://schemas.openxmlformats.org/officeDocument/2006/relationships/customXml" Target="../ink/ink325.xml"/><Relationship Id="rId169" Type="http://schemas.openxmlformats.org/officeDocument/2006/relationships/image" Target="../media/image337.png"/><Relationship Id="rId334" Type="http://schemas.openxmlformats.org/officeDocument/2006/relationships/customXml" Target="../ink/ink418.xml"/><Relationship Id="rId4" Type="http://schemas.openxmlformats.org/officeDocument/2006/relationships/customXml" Target="../ink/ink253.xml"/><Relationship Id="rId180" Type="http://schemas.openxmlformats.org/officeDocument/2006/relationships/customXml" Target="../ink/ink341.xml"/><Relationship Id="rId215" Type="http://schemas.openxmlformats.org/officeDocument/2006/relationships/image" Target="../media/image360.png"/><Relationship Id="rId236" Type="http://schemas.openxmlformats.org/officeDocument/2006/relationships/customXml" Target="../ink/ink369.xml"/><Relationship Id="rId257" Type="http://schemas.openxmlformats.org/officeDocument/2006/relationships/image" Target="../media/image381.png"/><Relationship Id="rId278" Type="http://schemas.openxmlformats.org/officeDocument/2006/relationships/customXml" Target="../ink/ink390.xml"/><Relationship Id="rId303" Type="http://schemas.openxmlformats.org/officeDocument/2006/relationships/image" Target="../media/image404.png"/><Relationship Id="rId42" Type="http://schemas.openxmlformats.org/officeDocument/2006/relationships/customXml" Target="../ink/ink272.xml"/><Relationship Id="rId84" Type="http://schemas.openxmlformats.org/officeDocument/2006/relationships/customXml" Target="../ink/ink293.xml"/><Relationship Id="rId138" Type="http://schemas.openxmlformats.org/officeDocument/2006/relationships/customXml" Target="../ink/ink320.xml"/><Relationship Id="rId345" Type="http://schemas.openxmlformats.org/officeDocument/2006/relationships/image" Target="../media/image425.png"/><Relationship Id="rId191" Type="http://schemas.openxmlformats.org/officeDocument/2006/relationships/image" Target="../media/image348.png"/><Relationship Id="rId205" Type="http://schemas.openxmlformats.org/officeDocument/2006/relationships/image" Target="../media/image355.png"/><Relationship Id="rId247" Type="http://schemas.openxmlformats.org/officeDocument/2006/relationships/image" Target="../media/image376.png"/><Relationship Id="rId107" Type="http://schemas.openxmlformats.org/officeDocument/2006/relationships/image" Target="../media/image306.png"/><Relationship Id="rId289" Type="http://schemas.openxmlformats.org/officeDocument/2006/relationships/image" Target="../media/image397.png"/><Relationship Id="rId11" Type="http://schemas.openxmlformats.org/officeDocument/2006/relationships/image" Target="../media/image258.png"/><Relationship Id="rId53" Type="http://schemas.openxmlformats.org/officeDocument/2006/relationships/image" Target="../media/image279.png"/><Relationship Id="rId149" Type="http://schemas.openxmlformats.org/officeDocument/2006/relationships/image" Target="../media/image327.png"/><Relationship Id="rId314" Type="http://schemas.openxmlformats.org/officeDocument/2006/relationships/customXml" Target="../ink/ink408.xml"/><Relationship Id="rId95" Type="http://schemas.openxmlformats.org/officeDocument/2006/relationships/image" Target="../media/image300.png"/><Relationship Id="rId160" Type="http://schemas.openxmlformats.org/officeDocument/2006/relationships/customXml" Target="../ink/ink331.xml"/><Relationship Id="rId216" Type="http://schemas.openxmlformats.org/officeDocument/2006/relationships/customXml" Target="../ink/ink359.xml"/><Relationship Id="rId258" Type="http://schemas.openxmlformats.org/officeDocument/2006/relationships/customXml" Target="../ink/ink380.xml"/><Relationship Id="rId22" Type="http://schemas.openxmlformats.org/officeDocument/2006/relationships/customXml" Target="../ink/ink262.xml"/><Relationship Id="rId64" Type="http://schemas.openxmlformats.org/officeDocument/2006/relationships/customXml" Target="../ink/ink283.xml"/><Relationship Id="rId118" Type="http://schemas.openxmlformats.org/officeDocument/2006/relationships/customXml" Target="../ink/ink310.xml"/><Relationship Id="rId325" Type="http://schemas.openxmlformats.org/officeDocument/2006/relationships/image" Target="../media/image415.png"/><Relationship Id="rId171" Type="http://schemas.openxmlformats.org/officeDocument/2006/relationships/image" Target="../media/image338.png"/><Relationship Id="rId227" Type="http://schemas.openxmlformats.org/officeDocument/2006/relationships/image" Target="../media/image366.png"/><Relationship Id="rId269" Type="http://schemas.openxmlformats.org/officeDocument/2006/relationships/image" Target="../media/image387.png"/><Relationship Id="rId33" Type="http://schemas.openxmlformats.org/officeDocument/2006/relationships/image" Target="../media/image269.png"/><Relationship Id="rId129" Type="http://schemas.openxmlformats.org/officeDocument/2006/relationships/image" Target="../media/image317.png"/><Relationship Id="rId280" Type="http://schemas.openxmlformats.org/officeDocument/2006/relationships/customXml" Target="../ink/ink391.xml"/><Relationship Id="rId336" Type="http://schemas.openxmlformats.org/officeDocument/2006/relationships/customXml" Target="../ink/ink419.xml"/><Relationship Id="rId75" Type="http://schemas.openxmlformats.org/officeDocument/2006/relationships/image" Target="../media/image290.png"/><Relationship Id="rId140" Type="http://schemas.openxmlformats.org/officeDocument/2006/relationships/customXml" Target="../ink/ink321.xml"/><Relationship Id="rId182" Type="http://schemas.openxmlformats.org/officeDocument/2006/relationships/customXml" Target="../ink/ink342.xml"/><Relationship Id="rId6" Type="http://schemas.openxmlformats.org/officeDocument/2006/relationships/customXml" Target="../ink/ink254.xml"/><Relationship Id="rId238" Type="http://schemas.openxmlformats.org/officeDocument/2006/relationships/customXml" Target="../ink/ink370.xml"/><Relationship Id="rId291" Type="http://schemas.openxmlformats.org/officeDocument/2006/relationships/image" Target="../media/image398.png"/><Relationship Id="rId305" Type="http://schemas.openxmlformats.org/officeDocument/2006/relationships/image" Target="../media/image405.png"/><Relationship Id="rId347" Type="http://schemas.openxmlformats.org/officeDocument/2006/relationships/image" Target="../media/image426.png"/><Relationship Id="rId44" Type="http://schemas.openxmlformats.org/officeDocument/2006/relationships/customXml" Target="../ink/ink273.xml"/><Relationship Id="rId86" Type="http://schemas.openxmlformats.org/officeDocument/2006/relationships/customXml" Target="../ink/ink294.xml"/><Relationship Id="rId151" Type="http://schemas.openxmlformats.org/officeDocument/2006/relationships/image" Target="../media/image328.png"/><Relationship Id="rId193" Type="http://schemas.openxmlformats.org/officeDocument/2006/relationships/image" Target="../media/image349.png"/><Relationship Id="rId207" Type="http://schemas.openxmlformats.org/officeDocument/2006/relationships/image" Target="../media/image356.png"/><Relationship Id="rId249" Type="http://schemas.openxmlformats.org/officeDocument/2006/relationships/image" Target="../media/image377.png"/><Relationship Id="rId13" Type="http://schemas.openxmlformats.org/officeDocument/2006/relationships/image" Target="../media/image259.png"/><Relationship Id="rId109" Type="http://schemas.openxmlformats.org/officeDocument/2006/relationships/image" Target="../media/image307.png"/><Relationship Id="rId260" Type="http://schemas.openxmlformats.org/officeDocument/2006/relationships/customXml" Target="../ink/ink381.xml"/><Relationship Id="rId316" Type="http://schemas.openxmlformats.org/officeDocument/2006/relationships/customXml" Target="../ink/ink409.xml"/><Relationship Id="rId55" Type="http://schemas.openxmlformats.org/officeDocument/2006/relationships/image" Target="../media/image280.png"/><Relationship Id="rId97" Type="http://schemas.openxmlformats.org/officeDocument/2006/relationships/image" Target="../media/image301.png"/><Relationship Id="rId120" Type="http://schemas.openxmlformats.org/officeDocument/2006/relationships/customXml" Target="../ink/ink311.xml"/><Relationship Id="rId162" Type="http://schemas.openxmlformats.org/officeDocument/2006/relationships/customXml" Target="../ink/ink332.xml"/><Relationship Id="rId218" Type="http://schemas.openxmlformats.org/officeDocument/2006/relationships/customXml" Target="../ink/ink360.xml"/><Relationship Id="rId271" Type="http://schemas.openxmlformats.org/officeDocument/2006/relationships/image" Target="../media/image388.png"/><Relationship Id="rId24" Type="http://schemas.openxmlformats.org/officeDocument/2006/relationships/customXml" Target="../ink/ink263.xml"/><Relationship Id="rId66" Type="http://schemas.openxmlformats.org/officeDocument/2006/relationships/customXml" Target="../ink/ink284.xml"/><Relationship Id="rId131" Type="http://schemas.openxmlformats.org/officeDocument/2006/relationships/image" Target="../media/image318.png"/><Relationship Id="rId327" Type="http://schemas.openxmlformats.org/officeDocument/2006/relationships/image" Target="../media/image416.png"/><Relationship Id="rId173" Type="http://schemas.openxmlformats.org/officeDocument/2006/relationships/image" Target="../media/image339.png"/><Relationship Id="rId229" Type="http://schemas.openxmlformats.org/officeDocument/2006/relationships/image" Target="../media/image367.png"/><Relationship Id="rId240" Type="http://schemas.openxmlformats.org/officeDocument/2006/relationships/customXml" Target="../ink/ink371.xml"/><Relationship Id="rId35" Type="http://schemas.openxmlformats.org/officeDocument/2006/relationships/image" Target="../media/image270.png"/><Relationship Id="rId77" Type="http://schemas.openxmlformats.org/officeDocument/2006/relationships/image" Target="../media/image291.png"/><Relationship Id="rId100" Type="http://schemas.openxmlformats.org/officeDocument/2006/relationships/customXml" Target="../ink/ink301.xml"/><Relationship Id="rId282" Type="http://schemas.openxmlformats.org/officeDocument/2006/relationships/customXml" Target="../ink/ink392.xml"/><Relationship Id="rId338" Type="http://schemas.openxmlformats.org/officeDocument/2006/relationships/customXml" Target="../ink/ink420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930.png"/><Relationship Id="rId21" Type="http://schemas.openxmlformats.org/officeDocument/2006/relationships/customXml" Target="../ink/ink435.xml"/><Relationship Id="rId42" Type="http://schemas.openxmlformats.org/officeDocument/2006/relationships/image" Target="../media/image1010.png"/><Relationship Id="rId47" Type="http://schemas.openxmlformats.org/officeDocument/2006/relationships/customXml" Target="../ink/ink448.xml"/><Relationship Id="rId63" Type="http://schemas.openxmlformats.org/officeDocument/2006/relationships/customXml" Target="../ink/ink456.xml"/><Relationship Id="rId68" Type="http://schemas.openxmlformats.org/officeDocument/2006/relationships/image" Target="../media/image1140.png"/><Relationship Id="rId84" Type="http://schemas.openxmlformats.org/officeDocument/2006/relationships/image" Target="../media/image1220.png"/><Relationship Id="rId89" Type="http://schemas.openxmlformats.org/officeDocument/2006/relationships/customXml" Target="../ink/ink469.xml"/><Relationship Id="rId112" Type="http://schemas.openxmlformats.org/officeDocument/2006/relationships/image" Target="../media/image440.png"/><Relationship Id="rId16" Type="http://schemas.openxmlformats.org/officeDocument/2006/relationships/image" Target="../media/image880.png"/><Relationship Id="rId107" Type="http://schemas.openxmlformats.org/officeDocument/2006/relationships/customXml" Target="../ink/ink478.xml"/><Relationship Id="rId11" Type="http://schemas.openxmlformats.org/officeDocument/2006/relationships/customXml" Target="../ink/ink430.xml"/><Relationship Id="rId32" Type="http://schemas.openxmlformats.org/officeDocument/2006/relationships/image" Target="../media/image960.png"/><Relationship Id="rId37" Type="http://schemas.openxmlformats.org/officeDocument/2006/relationships/customXml" Target="../ink/ink443.xml"/><Relationship Id="rId53" Type="http://schemas.openxmlformats.org/officeDocument/2006/relationships/customXml" Target="../ink/ink451.xml"/><Relationship Id="rId58" Type="http://schemas.openxmlformats.org/officeDocument/2006/relationships/image" Target="../media/image1090.png"/><Relationship Id="rId74" Type="http://schemas.openxmlformats.org/officeDocument/2006/relationships/image" Target="../media/image1170.png"/><Relationship Id="rId79" Type="http://schemas.openxmlformats.org/officeDocument/2006/relationships/customXml" Target="../ink/ink464.xml"/><Relationship Id="rId102" Type="http://schemas.openxmlformats.org/officeDocument/2006/relationships/image" Target="../media/image435.png"/><Relationship Id="rId5" Type="http://schemas.openxmlformats.org/officeDocument/2006/relationships/customXml" Target="../ink/ink427.xml"/><Relationship Id="rId90" Type="http://schemas.openxmlformats.org/officeDocument/2006/relationships/image" Target="../media/image429.png"/><Relationship Id="rId95" Type="http://schemas.openxmlformats.org/officeDocument/2006/relationships/customXml" Target="../ink/ink472.xml"/><Relationship Id="rId22" Type="http://schemas.openxmlformats.org/officeDocument/2006/relationships/image" Target="../media/image910.png"/><Relationship Id="rId27" Type="http://schemas.openxmlformats.org/officeDocument/2006/relationships/customXml" Target="../ink/ink438.xml"/><Relationship Id="rId43" Type="http://schemas.openxmlformats.org/officeDocument/2006/relationships/customXml" Target="../ink/ink446.xml"/><Relationship Id="rId48" Type="http://schemas.openxmlformats.org/officeDocument/2006/relationships/image" Target="../media/image1040.png"/><Relationship Id="rId64" Type="http://schemas.openxmlformats.org/officeDocument/2006/relationships/image" Target="../media/image1120.png"/><Relationship Id="rId69" Type="http://schemas.openxmlformats.org/officeDocument/2006/relationships/customXml" Target="../ink/ink459.xml"/><Relationship Id="rId113" Type="http://schemas.openxmlformats.org/officeDocument/2006/relationships/customXml" Target="../ink/ink481.xml"/><Relationship Id="rId80" Type="http://schemas.openxmlformats.org/officeDocument/2006/relationships/image" Target="../media/image1200.png"/><Relationship Id="rId85" Type="http://schemas.openxmlformats.org/officeDocument/2006/relationships/customXml" Target="../ink/ink467.xml"/><Relationship Id="rId12" Type="http://schemas.openxmlformats.org/officeDocument/2006/relationships/image" Target="../media/image860.png"/><Relationship Id="rId17" Type="http://schemas.openxmlformats.org/officeDocument/2006/relationships/customXml" Target="../ink/ink433.xml"/><Relationship Id="rId33" Type="http://schemas.openxmlformats.org/officeDocument/2006/relationships/customXml" Target="../ink/ink441.xml"/><Relationship Id="rId38" Type="http://schemas.openxmlformats.org/officeDocument/2006/relationships/image" Target="../media/image990.png"/><Relationship Id="rId59" Type="http://schemas.openxmlformats.org/officeDocument/2006/relationships/customXml" Target="../ink/ink454.xml"/><Relationship Id="rId103" Type="http://schemas.openxmlformats.org/officeDocument/2006/relationships/customXml" Target="../ink/ink476.xml"/><Relationship Id="rId108" Type="http://schemas.openxmlformats.org/officeDocument/2006/relationships/image" Target="../media/image438.png"/><Relationship Id="rId54" Type="http://schemas.openxmlformats.org/officeDocument/2006/relationships/image" Target="../media/image1070.png"/><Relationship Id="rId70" Type="http://schemas.openxmlformats.org/officeDocument/2006/relationships/image" Target="../media/image1150.png"/><Relationship Id="rId75" Type="http://schemas.openxmlformats.org/officeDocument/2006/relationships/customXml" Target="../ink/ink462.xml"/><Relationship Id="rId91" Type="http://schemas.openxmlformats.org/officeDocument/2006/relationships/customXml" Target="../ink/ink470.xml"/><Relationship Id="rId96" Type="http://schemas.openxmlformats.org/officeDocument/2006/relationships/image" Target="../media/image4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0.png"/><Relationship Id="rId15" Type="http://schemas.openxmlformats.org/officeDocument/2006/relationships/customXml" Target="../ink/ink432.xml"/><Relationship Id="rId23" Type="http://schemas.openxmlformats.org/officeDocument/2006/relationships/customXml" Target="../ink/ink436.xml"/><Relationship Id="rId28" Type="http://schemas.openxmlformats.org/officeDocument/2006/relationships/image" Target="../media/image940.png"/><Relationship Id="rId36" Type="http://schemas.openxmlformats.org/officeDocument/2006/relationships/image" Target="../media/image980.png"/><Relationship Id="rId49" Type="http://schemas.openxmlformats.org/officeDocument/2006/relationships/customXml" Target="../ink/ink449.xml"/><Relationship Id="rId57" Type="http://schemas.openxmlformats.org/officeDocument/2006/relationships/customXml" Target="../ink/ink453.xml"/><Relationship Id="rId106" Type="http://schemas.openxmlformats.org/officeDocument/2006/relationships/image" Target="../media/image437.png"/><Relationship Id="rId114" Type="http://schemas.openxmlformats.org/officeDocument/2006/relationships/image" Target="../media/image441.png"/><Relationship Id="rId10" Type="http://schemas.openxmlformats.org/officeDocument/2006/relationships/image" Target="../media/image850.png"/><Relationship Id="rId31" Type="http://schemas.openxmlformats.org/officeDocument/2006/relationships/customXml" Target="../ink/ink440.xml"/><Relationship Id="rId44" Type="http://schemas.openxmlformats.org/officeDocument/2006/relationships/image" Target="../media/image1020.png"/><Relationship Id="rId52" Type="http://schemas.openxmlformats.org/officeDocument/2006/relationships/image" Target="../media/image1060.png"/><Relationship Id="rId60" Type="http://schemas.openxmlformats.org/officeDocument/2006/relationships/image" Target="../media/image1100.png"/><Relationship Id="rId65" Type="http://schemas.openxmlformats.org/officeDocument/2006/relationships/customXml" Target="../ink/ink457.xml"/><Relationship Id="rId73" Type="http://schemas.openxmlformats.org/officeDocument/2006/relationships/customXml" Target="../ink/ink461.xml"/><Relationship Id="rId78" Type="http://schemas.openxmlformats.org/officeDocument/2006/relationships/image" Target="../media/image1190.png"/><Relationship Id="rId81" Type="http://schemas.openxmlformats.org/officeDocument/2006/relationships/customXml" Target="../ink/ink465.xml"/><Relationship Id="rId86" Type="http://schemas.openxmlformats.org/officeDocument/2006/relationships/image" Target="../media/image1230.png"/><Relationship Id="rId94" Type="http://schemas.openxmlformats.org/officeDocument/2006/relationships/image" Target="../media/image431.png"/><Relationship Id="rId99" Type="http://schemas.openxmlformats.org/officeDocument/2006/relationships/customXml" Target="../ink/ink474.xml"/><Relationship Id="rId101" Type="http://schemas.openxmlformats.org/officeDocument/2006/relationships/customXml" Target="../ink/ink475.xml"/><Relationship Id="rId4" Type="http://schemas.openxmlformats.org/officeDocument/2006/relationships/image" Target="../media/image820.png"/><Relationship Id="rId9" Type="http://schemas.openxmlformats.org/officeDocument/2006/relationships/customXml" Target="../ink/ink429.xml"/><Relationship Id="rId13" Type="http://schemas.openxmlformats.org/officeDocument/2006/relationships/customXml" Target="../ink/ink431.xml"/><Relationship Id="rId18" Type="http://schemas.openxmlformats.org/officeDocument/2006/relationships/image" Target="../media/image890.png"/><Relationship Id="rId39" Type="http://schemas.openxmlformats.org/officeDocument/2006/relationships/customXml" Target="../ink/ink444.xml"/><Relationship Id="rId109" Type="http://schemas.openxmlformats.org/officeDocument/2006/relationships/customXml" Target="../ink/ink479.xml"/><Relationship Id="rId34" Type="http://schemas.openxmlformats.org/officeDocument/2006/relationships/image" Target="../media/image970.png"/><Relationship Id="rId50" Type="http://schemas.openxmlformats.org/officeDocument/2006/relationships/image" Target="../media/image1050.png"/><Relationship Id="rId55" Type="http://schemas.openxmlformats.org/officeDocument/2006/relationships/customXml" Target="../ink/ink452.xml"/><Relationship Id="rId76" Type="http://schemas.openxmlformats.org/officeDocument/2006/relationships/image" Target="../media/image1180.png"/><Relationship Id="rId97" Type="http://schemas.openxmlformats.org/officeDocument/2006/relationships/customXml" Target="../ink/ink473.xml"/><Relationship Id="rId104" Type="http://schemas.openxmlformats.org/officeDocument/2006/relationships/image" Target="../media/image436.png"/><Relationship Id="rId7" Type="http://schemas.openxmlformats.org/officeDocument/2006/relationships/customXml" Target="../ink/ink428.xml"/><Relationship Id="rId71" Type="http://schemas.openxmlformats.org/officeDocument/2006/relationships/customXml" Target="../ink/ink460.xml"/><Relationship Id="rId92" Type="http://schemas.openxmlformats.org/officeDocument/2006/relationships/image" Target="../media/image430.png"/><Relationship Id="rId2" Type="http://schemas.openxmlformats.org/officeDocument/2006/relationships/image" Target="../media/image5.png"/><Relationship Id="rId29" Type="http://schemas.openxmlformats.org/officeDocument/2006/relationships/customXml" Target="../ink/ink439.xml"/><Relationship Id="rId24" Type="http://schemas.openxmlformats.org/officeDocument/2006/relationships/image" Target="../media/image920.png"/><Relationship Id="rId40" Type="http://schemas.openxmlformats.org/officeDocument/2006/relationships/image" Target="../media/image1000.png"/><Relationship Id="rId45" Type="http://schemas.openxmlformats.org/officeDocument/2006/relationships/customXml" Target="../ink/ink447.xml"/><Relationship Id="rId66" Type="http://schemas.openxmlformats.org/officeDocument/2006/relationships/image" Target="../media/image1130.png"/><Relationship Id="rId87" Type="http://schemas.openxmlformats.org/officeDocument/2006/relationships/customXml" Target="../ink/ink468.xml"/><Relationship Id="rId110" Type="http://schemas.openxmlformats.org/officeDocument/2006/relationships/image" Target="../media/image439.png"/><Relationship Id="rId61" Type="http://schemas.openxmlformats.org/officeDocument/2006/relationships/customXml" Target="../ink/ink455.xml"/><Relationship Id="rId82" Type="http://schemas.openxmlformats.org/officeDocument/2006/relationships/image" Target="../media/image1210.png"/><Relationship Id="rId19" Type="http://schemas.openxmlformats.org/officeDocument/2006/relationships/customXml" Target="../ink/ink434.xml"/><Relationship Id="rId14" Type="http://schemas.openxmlformats.org/officeDocument/2006/relationships/image" Target="../media/image870.png"/><Relationship Id="rId30" Type="http://schemas.openxmlformats.org/officeDocument/2006/relationships/image" Target="../media/image950.png"/><Relationship Id="rId35" Type="http://schemas.openxmlformats.org/officeDocument/2006/relationships/customXml" Target="../ink/ink442.xml"/><Relationship Id="rId56" Type="http://schemas.openxmlformats.org/officeDocument/2006/relationships/image" Target="../media/image1080.png"/><Relationship Id="rId77" Type="http://schemas.openxmlformats.org/officeDocument/2006/relationships/customXml" Target="../ink/ink463.xml"/><Relationship Id="rId100" Type="http://schemas.openxmlformats.org/officeDocument/2006/relationships/image" Target="../media/image434.png"/><Relationship Id="rId105" Type="http://schemas.openxmlformats.org/officeDocument/2006/relationships/customXml" Target="../ink/ink477.xml"/><Relationship Id="rId8" Type="http://schemas.openxmlformats.org/officeDocument/2006/relationships/image" Target="../media/image840.png"/><Relationship Id="rId51" Type="http://schemas.openxmlformats.org/officeDocument/2006/relationships/customXml" Target="../ink/ink450.xml"/><Relationship Id="rId72" Type="http://schemas.openxmlformats.org/officeDocument/2006/relationships/image" Target="../media/image1160.png"/><Relationship Id="rId93" Type="http://schemas.openxmlformats.org/officeDocument/2006/relationships/customXml" Target="../ink/ink471.xml"/><Relationship Id="rId98" Type="http://schemas.openxmlformats.org/officeDocument/2006/relationships/image" Target="../media/image433.png"/><Relationship Id="rId3" Type="http://schemas.openxmlformats.org/officeDocument/2006/relationships/customXml" Target="../ink/ink426.xml"/><Relationship Id="rId25" Type="http://schemas.openxmlformats.org/officeDocument/2006/relationships/customXml" Target="../ink/ink437.xml"/><Relationship Id="rId46" Type="http://schemas.openxmlformats.org/officeDocument/2006/relationships/image" Target="../media/image1030.png"/><Relationship Id="rId67" Type="http://schemas.openxmlformats.org/officeDocument/2006/relationships/customXml" Target="../ink/ink458.xml"/><Relationship Id="rId20" Type="http://schemas.openxmlformats.org/officeDocument/2006/relationships/image" Target="../media/image900.png"/><Relationship Id="rId41" Type="http://schemas.openxmlformats.org/officeDocument/2006/relationships/customXml" Target="../ink/ink445.xml"/><Relationship Id="rId62" Type="http://schemas.openxmlformats.org/officeDocument/2006/relationships/image" Target="../media/image1110.png"/><Relationship Id="rId83" Type="http://schemas.openxmlformats.org/officeDocument/2006/relationships/customXml" Target="../ink/ink466.xml"/><Relationship Id="rId88" Type="http://schemas.openxmlformats.org/officeDocument/2006/relationships/image" Target="../media/image428.png"/><Relationship Id="rId111" Type="http://schemas.openxmlformats.org/officeDocument/2006/relationships/customXml" Target="../ink/ink48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484.xml"/><Relationship Id="rId13" Type="http://schemas.openxmlformats.org/officeDocument/2006/relationships/image" Target="../media/image1300.png"/><Relationship Id="rId18" Type="http://schemas.openxmlformats.org/officeDocument/2006/relationships/customXml" Target="../ink/ink489.xml"/><Relationship Id="rId3" Type="http://schemas.openxmlformats.org/officeDocument/2006/relationships/image" Target="../media/image443.png"/><Relationship Id="rId21" Type="http://schemas.openxmlformats.org/officeDocument/2006/relationships/image" Target="../media/image1340.png"/><Relationship Id="rId7" Type="http://schemas.openxmlformats.org/officeDocument/2006/relationships/image" Target="../media/image1270.png"/><Relationship Id="rId12" Type="http://schemas.openxmlformats.org/officeDocument/2006/relationships/customXml" Target="../ink/ink486.xml"/><Relationship Id="rId17" Type="http://schemas.openxmlformats.org/officeDocument/2006/relationships/image" Target="../media/image1320.png"/><Relationship Id="rId2" Type="http://schemas.openxmlformats.org/officeDocument/2006/relationships/notesSlide" Target="../notesSlides/notesSlide2.xml"/><Relationship Id="rId16" Type="http://schemas.openxmlformats.org/officeDocument/2006/relationships/customXml" Target="../ink/ink488.xml"/><Relationship Id="rId20" Type="http://schemas.openxmlformats.org/officeDocument/2006/relationships/customXml" Target="../ink/ink49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83.xml"/><Relationship Id="rId11" Type="http://schemas.openxmlformats.org/officeDocument/2006/relationships/image" Target="../media/image1290.png"/><Relationship Id="rId5" Type="http://schemas.openxmlformats.org/officeDocument/2006/relationships/image" Target="../media/image1260.png"/><Relationship Id="rId15" Type="http://schemas.openxmlformats.org/officeDocument/2006/relationships/image" Target="../media/image1310.png"/><Relationship Id="rId23" Type="http://schemas.openxmlformats.org/officeDocument/2006/relationships/image" Target="../media/image1350.png"/><Relationship Id="rId10" Type="http://schemas.openxmlformats.org/officeDocument/2006/relationships/customXml" Target="../ink/ink485.xml"/><Relationship Id="rId19" Type="http://schemas.openxmlformats.org/officeDocument/2006/relationships/image" Target="../media/image1330.png"/><Relationship Id="rId4" Type="http://schemas.openxmlformats.org/officeDocument/2006/relationships/customXml" Target="../ink/ink482.xml"/><Relationship Id="rId9" Type="http://schemas.openxmlformats.org/officeDocument/2006/relationships/image" Target="../media/image1280.png"/><Relationship Id="rId14" Type="http://schemas.openxmlformats.org/officeDocument/2006/relationships/customXml" Target="../ink/ink487.xml"/><Relationship Id="rId22" Type="http://schemas.openxmlformats.org/officeDocument/2006/relationships/customXml" Target="../ink/ink491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49.xml"/><Relationship Id="rId21" Type="http://schemas.openxmlformats.org/officeDocument/2006/relationships/customXml" Target="../ink/ink501.xml"/><Relationship Id="rId42" Type="http://schemas.openxmlformats.org/officeDocument/2006/relationships/image" Target="../media/image1560.png"/><Relationship Id="rId63" Type="http://schemas.openxmlformats.org/officeDocument/2006/relationships/customXml" Target="../ink/ink522.xml"/><Relationship Id="rId84" Type="http://schemas.openxmlformats.org/officeDocument/2006/relationships/image" Target="../media/image1770.png"/><Relationship Id="rId138" Type="http://schemas.openxmlformats.org/officeDocument/2006/relationships/image" Target="../media/image2040.png"/><Relationship Id="rId107" Type="http://schemas.openxmlformats.org/officeDocument/2006/relationships/customXml" Target="../ink/ink544.xml"/><Relationship Id="rId11" Type="http://schemas.openxmlformats.org/officeDocument/2006/relationships/customXml" Target="../ink/ink496.xml"/><Relationship Id="rId32" Type="http://schemas.openxmlformats.org/officeDocument/2006/relationships/image" Target="../media/image1510.png"/><Relationship Id="rId53" Type="http://schemas.openxmlformats.org/officeDocument/2006/relationships/customXml" Target="../ink/ink517.xml"/><Relationship Id="rId74" Type="http://schemas.openxmlformats.org/officeDocument/2006/relationships/image" Target="../media/image1720.png"/><Relationship Id="rId128" Type="http://schemas.openxmlformats.org/officeDocument/2006/relationships/image" Target="../media/image1990.png"/><Relationship Id="rId5" Type="http://schemas.openxmlformats.org/officeDocument/2006/relationships/customXml" Target="../ink/ink493.xml"/><Relationship Id="rId90" Type="http://schemas.openxmlformats.org/officeDocument/2006/relationships/image" Target="../media/image1800.png"/><Relationship Id="rId95" Type="http://schemas.openxmlformats.org/officeDocument/2006/relationships/customXml" Target="../ink/ink538.xml"/><Relationship Id="rId22" Type="http://schemas.openxmlformats.org/officeDocument/2006/relationships/image" Target="../media/image1460.png"/><Relationship Id="rId27" Type="http://schemas.openxmlformats.org/officeDocument/2006/relationships/customXml" Target="../ink/ink504.xml"/><Relationship Id="rId43" Type="http://schemas.openxmlformats.org/officeDocument/2006/relationships/customXml" Target="../ink/ink512.xml"/><Relationship Id="rId48" Type="http://schemas.openxmlformats.org/officeDocument/2006/relationships/image" Target="../media/image1590.png"/><Relationship Id="rId64" Type="http://schemas.openxmlformats.org/officeDocument/2006/relationships/image" Target="../media/image1670.png"/><Relationship Id="rId69" Type="http://schemas.openxmlformats.org/officeDocument/2006/relationships/customXml" Target="../ink/ink525.xml"/><Relationship Id="rId113" Type="http://schemas.openxmlformats.org/officeDocument/2006/relationships/customXml" Target="../ink/ink547.xml"/><Relationship Id="rId118" Type="http://schemas.openxmlformats.org/officeDocument/2006/relationships/image" Target="../media/image1940.png"/><Relationship Id="rId134" Type="http://schemas.openxmlformats.org/officeDocument/2006/relationships/image" Target="../media/image2020.png"/><Relationship Id="rId139" Type="http://schemas.openxmlformats.org/officeDocument/2006/relationships/customXml" Target="../ink/ink560.xml"/><Relationship Id="rId80" Type="http://schemas.openxmlformats.org/officeDocument/2006/relationships/image" Target="../media/image1750.png"/><Relationship Id="rId85" Type="http://schemas.openxmlformats.org/officeDocument/2006/relationships/customXml" Target="../ink/ink533.xml"/><Relationship Id="rId12" Type="http://schemas.openxmlformats.org/officeDocument/2006/relationships/image" Target="../media/image1410.png"/><Relationship Id="rId17" Type="http://schemas.openxmlformats.org/officeDocument/2006/relationships/customXml" Target="../ink/ink499.xml"/><Relationship Id="rId33" Type="http://schemas.openxmlformats.org/officeDocument/2006/relationships/customXml" Target="../ink/ink507.xml"/><Relationship Id="rId38" Type="http://schemas.openxmlformats.org/officeDocument/2006/relationships/image" Target="../media/image1540.png"/><Relationship Id="rId59" Type="http://schemas.openxmlformats.org/officeDocument/2006/relationships/customXml" Target="../ink/ink520.xml"/><Relationship Id="rId103" Type="http://schemas.openxmlformats.org/officeDocument/2006/relationships/customXml" Target="../ink/ink542.xml"/><Relationship Id="rId108" Type="http://schemas.openxmlformats.org/officeDocument/2006/relationships/image" Target="../media/image1890.png"/><Relationship Id="rId124" Type="http://schemas.openxmlformats.org/officeDocument/2006/relationships/image" Target="../media/image1970.png"/><Relationship Id="rId129" Type="http://schemas.openxmlformats.org/officeDocument/2006/relationships/customXml" Target="../ink/ink555.xml"/><Relationship Id="rId54" Type="http://schemas.openxmlformats.org/officeDocument/2006/relationships/image" Target="../media/image1620.png"/><Relationship Id="rId70" Type="http://schemas.openxmlformats.org/officeDocument/2006/relationships/image" Target="../media/image1700.png"/><Relationship Id="rId75" Type="http://schemas.openxmlformats.org/officeDocument/2006/relationships/customXml" Target="../ink/ink528.xml"/><Relationship Id="rId91" Type="http://schemas.openxmlformats.org/officeDocument/2006/relationships/customXml" Target="../ink/ink536.xml"/><Relationship Id="rId96" Type="http://schemas.openxmlformats.org/officeDocument/2006/relationships/image" Target="../media/image1830.png"/><Relationship Id="rId140" Type="http://schemas.openxmlformats.org/officeDocument/2006/relationships/image" Target="../media/image2050.png"/><Relationship Id="rId145" Type="http://schemas.openxmlformats.org/officeDocument/2006/relationships/customXml" Target="../ink/ink56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0.png"/><Relationship Id="rId23" Type="http://schemas.openxmlformats.org/officeDocument/2006/relationships/customXml" Target="../ink/ink502.xml"/><Relationship Id="rId28" Type="http://schemas.openxmlformats.org/officeDocument/2006/relationships/image" Target="../media/image1490.png"/><Relationship Id="rId49" Type="http://schemas.openxmlformats.org/officeDocument/2006/relationships/customXml" Target="../ink/ink515.xml"/><Relationship Id="rId114" Type="http://schemas.openxmlformats.org/officeDocument/2006/relationships/image" Target="../media/image1920.png"/><Relationship Id="rId119" Type="http://schemas.openxmlformats.org/officeDocument/2006/relationships/customXml" Target="../ink/ink550.xml"/><Relationship Id="rId44" Type="http://schemas.openxmlformats.org/officeDocument/2006/relationships/image" Target="../media/image1570.png"/><Relationship Id="rId60" Type="http://schemas.openxmlformats.org/officeDocument/2006/relationships/image" Target="../media/image1650.png"/><Relationship Id="rId65" Type="http://schemas.openxmlformats.org/officeDocument/2006/relationships/customXml" Target="../ink/ink523.xml"/><Relationship Id="rId81" Type="http://schemas.openxmlformats.org/officeDocument/2006/relationships/customXml" Target="../ink/ink531.xml"/><Relationship Id="rId86" Type="http://schemas.openxmlformats.org/officeDocument/2006/relationships/image" Target="../media/image1780.png"/><Relationship Id="rId130" Type="http://schemas.openxmlformats.org/officeDocument/2006/relationships/image" Target="../media/image2000.png"/><Relationship Id="rId135" Type="http://schemas.openxmlformats.org/officeDocument/2006/relationships/customXml" Target="../ink/ink558.xml"/><Relationship Id="rId13" Type="http://schemas.openxmlformats.org/officeDocument/2006/relationships/customXml" Target="../ink/ink497.xml"/><Relationship Id="rId18" Type="http://schemas.openxmlformats.org/officeDocument/2006/relationships/image" Target="../media/image1440.png"/><Relationship Id="rId39" Type="http://schemas.openxmlformats.org/officeDocument/2006/relationships/customXml" Target="../ink/ink510.xml"/><Relationship Id="rId109" Type="http://schemas.openxmlformats.org/officeDocument/2006/relationships/customXml" Target="../ink/ink545.xml"/><Relationship Id="rId34" Type="http://schemas.openxmlformats.org/officeDocument/2006/relationships/image" Target="../media/image1520.png"/><Relationship Id="rId50" Type="http://schemas.openxmlformats.org/officeDocument/2006/relationships/image" Target="../media/image1600.png"/><Relationship Id="rId55" Type="http://schemas.openxmlformats.org/officeDocument/2006/relationships/customXml" Target="../ink/ink518.xml"/><Relationship Id="rId76" Type="http://schemas.openxmlformats.org/officeDocument/2006/relationships/image" Target="../media/image1730.png"/><Relationship Id="rId97" Type="http://schemas.openxmlformats.org/officeDocument/2006/relationships/customXml" Target="../ink/ink539.xml"/><Relationship Id="rId104" Type="http://schemas.openxmlformats.org/officeDocument/2006/relationships/image" Target="../media/image1870.png"/><Relationship Id="rId120" Type="http://schemas.openxmlformats.org/officeDocument/2006/relationships/image" Target="../media/image1950.png"/><Relationship Id="rId125" Type="http://schemas.openxmlformats.org/officeDocument/2006/relationships/customXml" Target="../ink/ink553.xml"/><Relationship Id="rId141" Type="http://schemas.openxmlformats.org/officeDocument/2006/relationships/customXml" Target="../ink/ink561.xml"/><Relationship Id="rId146" Type="http://schemas.openxmlformats.org/officeDocument/2006/relationships/image" Target="../media/image2080.png"/><Relationship Id="rId7" Type="http://schemas.openxmlformats.org/officeDocument/2006/relationships/customXml" Target="../ink/ink494.xml"/><Relationship Id="rId71" Type="http://schemas.openxmlformats.org/officeDocument/2006/relationships/customXml" Target="../ink/ink526.xml"/><Relationship Id="rId92" Type="http://schemas.openxmlformats.org/officeDocument/2006/relationships/image" Target="../media/image1810.png"/><Relationship Id="rId2" Type="http://schemas.openxmlformats.org/officeDocument/2006/relationships/image" Target="../media/image444.png"/><Relationship Id="rId29" Type="http://schemas.openxmlformats.org/officeDocument/2006/relationships/customXml" Target="../ink/ink505.xml"/><Relationship Id="rId24" Type="http://schemas.openxmlformats.org/officeDocument/2006/relationships/image" Target="../media/image1470.png"/><Relationship Id="rId40" Type="http://schemas.openxmlformats.org/officeDocument/2006/relationships/image" Target="../media/image1550.png"/><Relationship Id="rId45" Type="http://schemas.openxmlformats.org/officeDocument/2006/relationships/customXml" Target="../ink/ink513.xml"/><Relationship Id="rId66" Type="http://schemas.openxmlformats.org/officeDocument/2006/relationships/image" Target="../media/image1680.png"/><Relationship Id="rId87" Type="http://schemas.openxmlformats.org/officeDocument/2006/relationships/customXml" Target="../ink/ink534.xml"/><Relationship Id="rId110" Type="http://schemas.openxmlformats.org/officeDocument/2006/relationships/image" Target="../media/image1900.png"/><Relationship Id="rId115" Type="http://schemas.openxmlformats.org/officeDocument/2006/relationships/customXml" Target="../ink/ink548.xml"/><Relationship Id="rId131" Type="http://schemas.openxmlformats.org/officeDocument/2006/relationships/customXml" Target="../ink/ink556.xml"/><Relationship Id="rId136" Type="http://schemas.openxmlformats.org/officeDocument/2006/relationships/image" Target="../media/image2030.png"/><Relationship Id="rId61" Type="http://schemas.openxmlformats.org/officeDocument/2006/relationships/customXml" Target="../ink/ink521.xml"/><Relationship Id="rId82" Type="http://schemas.openxmlformats.org/officeDocument/2006/relationships/image" Target="../media/image1760.png"/><Relationship Id="rId19" Type="http://schemas.openxmlformats.org/officeDocument/2006/relationships/customXml" Target="../ink/ink500.xml"/><Relationship Id="rId14" Type="http://schemas.openxmlformats.org/officeDocument/2006/relationships/image" Target="../media/image1420.png"/><Relationship Id="rId30" Type="http://schemas.openxmlformats.org/officeDocument/2006/relationships/image" Target="../media/image1500.png"/><Relationship Id="rId35" Type="http://schemas.openxmlformats.org/officeDocument/2006/relationships/customXml" Target="../ink/ink508.xml"/><Relationship Id="rId56" Type="http://schemas.openxmlformats.org/officeDocument/2006/relationships/image" Target="../media/image1630.png"/><Relationship Id="rId77" Type="http://schemas.openxmlformats.org/officeDocument/2006/relationships/customXml" Target="../ink/ink529.xml"/><Relationship Id="rId100" Type="http://schemas.openxmlformats.org/officeDocument/2006/relationships/image" Target="../media/image1850.png"/><Relationship Id="rId105" Type="http://schemas.openxmlformats.org/officeDocument/2006/relationships/customXml" Target="../ink/ink543.xml"/><Relationship Id="rId126" Type="http://schemas.openxmlformats.org/officeDocument/2006/relationships/image" Target="../media/image1980.png"/><Relationship Id="rId8" Type="http://schemas.openxmlformats.org/officeDocument/2006/relationships/image" Target="../media/image1390.png"/><Relationship Id="rId51" Type="http://schemas.openxmlformats.org/officeDocument/2006/relationships/customXml" Target="../ink/ink516.xml"/><Relationship Id="rId72" Type="http://schemas.openxmlformats.org/officeDocument/2006/relationships/image" Target="../media/image1710.png"/><Relationship Id="rId93" Type="http://schemas.openxmlformats.org/officeDocument/2006/relationships/customXml" Target="../ink/ink537.xml"/><Relationship Id="rId98" Type="http://schemas.openxmlformats.org/officeDocument/2006/relationships/image" Target="../media/image1840.png"/><Relationship Id="rId121" Type="http://schemas.openxmlformats.org/officeDocument/2006/relationships/customXml" Target="../ink/ink551.xml"/><Relationship Id="rId142" Type="http://schemas.openxmlformats.org/officeDocument/2006/relationships/image" Target="../media/image2060.png"/><Relationship Id="rId3" Type="http://schemas.openxmlformats.org/officeDocument/2006/relationships/customXml" Target="../ink/ink492.xml"/><Relationship Id="rId25" Type="http://schemas.openxmlformats.org/officeDocument/2006/relationships/customXml" Target="../ink/ink503.xml"/><Relationship Id="rId46" Type="http://schemas.openxmlformats.org/officeDocument/2006/relationships/image" Target="../media/image1580.png"/><Relationship Id="rId67" Type="http://schemas.openxmlformats.org/officeDocument/2006/relationships/customXml" Target="../ink/ink524.xml"/><Relationship Id="rId116" Type="http://schemas.openxmlformats.org/officeDocument/2006/relationships/image" Target="../media/image1930.png"/><Relationship Id="rId137" Type="http://schemas.openxmlformats.org/officeDocument/2006/relationships/customXml" Target="../ink/ink559.xml"/><Relationship Id="rId20" Type="http://schemas.openxmlformats.org/officeDocument/2006/relationships/image" Target="../media/image1450.png"/><Relationship Id="rId41" Type="http://schemas.openxmlformats.org/officeDocument/2006/relationships/customXml" Target="../ink/ink511.xml"/><Relationship Id="rId62" Type="http://schemas.openxmlformats.org/officeDocument/2006/relationships/image" Target="../media/image1660.png"/><Relationship Id="rId83" Type="http://schemas.openxmlformats.org/officeDocument/2006/relationships/customXml" Target="../ink/ink532.xml"/><Relationship Id="rId88" Type="http://schemas.openxmlformats.org/officeDocument/2006/relationships/image" Target="../media/image1790.png"/><Relationship Id="rId111" Type="http://schemas.openxmlformats.org/officeDocument/2006/relationships/customXml" Target="../ink/ink546.xml"/><Relationship Id="rId132" Type="http://schemas.openxmlformats.org/officeDocument/2006/relationships/image" Target="../media/image2010.png"/><Relationship Id="rId15" Type="http://schemas.openxmlformats.org/officeDocument/2006/relationships/customXml" Target="../ink/ink498.xml"/><Relationship Id="rId36" Type="http://schemas.openxmlformats.org/officeDocument/2006/relationships/image" Target="../media/image1530.png"/><Relationship Id="rId57" Type="http://schemas.openxmlformats.org/officeDocument/2006/relationships/customXml" Target="../ink/ink519.xml"/><Relationship Id="rId106" Type="http://schemas.openxmlformats.org/officeDocument/2006/relationships/image" Target="../media/image1880.png"/><Relationship Id="rId127" Type="http://schemas.openxmlformats.org/officeDocument/2006/relationships/customXml" Target="../ink/ink554.xml"/><Relationship Id="rId10" Type="http://schemas.openxmlformats.org/officeDocument/2006/relationships/image" Target="../media/image1400.png"/><Relationship Id="rId31" Type="http://schemas.openxmlformats.org/officeDocument/2006/relationships/customXml" Target="../ink/ink506.xml"/><Relationship Id="rId52" Type="http://schemas.openxmlformats.org/officeDocument/2006/relationships/image" Target="../media/image1610.png"/><Relationship Id="rId73" Type="http://schemas.openxmlformats.org/officeDocument/2006/relationships/customXml" Target="../ink/ink527.xml"/><Relationship Id="rId78" Type="http://schemas.openxmlformats.org/officeDocument/2006/relationships/image" Target="../media/image1740.png"/><Relationship Id="rId94" Type="http://schemas.openxmlformats.org/officeDocument/2006/relationships/image" Target="../media/image1820.png"/><Relationship Id="rId99" Type="http://schemas.openxmlformats.org/officeDocument/2006/relationships/customXml" Target="../ink/ink540.xml"/><Relationship Id="rId101" Type="http://schemas.openxmlformats.org/officeDocument/2006/relationships/customXml" Target="../ink/ink541.xml"/><Relationship Id="rId122" Type="http://schemas.openxmlformats.org/officeDocument/2006/relationships/image" Target="../media/image1960.png"/><Relationship Id="rId143" Type="http://schemas.openxmlformats.org/officeDocument/2006/relationships/customXml" Target="../ink/ink562.xml"/><Relationship Id="rId4" Type="http://schemas.openxmlformats.org/officeDocument/2006/relationships/image" Target="../media/image1370.png"/><Relationship Id="rId9" Type="http://schemas.openxmlformats.org/officeDocument/2006/relationships/customXml" Target="../ink/ink495.xml"/><Relationship Id="rId26" Type="http://schemas.openxmlformats.org/officeDocument/2006/relationships/image" Target="../media/image1480.png"/><Relationship Id="rId47" Type="http://schemas.openxmlformats.org/officeDocument/2006/relationships/customXml" Target="../ink/ink514.xml"/><Relationship Id="rId68" Type="http://schemas.openxmlformats.org/officeDocument/2006/relationships/image" Target="../media/image1690.png"/><Relationship Id="rId89" Type="http://schemas.openxmlformats.org/officeDocument/2006/relationships/customXml" Target="../ink/ink535.xml"/><Relationship Id="rId112" Type="http://schemas.openxmlformats.org/officeDocument/2006/relationships/image" Target="../media/image1910.png"/><Relationship Id="rId133" Type="http://schemas.openxmlformats.org/officeDocument/2006/relationships/customXml" Target="../ink/ink557.xml"/><Relationship Id="rId16" Type="http://schemas.openxmlformats.org/officeDocument/2006/relationships/image" Target="../media/image1430.png"/><Relationship Id="rId37" Type="http://schemas.openxmlformats.org/officeDocument/2006/relationships/customXml" Target="../ink/ink509.xml"/><Relationship Id="rId58" Type="http://schemas.openxmlformats.org/officeDocument/2006/relationships/image" Target="../media/image1640.png"/><Relationship Id="rId79" Type="http://schemas.openxmlformats.org/officeDocument/2006/relationships/customXml" Target="../ink/ink530.xml"/><Relationship Id="rId102" Type="http://schemas.openxmlformats.org/officeDocument/2006/relationships/image" Target="../media/image1860.png"/><Relationship Id="rId123" Type="http://schemas.openxmlformats.org/officeDocument/2006/relationships/customXml" Target="../ink/ink552.xml"/><Relationship Id="rId144" Type="http://schemas.openxmlformats.org/officeDocument/2006/relationships/image" Target="../media/image2070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670.png"/><Relationship Id="rId299" Type="http://schemas.openxmlformats.org/officeDocument/2006/relationships/image" Target="../media/image452.png"/><Relationship Id="rId21" Type="http://schemas.openxmlformats.org/officeDocument/2006/relationships/image" Target="../media/image2190.png"/><Relationship Id="rId63" Type="http://schemas.openxmlformats.org/officeDocument/2006/relationships/image" Target="../media/image2400.png"/><Relationship Id="rId159" Type="http://schemas.openxmlformats.org/officeDocument/2006/relationships/image" Target="../media/image2880.png"/><Relationship Id="rId170" Type="http://schemas.openxmlformats.org/officeDocument/2006/relationships/customXml" Target="../ink/ink647.xml"/><Relationship Id="rId226" Type="http://schemas.openxmlformats.org/officeDocument/2006/relationships/customXml" Target="../ink/ink675.xml"/><Relationship Id="rId268" Type="http://schemas.openxmlformats.org/officeDocument/2006/relationships/customXml" Target="../ink/ink696.xml"/><Relationship Id="rId32" Type="http://schemas.openxmlformats.org/officeDocument/2006/relationships/customXml" Target="../ink/ink578.xml"/><Relationship Id="rId74" Type="http://schemas.openxmlformats.org/officeDocument/2006/relationships/customXml" Target="../ink/ink599.xml"/><Relationship Id="rId128" Type="http://schemas.openxmlformats.org/officeDocument/2006/relationships/customXml" Target="../ink/ink626.xml"/><Relationship Id="rId5" Type="http://schemas.openxmlformats.org/officeDocument/2006/relationships/image" Target="../media/image2110.png"/><Relationship Id="rId181" Type="http://schemas.openxmlformats.org/officeDocument/2006/relationships/image" Target="../media/image2990.png"/><Relationship Id="rId237" Type="http://schemas.openxmlformats.org/officeDocument/2006/relationships/image" Target="../media/image3270.png"/><Relationship Id="rId279" Type="http://schemas.openxmlformats.org/officeDocument/2006/relationships/image" Target="../media/image3480.png"/><Relationship Id="rId43" Type="http://schemas.openxmlformats.org/officeDocument/2006/relationships/image" Target="../media/image2300.png"/><Relationship Id="rId139" Type="http://schemas.openxmlformats.org/officeDocument/2006/relationships/image" Target="../media/image2780.png"/><Relationship Id="rId290" Type="http://schemas.openxmlformats.org/officeDocument/2006/relationships/customXml" Target="../ink/ink707.xml"/><Relationship Id="rId304" Type="http://schemas.openxmlformats.org/officeDocument/2006/relationships/customXml" Target="../ink/ink714.xml"/><Relationship Id="rId85" Type="http://schemas.openxmlformats.org/officeDocument/2006/relationships/image" Target="../media/image2510.png"/><Relationship Id="rId150" Type="http://schemas.openxmlformats.org/officeDocument/2006/relationships/customXml" Target="../ink/ink637.xml"/><Relationship Id="rId192" Type="http://schemas.openxmlformats.org/officeDocument/2006/relationships/customXml" Target="../ink/ink658.xml"/><Relationship Id="rId206" Type="http://schemas.openxmlformats.org/officeDocument/2006/relationships/customXml" Target="../ink/ink665.xml"/><Relationship Id="rId248" Type="http://schemas.openxmlformats.org/officeDocument/2006/relationships/customXml" Target="../ink/ink686.xml"/><Relationship Id="rId12" Type="http://schemas.openxmlformats.org/officeDocument/2006/relationships/customXml" Target="../ink/ink568.xml"/><Relationship Id="rId108" Type="http://schemas.openxmlformats.org/officeDocument/2006/relationships/customXml" Target="../ink/ink616.xml"/><Relationship Id="rId54" Type="http://schemas.openxmlformats.org/officeDocument/2006/relationships/customXml" Target="../ink/ink589.xml"/><Relationship Id="rId96" Type="http://schemas.openxmlformats.org/officeDocument/2006/relationships/customXml" Target="../ink/ink610.xml"/><Relationship Id="rId161" Type="http://schemas.openxmlformats.org/officeDocument/2006/relationships/image" Target="../media/image2890.png"/><Relationship Id="rId217" Type="http://schemas.openxmlformats.org/officeDocument/2006/relationships/image" Target="../media/image3170.png"/><Relationship Id="rId259" Type="http://schemas.openxmlformats.org/officeDocument/2006/relationships/image" Target="../media/image3380.png"/><Relationship Id="rId23" Type="http://schemas.openxmlformats.org/officeDocument/2006/relationships/image" Target="../media/image2200.png"/><Relationship Id="rId119" Type="http://schemas.openxmlformats.org/officeDocument/2006/relationships/image" Target="../media/image2680.png"/><Relationship Id="rId270" Type="http://schemas.openxmlformats.org/officeDocument/2006/relationships/customXml" Target="../ink/ink697.xml"/><Relationship Id="rId44" Type="http://schemas.openxmlformats.org/officeDocument/2006/relationships/customXml" Target="../ink/ink584.xml"/><Relationship Id="rId65" Type="http://schemas.openxmlformats.org/officeDocument/2006/relationships/image" Target="../media/image2410.png"/><Relationship Id="rId86" Type="http://schemas.openxmlformats.org/officeDocument/2006/relationships/customXml" Target="../ink/ink605.xml"/><Relationship Id="rId130" Type="http://schemas.openxmlformats.org/officeDocument/2006/relationships/customXml" Target="../ink/ink627.xml"/><Relationship Id="rId151" Type="http://schemas.openxmlformats.org/officeDocument/2006/relationships/image" Target="../media/image2840.png"/><Relationship Id="rId172" Type="http://schemas.openxmlformats.org/officeDocument/2006/relationships/customXml" Target="../ink/ink648.xml"/><Relationship Id="rId193" Type="http://schemas.openxmlformats.org/officeDocument/2006/relationships/image" Target="../media/image3050.png"/><Relationship Id="rId207" Type="http://schemas.openxmlformats.org/officeDocument/2006/relationships/image" Target="../media/image3120.png"/><Relationship Id="rId228" Type="http://schemas.openxmlformats.org/officeDocument/2006/relationships/customXml" Target="../ink/ink676.xml"/><Relationship Id="rId249" Type="http://schemas.openxmlformats.org/officeDocument/2006/relationships/image" Target="../media/image3330.png"/><Relationship Id="rId13" Type="http://schemas.openxmlformats.org/officeDocument/2006/relationships/image" Target="../media/image2150.png"/><Relationship Id="rId109" Type="http://schemas.openxmlformats.org/officeDocument/2006/relationships/image" Target="../media/image2630.png"/><Relationship Id="rId260" Type="http://schemas.openxmlformats.org/officeDocument/2006/relationships/customXml" Target="../ink/ink692.xml"/><Relationship Id="rId281" Type="http://schemas.openxmlformats.org/officeDocument/2006/relationships/image" Target="../media/image3490.png"/><Relationship Id="rId34" Type="http://schemas.openxmlformats.org/officeDocument/2006/relationships/customXml" Target="../ink/ink579.xml"/><Relationship Id="rId55" Type="http://schemas.openxmlformats.org/officeDocument/2006/relationships/image" Target="../media/image2360.png"/><Relationship Id="rId76" Type="http://schemas.openxmlformats.org/officeDocument/2006/relationships/customXml" Target="../ink/ink600.xml"/><Relationship Id="rId97" Type="http://schemas.openxmlformats.org/officeDocument/2006/relationships/image" Target="../media/image2570.png"/><Relationship Id="rId120" Type="http://schemas.openxmlformats.org/officeDocument/2006/relationships/customXml" Target="../ink/ink622.xml"/><Relationship Id="rId141" Type="http://schemas.openxmlformats.org/officeDocument/2006/relationships/image" Target="../media/image2790.png"/><Relationship Id="rId7" Type="http://schemas.openxmlformats.org/officeDocument/2006/relationships/image" Target="../media/image2120.png"/><Relationship Id="rId162" Type="http://schemas.openxmlformats.org/officeDocument/2006/relationships/customXml" Target="../ink/ink643.xml"/><Relationship Id="rId183" Type="http://schemas.openxmlformats.org/officeDocument/2006/relationships/image" Target="../media/image3000.png"/><Relationship Id="rId218" Type="http://schemas.openxmlformats.org/officeDocument/2006/relationships/customXml" Target="../ink/ink671.xml"/><Relationship Id="rId239" Type="http://schemas.openxmlformats.org/officeDocument/2006/relationships/image" Target="../media/image3280.png"/><Relationship Id="rId250" Type="http://schemas.openxmlformats.org/officeDocument/2006/relationships/customXml" Target="../ink/ink687.xml"/><Relationship Id="rId271" Type="http://schemas.openxmlformats.org/officeDocument/2006/relationships/image" Target="../media/image3440.png"/><Relationship Id="rId292" Type="http://schemas.openxmlformats.org/officeDocument/2006/relationships/customXml" Target="../ink/ink708.xml"/><Relationship Id="rId306" Type="http://schemas.openxmlformats.org/officeDocument/2006/relationships/customXml" Target="../ink/ink715.xml"/><Relationship Id="rId24" Type="http://schemas.openxmlformats.org/officeDocument/2006/relationships/customXml" Target="../ink/ink574.xml"/><Relationship Id="rId45" Type="http://schemas.openxmlformats.org/officeDocument/2006/relationships/image" Target="../media/image2310.png"/><Relationship Id="rId66" Type="http://schemas.openxmlformats.org/officeDocument/2006/relationships/customXml" Target="../ink/ink595.xml"/><Relationship Id="rId87" Type="http://schemas.openxmlformats.org/officeDocument/2006/relationships/image" Target="../media/image2520.png"/><Relationship Id="rId110" Type="http://schemas.openxmlformats.org/officeDocument/2006/relationships/customXml" Target="../ink/ink617.xml"/><Relationship Id="rId131" Type="http://schemas.openxmlformats.org/officeDocument/2006/relationships/image" Target="../media/image2740.png"/><Relationship Id="rId152" Type="http://schemas.openxmlformats.org/officeDocument/2006/relationships/customXml" Target="../ink/ink638.xml"/><Relationship Id="rId173" Type="http://schemas.openxmlformats.org/officeDocument/2006/relationships/image" Target="../media/image2950.png"/><Relationship Id="rId194" Type="http://schemas.openxmlformats.org/officeDocument/2006/relationships/customXml" Target="../ink/ink659.xml"/><Relationship Id="rId208" Type="http://schemas.openxmlformats.org/officeDocument/2006/relationships/customXml" Target="../ink/ink666.xml"/><Relationship Id="rId229" Type="http://schemas.openxmlformats.org/officeDocument/2006/relationships/image" Target="../media/image3230.png"/><Relationship Id="rId240" Type="http://schemas.openxmlformats.org/officeDocument/2006/relationships/customXml" Target="../ink/ink682.xml"/><Relationship Id="rId261" Type="http://schemas.openxmlformats.org/officeDocument/2006/relationships/image" Target="../media/image3390.png"/><Relationship Id="rId14" Type="http://schemas.openxmlformats.org/officeDocument/2006/relationships/customXml" Target="../ink/ink569.xml"/><Relationship Id="rId35" Type="http://schemas.openxmlformats.org/officeDocument/2006/relationships/image" Target="../media/image2260.png"/><Relationship Id="rId56" Type="http://schemas.openxmlformats.org/officeDocument/2006/relationships/customXml" Target="../ink/ink590.xml"/><Relationship Id="rId77" Type="http://schemas.openxmlformats.org/officeDocument/2006/relationships/image" Target="../media/image2470.png"/><Relationship Id="rId100" Type="http://schemas.openxmlformats.org/officeDocument/2006/relationships/customXml" Target="../ink/ink612.xml"/><Relationship Id="rId282" Type="http://schemas.openxmlformats.org/officeDocument/2006/relationships/customXml" Target="../ink/ink703.xml"/><Relationship Id="rId8" Type="http://schemas.openxmlformats.org/officeDocument/2006/relationships/customXml" Target="../ink/ink566.xml"/><Relationship Id="rId98" Type="http://schemas.openxmlformats.org/officeDocument/2006/relationships/customXml" Target="../ink/ink611.xml"/><Relationship Id="rId121" Type="http://schemas.openxmlformats.org/officeDocument/2006/relationships/image" Target="../media/image2690.png"/><Relationship Id="rId142" Type="http://schemas.openxmlformats.org/officeDocument/2006/relationships/customXml" Target="../ink/ink633.xml"/><Relationship Id="rId163" Type="http://schemas.openxmlformats.org/officeDocument/2006/relationships/image" Target="../media/image2900.png"/><Relationship Id="rId184" Type="http://schemas.openxmlformats.org/officeDocument/2006/relationships/customXml" Target="../ink/ink654.xml"/><Relationship Id="rId219" Type="http://schemas.openxmlformats.org/officeDocument/2006/relationships/image" Target="../media/image3180.png"/><Relationship Id="rId230" Type="http://schemas.openxmlformats.org/officeDocument/2006/relationships/customXml" Target="../ink/ink677.xml"/><Relationship Id="rId251" Type="http://schemas.openxmlformats.org/officeDocument/2006/relationships/image" Target="../media/image3340.png"/><Relationship Id="rId25" Type="http://schemas.openxmlformats.org/officeDocument/2006/relationships/image" Target="../media/image2210.png"/><Relationship Id="rId46" Type="http://schemas.openxmlformats.org/officeDocument/2006/relationships/customXml" Target="../ink/ink585.xml"/><Relationship Id="rId67" Type="http://schemas.openxmlformats.org/officeDocument/2006/relationships/image" Target="../media/image2420.png"/><Relationship Id="rId272" Type="http://schemas.openxmlformats.org/officeDocument/2006/relationships/customXml" Target="../ink/ink698.xml"/><Relationship Id="rId293" Type="http://schemas.openxmlformats.org/officeDocument/2006/relationships/image" Target="../media/image449.png"/><Relationship Id="rId307" Type="http://schemas.openxmlformats.org/officeDocument/2006/relationships/image" Target="../media/image456.png"/><Relationship Id="rId88" Type="http://schemas.openxmlformats.org/officeDocument/2006/relationships/customXml" Target="../ink/ink606.xml"/><Relationship Id="rId111" Type="http://schemas.openxmlformats.org/officeDocument/2006/relationships/image" Target="../media/image2640.png"/><Relationship Id="rId132" Type="http://schemas.openxmlformats.org/officeDocument/2006/relationships/customXml" Target="../ink/ink628.xml"/><Relationship Id="rId153" Type="http://schemas.openxmlformats.org/officeDocument/2006/relationships/image" Target="../media/image2850.png"/><Relationship Id="rId174" Type="http://schemas.openxmlformats.org/officeDocument/2006/relationships/customXml" Target="../ink/ink649.xml"/><Relationship Id="rId195" Type="http://schemas.openxmlformats.org/officeDocument/2006/relationships/image" Target="../media/image3060.png"/><Relationship Id="rId209" Type="http://schemas.openxmlformats.org/officeDocument/2006/relationships/image" Target="../media/image3130.png"/><Relationship Id="rId220" Type="http://schemas.openxmlformats.org/officeDocument/2006/relationships/customXml" Target="../ink/ink672.xml"/><Relationship Id="rId241" Type="http://schemas.openxmlformats.org/officeDocument/2006/relationships/image" Target="../media/image3290.png"/><Relationship Id="rId15" Type="http://schemas.openxmlformats.org/officeDocument/2006/relationships/image" Target="../media/image2160.png"/><Relationship Id="rId36" Type="http://schemas.openxmlformats.org/officeDocument/2006/relationships/customXml" Target="../ink/ink580.xml"/><Relationship Id="rId57" Type="http://schemas.openxmlformats.org/officeDocument/2006/relationships/image" Target="../media/image2370.png"/><Relationship Id="rId262" Type="http://schemas.openxmlformats.org/officeDocument/2006/relationships/customXml" Target="../ink/ink693.xml"/><Relationship Id="rId283" Type="http://schemas.openxmlformats.org/officeDocument/2006/relationships/image" Target="../media/image3500.png"/><Relationship Id="rId78" Type="http://schemas.openxmlformats.org/officeDocument/2006/relationships/customXml" Target="../ink/ink601.xml"/><Relationship Id="rId99" Type="http://schemas.openxmlformats.org/officeDocument/2006/relationships/image" Target="../media/image2580.png"/><Relationship Id="rId101" Type="http://schemas.openxmlformats.org/officeDocument/2006/relationships/image" Target="../media/image2590.png"/><Relationship Id="rId122" Type="http://schemas.openxmlformats.org/officeDocument/2006/relationships/customXml" Target="../ink/ink623.xml"/><Relationship Id="rId143" Type="http://schemas.openxmlformats.org/officeDocument/2006/relationships/image" Target="../media/image2800.png"/><Relationship Id="rId164" Type="http://schemas.openxmlformats.org/officeDocument/2006/relationships/customXml" Target="../ink/ink644.xml"/><Relationship Id="rId185" Type="http://schemas.openxmlformats.org/officeDocument/2006/relationships/image" Target="../media/image3010.png"/><Relationship Id="rId9" Type="http://schemas.openxmlformats.org/officeDocument/2006/relationships/image" Target="../media/image2130.png"/><Relationship Id="rId210" Type="http://schemas.openxmlformats.org/officeDocument/2006/relationships/customXml" Target="../ink/ink667.xml"/><Relationship Id="rId26" Type="http://schemas.openxmlformats.org/officeDocument/2006/relationships/customXml" Target="../ink/ink575.xml"/><Relationship Id="rId231" Type="http://schemas.openxmlformats.org/officeDocument/2006/relationships/image" Target="../media/image3240.png"/><Relationship Id="rId252" Type="http://schemas.openxmlformats.org/officeDocument/2006/relationships/customXml" Target="../ink/ink688.xml"/><Relationship Id="rId273" Type="http://schemas.openxmlformats.org/officeDocument/2006/relationships/image" Target="../media/image3450.png"/><Relationship Id="rId294" Type="http://schemas.openxmlformats.org/officeDocument/2006/relationships/customXml" Target="../ink/ink709.xml"/><Relationship Id="rId308" Type="http://schemas.openxmlformats.org/officeDocument/2006/relationships/customXml" Target="../ink/ink716.xml"/><Relationship Id="rId47" Type="http://schemas.openxmlformats.org/officeDocument/2006/relationships/image" Target="../media/image2320.png"/><Relationship Id="rId68" Type="http://schemas.openxmlformats.org/officeDocument/2006/relationships/customXml" Target="../ink/ink596.xml"/><Relationship Id="rId89" Type="http://schemas.openxmlformats.org/officeDocument/2006/relationships/image" Target="../media/image2530.png"/><Relationship Id="rId112" Type="http://schemas.openxmlformats.org/officeDocument/2006/relationships/customXml" Target="../ink/ink618.xml"/><Relationship Id="rId133" Type="http://schemas.openxmlformats.org/officeDocument/2006/relationships/image" Target="../media/image2750.png"/><Relationship Id="rId154" Type="http://schemas.openxmlformats.org/officeDocument/2006/relationships/customXml" Target="../ink/ink639.xml"/><Relationship Id="rId175" Type="http://schemas.openxmlformats.org/officeDocument/2006/relationships/image" Target="../media/image2960.png"/><Relationship Id="rId196" Type="http://schemas.openxmlformats.org/officeDocument/2006/relationships/customXml" Target="../ink/ink660.xml"/><Relationship Id="rId200" Type="http://schemas.openxmlformats.org/officeDocument/2006/relationships/customXml" Target="../ink/ink662.xml"/><Relationship Id="rId16" Type="http://schemas.openxmlformats.org/officeDocument/2006/relationships/customXml" Target="../ink/ink570.xml"/><Relationship Id="rId221" Type="http://schemas.openxmlformats.org/officeDocument/2006/relationships/image" Target="../media/image3190.png"/><Relationship Id="rId242" Type="http://schemas.openxmlformats.org/officeDocument/2006/relationships/customXml" Target="../ink/ink683.xml"/><Relationship Id="rId263" Type="http://schemas.openxmlformats.org/officeDocument/2006/relationships/image" Target="../media/image3400.png"/><Relationship Id="rId284" Type="http://schemas.openxmlformats.org/officeDocument/2006/relationships/customXml" Target="../ink/ink704.xml"/><Relationship Id="rId37" Type="http://schemas.openxmlformats.org/officeDocument/2006/relationships/image" Target="../media/image2270.png"/><Relationship Id="rId58" Type="http://schemas.openxmlformats.org/officeDocument/2006/relationships/customXml" Target="../ink/ink591.xml"/><Relationship Id="rId79" Type="http://schemas.openxmlformats.org/officeDocument/2006/relationships/image" Target="../media/image2480.png"/><Relationship Id="rId102" Type="http://schemas.openxmlformats.org/officeDocument/2006/relationships/customXml" Target="../ink/ink613.xml"/><Relationship Id="rId123" Type="http://schemas.openxmlformats.org/officeDocument/2006/relationships/image" Target="../media/image2700.png"/><Relationship Id="rId144" Type="http://schemas.openxmlformats.org/officeDocument/2006/relationships/customXml" Target="../ink/ink634.xml"/><Relationship Id="rId90" Type="http://schemas.openxmlformats.org/officeDocument/2006/relationships/customXml" Target="../ink/ink607.xml"/><Relationship Id="rId165" Type="http://schemas.openxmlformats.org/officeDocument/2006/relationships/image" Target="../media/image2910.png"/><Relationship Id="rId186" Type="http://schemas.openxmlformats.org/officeDocument/2006/relationships/customXml" Target="../ink/ink655.xml"/><Relationship Id="rId211" Type="http://schemas.openxmlformats.org/officeDocument/2006/relationships/image" Target="../media/image3140.png"/><Relationship Id="rId232" Type="http://schemas.openxmlformats.org/officeDocument/2006/relationships/customXml" Target="../ink/ink678.xml"/><Relationship Id="rId253" Type="http://schemas.openxmlformats.org/officeDocument/2006/relationships/image" Target="../media/image3350.png"/><Relationship Id="rId274" Type="http://schemas.openxmlformats.org/officeDocument/2006/relationships/customXml" Target="../ink/ink699.xml"/><Relationship Id="rId295" Type="http://schemas.openxmlformats.org/officeDocument/2006/relationships/image" Target="../media/image450.png"/><Relationship Id="rId309" Type="http://schemas.openxmlformats.org/officeDocument/2006/relationships/image" Target="../media/image457.png"/><Relationship Id="rId27" Type="http://schemas.openxmlformats.org/officeDocument/2006/relationships/image" Target="../media/image2220.png"/><Relationship Id="rId48" Type="http://schemas.openxmlformats.org/officeDocument/2006/relationships/customXml" Target="../ink/ink586.xml"/><Relationship Id="rId69" Type="http://schemas.openxmlformats.org/officeDocument/2006/relationships/image" Target="../media/image2430.png"/><Relationship Id="rId113" Type="http://schemas.openxmlformats.org/officeDocument/2006/relationships/image" Target="../media/image2650.png"/><Relationship Id="rId134" Type="http://schemas.openxmlformats.org/officeDocument/2006/relationships/customXml" Target="../ink/ink629.xml"/><Relationship Id="rId80" Type="http://schemas.openxmlformats.org/officeDocument/2006/relationships/customXml" Target="../ink/ink602.xml"/><Relationship Id="rId155" Type="http://schemas.openxmlformats.org/officeDocument/2006/relationships/image" Target="../media/image2860.png"/><Relationship Id="rId176" Type="http://schemas.openxmlformats.org/officeDocument/2006/relationships/customXml" Target="../ink/ink650.xml"/><Relationship Id="rId197" Type="http://schemas.openxmlformats.org/officeDocument/2006/relationships/image" Target="../media/image3070.png"/><Relationship Id="rId201" Type="http://schemas.openxmlformats.org/officeDocument/2006/relationships/image" Target="../media/image3090.png"/><Relationship Id="rId222" Type="http://schemas.openxmlformats.org/officeDocument/2006/relationships/customXml" Target="../ink/ink673.xml"/><Relationship Id="rId243" Type="http://schemas.openxmlformats.org/officeDocument/2006/relationships/image" Target="../media/image3300.png"/><Relationship Id="rId264" Type="http://schemas.openxmlformats.org/officeDocument/2006/relationships/customXml" Target="../ink/ink694.xml"/><Relationship Id="rId285" Type="http://schemas.openxmlformats.org/officeDocument/2006/relationships/image" Target="../media/image3510.png"/><Relationship Id="rId17" Type="http://schemas.openxmlformats.org/officeDocument/2006/relationships/image" Target="../media/image2170.png"/><Relationship Id="rId38" Type="http://schemas.openxmlformats.org/officeDocument/2006/relationships/customXml" Target="../ink/ink581.xml"/><Relationship Id="rId59" Type="http://schemas.openxmlformats.org/officeDocument/2006/relationships/image" Target="../media/image2380.png"/><Relationship Id="rId103" Type="http://schemas.openxmlformats.org/officeDocument/2006/relationships/image" Target="../media/image2600.png"/><Relationship Id="rId124" Type="http://schemas.openxmlformats.org/officeDocument/2006/relationships/customXml" Target="../ink/ink624.xml"/><Relationship Id="rId310" Type="http://schemas.openxmlformats.org/officeDocument/2006/relationships/customXml" Target="../ink/ink717.xml"/><Relationship Id="rId70" Type="http://schemas.openxmlformats.org/officeDocument/2006/relationships/customXml" Target="../ink/ink597.xml"/><Relationship Id="rId91" Type="http://schemas.openxmlformats.org/officeDocument/2006/relationships/image" Target="../media/image2540.png"/><Relationship Id="rId145" Type="http://schemas.openxmlformats.org/officeDocument/2006/relationships/image" Target="../media/image2810.png"/><Relationship Id="rId166" Type="http://schemas.openxmlformats.org/officeDocument/2006/relationships/customXml" Target="../ink/ink645.xml"/><Relationship Id="rId187" Type="http://schemas.openxmlformats.org/officeDocument/2006/relationships/image" Target="../media/image302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668.xml"/><Relationship Id="rId233" Type="http://schemas.openxmlformats.org/officeDocument/2006/relationships/image" Target="../media/image3250.png"/><Relationship Id="rId254" Type="http://schemas.openxmlformats.org/officeDocument/2006/relationships/customXml" Target="../ink/ink689.xml"/><Relationship Id="rId28" Type="http://schemas.openxmlformats.org/officeDocument/2006/relationships/customXml" Target="../ink/ink576.xml"/><Relationship Id="rId49" Type="http://schemas.openxmlformats.org/officeDocument/2006/relationships/image" Target="../media/image2330.png"/><Relationship Id="rId114" Type="http://schemas.openxmlformats.org/officeDocument/2006/relationships/customXml" Target="../ink/ink619.xml"/><Relationship Id="rId275" Type="http://schemas.openxmlformats.org/officeDocument/2006/relationships/image" Target="../media/image3460.png"/><Relationship Id="rId296" Type="http://schemas.openxmlformats.org/officeDocument/2006/relationships/customXml" Target="../ink/ink710.xml"/><Relationship Id="rId300" Type="http://schemas.openxmlformats.org/officeDocument/2006/relationships/customXml" Target="../ink/ink712.xml"/><Relationship Id="rId60" Type="http://schemas.openxmlformats.org/officeDocument/2006/relationships/customXml" Target="../ink/ink592.xml"/><Relationship Id="rId81" Type="http://schemas.openxmlformats.org/officeDocument/2006/relationships/image" Target="../media/image2490.png"/><Relationship Id="rId135" Type="http://schemas.openxmlformats.org/officeDocument/2006/relationships/image" Target="../media/image2760.png"/><Relationship Id="rId156" Type="http://schemas.openxmlformats.org/officeDocument/2006/relationships/customXml" Target="../ink/ink640.xml"/><Relationship Id="rId177" Type="http://schemas.openxmlformats.org/officeDocument/2006/relationships/image" Target="../media/image2970.png"/><Relationship Id="rId198" Type="http://schemas.openxmlformats.org/officeDocument/2006/relationships/customXml" Target="../ink/ink661.xml"/><Relationship Id="rId202" Type="http://schemas.openxmlformats.org/officeDocument/2006/relationships/customXml" Target="../ink/ink663.xml"/><Relationship Id="rId223" Type="http://schemas.openxmlformats.org/officeDocument/2006/relationships/image" Target="../media/image3200.png"/><Relationship Id="rId244" Type="http://schemas.openxmlformats.org/officeDocument/2006/relationships/customXml" Target="../ink/ink684.xml"/><Relationship Id="rId18" Type="http://schemas.openxmlformats.org/officeDocument/2006/relationships/customXml" Target="../ink/ink571.xml"/><Relationship Id="rId39" Type="http://schemas.openxmlformats.org/officeDocument/2006/relationships/image" Target="../media/image2280.png"/><Relationship Id="rId265" Type="http://schemas.openxmlformats.org/officeDocument/2006/relationships/image" Target="../media/image3410.png"/><Relationship Id="rId286" Type="http://schemas.openxmlformats.org/officeDocument/2006/relationships/customXml" Target="../ink/ink705.xml"/><Relationship Id="rId50" Type="http://schemas.openxmlformats.org/officeDocument/2006/relationships/customXml" Target="../ink/ink587.xml"/><Relationship Id="rId104" Type="http://schemas.openxmlformats.org/officeDocument/2006/relationships/customXml" Target="../ink/ink614.xml"/><Relationship Id="rId125" Type="http://schemas.openxmlformats.org/officeDocument/2006/relationships/image" Target="../media/image2710.png"/><Relationship Id="rId146" Type="http://schemas.openxmlformats.org/officeDocument/2006/relationships/customXml" Target="../ink/ink635.xml"/><Relationship Id="rId167" Type="http://schemas.openxmlformats.org/officeDocument/2006/relationships/image" Target="../media/image2920.png"/><Relationship Id="rId188" Type="http://schemas.openxmlformats.org/officeDocument/2006/relationships/customXml" Target="../ink/ink656.xml"/><Relationship Id="rId311" Type="http://schemas.openxmlformats.org/officeDocument/2006/relationships/image" Target="../media/image458.png"/><Relationship Id="rId71" Type="http://schemas.openxmlformats.org/officeDocument/2006/relationships/image" Target="../media/image2440.png"/><Relationship Id="rId92" Type="http://schemas.openxmlformats.org/officeDocument/2006/relationships/customXml" Target="../ink/ink608.xml"/><Relationship Id="rId213" Type="http://schemas.openxmlformats.org/officeDocument/2006/relationships/image" Target="../media/image3150.png"/><Relationship Id="rId234" Type="http://schemas.openxmlformats.org/officeDocument/2006/relationships/customXml" Target="../ink/ink679.xml"/><Relationship Id="rId2" Type="http://schemas.openxmlformats.org/officeDocument/2006/relationships/image" Target="../media/image445.png"/><Relationship Id="rId29" Type="http://schemas.openxmlformats.org/officeDocument/2006/relationships/image" Target="../media/image2230.png"/><Relationship Id="rId255" Type="http://schemas.openxmlformats.org/officeDocument/2006/relationships/image" Target="../media/image3360.png"/><Relationship Id="rId276" Type="http://schemas.openxmlformats.org/officeDocument/2006/relationships/customXml" Target="../ink/ink700.xml"/><Relationship Id="rId297" Type="http://schemas.openxmlformats.org/officeDocument/2006/relationships/image" Target="../media/image451.png"/><Relationship Id="rId40" Type="http://schemas.openxmlformats.org/officeDocument/2006/relationships/customXml" Target="../ink/ink582.xml"/><Relationship Id="rId115" Type="http://schemas.openxmlformats.org/officeDocument/2006/relationships/image" Target="../media/image2660.png"/><Relationship Id="rId136" Type="http://schemas.openxmlformats.org/officeDocument/2006/relationships/customXml" Target="../ink/ink630.xml"/><Relationship Id="rId157" Type="http://schemas.openxmlformats.org/officeDocument/2006/relationships/image" Target="../media/image2870.png"/><Relationship Id="rId178" Type="http://schemas.openxmlformats.org/officeDocument/2006/relationships/customXml" Target="../ink/ink651.xml"/><Relationship Id="rId301" Type="http://schemas.openxmlformats.org/officeDocument/2006/relationships/image" Target="../media/image453.png"/><Relationship Id="rId61" Type="http://schemas.openxmlformats.org/officeDocument/2006/relationships/image" Target="../media/image2390.png"/><Relationship Id="rId82" Type="http://schemas.openxmlformats.org/officeDocument/2006/relationships/customXml" Target="../ink/ink603.xml"/><Relationship Id="rId199" Type="http://schemas.openxmlformats.org/officeDocument/2006/relationships/image" Target="../media/image3080.png"/><Relationship Id="rId203" Type="http://schemas.openxmlformats.org/officeDocument/2006/relationships/image" Target="../media/image3100.png"/><Relationship Id="rId19" Type="http://schemas.openxmlformats.org/officeDocument/2006/relationships/image" Target="../media/image2180.png"/><Relationship Id="rId224" Type="http://schemas.openxmlformats.org/officeDocument/2006/relationships/customXml" Target="../ink/ink674.xml"/><Relationship Id="rId245" Type="http://schemas.openxmlformats.org/officeDocument/2006/relationships/image" Target="../media/image3310.png"/><Relationship Id="rId266" Type="http://schemas.openxmlformats.org/officeDocument/2006/relationships/customXml" Target="../ink/ink695.xml"/><Relationship Id="rId287" Type="http://schemas.openxmlformats.org/officeDocument/2006/relationships/image" Target="../media/image3520.png"/><Relationship Id="rId30" Type="http://schemas.openxmlformats.org/officeDocument/2006/relationships/customXml" Target="../ink/ink577.xml"/><Relationship Id="rId105" Type="http://schemas.openxmlformats.org/officeDocument/2006/relationships/image" Target="../media/image2610.png"/><Relationship Id="rId126" Type="http://schemas.openxmlformats.org/officeDocument/2006/relationships/customXml" Target="../ink/ink625.xml"/><Relationship Id="rId147" Type="http://schemas.openxmlformats.org/officeDocument/2006/relationships/image" Target="../media/image2820.png"/><Relationship Id="rId168" Type="http://schemas.openxmlformats.org/officeDocument/2006/relationships/customXml" Target="../ink/ink646.xml"/><Relationship Id="rId51" Type="http://schemas.openxmlformats.org/officeDocument/2006/relationships/image" Target="../media/image2340.png"/><Relationship Id="rId72" Type="http://schemas.openxmlformats.org/officeDocument/2006/relationships/customXml" Target="../ink/ink598.xml"/><Relationship Id="rId93" Type="http://schemas.openxmlformats.org/officeDocument/2006/relationships/image" Target="../media/image2550.png"/><Relationship Id="rId189" Type="http://schemas.openxmlformats.org/officeDocument/2006/relationships/image" Target="../media/image3030.png"/><Relationship Id="rId3" Type="http://schemas.openxmlformats.org/officeDocument/2006/relationships/image" Target="../media/image446.png"/><Relationship Id="rId214" Type="http://schemas.openxmlformats.org/officeDocument/2006/relationships/customXml" Target="../ink/ink669.xml"/><Relationship Id="rId235" Type="http://schemas.openxmlformats.org/officeDocument/2006/relationships/image" Target="../media/image3260.png"/><Relationship Id="rId256" Type="http://schemas.openxmlformats.org/officeDocument/2006/relationships/customXml" Target="../ink/ink690.xml"/><Relationship Id="rId277" Type="http://schemas.openxmlformats.org/officeDocument/2006/relationships/image" Target="../media/image3470.png"/><Relationship Id="rId298" Type="http://schemas.openxmlformats.org/officeDocument/2006/relationships/customXml" Target="../ink/ink711.xml"/><Relationship Id="rId116" Type="http://schemas.openxmlformats.org/officeDocument/2006/relationships/customXml" Target="../ink/ink620.xml"/><Relationship Id="rId137" Type="http://schemas.openxmlformats.org/officeDocument/2006/relationships/image" Target="../media/image2770.png"/><Relationship Id="rId158" Type="http://schemas.openxmlformats.org/officeDocument/2006/relationships/customXml" Target="../ink/ink641.xml"/><Relationship Id="rId302" Type="http://schemas.openxmlformats.org/officeDocument/2006/relationships/customXml" Target="../ink/ink713.xml"/><Relationship Id="rId20" Type="http://schemas.openxmlformats.org/officeDocument/2006/relationships/customXml" Target="../ink/ink572.xml"/><Relationship Id="rId41" Type="http://schemas.openxmlformats.org/officeDocument/2006/relationships/image" Target="../media/image2290.png"/><Relationship Id="rId62" Type="http://schemas.openxmlformats.org/officeDocument/2006/relationships/customXml" Target="../ink/ink593.xml"/><Relationship Id="rId83" Type="http://schemas.openxmlformats.org/officeDocument/2006/relationships/image" Target="../media/image2500.png"/><Relationship Id="rId179" Type="http://schemas.openxmlformats.org/officeDocument/2006/relationships/image" Target="../media/image2980.png"/><Relationship Id="rId190" Type="http://schemas.openxmlformats.org/officeDocument/2006/relationships/customXml" Target="../ink/ink657.xml"/><Relationship Id="rId204" Type="http://schemas.openxmlformats.org/officeDocument/2006/relationships/customXml" Target="../ink/ink664.xml"/><Relationship Id="rId225" Type="http://schemas.openxmlformats.org/officeDocument/2006/relationships/image" Target="../media/image3210.png"/><Relationship Id="rId246" Type="http://schemas.openxmlformats.org/officeDocument/2006/relationships/customXml" Target="../ink/ink685.xml"/><Relationship Id="rId267" Type="http://schemas.openxmlformats.org/officeDocument/2006/relationships/image" Target="../media/image3420.png"/><Relationship Id="rId288" Type="http://schemas.openxmlformats.org/officeDocument/2006/relationships/customXml" Target="../ink/ink706.xml"/><Relationship Id="rId106" Type="http://schemas.openxmlformats.org/officeDocument/2006/relationships/customXml" Target="../ink/ink615.xml"/><Relationship Id="rId127" Type="http://schemas.openxmlformats.org/officeDocument/2006/relationships/image" Target="../media/image2720.png"/><Relationship Id="rId10" Type="http://schemas.openxmlformats.org/officeDocument/2006/relationships/customXml" Target="../ink/ink567.xml"/><Relationship Id="rId31" Type="http://schemas.openxmlformats.org/officeDocument/2006/relationships/image" Target="../media/image2240.png"/><Relationship Id="rId52" Type="http://schemas.openxmlformats.org/officeDocument/2006/relationships/customXml" Target="../ink/ink588.xml"/><Relationship Id="rId73" Type="http://schemas.openxmlformats.org/officeDocument/2006/relationships/image" Target="../media/image2450.png"/><Relationship Id="rId94" Type="http://schemas.openxmlformats.org/officeDocument/2006/relationships/customXml" Target="../ink/ink609.xml"/><Relationship Id="rId148" Type="http://schemas.openxmlformats.org/officeDocument/2006/relationships/customXml" Target="../ink/ink636.xml"/><Relationship Id="rId169" Type="http://schemas.openxmlformats.org/officeDocument/2006/relationships/image" Target="../media/image2930.png"/><Relationship Id="rId4" Type="http://schemas.openxmlformats.org/officeDocument/2006/relationships/customXml" Target="../ink/ink564.xml"/><Relationship Id="rId180" Type="http://schemas.openxmlformats.org/officeDocument/2006/relationships/customXml" Target="../ink/ink652.xml"/><Relationship Id="rId215" Type="http://schemas.openxmlformats.org/officeDocument/2006/relationships/image" Target="../media/image3160.png"/><Relationship Id="rId236" Type="http://schemas.openxmlformats.org/officeDocument/2006/relationships/customXml" Target="../ink/ink680.xml"/><Relationship Id="rId257" Type="http://schemas.openxmlformats.org/officeDocument/2006/relationships/image" Target="../media/image3370.png"/><Relationship Id="rId278" Type="http://schemas.openxmlformats.org/officeDocument/2006/relationships/customXml" Target="../ink/ink701.xml"/><Relationship Id="rId303" Type="http://schemas.openxmlformats.org/officeDocument/2006/relationships/image" Target="../media/image454.png"/><Relationship Id="rId42" Type="http://schemas.openxmlformats.org/officeDocument/2006/relationships/customXml" Target="../ink/ink583.xml"/><Relationship Id="rId84" Type="http://schemas.openxmlformats.org/officeDocument/2006/relationships/customXml" Target="../ink/ink604.xml"/><Relationship Id="rId138" Type="http://schemas.openxmlformats.org/officeDocument/2006/relationships/customXml" Target="../ink/ink631.xml"/><Relationship Id="rId191" Type="http://schemas.openxmlformats.org/officeDocument/2006/relationships/image" Target="../media/image3040.png"/><Relationship Id="rId205" Type="http://schemas.openxmlformats.org/officeDocument/2006/relationships/image" Target="../media/image3110.png"/><Relationship Id="rId247" Type="http://schemas.openxmlformats.org/officeDocument/2006/relationships/image" Target="../media/image3320.png"/><Relationship Id="rId107" Type="http://schemas.openxmlformats.org/officeDocument/2006/relationships/image" Target="../media/image2620.png"/><Relationship Id="rId289" Type="http://schemas.openxmlformats.org/officeDocument/2006/relationships/image" Target="../media/image447.png"/><Relationship Id="rId11" Type="http://schemas.openxmlformats.org/officeDocument/2006/relationships/image" Target="../media/image2140.png"/><Relationship Id="rId53" Type="http://schemas.openxmlformats.org/officeDocument/2006/relationships/image" Target="../media/image2350.png"/><Relationship Id="rId149" Type="http://schemas.openxmlformats.org/officeDocument/2006/relationships/image" Target="../media/image2830.png"/><Relationship Id="rId95" Type="http://schemas.openxmlformats.org/officeDocument/2006/relationships/image" Target="../media/image2560.png"/><Relationship Id="rId160" Type="http://schemas.openxmlformats.org/officeDocument/2006/relationships/customXml" Target="../ink/ink642.xml"/><Relationship Id="rId216" Type="http://schemas.openxmlformats.org/officeDocument/2006/relationships/customXml" Target="../ink/ink670.xml"/><Relationship Id="rId258" Type="http://schemas.openxmlformats.org/officeDocument/2006/relationships/customXml" Target="../ink/ink691.xml"/><Relationship Id="rId22" Type="http://schemas.openxmlformats.org/officeDocument/2006/relationships/customXml" Target="../ink/ink573.xml"/><Relationship Id="rId64" Type="http://schemas.openxmlformats.org/officeDocument/2006/relationships/customXml" Target="../ink/ink594.xml"/><Relationship Id="rId118" Type="http://schemas.openxmlformats.org/officeDocument/2006/relationships/customXml" Target="../ink/ink621.xml"/><Relationship Id="rId171" Type="http://schemas.openxmlformats.org/officeDocument/2006/relationships/image" Target="../media/image2940.png"/><Relationship Id="rId227" Type="http://schemas.openxmlformats.org/officeDocument/2006/relationships/image" Target="../media/image3220.png"/><Relationship Id="rId269" Type="http://schemas.openxmlformats.org/officeDocument/2006/relationships/image" Target="../media/image3430.png"/><Relationship Id="rId33" Type="http://schemas.openxmlformats.org/officeDocument/2006/relationships/image" Target="../media/image2250.png"/><Relationship Id="rId129" Type="http://schemas.openxmlformats.org/officeDocument/2006/relationships/image" Target="../media/image2730.png"/><Relationship Id="rId280" Type="http://schemas.openxmlformats.org/officeDocument/2006/relationships/customXml" Target="../ink/ink702.xml"/><Relationship Id="rId75" Type="http://schemas.openxmlformats.org/officeDocument/2006/relationships/image" Target="../media/image2460.png"/><Relationship Id="rId140" Type="http://schemas.openxmlformats.org/officeDocument/2006/relationships/customXml" Target="../ink/ink632.xml"/><Relationship Id="rId182" Type="http://schemas.openxmlformats.org/officeDocument/2006/relationships/customXml" Target="../ink/ink653.xml"/><Relationship Id="rId6" Type="http://schemas.openxmlformats.org/officeDocument/2006/relationships/customXml" Target="../ink/ink565.xml"/><Relationship Id="rId238" Type="http://schemas.openxmlformats.org/officeDocument/2006/relationships/customXml" Target="../ink/ink681.xml"/><Relationship Id="rId291" Type="http://schemas.openxmlformats.org/officeDocument/2006/relationships/image" Target="../media/image448.png"/><Relationship Id="rId305" Type="http://schemas.openxmlformats.org/officeDocument/2006/relationships/image" Target="../media/image455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723.xml"/><Relationship Id="rId18" Type="http://schemas.openxmlformats.org/officeDocument/2006/relationships/image" Target="../media/image3610.png"/><Relationship Id="rId26" Type="http://schemas.openxmlformats.org/officeDocument/2006/relationships/image" Target="../media/image3650.png"/><Relationship Id="rId3" Type="http://schemas.openxmlformats.org/officeDocument/2006/relationships/customXml" Target="../ink/ink718.xml"/><Relationship Id="rId21" Type="http://schemas.openxmlformats.org/officeDocument/2006/relationships/customXml" Target="../ink/ink727.xml"/><Relationship Id="rId34" Type="http://schemas.openxmlformats.org/officeDocument/2006/relationships/image" Target="../media/image3690.png"/><Relationship Id="rId7" Type="http://schemas.openxmlformats.org/officeDocument/2006/relationships/customXml" Target="../ink/ink720.xml"/><Relationship Id="rId12" Type="http://schemas.openxmlformats.org/officeDocument/2006/relationships/image" Target="../media/image3580.png"/><Relationship Id="rId17" Type="http://schemas.openxmlformats.org/officeDocument/2006/relationships/customXml" Target="../ink/ink725.xml"/><Relationship Id="rId25" Type="http://schemas.openxmlformats.org/officeDocument/2006/relationships/customXml" Target="../ink/ink729.xml"/><Relationship Id="rId33" Type="http://schemas.openxmlformats.org/officeDocument/2006/relationships/customXml" Target="../ink/ink733.xml"/><Relationship Id="rId2" Type="http://schemas.openxmlformats.org/officeDocument/2006/relationships/image" Target="../media/image459.png"/><Relationship Id="rId16" Type="http://schemas.openxmlformats.org/officeDocument/2006/relationships/image" Target="../media/image3600.png"/><Relationship Id="rId20" Type="http://schemas.openxmlformats.org/officeDocument/2006/relationships/image" Target="../media/image3620.png"/><Relationship Id="rId29" Type="http://schemas.openxmlformats.org/officeDocument/2006/relationships/customXml" Target="../ink/ink7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50.png"/><Relationship Id="rId11" Type="http://schemas.openxmlformats.org/officeDocument/2006/relationships/customXml" Target="../ink/ink722.xml"/><Relationship Id="rId24" Type="http://schemas.openxmlformats.org/officeDocument/2006/relationships/image" Target="../media/image3640.png"/><Relationship Id="rId32" Type="http://schemas.openxmlformats.org/officeDocument/2006/relationships/image" Target="../media/image3680.png"/><Relationship Id="rId5" Type="http://schemas.openxmlformats.org/officeDocument/2006/relationships/customXml" Target="../ink/ink719.xml"/><Relationship Id="rId15" Type="http://schemas.openxmlformats.org/officeDocument/2006/relationships/customXml" Target="../ink/ink724.xml"/><Relationship Id="rId23" Type="http://schemas.openxmlformats.org/officeDocument/2006/relationships/customXml" Target="../ink/ink728.xml"/><Relationship Id="rId28" Type="http://schemas.openxmlformats.org/officeDocument/2006/relationships/image" Target="../media/image3660.png"/><Relationship Id="rId10" Type="http://schemas.openxmlformats.org/officeDocument/2006/relationships/image" Target="../media/image3570.png"/><Relationship Id="rId19" Type="http://schemas.openxmlformats.org/officeDocument/2006/relationships/customXml" Target="../ink/ink726.xml"/><Relationship Id="rId31" Type="http://schemas.openxmlformats.org/officeDocument/2006/relationships/customXml" Target="../ink/ink732.xml"/><Relationship Id="rId4" Type="http://schemas.openxmlformats.org/officeDocument/2006/relationships/image" Target="../media/image3540.png"/><Relationship Id="rId9" Type="http://schemas.openxmlformats.org/officeDocument/2006/relationships/customXml" Target="../ink/ink721.xml"/><Relationship Id="rId14" Type="http://schemas.openxmlformats.org/officeDocument/2006/relationships/image" Target="../media/image3590.png"/><Relationship Id="rId22" Type="http://schemas.openxmlformats.org/officeDocument/2006/relationships/image" Target="../media/image3630.png"/><Relationship Id="rId27" Type="http://schemas.openxmlformats.org/officeDocument/2006/relationships/customXml" Target="../ink/ink730.xml"/><Relationship Id="rId30" Type="http://schemas.openxmlformats.org/officeDocument/2006/relationships/image" Target="../media/image3670.png"/><Relationship Id="rId8" Type="http://schemas.openxmlformats.org/officeDocument/2006/relationships/image" Target="../media/image3560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738.xml"/><Relationship Id="rId18" Type="http://schemas.openxmlformats.org/officeDocument/2006/relationships/image" Target="../media/image3790.png"/><Relationship Id="rId26" Type="http://schemas.openxmlformats.org/officeDocument/2006/relationships/image" Target="../media/image3830.png"/><Relationship Id="rId39" Type="http://schemas.openxmlformats.org/officeDocument/2006/relationships/customXml" Target="../ink/ink751.xml"/><Relationship Id="rId21" Type="http://schemas.openxmlformats.org/officeDocument/2006/relationships/customXml" Target="../ink/ink742.xml"/><Relationship Id="rId34" Type="http://schemas.openxmlformats.org/officeDocument/2006/relationships/image" Target="../media/image3870.png"/><Relationship Id="rId42" Type="http://schemas.openxmlformats.org/officeDocument/2006/relationships/image" Target="../media/image3910.png"/><Relationship Id="rId47" Type="http://schemas.openxmlformats.org/officeDocument/2006/relationships/customXml" Target="../ink/ink755.xml"/><Relationship Id="rId50" Type="http://schemas.openxmlformats.org/officeDocument/2006/relationships/image" Target="../media/image3950.png"/><Relationship Id="rId55" Type="http://schemas.openxmlformats.org/officeDocument/2006/relationships/customXml" Target="../ink/ink759.xml"/><Relationship Id="rId7" Type="http://schemas.openxmlformats.org/officeDocument/2006/relationships/customXml" Target="../ink/ink735.xml"/><Relationship Id="rId2" Type="http://schemas.openxmlformats.org/officeDocument/2006/relationships/image" Target="../media/image460.png"/><Relationship Id="rId16" Type="http://schemas.openxmlformats.org/officeDocument/2006/relationships/image" Target="../media/image3780.png"/><Relationship Id="rId29" Type="http://schemas.openxmlformats.org/officeDocument/2006/relationships/customXml" Target="../ink/ink746.xml"/><Relationship Id="rId11" Type="http://schemas.openxmlformats.org/officeDocument/2006/relationships/customXml" Target="../ink/ink737.xml"/><Relationship Id="rId24" Type="http://schemas.openxmlformats.org/officeDocument/2006/relationships/image" Target="../media/image3820.png"/><Relationship Id="rId32" Type="http://schemas.openxmlformats.org/officeDocument/2006/relationships/image" Target="../media/image3860.png"/><Relationship Id="rId37" Type="http://schemas.openxmlformats.org/officeDocument/2006/relationships/customXml" Target="../ink/ink750.xml"/><Relationship Id="rId40" Type="http://schemas.openxmlformats.org/officeDocument/2006/relationships/image" Target="../media/image3900.png"/><Relationship Id="rId45" Type="http://schemas.openxmlformats.org/officeDocument/2006/relationships/customXml" Target="../ink/ink754.xml"/><Relationship Id="rId53" Type="http://schemas.openxmlformats.org/officeDocument/2006/relationships/customXml" Target="../ink/ink758.xml"/><Relationship Id="rId58" Type="http://schemas.openxmlformats.org/officeDocument/2006/relationships/image" Target="../media/image3990.png"/><Relationship Id="rId5" Type="http://schemas.openxmlformats.org/officeDocument/2006/relationships/customXml" Target="../ink/ink734.xml"/><Relationship Id="rId61" Type="http://schemas.openxmlformats.org/officeDocument/2006/relationships/customXml" Target="../ink/ink762.xml"/><Relationship Id="rId19" Type="http://schemas.openxmlformats.org/officeDocument/2006/relationships/customXml" Target="../ink/ink741.xml"/><Relationship Id="rId14" Type="http://schemas.openxmlformats.org/officeDocument/2006/relationships/image" Target="../media/image3770.png"/><Relationship Id="rId22" Type="http://schemas.openxmlformats.org/officeDocument/2006/relationships/image" Target="../media/image3810.png"/><Relationship Id="rId27" Type="http://schemas.openxmlformats.org/officeDocument/2006/relationships/customXml" Target="../ink/ink745.xml"/><Relationship Id="rId30" Type="http://schemas.openxmlformats.org/officeDocument/2006/relationships/image" Target="../media/image3850.png"/><Relationship Id="rId35" Type="http://schemas.openxmlformats.org/officeDocument/2006/relationships/customXml" Target="../ink/ink749.xml"/><Relationship Id="rId43" Type="http://schemas.openxmlformats.org/officeDocument/2006/relationships/customXml" Target="../ink/ink753.xml"/><Relationship Id="rId48" Type="http://schemas.openxmlformats.org/officeDocument/2006/relationships/image" Target="../media/image3940.png"/><Relationship Id="rId56" Type="http://schemas.openxmlformats.org/officeDocument/2006/relationships/image" Target="../media/image3980.png"/><Relationship Id="rId8" Type="http://schemas.openxmlformats.org/officeDocument/2006/relationships/image" Target="../media/image3740.png"/><Relationship Id="rId51" Type="http://schemas.openxmlformats.org/officeDocument/2006/relationships/customXml" Target="../ink/ink757.xml"/><Relationship Id="rId3" Type="http://schemas.openxmlformats.org/officeDocument/2006/relationships/image" Target="../media/image461.png"/><Relationship Id="rId12" Type="http://schemas.openxmlformats.org/officeDocument/2006/relationships/image" Target="../media/image3760.png"/><Relationship Id="rId17" Type="http://schemas.openxmlformats.org/officeDocument/2006/relationships/customXml" Target="../ink/ink740.xml"/><Relationship Id="rId25" Type="http://schemas.openxmlformats.org/officeDocument/2006/relationships/customXml" Target="../ink/ink744.xml"/><Relationship Id="rId33" Type="http://schemas.openxmlformats.org/officeDocument/2006/relationships/customXml" Target="../ink/ink748.xml"/><Relationship Id="rId38" Type="http://schemas.openxmlformats.org/officeDocument/2006/relationships/image" Target="../media/image3890.png"/><Relationship Id="rId46" Type="http://schemas.openxmlformats.org/officeDocument/2006/relationships/image" Target="../media/image3930.png"/><Relationship Id="rId59" Type="http://schemas.openxmlformats.org/officeDocument/2006/relationships/customXml" Target="../ink/ink761.xml"/><Relationship Id="rId20" Type="http://schemas.openxmlformats.org/officeDocument/2006/relationships/image" Target="../media/image3800.png"/><Relationship Id="rId41" Type="http://schemas.openxmlformats.org/officeDocument/2006/relationships/customXml" Target="../ink/ink752.xml"/><Relationship Id="rId54" Type="http://schemas.openxmlformats.org/officeDocument/2006/relationships/image" Target="../media/image3970.png"/><Relationship Id="rId62" Type="http://schemas.openxmlformats.org/officeDocument/2006/relationships/image" Target="../media/image40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30.png"/><Relationship Id="rId15" Type="http://schemas.openxmlformats.org/officeDocument/2006/relationships/customXml" Target="../ink/ink739.xml"/><Relationship Id="rId23" Type="http://schemas.openxmlformats.org/officeDocument/2006/relationships/customXml" Target="../ink/ink743.xml"/><Relationship Id="rId28" Type="http://schemas.openxmlformats.org/officeDocument/2006/relationships/image" Target="../media/image3840.png"/><Relationship Id="rId36" Type="http://schemas.openxmlformats.org/officeDocument/2006/relationships/image" Target="../media/image3880.png"/><Relationship Id="rId49" Type="http://schemas.openxmlformats.org/officeDocument/2006/relationships/customXml" Target="../ink/ink756.xml"/><Relationship Id="rId57" Type="http://schemas.openxmlformats.org/officeDocument/2006/relationships/customXml" Target="../ink/ink760.xml"/><Relationship Id="rId10" Type="http://schemas.openxmlformats.org/officeDocument/2006/relationships/image" Target="../media/image3750.png"/><Relationship Id="rId31" Type="http://schemas.openxmlformats.org/officeDocument/2006/relationships/customXml" Target="../ink/ink747.xml"/><Relationship Id="rId44" Type="http://schemas.openxmlformats.org/officeDocument/2006/relationships/image" Target="../media/image3920.png"/><Relationship Id="rId52" Type="http://schemas.openxmlformats.org/officeDocument/2006/relationships/image" Target="../media/image3960.png"/><Relationship Id="rId60" Type="http://schemas.openxmlformats.org/officeDocument/2006/relationships/image" Target="../media/image4000.png"/><Relationship Id="rId4" Type="http://schemas.openxmlformats.org/officeDocument/2006/relationships/image" Target="../media/image462.png"/><Relationship Id="rId9" Type="http://schemas.openxmlformats.org/officeDocument/2006/relationships/customXml" Target="../ink/ink736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80.png"/><Relationship Id="rId18" Type="http://schemas.openxmlformats.org/officeDocument/2006/relationships/customXml" Target="../ink/ink770.xml"/><Relationship Id="rId26" Type="http://schemas.openxmlformats.org/officeDocument/2006/relationships/customXml" Target="../ink/ink774.xml"/><Relationship Id="rId39" Type="http://schemas.openxmlformats.org/officeDocument/2006/relationships/image" Target="../media/image4210.png"/><Relationship Id="rId21" Type="http://schemas.openxmlformats.org/officeDocument/2006/relationships/image" Target="../media/image4120.png"/><Relationship Id="rId34" Type="http://schemas.openxmlformats.org/officeDocument/2006/relationships/customXml" Target="../ink/ink778.xml"/><Relationship Id="rId42" Type="http://schemas.openxmlformats.org/officeDocument/2006/relationships/customXml" Target="../ink/ink782.xml"/><Relationship Id="rId47" Type="http://schemas.openxmlformats.org/officeDocument/2006/relationships/image" Target="../media/image4250.png"/><Relationship Id="rId7" Type="http://schemas.openxmlformats.org/officeDocument/2006/relationships/image" Target="../media/image4050.png"/><Relationship Id="rId2" Type="http://schemas.openxmlformats.org/officeDocument/2006/relationships/image" Target="../media/image463.png"/><Relationship Id="rId16" Type="http://schemas.openxmlformats.org/officeDocument/2006/relationships/customXml" Target="../ink/ink769.xml"/><Relationship Id="rId29" Type="http://schemas.openxmlformats.org/officeDocument/2006/relationships/image" Target="../media/image4160.png"/><Relationship Id="rId11" Type="http://schemas.openxmlformats.org/officeDocument/2006/relationships/image" Target="../media/image4070.png"/><Relationship Id="rId24" Type="http://schemas.openxmlformats.org/officeDocument/2006/relationships/customXml" Target="../ink/ink773.xml"/><Relationship Id="rId32" Type="http://schemas.openxmlformats.org/officeDocument/2006/relationships/customXml" Target="../ink/ink777.xml"/><Relationship Id="rId37" Type="http://schemas.openxmlformats.org/officeDocument/2006/relationships/image" Target="../media/image4200.png"/><Relationship Id="rId40" Type="http://schemas.openxmlformats.org/officeDocument/2006/relationships/customXml" Target="../ink/ink781.xml"/><Relationship Id="rId45" Type="http://schemas.openxmlformats.org/officeDocument/2006/relationships/image" Target="../media/image4240.png"/><Relationship Id="rId5" Type="http://schemas.openxmlformats.org/officeDocument/2006/relationships/image" Target="../media/image4040.png"/><Relationship Id="rId15" Type="http://schemas.openxmlformats.org/officeDocument/2006/relationships/image" Target="../media/image4090.png"/><Relationship Id="rId23" Type="http://schemas.openxmlformats.org/officeDocument/2006/relationships/image" Target="../media/image4130.png"/><Relationship Id="rId28" Type="http://schemas.openxmlformats.org/officeDocument/2006/relationships/customXml" Target="../ink/ink775.xml"/><Relationship Id="rId36" Type="http://schemas.openxmlformats.org/officeDocument/2006/relationships/customXml" Target="../ink/ink779.xml"/><Relationship Id="rId49" Type="http://schemas.openxmlformats.org/officeDocument/2006/relationships/image" Target="../media/image4260.png"/><Relationship Id="rId10" Type="http://schemas.openxmlformats.org/officeDocument/2006/relationships/customXml" Target="../ink/ink766.xml"/><Relationship Id="rId19" Type="http://schemas.openxmlformats.org/officeDocument/2006/relationships/image" Target="../media/image4110.png"/><Relationship Id="rId31" Type="http://schemas.openxmlformats.org/officeDocument/2006/relationships/image" Target="../media/image4170.png"/><Relationship Id="rId44" Type="http://schemas.openxmlformats.org/officeDocument/2006/relationships/customXml" Target="../ink/ink783.xml"/><Relationship Id="rId4" Type="http://schemas.openxmlformats.org/officeDocument/2006/relationships/customXml" Target="../ink/ink763.xml"/><Relationship Id="rId9" Type="http://schemas.openxmlformats.org/officeDocument/2006/relationships/image" Target="../media/image4060.png"/><Relationship Id="rId14" Type="http://schemas.openxmlformats.org/officeDocument/2006/relationships/customXml" Target="../ink/ink768.xml"/><Relationship Id="rId22" Type="http://schemas.openxmlformats.org/officeDocument/2006/relationships/customXml" Target="../ink/ink772.xml"/><Relationship Id="rId27" Type="http://schemas.openxmlformats.org/officeDocument/2006/relationships/image" Target="../media/image4150.png"/><Relationship Id="rId30" Type="http://schemas.openxmlformats.org/officeDocument/2006/relationships/customXml" Target="../ink/ink776.xml"/><Relationship Id="rId35" Type="http://schemas.openxmlformats.org/officeDocument/2006/relationships/image" Target="../media/image4190.png"/><Relationship Id="rId43" Type="http://schemas.openxmlformats.org/officeDocument/2006/relationships/image" Target="../media/image4230.png"/><Relationship Id="rId48" Type="http://schemas.openxmlformats.org/officeDocument/2006/relationships/customXml" Target="../ink/ink785.xml"/><Relationship Id="rId8" Type="http://schemas.openxmlformats.org/officeDocument/2006/relationships/customXml" Target="../ink/ink765.xml"/><Relationship Id="rId3" Type="http://schemas.openxmlformats.org/officeDocument/2006/relationships/image" Target="../media/image464.png"/><Relationship Id="rId12" Type="http://schemas.openxmlformats.org/officeDocument/2006/relationships/customXml" Target="../ink/ink767.xml"/><Relationship Id="rId17" Type="http://schemas.openxmlformats.org/officeDocument/2006/relationships/image" Target="../media/image4100.png"/><Relationship Id="rId25" Type="http://schemas.openxmlformats.org/officeDocument/2006/relationships/image" Target="../media/image4140.png"/><Relationship Id="rId33" Type="http://schemas.openxmlformats.org/officeDocument/2006/relationships/image" Target="../media/image4180.png"/><Relationship Id="rId38" Type="http://schemas.openxmlformats.org/officeDocument/2006/relationships/customXml" Target="../ink/ink780.xml"/><Relationship Id="rId46" Type="http://schemas.openxmlformats.org/officeDocument/2006/relationships/customXml" Target="../ink/ink784.xml"/><Relationship Id="rId20" Type="http://schemas.openxmlformats.org/officeDocument/2006/relationships/customXml" Target="../ink/ink771.xml"/><Relationship Id="rId41" Type="http://schemas.openxmlformats.org/officeDocument/2006/relationships/image" Target="../media/image422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64.xml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400.png"/><Relationship Id="rId42" Type="http://schemas.openxmlformats.org/officeDocument/2006/relationships/image" Target="../media/image4480.png"/><Relationship Id="rId47" Type="http://schemas.openxmlformats.org/officeDocument/2006/relationships/customXml" Target="../ink/ink798.xml"/><Relationship Id="rId63" Type="http://schemas.openxmlformats.org/officeDocument/2006/relationships/customXml" Target="../ink/ink806.xml"/><Relationship Id="rId68" Type="http://schemas.openxmlformats.org/officeDocument/2006/relationships/image" Target="../media/image4610.png"/><Relationship Id="rId84" Type="http://schemas.openxmlformats.org/officeDocument/2006/relationships/image" Target="../media/image469.png"/><Relationship Id="rId71" Type="http://schemas.openxmlformats.org/officeDocument/2006/relationships/customXml" Target="../ink/ink810.xml"/><Relationship Id="rId2" Type="http://schemas.openxmlformats.org/officeDocument/2006/relationships/image" Target="../media/image465.png"/><Relationship Id="rId29" Type="http://schemas.openxmlformats.org/officeDocument/2006/relationships/customXml" Target="../ink/ink789.xml"/><Relationship Id="rId24" Type="http://schemas.openxmlformats.org/officeDocument/2006/relationships/image" Target="../media/image4390.png"/><Relationship Id="rId32" Type="http://schemas.openxmlformats.org/officeDocument/2006/relationships/image" Target="../media/image4430.png"/><Relationship Id="rId37" Type="http://schemas.openxmlformats.org/officeDocument/2006/relationships/customXml" Target="../ink/ink793.xml"/><Relationship Id="rId40" Type="http://schemas.openxmlformats.org/officeDocument/2006/relationships/image" Target="../media/image4470.png"/><Relationship Id="rId45" Type="http://schemas.openxmlformats.org/officeDocument/2006/relationships/customXml" Target="../ink/ink797.xml"/><Relationship Id="rId53" Type="http://schemas.openxmlformats.org/officeDocument/2006/relationships/customXml" Target="../ink/ink801.xml"/><Relationship Id="rId58" Type="http://schemas.openxmlformats.org/officeDocument/2006/relationships/image" Target="../media/image4560.png"/><Relationship Id="rId66" Type="http://schemas.openxmlformats.org/officeDocument/2006/relationships/image" Target="../media/image4600.png"/><Relationship Id="rId74" Type="http://schemas.openxmlformats.org/officeDocument/2006/relationships/image" Target="../media/image4640.png"/><Relationship Id="rId79" Type="http://schemas.openxmlformats.org/officeDocument/2006/relationships/customXml" Target="../ink/ink814.xml"/><Relationship Id="rId87" Type="http://schemas.openxmlformats.org/officeDocument/2006/relationships/customXml" Target="../ink/ink818.xml"/><Relationship Id="rId5" Type="http://schemas.openxmlformats.org/officeDocument/2006/relationships/customXml" Target="../ink/ink786.xml"/><Relationship Id="rId61" Type="http://schemas.openxmlformats.org/officeDocument/2006/relationships/customXml" Target="../ink/ink805.xml"/><Relationship Id="rId82" Type="http://schemas.openxmlformats.org/officeDocument/2006/relationships/image" Target="../media/image468.png"/><Relationship Id="rId27" Type="http://schemas.openxmlformats.org/officeDocument/2006/relationships/customXml" Target="../ink/ink788.xml"/><Relationship Id="rId30" Type="http://schemas.openxmlformats.org/officeDocument/2006/relationships/image" Target="../media/image4420.png"/><Relationship Id="rId35" Type="http://schemas.openxmlformats.org/officeDocument/2006/relationships/customXml" Target="../ink/ink792.xml"/><Relationship Id="rId43" Type="http://schemas.openxmlformats.org/officeDocument/2006/relationships/customXml" Target="../ink/ink796.xml"/><Relationship Id="rId48" Type="http://schemas.openxmlformats.org/officeDocument/2006/relationships/image" Target="../media/image4510.png"/><Relationship Id="rId56" Type="http://schemas.openxmlformats.org/officeDocument/2006/relationships/image" Target="../media/image4550.png"/><Relationship Id="rId64" Type="http://schemas.openxmlformats.org/officeDocument/2006/relationships/image" Target="../media/image4590.png"/><Relationship Id="rId69" Type="http://schemas.openxmlformats.org/officeDocument/2006/relationships/customXml" Target="../ink/ink809.xml"/><Relationship Id="rId77" Type="http://schemas.openxmlformats.org/officeDocument/2006/relationships/customXml" Target="../ink/ink813.xml"/><Relationship Id="rId51" Type="http://schemas.openxmlformats.org/officeDocument/2006/relationships/customXml" Target="../ink/ink800.xml"/><Relationship Id="rId72" Type="http://schemas.openxmlformats.org/officeDocument/2006/relationships/image" Target="../media/image4630.png"/><Relationship Id="rId80" Type="http://schemas.openxmlformats.org/officeDocument/2006/relationships/image" Target="../media/image4670.png"/><Relationship Id="rId85" Type="http://schemas.openxmlformats.org/officeDocument/2006/relationships/customXml" Target="../ink/ink817.xml"/><Relationship Id="rId3" Type="http://schemas.openxmlformats.org/officeDocument/2006/relationships/image" Target="../media/image466.png"/><Relationship Id="rId25" Type="http://schemas.openxmlformats.org/officeDocument/2006/relationships/customXml" Target="../ink/ink787.xml"/><Relationship Id="rId33" Type="http://schemas.openxmlformats.org/officeDocument/2006/relationships/customXml" Target="../ink/ink791.xml"/><Relationship Id="rId38" Type="http://schemas.openxmlformats.org/officeDocument/2006/relationships/image" Target="../media/image4460.png"/><Relationship Id="rId46" Type="http://schemas.openxmlformats.org/officeDocument/2006/relationships/image" Target="../media/image4500.png"/><Relationship Id="rId59" Type="http://schemas.openxmlformats.org/officeDocument/2006/relationships/customXml" Target="../ink/ink804.xml"/><Relationship Id="rId67" Type="http://schemas.openxmlformats.org/officeDocument/2006/relationships/customXml" Target="../ink/ink808.xml"/><Relationship Id="rId41" Type="http://schemas.openxmlformats.org/officeDocument/2006/relationships/customXml" Target="../ink/ink795.xml"/><Relationship Id="rId54" Type="http://schemas.openxmlformats.org/officeDocument/2006/relationships/image" Target="../media/image4540.png"/><Relationship Id="rId62" Type="http://schemas.openxmlformats.org/officeDocument/2006/relationships/image" Target="../media/image4580.png"/><Relationship Id="rId70" Type="http://schemas.openxmlformats.org/officeDocument/2006/relationships/image" Target="../media/image4620.png"/><Relationship Id="rId75" Type="http://schemas.openxmlformats.org/officeDocument/2006/relationships/customXml" Target="../ink/ink812.xml"/><Relationship Id="rId83" Type="http://schemas.openxmlformats.org/officeDocument/2006/relationships/customXml" Target="../ink/ink816.xml"/><Relationship Id="rId88" Type="http://schemas.openxmlformats.org/officeDocument/2006/relationships/image" Target="../media/image471.png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4410.png"/><Relationship Id="rId36" Type="http://schemas.openxmlformats.org/officeDocument/2006/relationships/image" Target="../media/image4450.png"/><Relationship Id="rId49" Type="http://schemas.openxmlformats.org/officeDocument/2006/relationships/customXml" Target="../ink/ink799.xml"/><Relationship Id="rId57" Type="http://schemas.openxmlformats.org/officeDocument/2006/relationships/customXml" Target="../ink/ink803.xml"/><Relationship Id="rId31" Type="http://schemas.openxmlformats.org/officeDocument/2006/relationships/customXml" Target="../ink/ink790.xml"/><Relationship Id="rId44" Type="http://schemas.openxmlformats.org/officeDocument/2006/relationships/image" Target="../media/image4490.png"/><Relationship Id="rId52" Type="http://schemas.openxmlformats.org/officeDocument/2006/relationships/image" Target="../media/image4530.png"/><Relationship Id="rId60" Type="http://schemas.openxmlformats.org/officeDocument/2006/relationships/image" Target="../media/image4570.png"/><Relationship Id="rId65" Type="http://schemas.openxmlformats.org/officeDocument/2006/relationships/customXml" Target="../ink/ink807.xml"/><Relationship Id="rId73" Type="http://schemas.openxmlformats.org/officeDocument/2006/relationships/customXml" Target="../ink/ink811.xml"/><Relationship Id="rId78" Type="http://schemas.openxmlformats.org/officeDocument/2006/relationships/image" Target="../media/image4660.png"/><Relationship Id="rId81" Type="http://schemas.openxmlformats.org/officeDocument/2006/relationships/customXml" Target="../ink/ink815.xml"/><Relationship Id="rId86" Type="http://schemas.openxmlformats.org/officeDocument/2006/relationships/image" Target="../media/image470.png"/><Relationship Id="rId4" Type="http://schemas.openxmlformats.org/officeDocument/2006/relationships/image" Target="../media/image467.png"/><Relationship Id="rId39" Type="http://schemas.openxmlformats.org/officeDocument/2006/relationships/customXml" Target="../ink/ink794.xml"/><Relationship Id="rId34" Type="http://schemas.openxmlformats.org/officeDocument/2006/relationships/image" Target="../media/image4440.png"/><Relationship Id="rId50" Type="http://schemas.openxmlformats.org/officeDocument/2006/relationships/image" Target="../media/image4520.png"/><Relationship Id="rId55" Type="http://schemas.openxmlformats.org/officeDocument/2006/relationships/customXml" Target="../ink/ink802.xml"/><Relationship Id="rId76" Type="http://schemas.openxmlformats.org/officeDocument/2006/relationships/image" Target="../media/image465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876.xml"/><Relationship Id="rId21" Type="http://schemas.openxmlformats.org/officeDocument/2006/relationships/customXml" Target="../ink/ink828.xml"/><Relationship Id="rId42" Type="http://schemas.openxmlformats.org/officeDocument/2006/relationships/image" Target="../media/image495.png"/><Relationship Id="rId63" Type="http://schemas.openxmlformats.org/officeDocument/2006/relationships/customXml" Target="../ink/ink849.xml"/><Relationship Id="rId84" Type="http://schemas.openxmlformats.org/officeDocument/2006/relationships/image" Target="../media/image516.png"/><Relationship Id="rId138" Type="http://schemas.openxmlformats.org/officeDocument/2006/relationships/image" Target="../media/image543.png"/><Relationship Id="rId159" Type="http://schemas.openxmlformats.org/officeDocument/2006/relationships/customXml" Target="../ink/ink897.xml"/><Relationship Id="rId170" Type="http://schemas.openxmlformats.org/officeDocument/2006/relationships/image" Target="../media/image559.png"/><Relationship Id="rId107" Type="http://schemas.openxmlformats.org/officeDocument/2006/relationships/customXml" Target="../ink/ink871.xml"/><Relationship Id="rId11" Type="http://schemas.openxmlformats.org/officeDocument/2006/relationships/customXml" Target="../ink/ink823.xml"/><Relationship Id="rId32" Type="http://schemas.openxmlformats.org/officeDocument/2006/relationships/image" Target="../media/image490.png"/><Relationship Id="rId53" Type="http://schemas.openxmlformats.org/officeDocument/2006/relationships/customXml" Target="../ink/ink844.xml"/><Relationship Id="rId74" Type="http://schemas.openxmlformats.org/officeDocument/2006/relationships/image" Target="../media/image511.png"/><Relationship Id="rId128" Type="http://schemas.openxmlformats.org/officeDocument/2006/relationships/image" Target="../media/image538.png"/><Relationship Id="rId149" Type="http://schemas.openxmlformats.org/officeDocument/2006/relationships/customXml" Target="../ink/ink892.xml"/><Relationship Id="rId5" Type="http://schemas.openxmlformats.org/officeDocument/2006/relationships/customXml" Target="../ink/ink820.xml"/><Relationship Id="rId95" Type="http://schemas.openxmlformats.org/officeDocument/2006/relationships/customXml" Target="../ink/ink865.xml"/><Relationship Id="rId160" Type="http://schemas.openxmlformats.org/officeDocument/2006/relationships/image" Target="../media/image554.png"/><Relationship Id="rId181" Type="http://schemas.openxmlformats.org/officeDocument/2006/relationships/customXml" Target="../ink/ink908.xml"/><Relationship Id="rId22" Type="http://schemas.openxmlformats.org/officeDocument/2006/relationships/image" Target="../media/image485.png"/><Relationship Id="rId43" Type="http://schemas.openxmlformats.org/officeDocument/2006/relationships/customXml" Target="../ink/ink839.xml"/><Relationship Id="rId64" Type="http://schemas.openxmlformats.org/officeDocument/2006/relationships/image" Target="../media/image506.png"/><Relationship Id="rId118" Type="http://schemas.openxmlformats.org/officeDocument/2006/relationships/image" Target="../media/image533.png"/><Relationship Id="rId139" Type="http://schemas.openxmlformats.org/officeDocument/2006/relationships/customXml" Target="../ink/ink887.xml"/><Relationship Id="rId85" Type="http://schemas.openxmlformats.org/officeDocument/2006/relationships/customXml" Target="../ink/ink860.xml"/><Relationship Id="rId150" Type="http://schemas.openxmlformats.org/officeDocument/2006/relationships/image" Target="../media/image549.png"/><Relationship Id="rId171" Type="http://schemas.openxmlformats.org/officeDocument/2006/relationships/customXml" Target="../ink/ink903.xml"/><Relationship Id="rId12" Type="http://schemas.openxmlformats.org/officeDocument/2006/relationships/image" Target="../media/image480.png"/><Relationship Id="rId33" Type="http://schemas.openxmlformats.org/officeDocument/2006/relationships/customXml" Target="../ink/ink834.xml"/><Relationship Id="rId108" Type="http://schemas.openxmlformats.org/officeDocument/2006/relationships/image" Target="../media/image528.png"/><Relationship Id="rId129" Type="http://schemas.openxmlformats.org/officeDocument/2006/relationships/customXml" Target="../ink/ink882.xml"/><Relationship Id="rId54" Type="http://schemas.openxmlformats.org/officeDocument/2006/relationships/image" Target="../media/image501.png"/><Relationship Id="rId75" Type="http://schemas.openxmlformats.org/officeDocument/2006/relationships/customXml" Target="../ink/ink855.xml"/><Relationship Id="rId96" Type="http://schemas.openxmlformats.org/officeDocument/2006/relationships/image" Target="../media/image522.png"/><Relationship Id="rId140" Type="http://schemas.openxmlformats.org/officeDocument/2006/relationships/image" Target="../media/image544.png"/><Relationship Id="rId161" Type="http://schemas.openxmlformats.org/officeDocument/2006/relationships/customXml" Target="../ink/ink898.xml"/><Relationship Id="rId182" Type="http://schemas.openxmlformats.org/officeDocument/2006/relationships/image" Target="../media/image565.png"/><Relationship Id="rId6" Type="http://schemas.openxmlformats.org/officeDocument/2006/relationships/image" Target="../media/image477.png"/><Relationship Id="rId23" Type="http://schemas.openxmlformats.org/officeDocument/2006/relationships/customXml" Target="../ink/ink829.xml"/><Relationship Id="rId119" Type="http://schemas.openxmlformats.org/officeDocument/2006/relationships/customXml" Target="../ink/ink877.xml"/><Relationship Id="rId44" Type="http://schemas.openxmlformats.org/officeDocument/2006/relationships/image" Target="../media/image496.png"/><Relationship Id="rId65" Type="http://schemas.openxmlformats.org/officeDocument/2006/relationships/customXml" Target="../ink/ink850.xml"/><Relationship Id="rId86" Type="http://schemas.openxmlformats.org/officeDocument/2006/relationships/image" Target="../media/image517.png"/><Relationship Id="rId130" Type="http://schemas.openxmlformats.org/officeDocument/2006/relationships/image" Target="../media/image539.png"/><Relationship Id="rId151" Type="http://schemas.openxmlformats.org/officeDocument/2006/relationships/customXml" Target="../ink/ink893.xml"/><Relationship Id="rId172" Type="http://schemas.openxmlformats.org/officeDocument/2006/relationships/image" Target="../media/image560.png"/><Relationship Id="rId13" Type="http://schemas.openxmlformats.org/officeDocument/2006/relationships/customXml" Target="../ink/ink824.xml"/><Relationship Id="rId18" Type="http://schemas.openxmlformats.org/officeDocument/2006/relationships/image" Target="../media/image483.png"/><Relationship Id="rId39" Type="http://schemas.openxmlformats.org/officeDocument/2006/relationships/customXml" Target="../ink/ink837.xml"/><Relationship Id="rId109" Type="http://schemas.openxmlformats.org/officeDocument/2006/relationships/customXml" Target="../ink/ink872.xml"/><Relationship Id="rId34" Type="http://schemas.openxmlformats.org/officeDocument/2006/relationships/image" Target="../media/image491.png"/><Relationship Id="rId50" Type="http://schemas.openxmlformats.org/officeDocument/2006/relationships/image" Target="../media/image499.png"/><Relationship Id="rId55" Type="http://schemas.openxmlformats.org/officeDocument/2006/relationships/customXml" Target="../ink/ink845.xml"/><Relationship Id="rId76" Type="http://schemas.openxmlformats.org/officeDocument/2006/relationships/image" Target="../media/image512.png"/><Relationship Id="rId97" Type="http://schemas.openxmlformats.org/officeDocument/2006/relationships/customXml" Target="../ink/ink866.xml"/><Relationship Id="rId104" Type="http://schemas.openxmlformats.org/officeDocument/2006/relationships/image" Target="../media/image526.png"/><Relationship Id="rId120" Type="http://schemas.openxmlformats.org/officeDocument/2006/relationships/image" Target="../media/image534.png"/><Relationship Id="rId125" Type="http://schemas.openxmlformats.org/officeDocument/2006/relationships/customXml" Target="../ink/ink880.xml"/><Relationship Id="rId141" Type="http://schemas.openxmlformats.org/officeDocument/2006/relationships/customXml" Target="../ink/ink888.xml"/><Relationship Id="rId146" Type="http://schemas.openxmlformats.org/officeDocument/2006/relationships/image" Target="../media/image547.png"/><Relationship Id="rId167" Type="http://schemas.openxmlformats.org/officeDocument/2006/relationships/customXml" Target="../ink/ink901.xml"/><Relationship Id="rId7" Type="http://schemas.openxmlformats.org/officeDocument/2006/relationships/customXml" Target="../ink/ink821.xml"/><Relationship Id="rId71" Type="http://schemas.openxmlformats.org/officeDocument/2006/relationships/customXml" Target="../ink/ink853.xml"/><Relationship Id="rId92" Type="http://schemas.openxmlformats.org/officeDocument/2006/relationships/image" Target="../media/image520.png"/><Relationship Id="rId162" Type="http://schemas.openxmlformats.org/officeDocument/2006/relationships/image" Target="../media/image555.png"/><Relationship Id="rId183" Type="http://schemas.openxmlformats.org/officeDocument/2006/relationships/customXml" Target="../ink/ink909.xml"/><Relationship Id="rId2" Type="http://schemas.openxmlformats.org/officeDocument/2006/relationships/image" Target="../media/image475.png"/><Relationship Id="rId29" Type="http://schemas.openxmlformats.org/officeDocument/2006/relationships/customXml" Target="../ink/ink832.xml"/><Relationship Id="rId24" Type="http://schemas.openxmlformats.org/officeDocument/2006/relationships/image" Target="../media/image486.png"/><Relationship Id="rId40" Type="http://schemas.openxmlformats.org/officeDocument/2006/relationships/image" Target="../media/image494.png"/><Relationship Id="rId45" Type="http://schemas.openxmlformats.org/officeDocument/2006/relationships/customXml" Target="../ink/ink840.xml"/><Relationship Id="rId66" Type="http://schemas.openxmlformats.org/officeDocument/2006/relationships/image" Target="../media/image507.png"/><Relationship Id="rId87" Type="http://schemas.openxmlformats.org/officeDocument/2006/relationships/customXml" Target="../ink/ink861.xml"/><Relationship Id="rId110" Type="http://schemas.openxmlformats.org/officeDocument/2006/relationships/image" Target="../media/image529.png"/><Relationship Id="rId115" Type="http://schemas.openxmlformats.org/officeDocument/2006/relationships/customXml" Target="../ink/ink875.xml"/><Relationship Id="rId131" Type="http://schemas.openxmlformats.org/officeDocument/2006/relationships/customXml" Target="../ink/ink883.xml"/><Relationship Id="rId136" Type="http://schemas.openxmlformats.org/officeDocument/2006/relationships/image" Target="../media/image542.png"/><Relationship Id="rId157" Type="http://schemas.openxmlformats.org/officeDocument/2006/relationships/customXml" Target="../ink/ink896.xml"/><Relationship Id="rId178" Type="http://schemas.openxmlformats.org/officeDocument/2006/relationships/image" Target="../media/image563.png"/><Relationship Id="rId61" Type="http://schemas.openxmlformats.org/officeDocument/2006/relationships/customXml" Target="../ink/ink848.xml"/><Relationship Id="rId82" Type="http://schemas.openxmlformats.org/officeDocument/2006/relationships/image" Target="../media/image515.png"/><Relationship Id="rId152" Type="http://schemas.openxmlformats.org/officeDocument/2006/relationships/image" Target="../media/image550.png"/><Relationship Id="rId173" Type="http://schemas.openxmlformats.org/officeDocument/2006/relationships/customXml" Target="../ink/ink904.xml"/><Relationship Id="rId19" Type="http://schemas.openxmlformats.org/officeDocument/2006/relationships/customXml" Target="../ink/ink827.xml"/><Relationship Id="rId14" Type="http://schemas.openxmlformats.org/officeDocument/2006/relationships/image" Target="../media/image481.png"/><Relationship Id="rId30" Type="http://schemas.openxmlformats.org/officeDocument/2006/relationships/image" Target="../media/image489.png"/><Relationship Id="rId35" Type="http://schemas.openxmlformats.org/officeDocument/2006/relationships/customXml" Target="../ink/ink835.xml"/><Relationship Id="rId56" Type="http://schemas.openxmlformats.org/officeDocument/2006/relationships/image" Target="../media/image502.png"/><Relationship Id="rId77" Type="http://schemas.openxmlformats.org/officeDocument/2006/relationships/customXml" Target="../ink/ink856.xml"/><Relationship Id="rId100" Type="http://schemas.openxmlformats.org/officeDocument/2006/relationships/image" Target="../media/image524.png"/><Relationship Id="rId105" Type="http://schemas.openxmlformats.org/officeDocument/2006/relationships/customXml" Target="../ink/ink870.xml"/><Relationship Id="rId126" Type="http://schemas.openxmlformats.org/officeDocument/2006/relationships/image" Target="../media/image537.png"/><Relationship Id="rId147" Type="http://schemas.openxmlformats.org/officeDocument/2006/relationships/customXml" Target="../ink/ink891.xml"/><Relationship Id="rId168" Type="http://schemas.openxmlformats.org/officeDocument/2006/relationships/image" Target="../media/image558.png"/><Relationship Id="rId8" Type="http://schemas.openxmlformats.org/officeDocument/2006/relationships/image" Target="../media/image478.png"/><Relationship Id="rId51" Type="http://schemas.openxmlformats.org/officeDocument/2006/relationships/customXml" Target="../ink/ink843.xml"/><Relationship Id="rId72" Type="http://schemas.openxmlformats.org/officeDocument/2006/relationships/image" Target="../media/image510.png"/><Relationship Id="rId93" Type="http://schemas.openxmlformats.org/officeDocument/2006/relationships/customXml" Target="../ink/ink864.xml"/><Relationship Id="rId98" Type="http://schemas.openxmlformats.org/officeDocument/2006/relationships/image" Target="../media/image523.png"/><Relationship Id="rId121" Type="http://schemas.openxmlformats.org/officeDocument/2006/relationships/customXml" Target="../ink/ink878.xml"/><Relationship Id="rId142" Type="http://schemas.openxmlformats.org/officeDocument/2006/relationships/image" Target="../media/image545.png"/><Relationship Id="rId163" Type="http://schemas.openxmlformats.org/officeDocument/2006/relationships/customXml" Target="../ink/ink899.xml"/><Relationship Id="rId184" Type="http://schemas.openxmlformats.org/officeDocument/2006/relationships/image" Target="../media/image566.png"/><Relationship Id="rId3" Type="http://schemas.openxmlformats.org/officeDocument/2006/relationships/customXml" Target="../ink/ink819.xml"/><Relationship Id="rId25" Type="http://schemas.openxmlformats.org/officeDocument/2006/relationships/customXml" Target="../ink/ink830.xml"/><Relationship Id="rId46" Type="http://schemas.openxmlformats.org/officeDocument/2006/relationships/image" Target="../media/image497.png"/><Relationship Id="rId67" Type="http://schemas.openxmlformats.org/officeDocument/2006/relationships/customXml" Target="../ink/ink851.xml"/><Relationship Id="rId116" Type="http://schemas.openxmlformats.org/officeDocument/2006/relationships/image" Target="../media/image532.png"/><Relationship Id="rId137" Type="http://schemas.openxmlformats.org/officeDocument/2006/relationships/customXml" Target="../ink/ink886.xml"/><Relationship Id="rId158" Type="http://schemas.openxmlformats.org/officeDocument/2006/relationships/image" Target="../media/image553.png"/><Relationship Id="rId20" Type="http://schemas.openxmlformats.org/officeDocument/2006/relationships/image" Target="../media/image484.png"/><Relationship Id="rId41" Type="http://schemas.openxmlformats.org/officeDocument/2006/relationships/customXml" Target="../ink/ink838.xml"/><Relationship Id="rId62" Type="http://schemas.openxmlformats.org/officeDocument/2006/relationships/image" Target="../media/image505.png"/><Relationship Id="rId83" Type="http://schemas.openxmlformats.org/officeDocument/2006/relationships/customXml" Target="../ink/ink859.xml"/><Relationship Id="rId88" Type="http://schemas.openxmlformats.org/officeDocument/2006/relationships/image" Target="../media/image518.png"/><Relationship Id="rId111" Type="http://schemas.openxmlformats.org/officeDocument/2006/relationships/customXml" Target="../ink/ink873.xml"/><Relationship Id="rId132" Type="http://schemas.openxmlformats.org/officeDocument/2006/relationships/image" Target="../media/image540.png"/><Relationship Id="rId153" Type="http://schemas.openxmlformats.org/officeDocument/2006/relationships/customXml" Target="../ink/ink894.xml"/><Relationship Id="rId174" Type="http://schemas.openxmlformats.org/officeDocument/2006/relationships/image" Target="../media/image561.png"/><Relationship Id="rId179" Type="http://schemas.openxmlformats.org/officeDocument/2006/relationships/customXml" Target="../ink/ink907.xml"/><Relationship Id="rId15" Type="http://schemas.openxmlformats.org/officeDocument/2006/relationships/customXml" Target="../ink/ink825.xml"/><Relationship Id="rId36" Type="http://schemas.openxmlformats.org/officeDocument/2006/relationships/image" Target="../media/image492.png"/><Relationship Id="rId57" Type="http://schemas.openxmlformats.org/officeDocument/2006/relationships/customXml" Target="../ink/ink846.xml"/><Relationship Id="rId106" Type="http://schemas.openxmlformats.org/officeDocument/2006/relationships/image" Target="../media/image527.png"/><Relationship Id="rId127" Type="http://schemas.openxmlformats.org/officeDocument/2006/relationships/customXml" Target="../ink/ink881.xml"/><Relationship Id="rId10" Type="http://schemas.openxmlformats.org/officeDocument/2006/relationships/image" Target="../media/image479.png"/><Relationship Id="rId31" Type="http://schemas.openxmlformats.org/officeDocument/2006/relationships/customXml" Target="../ink/ink833.xml"/><Relationship Id="rId52" Type="http://schemas.openxmlformats.org/officeDocument/2006/relationships/image" Target="../media/image500.png"/><Relationship Id="rId73" Type="http://schemas.openxmlformats.org/officeDocument/2006/relationships/customXml" Target="../ink/ink854.xml"/><Relationship Id="rId78" Type="http://schemas.openxmlformats.org/officeDocument/2006/relationships/image" Target="../media/image513.png"/><Relationship Id="rId94" Type="http://schemas.openxmlformats.org/officeDocument/2006/relationships/image" Target="../media/image521.png"/><Relationship Id="rId99" Type="http://schemas.openxmlformats.org/officeDocument/2006/relationships/customXml" Target="../ink/ink867.xml"/><Relationship Id="rId101" Type="http://schemas.openxmlformats.org/officeDocument/2006/relationships/customXml" Target="../ink/ink868.xml"/><Relationship Id="rId122" Type="http://schemas.openxmlformats.org/officeDocument/2006/relationships/image" Target="../media/image535.png"/><Relationship Id="rId143" Type="http://schemas.openxmlformats.org/officeDocument/2006/relationships/customXml" Target="../ink/ink889.xml"/><Relationship Id="rId148" Type="http://schemas.openxmlformats.org/officeDocument/2006/relationships/image" Target="../media/image548.png"/><Relationship Id="rId164" Type="http://schemas.openxmlformats.org/officeDocument/2006/relationships/image" Target="../media/image556.png"/><Relationship Id="rId169" Type="http://schemas.openxmlformats.org/officeDocument/2006/relationships/customXml" Target="../ink/ink902.xml"/><Relationship Id="rId185" Type="http://schemas.openxmlformats.org/officeDocument/2006/relationships/customXml" Target="../ink/ink910.xml"/><Relationship Id="rId4" Type="http://schemas.openxmlformats.org/officeDocument/2006/relationships/image" Target="../media/image476.png"/><Relationship Id="rId9" Type="http://schemas.openxmlformats.org/officeDocument/2006/relationships/customXml" Target="../ink/ink822.xml"/><Relationship Id="rId180" Type="http://schemas.openxmlformats.org/officeDocument/2006/relationships/image" Target="../media/image564.png"/><Relationship Id="rId26" Type="http://schemas.openxmlformats.org/officeDocument/2006/relationships/image" Target="../media/image487.png"/><Relationship Id="rId47" Type="http://schemas.openxmlformats.org/officeDocument/2006/relationships/customXml" Target="../ink/ink841.xml"/><Relationship Id="rId68" Type="http://schemas.openxmlformats.org/officeDocument/2006/relationships/image" Target="../media/image508.png"/><Relationship Id="rId89" Type="http://schemas.openxmlformats.org/officeDocument/2006/relationships/customXml" Target="../ink/ink862.xml"/><Relationship Id="rId112" Type="http://schemas.openxmlformats.org/officeDocument/2006/relationships/image" Target="../media/image530.png"/><Relationship Id="rId133" Type="http://schemas.openxmlformats.org/officeDocument/2006/relationships/customXml" Target="../ink/ink884.xml"/><Relationship Id="rId154" Type="http://schemas.openxmlformats.org/officeDocument/2006/relationships/image" Target="../media/image551.png"/><Relationship Id="rId175" Type="http://schemas.openxmlformats.org/officeDocument/2006/relationships/customXml" Target="../ink/ink905.xml"/><Relationship Id="rId16" Type="http://schemas.openxmlformats.org/officeDocument/2006/relationships/image" Target="../media/image482.png"/><Relationship Id="rId37" Type="http://schemas.openxmlformats.org/officeDocument/2006/relationships/customXml" Target="../ink/ink836.xml"/><Relationship Id="rId58" Type="http://schemas.openxmlformats.org/officeDocument/2006/relationships/image" Target="../media/image503.png"/><Relationship Id="rId79" Type="http://schemas.openxmlformats.org/officeDocument/2006/relationships/customXml" Target="../ink/ink857.xml"/><Relationship Id="rId102" Type="http://schemas.openxmlformats.org/officeDocument/2006/relationships/image" Target="../media/image525.png"/><Relationship Id="rId123" Type="http://schemas.openxmlformats.org/officeDocument/2006/relationships/customXml" Target="../ink/ink879.xml"/><Relationship Id="rId144" Type="http://schemas.openxmlformats.org/officeDocument/2006/relationships/image" Target="../media/image546.png"/><Relationship Id="rId90" Type="http://schemas.openxmlformats.org/officeDocument/2006/relationships/image" Target="../media/image519.png"/><Relationship Id="rId165" Type="http://schemas.openxmlformats.org/officeDocument/2006/relationships/customXml" Target="../ink/ink900.xml"/><Relationship Id="rId186" Type="http://schemas.openxmlformats.org/officeDocument/2006/relationships/image" Target="../media/image567.png"/><Relationship Id="rId27" Type="http://schemas.openxmlformats.org/officeDocument/2006/relationships/customXml" Target="../ink/ink831.xml"/><Relationship Id="rId48" Type="http://schemas.openxmlformats.org/officeDocument/2006/relationships/image" Target="../media/image498.png"/><Relationship Id="rId69" Type="http://schemas.openxmlformats.org/officeDocument/2006/relationships/customXml" Target="../ink/ink852.xml"/><Relationship Id="rId113" Type="http://schemas.openxmlformats.org/officeDocument/2006/relationships/customXml" Target="../ink/ink874.xml"/><Relationship Id="rId134" Type="http://schemas.openxmlformats.org/officeDocument/2006/relationships/image" Target="../media/image541.png"/><Relationship Id="rId80" Type="http://schemas.openxmlformats.org/officeDocument/2006/relationships/image" Target="../media/image514.png"/><Relationship Id="rId155" Type="http://schemas.openxmlformats.org/officeDocument/2006/relationships/customXml" Target="../ink/ink895.xml"/><Relationship Id="rId176" Type="http://schemas.openxmlformats.org/officeDocument/2006/relationships/image" Target="../media/image562.png"/><Relationship Id="rId17" Type="http://schemas.openxmlformats.org/officeDocument/2006/relationships/customXml" Target="../ink/ink826.xml"/><Relationship Id="rId38" Type="http://schemas.openxmlformats.org/officeDocument/2006/relationships/image" Target="../media/image493.png"/><Relationship Id="rId59" Type="http://schemas.openxmlformats.org/officeDocument/2006/relationships/customXml" Target="../ink/ink847.xml"/><Relationship Id="rId103" Type="http://schemas.openxmlformats.org/officeDocument/2006/relationships/customXml" Target="../ink/ink869.xml"/><Relationship Id="rId124" Type="http://schemas.openxmlformats.org/officeDocument/2006/relationships/image" Target="../media/image536.png"/><Relationship Id="rId70" Type="http://schemas.openxmlformats.org/officeDocument/2006/relationships/image" Target="../media/image509.png"/><Relationship Id="rId91" Type="http://schemas.openxmlformats.org/officeDocument/2006/relationships/customXml" Target="../ink/ink863.xml"/><Relationship Id="rId145" Type="http://schemas.openxmlformats.org/officeDocument/2006/relationships/customXml" Target="../ink/ink890.xml"/><Relationship Id="rId166" Type="http://schemas.openxmlformats.org/officeDocument/2006/relationships/image" Target="../media/image557.png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488.png"/><Relationship Id="rId49" Type="http://schemas.openxmlformats.org/officeDocument/2006/relationships/customXml" Target="../ink/ink842.xml"/><Relationship Id="rId114" Type="http://schemas.openxmlformats.org/officeDocument/2006/relationships/image" Target="../media/image531.png"/><Relationship Id="rId60" Type="http://schemas.openxmlformats.org/officeDocument/2006/relationships/image" Target="../media/image504.png"/><Relationship Id="rId81" Type="http://schemas.openxmlformats.org/officeDocument/2006/relationships/customXml" Target="../ink/ink858.xml"/><Relationship Id="rId135" Type="http://schemas.openxmlformats.org/officeDocument/2006/relationships/customXml" Target="../ink/ink885.xml"/><Relationship Id="rId156" Type="http://schemas.openxmlformats.org/officeDocument/2006/relationships/image" Target="../media/image552.png"/><Relationship Id="rId177" Type="http://schemas.openxmlformats.org/officeDocument/2006/relationships/customXml" Target="../ink/ink90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9.png"/><Relationship Id="rId2" Type="http://schemas.openxmlformats.org/officeDocument/2006/relationships/image" Target="../media/image56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1.png"/><Relationship Id="rId2" Type="http://schemas.openxmlformats.org/officeDocument/2006/relationships/image" Target="../media/image5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13</a:t>
            </a:r>
          </a:p>
          <a:p>
            <a:r>
              <a:rPr lang="en-US" sz="2800" dirty="0">
                <a:latin typeface="PT Sans" panose="020B0503020203020204" pitchFamily="34" charset="0"/>
              </a:rPr>
              <a:t>Sensors 1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0F62A-5953-9048-8A91-6B9C085B7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sensor?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643115-5FF6-CC25-C76E-AB0AEE9443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E1F35FC-9C2C-9A0F-82A0-2C11AD9B5A45}"/>
              </a:ext>
            </a:extLst>
          </p:cNvPr>
          <p:cNvGrpSpPr/>
          <p:nvPr/>
        </p:nvGrpSpPr>
        <p:grpSpPr>
          <a:xfrm>
            <a:off x="1903661" y="1044632"/>
            <a:ext cx="3940200" cy="1551960"/>
            <a:chOff x="1903661" y="1044632"/>
            <a:chExt cx="3940200" cy="155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4001DEC-111B-DA5F-F318-B4BE2E06FF92}"/>
                    </a:ext>
                  </a:extLst>
                </p14:cNvPr>
                <p14:cNvContentPartPr/>
                <p14:nvPr/>
              </p14:nvContentPartPr>
              <p14:xfrm>
                <a:off x="1917341" y="1044632"/>
                <a:ext cx="86760" cy="152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4001DEC-111B-DA5F-F318-B4BE2E06FF9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911221" y="1038512"/>
                  <a:ext cx="99000" cy="153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A83FF50-0094-DBA8-AB2C-DF4ABF993483}"/>
                    </a:ext>
                  </a:extLst>
                </p14:cNvPr>
                <p14:cNvContentPartPr/>
                <p14:nvPr/>
              </p14:nvContentPartPr>
              <p14:xfrm>
                <a:off x="1903661" y="2528912"/>
                <a:ext cx="3186000" cy="676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A83FF50-0094-DBA8-AB2C-DF4ABF99348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97541" y="2522792"/>
                  <a:ext cx="31982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8C9123C-0543-E05E-C2E5-216F3015195E}"/>
                    </a:ext>
                  </a:extLst>
                </p14:cNvPr>
                <p14:cNvContentPartPr/>
                <p14:nvPr/>
              </p14:nvContentPartPr>
              <p14:xfrm>
                <a:off x="2093741" y="1275032"/>
                <a:ext cx="3750120" cy="8809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8C9123C-0543-E05E-C2E5-216F301519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57741" y="1239392"/>
                  <a:ext cx="3821760" cy="952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44642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38ACC-C294-4279-4A2A-D7AE1B800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sensor?</a:t>
            </a:r>
          </a:p>
        </p:txBody>
      </p:sp>
      <p:pic>
        <p:nvPicPr>
          <p:cNvPr id="6" name="Content Placeholder 5" descr="A diagram of electrical components&#10;&#10;Description automatically generated">
            <a:extLst>
              <a:ext uri="{FF2B5EF4-FFF2-40B4-BE49-F238E27FC236}">
                <a16:creationId xmlns:a16="http://schemas.microsoft.com/office/drawing/2014/main" id="{9C6C4E8A-689B-592C-D351-8C1D5D6D64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5310"/>
          <a:stretch/>
        </p:blipFill>
        <p:spPr>
          <a:xfrm>
            <a:off x="1037009" y="584201"/>
            <a:ext cx="9338619" cy="61754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1B611-DAD3-84AB-8660-E517F437D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C1BC629-FB88-0C35-A6A1-0E0756092856}"/>
              </a:ext>
            </a:extLst>
          </p:cNvPr>
          <p:cNvGrpSpPr/>
          <p:nvPr/>
        </p:nvGrpSpPr>
        <p:grpSpPr>
          <a:xfrm>
            <a:off x="6112781" y="85592"/>
            <a:ext cx="1416960" cy="378360"/>
            <a:chOff x="6112781" y="85592"/>
            <a:chExt cx="1416960" cy="37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06E4A29-3D11-3A79-403E-ACE4986FE78B}"/>
                    </a:ext>
                  </a:extLst>
                </p14:cNvPr>
                <p14:cNvContentPartPr/>
                <p14:nvPr/>
              </p14:nvContentPartPr>
              <p14:xfrm>
                <a:off x="6122861" y="204752"/>
                <a:ext cx="37080" cy="259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06E4A29-3D11-3A79-403E-ACE4986FE78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6105221" y="186752"/>
                  <a:ext cx="727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68C36D8-C279-303B-AA0C-B3B10F955021}"/>
                    </a:ext>
                  </a:extLst>
                </p14:cNvPr>
                <p14:cNvContentPartPr/>
                <p14:nvPr/>
              </p14:nvContentPartPr>
              <p14:xfrm>
                <a:off x="6112781" y="187832"/>
                <a:ext cx="93960" cy="1872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68C36D8-C279-303B-AA0C-B3B10F95502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095141" y="170192"/>
                  <a:ext cx="1296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5E510C-3A3F-7C2C-C07B-6EB444ECA824}"/>
                    </a:ext>
                  </a:extLst>
                </p14:cNvPr>
                <p14:cNvContentPartPr/>
                <p14:nvPr/>
              </p14:nvContentPartPr>
              <p14:xfrm>
                <a:off x="6261821" y="183152"/>
                <a:ext cx="160200" cy="198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5E510C-3A3F-7C2C-C07B-6EB444ECA82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244181" y="165152"/>
                  <a:ext cx="195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5AD62D8-B286-643B-5459-D37FB57C63FB}"/>
                    </a:ext>
                  </a:extLst>
                </p14:cNvPr>
                <p14:cNvContentPartPr/>
                <p14:nvPr/>
              </p14:nvContentPartPr>
              <p14:xfrm>
                <a:off x="6499421" y="214472"/>
                <a:ext cx="108000" cy="205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5AD62D8-B286-643B-5459-D37FB57C63F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481421" y="196832"/>
                  <a:ext cx="1436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D1CA455-72AD-190E-C96A-B3A9B130F7A7}"/>
                    </a:ext>
                  </a:extLst>
                </p14:cNvPr>
                <p14:cNvContentPartPr/>
                <p14:nvPr/>
              </p14:nvContentPartPr>
              <p14:xfrm>
                <a:off x="6710381" y="211952"/>
                <a:ext cx="78120" cy="226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D1CA455-72AD-190E-C96A-B3A9B130F7A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692741" y="194312"/>
                  <a:ext cx="1137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CCF554C-DC81-5631-5525-DBAEE346C048}"/>
                    </a:ext>
                  </a:extLst>
                </p14:cNvPr>
                <p14:cNvContentPartPr/>
                <p14:nvPr/>
              </p14:nvContentPartPr>
              <p14:xfrm>
                <a:off x="6869861" y="121592"/>
                <a:ext cx="71640" cy="27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CCF554C-DC81-5631-5525-DBAEE346C04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51861" y="103592"/>
                  <a:ext cx="1072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9CF13C-4901-281D-4509-A5148CB75AF5}"/>
                    </a:ext>
                  </a:extLst>
                </p14:cNvPr>
                <p14:cNvContentPartPr/>
                <p14:nvPr/>
              </p14:nvContentPartPr>
              <p14:xfrm>
                <a:off x="7067861" y="236432"/>
                <a:ext cx="96480" cy="1562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9CF13C-4901-281D-4509-A5148CB75AF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049861" y="218432"/>
                  <a:ext cx="132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89D1BCF-4E74-FA26-E850-66D1AFF95A7E}"/>
                    </a:ext>
                  </a:extLst>
                </p14:cNvPr>
                <p14:cNvContentPartPr/>
                <p14:nvPr/>
              </p14:nvContentPartPr>
              <p14:xfrm>
                <a:off x="7245341" y="85592"/>
                <a:ext cx="284400" cy="3070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89D1BCF-4E74-FA26-E850-66D1AFF95A7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227341" y="67592"/>
                  <a:ext cx="32004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6606E4C-E490-C306-B51F-5A25FA55E710}"/>
              </a:ext>
            </a:extLst>
          </p:cNvPr>
          <p:cNvGrpSpPr/>
          <p:nvPr/>
        </p:nvGrpSpPr>
        <p:grpSpPr>
          <a:xfrm>
            <a:off x="7747541" y="113672"/>
            <a:ext cx="2088720" cy="691200"/>
            <a:chOff x="7747541" y="113672"/>
            <a:chExt cx="2088720" cy="69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611888A-9C37-505D-E546-9BC720EFA4BA}"/>
                    </a:ext>
                  </a:extLst>
                </p14:cNvPr>
                <p14:cNvContentPartPr/>
                <p14:nvPr/>
              </p14:nvContentPartPr>
              <p14:xfrm>
                <a:off x="7747541" y="271352"/>
                <a:ext cx="376200" cy="46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611888A-9C37-505D-E546-9BC720EFA4B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29541" y="253712"/>
                  <a:ext cx="4118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8DAEF59-F209-E970-60A3-BCD678C95A4C}"/>
                    </a:ext>
                  </a:extLst>
                </p14:cNvPr>
                <p14:cNvContentPartPr/>
                <p14:nvPr/>
              </p14:nvContentPartPr>
              <p14:xfrm>
                <a:off x="7994141" y="181352"/>
                <a:ext cx="174960" cy="236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8DAEF59-F209-E970-60A3-BCD678C95A4C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976501" y="163712"/>
                  <a:ext cx="2106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96D86DD-E24C-0DE1-0583-AB1DB2397178}"/>
                    </a:ext>
                  </a:extLst>
                </p14:cNvPr>
                <p14:cNvContentPartPr/>
                <p14:nvPr/>
              </p14:nvContentPartPr>
              <p14:xfrm>
                <a:off x="8319581" y="267392"/>
                <a:ext cx="178560" cy="142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96D86DD-E24C-0DE1-0583-AB1DB239717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301581" y="249752"/>
                  <a:ext cx="214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AF62F63-DF40-6A39-5B87-3F1D601B8F6B}"/>
                    </a:ext>
                  </a:extLst>
                </p14:cNvPr>
                <p14:cNvContentPartPr/>
                <p14:nvPr/>
              </p14:nvContentPartPr>
              <p14:xfrm>
                <a:off x="8542061" y="174512"/>
                <a:ext cx="59760" cy="294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AF62F63-DF40-6A39-5B87-3F1D601B8F6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524061" y="156872"/>
                  <a:ext cx="9540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00629D2-19C7-25B3-5965-9F6462189FAD}"/>
                    </a:ext>
                  </a:extLst>
                </p14:cNvPr>
                <p14:cNvContentPartPr/>
                <p14:nvPr/>
              </p14:nvContentPartPr>
              <p14:xfrm>
                <a:off x="8740421" y="314912"/>
                <a:ext cx="70560" cy="1267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00629D2-19C7-25B3-5965-9F6462189FA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722781" y="297272"/>
                  <a:ext cx="106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A87B399-E819-B80C-C6A7-8F328E1B4AFC}"/>
                    </a:ext>
                  </a:extLst>
                </p14:cNvPr>
                <p14:cNvContentPartPr/>
                <p14:nvPr/>
              </p14:nvContentPartPr>
              <p14:xfrm>
                <a:off x="8938421" y="275312"/>
                <a:ext cx="89640" cy="133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A87B399-E819-B80C-C6A7-8F328E1B4AF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8920421" y="257672"/>
                  <a:ext cx="125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404DE85-0AC8-D4BC-51F8-74556BC7E710}"/>
                    </a:ext>
                  </a:extLst>
                </p14:cNvPr>
                <p14:cNvContentPartPr/>
                <p14:nvPr/>
              </p14:nvContentPartPr>
              <p14:xfrm>
                <a:off x="9068021" y="156872"/>
                <a:ext cx="55440" cy="221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404DE85-0AC8-D4BC-51F8-74556BC7E71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050021" y="139232"/>
                  <a:ext cx="910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56C0CFB-32EF-89AB-3798-AAFDBFE76E08}"/>
                    </a:ext>
                  </a:extLst>
                </p14:cNvPr>
                <p14:cNvContentPartPr/>
                <p14:nvPr/>
              </p14:nvContentPartPr>
              <p14:xfrm>
                <a:off x="9057221" y="287552"/>
                <a:ext cx="111600" cy="10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56C0CFB-32EF-89AB-3798-AAFDBFE76E0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039221" y="269912"/>
                  <a:ext cx="1472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D93A3E-1A66-EB9E-75BA-3BD2548DF799}"/>
                    </a:ext>
                  </a:extLst>
                </p14:cNvPr>
                <p14:cNvContentPartPr/>
                <p14:nvPr/>
              </p14:nvContentPartPr>
              <p14:xfrm>
                <a:off x="9188621" y="268832"/>
                <a:ext cx="81720" cy="124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D93A3E-1A66-EB9E-75BA-3BD2548DF79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9170981" y="251192"/>
                  <a:ext cx="11736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8060C2F-AC8C-D1DB-DE86-325942E9E659}"/>
                    </a:ext>
                  </a:extLst>
                </p14:cNvPr>
                <p14:cNvContentPartPr/>
                <p14:nvPr/>
              </p14:nvContentPartPr>
              <p14:xfrm>
                <a:off x="9359981" y="113672"/>
                <a:ext cx="27720" cy="220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8060C2F-AC8C-D1DB-DE86-325942E9E659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342341" y="95672"/>
                  <a:ext cx="633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8DFB45B-D0B1-060C-3EB2-61A901562775}"/>
                    </a:ext>
                  </a:extLst>
                </p14:cNvPr>
                <p14:cNvContentPartPr/>
                <p14:nvPr/>
              </p14:nvContentPartPr>
              <p14:xfrm>
                <a:off x="9490661" y="206552"/>
                <a:ext cx="94680" cy="1267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8DFB45B-D0B1-060C-3EB2-61A901562775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472661" y="188552"/>
                  <a:ext cx="130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1ACAAE3-E139-ADAC-51CC-2C8B419D52B5}"/>
                    </a:ext>
                  </a:extLst>
                </p14:cNvPr>
                <p14:cNvContentPartPr/>
                <p14:nvPr/>
              </p14:nvContentPartPr>
              <p14:xfrm>
                <a:off x="9618821" y="121592"/>
                <a:ext cx="217440" cy="2808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1ACAAE3-E139-ADAC-51CC-2C8B419D52B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600821" y="103592"/>
                  <a:ext cx="2530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210412-1E4E-CC88-336C-588DB60C543F}"/>
                    </a:ext>
                  </a:extLst>
                </p14:cNvPr>
                <p14:cNvContentPartPr/>
                <p14:nvPr/>
              </p14:nvContentPartPr>
              <p14:xfrm>
                <a:off x="8718821" y="569072"/>
                <a:ext cx="117360" cy="1900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210412-1E4E-CC88-336C-588DB60C543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701181" y="551432"/>
                  <a:ext cx="1530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CCB50FA-2A4E-BCD3-422F-36A2EDF6027D}"/>
                    </a:ext>
                  </a:extLst>
                </p14:cNvPr>
                <p14:cNvContentPartPr/>
                <p14:nvPr/>
              </p14:nvContentPartPr>
              <p14:xfrm>
                <a:off x="8880461" y="529112"/>
                <a:ext cx="60120" cy="247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CCB50FA-2A4E-BCD3-422F-36A2EDF6027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62461" y="511112"/>
                  <a:ext cx="957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CBB752B-1CAA-68EE-AAAD-9410C9BDB63B}"/>
                    </a:ext>
                  </a:extLst>
                </p14:cNvPr>
                <p14:cNvContentPartPr/>
                <p14:nvPr/>
              </p14:nvContentPartPr>
              <p14:xfrm>
                <a:off x="8997461" y="594272"/>
                <a:ext cx="145080" cy="206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CBB752B-1CAA-68EE-AAAD-9410C9BDB63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979461" y="576632"/>
                  <a:ext cx="180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F4AAADE-B7B4-F8E8-BEC1-B32FCEF45EFB}"/>
                    </a:ext>
                  </a:extLst>
                </p14:cNvPr>
                <p14:cNvContentPartPr/>
                <p14:nvPr/>
              </p14:nvContentPartPr>
              <p14:xfrm>
                <a:off x="9127421" y="603272"/>
                <a:ext cx="238320" cy="137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F4AAADE-B7B4-F8E8-BEC1-B32FCEF45EF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9109781" y="585632"/>
                  <a:ext cx="273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DEDE6EF-89AE-E587-994D-35A92BFCB932}"/>
                    </a:ext>
                  </a:extLst>
                </p14:cNvPr>
                <p14:cNvContentPartPr/>
                <p14:nvPr/>
              </p14:nvContentPartPr>
              <p14:xfrm>
                <a:off x="9363941" y="465752"/>
                <a:ext cx="309240" cy="339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DEDE6EF-89AE-E587-994D-35A92BFCB932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346301" y="447752"/>
                  <a:ext cx="344880" cy="37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79FDAA0-578F-9C81-3851-C94CC3496350}"/>
              </a:ext>
            </a:extLst>
          </p:cNvPr>
          <p:cNvGrpSpPr/>
          <p:nvPr/>
        </p:nvGrpSpPr>
        <p:grpSpPr>
          <a:xfrm>
            <a:off x="6225101" y="1155872"/>
            <a:ext cx="1764000" cy="1484280"/>
            <a:chOff x="6225101" y="1155872"/>
            <a:chExt cx="1764000" cy="148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36CB4FB-91D4-F49C-097E-7B3D5D14F3E6}"/>
                    </a:ext>
                  </a:extLst>
                </p14:cNvPr>
                <p14:cNvContentPartPr/>
                <p14:nvPr/>
              </p14:nvContentPartPr>
              <p14:xfrm>
                <a:off x="6325901" y="1285112"/>
                <a:ext cx="56880" cy="11142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36CB4FB-91D4-F49C-097E-7B3D5D14F3E6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308261" y="1267472"/>
                  <a:ext cx="92520" cy="11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23869CC-3FC5-18DC-216C-F04D17753190}"/>
                    </a:ext>
                  </a:extLst>
                </p14:cNvPr>
                <p14:cNvContentPartPr/>
                <p14:nvPr/>
              </p14:nvContentPartPr>
              <p14:xfrm>
                <a:off x="6225101" y="1287272"/>
                <a:ext cx="206280" cy="186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23869CC-3FC5-18DC-216C-F04D1775319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207461" y="1269632"/>
                  <a:ext cx="2419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7FDF053-60D1-59BD-8294-31024CEA48EE}"/>
                    </a:ext>
                  </a:extLst>
                </p14:cNvPr>
                <p14:cNvContentPartPr/>
                <p14:nvPr/>
              </p14:nvContentPartPr>
              <p14:xfrm>
                <a:off x="6335981" y="2320832"/>
                <a:ext cx="1653120" cy="296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7FDF053-60D1-59BD-8294-31024CEA48E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317981" y="2302832"/>
                  <a:ext cx="16887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61CBE27-35B3-1BBD-4D7B-E16ECB35705F}"/>
                    </a:ext>
                  </a:extLst>
                </p14:cNvPr>
                <p14:cNvContentPartPr/>
                <p14:nvPr/>
              </p14:nvContentPartPr>
              <p14:xfrm>
                <a:off x="7832861" y="2423792"/>
                <a:ext cx="118800" cy="216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61CBE27-35B3-1BBD-4D7B-E16ECB35705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815221" y="2405792"/>
                  <a:ext cx="1544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F7A283D-DD43-6CCC-B841-4D0AADB09FC9}"/>
                    </a:ext>
                  </a:extLst>
                </p14:cNvPr>
                <p14:cNvContentPartPr/>
                <p14:nvPr/>
              </p14:nvContentPartPr>
              <p14:xfrm>
                <a:off x="6301061" y="1560872"/>
                <a:ext cx="1637640" cy="756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F7A283D-DD43-6CCC-B841-4D0AADB09FC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283421" y="1542872"/>
                  <a:ext cx="1673280" cy="79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99F0DAF-3B75-FC18-C33E-347D81F87F32}"/>
                    </a:ext>
                  </a:extLst>
                </p14:cNvPr>
                <p14:cNvContentPartPr/>
                <p14:nvPr/>
              </p14:nvContentPartPr>
              <p14:xfrm>
                <a:off x="6480341" y="2221112"/>
                <a:ext cx="12240" cy="36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99F0DAF-3B75-FC18-C33E-347D81F87F32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462341" y="2203112"/>
                  <a:ext cx="478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46AF8F0-334B-CF39-672C-2AAD1A4B0BAC}"/>
                    </a:ext>
                  </a:extLst>
                </p14:cNvPr>
                <p14:cNvContentPartPr/>
                <p14:nvPr/>
              </p14:nvContentPartPr>
              <p14:xfrm>
                <a:off x="6559901" y="2145872"/>
                <a:ext cx="71280" cy="67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46AF8F0-334B-CF39-672C-2AAD1A4B0BA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542261" y="2127872"/>
                  <a:ext cx="106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90CCFDA-5E1F-04B0-AAF3-F258078962CA}"/>
                    </a:ext>
                  </a:extLst>
                </p14:cNvPr>
                <p14:cNvContentPartPr/>
                <p14:nvPr/>
              </p14:nvContentPartPr>
              <p14:xfrm>
                <a:off x="6708941" y="2160992"/>
                <a:ext cx="5400" cy="140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90CCFDA-5E1F-04B0-AAF3-F258078962C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691301" y="2142992"/>
                  <a:ext cx="410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72BAFEA-BA49-48AE-8D78-FC1D6A4F0745}"/>
                    </a:ext>
                  </a:extLst>
                </p14:cNvPr>
                <p14:cNvContentPartPr/>
                <p14:nvPr/>
              </p14:nvContentPartPr>
              <p14:xfrm>
                <a:off x="6816941" y="2080712"/>
                <a:ext cx="63720" cy="316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72BAFEA-BA49-48AE-8D78-FC1D6A4F0745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799301" y="2063072"/>
                  <a:ext cx="9936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D6AA44A-907E-7E55-16D4-78BA92C8A96D}"/>
                    </a:ext>
                  </a:extLst>
                </p14:cNvPr>
                <p14:cNvContentPartPr/>
                <p14:nvPr/>
              </p14:nvContentPartPr>
              <p14:xfrm>
                <a:off x="6941141" y="2053352"/>
                <a:ext cx="18360" cy="12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D6AA44A-907E-7E55-16D4-78BA92C8A96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923141" y="2035712"/>
                  <a:ext cx="5400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2717E0E-428D-220D-EB7F-1D843553A599}"/>
                    </a:ext>
                  </a:extLst>
                </p14:cNvPr>
                <p14:cNvContentPartPr/>
                <p14:nvPr/>
              </p14:nvContentPartPr>
              <p14:xfrm>
                <a:off x="6981461" y="1921592"/>
                <a:ext cx="88200" cy="77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2717E0E-428D-220D-EB7F-1D843553A59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963821" y="1903592"/>
                  <a:ext cx="1238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06659C3-C9C4-F3F5-B734-9CFCAA6A4A94}"/>
                    </a:ext>
                  </a:extLst>
                </p14:cNvPr>
                <p14:cNvContentPartPr/>
                <p14:nvPr/>
              </p14:nvContentPartPr>
              <p14:xfrm>
                <a:off x="7098821" y="1705952"/>
                <a:ext cx="102960" cy="187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06659C3-C9C4-F3F5-B734-9CFCAA6A4A94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081181" y="1688312"/>
                  <a:ext cx="1386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6FD593B-D281-241A-6648-87D0628167B2}"/>
                    </a:ext>
                  </a:extLst>
                </p14:cNvPr>
                <p14:cNvContentPartPr/>
                <p14:nvPr/>
              </p14:nvContentPartPr>
              <p14:xfrm>
                <a:off x="7231301" y="1611272"/>
                <a:ext cx="53280" cy="676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6FD593B-D281-241A-6648-87D0628167B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213661" y="1593272"/>
                  <a:ext cx="889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3388D3E-96CC-BF22-69BF-9E38790D34A8}"/>
                    </a:ext>
                  </a:extLst>
                </p14:cNvPr>
                <p14:cNvContentPartPr/>
                <p14:nvPr/>
              </p14:nvContentPartPr>
              <p14:xfrm>
                <a:off x="6558101" y="1155872"/>
                <a:ext cx="534240" cy="442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3388D3E-96CC-BF22-69BF-9E38790D34A8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540461" y="1137872"/>
                  <a:ext cx="569880" cy="79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E83F9A96-05AD-0F9D-D6C6-A47638D2D401}"/>
                  </a:ext>
                </a:extLst>
              </p14:cNvPr>
              <p14:cNvContentPartPr/>
              <p14:nvPr/>
            </p14:nvContentPartPr>
            <p14:xfrm>
              <a:off x="8274941" y="1646552"/>
              <a:ext cx="1474560" cy="71460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E83F9A96-05AD-0F9D-D6C6-A47638D2D401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8256941" y="1628552"/>
                <a:ext cx="1510200" cy="75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6D844E90-70F1-B189-0E41-D438EC05B9B1}"/>
              </a:ext>
            </a:extLst>
          </p:cNvPr>
          <p:cNvGrpSpPr/>
          <p:nvPr/>
        </p:nvGrpSpPr>
        <p:grpSpPr>
          <a:xfrm>
            <a:off x="7545221" y="963632"/>
            <a:ext cx="1023480" cy="392400"/>
            <a:chOff x="7545221" y="963632"/>
            <a:chExt cx="1023480" cy="392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91500BC-FD79-75D5-8CFF-1CD4C169CE74}"/>
                    </a:ext>
                  </a:extLst>
                </p14:cNvPr>
                <p14:cNvContentPartPr/>
                <p14:nvPr/>
              </p14:nvContentPartPr>
              <p14:xfrm>
                <a:off x="7800821" y="1125992"/>
                <a:ext cx="21600" cy="2300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91500BC-FD79-75D5-8CFF-1CD4C169CE7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783181" y="1108352"/>
                  <a:ext cx="572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EC77FB4-4DB3-01B0-C8AC-49B6D388727B}"/>
                    </a:ext>
                  </a:extLst>
                </p14:cNvPr>
                <p14:cNvContentPartPr/>
                <p14:nvPr/>
              </p14:nvContentPartPr>
              <p14:xfrm>
                <a:off x="7815581" y="1088192"/>
                <a:ext cx="166320" cy="209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EC77FB4-4DB3-01B0-C8AC-49B6D388727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797581" y="1070192"/>
                  <a:ext cx="2019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E739DAA-F82D-3EF3-038E-19596DE5930C}"/>
                    </a:ext>
                  </a:extLst>
                </p14:cNvPr>
                <p14:cNvContentPartPr/>
                <p14:nvPr/>
              </p14:nvContentPartPr>
              <p14:xfrm>
                <a:off x="7810181" y="1192592"/>
                <a:ext cx="104760" cy="80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E739DAA-F82D-3EF3-038E-19596DE5930C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792541" y="1174592"/>
                  <a:ext cx="140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2050351-A188-018A-5F85-0111C0EB21B6}"/>
                    </a:ext>
                  </a:extLst>
                </p14:cNvPr>
                <p14:cNvContentPartPr/>
                <p14:nvPr/>
              </p14:nvContentPartPr>
              <p14:xfrm>
                <a:off x="7949141" y="1076672"/>
                <a:ext cx="113760" cy="1731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2050351-A188-018A-5F85-0111C0EB21B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7931141" y="1058672"/>
                  <a:ext cx="149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118CB09-8B3B-D8E8-218C-5983521FA3B1}"/>
                    </a:ext>
                  </a:extLst>
                </p14:cNvPr>
                <p14:cNvContentPartPr/>
                <p14:nvPr/>
              </p14:nvContentPartPr>
              <p14:xfrm>
                <a:off x="7948061" y="1037792"/>
                <a:ext cx="165600" cy="196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118CB09-8B3B-D8E8-218C-5983521FA3B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30421" y="1020152"/>
                  <a:ext cx="201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030718A-202B-BEE1-273D-603BE1602FE3}"/>
                    </a:ext>
                  </a:extLst>
                </p14:cNvPr>
                <p14:cNvContentPartPr/>
                <p14:nvPr/>
              </p14:nvContentPartPr>
              <p14:xfrm>
                <a:off x="8170901" y="963632"/>
                <a:ext cx="182520" cy="125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030718A-202B-BEE1-273D-603BE1602FE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152901" y="945992"/>
                  <a:ext cx="218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EC96511-2462-0B69-45B5-DE577C06EFE3}"/>
                    </a:ext>
                  </a:extLst>
                </p14:cNvPr>
                <p14:cNvContentPartPr/>
                <p14:nvPr/>
              </p14:nvContentPartPr>
              <p14:xfrm>
                <a:off x="7545221" y="1244072"/>
                <a:ext cx="194400" cy="154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EC96511-2462-0B69-45B5-DE577C06EFE3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527221" y="1226432"/>
                  <a:ext cx="230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202DC9-CE23-67EB-AFBE-B1D8910B795C}"/>
                    </a:ext>
                  </a:extLst>
                </p14:cNvPr>
                <p14:cNvContentPartPr/>
                <p14:nvPr/>
              </p14:nvContentPartPr>
              <p14:xfrm>
                <a:off x="7622261" y="1179632"/>
                <a:ext cx="115200" cy="110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202DC9-CE23-67EB-AFBE-B1D8910B795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604621" y="1161632"/>
                  <a:ext cx="150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F2A5154-E02B-27AF-6C73-7709D3BFD45F}"/>
                    </a:ext>
                  </a:extLst>
                </p14:cNvPr>
                <p14:cNvContentPartPr/>
                <p14:nvPr/>
              </p14:nvContentPartPr>
              <p14:xfrm>
                <a:off x="8338301" y="1179632"/>
                <a:ext cx="219600" cy="45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F2A5154-E02B-27AF-6C73-7709D3BFD45F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320301" y="1161992"/>
                  <a:ext cx="2552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485B0E5-0EFF-E897-C853-91A2DD41B302}"/>
                    </a:ext>
                  </a:extLst>
                </p14:cNvPr>
                <p14:cNvContentPartPr/>
                <p14:nvPr/>
              </p14:nvContentPartPr>
              <p14:xfrm>
                <a:off x="8504261" y="1134632"/>
                <a:ext cx="64440" cy="972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485B0E5-0EFF-E897-C853-91A2DD41B30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486261" y="1116992"/>
                  <a:ext cx="100080" cy="13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4E7CE48-3106-0492-0FA1-EB7E9A8DD612}"/>
                  </a:ext>
                </a:extLst>
              </p14:cNvPr>
              <p14:cNvContentPartPr/>
              <p14:nvPr/>
            </p14:nvContentPartPr>
            <p14:xfrm>
              <a:off x="9267821" y="5009312"/>
              <a:ext cx="90000" cy="6084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4E7CE48-3106-0492-0FA1-EB7E9A8DD612}"/>
                  </a:ext>
                </a:extLst>
              </p:cNvPr>
              <p:cNvPicPr/>
              <p:nvPr/>
            </p:nvPicPr>
            <p:blipFill>
              <a:blip r:embed="rId138"/>
              <a:stretch>
                <a:fillRect/>
              </a:stretch>
            </p:blipFill>
            <p:spPr>
              <a:xfrm>
                <a:off x="9249821" y="4991672"/>
                <a:ext cx="12564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43CA9E3D-C8F0-7ABE-68B7-DC581743230D}"/>
                  </a:ext>
                </a:extLst>
              </p14:cNvPr>
              <p14:cNvContentPartPr/>
              <p14:nvPr/>
            </p14:nvContentPartPr>
            <p14:xfrm>
              <a:off x="8921501" y="5246552"/>
              <a:ext cx="59400" cy="460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43CA9E3D-C8F0-7ABE-68B7-DC581743230D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903501" y="5228552"/>
                <a:ext cx="95040" cy="8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3934ACED-B7CB-7100-ED1C-2B3134247A7E}"/>
              </a:ext>
            </a:extLst>
          </p:cNvPr>
          <p:cNvGrpSpPr/>
          <p:nvPr/>
        </p:nvGrpSpPr>
        <p:grpSpPr>
          <a:xfrm>
            <a:off x="8924381" y="5447792"/>
            <a:ext cx="417600" cy="250200"/>
            <a:chOff x="8924381" y="5447792"/>
            <a:chExt cx="417600" cy="25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BBBF657-0705-88CB-922B-DAF82BE67E85}"/>
                    </a:ext>
                  </a:extLst>
                </p14:cNvPr>
                <p14:cNvContentPartPr/>
                <p14:nvPr/>
              </p14:nvContentPartPr>
              <p14:xfrm>
                <a:off x="8924381" y="5447792"/>
                <a:ext cx="83520" cy="71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BBBF657-0705-88CB-922B-DAF82BE67E8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906381" y="5429792"/>
                  <a:ext cx="1191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B648111-B752-3A3E-D279-A2E5F87AD98A}"/>
                    </a:ext>
                  </a:extLst>
                </p14:cNvPr>
                <p14:cNvContentPartPr/>
                <p14:nvPr/>
              </p14:nvContentPartPr>
              <p14:xfrm>
                <a:off x="9198341" y="5582072"/>
                <a:ext cx="143640" cy="115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B648111-B752-3A3E-D279-A2E5F87AD98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180701" y="5564072"/>
                  <a:ext cx="179280" cy="15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5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9A29C6FE-7B2F-4AAE-EEB1-AEFE3A30E7BD}"/>
                  </a:ext>
                </a:extLst>
              </p14:cNvPr>
              <p14:cNvContentPartPr/>
              <p14:nvPr/>
            </p14:nvContentPartPr>
            <p14:xfrm>
              <a:off x="9435221" y="5908952"/>
              <a:ext cx="86760" cy="7020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9A29C6FE-7B2F-4AAE-EEB1-AEFE3A30E7BD}"/>
                  </a:ext>
                </a:extLst>
              </p:cNvPr>
              <p:cNvPicPr/>
              <p:nvPr/>
            </p:nvPicPr>
            <p:blipFill>
              <a:blip r:embed="rId146"/>
              <a:stretch>
                <a:fillRect/>
              </a:stretch>
            </p:blipFill>
            <p:spPr>
              <a:xfrm>
                <a:off x="9417581" y="5890952"/>
                <a:ext cx="122400" cy="10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0488F1ED-0211-F8E1-13F7-3F583EA05724}"/>
              </a:ext>
            </a:extLst>
          </p:cNvPr>
          <p:cNvGrpSpPr/>
          <p:nvPr/>
        </p:nvGrpSpPr>
        <p:grpSpPr>
          <a:xfrm>
            <a:off x="7922861" y="4121552"/>
            <a:ext cx="1808280" cy="785880"/>
            <a:chOff x="7922861" y="4121552"/>
            <a:chExt cx="1808280" cy="78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3356568-B4B8-D458-338E-451B37B2FF06}"/>
                    </a:ext>
                  </a:extLst>
                </p14:cNvPr>
                <p14:cNvContentPartPr/>
                <p14:nvPr/>
              </p14:nvContentPartPr>
              <p14:xfrm>
                <a:off x="8009261" y="4215512"/>
                <a:ext cx="16920" cy="655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3356568-B4B8-D458-338E-451B37B2FF0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991261" y="4197872"/>
                  <a:ext cx="52560" cy="69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1D3BBF4-285D-7ECA-B883-306D0128E122}"/>
                    </a:ext>
                  </a:extLst>
                </p14:cNvPr>
                <p14:cNvContentPartPr/>
                <p14:nvPr/>
              </p14:nvContentPartPr>
              <p14:xfrm>
                <a:off x="7999901" y="4121552"/>
                <a:ext cx="1693440" cy="180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1D3BBF4-285D-7ECA-B883-306D0128E12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982261" y="4103912"/>
                  <a:ext cx="17290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2DCB3C8-02A2-6DA3-97C2-E4003BDCF7FC}"/>
                    </a:ext>
                  </a:extLst>
                </p14:cNvPr>
                <p14:cNvContentPartPr/>
                <p14:nvPr/>
              </p14:nvContentPartPr>
              <p14:xfrm>
                <a:off x="9641501" y="4273112"/>
                <a:ext cx="89640" cy="634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2DCB3C8-02A2-6DA3-97C2-E4003BDCF7F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9623501" y="4255112"/>
                  <a:ext cx="125280" cy="66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8990C78-6D14-2C20-9D24-64E6B09C6FF8}"/>
                    </a:ext>
                  </a:extLst>
                </p14:cNvPr>
                <p14:cNvContentPartPr/>
                <p14:nvPr/>
              </p14:nvContentPartPr>
              <p14:xfrm>
                <a:off x="7922861" y="4747952"/>
                <a:ext cx="1803960" cy="118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8990C78-6D14-2C20-9D24-64E6B09C6FF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904861" y="4730312"/>
                  <a:ext cx="1839600" cy="153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C18B7E6-E0D6-9354-42AB-A8E1B470D17C}"/>
                  </a:ext>
                </a:extLst>
              </p14:cNvPr>
              <p14:cNvContentPartPr/>
              <p14:nvPr/>
            </p14:nvContentPartPr>
            <p14:xfrm>
              <a:off x="6093701" y="506792"/>
              <a:ext cx="1555560" cy="176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C18B7E6-E0D6-9354-42AB-A8E1B470D17C}"/>
                  </a:ext>
                </a:extLst>
              </p:cNvPr>
              <p:cNvPicPr/>
              <p:nvPr/>
            </p:nvPicPr>
            <p:blipFill>
              <a:blip r:embed="rId156"/>
              <a:stretch>
                <a:fillRect/>
              </a:stretch>
            </p:blipFill>
            <p:spPr>
              <a:xfrm>
                <a:off x="6075701" y="488792"/>
                <a:ext cx="1591200" cy="21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311E451C-5D43-2F4E-AD6A-6B900050DB9C}"/>
              </a:ext>
            </a:extLst>
          </p:cNvPr>
          <p:cNvGrpSpPr/>
          <p:nvPr/>
        </p:nvGrpSpPr>
        <p:grpSpPr>
          <a:xfrm>
            <a:off x="10221461" y="1269632"/>
            <a:ext cx="1026720" cy="409320"/>
            <a:chOff x="10221461" y="1269632"/>
            <a:chExt cx="1026720" cy="40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F26DA28-6910-DD7B-3432-CD6DF6B1A809}"/>
                    </a:ext>
                  </a:extLst>
                </p14:cNvPr>
                <p14:cNvContentPartPr/>
                <p14:nvPr/>
              </p14:nvContentPartPr>
              <p14:xfrm>
                <a:off x="10221461" y="1269632"/>
                <a:ext cx="363240" cy="77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F26DA28-6910-DD7B-3432-CD6DF6B1A80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203821" y="1251992"/>
                  <a:ext cx="3988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777DD3F-81EC-7676-8100-CFDC1B602E95}"/>
                    </a:ext>
                  </a:extLst>
                </p14:cNvPr>
                <p14:cNvContentPartPr/>
                <p14:nvPr/>
              </p14:nvContentPartPr>
              <p14:xfrm>
                <a:off x="10338461" y="1319312"/>
                <a:ext cx="103320" cy="299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777DD3F-81EC-7676-8100-CFDC1B602E9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320461" y="1301672"/>
                  <a:ext cx="1389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86C98B8-5A69-E2BA-5FCA-0A946FFA758D}"/>
                    </a:ext>
                  </a:extLst>
                </p14:cNvPr>
                <p14:cNvContentPartPr/>
                <p14:nvPr/>
              </p14:nvContentPartPr>
              <p14:xfrm>
                <a:off x="10479581" y="1436672"/>
                <a:ext cx="552600" cy="174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86C98B8-5A69-E2BA-5FCA-0A946FFA758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461581" y="1419032"/>
                  <a:ext cx="588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040D444-A47C-ACED-407A-9AAE579EA8E9}"/>
                    </a:ext>
                  </a:extLst>
                </p14:cNvPr>
                <p14:cNvContentPartPr/>
                <p14:nvPr/>
              </p14:nvContentPartPr>
              <p14:xfrm>
                <a:off x="11073581" y="1477352"/>
                <a:ext cx="94320" cy="2016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040D444-A47C-ACED-407A-9AAE579EA8E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055941" y="1459352"/>
                  <a:ext cx="1299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A3E2403-C29F-85E5-D355-8B30A89270DB}"/>
                    </a:ext>
                  </a:extLst>
                </p14:cNvPr>
                <p14:cNvContentPartPr/>
                <p14:nvPr/>
              </p14:nvContentPartPr>
              <p14:xfrm>
                <a:off x="11108861" y="1430192"/>
                <a:ext cx="139320" cy="144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A3E2403-C29F-85E5-D355-8B30A89270DB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090861" y="1412192"/>
                  <a:ext cx="17496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B657881-5ABB-B0CA-2738-708E571A8853}"/>
              </a:ext>
            </a:extLst>
          </p:cNvPr>
          <p:cNvGrpSpPr/>
          <p:nvPr/>
        </p:nvGrpSpPr>
        <p:grpSpPr>
          <a:xfrm>
            <a:off x="10686221" y="1866872"/>
            <a:ext cx="986760" cy="428400"/>
            <a:chOff x="10686221" y="1866872"/>
            <a:chExt cx="986760" cy="42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FC8CB9C-18FC-90EB-1416-9888FD27D8E4}"/>
                    </a:ext>
                  </a:extLst>
                </p14:cNvPr>
                <p14:cNvContentPartPr/>
                <p14:nvPr/>
              </p14:nvContentPartPr>
              <p14:xfrm>
                <a:off x="10686221" y="2013752"/>
                <a:ext cx="244080" cy="177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FC8CB9C-18FC-90EB-1416-9888FD27D8E4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668221" y="1996112"/>
                  <a:ext cx="27972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1449FCE-0FE3-0FE9-08DC-3F4867804287}"/>
                    </a:ext>
                  </a:extLst>
                </p14:cNvPr>
                <p14:cNvContentPartPr/>
                <p14:nvPr/>
              </p14:nvContentPartPr>
              <p14:xfrm>
                <a:off x="11046221" y="2000792"/>
                <a:ext cx="213840" cy="137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1449FCE-0FE3-0FE9-08DC-3F4867804287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028221" y="1982792"/>
                  <a:ext cx="2494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79A5F25-9EDB-7D73-207D-0695BA48BBF7}"/>
                    </a:ext>
                  </a:extLst>
                </p14:cNvPr>
                <p14:cNvContentPartPr/>
                <p14:nvPr/>
              </p14:nvContentPartPr>
              <p14:xfrm>
                <a:off x="11175101" y="2049032"/>
                <a:ext cx="24120" cy="246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79A5F25-9EDB-7D73-207D-0695BA48BBF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1157101" y="2031032"/>
                  <a:ext cx="5976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C827B41-13DD-3844-025A-1DC0769CA49F}"/>
                    </a:ext>
                  </a:extLst>
                </p14:cNvPr>
                <p14:cNvContentPartPr/>
                <p14:nvPr/>
              </p14:nvContentPartPr>
              <p14:xfrm>
                <a:off x="11297501" y="1866872"/>
                <a:ext cx="149040" cy="181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C827B41-13DD-3844-025A-1DC0769CA49F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1279501" y="1848872"/>
                  <a:ext cx="1846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2D20892-7AFD-161E-8AE9-E090167830AC}"/>
                    </a:ext>
                  </a:extLst>
                </p14:cNvPr>
                <p14:cNvContentPartPr/>
                <p14:nvPr/>
              </p14:nvContentPartPr>
              <p14:xfrm>
                <a:off x="11481101" y="2090432"/>
                <a:ext cx="191880" cy="198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2D20892-7AFD-161E-8AE9-E090167830A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1463101" y="2072792"/>
                  <a:ext cx="22752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FC9532D-BC11-6FCF-652B-51C8E133F27E}"/>
              </a:ext>
            </a:extLst>
          </p:cNvPr>
          <p:cNvGrpSpPr/>
          <p:nvPr/>
        </p:nvGrpSpPr>
        <p:grpSpPr>
          <a:xfrm>
            <a:off x="10952621" y="2530352"/>
            <a:ext cx="300240" cy="374040"/>
            <a:chOff x="10952621" y="2530352"/>
            <a:chExt cx="300240" cy="37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484D481-341A-A5D5-C6B1-6EAAF5B11BB2}"/>
                    </a:ext>
                  </a:extLst>
                </p14:cNvPr>
                <p14:cNvContentPartPr/>
                <p14:nvPr/>
              </p14:nvContentPartPr>
              <p14:xfrm>
                <a:off x="11034701" y="2530352"/>
                <a:ext cx="61560" cy="338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484D481-341A-A5D5-C6B1-6EAAF5B11BB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016701" y="2512352"/>
                  <a:ext cx="9720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55A5F45-4B89-9CF8-EDC2-3FA782DE6E3F}"/>
                    </a:ext>
                  </a:extLst>
                </p14:cNvPr>
                <p14:cNvContentPartPr/>
                <p14:nvPr/>
              </p14:nvContentPartPr>
              <p14:xfrm>
                <a:off x="10952621" y="2718992"/>
                <a:ext cx="300240" cy="185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55A5F45-4B89-9CF8-EDC2-3FA782DE6E3F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934981" y="2700992"/>
                  <a:ext cx="33588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5B93B283-0943-AA78-57FE-784693B63E04}"/>
              </a:ext>
            </a:extLst>
          </p:cNvPr>
          <p:cNvGrpSpPr/>
          <p:nvPr/>
        </p:nvGrpSpPr>
        <p:grpSpPr>
          <a:xfrm>
            <a:off x="10646981" y="3104912"/>
            <a:ext cx="1086480" cy="255960"/>
            <a:chOff x="10646981" y="3104912"/>
            <a:chExt cx="1086480" cy="25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3D299B4-C6B6-9800-7791-11A7A38F32C0}"/>
                    </a:ext>
                  </a:extLst>
                </p14:cNvPr>
                <p14:cNvContentPartPr/>
                <p14:nvPr/>
              </p14:nvContentPartPr>
              <p14:xfrm>
                <a:off x="10646981" y="3145952"/>
                <a:ext cx="244800" cy="73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3D299B4-C6B6-9800-7791-11A7A38F32C0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629341" y="3128312"/>
                  <a:ext cx="2804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E905ADC-39AD-5F74-8627-3538C238C244}"/>
                    </a:ext>
                  </a:extLst>
                </p14:cNvPr>
                <p14:cNvContentPartPr/>
                <p14:nvPr/>
              </p14:nvContentPartPr>
              <p14:xfrm>
                <a:off x="10772261" y="3173672"/>
                <a:ext cx="32760" cy="187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E905ADC-39AD-5F74-8627-3538C238C244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754261" y="3155672"/>
                  <a:ext cx="684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9727C28-49C1-5938-9D87-25527CAD2F82}"/>
                    </a:ext>
                  </a:extLst>
                </p14:cNvPr>
                <p14:cNvContentPartPr/>
                <p14:nvPr/>
              </p14:nvContentPartPr>
              <p14:xfrm>
                <a:off x="10940021" y="3239552"/>
                <a:ext cx="82080" cy="119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9727C28-49C1-5938-9D87-25527CAD2F8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922381" y="3221912"/>
                  <a:ext cx="1177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B5BCA83-08A6-469A-C3B3-BFD320358D0F}"/>
                    </a:ext>
                  </a:extLst>
                </p14:cNvPr>
                <p14:cNvContentPartPr/>
                <p14:nvPr/>
              </p14:nvContentPartPr>
              <p14:xfrm>
                <a:off x="11091581" y="3234872"/>
                <a:ext cx="147240" cy="81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B5BCA83-08A6-469A-C3B3-BFD320358D0F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073581" y="3216872"/>
                  <a:ext cx="182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B5595BB-581D-F2DC-CE5C-B7EF0BA5C64C}"/>
                    </a:ext>
                  </a:extLst>
                </p14:cNvPr>
                <p14:cNvContentPartPr/>
                <p14:nvPr/>
              </p14:nvContentPartPr>
              <p14:xfrm>
                <a:off x="11380301" y="3104912"/>
                <a:ext cx="353160" cy="245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B5595BB-581D-F2DC-CE5C-B7EF0BA5C64C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362661" y="3087272"/>
                  <a:ext cx="3888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26551A0F-1F05-7612-0A74-9AC8446CE7DF}"/>
              </a:ext>
            </a:extLst>
          </p:cNvPr>
          <p:cNvGrpSpPr/>
          <p:nvPr/>
        </p:nvGrpSpPr>
        <p:grpSpPr>
          <a:xfrm>
            <a:off x="10883141" y="3552752"/>
            <a:ext cx="758160" cy="803880"/>
            <a:chOff x="10883141" y="3552752"/>
            <a:chExt cx="758160" cy="80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7B8E01E-70B6-4F03-2189-E47B11767756}"/>
                    </a:ext>
                  </a:extLst>
                </p14:cNvPr>
                <p14:cNvContentPartPr/>
                <p14:nvPr/>
              </p14:nvContentPartPr>
              <p14:xfrm>
                <a:off x="11135141" y="3552752"/>
                <a:ext cx="54720" cy="365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7B8E01E-70B6-4F03-2189-E47B11767756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117141" y="3534752"/>
                  <a:ext cx="9036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148E39F-E3AC-7C60-4465-BFDCE7BAF776}"/>
                    </a:ext>
                  </a:extLst>
                </p14:cNvPr>
                <p14:cNvContentPartPr/>
                <p14:nvPr/>
              </p14:nvContentPartPr>
              <p14:xfrm>
                <a:off x="11106341" y="3846152"/>
                <a:ext cx="185040" cy="84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148E39F-E3AC-7C60-4465-BFDCE7BAF77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088701" y="3828152"/>
                  <a:ext cx="2206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80B1228-2E00-3269-2099-C1B0DA84931E}"/>
                    </a:ext>
                  </a:extLst>
                </p14:cNvPr>
                <p14:cNvContentPartPr/>
                <p14:nvPr/>
              </p14:nvContentPartPr>
              <p14:xfrm>
                <a:off x="10883141" y="4143872"/>
                <a:ext cx="156600" cy="212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80B1228-2E00-3269-2099-C1B0DA84931E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865141" y="4126232"/>
                  <a:ext cx="1922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E7DE871-F83C-4042-4CA5-A89C3C4472DE}"/>
                    </a:ext>
                  </a:extLst>
                </p14:cNvPr>
                <p14:cNvContentPartPr/>
                <p14:nvPr/>
              </p14:nvContentPartPr>
              <p14:xfrm>
                <a:off x="11161061" y="4159352"/>
                <a:ext cx="131760" cy="1656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E7DE871-F83C-4042-4CA5-A89C3C4472D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143421" y="4141352"/>
                  <a:ext cx="1674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519BA65-2317-3961-4D45-8F078672B359}"/>
                    </a:ext>
                  </a:extLst>
                </p14:cNvPr>
                <p14:cNvContentPartPr/>
                <p14:nvPr/>
              </p14:nvContentPartPr>
              <p14:xfrm>
                <a:off x="11354381" y="4017152"/>
                <a:ext cx="66600" cy="1350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519BA65-2317-3961-4D45-8F078672B359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336381" y="3999512"/>
                  <a:ext cx="1022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498DD8B-A08D-0542-8EDA-70FD0C9FCA1C}"/>
                    </a:ext>
                  </a:extLst>
                </p14:cNvPr>
                <p14:cNvContentPartPr/>
                <p14:nvPr/>
              </p14:nvContentPartPr>
              <p14:xfrm>
                <a:off x="11508461" y="4132712"/>
                <a:ext cx="132840" cy="1584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498DD8B-A08D-0542-8EDA-70FD0C9FCA1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490461" y="4115072"/>
                  <a:ext cx="168480" cy="194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232021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CF0E5-D410-2A2B-0280-D99110DF3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11F36-91EF-B31F-BD87-0BB3344D2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sensor?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A749C-3AA8-72FE-8150-BD7D26DD3D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BCD1DED-F4F1-8A6E-2F36-C78544BDA9A0}"/>
              </a:ext>
            </a:extLst>
          </p:cNvPr>
          <p:cNvGrpSpPr/>
          <p:nvPr/>
        </p:nvGrpSpPr>
        <p:grpSpPr>
          <a:xfrm>
            <a:off x="6112781" y="85592"/>
            <a:ext cx="1416960" cy="378360"/>
            <a:chOff x="6112781" y="85592"/>
            <a:chExt cx="141696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69E4F3-F7B6-15C3-B75F-B2820771B2B9}"/>
                    </a:ext>
                  </a:extLst>
                </p14:cNvPr>
                <p14:cNvContentPartPr/>
                <p14:nvPr/>
              </p14:nvContentPartPr>
              <p14:xfrm>
                <a:off x="6122861" y="204752"/>
                <a:ext cx="37080" cy="259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69E4F3-F7B6-15C3-B75F-B2820771B2B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04861" y="186752"/>
                  <a:ext cx="727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A462AC4-76B5-3895-A243-F4995FF19C5E}"/>
                    </a:ext>
                  </a:extLst>
                </p14:cNvPr>
                <p14:cNvContentPartPr/>
                <p14:nvPr/>
              </p14:nvContentPartPr>
              <p14:xfrm>
                <a:off x="6112781" y="187832"/>
                <a:ext cx="93960" cy="187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A462AC4-76B5-3895-A243-F4995FF19C5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94712" y="169797"/>
                  <a:ext cx="129737" cy="2229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F8EA79E-533E-6FBA-8117-8D1C40914FC5}"/>
                    </a:ext>
                  </a:extLst>
                </p14:cNvPr>
                <p14:cNvContentPartPr/>
                <p14:nvPr/>
              </p14:nvContentPartPr>
              <p14:xfrm>
                <a:off x="6261821" y="183152"/>
                <a:ext cx="160200" cy="198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F8EA79E-533E-6FBA-8117-8D1C40914FC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243821" y="165152"/>
                  <a:ext cx="195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628501D-CDEF-EA13-7B5D-435C03C1F83B}"/>
                    </a:ext>
                  </a:extLst>
                </p14:cNvPr>
                <p14:cNvContentPartPr/>
                <p14:nvPr/>
              </p14:nvContentPartPr>
              <p14:xfrm>
                <a:off x="6499421" y="214472"/>
                <a:ext cx="108000" cy="205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628501D-CDEF-EA13-7B5D-435C03C1F83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81421" y="196472"/>
                  <a:ext cx="1436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BC651F2-AFAF-5F1A-E30E-367D73D46E2A}"/>
                    </a:ext>
                  </a:extLst>
                </p14:cNvPr>
                <p14:cNvContentPartPr/>
                <p14:nvPr/>
              </p14:nvContentPartPr>
              <p14:xfrm>
                <a:off x="6710381" y="211952"/>
                <a:ext cx="78120" cy="226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BC651F2-AFAF-5F1A-E30E-367D73D46E2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692381" y="193952"/>
                  <a:ext cx="1137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BE80F63-711B-5A96-AE89-453BA6F1F1DB}"/>
                    </a:ext>
                  </a:extLst>
                </p14:cNvPr>
                <p14:cNvContentPartPr/>
                <p14:nvPr/>
              </p14:nvContentPartPr>
              <p14:xfrm>
                <a:off x="6869861" y="121592"/>
                <a:ext cx="71640" cy="273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BE80F63-711B-5A96-AE89-453BA6F1F1D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851861" y="103592"/>
                  <a:ext cx="1072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7BDA081-BC4C-E23B-598D-DA5026B997B0}"/>
                    </a:ext>
                  </a:extLst>
                </p14:cNvPr>
                <p14:cNvContentPartPr/>
                <p14:nvPr/>
              </p14:nvContentPartPr>
              <p14:xfrm>
                <a:off x="7067861" y="236432"/>
                <a:ext cx="96480" cy="156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7BDA081-BC4C-E23B-598D-DA5026B997B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49861" y="218432"/>
                  <a:ext cx="132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A5C8229-8C28-DD82-92EE-A5A0E450A55F}"/>
                    </a:ext>
                  </a:extLst>
                </p14:cNvPr>
                <p14:cNvContentPartPr/>
                <p14:nvPr/>
              </p14:nvContentPartPr>
              <p14:xfrm>
                <a:off x="7245341" y="85592"/>
                <a:ext cx="284400" cy="307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A5C8229-8C28-DD82-92EE-A5A0E450A55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227341" y="67592"/>
                  <a:ext cx="32004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BA4B5B0-DBEC-7A02-CC13-4B7C78FCAB2F}"/>
              </a:ext>
            </a:extLst>
          </p:cNvPr>
          <p:cNvGrpSpPr/>
          <p:nvPr/>
        </p:nvGrpSpPr>
        <p:grpSpPr>
          <a:xfrm>
            <a:off x="7747541" y="113672"/>
            <a:ext cx="2088720" cy="691200"/>
            <a:chOff x="7747541" y="113672"/>
            <a:chExt cx="2088720" cy="691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279ADF1-3E3A-F3AC-9395-E87E27937528}"/>
                    </a:ext>
                  </a:extLst>
                </p14:cNvPr>
                <p14:cNvContentPartPr/>
                <p14:nvPr/>
              </p14:nvContentPartPr>
              <p14:xfrm>
                <a:off x="7747541" y="271352"/>
                <a:ext cx="376200" cy="46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279ADF1-3E3A-F3AC-9395-E87E2793752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729558" y="253352"/>
                  <a:ext cx="411806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71CD40E-6ABF-5832-6C08-7C33E84A1B1B}"/>
                    </a:ext>
                  </a:extLst>
                </p14:cNvPr>
                <p14:cNvContentPartPr/>
                <p14:nvPr/>
              </p14:nvContentPartPr>
              <p14:xfrm>
                <a:off x="7994141" y="181352"/>
                <a:ext cx="174960" cy="236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71CD40E-6ABF-5832-6C08-7C33E84A1B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76104" y="163352"/>
                  <a:ext cx="210673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87FBBF4-4801-634D-B695-EDAD0CCEDEDD}"/>
                    </a:ext>
                  </a:extLst>
                </p14:cNvPr>
                <p14:cNvContentPartPr/>
                <p14:nvPr/>
              </p14:nvContentPartPr>
              <p14:xfrm>
                <a:off x="8319581" y="267392"/>
                <a:ext cx="178560" cy="1422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87FBBF4-4801-634D-B695-EDAD0CCEDE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301581" y="249392"/>
                  <a:ext cx="2142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DE2521D-698B-E67D-0898-F54AA99C3B26}"/>
                    </a:ext>
                  </a:extLst>
                </p14:cNvPr>
                <p14:cNvContentPartPr/>
                <p14:nvPr/>
              </p14:nvContentPartPr>
              <p14:xfrm>
                <a:off x="8542061" y="174512"/>
                <a:ext cx="59760" cy="294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DE2521D-698B-E67D-0898-F54AA99C3B2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524061" y="156512"/>
                  <a:ext cx="9540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149F4EE-98C0-60DE-A1CD-81862E0A7E59}"/>
                    </a:ext>
                  </a:extLst>
                </p14:cNvPr>
                <p14:cNvContentPartPr/>
                <p14:nvPr/>
              </p14:nvContentPartPr>
              <p14:xfrm>
                <a:off x="8740421" y="314912"/>
                <a:ext cx="70560" cy="1267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149F4EE-98C0-60DE-A1CD-81862E0A7E5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722421" y="296912"/>
                  <a:ext cx="106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3E24E52-A933-8C59-718D-67B3BC21E2FD}"/>
                    </a:ext>
                  </a:extLst>
                </p14:cNvPr>
                <p14:cNvContentPartPr/>
                <p14:nvPr/>
              </p14:nvContentPartPr>
              <p14:xfrm>
                <a:off x="8938421" y="275312"/>
                <a:ext cx="89640" cy="1339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3E24E52-A933-8C59-718D-67B3BC21E2F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920421" y="257312"/>
                  <a:ext cx="1252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2DC15F7-7063-81CA-A0A7-5FE579F38B8A}"/>
                    </a:ext>
                  </a:extLst>
                </p14:cNvPr>
                <p14:cNvContentPartPr/>
                <p14:nvPr/>
              </p14:nvContentPartPr>
              <p14:xfrm>
                <a:off x="9068021" y="156872"/>
                <a:ext cx="55440" cy="2210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2DC15F7-7063-81CA-A0A7-5FE579F38B8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050137" y="138843"/>
                  <a:ext cx="90850" cy="2567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5110D1C-46D8-4CB5-6099-B60BA78C35AE}"/>
                    </a:ext>
                  </a:extLst>
                </p14:cNvPr>
                <p14:cNvContentPartPr/>
                <p14:nvPr/>
              </p14:nvContentPartPr>
              <p14:xfrm>
                <a:off x="9057221" y="287552"/>
                <a:ext cx="111600" cy="10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5110D1C-46D8-4CB5-6099-B60BA78C35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039221" y="268931"/>
                  <a:ext cx="147240" cy="476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4D993FB-4390-A4CE-C723-4A6593C38DC3}"/>
                    </a:ext>
                  </a:extLst>
                </p14:cNvPr>
                <p14:cNvContentPartPr/>
                <p14:nvPr/>
              </p14:nvContentPartPr>
              <p14:xfrm>
                <a:off x="9188621" y="268832"/>
                <a:ext cx="81720" cy="124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4D993FB-4390-A4CE-C723-4A6593C38DC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170541" y="250832"/>
                  <a:ext cx="117518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B69EFA0-1D37-F25B-1805-2FC33676D863}"/>
                    </a:ext>
                  </a:extLst>
                </p14:cNvPr>
                <p14:cNvContentPartPr/>
                <p14:nvPr/>
              </p14:nvContentPartPr>
              <p14:xfrm>
                <a:off x="9359981" y="113672"/>
                <a:ext cx="27720" cy="2203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B69EFA0-1D37-F25B-1805-2FC33676D86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341981" y="95672"/>
                  <a:ext cx="633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300CEEB-FBD4-939D-D0C2-1B90E66C7D25}"/>
                    </a:ext>
                  </a:extLst>
                </p14:cNvPr>
                <p14:cNvContentPartPr/>
                <p14:nvPr/>
              </p14:nvContentPartPr>
              <p14:xfrm>
                <a:off x="9490661" y="206552"/>
                <a:ext cx="94680" cy="1267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300CEEB-FBD4-939D-D0C2-1B90E66C7D2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472661" y="188552"/>
                  <a:ext cx="1303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67EC299-91F8-9768-3687-72115F3A4208}"/>
                    </a:ext>
                  </a:extLst>
                </p14:cNvPr>
                <p14:cNvContentPartPr/>
                <p14:nvPr/>
              </p14:nvContentPartPr>
              <p14:xfrm>
                <a:off x="9618821" y="121592"/>
                <a:ext cx="217440" cy="280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67EC299-91F8-9768-3687-72115F3A420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00851" y="103592"/>
                  <a:ext cx="253021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51BDA98-A690-357D-F81A-3ACC7D7B11B7}"/>
                    </a:ext>
                  </a:extLst>
                </p14:cNvPr>
                <p14:cNvContentPartPr/>
                <p14:nvPr/>
              </p14:nvContentPartPr>
              <p14:xfrm>
                <a:off x="8718821" y="569072"/>
                <a:ext cx="117360" cy="190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51BDA98-A690-357D-F81A-3ACC7D7B11B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700821" y="551072"/>
                  <a:ext cx="1530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5647D30-B951-E710-DC36-84751B0378F2}"/>
                    </a:ext>
                  </a:extLst>
                </p14:cNvPr>
                <p14:cNvContentPartPr/>
                <p14:nvPr/>
              </p14:nvContentPartPr>
              <p14:xfrm>
                <a:off x="8880461" y="529112"/>
                <a:ext cx="60120" cy="2476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5647D30-B951-E710-DC36-84751B0378F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862568" y="511112"/>
                  <a:ext cx="95548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2594432-9754-8939-52AC-A8FE11CCEF63}"/>
                    </a:ext>
                  </a:extLst>
                </p14:cNvPr>
                <p14:cNvContentPartPr/>
                <p14:nvPr/>
              </p14:nvContentPartPr>
              <p14:xfrm>
                <a:off x="8997461" y="594272"/>
                <a:ext cx="145080" cy="206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2594432-9754-8939-52AC-A8FE11CCEF6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979461" y="576272"/>
                  <a:ext cx="1807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720CF4D-3808-C3E9-5956-6C43C01D17DE}"/>
                    </a:ext>
                  </a:extLst>
                </p14:cNvPr>
                <p14:cNvContentPartPr/>
                <p14:nvPr/>
              </p14:nvContentPartPr>
              <p14:xfrm>
                <a:off x="9127421" y="603272"/>
                <a:ext cx="238320" cy="137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720CF4D-3808-C3E9-5956-6C43C01D17D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109421" y="585272"/>
                  <a:ext cx="273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3328625-44BC-7313-33B0-487CFE25B0C7}"/>
                    </a:ext>
                  </a:extLst>
                </p14:cNvPr>
                <p14:cNvContentPartPr/>
                <p14:nvPr/>
              </p14:nvContentPartPr>
              <p14:xfrm>
                <a:off x="9363941" y="465752"/>
                <a:ext cx="309240" cy="339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3328625-44BC-7313-33B0-487CFE25B0C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45941" y="447752"/>
                  <a:ext cx="344880" cy="37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B84A5D8-AE31-E9E7-1BFB-715EAA7BC822}"/>
              </a:ext>
            </a:extLst>
          </p:cNvPr>
          <p:cNvGrpSpPr/>
          <p:nvPr/>
        </p:nvGrpSpPr>
        <p:grpSpPr>
          <a:xfrm>
            <a:off x="6225101" y="1155872"/>
            <a:ext cx="1764000" cy="1484280"/>
            <a:chOff x="6225101" y="1155872"/>
            <a:chExt cx="1764000" cy="148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EF5959C-79BB-95D1-39B8-24F26923CC5E}"/>
                    </a:ext>
                  </a:extLst>
                </p14:cNvPr>
                <p14:cNvContentPartPr/>
                <p14:nvPr/>
              </p14:nvContentPartPr>
              <p14:xfrm>
                <a:off x="6325901" y="1285112"/>
                <a:ext cx="56880" cy="1114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EF5959C-79BB-95D1-39B8-24F26923CC5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07901" y="1267112"/>
                  <a:ext cx="92520" cy="11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ADE220E-92EF-1BDE-A48C-D4771A8EF6C4}"/>
                    </a:ext>
                  </a:extLst>
                </p14:cNvPr>
                <p14:cNvContentPartPr/>
                <p14:nvPr/>
              </p14:nvContentPartPr>
              <p14:xfrm>
                <a:off x="6225101" y="1287272"/>
                <a:ext cx="206280" cy="186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ADE220E-92EF-1BDE-A48C-D4771A8EF6C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207070" y="1269237"/>
                  <a:ext cx="241982" cy="22182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B72D95-DC0E-6077-0F14-90398BE804E8}"/>
                    </a:ext>
                  </a:extLst>
                </p14:cNvPr>
                <p14:cNvContentPartPr/>
                <p14:nvPr/>
              </p14:nvContentPartPr>
              <p14:xfrm>
                <a:off x="6335981" y="2320832"/>
                <a:ext cx="1653120" cy="2966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B72D95-DC0E-6077-0F14-90398BE804E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317981" y="2302854"/>
                  <a:ext cx="1688760" cy="33223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FBB6567-2CF1-5D5B-E8A4-33A71EC0B5EE}"/>
                    </a:ext>
                  </a:extLst>
                </p14:cNvPr>
                <p14:cNvContentPartPr/>
                <p14:nvPr/>
              </p14:nvContentPartPr>
              <p14:xfrm>
                <a:off x="7832861" y="2423792"/>
                <a:ext cx="118800" cy="216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FBB6567-2CF1-5D5B-E8A4-33A71EC0B5E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814861" y="2405792"/>
                  <a:ext cx="15444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8B7139C-6CC1-558C-D1FD-83BD718B9424}"/>
                    </a:ext>
                  </a:extLst>
                </p14:cNvPr>
                <p14:cNvContentPartPr/>
                <p14:nvPr/>
              </p14:nvContentPartPr>
              <p14:xfrm>
                <a:off x="6301061" y="1560872"/>
                <a:ext cx="1637640" cy="7560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8B7139C-6CC1-558C-D1FD-83BD718B942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283057" y="1542872"/>
                  <a:ext cx="1673288" cy="79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85763CF-3532-F35F-D4BC-934F00D0C154}"/>
                    </a:ext>
                  </a:extLst>
                </p14:cNvPr>
                <p14:cNvContentPartPr/>
                <p14:nvPr/>
              </p14:nvContentPartPr>
              <p14:xfrm>
                <a:off x="6480341" y="2221112"/>
                <a:ext cx="12240" cy="36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85763CF-3532-F35F-D4BC-934F00D0C1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462341" y="2203112"/>
                  <a:ext cx="478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7E67977-9AFA-C459-7EDD-CB6D5CE273DE}"/>
                    </a:ext>
                  </a:extLst>
                </p14:cNvPr>
                <p14:cNvContentPartPr/>
                <p14:nvPr/>
              </p14:nvContentPartPr>
              <p14:xfrm>
                <a:off x="6559901" y="2145872"/>
                <a:ext cx="71280" cy="676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7E67977-9AFA-C459-7EDD-CB6D5CE273D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41810" y="2127872"/>
                  <a:ext cx="107101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AE33031-C8CE-9BD1-E165-B4AFF3962254}"/>
                    </a:ext>
                  </a:extLst>
                </p14:cNvPr>
                <p14:cNvContentPartPr/>
                <p14:nvPr/>
              </p14:nvContentPartPr>
              <p14:xfrm>
                <a:off x="6708941" y="2160992"/>
                <a:ext cx="5400" cy="14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AE33031-C8CE-9BD1-E165-B4AFF396225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89655" y="2142992"/>
                  <a:ext cx="43586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5B6E931-A7B3-CF49-A736-2F5F9FA67427}"/>
                    </a:ext>
                  </a:extLst>
                </p14:cNvPr>
                <p14:cNvContentPartPr/>
                <p14:nvPr/>
              </p14:nvContentPartPr>
              <p14:xfrm>
                <a:off x="6816941" y="2080712"/>
                <a:ext cx="63720" cy="316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5B6E931-A7B3-CF49-A736-2F5F9FA6742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98941" y="2062505"/>
                  <a:ext cx="99360" cy="677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894BAA8-7908-FB2D-2F5D-4FA15571ED18}"/>
                    </a:ext>
                  </a:extLst>
                </p14:cNvPr>
                <p14:cNvContentPartPr/>
                <p14:nvPr/>
              </p14:nvContentPartPr>
              <p14:xfrm>
                <a:off x="6941141" y="2053352"/>
                <a:ext cx="18360" cy="12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894BAA8-7908-FB2D-2F5D-4FA15571ED1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923141" y="2034807"/>
                  <a:ext cx="540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CCE52DB-B4C2-A678-F725-E90E16A44070}"/>
                    </a:ext>
                  </a:extLst>
                </p14:cNvPr>
                <p14:cNvContentPartPr/>
                <p14:nvPr/>
              </p14:nvContentPartPr>
              <p14:xfrm>
                <a:off x="6981461" y="1921592"/>
                <a:ext cx="88200" cy="77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CCE52DB-B4C2-A678-F725-E90E16A4407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63461" y="1903592"/>
                  <a:ext cx="1238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F5470FF-FB33-B80D-0E2B-9E64CCFA06B4}"/>
                    </a:ext>
                  </a:extLst>
                </p14:cNvPr>
                <p14:cNvContentPartPr/>
                <p14:nvPr/>
              </p14:nvContentPartPr>
              <p14:xfrm>
                <a:off x="7098821" y="1705952"/>
                <a:ext cx="102960" cy="18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F5470FF-FB33-B80D-0E2B-9E64CCFA06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80821" y="1687917"/>
                  <a:ext cx="138600" cy="22326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69421E1-17E1-860E-A121-F5236C5C04C3}"/>
                    </a:ext>
                  </a:extLst>
                </p14:cNvPr>
                <p14:cNvContentPartPr/>
                <p14:nvPr/>
              </p14:nvContentPartPr>
              <p14:xfrm>
                <a:off x="7231301" y="1611272"/>
                <a:ext cx="53280" cy="67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69421E1-17E1-860E-A121-F5236C5C04C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213179" y="1593367"/>
                  <a:ext cx="89162" cy="1031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1B968F8-3BD6-3F1A-7DC2-E98CA78695C4}"/>
                    </a:ext>
                  </a:extLst>
                </p14:cNvPr>
                <p14:cNvContentPartPr/>
                <p14:nvPr/>
              </p14:nvContentPartPr>
              <p14:xfrm>
                <a:off x="6558101" y="1155872"/>
                <a:ext cx="534240" cy="442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1B968F8-3BD6-3F1A-7DC2-E98CA78695C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540101" y="1137872"/>
                  <a:ext cx="569880" cy="79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4C28B23-C6D0-1364-8D06-EE6B0DFFB421}"/>
                  </a:ext>
                </a:extLst>
              </p14:cNvPr>
              <p14:cNvContentPartPr/>
              <p14:nvPr/>
            </p14:nvContentPartPr>
            <p14:xfrm>
              <a:off x="8274941" y="1646552"/>
              <a:ext cx="1474560" cy="71460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4C28B23-C6D0-1364-8D06-EE6B0DFFB421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8256941" y="1628552"/>
                <a:ext cx="1510200" cy="75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EAC2E931-4835-2B51-1310-9407409A0C5A}"/>
              </a:ext>
            </a:extLst>
          </p:cNvPr>
          <p:cNvGrpSpPr/>
          <p:nvPr/>
        </p:nvGrpSpPr>
        <p:grpSpPr>
          <a:xfrm>
            <a:off x="7545221" y="963632"/>
            <a:ext cx="1023480" cy="392400"/>
            <a:chOff x="7545221" y="963632"/>
            <a:chExt cx="1023480" cy="392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2B62BC8-00AC-7765-31EA-E15F8BF29B33}"/>
                    </a:ext>
                  </a:extLst>
                </p14:cNvPr>
                <p14:cNvContentPartPr/>
                <p14:nvPr/>
              </p14:nvContentPartPr>
              <p14:xfrm>
                <a:off x="7800821" y="1125992"/>
                <a:ext cx="21600" cy="2300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2B62BC8-00AC-7765-31EA-E15F8BF29B3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782821" y="1107964"/>
                  <a:ext cx="57240" cy="2657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0E7E2AC2-8BB8-62DB-A8E4-378A0760610C}"/>
                    </a:ext>
                  </a:extLst>
                </p14:cNvPr>
                <p14:cNvContentPartPr/>
                <p14:nvPr/>
              </p14:nvContentPartPr>
              <p14:xfrm>
                <a:off x="7815581" y="1088192"/>
                <a:ext cx="166320" cy="2098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0E7E2AC2-8BB8-62DB-A8E4-378A0760610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797620" y="1070192"/>
                  <a:ext cx="201883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B662507-5CEE-26F1-0D38-EAAA24ACA827}"/>
                    </a:ext>
                  </a:extLst>
                </p14:cNvPr>
                <p14:cNvContentPartPr/>
                <p14:nvPr/>
              </p14:nvContentPartPr>
              <p14:xfrm>
                <a:off x="7810181" y="1192592"/>
                <a:ext cx="104760" cy="806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B662507-5CEE-26F1-0D38-EAAA24ACA82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792181" y="1174592"/>
                  <a:ext cx="140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FAD9BCE-23A8-F3DF-0AD4-F93AC382730E}"/>
                    </a:ext>
                  </a:extLst>
                </p14:cNvPr>
                <p14:cNvContentPartPr/>
                <p14:nvPr/>
              </p14:nvContentPartPr>
              <p14:xfrm>
                <a:off x="7949141" y="1076672"/>
                <a:ext cx="113760" cy="1731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FAD9BCE-23A8-F3DF-0AD4-F93AC382730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931141" y="1058709"/>
                  <a:ext cx="149400" cy="20872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263B782-7F70-3ADC-FCF4-0C20C72A9FAF}"/>
                    </a:ext>
                  </a:extLst>
                </p14:cNvPr>
                <p14:cNvContentPartPr/>
                <p14:nvPr/>
              </p14:nvContentPartPr>
              <p14:xfrm>
                <a:off x="7948061" y="1037792"/>
                <a:ext cx="165600" cy="1962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263B782-7F70-3ADC-FCF4-0C20C72A9FA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930061" y="1019792"/>
                  <a:ext cx="2012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747F028-B423-0B0C-80AA-871265F8FA04}"/>
                    </a:ext>
                  </a:extLst>
                </p14:cNvPr>
                <p14:cNvContentPartPr/>
                <p14:nvPr/>
              </p14:nvContentPartPr>
              <p14:xfrm>
                <a:off x="8170901" y="963632"/>
                <a:ext cx="182520" cy="1256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747F028-B423-0B0C-80AA-871265F8FA0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152901" y="945632"/>
                  <a:ext cx="218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4DA8089-692E-DA7C-22A0-1368FEAEA102}"/>
                    </a:ext>
                  </a:extLst>
                </p14:cNvPr>
                <p14:cNvContentPartPr/>
                <p14:nvPr/>
              </p14:nvContentPartPr>
              <p14:xfrm>
                <a:off x="7545221" y="1244072"/>
                <a:ext cx="194400" cy="15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4DA8089-692E-DA7C-22A0-1368FEAEA10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27221" y="1226072"/>
                  <a:ext cx="2300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8D222FF-9092-C429-8873-C2DF365CE7B5}"/>
                    </a:ext>
                  </a:extLst>
                </p14:cNvPr>
                <p14:cNvContentPartPr/>
                <p14:nvPr/>
              </p14:nvContentPartPr>
              <p14:xfrm>
                <a:off x="7622261" y="1179632"/>
                <a:ext cx="115200" cy="110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8D222FF-9092-C429-8873-C2DF365CE7B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604205" y="1161632"/>
                  <a:ext cx="150952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C49944D-938B-2BB0-EE8D-58D83326B2D5}"/>
                    </a:ext>
                  </a:extLst>
                </p14:cNvPr>
                <p14:cNvContentPartPr/>
                <p14:nvPr/>
              </p14:nvContentPartPr>
              <p14:xfrm>
                <a:off x="8338301" y="1179632"/>
                <a:ext cx="219600" cy="45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C49944D-938B-2BB0-EE8D-58D83326B2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320301" y="1161632"/>
                  <a:ext cx="2552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61CBB79-38D7-6062-3550-68DB6FB9A516}"/>
                    </a:ext>
                  </a:extLst>
                </p14:cNvPr>
                <p14:cNvContentPartPr/>
                <p14:nvPr/>
              </p14:nvContentPartPr>
              <p14:xfrm>
                <a:off x="8504261" y="1134632"/>
                <a:ext cx="64440" cy="972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61CBB79-38D7-6062-3550-68DB6FB9A51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486261" y="1116632"/>
                  <a:ext cx="100080" cy="13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C3A1F69B-BD93-A605-D17E-66DDCBDE18C2}"/>
                  </a:ext>
                </a:extLst>
              </p14:cNvPr>
              <p14:cNvContentPartPr/>
              <p14:nvPr/>
            </p14:nvContentPartPr>
            <p14:xfrm>
              <a:off x="9267821" y="5009312"/>
              <a:ext cx="90000" cy="6084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C3A1F69B-BD93-A605-D17E-66DDCBDE18C2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9249821" y="4991312"/>
                <a:ext cx="12564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D23059A6-7A22-D501-5084-2B8A84D160EE}"/>
                  </a:ext>
                </a:extLst>
              </p14:cNvPr>
              <p14:cNvContentPartPr/>
              <p14:nvPr/>
            </p14:nvContentPartPr>
            <p14:xfrm>
              <a:off x="8921501" y="5246552"/>
              <a:ext cx="59400" cy="460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D23059A6-7A22-D501-5084-2B8A84D160EE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8903501" y="5228552"/>
                <a:ext cx="95040" cy="8172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3AA7FDC9-BA18-CABB-A22F-57B7D46BEFF4}"/>
              </a:ext>
            </a:extLst>
          </p:cNvPr>
          <p:cNvGrpSpPr/>
          <p:nvPr/>
        </p:nvGrpSpPr>
        <p:grpSpPr>
          <a:xfrm>
            <a:off x="8924381" y="5447792"/>
            <a:ext cx="417600" cy="250200"/>
            <a:chOff x="8924381" y="5447792"/>
            <a:chExt cx="417600" cy="25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C8CDF8C-8DD1-5CBF-B10D-0181AA3901D0}"/>
                    </a:ext>
                  </a:extLst>
                </p14:cNvPr>
                <p14:cNvContentPartPr/>
                <p14:nvPr/>
              </p14:nvContentPartPr>
              <p14:xfrm>
                <a:off x="8924381" y="5447792"/>
                <a:ext cx="83520" cy="71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C8CDF8C-8DD1-5CBF-B10D-0181AA3901D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906381" y="5429792"/>
                  <a:ext cx="1191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1278938-AE95-4D55-BBAF-592FB79EB119}"/>
                    </a:ext>
                  </a:extLst>
                </p14:cNvPr>
                <p14:cNvContentPartPr/>
                <p14:nvPr/>
              </p14:nvContentPartPr>
              <p14:xfrm>
                <a:off x="9198341" y="5582072"/>
                <a:ext cx="143640" cy="1159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1278938-AE95-4D55-BBAF-592FB79EB11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180296" y="5564072"/>
                  <a:ext cx="179370" cy="15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E95BEDF1-4384-FC22-B44C-56047C916DAC}"/>
                  </a:ext>
                </a:extLst>
              </p14:cNvPr>
              <p14:cNvContentPartPr/>
              <p14:nvPr/>
            </p14:nvContentPartPr>
            <p14:xfrm>
              <a:off x="9435221" y="5908952"/>
              <a:ext cx="86760" cy="7020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E95BEDF1-4384-FC22-B44C-56047C916DA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9417221" y="5891044"/>
                <a:ext cx="122400" cy="105658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BA2298A6-3382-0076-0EA5-0F6C0FF0C401}"/>
              </a:ext>
            </a:extLst>
          </p:cNvPr>
          <p:cNvGrpSpPr/>
          <p:nvPr/>
        </p:nvGrpSpPr>
        <p:grpSpPr>
          <a:xfrm>
            <a:off x="7922861" y="4121552"/>
            <a:ext cx="1808280" cy="785880"/>
            <a:chOff x="7922861" y="4121552"/>
            <a:chExt cx="1808280" cy="78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5E47D47-1340-EC13-41B4-474AB69C1E65}"/>
                    </a:ext>
                  </a:extLst>
                </p14:cNvPr>
                <p14:cNvContentPartPr/>
                <p14:nvPr/>
              </p14:nvContentPartPr>
              <p14:xfrm>
                <a:off x="8009261" y="4215512"/>
                <a:ext cx="16920" cy="655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5E47D47-1340-EC13-41B4-474AB69C1E6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91261" y="4197512"/>
                  <a:ext cx="52560" cy="69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4B98ECD-2502-4AB2-9EC5-8CA4C341E4D3}"/>
                    </a:ext>
                  </a:extLst>
                </p14:cNvPr>
                <p14:cNvContentPartPr/>
                <p14:nvPr/>
              </p14:nvContentPartPr>
              <p14:xfrm>
                <a:off x="7999901" y="4121552"/>
                <a:ext cx="1693440" cy="1807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4B98ECD-2502-4AB2-9EC5-8CA4C341E4D3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981897" y="4103516"/>
                  <a:ext cx="1729088" cy="21643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7866767-C0E5-56FE-4D4F-99A0CD99047A}"/>
                    </a:ext>
                  </a:extLst>
                </p14:cNvPr>
                <p14:cNvContentPartPr/>
                <p14:nvPr/>
              </p14:nvContentPartPr>
              <p14:xfrm>
                <a:off x="9641501" y="4273112"/>
                <a:ext cx="89640" cy="6343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7866767-C0E5-56FE-4D4F-99A0CD99047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623501" y="4255112"/>
                  <a:ext cx="125280" cy="66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9989B95-8B83-2E12-76FD-A01D582F9E05}"/>
                    </a:ext>
                  </a:extLst>
                </p14:cNvPr>
                <p14:cNvContentPartPr/>
                <p14:nvPr/>
              </p14:nvContentPartPr>
              <p14:xfrm>
                <a:off x="7922861" y="4747952"/>
                <a:ext cx="1803960" cy="1180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9989B95-8B83-2E12-76FD-A01D582F9E05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904865" y="4729952"/>
                  <a:ext cx="1839593" cy="153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3113CC9-C5C3-BE0C-0CC7-B6436CCA5E08}"/>
                  </a:ext>
                </a:extLst>
              </p14:cNvPr>
              <p14:cNvContentPartPr/>
              <p14:nvPr/>
            </p14:nvContentPartPr>
            <p14:xfrm>
              <a:off x="6093701" y="506792"/>
              <a:ext cx="1555560" cy="176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3113CC9-C5C3-BE0C-0CC7-B6436CCA5E08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6075705" y="488792"/>
                <a:ext cx="1591192" cy="21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F8241433-C5E5-9FB1-77B3-5138DBFC050B}"/>
              </a:ext>
            </a:extLst>
          </p:cNvPr>
          <p:cNvGrpSpPr/>
          <p:nvPr/>
        </p:nvGrpSpPr>
        <p:grpSpPr>
          <a:xfrm>
            <a:off x="10221461" y="1269632"/>
            <a:ext cx="1026720" cy="409320"/>
            <a:chOff x="10221461" y="1269632"/>
            <a:chExt cx="1026720" cy="40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8208256-2F5F-D8FF-BF8B-D0EE067DF1A7}"/>
                    </a:ext>
                  </a:extLst>
                </p14:cNvPr>
                <p14:cNvContentPartPr/>
                <p14:nvPr/>
              </p14:nvContentPartPr>
              <p14:xfrm>
                <a:off x="10221461" y="1269632"/>
                <a:ext cx="363240" cy="77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8208256-2F5F-D8FF-BF8B-D0EE067DF1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203461" y="1251548"/>
                  <a:ext cx="398880" cy="11320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FB4BA25-6913-F61E-716A-4EF25B4EBC40}"/>
                    </a:ext>
                  </a:extLst>
                </p14:cNvPr>
                <p14:cNvContentPartPr/>
                <p14:nvPr/>
              </p14:nvContentPartPr>
              <p14:xfrm>
                <a:off x="10338461" y="1319312"/>
                <a:ext cx="103320" cy="299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FB4BA25-6913-F61E-716A-4EF25B4EBC4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320523" y="1301312"/>
                  <a:ext cx="138836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094AC7B-1143-6BED-8757-ACE08B895A18}"/>
                    </a:ext>
                  </a:extLst>
                </p14:cNvPr>
                <p14:cNvContentPartPr/>
                <p14:nvPr/>
              </p14:nvContentPartPr>
              <p14:xfrm>
                <a:off x="10479581" y="1436672"/>
                <a:ext cx="552600" cy="174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094AC7B-1143-6BED-8757-ACE08B895A1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0461581" y="1418672"/>
                  <a:ext cx="5882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429AD30-E661-1CBD-BBD2-28F2F6EF68D0}"/>
                    </a:ext>
                  </a:extLst>
                </p14:cNvPr>
                <p14:cNvContentPartPr/>
                <p14:nvPr/>
              </p14:nvContentPartPr>
              <p14:xfrm>
                <a:off x="11073581" y="1477352"/>
                <a:ext cx="94320" cy="2016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429AD30-E661-1CBD-BBD2-28F2F6EF68D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1055581" y="1459352"/>
                  <a:ext cx="1299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D5DCBFA-B805-E6FA-6C2A-D48D80938C4F}"/>
                    </a:ext>
                  </a:extLst>
                </p14:cNvPr>
                <p14:cNvContentPartPr/>
                <p14:nvPr/>
              </p14:nvContentPartPr>
              <p14:xfrm>
                <a:off x="11108861" y="1430192"/>
                <a:ext cx="139320" cy="144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D5DCBFA-B805-E6FA-6C2A-D48D80938C4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1090861" y="1412192"/>
                  <a:ext cx="17496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6A39825-FDF4-1752-A137-9FA7CB930DC5}"/>
              </a:ext>
            </a:extLst>
          </p:cNvPr>
          <p:cNvGrpSpPr/>
          <p:nvPr/>
        </p:nvGrpSpPr>
        <p:grpSpPr>
          <a:xfrm>
            <a:off x="10686221" y="1866872"/>
            <a:ext cx="986760" cy="428400"/>
            <a:chOff x="10686221" y="1866872"/>
            <a:chExt cx="986760" cy="42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3C763AC-2795-53D3-96F9-59C8D3245143}"/>
                    </a:ext>
                  </a:extLst>
                </p14:cNvPr>
                <p14:cNvContentPartPr/>
                <p14:nvPr/>
              </p14:nvContentPartPr>
              <p14:xfrm>
                <a:off x="10686221" y="2013752"/>
                <a:ext cx="244080" cy="177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3C763AC-2795-53D3-96F9-59C8D324514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668248" y="1995752"/>
                  <a:ext cx="279668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856EF13-C5C1-9052-D077-760259407DEB}"/>
                    </a:ext>
                  </a:extLst>
                </p14:cNvPr>
                <p14:cNvContentPartPr/>
                <p14:nvPr/>
              </p14:nvContentPartPr>
              <p14:xfrm>
                <a:off x="11046221" y="2000792"/>
                <a:ext cx="213840" cy="137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856EF13-C5C1-9052-D077-760259407DE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1028221" y="1982792"/>
                  <a:ext cx="2494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09B9A33-CF2A-A91B-3F6B-0BF4E4FFC30A}"/>
                    </a:ext>
                  </a:extLst>
                </p14:cNvPr>
                <p14:cNvContentPartPr/>
                <p14:nvPr/>
              </p14:nvContentPartPr>
              <p14:xfrm>
                <a:off x="11175101" y="2049032"/>
                <a:ext cx="24120" cy="2462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09B9A33-CF2A-A91B-3F6B-0BF4E4FFC30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1157101" y="2031032"/>
                  <a:ext cx="5976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2324A04-4158-BA7A-FCB9-7A7B9DF59DC9}"/>
                    </a:ext>
                  </a:extLst>
                </p14:cNvPr>
                <p14:cNvContentPartPr/>
                <p14:nvPr/>
              </p14:nvContentPartPr>
              <p14:xfrm>
                <a:off x="11297501" y="1866872"/>
                <a:ext cx="149040" cy="181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2324A04-4158-BA7A-FCB9-7A7B9DF59DC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279501" y="1848908"/>
                  <a:ext cx="184680" cy="2170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EB31463-2F99-0E4C-846D-52FFAC15869E}"/>
                    </a:ext>
                  </a:extLst>
                </p14:cNvPr>
                <p14:cNvContentPartPr/>
                <p14:nvPr/>
              </p14:nvContentPartPr>
              <p14:xfrm>
                <a:off x="11481101" y="2090432"/>
                <a:ext cx="191880" cy="198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EB31463-2F99-0E4C-846D-52FFAC15869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463101" y="2072432"/>
                  <a:ext cx="227520" cy="234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9AF6C303-587B-A2FC-F60E-5E0F85394C20}"/>
              </a:ext>
            </a:extLst>
          </p:cNvPr>
          <p:cNvGrpSpPr/>
          <p:nvPr/>
        </p:nvGrpSpPr>
        <p:grpSpPr>
          <a:xfrm>
            <a:off x="10952621" y="2530352"/>
            <a:ext cx="300240" cy="374040"/>
            <a:chOff x="10952621" y="2530352"/>
            <a:chExt cx="300240" cy="37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FCC4D65-DB2E-F177-03CB-C339FFFBC220}"/>
                    </a:ext>
                  </a:extLst>
                </p14:cNvPr>
                <p14:cNvContentPartPr/>
                <p14:nvPr/>
              </p14:nvContentPartPr>
              <p14:xfrm>
                <a:off x="11034701" y="2530352"/>
                <a:ext cx="61560" cy="338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FCC4D65-DB2E-F177-03CB-C339FFFBC22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1016701" y="2512352"/>
                  <a:ext cx="9720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81E215E-20D1-4CF0-C1EF-AB65512C9018}"/>
                    </a:ext>
                  </a:extLst>
                </p14:cNvPr>
                <p14:cNvContentPartPr/>
                <p14:nvPr/>
              </p14:nvContentPartPr>
              <p14:xfrm>
                <a:off x="10952621" y="2718992"/>
                <a:ext cx="300240" cy="185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81E215E-20D1-4CF0-C1EF-AB65512C901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934621" y="2700992"/>
                  <a:ext cx="335880" cy="22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05BC2F1-800B-7C92-886C-6F102883451A}"/>
              </a:ext>
            </a:extLst>
          </p:cNvPr>
          <p:cNvGrpSpPr/>
          <p:nvPr/>
        </p:nvGrpSpPr>
        <p:grpSpPr>
          <a:xfrm>
            <a:off x="10646981" y="3104912"/>
            <a:ext cx="1086480" cy="255960"/>
            <a:chOff x="10646981" y="3104912"/>
            <a:chExt cx="1086480" cy="25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2A4E0FB-0E53-BA7A-3180-6CFC49F89246}"/>
                    </a:ext>
                  </a:extLst>
                </p14:cNvPr>
                <p14:cNvContentPartPr/>
                <p14:nvPr/>
              </p14:nvContentPartPr>
              <p14:xfrm>
                <a:off x="10646981" y="3145952"/>
                <a:ext cx="244800" cy="73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2A4E0FB-0E53-BA7A-3180-6CFC49F8924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628981" y="3127952"/>
                  <a:ext cx="2804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A81684F-1B73-BE32-323F-5FB34A275AE9}"/>
                    </a:ext>
                  </a:extLst>
                </p14:cNvPr>
                <p14:cNvContentPartPr/>
                <p14:nvPr/>
              </p14:nvContentPartPr>
              <p14:xfrm>
                <a:off x="10772261" y="3173672"/>
                <a:ext cx="32760" cy="187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A81684F-1B73-BE32-323F-5FB34A275AE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754261" y="3155672"/>
                  <a:ext cx="684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3861CE8-E469-94C0-AA58-1BCB9866C432}"/>
                    </a:ext>
                  </a:extLst>
                </p14:cNvPr>
                <p14:cNvContentPartPr/>
                <p14:nvPr/>
              </p14:nvContentPartPr>
              <p14:xfrm>
                <a:off x="10940021" y="3239552"/>
                <a:ext cx="82080" cy="119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3861CE8-E469-94C0-AA58-1BCB9866C43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921942" y="3221498"/>
                  <a:ext cx="117877" cy="15526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ED9EE3B-63A0-18E9-8B93-71330794A3D0}"/>
                    </a:ext>
                  </a:extLst>
                </p14:cNvPr>
                <p14:cNvContentPartPr/>
                <p14:nvPr/>
              </p14:nvContentPartPr>
              <p14:xfrm>
                <a:off x="11091581" y="3234872"/>
                <a:ext cx="147240" cy="81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ED9EE3B-63A0-18E9-8B93-71330794A3D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073581" y="3216872"/>
                  <a:ext cx="1828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DFC6463-D2AC-C806-069D-5465A9D9016F}"/>
                    </a:ext>
                  </a:extLst>
                </p14:cNvPr>
                <p14:cNvContentPartPr/>
                <p14:nvPr/>
              </p14:nvContentPartPr>
              <p14:xfrm>
                <a:off x="11380301" y="3104912"/>
                <a:ext cx="353160" cy="245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DFC6463-D2AC-C806-069D-5465A9D9016F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1362301" y="3086912"/>
                  <a:ext cx="388800" cy="28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10B2B0B-DD09-73D4-9D01-4BCF0D0BA07B}"/>
              </a:ext>
            </a:extLst>
          </p:cNvPr>
          <p:cNvGrpSpPr/>
          <p:nvPr/>
        </p:nvGrpSpPr>
        <p:grpSpPr>
          <a:xfrm>
            <a:off x="10883141" y="3552752"/>
            <a:ext cx="758160" cy="803880"/>
            <a:chOff x="10883141" y="3552752"/>
            <a:chExt cx="758160" cy="80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54179E3-542D-35B2-3F9E-1B4C95C9A528}"/>
                    </a:ext>
                  </a:extLst>
                </p14:cNvPr>
                <p14:cNvContentPartPr/>
                <p14:nvPr/>
              </p14:nvContentPartPr>
              <p14:xfrm>
                <a:off x="11135141" y="3552752"/>
                <a:ext cx="54720" cy="365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54179E3-542D-35B2-3F9E-1B4C95C9A528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117141" y="3534770"/>
                  <a:ext cx="90360" cy="40100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7937B7C-C1E4-F78A-D359-0A3BFFFD5B1D}"/>
                    </a:ext>
                  </a:extLst>
                </p14:cNvPr>
                <p14:cNvContentPartPr/>
                <p14:nvPr/>
              </p14:nvContentPartPr>
              <p14:xfrm>
                <a:off x="11106341" y="3846152"/>
                <a:ext cx="185040" cy="84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7937B7C-C1E4-F78A-D359-0A3BFFFD5B1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088341" y="3828229"/>
                  <a:ext cx="220680" cy="11972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77A0495-696B-20A6-EE0A-9E94D43E49F8}"/>
                    </a:ext>
                  </a:extLst>
                </p14:cNvPr>
                <p14:cNvContentPartPr/>
                <p14:nvPr/>
              </p14:nvContentPartPr>
              <p14:xfrm>
                <a:off x="10883141" y="4143872"/>
                <a:ext cx="156600" cy="2127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77A0495-696B-20A6-EE0A-9E94D43E49F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0865182" y="4125872"/>
                  <a:ext cx="192158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45A6A8B-4868-F8A5-A57F-CAF87F55ED7D}"/>
                    </a:ext>
                  </a:extLst>
                </p14:cNvPr>
                <p14:cNvContentPartPr/>
                <p14:nvPr/>
              </p14:nvContentPartPr>
              <p14:xfrm>
                <a:off x="11161061" y="4159352"/>
                <a:ext cx="131760" cy="1656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45A6A8B-4868-F8A5-A57F-CAF87F55ED7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143061" y="4141391"/>
                  <a:ext cx="167400" cy="2011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9E34706-CE95-E4CB-0C91-F0386A4B9703}"/>
                    </a:ext>
                  </a:extLst>
                </p14:cNvPr>
                <p14:cNvContentPartPr/>
                <p14:nvPr/>
              </p14:nvContentPartPr>
              <p14:xfrm>
                <a:off x="11354381" y="4017152"/>
                <a:ext cx="66600" cy="1350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9E34706-CE95-E4CB-0C91-F0386A4B9703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336381" y="3999104"/>
                  <a:ext cx="102240" cy="17073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613A8B9-9EB7-E983-3BC9-7E433601174D}"/>
                    </a:ext>
                  </a:extLst>
                </p14:cNvPr>
                <p14:cNvContentPartPr/>
                <p14:nvPr/>
              </p14:nvContentPartPr>
              <p14:xfrm>
                <a:off x="11508461" y="4132712"/>
                <a:ext cx="132840" cy="1584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613A8B9-9EB7-E983-3BC9-7E433601174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490510" y="4114712"/>
                  <a:ext cx="168384" cy="194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9703338-452F-CBA5-29FF-8B013A2A4A97}"/>
              </a:ext>
            </a:extLst>
          </p:cNvPr>
          <p:cNvGrpSpPr/>
          <p:nvPr/>
        </p:nvGrpSpPr>
        <p:grpSpPr>
          <a:xfrm>
            <a:off x="986021" y="1189352"/>
            <a:ext cx="1273680" cy="349200"/>
            <a:chOff x="986021" y="1189352"/>
            <a:chExt cx="1273680" cy="34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C1FB7F8-7B32-ED8A-7694-0D717C3F2997}"/>
                    </a:ext>
                  </a:extLst>
                </p14:cNvPr>
                <p14:cNvContentPartPr/>
                <p14:nvPr/>
              </p14:nvContentPartPr>
              <p14:xfrm>
                <a:off x="986021" y="1189352"/>
                <a:ext cx="154440" cy="333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C1FB7F8-7B32-ED8A-7694-0D717C3F299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68381" y="1171352"/>
                  <a:ext cx="1900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8B9C0DD-A9E1-B751-F30C-81C3126F63C8}"/>
                    </a:ext>
                  </a:extLst>
                </p14:cNvPr>
                <p14:cNvContentPartPr/>
                <p14:nvPr/>
              </p14:nvContentPartPr>
              <p14:xfrm>
                <a:off x="1170701" y="1321112"/>
                <a:ext cx="398880" cy="2174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8B9C0DD-A9E1-B751-F30C-81C3126F63C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52701" y="1303472"/>
                  <a:ext cx="434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8EB6E44-AA9A-71BB-9771-C936162A22CA}"/>
                    </a:ext>
                  </a:extLst>
                </p14:cNvPr>
                <p14:cNvContentPartPr/>
                <p14:nvPr/>
              </p14:nvContentPartPr>
              <p14:xfrm>
                <a:off x="1719701" y="1314272"/>
                <a:ext cx="75240" cy="1573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8EB6E44-AA9A-71BB-9771-C936162A22CA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701701" y="1296632"/>
                  <a:ext cx="11088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15FEF44-A717-BC32-F14E-558393BFF2C1}"/>
                    </a:ext>
                  </a:extLst>
                </p14:cNvPr>
                <p14:cNvContentPartPr/>
                <p14:nvPr/>
              </p14:nvContentPartPr>
              <p14:xfrm>
                <a:off x="1879541" y="1347752"/>
                <a:ext cx="104760" cy="939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15FEF44-A717-BC32-F14E-558393BFF2C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861541" y="1329752"/>
                  <a:ext cx="1404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EC0CC1B-F70F-F984-C7E3-8B3E8D4F93CE}"/>
                    </a:ext>
                  </a:extLst>
                </p14:cNvPr>
                <p14:cNvContentPartPr/>
                <p14:nvPr/>
              </p14:nvContentPartPr>
              <p14:xfrm>
                <a:off x="2126501" y="1322912"/>
                <a:ext cx="133200" cy="1332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EC0CC1B-F70F-F984-C7E3-8B3E8D4F93C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2108501" y="1304912"/>
                  <a:ext cx="168840" cy="168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A625660-5D26-2D77-3CDB-0C1F9E8E71CC}"/>
              </a:ext>
            </a:extLst>
          </p:cNvPr>
          <p:cNvGrpSpPr/>
          <p:nvPr/>
        </p:nvGrpSpPr>
        <p:grpSpPr>
          <a:xfrm>
            <a:off x="1722581" y="1842032"/>
            <a:ext cx="244440" cy="525960"/>
            <a:chOff x="1722581" y="1842032"/>
            <a:chExt cx="244440" cy="52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C25E0B66-D89F-5CD0-ECF0-2C4A24BCE6D7}"/>
                    </a:ext>
                  </a:extLst>
                </p14:cNvPr>
                <p14:cNvContentPartPr/>
                <p14:nvPr/>
              </p14:nvContentPartPr>
              <p14:xfrm>
                <a:off x="1722581" y="1842032"/>
                <a:ext cx="102960" cy="4928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C25E0B66-D89F-5CD0-ECF0-2C4A24BCE6D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704941" y="1824392"/>
                  <a:ext cx="13860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53F45F22-C9FB-D4CD-D61C-51DEDA53BB6A}"/>
                    </a:ext>
                  </a:extLst>
                </p14:cNvPr>
                <p14:cNvContentPartPr/>
                <p14:nvPr/>
              </p14:nvContentPartPr>
              <p14:xfrm>
                <a:off x="1742741" y="2205272"/>
                <a:ext cx="224280" cy="162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53F45F22-C9FB-D4CD-D61C-51DEDA53BB6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724741" y="2187632"/>
                  <a:ext cx="259920" cy="19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66977869-2B79-8AFB-3FAC-D270D0BE8F59}"/>
              </a:ext>
            </a:extLst>
          </p:cNvPr>
          <p:cNvGrpSpPr/>
          <p:nvPr/>
        </p:nvGrpSpPr>
        <p:grpSpPr>
          <a:xfrm>
            <a:off x="1284461" y="2615312"/>
            <a:ext cx="1336680" cy="368280"/>
            <a:chOff x="1284461" y="2615312"/>
            <a:chExt cx="1336680" cy="36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C28B2AA-8B5C-0055-E991-56D2808655F8}"/>
                    </a:ext>
                  </a:extLst>
                </p14:cNvPr>
                <p14:cNvContentPartPr/>
                <p14:nvPr/>
              </p14:nvContentPartPr>
              <p14:xfrm>
                <a:off x="1284461" y="2701712"/>
                <a:ext cx="150480" cy="26388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C28B2AA-8B5C-0055-E991-56D2808655F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266821" y="2683712"/>
                  <a:ext cx="18612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772618C-DCCB-2305-3590-ECA5398B139F}"/>
                    </a:ext>
                  </a:extLst>
                </p14:cNvPr>
                <p14:cNvContentPartPr/>
                <p14:nvPr/>
              </p14:nvContentPartPr>
              <p14:xfrm>
                <a:off x="1547981" y="2746352"/>
                <a:ext cx="47160" cy="144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772618C-DCCB-2305-3590-ECA5398B139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529981" y="2728352"/>
                  <a:ext cx="82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B4CE88DD-71BF-BF44-B6DB-7DAA7FD190D8}"/>
                    </a:ext>
                  </a:extLst>
                </p14:cNvPr>
                <p14:cNvContentPartPr/>
                <p14:nvPr/>
              </p14:nvContentPartPr>
              <p14:xfrm>
                <a:off x="1666061" y="2799272"/>
                <a:ext cx="146520" cy="1717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B4CE88DD-71BF-BF44-B6DB-7DAA7FD190D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648421" y="2781632"/>
                  <a:ext cx="1821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692D4A7-865F-32F0-2C5A-109596576ACD}"/>
                    </a:ext>
                  </a:extLst>
                </p14:cNvPr>
                <p14:cNvContentPartPr/>
                <p14:nvPr/>
              </p14:nvContentPartPr>
              <p14:xfrm>
                <a:off x="1895381" y="2819072"/>
                <a:ext cx="113400" cy="11520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692D4A7-865F-32F0-2C5A-109596576AC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877741" y="2801072"/>
                  <a:ext cx="1490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9601070-D096-95CF-BB3B-F3E21C5DADF5}"/>
                    </a:ext>
                  </a:extLst>
                </p14:cNvPr>
                <p14:cNvContentPartPr/>
                <p14:nvPr/>
              </p14:nvContentPartPr>
              <p14:xfrm>
                <a:off x="2132981" y="2701712"/>
                <a:ext cx="63360" cy="2818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9601070-D096-95CF-BB3B-F3E21C5DADF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114981" y="2683712"/>
                  <a:ext cx="990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9E9C915-162E-0FAD-CAD5-8CBEE4EAACCF}"/>
                    </a:ext>
                  </a:extLst>
                </p14:cNvPr>
                <p14:cNvContentPartPr/>
                <p14:nvPr/>
              </p14:nvContentPartPr>
              <p14:xfrm>
                <a:off x="2102381" y="2803952"/>
                <a:ext cx="124560" cy="77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9E9C915-162E-0FAD-CAD5-8CBEE4EAACC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084741" y="2785952"/>
                  <a:ext cx="1602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BE027D5-7FB3-C6BB-272C-053BE78FE474}"/>
                    </a:ext>
                  </a:extLst>
                </p14:cNvPr>
                <p14:cNvContentPartPr/>
                <p14:nvPr/>
              </p14:nvContentPartPr>
              <p14:xfrm>
                <a:off x="2319821" y="2773712"/>
                <a:ext cx="97920" cy="1123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BE027D5-7FB3-C6BB-272C-053BE78FE47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302181" y="2755712"/>
                  <a:ext cx="1335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D49300B-CED2-10AD-B505-351B9AF26841}"/>
                    </a:ext>
                  </a:extLst>
                </p14:cNvPr>
                <p14:cNvContentPartPr/>
                <p14:nvPr/>
              </p14:nvContentPartPr>
              <p14:xfrm>
                <a:off x="2557781" y="2778392"/>
                <a:ext cx="63360" cy="111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D49300B-CED2-10AD-B505-351B9AF2684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540141" y="2760392"/>
                  <a:ext cx="990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DBFB075-494A-DD77-861B-08510ECAC9A0}"/>
                    </a:ext>
                  </a:extLst>
                </p14:cNvPr>
                <p14:cNvContentPartPr/>
                <p14:nvPr/>
              </p14:nvContentPartPr>
              <p14:xfrm>
                <a:off x="2577221" y="2615312"/>
                <a:ext cx="12960" cy="496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DBFB075-494A-DD77-861B-08510ECAC9A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559581" y="2597312"/>
                  <a:ext cx="4860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97E37474-35B4-CCA2-B6D9-82427A15FF3A}"/>
              </a:ext>
            </a:extLst>
          </p:cNvPr>
          <p:cNvGrpSpPr/>
          <p:nvPr/>
        </p:nvGrpSpPr>
        <p:grpSpPr>
          <a:xfrm>
            <a:off x="2828141" y="2667152"/>
            <a:ext cx="408600" cy="282600"/>
            <a:chOff x="2828141" y="2667152"/>
            <a:chExt cx="408600" cy="28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841C706-EC8B-5B93-9867-CEAE4B133004}"/>
                    </a:ext>
                  </a:extLst>
                </p14:cNvPr>
                <p14:cNvContentPartPr/>
                <p14:nvPr/>
              </p14:nvContentPartPr>
              <p14:xfrm>
                <a:off x="2828141" y="2815472"/>
                <a:ext cx="66600" cy="12312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841C706-EC8B-5B93-9867-CEAE4B13300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810141" y="2797472"/>
                  <a:ext cx="1022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D75038C-69DF-C5A3-1032-0E483DA6AF04}"/>
                    </a:ext>
                  </a:extLst>
                </p14:cNvPr>
                <p14:cNvContentPartPr/>
                <p14:nvPr/>
              </p14:nvContentPartPr>
              <p14:xfrm>
                <a:off x="2960981" y="2667152"/>
                <a:ext cx="275760" cy="282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D75038C-69DF-C5A3-1032-0E483DA6AF0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943341" y="2649152"/>
                  <a:ext cx="311400" cy="31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C7BEEA41-EB95-B307-991F-7271AE40E354}"/>
              </a:ext>
            </a:extLst>
          </p:cNvPr>
          <p:cNvGrpSpPr/>
          <p:nvPr/>
        </p:nvGrpSpPr>
        <p:grpSpPr>
          <a:xfrm>
            <a:off x="3608621" y="2537552"/>
            <a:ext cx="871560" cy="375120"/>
            <a:chOff x="3608621" y="2537552"/>
            <a:chExt cx="87156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F8B145C-3C64-C9E6-3D29-5290E89C7266}"/>
                    </a:ext>
                  </a:extLst>
                </p14:cNvPr>
                <p14:cNvContentPartPr/>
                <p14:nvPr/>
              </p14:nvContentPartPr>
              <p14:xfrm>
                <a:off x="3608621" y="2772632"/>
                <a:ext cx="449280" cy="140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F8B145C-3C64-C9E6-3D29-5290E89C7266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590981" y="2754632"/>
                  <a:ext cx="4849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DC22223-257B-2F29-5030-B0D7D4AD49F9}"/>
                    </a:ext>
                  </a:extLst>
                </p14:cNvPr>
                <p14:cNvContentPartPr/>
                <p14:nvPr/>
              </p14:nvContentPartPr>
              <p14:xfrm>
                <a:off x="4181381" y="2708192"/>
                <a:ext cx="37080" cy="1339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DC22223-257B-2F29-5030-B0D7D4AD49F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163741" y="2690192"/>
                  <a:ext cx="7272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238E5F3-72E4-6847-BF67-12887B834EA1}"/>
                    </a:ext>
                  </a:extLst>
                </p14:cNvPr>
                <p14:cNvContentPartPr/>
                <p14:nvPr/>
              </p14:nvContentPartPr>
              <p14:xfrm>
                <a:off x="4175261" y="2537552"/>
                <a:ext cx="10800" cy="32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238E5F3-72E4-6847-BF67-12887B834EA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4157261" y="2519912"/>
                  <a:ext cx="464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41D1E11-618D-4A5A-5317-BFCE051DF881}"/>
                    </a:ext>
                  </a:extLst>
                </p14:cNvPr>
                <p14:cNvContentPartPr/>
                <p14:nvPr/>
              </p14:nvContentPartPr>
              <p14:xfrm>
                <a:off x="4336901" y="2559152"/>
                <a:ext cx="74880" cy="27216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41D1E11-618D-4A5A-5317-BFCE051DF881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4318901" y="2541512"/>
                  <a:ext cx="1105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398F9D5-B1D5-DBB0-57BD-A135D7E98A2F}"/>
                    </a:ext>
                  </a:extLst>
                </p14:cNvPr>
                <p14:cNvContentPartPr/>
                <p14:nvPr/>
              </p14:nvContentPartPr>
              <p14:xfrm>
                <a:off x="4332581" y="2686232"/>
                <a:ext cx="147600" cy="25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398F9D5-B1D5-DBB0-57BD-A135D7E98A2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4314581" y="2668232"/>
                  <a:ext cx="183240" cy="6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61872313-82FC-E5DF-5D23-BD089C812129}"/>
              </a:ext>
            </a:extLst>
          </p:cNvPr>
          <p:cNvGrpSpPr/>
          <p:nvPr/>
        </p:nvGrpSpPr>
        <p:grpSpPr>
          <a:xfrm>
            <a:off x="2441501" y="1033112"/>
            <a:ext cx="1851840" cy="585000"/>
            <a:chOff x="2441501" y="1033112"/>
            <a:chExt cx="1851840" cy="58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50C0F83-A3A6-9E01-EAD9-E8FC8F83DA3A}"/>
                    </a:ext>
                  </a:extLst>
                </p14:cNvPr>
                <p14:cNvContentPartPr/>
                <p14:nvPr/>
              </p14:nvContentPartPr>
              <p14:xfrm>
                <a:off x="2441501" y="1033112"/>
                <a:ext cx="244800" cy="5850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50C0F83-A3A6-9E01-EAD9-E8FC8F83DA3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423501" y="1015112"/>
                  <a:ext cx="28044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2ED7956-1337-4661-B664-8743E34E9B3F}"/>
                    </a:ext>
                  </a:extLst>
                </p14:cNvPr>
                <p14:cNvContentPartPr/>
                <p14:nvPr/>
              </p14:nvContentPartPr>
              <p14:xfrm>
                <a:off x="2795021" y="1265312"/>
                <a:ext cx="48600" cy="2714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2ED7956-1337-4661-B664-8743E34E9B3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777021" y="1247312"/>
                  <a:ext cx="8424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4BCAA81-71E2-5DE7-DD71-B3B03DC27D29}"/>
                    </a:ext>
                  </a:extLst>
                </p14:cNvPr>
                <p14:cNvContentPartPr/>
                <p14:nvPr/>
              </p14:nvContentPartPr>
              <p14:xfrm>
                <a:off x="2747501" y="1273592"/>
                <a:ext cx="117720" cy="770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4BCAA81-71E2-5DE7-DD71-B3B03DC27D29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729501" y="1255592"/>
                  <a:ext cx="1533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825461B3-11AE-5BBB-B4DD-65E2A58BE1DF}"/>
                    </a:ext>
                  </a:extLst>
                </p14:cNvPr>
                <p14:cNvContentPartPr/>
                <p14:nvPr/>
              </p14:nvContentPartPr>
              <p14:xfrm>
                <a:off x="2908781" y="1226432"/>
                <a:ext cx="203400" cy="1386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825461B3-11AE-5BBB-B4DD-65E2A58BE1D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891141" y="1208792"/>
                  <a:ext cx="23904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395AE39-4D7E-1303-E863-5406DA5EBED9}"/>
                    </a:ext>
                  </a:extLst>
                </p14:cNvPr>
                <p14:cNvContentPartPr/>
                <p14:nvPr/>
              </p14:nvContentPartPr>
              <p14:xfrm>
                <a:off x="3209381" y="1271792"/>
                <a:ext cx="160200" cy="189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395AE39-4D7E-1303-E863-5406DA5EBED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91741" y="1253792"/>
                  <a:ext cx="1958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FEF526D-1064-C9BB-3902-F8AEB10CA717}"/>
                    </a:ext>
                  </a:extLst>
                </p14:cNvPr>
                <p14:cNvContentPartPr/>
                <p14:nvPr/>
              </p14:nvContentPartPr>
              <p14:xfrm>
                <a:off x="3480101" y="1291592"/>
                <a:ext cx="112680" cy="1753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FEF526D-1064-C9BB-3902-F8AEB10CA717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462461" y="1273592"/>
                  <a:ext cx="1483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2BDC205-1B07-405F-6AA4-7C51C1E52E11}"/>
                    </a:ext>
                  </a:extLst>
                </p14:cNvPr>
                <p14:cNvContentPartPr/>
                <p14:nvPr/>
              </p14:nvContentPartPr>
              <p14:xfrm>
                <a:off x="3684221" y="1323992"/>
                <a:ext cx="18720" cy="1162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2BDC205-1B07-405F-6AA4-7C51C1E52E1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666221" y="1305992"/>
                  <a:ext cx="543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E4D37D4-C098-0067-7853-47BFB419B7C5}"/>
                    </a:ext>
                  </a:extLst>
                </p14:cNvPr>
                <p14:cNvContentPartPr/>
                <p14:nvPr/>
              </p14:nvContentPartPr>
              <p14:xfrm>
                <a:off x="3718421" y="1218872"/>
                <a:ext cx="30240" cy="518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E4D37D4-C098-0067-7853-47BFB419B7C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700421" y="1200872"/>
                  <a:ext cx="6588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2069D45-A629-01A7-D9DD-5B6BF0F67C28}"/>
                    </a:ext>
                  </a:extLst>
                </p14:cNvPr>
                <p14:cNvContentPartPr/>
                <p14:nvPr/>
              </p14:nvContentPartPr>
              <p14:xfrm>
                <a:off x="3881861" y="1339472"/>
                <a:ext cx="66960" cy="1134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2069D45-A629-01A7-D9DD-5B6BF0F67C28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864221" y="1321832"/>
                  <a:ext cx="1026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6D344F5-32BD-B83E-E502-82EF5EE115DB}"/>
                    </a:ext>
                  </a:extLst>
                </p14:cNvPr>
                <p14:cNvContentPartPr/>
                <p14:nvPr/>
              </p14:nvContentPartPr>
              <p14:xfrm>
                <a:off x="4034141" y="1347752"/>
                <a:ext cx="174600" cy="871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6D344F5-32BD-B83E-E502-82EF5EE115D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016141" y="1329752"/>
                  <a:ext cx="2102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8768E81-FE32-DBDA-CBB7-E8CEF8129CE8}"/>
                    </a:ext>
                  </a:extLst>
                </p14:cNvPr>
                <p14:cNvContentPartPr/>
                <p14:nvPr/>
              </p14:nvContentPartPr>
              <p14:xfrm>
                <a:off x="4243301" y="1146872"/>
                <a:ext cx="50040" cy="2631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8768E81-FE32-DBDA-CBB7-E8CEF8129CE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225301" y="1129232"/>
                  <a:ext cx="8568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001B70A-B684-ACC5-BA4F-3395F5C0E2DB}"/>
              </a:ext>
            </a:extLst>
          </p:cNvPr>
          <p:cNvGrpSpPr/>
          <p:nvPr/>
        </p:nvGrpSpPr>
        <p:grpSpPr>
          <a:xfrm>
            <a:off x="4607981" y="1065152"/>
            <a:ext cx="905760" cy="382320"/>
            <a:chOff x="4607981" y="1065152"/>
            <a:chExt cx="905760" cy="38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24D3F16-1165-F37B-1D53-B3D0AE7E1660}"/>
                    </a:ext>
                  </a:extLst>
                </p14:cNvPr>
                <p14:cNvContentPartPr/>
                <p14:nvPr/>
              </p14:nvContentPartPr>
              <p14:xfrm>
                <a:off x="4607981" y="1318232"/>
                <a:ext cx="241560" cy="1206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24D3F16-1165-F37B-1D53-B3D0AE7E1660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590341" y="1300232"/>
                  <a:ext cx="2772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A012BAB-24A0-8141-DD6D-E0B354A46ECF}"/>
                    </a:ext>
                  </a:extLst>
                </p14:cNvPr>
                <p14:cNvContentPartPr/>
                <p14:nvPr/>
              </p14:nvContentPartPr>
              <p14:xfrm>
                <a:off x="4924781" y="1287992"/>
                <a:ext cx="74880" cy="1396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A012BAB-24A0-8141-DD6D-E0B354A46ECF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907141" y="1270352"/>
                  <a:ext cx="1105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6FB4901-CFD9-93FA-B196-BBBFB93159CC}"/>
                    </a:ext>
                  </a:extLst>
                </p14:cNvPr>
                <p14:cNvContentPartPr/>
                <p14:nvPr/>
              </p14:nvContentPartPr>
              <p14:xfrm>
                <a:off x="5067701" y="1295192"/>
                <a:ext cx="118800" cy="1101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6FB4901-CFD9-93FA-B196-BBBFB93159CC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050061" y="1277552"/>
                  <a:ext cx="1544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C2D43B7-573D-8926-61A8-2E1BB14831D3}"/>
                    </a:ext>
                  </a:extLst>
                </p14:cNvPr>
                <p14:cNvContentPartPr/>
                <p14:nvPr/>
              </p14:nvContentPartPr>
              <p14:xfrm>
                <a:off x="5273981" y="1286912"/>
                <a:ext cx="56880" cy="1004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C2D43B7-573D-8926-61A8-2E1BB14831D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256341" y="1269272"/>
                  <a:ext cx="925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17F3F56-E7A6-A84A-DF13-245DD68F8E23}"/>
                    </a:ext>
                  </a:extLst>
                </p14:cNvPr>
                <p14:cNvContentPartPr/>
                <p14:nvPr/>
              </p14:nvContentPartPr>
              <p14:xfrm>
                <a:off x="5434181" y="1065152"/>
                <a:ext cx="79560" cy="3823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17F3F56-E7A6-A84A-DF13-245DD68F8E2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416181" y="1047152"/>
                  <a:ext cx="115200" cy="41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B40AD386-D373-1911-CC22-43E01583B3A5}"/>
              </a:ext>
            </a:extLst>
          </p:cNvPr>
          <p:cNvGrpSpPr/>
          <p:nvPr/>
        </p:nvGrpSpPr>
        <p:grpSpPr>
          <a:xfrm>
            <a:off x="604781" y="4164752"/>
            <a:ext cx="871200" cy="332640"/>
            <a:chOff x="604781" y="4164752"/>
            <a:chExt cx="871200" cy="3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9F0D5F01-D831-822E-A548-22A54EA2BCDC}"/>
                    </a:ext>
                  </a:extLst>
                </p14:cNvPr>
                <p14:cNvContentPartPr/>
                <p14:nvPr/>
              </p14:nvContentPartPr>
              <p14:xfrm>
                <a:off x="604781" y="4192112"/>
                <a:ext cx="250920" cy="5184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9F0D5F01-D831-822E-A548-22A54EA2BCD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87141" y="4174112"/>
                  <a:ext cx="2865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214AFBA-45E5-C56D-646B-F7A14BE46488}"/>
                    </a:ext>
                  </a:extLst>
                </p14:cNvPr>
                <p14:cNvContentPartPr/>
                <p14:nvPr/>
              </p14:nvContentPartPr>
              <p14:xfrm>
                <a:off x="753461" y="4211552"/>
                <a:ext cx="34920" cy="2858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214AFBA-45E5-C56D-646B-F7A14BE4648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35821" y="4193552"/>
                  <a:ext cx="705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51815DA-D5DF-6A9D-A73F-4F52AD5D7D84}"/>
                    </a:ext>
                  </a:extLst>
                </p14:cNvPr>
                <p14:cNvContentPartPr/>
                <p14:nvPr/>
              </p14:nvContentPartPr>
              <p14:xfrm>
                <a:off x="949661" y="4164752"/>
                <a:ext cx="242280" cy="2242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51815DA-D5DF-6A9D-A73F-4F52AD5D7D8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32021" y="4146752"/>
                  <a:ext cx="2779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2013DD2C-8B83-8877-7330-DFDC437DBF18}"/>
                    </a:ext>
                  </a:extLst>
                </p14:cNvPr>
                <p14:cNvContentPartPr/>
                <p14:nvPr/>
              </p14:nvContentPartPr>
              <p14:xfrm>
                <a:off x="1250261" y="4212992"/>
                <a:ext cx="225720" cy="17496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2013DD2C-8B83-8877-7330-DFDC437DBF1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232261" y="4195352"/>
                  <a:ext cx="26136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48F64041-8EAC-D03E-EB57-243A45489794}"/>
              </a:ext>
            </a:extLst>
          </p:cNvPr>
          <p:cNvGrpSpPr/>
          <p:nvPr/>
        </p:nvGrpSpPr>
        <p:grpSpPr>
          <a:xfrm>
            <a:off x="1647341" y="4144592"/>
            <a:ext cx="1181520" cy="272520"/>
            <a:chOff x="1647341" y="4144592"/>
            <a:chExt cx="118152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5A9441E-E49D-D200-6EC5-82BB4DD3698A}"/>
                    </a:ext>
                  </a:extLst>
                </p14:cNvPr>
                <p14:cNvContentPartPr/>
                <p14:nvPr/>
              </p14:nvContentPartPr>
              <p14:xfrm>
                <a:off x="1647341" y="4270952"/>
                <a:ext cx="378360" cy="1224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5A9441E-E49D-D200-6EC5-82BB4DD3698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629701" y="4252952"/>
                  <a:ext cx="4140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E71046D-56CE-2A8C-75DA-B5FB51A6DF0C}"/>
                    </a:ext>
                  </a:extLst>
                </p14:cNvPr>
                <p14:cNvContentPartPr/>
                <p14:nvPr/>
              </p14:nvContentPartPr>
              <p14:xfrm>
                <a:off x="2072501" y="4315592"/>
                <a:ext cx="37080" cy="1015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E71046D-56CE-2A8C-75DA-B5FB51A6DF0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054861" y="4297592"/>
                  <a:ext cx="727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F636DFF-232B-73D0-0455-4DFF2AC20167}"/>
                    </a:ext>
                  </a:extLst>
                </p14:cNvPr>
                <p14:cNvContentPartPr/>
                <p14:nvPr/>
              </p14:nvContentPartPr>
              <p14:xfrm>
                <a:off x="2093741" y="4144592"/>
                <a:ext cx="31320" cy="709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F636DFF-232B-73D0-0455-4DFF2AC2016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075741" y="4126592"/>
                  <a:ext cx="669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547A083-9321-4595-29A8-4AA4E7BF712F}"/>
                    </a:ext>
                  </a:extLst>
                </p14:cNvPr>
                <p14:cNvContentPartPr/>
                <p14:nvPr/>
              </p14:nvContentPartPr>
              <p14:xfrm>
                <a:off x="2228741" y="4248272"/>
                <a:ext cx="106560" cy="1623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547A083-9321-4595-29A8-4AA4E7BF712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210741" y="4230632"/>
                  <a:ext cx="14220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780DC55-99DB-92C0-7102-45C74D0860E6}"/>
                    </a:ext>
                  </a:extLst>
                </p14:cNvPr>
                <p14:cNvContentPartPr/>
                <p14:nvPr/>
              </p14:nvContentPartPr>
              <p14:xfrm>
                <a:off x="2446901" y="4182752"/>
                <a:ext cx="66960" cy="2286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780DC55-99DB-92C0-7102-45C74D0860E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429261" y="4164752"/>
                  <a:ext cx="10260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BEB291C-5D9B-F25E-6D2E-94461372AE75}"/>
                    </a:ext>
                  </a:extLst>
                </p14:cNvPr>
                <p14:cNvContentPartPr/>
                <p14:nvPr/>
              </p14:nvContentPartPr>
              <p14:xfrm>
                <a:off x="2445821" y="4277072"/>
                <a:ext cx="118080" cy="507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BEB291C-5D9B-F25E-6D2E-94461372AE7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428181" y="4259072"/>
                  <a:ext cx="15372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80BC7135-BE30-E628-9183-A4F4A6D0BBB5}"/>
                    </a:ext>
                  </a:extLst>
                </p14:cNvPr>
                <p14:cNvContentPartPr/>
                <p14:nvPr/>
              </p14:nvContentPartPr>
              <p14:xfrm>
                <a:off x="2645981" y="4286792"/>
                <a:ext cx="71280" cy="1173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80BC7135-BE30-E628-9183-A4F4A6D0BBB5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627981" y="4268792"/>
                  <a:ext cx="1069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F0997A3E-9F7D-6666-D2B4-52FDAA0CC706}"/>
                    </a:ext>
                  </a:extLst>
                </p14:cNvPr>
                <p14:cNvContentPartPr/>
                <p14:nvPr/>
              </p14:nvContentPartPr>
              <p14:xfrm>
                <a:off x="2771981" y="4232432"/>
                <a:ext cx="56880" cy="1483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F0997A3E-9F7D-6666-D2B4-52FDAA0CC70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753981" y="4214792"/>
                  <a:ext cx="9252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0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99450664-D402-3BFE-98D1-908759FD8FD5}"/>
                  </a:ext>
                </a:extLst>
              </p14:cNvPr>
              <p14:cNvContentPartPr/>
              <p14:nvPr/>
            </p14:nvContentPartPr>
            <p14:xfrm>
              <a:off x="3210101" y="4054952"/>
              <a:ext cx="139320" cy="432000"/>
            </p14:xfrm>
          </p:contentPart>
        </mc:Choice>
        <mc:Fallback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99450664-D402-3BFE-98D1-908759FD8FD5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3192461" y="4037312"/>
                <a:ext cx="174960" cy="46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4A50D327-B234-5D9D-9DB1-BA4781F8574F}"/>
              </a:ext>
            </a:extLst>
          </p:cNvPr>
          <p:cNvGrpSpPr/>
          <p:nvPr/>
        </p:nvGrpSpPr>
        <p:grpSpPr>
          <a:xfrm>
            <a:off x="3540221" y="4145672"/>
            <a:ext cx="1117080" cy="258840"/>
            <a:chOff x="3540221" y="4145672"/>
            <a:chExt cx="1117080" cy="25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4A3DD3B-4363-61A9-CE78-CC114BCBDA3B}"/>
                    </a:ext>
                  </a:extLst>
                </p14:cNvPr>
                <p14:cNvContentPartPr/>
                <p14:nvPr/>
              </p14:nvContentPartPr>
              <p14:xfrm>
                <a:off x="3540221" y="4145672"/>
                <a:ext cx="111240" cy="2016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4A3DD3B-4363-61A9-CE78-CC114BCBDA3B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3522221" y="4128032"/>
                  <a:ext cx="146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84539E7-A384-0453-ECA8-87D888EFF544}"/>
                    </a:ext>
                  </a:extLst>
                </p14:cNvPr>
                <p14:cNvContentPartPr/>
                <p14:nvPr/>
              </p14:nvContentPartPr>
              <p14:xfrm>
                <a:off x="3750461" y="4189232"/>
                <a:ext cx="133920" cy="1490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84539E7-A384-0453-ECA8-87D888EFF544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732821" y="4171232"/>
                  <a:ext cx="1695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2C659CDC-24E4-8713-9185-D63504461F12}"/>
                    </a:ext>
                  </a:extLst>
                </p14:cNvPr>
                <p14:cNvContentPartPr/>
                <p14:nvPr/>
              </p14:nvContentPartPr>
              <p14:xfrm>
                <a:off x="3947381" y="4225232"/>
                <a:ext cx="318240" cy="1116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2C659CDC-24E4-8713-9185-D63504461F12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3929381" y="4207232"/>
                  <a:ext cx="3538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EE17316-6F87-1FB1-D657-195043CDF5C8}"/>
                    </a:ext>
                  </a:extLst>
                </p14:cNvPr>
                <p14:cNvContentPartPr/>
                <p14:nvPr/>
              </p14:nvContentPartPr>
              <p14:xfrm>
                <a:off x="4363541" y="4252952"/>
                <a:ext cx="81000" cy="1515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EE17316-6F87-1FB1-D657-195043CDF5C8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345541" y="4234952"/>
                  <a:ext cx="1166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6119075-C81A-0A97-0A5A-E7548635B76D}"/>
                    </a:ext>
                  </a:extLst>
                </p14:cNvPr>
                <p14:cNvContentPartPr/>
                <p14:nvPr/>
              </p14:nvContentPartPr>
              <p14:xfrm>
                <a:off x="4564781" y="4230992"/>
                <a:ext cx="92520" cy="12672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6119075-C81A-0A97-0A5A-E7548635B76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546781" y="4213352"/>
                  <a:ext cx="12816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C1AB7D2-E9AD-9DF2-B3BA-46B6C94B0061}"/>
              </a:ext>
            </a:extLst>
          </p:cNvPr>
          <p:cNvGrpSpPr/>
          <p:nvPr/>
        </p:nvGrpSpPr>
        <p:grpSpPr>
          <a:xfrm>
            <a:off x="5030621" y="4044512"/>
            <a:ext cx="1973160" cy="472680"/>
            <a:chOff x="5030621" y="4044512"/>
            <a:chExt cx="1973160" cy="47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FEEA99A-D626-09E2-8EBB-B235207B3E6B}"/>
                    </a:ext>
                  </a:extLst>
                </p14:cNvPr>
                <p14:cNvContentPartPr/>
                <p14:nvPr/>
              </p14:nvContentPartPr>
              <p14:xfrm>
                <a:off x="5030621" y="4223432"/>
                <a:ext cx="85320" cy="1368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FEEA99A-D626-09E2-8EBB-B235207B3E6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5012981" y="4205432"/>
                  <a:ext cx="1209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FFDFDF2-EF95-9268-366B-49727A71164B}"/>
                    </a:ext>
                  </a:extLst>
                </p14:cNvPr>
                <p14:cNvContentPartPr/>
                <p14:nvPr/>
              </p14:nvContentPartPr>
              <p14:xfrm>
                <a:off x="5190101" y="4218392"/>
                <a:ext cx="86040" cy="1476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FFDFDF2-EF95-9268-366B-49727A71164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5172101" y="4200392"/>
                  <a:ext cx="1216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18C68E3E-D589-3489-C222-CCE6A067D124}"/>
                    </a:ext>
                  </a:extLst>
                </p14:cNvPr>
                <p14:cNvContentPartPr/>
                <p14:nvPr/>
              </p14:nvContentPartPr>
              <p14:xfrm>
                <a:off x="5356781" y="4237472"/>
                <a:ext cx="93600" cy="1548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18C68E3E-D589-3489-C222-CCE6A067D12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338781" y="4219832"/>
                  <a:ext cx="1292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82226D9-818B-2009-BF83-9422DDE2B804}"/>
                    </a:ext>
                  </a:extLst>
                </p14:cNvPr>
                <p14:cNvContentPartPr/>
                <p14:nvPr/>
              </p14:nvContentPartPr>
              <p14:xfrm>
                <a:off x="5524181" y="4277072"/>
                <a:ext cx="56160" cy="943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82226D9-818B-2009-BF83-9422DDE2B80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506181" y="4259432"/>
                  <a:ext cx="918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6875D712-EA4D-C471-9DA2-22E89A78C8EF}"/>
                    </a:ext>
                  </a:extLst>
                </p14:cNvPr>
                <p14:cNvContentPartPr/>
                <p14:nvPr/>
              </p14:nvContentPartPr>
              <p14:xfrm>
                <a:off x="5532821" y="4116872"/>
                <a:ext cx="29520" cy="43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6875D712-EA4D-C471-9DA2-22E89A78C8E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515181" y="4099232"/>
                  <a:ext cx="651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3AD0401-349B-CB92-11C8-B774F6EB20F4}"/>
                    </a:ext>
                  </a:extLst>
                </p14:cNvPr>
                <p14:cNvContentPartPr/>
                <p14:nvPr/>
              </p14:nvContentPartPr>
              <p14:xfrm>
                <a:off x="5672501" y="4207232"/>
                <a:ext cx="78840" cy="1623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3AD0401-349B-CB92-11C8-B774F6EB20F4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654861" y="4189232"/>
                  <a:ext cx="1144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8DAEAE2-88F3-51A4-55B6-9003BBB61773}"/>
                    </a:ext>
                  </a:extLst>
                </p14:cNvPr>
                <p14:cNvContentPartPr/>
                <p14:nvPr/>
              </p14:nvContentPartPr>
              <p14:xfrm>
                <a:off x="5821181" y="4108952"/>
                <a:ext cx="84600" cy="2062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8DAEAE2-88F3-51A4-55B6-9003BBB6177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803541" y="4090952"/>
                  <a:ext cx="1202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212D76BD-07DB-42E5-A271-690F4CCE7952}"/>
                    </a:ext>
                  </a:extLst>
                </p14:cNvPr>
                <p14:cNvContentPartPr/>
                <p14:nvPr/>
              </p14:nvContentPartPr>
              <p14:xfrm>
                <a:off x="5840261" y="4227752"/>
                <a:ext cx="86040" cy="21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212D76BD-07DB-42E5-A271-690F4CCE795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822261" y="4209752"/>
                  <a:ext cx="1216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166E3C8-4A30-2673-D26A-3247D3C47736}"/>
                    </a:ext>
                  </a:extLst>
                </p14:cNvPr>
                <p14:cNvContentPartPr/>
                <p14:nvPr/>
              </p14:nvContentPartPr>
              <p14:xfrm>
                <a:off x="6038621" y="4237472"/>
                <a:ext cx="324720" cy="1094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166E3C8-4A30-2673-D26A-3247D3C4773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020621" y="4219832"/>
                  <a:ext cx="3603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6C4A6D2-FC93-8586-2FD2-8AAB37B46737}"/>
                    </a:ext>
                  </a:extLst>
                </p14:cNvPr>
                <p14:cNvContentPartPr/>
                <p14:nvPr/>
              </p14:nvContentPartPr>
              <p14:xfrm>
                <a:off x="6466301" y="4232072"/>
                <a:ext cx="49680" cy="1119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6C4A6D2-FC93-8586-2FD2-8AAB37B46737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448661" y="4214072"/>
                  <a:ext cx="85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08D1747-85E7-0B83-2F8D-CE479AB40CCD}"/>
                    </a:ext>
                  </a:extLst>
                </p14:cNvPr>
                <p14:cNvContentPartPr/>
                <p14:nvPr/>
              </p14:nvContentPartPr>
              <p14:xfrm>
                <a:off x="6594101" y="4222712"/>
                <a:ext cx="140760" cy="113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08D1747-85E7-0B83-2F8D-CE479AB40CC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576461" y="4204712"/>
                  <a:ext cx="176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B533A5F-241C-5D4A-C489-012675BD9D4C}"/>
                    </a:ext>
                  </a:extLst>
                </p14:cNvPr>
                <p14:cNvContentPartPr/>
                <p14:nvPr/>
              </p14:nvContentPartPr>
              <p14:xfrm>
                <a:off x="6856901" y="4044512"/>
                <a:ext cx="146880" cy="4726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B533A5F-241C-5D4A-C489-012675BD9D4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838901" y="4026512"/>
                  <a:ext cx="182520" cy="50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4261D792-6FE8-1C10-93C8-0998B85837E0}"/>
              </a:ext>
            </a:extLst>
          </p:cNvPr>
          <p:cNvGrpSpPr/>
          <p:nvPr/>
        </p:nvGrpSpPr>
        <p:grpSpPr>
          <a:xfrm>
            <a:off x="3986621" y="4670552"/>
            <a:ext cx="914400" cy="252000"/>
            <a:chOff x="3986621" y="4670552"/>
            <a:chExt cx="914400" cy="25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D3376E1-4A93-7607-743E-4EB0169F9E6E}"/>
                    </a:ext>
                  </a:extLst>
                </p14:cNvPr>
                <p14:cNvContentPartPr/>
                <p14:nvPr/>
              </p14:nvContentPartPr>
              <p14:xfrm>
                <a:off x="3986621" y="4721312"/>
                <a:ext cx="144360" cy="2012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D3376E1-4A93-7607-743E-4EB0169F9E6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3968621" y="4703312"/>
                  <a:ext cx="1800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53B1D9E-8E6B-E1F1-B309-D2AB0E7EA5F1}"/>
                    </a:ext>
                  </a:extLst>
                </p14:cNvPr>
                <p14:cNvContentPartPr/>
                <p14:nvPr/>
              </p14:nvContentPartPr>
              <p14:xfrm>
                <a:off x="4189661" y="4803032"/>
                <a:ext cx="187920" cy="1119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53B1D9E-8E6B-E1F1-B309-D2AB0E7EA5F1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4172021" y="4785032"/>
                  <a:ext cx="2235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D146CAB-1819-DC12-47A8-B593CEDB920F}"/>
                    </a:ext>
                  </a:extLst>
                </p14:cNvPr>
                <p14:cNvContentPartPr/>
                <p14:nvPr/>
              </p14:nvContentPartPr>
              <p14:xfrm>
                <a:off x="4418261" y="4773512"/>
                <a:ext cx="98280" cy="1461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D146CAB-1819-DC12-47A8-B593CEDB920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4400621" y="4755872"/>
                  <a:ext cx="1339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78015EF-C7BF-4F57-3125-5BA8891DFBF9}"/>
                    </a:ext>
                  </a:extLst>
                </p14:cNvPr>
                <p14:cNvContentPartPr/>
                <p14:nvPr/>
              </p14:nvContentPartPr>
              <p14:xfrm>
                <a:off x="4523381" y="4808432"/>
                <a:ext cx="147960" cy="11016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78015EF-C7BF-4F57-3125-5BA8891DFBF9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505741" y="4790792"/>
                  <a:ext cx="18360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FE0D01C4-86F4-93BD-FFF8-695E180A2CAC}"/>
                    </a:ext>
                  </a:extLst>
                </p14:cNvPr>
                <p14:cNvContentPartPr/>
                <p14:nvPr/>
              </p14:nvContentPartPr>
              <p14:xfrm>
                <a:off x="4770341" y="4670552"/>
                <a:ext cx="130680" cy="2412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FE0D01C4-86F4-93BD-FFF8-695E180A2CA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752341" y="4652552"/>
                  <a:ext cx="166320" cy="27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FD4163AF-EDC7-374E-6110-62445129BC08}"/>
              </a:ext>
            </a:extLst>
          </p:cNvPr>
          <p:cNvGrpSpPr/>
          <p:nvPr/>
        </p:nvGrpSpPr>
        <p:grpSpPr>
          <a:xfrm>
            <a:off x="5203781" y="4793312"/>
            <a:ext cx="408240" cy="146880"/>
            <a:chOff x="5203781" y="4793312"/>
            <a:chExt cx="408240" cy="14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CB838ED-7C5A-CEC4-FF8B-EEC340C1CEDE}"/>
                    </a:ext>
                  </a:extLst>
                </p14:cNvPr>
                <p14:cNvContentPartPr/>
                <p14:nvPr/>
              </p14:nvContentPartPr>
              <p14:xfrm>
                <a:off x="5203781" y="4793312"/>
                <a:ext cx="95400" cy="1468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CB838ED-7C5A-CEC4-FF8B-EEC340C1CEDE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5186141" y="4775312"/>
                  <a:ext cx="13104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B03B0EC4-6C84-CD8E-815F-3A4CB74B0497}"/>
                    </a:ext>
                  </a:extLst>
                </p14:cNvPr>
                <p14:cNvContentPartPr/>
                <p14:nvPr/>
              </p14:nvContentPartPr>
              <p14:xfrm>
                <a:off x="5394581" y="4823552"/>
                <a:ext cx="217440" cy="9756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B03B0EC4-6C84-CD8E-815F-3A4CB74B049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5376941" y="4805552"/>
                  <a:ext cx="253080" cy="13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4C4010F7-005C-FF06-2DC3-48CF644E7BEC}"/>
              </a:ext>
            </a:extLst>
          </p:cNvPr>
          <p:cNvGrpSpPr/>
          <p:nvPr/>
        </p:nvGrpSpPr>
        <p:grpSpPr>
          <a:xfrm>
            <a:off x="5831621" y="4713392"/>
            <a:ext cx="992160" cy="356760"/>
            <a:chOff x="5831621" y="4713392"/>
            <a:chExt cx="992160" cy="35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4DA2E7E-85CC-5193-15E0-783A1D6D6AF2}"/>
                    </a:ext>
                  </a:extLst>
                </p14:cNvPr>
                <p14:cNvContentPartPr/>
                <p14:nvPr/>
              </p14:nvContentPartPr>
              <p14:xfrm>
                <a:off x="5912261" y="4713392"/>
                <a:ext cx="82440" cy="2466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4DA2E7E-85CC-5193-15E0-783A1D6D6AF2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5894261" y="4695392"/>
                  <a:ext cx="1180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FA1934D-2AA6-0C47-D1F7-377938C9F9ED}"/>
                    </a:ext>
                  </a:extLst>
                </p14:cNvPr>
                <p14:cNvContentPartPr/>
                <p14:nvPr/>
              </p14:nvContentPartPr>
              <p14:xfrm>
                <a:off x="5831621" y="4773512"/>
                <a:ext cx="240120" cy="496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FA1934D-2AA6-0C47-D1F7-377938C9F9E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5813621" y="4755512"/>
                  <a:ext cx="2757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710A477-36F6-63FD-8B17-18177ACCCA84}"/>
                    </a:ext>
                  </a:extLst>
                </p14:cNvPr>
                <p14:cNvContentPartPr/>
                <p14:nvPr/>
              </p14:nvContentPartPr>
              <p14:xfrm>
                <a:off x="6097301" y="4758752"/>
                <a:ext cx="436680" cy="1350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710A477-36F6-63FD-8B17-18177ACCCA8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6079301" y="4740752"/>
                  <a:ext cx="472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8A449B5-22DC-1D7D-3BE9-317C645BC5A4}"/>
                    </a:ext>
                  </a:extLst>
                </p14:cNvPr>
                <p14:cNvContentPartPr/>
                <p14:nvPr/>
              </p14:nvContentPartPr>
              <p14:xfrm>
                <a:off x="6602021" y="4749392"/>
                <a:ext cx="69120" cy="3207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8A449B5-22DC-1D7D-3BE9-317C645BC5A4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6584021" y="4731752"/>
                  <a:ext cx="10476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036D0CB-1807-1486-DB82-CB34DAE0EC6A}"/>
                    </a:ext>
                  </a:extLst>
                </p14:cNvPr>
                <p14:cNvContentPartPr/>
                <p14:nvPr/>
              </p14:nvContentPartPr>
              <p14:xfrm>
                <a:off x="6645581" y="4777832"/>
                <a:ext cx="109440" cy="1076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036D0CB-1807-1486-DB82-CB34DAE0EC6A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6627581" y="4759832"/>
                  <a:ext cx="1450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340A7ED-766B-0E79-130C-D4CD1E533C33}"/>
                    </a:ext>
                  </a:extLst>
                </p14:cNvPr>
                <p14:cNvContentPartPr/>
                <p14:nvPr/>
              </p14:nvContentPartPr>
              <p14:xfrm>
                <a:off x="6805781" y="4884752"/>
                <a:ext cx="18000" cy="244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340A7ED-766B-0E79-130C-D4CD1E533C33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6787781" y="4867112"/>
                  <a:ext cx="53640" cy="60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90906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81925-1F57-575F-C0C6-9276E4475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B88D7-BFA8-12CF-2C76-9E1C62B9A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21D43F7-3E18-4383-6236-093B1F34B883}"/>
              </a:ext>
            </a:extLst>
          </p:cNvPr>
          <p:cNvGrpSpPr/>
          <p:nvPr/>
        </p:nvGrpSpPr>
        <p:grpSpPr>
          <a:xfrm>
            <a:off x="2141261" y="822152"/>
            <a:ext cx="1637640" cy="4409640"/>
            <a:chOff x="2141261" y="822152"/>
            <a:chExt cx="1637640" cy="440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E7A25E4-5057-3DF4-B2B4-C89EBBD2B184}"/>
                    </a:ext>
                  </a:extLst>
                </p14:cNvPr>
                <p14:cNvContentPartPr/>
                <p14:nvPr/>
              </p14:nvContentPartPr>
              <p14:xfrm>
                <a:off x="2141261" y="1254512"/>
                <a:ext cx="795600" cy="1202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E7A25E4-5057-3DF4-B2B4-C89EBBD2B18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123621" y="1236872"/>
                  <a:ext cx="8312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BDE7AD6-45CD-14EF-40A1-F6DD3D3A2CEF}"/>
                    </a:ext>
                  </a:extLst>
                </p14:cNvPr>
                <p14:cNvContentPartPr/>
                <p14:nvPr/>
              </p14:nvContentPartPr>
              <p14:xfrm>
                <a:off x="2523581" y="1316432"/>
                <a:ext cx="169920" cy="9082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BDE7AD6-45CD-14EF-40A1-F6DD3D3A2CE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505941" y="1298792"/>
                  <a:ext cx="205560" cy="9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4064E3D-B7A6-9D02-3CF8-BF2A56E62D6B}"/>
                    </a:ext>
                  </a:extLst>
                </p14:cNvPr>
                <p14:cNvContentPartPr/>
                <p14:nvPr/>
              </p14:nvContentPartPr>
              <p14:xfrm>
                <a:off x="2678021" y="2238032"/>
                <a:ext cx="130680" cy="3204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4064E3D-B7A6-9D02-3CF8-BF2A56E62D6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60381" y="2220392"/>
                  <a:ext cx="1663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6C811B4-9F59-9C33-3FF4-C4993D258BD3}"/>
                    </a:ext>
                  </a:extLst>
                </p14:cNvPr>
                <p14:cNvContentPartPr/>
                <p14:nvPr/>
              </p14:nvContentPartPr>
              <p14:xfrm>
                <a:off x="2816621" y="2620352"/>
                <a:ext cx="202320" cy="9716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6C811B4-9F59-9C33-3FF4-C4993D258BD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98981" y="2602352"/>
                  <a:ext cx="237960" cy="10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1745C7C-BCC7-C893-7B55-B3A6562710EC}"/>
                    </a:ext>
                  </a:extLst>
                </p14:cNvPr>
                <p14:cNvContentPartPr/>
                <p14:nvPr/>
              </p14:nvContentPartPr>
              <p14:xfrm>
                <a:off x="2945141" y="3719072"/>
                <a:ext cx="219240" cy="2520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1745C7C-BCC7-C893-7B55-B3A6562710E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27501" y="3701072"/>
                  <a:ext cx="2548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3440018-67FB-1465-8F33-64711682C420}"/>
                    </a:ext>
                  </a:extLst>
                </p14:cNvPr>
                <p14:cNvContentPartPr/>
                <p14:nvPr/>
              </p14:nvContentPartPr>
              <p14:xfrm>
                <a:off x="3143141" y="3977912"/>
                <a:ext cx="83160" cy="592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3440018-67FB-1465-8F33-64711682C42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125501" y="3960272"/>
                  <a:ext cx="11880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87ED0EE-1EE7-39F6-CA0E-E25E47016C43}"/>
                    </a:ext>
                  </a:extLst>
                </p14:cNvPr>
                <p14:cNvContentPartPr/>
                <p14:nvPr/>
              </p14:nvContentPartPr>
              <p14:xfrm>
                <a:off x="3125501" y="4716632"/>
                <a:ext cx="2160" cy="3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87ED0EE-1EE7-39F6-CA0E-E25E47016C4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107861" y="4698992"/>
                  <a:ext cx="378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C7ADF9A-3E89-1FF9-5FFC-D119B1A771A7}"/>
                    </a:ext>
                  </a:extLst>
                </p14:cNvPr>
                <p14:cNvContentPartPr/>
                <p14:nvPr/>
              </p14:nvContentPartPr>
              <p14:xfrm>
                <a:off x="3173381" y="4579472"/>
                <a:ext cx="35280" cy="334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C7ADF9A-3E89-1FF9-5FFC-D119B1A771A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55741" y="4561472"/>
                  <a:ext cx="7092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7C452BA-5D72-0DB3-F54E-DDE5E2CA44D6}"/>
                    </a:ext>
                  </a:extLst>
                </p14:cNvPr>
                <p14:cNvContentPartPr/>
                <p14:nvPr/>
              </p14:nvContentPartPr>
              <p14:xfrm>
                <a:off x="3012821" y="5011832"/>
                <a:ext cx="322560" cy="21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7C452BA-5D72-0DB3-F54E-DDE5E2CA44D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994821" y="4994192"/>
                  <a:ext cx="3582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1DBE69C-6C2B-2B6D-378D-1E78646C98BF}"/>
                    </a:ext>
                  </a:extLst>
                </p14:cNvPr>
                <p14:cNvContentPartPr/>
                <p14:nvPr/>
              </p14:nvContentPartPr>
              <p14:xfrm>
                <a:off x="3000581" y="5118032"/>
                <a:ext cx="268920" cy="110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1DBE69C-6C2B-2B6D-378D-1E78646C98B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82581" y="5100032"/>
                  <a:ext cx="3045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2421479-EFE9-B0F0-515E-D4A913128CC4}"/>
                    </a:ext>
                  </a:extLst>
                </p14:cNvPr>
                <p14:cNvContentPartPr/>
                <p14:nvPr/>
              </p14:nvContentPartPr>
              <p14:xfrm>
                <a:off x="3216581" y="4995272"/>
                <a:ext cx="172440" cy="236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2421479-EFE9-B0F0-515E-D4A913128CC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98581" y="4977272"/>
                  <a:ext cx="20808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8D3BAFF-B8AA-4644-5CB0-7EDC9D86C6D4}"/>
                    </a:ext>
                  </a:extLst>
                </p14:cNvPr>
                <p14:cNvContentPartPr/>
                <p14:nvPr/>
              </p14:nvContentPartPr>
              <p14:xfrm>
                <a:off x="3124781" y="2153072"/>
                <a:ext cx="79560" cy="2761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8D3BAFF-B8AA-4644-5CB0-7EDC9D86C6D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06781" y="2135432"/>
                  <a:ext cx="1152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93B0E0-A0F9-B64B-001D-D047473003E4}"/>
                    </a:ext>
                  </a:extLst>
                </p14:cNvPr>
                <p14:cNvContentPartPr/>
                <p14:nvPr/>
              </p14:nvContentPartPr>
              <p14:xfrm>
                <a:off x="3110741" y="2047232"/>
                <a:ext cx="238320" cy="170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93B0E0-A0F9-B64B-001D-D047473003E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93101" y="2029592"/>
                  <a:ext cx="2739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9BFBF2D-C064-7287-5CBE-6200AF8D9885}"/>
                    </a:ext>
                  </a:extLst>
                </p14:cNvPr>
                <p14:cNvContentPartPr/>
                <p14:nvPr/>
              </p14:nvContentPartPr>
              <p14:xfrm>
                <a:off x="3405581" y="2179712"/>
                <a:ext cx="183960" cy="1000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9BFBF2D-C064-7287-5CBE-6200AF8D988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87581" y="2161712"/>
                  <a:ext cx="2196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9359C68-3398-1A57-3EEF-E5F75C72D562}"/>
                    </a:ext>
                  </a:extLst>
                </p14:cNvPr>
                <p14:cNvContentPartPr/>
                <p14:nvPr/>
              </p14:nvContentPartPr>
              <p14:xfrm>
                <a:off x="3457421" y="2241992"/>
                <a:ext cx="104760" cy="172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9359C68-3398-1A57-3EEF-E5F75C72D56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39421" y="2223992"/>
                  <a:ext cx="1404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09B10AB-2A5A-EB18-38FE-01A9C5FF138F}"/>
                    </a:ext>
                  </a:extLst>
                </p14:cNvPr>
                <p14:cNvContentPartPr/>
                <p14:nvPr/>
              </p14:nvContentPartPr>
              <p14:xfrm>
                <a:off x="3452021" y="3846152"/>
                <a:ext cx="67680" cy="241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09B10AB-2A5A-EB18-38FE-01A9C5FF138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434381" y="3828152"/>
                  <a:ext cx="10332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D1A3809-3E53-C893-A7E3-5D59A19930B8}"/>
                    </a:ext>
                  </a:extLst>
                </p14:cNvPr>
                <p14:cNvContentPartPr/>
                <p14:nvPr/>
              </p14:nvContentPartPr>
              <p14:xfrm>
                <a:off x="3439781" y="3725552"/>
                <a:ext cx="196920" cy="141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D1A3809-3E53-C893-A7E3-5D59A19930B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421781" y="3707552"/>
                  <a:ext cx="23256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1549AA6-F12B-49AE-5EE7-1A651AB8F2BE}"/>
                    </a:ext>
                  </a:extLst>
                </p14:cNvPr>
                <p14:cNvContentPartPr/>
                <p14:nvPr/>
              </p14:nvContentPartPr>
              <p14:xfrm>
                <a:off x="3745781" y="3820592"/>
                <a:ext cx="33120" cy="229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1549AA6-F12B-49AE-5EE7-1A651AB8F2B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27781" y="3802952"/>
                  <a:ext cx="687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1F69DDB-975A-F73D-5A26-8379866AD834}"/>
                    </a:ext>
                  </a:extLst>
                </p14:cNvPr>
                <p14:cNvContentPartPr/>
                <p14:nvPr/>
              </p14:nvContentPartPr>
              <p14:xfrm>
                <a:off x="2429261" y="844112"/>
                <a:ext cx="218160" cy="304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1F69DDB-975A-F73D-5A26-8379866AD83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11621" y="826112"/>
                  <a:ext cx="253800" cy="33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68D5C30-7485-80DF-9E83-71B047033452}"/>
                    </a:ext>
                  </a:extLst>
                </p14:cNvPr>
                <p14:cNvContentPartPr/>
                <p14:nvPr/>
              </p14:nvContentPartPr>
              <p14:xfrm>
                <a:off x="2693141" y="822152"/>
                <a:ext cx="134280" cy="1666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68D5C30-7485-80DF-9E83-71B04703345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675501" y="804152"/>
                  <a:ext cx="1699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7487864-CEAE-63D0-CD58-946003561DF3}"/>
                    </a:ext>
                  </a:extLst>
                </p14:cNvPr>
                <p14:cNvContentPartPr/>
                <p14:nvPr/>
              </p14:nvContentPartPr>
              <p14:xfrm>
                <a:off x="2356181" y="1734032"/>
                <a:ext cx="700560" cy="1242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7487864-CEAE-63D0-CD58-946003561DF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338181" y="1716032"/>
                  <a:ext cx="736200" cy="12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F866AA0-4B1E-52B4-51F5-36A4B2041D34}"/>
                    </a:ext>
                  </a:extLst>
                </p14:cNvPr>
                <p14:cNvContentPartPr/>
                <p14:nvPr/>
              </p14:nvContentPartPr>
              <p14:xfrm>
                <a:off x="2932901" y="1711352"/>
                <a:ext cx="119880" cy="205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F866AA0-4B1E-52B4-51F5-36A4B2041D3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14901" y="1693712"/>
                  <a:ext cx="1555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59D97B8-A966-8716-E2FF-84422B2E79C1}"/>
                    </a:ext>
                  </a:extLst>
                </p14:cNvPr>
                <p14:cNvContentPartPr/>
                <p14:nvPr/>
              </p14:nvContentPartPr>
              <p14:xfrm>
                <a:off x="2935781" y="3090152"/>
                <a:ext cx="37080" cy="29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59D97B8-A966-8716-E2FF-84422B2E79C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18141" y="3072512"/>
                  <a:ext cx="7272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626954-96A8-F06A-2910-07F1CE232355}"/>
                    </a:ext>
                  </a:extLst>
                </p14:cNvPr>
                <p14:cNvContentPartPr/>
                <p14:nvPr/>
              </p14:nvContentPartPr>
              <p14:xfrm>
                <a:off x="2950181" y="3103112"/>
                <a:ext cx="30600" cy="20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626954-96A8-F06A-2910-07F1CE23235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932181" y="3085112"/>
                  <a:ext cx="66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EC4B360-F67D-242D-9A6D-5282E963E418}"/>
                    </a:ext>
                  </a:extLst>
                </p14:cNvPr>
                <p14:cNvContentPartPr/>
                <p14:nvPr/>
              </p14:nvContentPartPr>
              <p14:xfrm>
                <a:off x="2899061" y="1693712"/>
                <a:ext cx="178200" cy="2138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EC4B360-F67D-242D-9A6D-5282E963E41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81061" y="1676072"/>
                  <a:ext cx="213840" cy="24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0CE2919-AD57-F15D-0DA2-AD606696AA98}"/>
              </a:ext>
            </a:extLst>
          </p:cNvPr>
          <p:cNvGrpSpPr/>
          <p:nvPr/>
        </p:nvGrpSpPr>
        <p:grpSpPr>
          <a:xfrm>
            <a:off x="5640461" y="1109432"/>
            <a:ext cx="532080" cy="522000"/>
            <a:chOff x="5640461" y="1109432"/>
            <a:chExt cx="532080" cy="52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493263B-688F-23E1-BA58-3E4068B6B20A}"/>
                    </a:ext>
                  </a:extLst>
                </p14:cNvPr>
                <p14:cNvContentPartPr/>
                <p14:nvPr/>
              </p14:nvContentPartPr>
              <p14:xfrm>
                <a:off x="5640461" y="1109432"/>
                <a:ext cx="280440" cy="411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493263B-688F-23E1-BA58-3E4068B6B20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22821" y="1091432"/>
                  <a:ext cx="31608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086E0F7-2966-04C4-26F0-CCD7FE705CE6}"/>
                    </a:ext>
                  </a:extLst>
                </p14:cNvPr>
                <p14:cNvContentPartPr/>
                <p14:nvPr/>
              </p14:nvContentPartPr>
              <p14:xfrm>
                <a:off x="5970221" y="1434512"/>
                <a:ext cx="202320" cy="446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086E0F7-2966-04C4-26F0-CCD7FE705CE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52221" y="1416512"/>
                  <a:ext cx="2379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43B74B4-6B3A-9A85-9FB7-E56D7654D872}"/>
                    </a:ext>
                  </a:extLst>
                </p14:cNvPr>
                <p14:cNvContentPartPr/>
                <p14:nvPr/>
              </p14:nvContentPartPr>
              <p14:xfrm>
                <a:off x="6091541" y="1444952"/>
                <a:ext cx="39600" cy="186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43B74B4-6B3A-9A85-9FB7-E56D7654D87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73541" y="1427312"/>
                  <a:ext cx="75240" cy="22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DE7F7F1-D306-E922-BDD6-928984158A30}"/>
              </a:ext>
            </a:extLst>
          </p:cNvPr>
          <p:cNvGrpSpPr/>
          <p:nvPr/>
        </p:nvGrpSpPr>
        <p:grpSpPr>
          <a:xfrm>
            <a:off x="7276301" y="1723952"/>
            <a:ext cx="1409400" cy="309240"/>
            <a:chOff x="7276301" y="1723952"/>
            <a:chExt cx="1409400" cy="30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22360E6-499C-0612-6D31-8D87FC011D47}"/>
                    </a:ext>
                  </a:extLst>
                </p14:cNvPr>
                <p14:cNvContentPartPr/>
                <p14:nvPr/>
              </p14:nvContentPartPr>
              <p14:xfrm>
                <a:off x="7276301" y="1741592"/>
                <a:ext cx="80280" cy="224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22360E6-499C-0612-6D31-8D87FC011D4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258301" y="1723952"/>
                  <a:ext cx="1159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8DDB58B-16A2-6027-0B8C-A792BE9B7956}"/>
                    </a:ext>
                  </a:extLst>
                </p14:cNvPr>
                <p14:cNvContentPartPr/>
                <p14:nvPr/>
              </p14:nvContentPartPr>
              <p14:xfrm>
                <a:off x="7311941" y="1723952"/>
                <a:ext cx="226800" cy="170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8DDB58B-16A2-6027-0B8C-A792BE9B795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93941" y="1706312"/>
                  <a:ext cx="2624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1C4824A-F078-067C-BBFC-7DF71A97DA9B}"/>
                    </a:ext>
                  </a:extLst>
                </p14:cNvPr>
                <p14:cNvContentPartPr/>
                <p14:nvPr/>
              </p14:nvContentPartPr>
              <p14:xfrm>
                <a:off x="7646021" y="1840232"/>
                <a:ext cx="145440" cy="19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1C4824A-F078-067C-BBFC-7DF71A97DA9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628381" y="1822592"/>
                  <a:ext cx="1810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EBABBFB-4A0E-4D10-CCF5-B8063731E42A}"/>
                    </a:ext>
                  </a:extLst>
                </p14:cNvPr>
                <p14:cNvContentPartPr/>
                <p14:nvPr/>
              </p14:nvContentPartPr>
              <p14:xfrm>
                <a:off x="7692461" y="1871192"/>
                <a:ext cx="59760" cy="121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EBABBFB-4A0E-4D10-CCF5-B8063731E42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74461" y="1853192"/>
                  <a:ext cx="95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6412E06-4851-445C-5D83-7B7ED220A13F}"/>
                    </a:ext>
                  </a:extLst>
                </p14:cNvPr>
                <p14:cNvContentPartPr/>
                <p14:nvPr/>
              </p14:nvContentPartPr>
              <p14:xfrm>
                <a:off x="7890101" y="1854272"/>
                <a:ext cx="181080" cy="37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6412E06-4851-445C-5D83-7B7ED220A13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72461" y="1836632"/>
                  <a:ext cx="2167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5CC8657-B1E5-7949-1488-77C126713B79}"/>
                    </a:ext>
                  </a:extLst>
                </p14:cNvPr>
                <p14:cNvContentPartPr/>
                <p14:nvPr/>
              </p14:nvContentPartPr>
              <p14:xfrm>
                <a:off x="7961741" y="1774712"/>
                <a:ext cx="86760" cy="218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5CC8657-B1E5-7949-1488-77C126713B7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44101" y="1757072"/>
                  <a:ext cx="12240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B1BF504-E42B-45F3-300B-0AF406E05708}"/>
                    </a:ext>
                  </a:extLst>
                </p14:cNvPr>
                <p14:cNvContentPartPr/>
                <p14:nvPr/>
              </p14:nvContentPartPr>
              <p14:xfrm>
                <a:off x="8304821" y="1831232"/>
                <a:ext cx="45360" cy="1566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B1BF504-E42B-45F3-300B-0AF406E0570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86821" y="1813232"/>
                  <a:ext cx="81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F630DA2-5D76-5FCD-50B8-1EC537A9FF14}"/>
                    </a:ext>
                  </a:extLst>
                </p14:cNvPr>
                <p14:cNvContentPartPr/>
                <p14:nvPr/>
              </p14:nvContentPartPr>
              <p14:xfrm>
                <a:off x="8273141" y="1748432"/>
                <a:ext cx="223920" cy="1274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F630DA2-5D76-5FCD-50B8-1EC537A9FF1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255501" y="1730432"/>
                  <a:ext cx="2595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30C6457-78B0-0208-9A98-107EB92A372E}"/>
                    </a:ext>
                  </a:extLst>
                </p14:cNvPr>
                <p14:cNvContentPartPr/>
                <p14:nvPr/>
              </p14:nvContentPartPr>
              <p14:xfrm>
                <a:off x="8628101" y="1868672"/>
                <a:ext cx="57600" cy="1645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30C6457-78B0-0208-9A98-107EB92A372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610461" y="1851032"/>
                  <a:ext cx="9324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7BD9DAE-1B4C-B750-0501-ACF11515CCF5}"/>
              </a:ext>
            </a:extLst>
          </p:cNvPr>
          <p:cNvGrpSpPr/>
          <p:nvPr/>
        </p:nvGrpSpPr>
        <p:grpSpPr>
          <a:xfrm>
            <a:off x="6452621" y="938432"/>
            <a:ext cx="2467800" cy="529200"/>
            <a:chOff x="6452621" y="938432"/>
            <a:chExt cx="2467800" cy="52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5E58B4D-A852-36E7-F02A-6EB4DFCA9044}"/>
                    </a:ext>
                  </a:extLst>
                </p14:cNvPr>
                <p14:cNvContentPartPr/>
                <p14:nvPr/>
              </p14:nvContentPartPr>
              <p14:xfrm>
                <a:off x="6465221" y="1330832"/>
                <a:ext cx="42480" cy="12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5E58B4D-A852-36E7-F02A-6EB4DFCA904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447221" y="1312832"/>
                  <a:ext cx="78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6FA3827-0EAF-91F9-255C-2535E999FD0F}"/>
                    </a:ext>
                  </a:extLst>
                </p14:cNvPr>
                <p14:cNvContentPartPr/>
                <p14:nvPr/>
              </p14:nvContentPartPr>
              <p14:xfrm>
                <a:off x="6452621" y="1403192"/>
                <a:ext cx="128880" cy="35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6FA3827-0EAF-91F9-255C-2535E999FD0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434621" y="1385192"/>
                  <a:ext cx="1645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AD1089F-4FA4-852F-0D55-B48062C061DE}"/>
                    </a:ext>
                  </a:extLst>
                </p14:cNvPr>
                <p14:cNvContentPartPr/>
                <p14:nvPr/>
              </p14:nvContentPartPr>
              <p14:xfrm>
                <a:off x="7631621" y="1025912"/>
                <a:ext cx="63720" cy="210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AD1089F-4FA4-852F-0D55-B48062C061D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613621" y="1008272"/>
                  <a:ext cx="993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854596C-9805-4D46-876F-F230974803D6}"/>
                    </a:ext>
                  </a:extLst>
                </p14:cNvPr>
                <p14:cNvContentPartPr/>
                <p14:nvPr/>
              </p14:nvContentPartPr>
              <p14:xfrm>
                <a:off x="7634141" y="1018712"/>
                <a:ext cx="185400" cy="127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854596C-9805-4D46-876F-F230974803D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16141" y="1001072"/>
                  <a:ext cx="2210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C0EA580-D6F3-DE56-6C24-2F63C1660CD2}"/>
                    </a:ext>
                  </a:extLst>
                </p14:cNvPr>
                <p14:cNvContentPartPr/>
                <p14:nvPr/>
              </p14:nvContentPartPr>
              <p14:xfrm>
                <a:off x="7899101" y="1112312"/>
                <a:ext cx="87840" cy="20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C0EA580-D6F3-DE56-6C24-2F63C1660CD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881461" y="1094672"/>
                  <a:ext cx="1234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7C00679-1B32-DDB2-BBA6-55941BE1991F}"/>
                    </a:ext>
                  </a:extLst>
                </p14:cNvPr>
                <p14:cNvContentPartPr/>
                <p14:nvPr/>
              </p14:nvContentPartPr>
              <p14:xfrm>
                <a:off x="7948421" y="1117352"/>
                <a:ext cx="67320" cy="1274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7C00679-1B32-DDB2-BBA6-55941BE1991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930781" y="1099352"/>
                  <a:ext cx="102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C50937-6CB4-AD97-8309-AC3854737AB3}"/>
                    </a:ext>
                  </a:extLst>
                </p14:cNvPr>
                <p14:cNvContentPartPr/>
                <p14:nvPr/>
              </p14:nvContentPartPr>
              <p14:xfrm>
                <a:off x="7164701" y="1310672"/>
                <a:ext cx="1755720" cy="156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FC50937-6CB4-AD97-8309-AC3854737AB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147061" y="1292672"/>
                  <a:ext cx="17913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973BD152-39B4-6506-32FD-4AD928BEC9FC}"/>
                    </a:ext>
                  </a:extLst>
                </p14:cNvPr>
                <p14:cNvContentPartPr/>
                <p14:nvPr/>
              </p14:nvContentPartPr>
              <p14:xfrm>
                <a:off x="6868781" y="1022312"/>
                <a:ext cx="218880" cy="2336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973BD152-39B4-6506-32FD-4AD928BEC9F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51141" y="1004672"/>
                  <a:ext cx="25452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98820D1-EB25-08F6-4B37-C4AEB132A0CE}"/>
                    </a:ext>
                  </a:extLst>
                </p14:cNvPr>
                <p14:cNvContentPartPr/>
                <p14:nvPr/>
              </p14:nvContentPartPr>
              <p14:xfrm>
                <a:off x="7164701" y="991352"/>
                <a:ext cx="201600" cy="2206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98820D1-EB25-08F6-4B37-C4AEB132A0C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47061" y="973712"/>
                  <a:ext cx="23724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99662C8-04C6-EC55-6A1A-B84B3C83208A}"/>
                    </a:ext>
                  </a:extLst>
                </p14:cNvPr>
                <p14:cNvContentPartPr/>
                <p14:nvPr/>
              </p14:nvContentPartPr>
              <p14:xfrm>
                <a:off x="6753941" y="1006112"/>
                <a:ext cx="294480" cy="344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99662C8-04C6-EC55-6A1A-B84B3C83208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736301" y="988112"/>
                  <a:ext cx="33012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78A40D9-5546-A1B8-C08F-0B792A70704B}"/>
                    </a:ext>
                  </a:extLst>
                </p14:cNvPr>
                <p14:cNvContentPartPr/>
                <p14:nvPr/>
              </p14:nvContentPartPr>
              <p14:xfrm>
                <a:off x="7395821" y="938432"/>
                <a:ext cx="52560" cy="2782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78A40D9-5546-A1B8-C08F-0B792A70704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378181" y="920792"/>
                  <a:ext cx="88200" cy="31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2A11F28-6F98-33E7-D523-3BB6DABCFFF4}"/>
              </a:ext>
            </a:extLst>
          </p:cNvPr>
          <p:cNvGrpSpPr/>
          <p:nvPr/>
        </p:nvGrpSpPr>
        <p:grpSpPr>
          <a:xfrm>
            <a:off x="5974901" y="2466632"/>
            <a:ext cx="3774240" cy="1334160"/>
            <a:chOff x="5974901" y="2466632"/>
            <a:chExt cx="3774240" cy="133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68C7FE8-BF68-5CC2-B239-260BA8FA4ADF}"/>
                    </a:ext>
                  </a:extLst>
                </p14:cNvPr>
                <p14:cNvContentPartPr/>
                <p14:nvPr/>
              </p14:nvContentPartPr>
              <p14:xfrm>
                <a:off x="5974901" y="2466632"/>
                <a:ext cx="86040" cy="13341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68C7FE8-BF68-5CC2-B239-260BA8FA4AD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957261" y="2448992"/>
                  <a:ext cx="121680" cy="13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00ADE3E-7F0B-1CD1-E3F6-E30E9A84925C}"/>
                    </a:ext>
                  </a:extLst>
                </p14:cNvPr>
                <p14:cNvContentPartPr/>
                <p14:nvPr/>
              </p14:nvContentPartPr>
              <p14:xfrm>
                <a:off x="6037181" y="3617192"/>
                <a:ext cx="3711960" cy="1544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00ADE3E-7F0B-1CD1-E3F6-E30E9A84925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019181" y="3599192"/>
                  <a:ext cx="3747600" cy="190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70E01EF-7088-35C5-301B-C5AE6735429C}"/>
              </a:ext>
            </a:extLst>
          </p:cNvPr>
          <p:cNvGrpSpPr/>
          <p:nvPr/>
        </p:nvGrpSpPr>
        <p:grpSpPr>
          <a:xfrm>
            <a:off x="7162541" y="3985832"/>
            <a:ext cx="1101600" cy="307080"/>
            <a:chOff x="7162541" y="3985832"/>
            <a:chExt cx="1101600" cy="30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7B2F0F1-793E-2AA4-5E07-43FA55E5E8D3}"/>
                    </a:ext>
                  </a:extLst>
                </p14:cNvPr>
                <p14:cNvContentPartPr/>
                <p14:nvPr/>
              </p14:nvContentPartPr>
              <p14:xfrm>
                <a:off x="7247501" y="3985832"/>
                <a:ext cx="153720" cy="3027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7B2F0F1-793E-2AA4-5E07-43FA55E5E8D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29861" y="3968192"/>
                  <a:ext cx="1893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C3002F8-C246-C52D-0A5A-26967AA913D5}"/>
                    </a:ext>
                  </a:extLst>
                </p14:cNvPr>
                <p14:cNvContentPartPr/>
                <p14:nvPr/>
              </p14:nvContentPartPr>
              <p14:xfrm>
                <a:off x="7162541" y="4145672"/>
                <a:ext cx="131760" cy="511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C3002F8-C246-C52D-0A5A-26967AA913D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44541" y="4127672"/>
                  <a:ext cx="167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F7AA6EC-97BE-1A1F-6375-5C08572FA481}"/>
                    </a:ext>
                  </a:extLst>
                </p14:cNvPr>
                <p14:cNvContentPartPr/>
                <p14:nvPr/>
              </p14:nvContentPartPr>
              <p14:xfrm>
                <a:off x="7491941" y="4148912"/>
                <a:ext cx="26280" cy="1440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F7AA6EC-97BE-1A1F-6375-5C08572FA4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473941" y="4131272"/>
                  <a:ext cx="619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E5FA3F5-8759-B9E1-5584-4B8C3050F397}"/>
                    </a:ext>
                  </a:extLst>
                </p14:cNvPr>
                <p14:cNvContentPartPr/>
                <p14:nvPr/>
              </p14:nvContentPartPr>
              <p14:xfrm>
                <a:off x="7483661" y="4007432"/>
                <a:ext cx="24120" cy="51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E5FA3F5-8759-B9E1-5584-4B8C3050F3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65661" y="3989432"/>
                  <a:ext cx="597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1F5EB57-9E12-3555-003A-35BD92CF0E5D}"/>
                    </a:ext>
                  </a:extLst>
                </p14:cNvPr>
                <p14:cNvContentPartPr/>
                <p14:nvPr/>
              </p14:nvContentPartPr>
              <p14:xfrm>
                <a:off x="7635941" y="4122272"/>
                <a:ext cx="257040" cy="96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1F5EB57-9E12-3555-003A-35BD92CF0E5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617941" y="4104272"/>
                  <a:ext cx="2926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24E10E6-7BD7-2CF7-330D-0EDEB4604A1A}"/>
                    </a:ext>
                  </a:extLst>
                </p14:cNvPr>
                <p14:cNvContentPartPr/>
                <p14:nvPr/>
              </p14:nvContentPartPr>
              <p14:xfrm>
                <a:off x="8039861" y="3991232"/>
                <a:ext cx="224280" cy="177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24E10E6-7BD7-2CF7-330D-0EDEB4604A1A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22221" y="3973232"/>
                  <a:ext cx="259920" cy="213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12841180-891A-FBCB-0352-4ACE758D66CB}"/>
                  </a:ext>
                </a:extLst>
              </p14:cNvPr>
              <p14:cNvContentPartPr/>
              <p14:nvPr/>
            </p14:nvContentPartPr>
            <p14:xfrm>
              <a:off x="5255261" y="2819072"/>
              <a:ext cx="151920" cy="235440"/>
            </p14:xfrm>
          </p:contentPart>
        </mc:Choice>
        <mc:Fallback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12841180-891A-FBCB-0352-4ACE758D66CB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5237621" y="2801072"/>
                <a:ext cx="187560" cy="27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6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A97EF451-D745-3113-7DC1-714203073513}"/>
                  </a:ext>
                </a:extLst>
              </p14:cNvPr>
              <p14:cNvContentPartPr/>
              <p14:nvPr/>
            </p14:nvContentPartPr>
            <p14:xfrm>
              <a:off x="5284781" y="2772992"/>
              <a:ext cx="230400" cy="20016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A97EF451-D745-3113-7DC1-714203073513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5267141" y="2755352"/>
                <a:ext cx="26604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B865C13-6CD6-0359-0189-CBC91C338F06}"/>
                  </a:ext>
                </a:extLst>
              </p14:cNvPr>
              <p14:cNvContentPartPr/>
              <p14:nvPr/>
            </p14:nvContentPartPr>
            <p14:xfrm>
              <a:off x="5510861" y="2846792"/>
              <a:ext cx="129240" cy="4320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B865C13-6CD6-0359-0189-CBC91C338F06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493221" y="2828792"/>
                <a:ext cx="16488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D0CF3ACF-61DF-E1A1-334C-5A5FBDE60053}"/>
                  </a:ext>
                </a:extLst>
              </p14:cNvPr>
              <p14:cNvContentPartPr/>
              <p14:nvPr/>
            </p14:nvContentPartPr>
            <p14:xfrm>
              <a:off x="5642261" y="2842112"/>
              <a:ext cx="3240" cy="828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D0CF3ACF-61DF-E1A1-334C-5A5FBDE60053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5624621" y="2824112"/>
                <a:ext cx="38880" cy="4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6E2E389E-2102-EE8E-5A76-9853A81B3824}"/>
                  </a:ext>
                </a:extLst>
              </p14:cNvPr>
              <p14:cNvContentPartPr/>
              <p14:nvPr/>
            </p14:nvContentPartPr>
            <p14:xfrm>
              <a:off x="5598341" y="2889272"/>
              <a:ext cx="52560" cy="10404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6E2E389E-2102-EE8E-5A76-9853A81B3824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5580701" y="2871632"/>
                <a:ext cx="88200" cy="13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2A82B77C-0637-2E61-484D-CF6B84C52068}"/>
              </a:ext>
            </a:extLst>
          </p:cNvPr>
          <p:cNvGrpSpPr/>
          <p:nvPr/>
        </p:nvGrpSpPr>
        <p:grpSpPr>
          <a:xfrm>
            <a:off x="5491061" y="2109872"/>
            <a:ext cx="2235960" cy="541800"/>
            <a:chOff x="5491061" y="2109872"/>
            <a:chExt cx="2235960" cy="54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F5A4D02-6348-9198-C194-E8769D6B90B1}"/>
                    </a:ext>
                  </a:extLst>
                </p14:cNvPr>
                <p14:cNvContentPartPr/>
                <p14:nvPr/>
              </p14:nvContentPartPr>
              <p14:xfrm>
                <a:off x="5946101" y="2185832"/>
                <a:ext cx="26280" cy="3553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F5A4D02-6348-9198-C194-E8769D6B90B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928461" y="2168192"/>
                  <a:ext cx="6192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2AC2A75-7AF0-23DA-BC3E-566888D59420}"/>
                    </a:ext>
                  </a:extLst>
                </p14:cNvPr>
                <p14:cNvContentPartPr/>
                <p14:nvPr/>
              </p14:nvContentPartPr>
              <p14:xfrm>
                <a:off x="5892101" y="2109872"/>
                <a:ext cx="207360" cy="1515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2AC2A75-7AF0-23DA-BC3E-566888D5942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874461" y="2091872"/>
                  <a:ext cx="243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9DB1FCE-7FDD-8BA1-60CD-B0A53E64C7ED}"/>
                    </a:ext>
                  </a:extLst>
                </p14:cNvPr>
                <p14:cNvContentPartPr/>
                <p14:nvPr/>
              </p14:nvContentPartPr>
              <p14:xfrm>
                <a:off x="5880221" y="2468432"/>
                <a:ext cx="327600" cy="1270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9DB1FCE-7FDD-8BA1-60CD-B0A53E64C7E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862581" y="2450792"/>
                  <a:ext cx="3632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500C6E7-B848-6786-B3C7-2A8FF2B26C20}"/>
                    </a:ext>
                  </a:extLst>
                </p14:cNvPr>
                <p14:cNvContentPartPr/>
                <p14:nvPr/>
              </p14:nvContentPartPr>
              <p14:xfrm>
                <a:off x="5491061" y="2468432"/>
                <a:ext cx="88200" cy="1832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500C6E7-B848-6786-B3C7-2A8FF2B26C2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473061" y="2450792"/>
                  <a:ext cx="1238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BBFDC51-EE77-ACAE-CFCE-F6DD8FABC7CA}"/>
                    </a:ext>
                  </a:extLst>
                </p14:cNvPr>
                <p14:cNvContentPartPr/>
                <p14:nvPr/>
              </p14:nvContentPartPr>
              <p14:xfrm>
                <a:off x="5614901" y="2364752"/>
                <a:ext cx="105120" cy="170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BBFDC51-EE77-ACAE-CFCE-F6DD8FABC7C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597261" y="2346752"/>
                  <a:ext cx="14076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99D91D3-F1E8-105B-5D90-AB5FC2243644}"/>
                    </a:ext>
                  </a:extLst>
                </p14:cNvPr>
                <p14:cNvContentPartPr/>
                <p14:nvPr/>
              </p14:nvContentPartPr>
              <p14:xfrm>
                <a:off x="5760341" y="2311832"/>
                <a:ext cx="65160" cy="139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99D91D3-F1E8-105B-5D90-AB5FC224364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742701" y="2293832"/>
                  <a:ext cx="1008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9F0593F-92DB-0507-71FE-E4B841D40634}"/>
                    </a:ext>
                  </a:extLst>
                </p14:cNvPr>
                <p14:cNvContentPartPr/>
                <p14:nvPr/>
              </p14:nvContentPartPr>
              <p14:xfrm>
                <a:off x="5811101" y="2247032"/>
                <a:ext cx="105120" cy="1429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9F0593F-92DB-0507-71FE-E4B841D4063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793461" y="2229032"/>
                  <a:ext cx="1407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6667E5BA-FEC4-406A-8F26-E43CD2071A78}"/>
                    </a:ext>
                  </a:extLst>
                </p14:cNvPr>
                <p14:cNvContentPartPr/>
                <p14:nvPr/>
              </p14:nvContentPartPr>
              <p14:xfrm>
                <a:off x="5956541" y="2435672"/>
                <a:ext cx="1770480" cy="96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6667E5BA-FEC4-406A-8F26-E43CD2071A7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938901" y="2417672"/>
                  <a:ext cx="1806120" cy="13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C3B1373-7FD7-8C14-0D49-EF59B936B42A}"/>
              </a:ext>
            </a:extLst>
          </p:cNvPr>
          <p:cNvGrpSpPr/>
          <p:nvPr/>
        </p:nvGrpSpPr>
        <p:grpSpPr>
          <a:xfrm>
            <a:off x="6420581" y="2657432"/>
            <a:ext cx="1406520" cy="916560"/>
            <a:chOff x="6420581" y="2657432"/>
            <a:chExt cx="1406520" cy="91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9F5D63C-516E-7556-3F58-817A45A83AA0}"/>
                    </a:ext>
                  </a:extLst>
                </p14:cNvPr>
                <p14:cNvContentPartPr/>
                <p14:nvPr/>
              </p14:nvContentPartPr>
              <p14:xfrm>
                <a:off x="6707861" y="2657432"/>
                <a:ext cx="208800" cy="5187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9F5D63C-516E-7556-3F58-817A45A83AA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689861" y="2639432"/>
                  <a:ext cx="24444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DFE2B1C-ABF4-1514-A663-344DEE77B755}"/>
                    </a:ext>
                  </a:extLst>
                </p14:cNvPr>
                <p14:cNvContentPartPr/>
                <p14:nvPr/>
              </p14:nvContentPartPr>
              <p14:xfrm>
                <a:off x="6757181" y="2675072"/>
                <a:ext cx="190800" cy="1346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DFE2B1C-ABF4-1514-A663-344DEE77B75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739181" y="2657072"/>
                  <a:ext cx="2264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B4A5FC8-7F7B-6D3D-0798-67CD3DC13E55}"/>
                    </a:ext>
                  </a:extLst>
                </p14:cNvPr>
                <p14:cNvContentPartPr/>
                <p14:nvPr/>
              </p14:nvContentPartPr>
              <p14:xfrm>
                <a:off x="6420581" y="3412352"/>
                <a:ext cx="198360" cy="1616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B4A5FC8-7F7B-6D3D-0798-67CD3DC13E5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402941" y="3394352"/>
                  <a:ext cx="23400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36938D-BAB7-43DB-E1D5-713E9B8E07AE}"/>
                    </a:ext>
                  </a:extLst>
                </p14:cNvPr>
                <p14:cNvContentPartPr/>
                <p14:nvPr/>
              </p14:nvContentPartPr>
              <p14:xfrm>
                <a:off x="6688061" y="3435752"/>
                <a:ext cx="82800" cy="105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36938D-BAB7-43DB-E1D5-713E9B8E07A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670061" y="3418112"/>
                  <a:ext cx="1184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E4A7F1C-B73B-03C4-6959-87FDE97CD35E}"/>
                    </a:ext>
                  </a:extLst>
                </p14:cNvPr>
                <p14:cNvContentPartPr/>
                <p14:nvPr/>
              </p14:nvContentPartPr>
              <p14:xfrm>
                <a:off x="7007021" y="3256472"/>
                <a:ext cx="66240" cy="2613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E4A7F1C-B73B-03C4-6959-87FDE97CD35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989381" y="3238472"/>
                  <a:ext cx="10188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E0FB7C2E-4790-5510-4315-0CA9A6830B16}"/>
                    </a:ext>
                  </a:extLst>
                </p14:cNvPr>
                <p14:cNvContentPartPr/>
                <p14:nvPr/>
              </p14:nvContentPartPr>
              <p14:xfrm>
                <a:off x="6984701" y="3393632"/>
                <a:ext cx="145440" cy="360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E0FB7C2E-4790-5510-4315-0CA9A6830B1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966701" y="3375632"/>
                  <a:ext cx="1810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18A69A-1C19-E4C9-A3E7-C01E27C7DCBB}"/>
                    </a:ext>
                  </a:extLst>
                </p14:cNvPr>
                <p14:cNvContentPartPr/>
                <p14:nvPr/>
              </p14:nvContentPartPr>
              <p14:xfrm>
                <a:off x="7145981" y="3382832"/>
                <a:ext cx="97200" cy="932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18A69A-1C19-E4C9-A3E7-C01E27C7DCB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128341" y="3365192"/>
                  <a:ext cx="1328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C77B49E-6DA9-FBBE-7D6A-5862B16FCB34}"/>
                    </a:ext>
                  </a:extLst>
                </p14:cNvPr>
                <p14:cNvContentPartPr/>
                <p14:nvPr/>
              </p14:nvContentPartPr>
              <p14:xfrm>
                <a:off x="7353341" y="3381752"/>
                <a:ext cx="139320" cy="795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C77B49E-6DA9-FBBE-7D6A-5862B16FCB3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335701" y="3363752"/>
                  <a:ext cx="17496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DEFEDFC-EBEB-C0AE-7EEF-C0BDB27566FD}"/>
                    </a:ext>
                  </a:extLst>
                </p14:cNvPr>
                <p14:cNvContentPartPr/>
                <p14:nvPr/>
              </p14:nvContentPartPr>
              <p14:xfrm>
                <a:off x="7556741" y="3210392"/>
                <a:ext cx="270360" cy="2318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DEFEDFC-EBEB-C0AE-7EEF-C0BDB27566F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539101" y="3192752"/>
                  <a:ext cx="306000" cy="26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EF0FF3FE-5E72-07F5-9E6C-90C13A2A0BAF}"/>
              </a:ext>
            </a:extLst>
          </p:cNvPr>
          <p:cNvGrpSpPr/>
          <p:nvPr/>
        </p:nvGrpSpPr>
        <p:grpSpPr>
          <a:xfrm>
            <a:off x="7743221" y="2115272"/>
            <a:ext cx="4134960" cy="945000"/>
            <a:chOff x="7743221" y="2115272"/>
            <a:chExt cx="4134960" cy="94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E1182C4-C6B8-B211-A7C6-F4AD8F4BD265}"/>
                    </a:ext>
                  </a:extLst>
                </p14:cNvPr>
                <p14:cNvContentPartPr/>
                <p14:nvPr/>
              </p14:nvContentPartPr>
              <p14:xfrm>
                <a:off x="7743221" y="2499032"/>
                <a:ext cx="1352880" cy="5612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E1182C4-C6B8-B211-A7C6-F4AD8F4BD26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725581" y="2481032"/>
                  <a:ext cx="1388520" cy="59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010A61B-59BF-D78F-E2B8-124B2994F5A8}"/>
                    </a:ext>
                  </a:extLst>
                </p14:cNvPr>
                <p14:cNvContentPartPr/>
                <p14:nvPr/>
              </p14:nvContentPartPr>
              <p14:xfrm>
                <a:off x="8588141" y="2335592"/>
                <a:ext cx="437760" cy="3672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010A61B-59BF-D78F-E2B8-124B2994F5A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570141" y="2317592"/>
                  <a:ext cx="47340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E06A921-5B37-2AEE-1592-8A15EF809F02}"/>
                    </a:ext>
                  </a:extLst>
                </p14:cNvPr>
                <p14:cNvContentPartPr/>
                <p14:nvPr/>
              </p14:nvContentPartPr>
              <p14:xfrm>
                <a:off x="8613701" y="2499392"/>
                <a:ext cx="113760" cy="2422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E06A921-5B37-2AEE-1592-8A15EF809F0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595701" y="2481752"/>
                  <a:ext cx="1494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FB20349-8AF1-9408-1BAD-909D7CC28DEF}"/>
                    </a:ext>
                  </a:extLst>
                </p14:cNvPr>
                <p14:cNvContentPartPr/>
                <p14:nvPr/>
              </p14:nvContentPartPr>
              <p14:xfrm>
                <a:off x="9267101" y="2278712"/>
                <a:ext cx="50760" cy="224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FB20349-8AF1-9408-1BAD-909D7CC28DE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249101" y="2260712"/>
                  <a:ext cx="864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0BC935BC-CDB6-3766-C34B-9FFA3A11FB9C}"/>
                    </a:ext>
                  </a:extLst>
                </p14:cNvPr>
                <p14:cNvContentPartPr/>
                <p14:nvPr/>
              </p14:nvContentPartPr>
              <p14:xfrm>
                <a:off x="9226781" y="2319032"/>
                <a:ext cx="255960" cy="1263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0BC935BC-CDB6-3766-C34B-9FFA3A11FB9C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209141" y="2301392"/>
                  <a:ext cx="2916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4B04F635-BFA1-6FC5-1820-10C1A04944FC}"/>
                    </a:ext>
                  </a:extLst>
                </p14:cNvPr>
                <p14:cNvContentPartPr/>
                <p14:nvPr/>
              </p14:nvContentPartPr>
              <p14:xfrm>
                <a:off x="9528101" y="2291312"/>
                <a:ext cx="160560" cy="817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4B04F635-BFA1-6FC5-1820-10C1A04944F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10461" y="2273672"/>
                  <a:ext cx="1962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777EE38-BAD1-FE7D-7F55-B45ADCE1E20B}"/>
                    </a:ext>
                  </a:extLst>
                </p14:cNvPr>
                <p14:cNvContentPartPr/>
                <p14:nvPr/>
              </p14:nvContentPartPr>
              <p14:xfrm>
                <a:off x="9791621" y="2115272"/>
                <a:ext cx="314280" cy="2052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777EE38-BAD1-FE7D-7F55-B45ADCE1E20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773621" y="2097272"/>
                  <a:ext cx="349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BBA93DC-0478-596A-1BB8-E6E36AE49BB6}"/>
                    </a:ext>
                  </a:extLst>
                </p14:cNvPr>
                <p14:cNvContentPartPr/>
                <p14:nvPr/>
              </p14:nvContentPartPr>
              <p14:xfrm>
                <a:off x="9479501" y="2621072"/>
                <a:ext cx="226080" cy="3128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BBA93DC-0478-596A-1BB8-E6E36AE49BB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461861" y="2603432"/>
                  <a:ext cx="26172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81EA0F0-9BEB-3EE6-72C1-734387B3B0B3}"/>
                    </a:ext>
                  </a:extLst>
                </p14:cNvPr>
                <p14:cNvContentPartPr/>
                <p14:nvPr/>
              </p14:nvContentPartPr>
              <p14:xfrm>
                <a:off x="9759941" y="2677232"/>
                <a:ext cx="82800" cy="217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81EA0F0-9BEB-3EE6-72C1-734387B3B0B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741941" y="2659232"/>
                  <a:ext cx="1184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2949442-733B-DB63-ACF6-9443E362C337}"/>
                    </a:ext>
                  </a:extLst>
                </p14:cNvPr>
                <p14:cNvContentPartPr/>
                <p14:nvPr/>
              </p14:nvContentPartPr>
              <p14:xfrm>
                <a:off x="9739781" y="2625392"/>
                <a:ext cx="214200" cy="131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2949442-733B-DB63-ACF6-9443E362C33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722141" y="2607752"/>
                  <a:ext cx="2498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808CD4A-0829-153F-EAD6-CB7F7011690A}"/>
                    </a:ext>
                  </a:extLst>
                </p14:cNvPr>
                <p14:cNvContentPartPr/>
                <p14:nvPr/>
              </p14:nvContentPartPr>
              <p14:xfrm>
                <a:off x="10019861" y="2648432"/>
                <a:ext cx="1440" cy="2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808CD4A-0829-153F-EAD6-CB7F7011690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001861" y="2630792"/>
                  <a:ext cx="37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F8FC12C-A22D-DEE0-B27E-EB4E2B87F4C3}"/>
                    </a:ext>
                  </a:extLst>
                </p14:cNvPr>
                <p14:cNvContentPartPr/>
                <p14:nvPr/>
              </p14:nvContentPartPr>
              <p14:xfrm>
                <a:off x="10017701" y="2613872"/>
                <a:ext cx="75960" cy="1414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F8FC12C-A22D-DEE0-B27E-EB4E2B87F4C3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000061" y="2596232"/>
                  <a:ext cx="1116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7808C40-74D9-07B6-9172-5626C8324F0D}"/>
                    </a:ext>
                  </a:extLst>
                </p14:cNvPr>
                <p14:cNvContentPartPr/>
                <p14:nvPr/>
              </p14:nvContentPartPr>
              <p14:xfrm>
                <a:off x="10218941" y="2567432"/>
                <a:ext cx="126360" cy="1490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7808C40-74D9-07B6-9172-5626C8324F0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200941" y="2549792"/>
                  <a:ext cx="162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C907280-9591-1F90-CB43-132E75FBE061}"/>
                    </a:ext>
                  </a:extLst>
                </p14:cNvPr>
                <p14:cNvContentPartPr/>
                <p14:nvPr/>
              </p14:nvContentPartPr>
              <p14:xfrm>
                <a:off x="10432061" y="2562392"/>
                <a:ext cx="43200" cy="1101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C907280-9591-1F90-CB43-132E75FBE06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414421" y="2544752"/>
                  <a:ext cx="7884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D9F9028-D07F-F981-5886-DB25D7C00CFB}"/>
                    </a:ext>
                  </a:extLst>
                </p14:cNvPr>
                <p14:cNvContentPartPr/>
                <p14:nvPr/>
              </p14:nvContentPartPr>
              <p14:xfrm>
                <a:off x="10412621" y="2468792"/>
                <a:ext cx="26280" cy="151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D9F9028-D07F-F981-5886-DB25D7C00CF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394621" y="2450792"/>
                  <a:ext cx="6192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3B36A92-79D1-B21C-2811-C29E9B1E4AA9}"/>
                    </a:ext>
                  </a:extLst>
                </p14:cNvPr>
                <p14:cNvContentPartPr/>
                <p14:nvPr/>
              </p14:nvContentPartPr>
              <p14:xfrm>
                <a:off x="10582901" y="2508392"/>
                <a:ext cx="56880" cy="15804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3B36A92-79D1-B21C-2811-C29E9B1E4AA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565261" y="2490392"/>
                  <a:ext cx="92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BC0E557-F760-77DD-142E-BB34A5299412}"/>
                    </a:ext>
                  </a:extLst>
                </p14:cNvPr>
                <p14:cNvContentPartPr/>
                <p14:nvPr/>
              </p14:nvContentPartPr>
              <p14:xfrm>
                <a:off x="10690181" y="2370512"/>
                <a:ext cx="100080" cy="233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BC0E557-F760-77DD-142E-BB34A529941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672181" y="2352512"/>
                  <a:ext cx="13572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3953942-1600-34D2-687C-51BE899DD622}"/>
                    </a:ext>
                  </a:extLst>
                </p14:cNvPr>
                <p14:cNvContentPartPr/>
                <p14:nvPr/>
              </p14:nvContentPartPr>
              <p14:xfrm>
                <a:off x="10677581" y="2499392"/>
                <a:ext cx="98280" cy="262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3953942-1600-34D2-687C-51BE899DD622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659941" y="2481752"/>
                  <a:ext cx="1339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609A33E-5294-E750-49DF-C645506F54AD}"/>
                    </a:ext>
                  </a:extLst>
                </p14:cNvPr>
                <p14:cNvContentPartPr/>
                <p14:nvPr/>
              </p14:nvContentPartPr>
              <p14:xfrm>
                <a:off x="10868741" y="2412632"/>
                <a:ext cx="376560" cy="1512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609A33E-5294-E750-49DF-C645506F54A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850741" y="2394632"/>
                  <a:ext cx="4122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5B42538-CB02-94F7-D538-1E3D76F3F66E}"/>
                    </a:ext>
                  </a:extLst>
                </p14:cNvPr>
                <p14:cNvContentPartPr/>
                <p14:nvPr/>
              </p14:nvContentPartPr>
              <p14:xfrm>
                <a:off x="11341061" y="2355392"/>
                <a:ext cx="81000" cy="903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5B42538-CB02-94F7-D538-1E3D76F3F66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323061" y="2337392"/>
                  <a:ext cx="1166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35D5476-73E1-60EC-CEF4-2D2296981588}"/>
                    </a:ext>
                  </a:extLst>
                </p14:cNvPr>
                <p14:cNvContentPartPr/>
                <p14:nvPr/>
              </p14:nvContentPartPr>
              <p14:xfrm>
                <a:off x="11475341" y="2362232"/>
                <a:ext cx="120600" cy="99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35D5476-73E1-60EC-CEF4-2D229698158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457341" y="2344232"/>
                  <a:ext cx="1562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8124FFC-B431-153E-5502-E5349F73F583}"/>
                    </a:ext>
                  </a:extLst>
                </p14:cNvPr>
                <p14:cNvContentPartPr/>
                <p14:nvPr/>
              </p14:nvContentPartPr>
              <p14:xfrm>
                <a:off x="11635541" y="2139392"/>
                <a:ext cx="242640" cy="3603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8124FFC-B431-153E-5502-E5349F73F583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617901" y="2121392"/>
                  <a:ext cx="278280" cy="39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93DE59CF-ABDB-ACAD-654D-C016EC461B46}"/>
              </a:ext>
            </a:extLst>
          </p:cNvPr>
          <p:cNvGrpSpPr/>
          <p:nvPr/>
        </p:nvGrpSpPr>
        <p:grpSpPr>
          <a:xfrm>
            <a:off x="10164221" y="2928512"/>
            <a:ext cx="679680" cy="324000"/>
            <a:chOff x="10164221" y="2928512"/>
            <a:chExt cx="679680" cy="32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55967BB-F008-7C04-4418-684659ED49A4}"/>
                    </a:ext>
                  </a:extLst>
                </p14:cNvPr>
                <p14:cNvContentPartPr/>
                <p14:nvPr/>
              </p14:nvContentPartPr>
              <p14:xfrm>
                <a:off x="10164221" y="3039752"/>
                <a:ext cx="169200" cy="2127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55967BB-F008-7C04-4418-684659ED49A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0146221" y="3022112"/>
                  <a:ext cx="204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806BABA-3917-D9A7-ADCD-7E8A2A9DEDB0}"/>
                    </a:ext>
                  </a:extLst>
                </p14:cNvPr>
                <p14:cNvContentPartPr/>
                <p14:nvPr/>
              </p14:nvContentPartPr>
              <p14:xfrm>
                <a:off x="10401101" y="3038312"/>
                <a:ext cx="70200" cy="1040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806BABA-3917-D9A7-ADCD-7E8A2A9DEDB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383101" y="3020672"/>
                  <a:ext cx="1058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8180E38-6BC9-ACB7-953A-A43762CAE0F7}"/>
                    </a:ext>
                  </a:extLst>
                </p14:cNvPr>
                <p14:cNvContentPartPr/>
                <p14:nvPr/>
              </p14:nvContentPartPr>
              <p14:xfrm>
                <a:off x="10500101" y="2988632"/>
                <a:ext cx="110880" cy="1044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8180E38-6BC9-ACB7-953A-A43762CAE0F7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482101" y="2970992"/>
                  <a:ext cx="1465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AA057C8-8DDA-C479-C633-0DC8C0489024}"/>
                    </a:ext>
                  </a:extLst>
                </p14:cNvPr>
                <p14:cNvContentPartPr/>
                <p14:nvPr/>
              </p14:nvContentPartPr>
              <p14:xfrm>
                <a:off x="10762181" y="2928512"/>
                <a:ext cx="81720" cy="1591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AA057C8-8DDA-C479-C633-0DC8C0489024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44181" y="2910512"/>
                  <a:ext cx="117360" cy="19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E0B46826-C85C-01EC-5F56-EE09EEC56596}"/>
              </a:ext>
            </a:extLst>
          </p:cNvPr>
          <p:cNvGrpSpPr/>
          <p:nvPr/>
        </p:nvGrpSpPr>
        <p:grpSpPr>
          <a:xfrm>
            <a:off x="11096981" y="2723672"/>
            <a:ext cx="808920" cy="294840"/>
            <a:chOff x="11096981" y="2723672"/>
            <a:chExt cx="808920" cy="29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370D10B-371C-10E0-07F0-B9AC5B86FDAB}"/>
                    </a:ext>
                  </a:extLst>
                </p14:cNvPr>
                <p14:cNvContentPartPr/>
                <p14:nvPr/>
              </p14:nvContentPartPr>
              <p14:xfrm>
                <a:off x="11096981" y="2773352"/>
                <a:ext cx="160560" cy="2358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370D10B-371C-10E0-07F0-B9AC5B86FDAB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079341" y="2755352"/>
                  <a:ext cx="19620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6A5C4005-C221-634E-B4FD-8629C25F360B}"/>
                    </a:ext>
                  </a:extLst>
                </p14:cNvPr>
                <p14:cNvContentPartPr/>
                <p14:nvPr/>
              </p14:nvContentPartPr>
              <p14:xfrm>
                <a:off x="11337461" y="2818712"/>
                <a:ext cx="274680" cy="19980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6A5C4005-C221-634E-B4FD-8629C25F360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319821" y="2800712"/>
                  <a:ext cx="3103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A38185F-9E23-E888-11BC-8B5D2E8DFF36}"/>
                    </a:ext>
                  </a:extLst>
                </p14:cNvPr>
                <p14:cNvContentPartPr/>
                <p14:nvPr/>
              </p14:nvContentPartPr>
              <p14:xfrm>
                <a:off x="11664341" y="2723672"/>
                <a:ext cx="241560" cy="961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A38185F-9E23-E888-11BC-8B5D2E8DFF3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646701" y="2706032"/>
                  <a:ext cx="277200" cy="13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60B1AF38-D2C6-F822-9490-025B9C807DB7}"/>
                  </a:ext>
                </a:extLst>
              </p14:cNvPr>
              <p14:cNvContentPartPr/>
              <p14:nvPr/>
            </p14:nvContentPartPr>
            <p14:xfrm>
              <a:off x="7693541" y="2035352"/>
              <a:ext cx="41400" cy="23112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60B1AF38-D2C6-F822-9490-025B9C807DB7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7675541" y="2017352"/>
                <a:ext cx="77040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8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EEED48CD-02F5-7099-CAAA-4D453D5204D3}"/>
                  </a:ext>
                </a:extLst>
              </p14:cNvPr>
              <p14:cNvContentPartPr/>
              <p14:nvPr/>
            </p14:nvContentPartPr>
            <p14:xfrm>
              <a:off x="7770581" y="2432072"/>
              <a:ext cx="11520" cy="13320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EEED48CD-02F5-7099-CAAA-4D453D5204D3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7752941" y="2414072"/>
                <a:ext cx="47160" cy="16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0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8CFD082D-5C75-E4F2-6CB0-9A2A52C2D863}"/>
                  </a:ext>
                </a:extLst>
              </p14:cNvPr>
              <p14:cNvContentPartPr/>
              <p14:nvPr/>
            </p14:nvContentPartPr>
            <p14:xfrm>
              <a:off x="7805501" y="2707472"/>
              <a:ext cx="4680" cy="14184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8CFD082D-5C75-E4F2-6CB0-9A2A52C2D863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7787501" y="2689832"/>
                <a:ext cx="40320" cy="17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91AFA5F4-4AF5-5EFB-EDD1-8D6EC4F17E15}"/>
                  </a:ext>
                </a:extLst>
              </p14:cNvPr>
              <p14:cNvContentPartPr/>
              <p14:nvPr/>
            </p14:nvContentPartPr>
            <p14:xfrm>
              <a:off x="7826741" y="2965232"/>
              <a:ext cx="19080" cy="11628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91AFA5F4-4AF5-5EFB-EDD1-8D6EC4F17E15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7809101" y="2947232"/>
                <a:ext cx="54720" cy="15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CC8DFED-83F0-E657-35BB-113FC09550C3}"/>
              </a:ext>
            </a:extLst>
          </p:cNvPr>
          <p:cNvGrpSpPr/>
          <p:nvPr/>
        </p:nvGrpSpPr>
        <p:grpSpPr>
          <a:xfrm>
            <a:off x="7871741" y="3210032"/>
            <a:ext cx="44640" cy="263520"/>
            <a:chOff x="7871741" y="3210032"/>
            <a:chExt cx="44640" cy="26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4DBA3FEB-8571-F1DA-BF0C-8785F84B9EC6}"/>
                    </a:ext>
                  </a:extLst>
                </p14:cNvPr>
                <p14:cNvContentPartPr/>
                <p14:nvPr/>
              </p14:nvContentPartPr>
              <p14:xfrm>
                <a:off x="7871741" y="3210032"/>
                <a:ext cx="10800" cy="109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4DBA3FEB-8571-F1DA-BF0C-8785F84B9EC6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854101" y="3192032"/>
                  <a:ext cx="464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0D3F802-5607-9D47-43B3-C911141E427D}"/>
                    </a:ext>
                  </a:extLst>
                </p14:cNvPr>
                <p14:cNvContentPartPr/>
                <p14:nvPr/>
              </p14:nvContentPartPr>
              <p14:xfrm>
                <a:off x="7905221" y="3423872"/>
                <a:ext cx="11160" cy="496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0D3F802-5607-9D47-43B3-C911141E427D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887221" y="3406232"/>
                  <a:ext cx="4680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4744A397-A57A-1CAC-461A-6B2FB5015864}"/>
              </a:ext>
            </a:extLst>
          </p:cNvPr>
          <p:cNvGrpSpPr/>
          <p:nvPr/>
        </p:nvGrpSpPr>
        <p:grpSpPr>
          <a:xfrm>
            <a:off x="5611661" y="3676952"/>
            <a:ext cx="4395240" cy="3058920"/>
            <a:chOff x="5611661" y="3676952"/>
            <a:chExt cx="4395240" cy="305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8225DE9-AACB-CA7E-671C-35EDDACD14E9}"/>
                    </a:ext>
                  </a:extLst>
                </p14:cNvPr>
                <p14:cNvContentPartPr/>
                <p14:nvPr/>
              </p14:nvContentPartPr>
              <p14:xfrm>
                <a:off x="6097301" y="4337912"/>
                <a:ext cx="79920" cy="9097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8225DE9-AACB-CA7E-671C-35EDDACD14E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6079301" y="4320272"/>
                  <a:ext cx="115560" cy="9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CF2AF69-5E01-4050-9D10-897E54C7AC59}"/>
                    </a:ext>
                  </a:extLst>
                </p14:cNvPr>
                <p14:cNvContentPartPr/>
                <p14:nvPr/>
              </p14:nvContentPartPr>
              <p14:xfrm>
                <a:off x="6032861" y="4319552"/>
                <a:ext cx="168840" cy="15408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CF2AF69-5E01-4050-9D10-897E54C7AC5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6014861" y="4301912"/>
                  <a:ext cx="20448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5B94FD51-3AC7-36C8-AF11-710CADD08E71}"/>
                    </a:ext>
                  </a:extLst>
                </p14:cNvPr>
                <p14:cNvContentPartPr/>
                <p14:nvPr/>
              </p14:nvContentPartPr>
              <p14:xfrm>
                <a:off x="5654861" y="4664792"/>
                <a:ext cx="139320" cy="1576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5B94FD51-3AC7-36C8-AF11-710CADD08E7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636861" y="4646792"/>
                  <a:ext cx="17496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BFF3184-380E-6EBF-EEA5-BF9ED33CCF88}"/>
                    </a:ext>
                  </a:extLst>
                </p14:cNvPr>
                <p14:cNvContentPartPr/>
                <p14:nvPr/>
              </p14:nvContentPartPr>
              <p14:xfrm>
                <a:off x="5611661" y="4624472"/>
                <a:ext cx="69480" cy="856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BFF3184-380E-6EBF-EEA5-BF9ED33CCF8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594021" y="4606832"/>
                  <a:ext cx="1051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F01587C-264E-3944-A77A-7B83CAF520F5}"/>
                    </a:ext>
                  </a:extLst>
                </p14:cNvPr>
                <p14:cNvContentPartPr/>
                <p14:nvPr/>
              </p14:nvContentPartPr>
              <p14:xfrm>
                <a:off x="5719661" y="4774952"/>
                <a:ext cx="105120" cy="122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F01587C-264E-3944-A77A-7B83CAF520F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702021" y="4756952"/>
                  <a:ext cx="1407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203E566-F628-7D24-16A2-3B2A053E74CE}"/>
                    </a:ext>
                  </a:extLst>
                </p14:cNvPr>
                <p14:cNvContentPartPr/>
                <p14:nvPr/>
              </p14:nvContentPartPr>
              <p14:xfrm>
                <a:off x="6189461" y="5057912"/>
                <a:ext cx="3726360" cy="2779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203E566-F628-7D24-16A2-3B2A053E74C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171821" y="5039912"/>
                  <a:ext cx="376200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0970874-32E5-D07D-DDE8-8BC2D068B995}"/>
                    </a:ext>
                  </a:extLst>
                </p14:cNvPr>
                <p14:cNvContentPartPr/>
                <p14:nvPr/>
              </p14:nvContentPartPr>
              <p14:xfrm>
                <a:off x="9849581" y="4982312"/>
                <a:ext cx="157320" cy="1738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0970874-32E5-D07D-DDE8-8BC2D068B99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831941" y="4964312"/>
                  <a:ext cx="1929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E057957-C209-7357-4EB1-D5D578DFBCF9}"/>
                    </a:ext>
                  </a:extLst>
                </p14:cNvPr>
                <p14:cNvContentPartPr/>
                <p14:nvPr/>
              </p14:nvContentPartPr>
              <p14:xfrm>
                <a:off x="7759061" y="5317832"/>
                <a:ext cx="162720" cy="223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E057957-C209-7357-4EB1-D5D578DFBCF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741061" y="5300192"/>
                  <a:ext cx="1983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5FD64D2-4662-4359-1DEC-1B8306631296}"/>
                    </a:ext>
                  </a:extLst>
                </p14:cNvPr>
                <p14:cNvContentPartPr/>
                <p14:nvPr/>
              </p14:nvContentPartPr>
              <p14:xfrm>
                <a:off x="7777061" y="5418992"/>
                <a:ext cx="106920" cy="529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5FD64D2-4662-4359-1DEC-1B830663129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59061" y="5400992"/>
                  <a:ext cx="1425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F25024B-2480-C58F-1129-F56162CAA663}"/>
                    </a:ext>
                  </a:extLst>
                </p14:cNvPr>
                <p14:cNvContentPartPr/>
                <p14:nvPr/>
              </p14:nvContentPartPr>
              <p14:xfrm>
                <a:off x="8064341" y="5384792"/>
                <a:ext cx="54360" cy="1033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F25024B-2480-C58F-1129-F56162CAA66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046701" y="5366792"/>
                  <a:ext cx="900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199D08D-18E7-C458-64F4-4C4F9A260177}"/>
                    </a:ext>
                  </a:extLst>
                </p14:cNvPr>
                <p14:cNvContentPartPr/>
                <p14:nvPr/>
              </p14:nvContentPartPr>
              <p14:xfrm>
                <a:off x="8101061" y="5292272"/>
                <a:ext cx="12600" cy="111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199D08D-18E7-C458-64F4-4C4F9A26017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083061" y="5274632"/>
                  <a:ext cx="482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2DE51E73-F26E-4EC5-001E-FED0A732CFBA}"/>
                    </a:ext>
                  </a:extLst>
                </p14:cNvPr>
                <p14:cNvContentPartPr/>
                <p14:nvPr/>
              </p14:nvContentPartPr>
              <p14:xfrm>
                <a:off x="8223101" y="5326832"/>
                <a:ext cx="240120" cy="982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2DE51E73-F26E-4EC5-001E-FED0A732CFBA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205461" y="5309192"/>
                  <a:ext cx="2757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7261077-E574-2197-D1BC-8EC55A753D9C}"/>
                    </a:ext>
                  </a:extLst>
                </p14:cNvPr>
                <p14:cNvContentPartPr/>
                <p14:nvPr/>
              </p14:nvContentPartPr>
              <p14:xfrm>
                <a:off x="8529821" y="5262392"/>
                <a:ext cx="93960" cy="1425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7261077-E574-2197-D1BC-8EC55A753D9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8511821" y="5244752"/>
                  <a:ext cx="129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1EBDB7DC-DC4B-522F-A2C8-0026EDC01BE6}"/>
                    </a:ext>
                  </a:extLst>
                </p14:cNvPr>
                <p14:cNvContentPartPr/>
                <p14:nvPr/>
              </p14:nvContentPartPr>
              <p14:xfrm>
                <a:off x="6246341" y="4717712"/>
                <a:ext cx="56520" cy="295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1EBDB7DC-DC4B-522F-A2C8-0026EDC01BE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228341" y="4700072"/>
                  <a:ext cx="921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8493509-D81F-8792-02D6-48F90C0A5E71}"/>
                    </a:ext>
                  </a:extLst>
                </p14:cNvPr>
                <p14:cNvContentPartPr/>
                <p14:nvPr/>
              </p14:nvContentPartPr>
              <p14:xfrm>
                <a:off x="6170021" y="4563632"/>
                <a:ext cx="1992240" cy="2091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8493509-D81F-8792-02D6-48F90C0A5E7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6152021" y="4545632"/>
                  <a:ext cx="20278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862D41C-FBA2-74D0-7E33-DC8A27856EB5}"/>
                    </a:ext>
                  </a:extLst>
                </p14:cNvPr>
                <p14:cNvContentPartPr/>
                <p14:nvPr/>
              </p14:nvContentPartPr>
              <p14:xfrm>
                <a:off x="8217701" y="3781712"/>
                <a:ext cx="1316520" cy="7815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862D41C-FBA2-74D0-7E33-DC8A27856EB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200061" y="3763712"/>
                  <a:ext cx="1352160" cy="81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3FBDE0F-75AB-AFF2-CF77-D82FB322EBFF}"/>
                    </a:ext>
                  </a:extLst>
                </p14:cNvPr>
                <p14:cNvContentPartPr/>
                <p14:nvPr/>
              </p14:nvContentPartPr>
              <p14:xfrm>
                <a:off x="7957421" y="3676952"/>
                <a:ext cx="23400" cy="928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3FBDE0F-75AB-AFF2-CF77-D82FB322EBF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7939421" y="3659312"/>
                  <a:ext cx="5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734899B1-04BC-B0DD-8389-BED7D8D227B0}"/>
                    </a:ext>
                  </a:extLst>
                </p14:cNvPr>
                <p14:cNvContentPartPr/>
                <p14:nvPr/>
              </p14:nvContentPartPr>
              <p14:xfrm>
                <a:off x="7986221" y="3814832"/>
                <a:ext cx="13320" cy="168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734899B1-04BC-B0DD-8389-BED7D8D227B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968221" y="3796832"/>
                  <a:ext cx="4896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F2D28BF-FE0E-EBDF-F10D-85F873A8D6ED}"/>
                    </a:ext>
                  </a:extLst>
                </p14:cNvPr>
                <p14:cNvContentPartPr/>
                <p14:nvPr/>
              </p14:nvContentPartPr>
              <p14:xfrm>
                <a:off x="8054981" y="4121552"/>
                <a:ext cx="36360" cy="131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F2D28BF-FE0E-EBDF-F10D-85F873A8D6ED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037341" y="4103912"/>
                  <a:ext cx="72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72A9C31-A82D-7C07-3881-1AA3E07862F2}"/>
                    </a:ext>
                  </a:extLst>
                </p14:cNvPr>
                <p14:cNvContentPartPr/>
                <p14:nvPr/>
              </p14:nvContentPartPr>
              <p14:xfrm>
                <a:off x="8142101" y="4358432"/>
                <a:ext cx="9000" cy="1317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72A9C31-A82D-7C07-3881-1AA3E07862F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124101" y="4340792"/>
                  <a:ext cx="4464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D852A6E-4BB6-E36D-0CDC-DC3D4C93B61E}"/>
                    </a:ext>
                  </a:extLst>
                </p14:cNvPr>
                <p14:cNvContentPartPr/>
                <p14:nvPr/>
              </p14:nvContentPartPr>
              <p14:xfrm>
                <a:off x="8187821" y="4593512"/>
                <a:ext cx="26640" cy="1314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D852A6E-4BB6-E36D-0CDC-DC3D4C93B61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170181" y="4575872"/>
                  <a:ext cx="6228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3A296F3-8B31-C544-5E0B-5F4F5D7CE918}"/>
                    </a:ext>
                  </a:extLst>
                </p14:cNvPr>
                <p14:cNvContentPartPr/>
                <p14:nvPr/>
              </p14:nvContentPartPr>
              <p14:xfrm>
                <a:off x="8241101" y="4853432"/>
                <a:ext cx="10080" cy="1551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3A296F3-8B31-C544-5E0B-5F4F5D7CE91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8223461" y="4835792"/>
                  <a:ext cx="45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A5404B6-A99B-705E-E692-473892BFDB17}"/>
                    </a:ext>
                  </a:extLst>
                </p14:cNvPr>
                <p14:cNvContentPartPr/>
                <p14:nvPr/>
              </p14:nvContentPartPr>
              <p14:xfrm>
                <a:off x="8282861" y="5145392"/>
                <a:ext cx="52560" cy="1875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A5404B6-A99B-705E-E692-473892BFDB17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264861" y="5127392"/>
                  <a:ext cx="882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03D445E-7DA5-D77E-092D-21E765AB8AEE}"/>
                    </a:ext>
                  </a:extLst>
                </p14:cNvPr>
                <p14:cNvContentPartPr/>
                <p14:nvPr/>
              </p14:nvContentPartPr>
              <p14:xfrm>
                <a:off x="8384741" y="5513672"/>
                <a:ext cx="52200" cy="3859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03D445E-7DA5-D77E-092D-21E765AB8AEE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8366741" y="5495672"/>
                  <a:ext cx="8784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8FE3481-9CE4-A3BD-1DF0-E06170713C87}"/>
                    </a:ext>
                  </a:extLst>
                </p14:cNvPr>
                <p14:cNvContentPartPr/>
                <p14:nvPr/>
              </p14:nvContentPartPr>
              <p14:xfrm>
                <a:off x="8466821" y="6055472"/>
                <a:ext cx="25560" cy="16200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8FE3481-9CE4-A3BD-1DF0-E06170713C8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8449181" y="6037832"/>
                  <a:ext cx="612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0B656C92-FEC5-3FC7-01F5-4AC46E8F2029}"/>
                    </a:ext>
                  </a:extLst>
                </p14:cNvPr>
                <p14:cNvContentPartPr/>
                <p14:nvPr/>
              </p14:nvContentPartPr>
              <p14:xfrm>
                <a:off x="8524781" y="6320792"/>
                <a:ext cx="3600" cy="18432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0B656C92-FEC5-3FC7-01F5-4AC46E8F2029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507141" y="6303152"/>
                  <a:ext cx="392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F39BFB9-47BB-E703-BFCB-F0A7C3F778D5}"/>
                    </a:ext>
                  </a:extLst>
                </p14:cNvPr>
                <p14:cNvContentPartPr/>
                <p14:nvPr/>
              </p14:nvContentPartPr>
              <p14:xfrm>
                <a:off x="6441101" y="5981312"/>
                <a:ext cx="142200" cy="7002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F39BFB9-47BB-E703-BFCB-F0A7C3F778D5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423461" y="5963672"/>
                  <a:ext cx="177840" cy="7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ED221D57-24AC-A834-A053-5260AE9FE23A}"/>
                    </a:ext>
                  </a:extLst>
                </p14:cNvPr>
                <p14:cNvContentPartPr/>
                <p14:nvPr/>
              </p14:nvContentPartPr>
              <p14:xfrm>
                <a:off x="6544421" y="6380912"/>
                <a:ext cx="3385080" cy="354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ED221D57-24AC-A834-A053-5260AE9FE23A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526421" y="6362912"/>
                  <a:ext cx="342072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E7EDD23-CBDC-0A5F-4BB4-3402ADE27CCB}"/>
                    </a:ext>
                  </a:extLst>
                </p14:cNvPr>
                <p14:cNvContentPartPr/>
                <p14:nvPr/>
              </p14:nvContentPartPr>
              <p14:xfrm>
                <a:off x="9866501" y="6316832"/>
                <a:ext cx="114120" cy="1465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E7EDD23-CBDC-0A5F-4BB4-3402ADE27CC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9848501" y="6299192"/>
                  <a:ext cx="1497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71ADC9C-688A-010F-D931-6A9167CBDA1E}"/>
                    </a:ext>
                  </a:extLst>
                </p14:cNvPr>
                <p14:cNvContentPartPr/>
                <p14:nvPr/>
              </p14:nvContentPartPr>
              <p14:xfrm>
                <a:off x="6428501" y="6003632"/>
                <a:ext cx="20520" cy="154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71ADC9C-688A-010F-D931-6A9167CBDA1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410501" y="5985992"/>
                  <a:ext cx="561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D527885-102B-A703-923B-8794F32E293D}"/>
                    </a:ext>
                  </a:extLst>
                </p14:cNvPr>
                <p14:cNvContentPartPr/>
                <p14:nvPr/>
              </p14:nvContentPartPr>
              <p14:xfrm>
                <a:off x="6308621" y="5687552"/>
                <a:ext cx="150120" cy="30132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D527885-102B-A703-923B-8794F32E293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290621" y="5669552"/>
                  <a:ext cx="18576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36BFB7FE-055E-0D4A-7D46-F757C55213AC}"/>
                    </a:ext>
                  </a:extLst>
                </p14:cNvPr>
                <p14:cNvContentPartPr/>
                <p14:nvPr/>
              </p14:nvContentPartPr>
              <p14:xfrm>
                <a:off x="5807141" y="6030632"/>
                <a:ext cx="163800" cy="2250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36BFB7FE-055E-0D4A-7D46-F757C55213A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789141" y="6012632"/>
                  <a:ext cx="199440" cy="26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21A6E4C7-1128-AF8C-BA5D-DADAFBCD50F8}"/>
              </a:ext>
            </a:extLst>
          </p:cNvPr>
          <p:cNvGrpSpPr/>
          <p:nvPr/>
        </p:nvGrpSpPr>
        <p:grpSpPr>
          <a:xfrm>
            <a:off x="6969941" y="5805632"/>
            <a:ext cx="591480" cy="403560"/>
            <a:chOff x="6969941" y="5805632"/>
            <a:chExt cx="591480" cy="40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B4C3C00C-B990-FC56-3AD1-34873BD9232F}"/>
                    </a:ext>
                  </a:extLst>
                </p14:cNvPr>
                <p14:cNvContentPartPr/>
                <p14:nvPr/>
              </p14:nvContentPartPr>
              <p14:xfrm>
                <a:off x="6969941" y="5928392"/>
                <a:ext cx="113400" cy="2808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B4C3C00C-B990-FC56-3AD1-34873BD9232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6951941" y="5910752"/>
                  <a:ext cx="14904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507F25F-5575-4151-D16A-B27A1165DCD3}"/>
                    </a:ext>
                  </a:extLst>
                </p14:cNvPr>
                <p14:cNvContentPartPr/>
                <p14:nvPr/>
              </p14:nvContentPartPr>
              <p14:xfrm>
                <a:off x="7163981" y="6005792"/>
                <a:ext cx="76680" cy="936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507F25F-5575-4151-D16A-B27A1165DCD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146341" y="5987792"/>
                  <a:ext cx="1123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C33F276-8B0A-2619-16CD-CFC7652B3BFF}"/>
                    </a:ext>
                  </a:extLst>
                </p14:cNvPr>
                <p14:cNvContentPartPr/>
                <p14:nvPr/>
              </p14:nvContentPartPr>
              <p14:xfrm>
                <a:off x="7292861" y="5974112"/>
                <a:ext cx="68040" cy="9396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C33F276-8B0A-2619-16CD-CFC7652B3BF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274861" y="5956112"/>
                  <a:ext cx="1036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F7AF18FD-A47A-54C0-749B-6479FE21E290}"/>
                    </a:ext>
                  </a:extLst>
                </p14:cNvPr>
                <p14:cNvContentPartPr/>
                <p14:nvPr/>
              </p14:nvContentPartPr>
              <p14:xfrm>
                <a:off x="7460261" y="5805632"/>
                <a:ext cx="101160" cy="2538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F7AF18FD-A47A-54C0-749B-6479FE21E290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442621" y="5787632"/>
                  <a:ext cx="136800" cy="28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29ED8AF4-1700-EB05-EF80-FC7BEF099DA5}"/>
              </a:ext>
            </a:extLst>
          </p:cNvPr>
          <p:cNvGrpSpPr/>
          <p:nvPr/>
        </p:nvGrpSpPr>
        <p:grpSpPr>
          <a:xfrm>
            <a:off x="7892981" y="5779352"/>
            <a:ext cx="1155960" cy="268920"/>
            <a:chOff x="7892981" y="5779352"/>
            <a:chExt cx="115596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9FE6D1D-859A-A34E-3EFF-1FAB1B4888B5}"/>
                    </a:ext>
                  </a:extLst>
                </p14:cNvPr>
                <p14:cNvContentPartPr/>
                <p14:nvPr/>
              </p14:nvContentPartPr>
              <p14:xfrm>
                <a:off x="7928981" y="5835872"/>
                <a:ext cx="61560" cy="21240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9FE6D1D-859A-A34E-3EFF-1FAB1B4888B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911341" y="5818232"/>
                  <a:ext cx="972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B7FC272-3FBE-F5A2-6A2E-AE90A7A8A86C}"/>
                    </a:ext>
                  </a:extLst>
                </p14:cNvPr>
                <p14:cNvContentPartPr/>
                <p14:nvPr/>
              </p14:nvContentPartPr>
              <p14:xfrm>
                <a:off x="7892981" y="5918312"/>
                <a:ext cx="119880" cy="583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B7FC272-3FBE-F5A2-6A2E-AE90A7A8A86C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875341" y="5900312"/>
                  <a:ext cx="1555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CA8955A0-E6A3-BD85-CEE0-8F153B9A243F}"/>
                    </a:ext>
                  </a:extLst>
                </p14:cNvPr>
                <p14:cNvContentPartPr/>
                <p14:nvPr/>
              </p14:nvContentPartPr>
              <p14:xfrm>
                <a:off x="8038421" y="5915432"/>
                <a:ext cx="86760" cy="792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CA8955A0-E6A3-BD85-CEE0-8F153B9A243F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020421" y="5897432"/>
                  <a:ext cx="1224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76FA69B-B737-8545-1AA2-08A30826655D}"/>
                    </a:ext>
                  </a:extLst>
                </p14:cNvPr>
                <p14:cNvContentPartPr/>
                <p14:nvPr/>
              </p14:nvContentPartPr>
              <p14:xfrm>
                <a:off x="8346221" y="5779352"/>
                <a:ext cx="80640" cy="2458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76FA69B-B737-8545-1AA2-08A30826655D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328581" y="5761352"/>
                  <a:ext cx="1162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0E25A9F-0EC5-A15B-CF66-9DDF0B00A949}"/>
                    </a:ext>
                  </a:extLst>
                </p14:cNvPr>
                <p14:cNvContentPartPr/>
                <p14:nvPr/>
              </p14:nvContentPartPr>
              <p14:xfrm>
                <a:off x="8445221" y="5835152"/>
                <a:ext cx="101880" cy="1429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0E25A9F-0EC5-A15B-CF66-9DDF0B00A94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427581" y="5817512"/>
                  <a:ext cx="1375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93C0B485-2539-9FDD-C00F-A47A97E3DD1D}"/>
                    </a:ext>
                  </a:extLst>
                </p14:cNvPr>
                <p14:cNvContentPartPr/>
                <p14:nvPr/>
              </p14:nvContentPartPr>
              <p14:xfrm>
                <a:off x="8576621" y="5894552"/>
                <a:ext cx="122400" cy="561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93C0B485-2539-9FDD-C00F-A47A97E3DD1D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558621" y="5876552"/>
                  <a:ext cx="1580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BAB1DC81-9F46-DE91-0F48-3C065B275774}"/>
                    </a:ext>
                  </a:extLst>
                </p14:cNvPr>
                <p14:cNvContentPartPr/>
                <p14:nvPr/>
              </p14:nvContentPartPr>
              <p14:xfrm>
                <a:off x="8790821" y="5844512"/>
                <a:ext cx="64440" cy="10872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BAB1DC81-9F46-DE91-0F48-3C065B275774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772821" y="5826872"/>
                  <a:ext cx="1000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6A0C4C6-70EF-C61E-D3DF-23611ED62FBF}"/>
                    </a:ext>
                  </a:extLst>
                </p14:cNvPr>
                <p14:cNvContentPartPr/>
                <p14:nvPr/>
              </p14:nvContentPartPr>
              <p14:xfrm>
                <a:off x="8915381" y="5804552"/>
                <a:ext cx="133560" cy="1213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6A0C4C6-70EF-C61E-D3DF-23611ED62FBF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897741" y="5786552"/>
                  <a:ext cx="16920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2C7B00CD-EE07-CB9B-FC4E-28DC200BA819}"/>
              </a:ext>
            </a:extLst>
          </p:cNvPr>
          <p:cNvGrpSpPr/>
          <p:nvPr/>
        </p:nvGrpSpPr>
        <p:grpSpPr>
          <a:xfrm>
            <a:off x="9473741" y="5636792"/>
            <a:ext cx="696960" cy="232920"/>
            <a:chOff x="9473741" y="5636792"/>
            <a:chExt cx="696960" cy="23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4890019-934A-6413-25E0-7A0DBEC51F64}"/>
                    </a:ext>
                  </a:extLst>
                </p14:cNvPr>
                <p14:cNvContentPartPr/>
                <p14:nvPr/>
              </p14:nvContentPartPr>
              <p14:xfrm>
                <a:off x="9473741" y="5699792"/>
                <a:ext cx="150480" cy="16308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4890019-934A-6413-25E0-7A0DBEC51F64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455741" y="5681792"/>
                  <a:ext cx="1861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4EE5AD4-9E8E-1A74-10CE-FF7C1E8A5739}"/>
                    </a:ext>
                  </a:extLst>
                </p14:cNvPr>
                <p14:cNvContentPartPr/>
                <p14:nvPr/>
              </p14:nvContentPartPr>
              <p14:xfrm>
                <a:off x="9723221" y="5788712"/>
                <a:ext cx="64440" cy="810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4EE5AD4-9E8E-1A74-10CE-FF7C1E8A573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705581" y="5771072"/>
                  <a:ext cx="100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DC638F5-9479-DCDF-BE78-11ADC9390E15}"/>
                    </a:ext>
                  </a:extLst>
                </p14:cNvPr>
                <p14:cNvContentPartPr/>
                <p14:nvPr/>
              </p14:nvContentPartPr>
              <p14:xfrm>
                <a:off x="9889541" y="5636792"/>
                <a:ext cx="57240" cy="1850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DC638F5-9479-DCDF-BE78-11ADC9390E1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9871901" y="5619152"/>
                  <a:ext cx="928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31056D9-F9BB-86EB-AB82-E9AF382105FE}"/>
                    </a:ext>
                  </a:extLst>
                </p14:cNvPr>
                <p14:cNvContentPartPr/>
                <p14:nvPr/>
              </p14:nvContentPartPr>
              <p14:xfrm>
                <a:off x="9866501" y="5668112"/>
                <a:ext cx="304200" cy="10332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31056D9-F9BB-86EB-AB82-E9AF382105FE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9848501" y="5650472"/>
                  <a:ext cx="33984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FB201CD1-3CF1-6F59-CF20-FD957A197F35}"/>
              </a:ext>
            </a:extLst>
          </p:cNvPr>
          <p:cNvGrpSpPr/>
          <p:nvPr/>
        </p:nvGrpSpPr>
        <p:grpSpPr>
          <a:xfrm>
            <a:off x="11214341" y="5323592"/>
            <a:ext cx="641160" cy="375120"/>
            <a:chOff x="11214341" y="5323592"/>
            <a:chExt cx="641160" cy="37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21B35958-B36B-1E7A-F211-E6B409BD3BEF}"/>
                    </a:ext>
                  </a:extLst>
                </p14:cNvPr>
                <p14:cNvContentPartPr/>
                <p14:nvPr/>
              </p14:nvContentPartPr>
              <p14:xfrm>
                <a:off x="11214341" y="5566232"/>
                <a:ext cx="400680" cy="132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21B35958-B36B-1E7A-F211-E6B409BD3BE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96341" y="5548232"/>
                  <a:ext cx="4363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E53C555-94E5-B547-5B67-F1EB59BB2FF2}"/>
                    </a:ext>
                  </a:extLst>
                </p14:cNvPr>
                <p14:cNvContentPartPr/>
                <p14:nvPr/>
              </p14:nvContentPartPr>
              <p14:xfrm>
                <a:off x="11673701" y="5323592"/>
                <a:ext cx="181800" cy="28440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E53C555-94E5-B547-5B67-F1EB59BB2FF2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655701" y="5305952"/>
                  <a:ext cx="217440" cy="32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7C92F83A-F254-FBAA-6008-AA7EDD3A6725}"/>
              </a:ext>
            </a:extLst>
          </p:cNvPr>
          <p:cNvGrpSpPr/>
          <p:nvPr/>
        </p:nvGrpSpPr>
        <p:grpSpPr>
          <a:xfrm>
            <a:off x="10409021" y="5514752"/>
            <a:ext cx="526320" cy="345600"/>
            <a:chOff x="10409021" y="5514752"/>
            <a:chExt cx="526320" cy="34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1545A8A-BA02-6A43-56DB-3AE2A4AAA007}"/>
                    </a:ext>
                  </a:extLst>
                </p14:cNvPr>
                <p14:cNvContentPartPr/>
                <p14:nvPr/>
              </p14:nvContentPartPr>
              <p14:xfrm>
                <a:off x="10557341" y="5562632"/>
                <a:ext cx="70200" cy="2545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1545A8A-BA02-6A43-56DB-3AE2A4AAA007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539701" y="5544632"/>
                  <a:ext cx="1058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7413DA1F-B4F1-B8A4-FF4F-8E7EED364D34}"/>
                    </a:ext>
                  </a:extLst>
                </p14:cNvPr>
                <p14:cNvContentPartPr/>
                <p14:nvPr/>
              </p14:nvContentPartPr>
              <p14:xfrm>
                <a:off x="10568501" y="5514752"/>
                <a:ext cx="149760" cy="146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7413DA1F-B4F1-B8A4-FF4F-8E7EED364D3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0550501" y="5496752"/>
                  <a:ext cx="1854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C865C2C3-F697-AF97-D82D-7FF7E2B68875}"/>
                    </a:ext>
                  </a:extLst>
                </p14:cNvPr>
                <p14:cNvContentPartPr/>
                <p14:nvPr/>
              </p14:nvContentPartPr>
              <p14:xfrm>
                <a:off x="10759661" y="5671712"/>
                <a:ext cx="175680" cy="1044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C865C2C3-F697-AF97-D82D-7FF7E2B6887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0741661" y="5653712"/>
                  <a:ext cx="2113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D449835A-62BC-BE84-2781-3F42221AB04A}"/>
                    </a:ext>
                  </a:extLst>
                </p14:cNvPr>
                <p14:cNvContentPartPr/>
                <p14:nvPr/>
              </p14:nvContentPartPr>
              <p14:xfrm>
                <a:off x="10843181" y="5646152"/>
                <a:ext cx="54720" cy="1641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D449835A-62BC-BE84-2781-3F42221AB04A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0825181" y="5628152"/>
                  <a:ext cx="903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17F6E02-DD94-AF3F-5660-0EFCF15B1BA8}"/>
                    </a:ext>
                  </a:extLst>
                </p14:cNvPr>
                <p14:cNvContentPartPr/>
                <p14:nvPr/>
              </p14:nvContentPartPr>
              <p14:xfrm>
                <a:off x="10409021" y="5626352"/>
                <a:ext cx="43560" cy="23400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17F6E02-DD94-AF3F-5660-0EFCF15B1BA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0391381" y="5608352"/>
                  <a:ext cx="7920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83A5906-99AC-6ECC-9A99-2C0A07AF0550}"/>
                    </a:ext>
                  </a:extLst>
                </p14:cNvPr>
                <p14:cNvContentPartPr/>
                <p14:nvPr/>
              </p14:nvContentPartPr>
              <p14:xfrm>
                <a:off x="10420541" y="5643992"/>
                <a:ext cx="172080" cy="21276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83A5906-99AC-6ECC-9A99-2C0A07AF0550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402541" y="5625992"/>
                  <a:ext cx="20772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6" name="Group 215">
            <a:extLst>
              <a:ext uri="{FF2B5EF4-FFF2-40B4-BE49-F238E27FC236}">
                <a16:creationId xmlns:a16="http://schemas.microsoft.com/office/drawing/2014/main" id="{BFB8D762-861E-1686-8B20-83CA666FAB95}"/>
              </a:ext>
            </a:extLst>
          </p:cNvPr>
          <p:cNvGrpSpPr/>
          <p:nvPr/>
        </p:nvGrpSpPr>
        <p:grpSpPr>
          <a:xfrm>
            <a:off x="10402181" y="6048992"/>
            <a:ext cx="440640" cy="300960"/>
            <a:chOff x="10402181" y="6048992"/>
            <a:chExt cx="44064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ECEDB52-A928-D63C-CBD8-64D83796BEFA}"/>
                    </a:ext>
                  </a:extLst>
                </p14:cNvPr>
                <p14:cNvContentPartPr/>
                <p14:nvPr/>
              </p14:nvContentPartPr>
              <p14:xfrm>
                <a:off x="10402181" y="6048992"/>
                <a:ext cx="53280" cy="25524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EECEDB52-A928-D63C-CBD8-64D83796BEFA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384541" y="6031352"/>
                  <a:ext cx="889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12568FD-867F-7A92-CBFE-C2448BD6CFBB}"/>
                    </a:ext>
                  </a:extLst>
                </p14:cNvPr>
                <p14:cNvContentPartPr/>
                <p14:nvPr/>
              </p14:nvContentPartPr>
              <p14:xfrm>
                <a:off x="10437101" y="6088232"/>
                <a:ext cx="184320" cy="2167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12568FD-867F-7A92-CBFE-C2448BD6CFB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419461" y="6070592"/>
                  <a:ext cx="2199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BBC6FBF-0291-BE35-8293-CEE9D412CE50}"/>
                    </a:ext>
                  </a:extLst>
                </p14:cNvPr>
                <p14:cNvContentPartPr/>
                <p14:nvPr/>
              </p14:nvContentPartPr>
              <p14:xfrm>
                <a:off x="10748501" y="6077072"/>
                <a:ext cx="41760" cy="2552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BBC6FBF-0291-BE35-8293-CEE9D412CE50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0730501" y="6059072"/>
                  <a:ext cx="774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156108D4-B19D-7BF6-A430-5263308060B2}"/>
                    </a:ext>
                  </a:extLst>
                </p14:cNvPr>
                <p14:cNvContentPartPr/>
                <p14:nvPr/>
              </p14:nvContentPartPr>
              <p14:xfrm>
                <a:off x="10693061" y="6086072"/>
                <a:ext cx="111240" cy="1440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156108D4-B19D-7BF6-A430-5263308060B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10675061" y="6068072"/>
                  <a:ext cx="14688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4FFB21E-453D-B921-21CB-E6EE7A843A8C}"/>
                    </a:ext>
                  </a:extLst>
                </p14:cNvPr>
                <p14:cNvContentPartPr/>
                <p14:nvPr/>
              </p14:nvContentPartPr>
              <p14:xfrm>
                <a:off x="10778381" y="6329792"/>
                <a:ext cx="64440" cy="2016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4FFB21E-453D-B921-21CB-E6EE7A843A8C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10760741" y="6311792"/>
                  <a:ext cx="100080" cy="55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79696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38ACC-C294-4279-4A2A-D7AE1B800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Sensors in circuits: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41B611-DAD3-84AB-8660-E517F437D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electrical components&#10;&#10;Description automatically generated">
            <a:extLst>
              <a:ext uri="{FF2B5EF4-FFF2-40B4-BE49-F238E27FC236}">
                <a16:creationId xmlns:a16="http://schemas.microsoft.com/office/drawing/2014/main" id="{D8C7DDB9-16C7-5DCC-BA7E-A0344C30570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057"/>
          <a:stretch/>
        </p:blipFill>
        <p:spPr>
          <a:xfrm>
            <a:off x="105529" y="1006475"/>
            <a:ext cx="10096197" cy="5486400"/>
          </a:xfrm>
          <a:prstGeom prst="rect">
            <a:avLst/>
          </a:prstGeom>
        </p:spPr>
      </p:pic>
      <p:pic>
        <p:nvPicPr>
          <p:cNvPr id="8" name="Content Placeholder 5" descr="A diagram of electrical components&#10;&#10;Description automatically generated">
            <a:extLst>
              <a:ext uri="{FF2B5EF4-FFF2-40B4-BE49-F238E27FC236}">
                <a16:creationId xmlns:a16="http://schemas.microsoft.com/office/drawing/2014/main" id="{A619101A-F205-7316-6ADC-F2196D00D2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10" r="24591" b="80674"/>
          <a:stretch/>
        </p:blipFill>
        <p:spPr>
          <a:xfrm>
            <a:off x="10259028" y="1371279"/>
            <a:ext cx="1932972" cy="2182148"/>
          </a:xfrm>
        </p:spPr>
      </p:pic>
      <p:pic>
        <p:nvPicPr>
          <p:cNvPr id="9" name="Content Placeholder 5" descr="A diagram of electrical components&#10;&#10;Description automatically generated">
            <a:extLst>
              <a:ext uri="{FF2B5EF4-FFF2-40B4-BE49-F238E27FC236}">
                <a16:creationId xmlns:a16="http://schemas.microsoft.com/office/drawing/2014/main" id="{9095ED9C-20F4-BCBA-1EB9-8898759289B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974" r="4328" b="80674"/>
          <a:stretch/>
        </p:blipFill>
        <p:spPr>
          <a:xfrm>
            <a:off x="10259028" y="3932077"/>
            <a:ext cx="1932972" cy="218214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4969CC0-A1AF-0DE8-3536-E856BED54339}"/>
              </a:ext>
            </a:extLst>
          </p:cNvPr>
          <p:cNvGrpSpPr/>
          <p:nvPr/>
        </p:nvGrpSpPr>
        <p:grpSpPr>
          <a:xfrm>
            <a:off x="439541" y="3906272"/>
            <a:ext cx="337320" cy="329040"/>
            <a:chOff x="439541" y="3906272"/>
            <a:chExt cx="337320" cy="329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52D957C-1CF1-B6E4-AE26-4B5625D22093}"/>
                    </a:ext>
                  </a:extLst>
                </p14:cNvPr>
                <p14:cNvContentPartPr/>
                <p14:nvPr/>
              </p14:nvContentPartPr>
              <p14:xfrm>
                <a:off x="439541" y="3906272"/>
                <a:ext cx="257040" cy="303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52D957C-1CF1-B6E4-AE26-4B5625D2209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21541" y="3888632"/>
                  <a:ext cx="2926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153D49A-DE49-4553-E5CC-CF56F8E3BD06}"/>
                    </a:ext>
                  </a:extLst>
                </p14:cNvPr>
                <p14:cNvContentPartPr/>
                <p14:nvPr/>
              </p14:nvContentPartPr>
              <p14:xfrm>
                <a:off x="564821" y="4067552"/>
                <a:ext cx="212040" cy="167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153D49A-DE49-4553-E5CC-CF56F8E3BD0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47181" y="4049552"/>
                  <a:ext cx="24768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791D744-5AB9-4CC5-630D-1BBDC03210FC}"/>
              </a:ext>
            </a:extLst>
          </p:cNvPr>
          <p:cNvGrpSpPr/>
          <p:nvPr/>
        </p:nvGrpSpPr>
        <p:grpSpPr>
          <a:xfrm>
            <a:off x="698021" y="3168992"/>
            <a:ext cx="216360" cy="242640"/>
            <a:chOff x="698021" y="3168992"/>
            <a:chExt cx="21636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7192BA9-B00C-7B14-9826-9E21EC868872}"/>
                    </a:ext>
                  </a:extLst>
                </p14:cNvPr>
                <p14:cNvContentPartPr/>
                <p14:nvPr/>
              </p14:nvContentPartPr>
              <p14:xfrm>
                <a:off x="717821" y="3244592"/>
                <a:ext cx="186120" cy="167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7192BA9-B00C-7B14-9826-9E21EC86887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0181" y="3226952"/>
                  <a:ext cx="2217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1F7BD1C-66A0-1A2D-EDF2-57DAA06A45B1}"/>
                    </a:ext>
                  </a:extLst>
                </p14:cNvPr>
                <p14:cNvContentPartPr/>
                <p14:nvPr/>
              </p14:nvContentPartPr>
              <p14:xfrm>
                <a:off x="698021" y="3168992"/>
                <a:ext cx="216360" cy="12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1F7BD1C-66A0-1A2D-EDF2-57DAA06A45B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80381" y="3150992"/>
                  <a:ext cx="252000" cy="156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0D195E8-09FE-1042-8C28-0495E3240348}"/>
                  </a:ext>
                </a:extLst>
              </p14:cNvPr>
              <p14:cNvContentPartPr/>
              <p14:nvPr/>
            </p14:nvContentPartPr>
            <p14:xfrm>
              <a:off x="2613941" y="4067192"/>
              <a:ext cx="648360" cy="10753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0D195E8-09FE-1042-8C28-0495E3240348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95941" y="4049192"/>
                <a:ext cx="684000" cy="11109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6470FB52-3DE3-13B6-534D-C16FDA0AA1CD}"/>
              </a:ext>
            </a:extLst>
          </p:cNvPr>
          <p:cNvGrpSpPr/>
          <p:nvPr/>
        </p:nvGrpSpPr>
        <p:grpSpPr>
          <a:xfrm>
            <a:off x="4413581" y="78392"/>
            <a:ext cx="4259520" cy="2159640"/>
            <a:chOff x="4413581" y="78392"/>
            <a:chExt cx="4259520" cy="215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BC3A256-8381-F21B-C573-11B9421D5419}"/>
                    </a:ext>
                  </a:extLst>
                </p14:cNvPr>
                <p14:cNvContentPartPr/>
                <p14:nvPr/>
              </p14:nvContentPartPr>
              <p14:xfrm>
                <a:off x="4704821" y="269552"/>
                <a:ext cx="32760" cy="405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BC3A256-8381-F21B-C573-11B9421D5419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686821" y="251552"/>
                  <a:ext cx="6840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67294E9-BFF3-53FC-9D1A-6FA497D9E1A3}"/>
                    </a:ext>
                  </a:extLst>
                </p14:cNvPr>
                <p14:cNvContentPartPr/>
                <p14:nvPr/>
              </p14:nvContentPartPr>
              <p14:xfrm>
                <a:off x="4676381" y="690392"/>
                <a:ext cx="121680" cy="281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67294E9-BFF3-53FC-9D1A-6FA497D9E1A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58381" y="672752"/>
                  <a:ext cx="1573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DDD5AE3-A155-AAAF-3DCF-5C22259B9CF6}"/>
                    </a:ext>
                  </a:extLst>
                </p14:cNvPr>
                <p14:cNvContentPartPr/>
                <p14:nvPr/>
              </p14:nvContentPartPr>
              <p14:xfrm>
                <a:off x="4771781" y="1002152"/>
                <a:ext cx="21600" cy="217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DDD5AE3-A155-AAAF-3DCF-5C22259B9CF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54141" y="984152"/>
                  <a:ext cx="572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D7EE384-9B5C-47A3-3363-4895FC6ACFB2}"/>
                    </a:ext>
                  </a:extLst>
                </p14:cNvPr>
                <p14:cNvContentPartPr/>
                <p14:nvPr/>
              </p14:nvContentPartPr>
              <p14:xfrm>
                <a:off x="4791221" y="1278992"/>
                <a:ext cx="90720" cy="212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D7EE384-9B5C-47A3-3363-4895FC6ACFB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773581" y="1260992"/>
                  <a:ext cx="126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D608C6-02DD-8942-6108-BD1583D71FE8}"/>
                    </a:ext>
                  </a:extLst>
                </p14:cNvPr>
                <p14:cNvContentPartPr/>
                <p14:nvPr/>
              </p14:nvContentPartPr>
              <p14:xfrm>
                <a:off x="4874381" y="1500752"/>
                <a:ext cx="129960" cy="570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D608C6-02DD-8942-6108-BD1583D71FE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856381" y="1483112"/>
                  <a:ext cx="16560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87A9415-1C18-FE2B-D607-04D8923CBEC5}"/>
                    </a:ext>
                  </a:extLst>
                </p14:cNvPr>
                <p14:cNvContentPartPr/>
                <p14:nvPr/>
              </p14:nvContentPartPr>
              <p14:xfrm>
                <a:off x="4548221" y="630272"/>
                <a:ext cx="352800" cy="421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87A9415-1C18-FE2B-D607-04D8923CBEC5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30221" y="612272"/>
                  <a:ext cx="388440" cy="45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17BD97D-29F6-6417-7952-927E73D8BEAF}"/>
                    </a:ext>
                  </a:extLst>
                </p14:cNvPr>
                <p14:cNvContentPartPr/>
                <p14:nvPr/>
              </p14:nvContentPartPr>
              <p14:xfrm>
                <a:off x="4846661" y="576992"/>
                <a:ext cx="136440" cy="170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17BD97D-29F6-6417-7952-927E73D8BEAF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828661" y="558992"/>
                  <a:ext cx="17208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FA768C9-AABB-FE09-02B5-02C7D0270947}"/>
                    </a:ext>
                  </a:extLst>
                </p14:cNvPr>
                <p14:cNvContentPartPr/>
                <p14:nvPr/>
              </p14:nvContentPartPr>
              <p14:xfrm>
                <a:off x="5109461" y="602192"/>
                <a:ext cx="61920" cy="257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FA768C9-AABB-FE09-02B5-02C7D027094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91461" y="584552"/>
                  <a:ext cx="975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86AF4E4-E51A-66E2-47FB-1E2540BB49E1}"/>
                    </a:ext>
                  </a:extLst>
                </p14:cNvPr>
                <p14:cNvContentPartPr/>
                <p14:nvPr/>
              </p14:nvContentPartPr>
              <p14:xfrm>
                <a:off x="5114501" y="577712"/>
                <a:ext cx="140760" cy="157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86AF4E4-E51A-66E2-47FB-1E2540BB49E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096861" y="559712"/>
                  <a:ext cx="1764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FCE05B2-DE9A-F33B-E4AE-F5FEE6C627EA}"/>
                    </a:ext>
                  </a:extLst>
                </p14:cNvPr>
                <p14:cNvContentPartPr/>
                <p14:nvPr/>
              </p14:nvContentPartPr>
              <p14:xfrm>
                <a:off x="5348861" y="637832"/>
                <a:ext cx="119160" cy="65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FCE05B2-DE9A-F33B-E4AE-F5FEE6C627E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330861" y="620192"/>
                  <a:ext cx="1548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2F11A69-3EFC-9C39-7046-533E8DAD2BCE}"/>
                    </a:ext>
                  </a:extLst>
                </p14:cNvPr>
                <p14:cNvContentPartPr/>
                <p14:nvPr/>
              </p14:nvContentPartPr>
              <p14:xfrm>
                <a:off x="5394581" y="681392"/>
                <a:ext cx="49680" cy="156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2F11A69-3EFC-9C39-7046-533E8DAD2BC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376941" y="663392"/>
                  <a:ext cx="8532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450ECD4-BAD0-5CEE-227D-62E20B8D27C6}"/>
                    </a:ext>
                  </a:extLst>
                </p14:cNvPr>
                <p14:cNvContentPartPr/>
                <p14:nvPr/>
              </p14:nvContentPartPr>
              <p14:xfrm>
                <a:off x="5050061" y="1351712"/>
                <a:ext cx="77400" cy="175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450ECD4-BAD0-5CEE-227D-62E20B8D27C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032421" y="1333712"/>
                  <a:ext cx="1130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DE35F1C-8C3E-6569-23CF-C81EA872BDCC}"/>
                    </a:ext>
                  </a:extLst>
                </p14:cNvPr>
                <p14:cNvContentPartPr/>
                <p14:nvPr/>
              </p14:nvContentPartPr>
              <p14:xfrm>
                <a:off x="5081021" y="1298072"/>
                <a:ext cx="168480" cy="160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DE35F1C-8C3E-6569-23CF-C81EA872BDC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063021" y="1280432"/>
                  <a:ext cx="204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5A2EEBC-A9FF-CE5D-04D1-AD73ED917546}"/>
                    </a:ext>
                  </a:extLst>
                </p14:cNvPr>
                <p14:cNvContentPartPr/>
                <p14:nvPr/>
              </p14:nvContentPartPr>
              <p14:xfrm>
                <a:off x="4413581" y="299432"/>
                <a:ext cx="597600" cy="53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5A2EEBC-A9FF-CE5D-04D1-AD73ED91754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95941" y="281792"/>
                  <a:ext cx="63324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50DB0D7-BB54-9708-1049-39EDCB0BC6D1}"/>
                    </a:ext>
                  </a:extLst>
                </p14:cNvPr>
                <p14:cNvContentPartPr/>
                <p14:nvPr/>
              </p14:nvContentPartPr>
              <p14:xfrm>
                <a:off x="5184341" y="151832"/>
                <a:ext cx="152280" cy="19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50DB0D7-BB54-9708-1049-39EDCB0BC6D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166341" y="134192"/>
                  <a:ext cx="187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F3FBAF1-CF48-7107-F078-49B22D40FE93}"/>
                    </a:ext>
                  </a:extLst>
                </p14:cNvPr>
                <p14:cNvContentPartPr/>
                <p14:nvPr/>
              </p14:nvContentPartPr>
              <p14:xfrm>
                <a:off x="5435261" y="224192"/>
                <a:ext cx="6120" cy="1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F3FBAF1-CF48-7107-F078-49B22D40FE93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417261" y="206192"/>
                  <a:ext cx="41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7E0054F-4849-29DA-59B8-082147C5A368}"/>
                    </a:ext>
                  </a:extLst>
                </p14:cNvPr>
                <p14:cNvContentPartPr/>
                <p14:nvPr/>
              </p14:nvContentPartPr>
              <p14:xfrm>
                <a:off x="5506541" y="123392"/>
                <a:ext cx="122760" cy="172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7E0054F-4849-29DA-59B8-082147C5A36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488541" y="105752"/>
                  <a:ext cx="1584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82B8B34-B351-AB54-DBF7-B53DEA729148}"/>
                    </a:ext>
                  </a:extLst>
                </p14:cNvPr>
                <p14:cNvContentPartPr/>
                <p14:nvPr/>
              </p14:nvContentPartPr>
              <p14:xfrm>
                <a:off x="5767901" y="78392"/>
                <a:ext cx="113400" cy="141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82B8B34-B351-AB54-DBF7-B53DEA72914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750261" y="60752"/>
                  <a:ext cx="1490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01177D2-C710-2EDF-DF9C-CCD280FC3BD3}"/>
                    </a:ext>
                  </a:extLst>
                </p14:cNvPr>
                <p14:cNvContentPartPr/>
                <p14:nvPr/>
              </p14:nvContentPartPr>
              <p14:xfrm>
                <a:off x="4905701" y="2075312"/>
                <a:ext cx="205920" cy="3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01177D2-C710-2EDF-DF9C-CCD280FC3BD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887701" y="2057672"/>
                  <a:ext cx="2415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723265D-4707-C58C-2604-4A2C6D209AF4}"/>
                    </a:ext>
                  </a:extLst>
                </p14:cNvPr>
                <p14:cNvContentPartPr/>
                <p14:nvPr/>
              </p14:nvContentPartPr>
              <p14:xfrm>
                <a:off x="4927661" y="2096912"/>
                <a:ext cx="174960" cy="990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723265D-4707-C58C-2604-4A2C6D209AF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909661" y="2078912"/>
                  <a:ext cx="2106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F0B3230-DCB3-E4A9-0618-ED06A14F5776}"/>
                    </a:ext>
                  </a:extLst>
                </p14:cNvPr>
                <p14:cNvContentPartPr/>
                <p14:nvPr/>
              </p14:nvContentPartPr>
              <p14:xfrm>
                <a:off x="5065901" y="2057312"/>
                <a:ext cx="59760" cy="180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F0B3230-DCB3-E4A9-0618-ED06A14F577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048261" y="2039312"/>
                  <a:ext cx="954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D096175-C777-8D62-F351-AF49BCFD82BF}"/>
                    </a:ext>
                  </a:extLst>
                </p14:cNvPr>
                <p14:cNvContentPartPr/>
                <p14:nvPr/>
              </p14:nvContentPartPr>
              <p14:xfrm>
                <a:off x="4790141" y="942392"/>
                <a:ext cx="1084320" cy="182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D096175-C777-8D62-F351-AF49BCFD82B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772141" y="924392"/>
                  <a:ext cx="11199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2F50B86-1ECD-A803-B04C-08C05AEB9612}"/>
                    </a:ext>
                  </a:extLst>
                </p14:cNvPr>
                <p14:cNvContentPartPr/>
                <p14:nvPr/>
              </p14:nvContentPartPr>
              <p14:xfrm>
                <a:off x="5821541" y="878672"/>
                <a:ext cx="101880" cy="1306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2F50B86-1ECD-A803-B04C-08C05AEB961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803901" y="861032"/>
                  <a:ext cx="1375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1ECA8CB-296B-FC94-BB11-FBC6CD4F36E7}"/>
                    </a:ext>
                  </a:extLst>
                </p14:cNvPr>
                <p14:cNvContentPartPr/>
                <p14:nvPr/>
              </p14:nvContentPartPr>
              <p14:xfrm>
                <a:off x="5843861" y="911072"/>
                <a:ext cx="80280" cy="98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1ECA8CB-296B-FC94-BB11-FBC6CD4F36E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825861" y="893432"/>
                  <a:ext cx="115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6157D10-2122-FBDE-68A5-551A6A658561}"/>
                    </a:ext>
                  </a:extLst>
                </p14:cNvPr>
                <p14:cNvContentPartPr/>
                <p14:nvPr/>
              </p14:nvContentPartPr>
              <p14:xfrm>
                <a:off x="6080021" y="726752"/>
                <a:ext cx="35280" cy="270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6157D10-2122-FBDE-68A5-551A6A65856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062381" y="709112"/>
                  <a:ext cx="709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1AB7673-3A9A-274C-F711-4B17A5535A57}"/>
                    </a:ext>
                  </a:extLst>
                </p14:cNvPr>
                <p14:cNvContentPartPr/>
                <p14:nvPr/>
              </p14:nvContentPartPr>
              <p14:xfrm>
                <a:off x="6074621" y="723872"/>
                <a:ext cx="165240" cy="235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1AB7673-3A9A-274C-F711-4B17A5535A57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056621" y="706232"/>
                  <a:ext cx="20088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4079B99-DC39-1A26-2E06-AA8C16C4D1F5}"/>
                    </a:ext>
                  </a:extLst>
                </p14:cNvPr>
                <p14:cNvContentPartPr/>
                <p14:nvPr/>
              </p14:nvContentPartPr>
              <p14:xfrm>
                <a:off x="6136181" y="853832"/>
                <a:ext cx="60120" cy="46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4079B99-DC39-1A26-2E06-AA8C16C4D1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118541" y="836192"/>
                  <a:ext cx="95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4F583AA-65C2-F5B9-12CC-28C11D9C3037}"/>
                    </a:ext>
                  </a:extLst>
                </p14:cNvPr>
                <p14:cNvContentPartPr/>
                <p14:nvPr/>
              </p14:nvContentPartPr>
              <p14:xfrm>
                <a:off x="6295301" y="816032"/>
                <a:ext cx="92880" cy="979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4F583AA-65C2-F5B9-12CC-28C11D9C303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277661" y="798032"/>
                  <a:ext cx="1285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D6EE86A-9FBD-8D5E-26AA-2FE7AD5CC590}"/>
                    </a:ext>
                  </a:extLst>
                </p14:cNvPr>
                <p14:cNvContentPartPr/>
                <p14:nvPr/>
              </p14:nvContentPartPr>
              <p14:xfrm>
                <a:off x="6446141" y="770312"/>
                <a:ext cx="105480" cy="117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D6EE86A-9FBD-8D5E-26AA-2FE7AD5CC59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428141" y="752312"/>
                  <a:ext cx="141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A507D0A-C2E0-B104-E92F-5BA167BA786A}"/>
                    </a:ext>
                  </a:extLst>
                </p14:cNvPr>
                <p14:cNvContentPartPr/>
                <p14:nvPr/>
              </p14:nvContentPartPr>
              <p14:xfrm>
                <a:off x="6508421" y="646112"/>
                <a:ext cx="101160" cy="213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A507D0A-C2E0-B104-E92F-5BA167BA786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490781" y="628112"/>
                  <a:ext cx="1368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E8D194D-6E70-EF3F-3ABB-96EE584A7919}"/>
                    </a:ext>
                  </a:extLst>
                </p14:cNvPr>
                <p14:cNvContentPartPr/>
                <p14:nvPr/>
              </p14:nvContentPartPr>
              <p14:xfrm>
                <a:off x="6668261" y="766712"/>
                <a:ext cx="75240" cy="74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E8D194D-6E70-EF3F-3ABB-96EE584A791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50621" y="749072"/>
                  <a:ext cx="1108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4344EFC-5CAA-CF61-AC91-342B17F93B6D}"/>
                    </a:ext>
                  </a:extLst>
                </p14:cNvPr>
                <p14:cNvContentPartPr/>
                <p14:nvPr/>
              </p14:nvContentPartPr>
              <p14:xfrm>
                <a:off x="6833861" y="720272"/>
                <a:ext cx="107640" cy="302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4344EFC-5CAA-CF61-AC91-342B17F93B6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816221" y="702272"/>
                  <a:ext cx="1432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D4FA014-002B-A36D-4A78-7DED628404A6}"/>
                    </a:ext>
                  </a:extLst>
                </p14:cNvPr>
                <p14:cNvContentPartPr/>
                <p14:nvPr/>
              </p14:nvContentPartPr>
              <p14:xfrm>
                <a:off x="6996581" y="1009712"/>
                <a:ext cx="33120" cy="3855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D4FA014-002B-A36D-4A78-7DED628404A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78581" y="992072"/>
                  <a:ext cx="6876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6ACE648-7213-7092-5DBE-C4EF2FD0B874}"/>
                    </a:ext>
                  </a:extLst>
                </p14:cNvPr>
                <p14:cNvContentPartPr/>
                <p14:nvPr/>
              </p14:nvContentPartPr>
              <p14:xfrm>
                <a:off x="6909461" y="803792"/>
                <a:ext cx="1763640" cy="613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6ACE648-7213-7092-5DBE-C4EF2FD0B874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91461" y="785792"/>
                  <a:ext cx="1799280" cy="648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1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373EA8BE-BF8C-DCE9-BA1A-DA2DB85E5959}"/>
                  </a:ext>
                </a:extLst>
              </p14:cNvPr>
              <p14:cNvContentPartPr/>
              <p14:nvPr/>
            </p14:nvContentPartPr>
            <p14:xfrm>
              <a:off x="7085141" y="2330552"/>
              <a:ext cx="814320" cy="61272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373EA8BE-BF8C-DCE9-BA1A-DA2DB85E5959}"/>
                  </a:ext>
                </a:extLst>
              </p:cNvPr>
              <p:cNvPicPr/>
              <p:nvPr/>
            </p:nvPicPr>
            <p:blipFill>
              <a:blip r:embed="rId82"/>
              <a:stretch>
                <a:fillRect/>
              </a:stretch>
            </p:blipFill>
            <p:spPr>
              <a:xfrm>
                <a:off x="7067501" y="2312912"/>
                <a:ext cx="849960" cy="64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167192B9-0587-044A-BDF4-4E6D445D69AF}"/>
                  </a:ext>
                </a:extLst>
              </p14:cNvPr>
              <p14:cNvContentPartPr/>
              <p14:nvPr/>
            </p14:nvContentPartPr>
            <p14:xfrm>
              <a:off x="6960221" y="4187432"/>
              <a:ext cx="680400" cy="50184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167192B9-0587-044A-BDF4-4E6D445D69AF}"/>
                  </a:ext>
                </a:extLst>
              </p:cNvPr>
              <p:cNvPicPr/>
              <p:nvPr/>
            </p:nvPicPr>
            <p:blipFill>
              <a:blip r:embed="rId84"/>
              <a:stretch>
                <a:fillRect/>
              </a:stretch>
            </p:blipFill>
            <p:spPr>
              <a:xfrm>
                <a:off x="6942221" y="4169792"/>
                <a:ext cx="716040" cy="53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8677E28D-C2DD-A004-B445-965D06042C35}"/>
                  </a:ext>
                </a:extLst>
              </p14:cNvPr>
              <p14:cNvContentPartPr/>
              <p14:nvPr/>
            </p14:nvContentPartPr>
            <p14:xfrm>
              <a:off x="6480701" y="5458592"/>
              <a:ext cx="9720" cy="828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8677E28D-C2DD-A004-B445-965D06042C35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6463061" y="5440592"/>
                <a:ext cx="45360" cy="43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DEE94D48-1A06-7979-1AE7-AB31792D82FF}"/>
              </a:ext>
            </a:extLst>
          </p:cNvPr>
          <p:cNvGrpSpPr/>
          <p:nvPr/>
        </p:nvGrpSpPr>
        <p:grpSpPr>
          <a:xfrm>
            <a:off x="10454021" y="3026792"/>
            <a:ext cx="205920" cy="92160"/>
            <a:chOff x="10454021" y="3026792"/>
            <a:chExt cx="205920" cy="9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2FCD532-2286-08DD-EE6B-F911D18FB733}"/>
                    </a:ext>
                  </a:extLst>
                </p14:cNvPr>
                <p14:cNvContentPartPr/>
                <p14:nvPr/>
              </p14:nvContentPartPr>
              <p14:xfrm>
                <a:off x="10454021" y="3067832"/>
                <a:ext cx="89640" cy="51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2FCD532-2286-08DD-EE6B-F911D18FB73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436021" y="3049832"/>
                  <a:ext cx="1252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3EA6D05-9F78-7969-9AEE-0499024BF4D2}"/>
                    </a:ext>
                  </a:extLst>
                </p14:cNvPr>
                <p14:cNvContentPartPr/>
                <p14:nvPr/>
              </p14:nvContentPartPr>
              <p14:xfrm>
                <a:off x="10539701" y="3026792"/>
                <a:ext cx="120240" cy="18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3EA6D05-9F78-7969-9AEE-0499024BF4D2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521701" y="3008792"/>
                  <a:ext cx="155880" cy="5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1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C1ABB427-D205-561C-593C-1343483E0B3A}"/>
                  </a:ext>
                </a:extLst>
              </p14:cNvPr>
              <p14:cNvContentPartPr/>
              <p14:nvPr/>
            </p14:nvContentPartPr>
            <p14:xfrm>
              <a:off x="10667861" y="2955512"/>
              <a:ext cx="98640" cy="122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C1ABB427-D205-561C-593C-1343483E0B3A}"/>
                  </a:ext>
                </a:extLst>
              </p:cNvPr>
              <p:cNvPicPr/>
              <p:nvPr/>
            </p:nvPicPr>
            <p:blipFill>
              <a:blip r:embed="rId92"/>
              <a:stretch>
                <a:fillRect/>
              </a:stretch>
            </p:blipFill>
            <p:spPr>
              <a:xfrm>
                <a:off x="10649861" y="2937872"/>
                <a:ext cx="134280" cy="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008CEF10-D87E-2957-09E8-90BB0AFE0164}"/>
                  </a:ext>
                </a:extLst>
              </p14:cNvPr>
              <p14:cNvContentPartPr/>
              <p14:nvPr/>
            </p14:nvContentPartPr>
            <p14:xfrm>
              <a:off x="10807181" y="2877752"/>
              <a:ext cx="130680" cy="165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008CEF10-D87E-2957-09E8-90BB0AFE0164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10789181" y="2859752"/>
                <a:ext cx="16632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5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B843E959-631F-E573-AE65-2AEEA3739B3F}"/>
                  </a:ext>
                </a:extLst>
              </p14:cNvPr>
              <p14:cNvContentPartPr/>
              <p14:nvPr/>
            </p14:nvContentPartPr>
            <p14:xfrm>
              <a:off x="10897901" y="2786672"/>
              <a:ext cx="127800" cy="165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B843E959-631F-E573-AE65-2AEEA3739B3F}"/>
                  </a:ext>
                </a:extLst>
              </p:cNvPr>
              <p:cNvPicPr/>
              <p:nvPr/>
            </p:nvPicPr>
            <p:blipFill>
              <a:blip r:embed="rId96"/>
              <a:stretch>
                <a:fillRect/>
              </a:stretch>
            </p:blipFill>
            <p:spPr>
              <a:xfrm>
                <a:off x="10879901" y="2769032"/>
                <a:ext cx="163440" cy="5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41E6EA55-D811-0531-C799-CA62A8929DF3}"/>
              </a:ext>
            </a:extLst>
          </p:cNvPr>
          <p:cNvGrpSpPr/>
          <p:nvPr/>
        </p:nvGrpSpPr>
        <p:grpSpPr>
          <a:xfrm>
            <a:off x="10952621" y="2423072"/>
            <a:ext cx="942120" cy="290880"/>
            <a:chOff x="10952621" y="2423072"/>
            <a:chExt cx="94212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B3FBF8D-7111-D340-701B-9C33BE2DBFB9}"/>
                    </a:ext>
                  </a:extLst>
                </p14:cNvPr>
                <p14:cNvContentPartPr/>
                <p14:nvPr/>
              </p14:nvContentPartPr>
              <p14:xfrm>
                <a:off x="10952621" y="2678312"/>
                <a:ext cx="164520" cy="35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B3FBF8D-7111-D340-701B-9C33BE2DBFB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934621" y="2660312"/>
                  <a:ext cx="2001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5ABF287-8765-0191-E4C4-F759012EFBBB}"/>
                    </a:ext>
                  </a:extLst>
                </p14:cNvPr>
                <p14:cNvContentPartPr/>
                <p14:nvPr/>
              </p14:nvContentPartPr>
              <p14:xfrm>
                <a:off x="11089421" y="2608832"/>
                <a:ext cx="95760" cy="15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5ABF287-8765-0191-E4C4-F759012EFBB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071421" y="2591192"/>
                  <a:ext cx="1314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6CD8754-B93E-11C7-4536-41263AE9F51B}"/>
                    </a:ext>
                  </a:extLst>
                </p14:cNvPr>
                <p14:cNvContentPartPr/>
                <p14:nvPr/>
              </p14:nvContentPartPr>
              <p14:xfrm>
                <a:off x="11187341" y="2535752"/>
                <a:ext cx="89280" cy="17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6CD8754-B93E-11C7-4536-41263AE9F51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169701" y="2518112"/>
                  <a:ext cx="12492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E283592-9D70-8F19-9D31-CAE13A346157}"/>
                    </a:ext>
                  </a:extLst>
                </p14:cNvPr>
                <p14:cNvContentPartPr/>
                <p14:nvPr/>
              </p14:nvContentPartPr>
              <p14:xfrm>
                <a:off x="11302901" y="2467712"/>
                <a:ext cx="134280" cy="16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E283592-9D70-8F19-9D31-CAE13A34615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285261" y="2450072"/>
                  <a:ext cx="1699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A6BDC7E-06F2-AF87-DD3F-022732C506F3}"/>
                    </a:ext>
                  </a:extLst>
                </p14:cNvPr>
                <p14:cNvContentPartPr/>
                <p14:nvPr/>
              </p14:nvContentPartPr>
              <p14:xfrm>
                <a:off x="11469581" y="2423072"/>
                <a:ext cx="97920" cy="3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A6BDC7E-06F2-AF87-DD3F-022732C506F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451581" y="2405432"/>
                  <a:ext cx="133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80A7910-04C4-93C1-B0A2-9313C1442204}"/>
                    </a:ext>
                  </a:extLst>
                </p14:cNvPr>
                <p14:cNvContentPartPr/>
                <p14:nvPr/>
              </p14:nvContentPartPr>
              <p14:xfrm>
                <a:off x="11654261" y="2448992"/>
                <a:ext cx="78120" cy="68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80A7910-04C4-93C1-B0A2-9313C144220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636261" y="2431352"/>
                  <a:ext cx="1137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CC40EE1-50F8-D662-59CF-837B6A7F4F70}"/>
                    </a:ext>
                  </a:extLst>
                </p14:cNvPr>
                <p14:cNvContentPartPr/>
                <p14:nvPr/>
              </p14:nvContentPartPr>
              <p14:xfrm>
                <a:off x="11788181" y="2504792"/>
                <a:ext cx="69120" cy="208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CC40EE1-50F8-D662-59CF-837B6A7F4F7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1770181" y="2487152"/>
                  <a:ext cx="1047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25A8C87-26C1-B20E-F2B1-B0DF0817E0E0}"/>
                    </a:ext>
                  </a:extLst>
                </p14:cNvPr>
                <p14:cNvContentPartPr/>
                <p14:nvPr/>
              </p14:nvContentPartPr>
              <p14:xfrm>
                <a:off x="11880701" y="2539352"/>
                <a:ext cx="14040" cy="7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25A8C87-26C1-B20E-F2B1-B0DF0817E0E0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863061" y="2521712"/>
                  <a:ext cx="49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946BB7-4F2F-FE21-FBB1-1BFE948816D5}"/>
                    </a:ext>
                  </a:extLst>
                </p14:cNvPr>
                <p14:cNvContentPartPr/>
                <p14:nvPr/>
              </p14:nvContentPartPr>
              <p14:xfrm>
                <a:off x="11864861" y="2534672"/>
                <a:ext cx="15840" cy="1591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946BB7-4F2F-FE21-FBB1-1BFE948816D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847221" y="2516672"/>
                  <a:ext cx="51480" cy="194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57129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sensors </a:t>
            </a:r>
          </a:p>
        </p:txBody>
      </p:sp>
      <p:pic>
        <p:nvPicPr>
          <p:cNvPr id="6" name="Content Placeholder 5" descr="A table with different components&#10;&#10;Description automatically generated with medium confidence">
            <a:extLst>
              <a:ext uri="{FF2B5EF4-FFF2-40B4-BE49-F238E27FC236}">
                <a16:creationId xmlns:a16="http://schemas.microsoft.com/office/drawing/2014/main" id="{109A5730-E60F-E27F-943C-BD0DC6C1A1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9918"/>
          <a:stretch/>
        </p:blipFill>
        <p:spPr>
          <a:xfrm>
            <a:off x="1884260" y="1131143"/>
            <a:ext cx="8053569" cy="499186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sensors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table with different components&#10;&#10;Description automatically generated with medium confidence">
            <a:extLst>
              <a:ext uri="{FF2B5EF4-FFF2-40B4-BE49-F238E27FC236}">
                <a16:creationId xmlns:a16="http://schemas.microsoft.com/office/drawing/2014/main" id="{88216326-4AC2-7C73-59EC-E70F0A2C381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726"/>
          <a:stretch/>
        </p:blipFill>
        <p:spPr>
          <a:xfrm>
            <a:off x="1666270" y="1203766"/>
            <a:ext cx="8686388" cy="5404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96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17F57-AF74-FDAB-036A-E7DD7228D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sensor</a:t>
            </a:r>
          </a:p>
        </p:txBody>
      </p:sp>
      <p:pic>
        <p:nvPicPr>
          <p:cNvPr id="6" name="Content Placeholder 5" descr="A close-up of a tool&#10;&#10;Description automatically generated">
            <a:extLst>
              <a:ext uri="{FF2B5EF4-FFF2-40B4-BE49-F238E27FC236}">
                <a16:creationId xmlns:a16="http://schemas.microsoft.com/office/drawing/2014/main" id="{E857FFE1-36DD-2312-4E71-42D6CF1766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944" y="1109342"/>
            <a:ext cx="6828112" cy="15012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7CF35-0C7D-C95E-307D-7829ECCCE7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E44BAB9-B670-4985-5EF9-526566EEF188}"/>
              </a:ext>
            </a:extLst>
          </p:cNvPr>
          <p:cNvGrpSpPr/>
          <p:nvPr/>
        </p:nvGrpSpPr>
        <p:grpSpPr>
          <a:xfrm>
            <a:off x="5288381" y="2604152"/>
            <a:ext cx="1381320" cy="1044360"/>
            <a:chOff x="5288381" y="2604152"/>
            <a:chExt cx="1381320" cy="104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BB41D43-E9DC-11F7-8863-3C3F250A5F49}"/>
                    </a:ext>
                  </a:extLst>
                </p14:cNvPr>
                <p14:cNvContentPartPr/>
                <p14:nvPr/>
              </p14:nvContentPartPr>
              <p14:xfrm>
                <a:off x="5288381" y="3422432"/>
                <a:ext cx="166680" cy="190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BB41D43-E9DC-11F7-8863-3C3F250A5F4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70381" y="3404792"/>
                  <a:ext cx="2023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EB184D1-0E98-05E6-D064-1AC577E1EDB3}"/>
                    </a:ext>
                  </a:extLst>
                </p14:cNvPr>
                <p14:cNvContentPartPr/>
                <p14:nvPr/>
              </p14:nvContentPartPr>
              <p14:xfrm>
                <a:off x="5391701" y="3462032"/>
                <a:ext cx="146880" cy="186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EB184D1-0E98-05E6-D064-1AC577E1EDB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74061" y="3444032"/>
                  <a:ext cx="1825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D3410ED-04B0-1293-33C6-4A50972D4353}"/>
                    </a:ext>
                  </a:extLst>
                </p14:cNvPr>
                <p14:cNvContentPartPr/>
                <p14:nvPr/>
              </p14:nvContentPartPr>
              <p14:xfrm>
                <a:off x="5540741" y="3396512"/>
                <a:ext cx="86760" cy="153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D3410ED-04B0-1293-33C6-4A50972D435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523101" y="3378872"/>
                  <a:ext cx="1224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4E06B16-6ADD-118A-5F42-99333CD9E48B}"/>
                    </a:ext>
                  </a:extLst>
                </p14:cNvPr>
                <p14:cNvContentPartPr/>
                <p14:nvPr/>
              </p14:nvContentPartPr>
              <p14:xfrm>
                <a:off x="5709941" y="3183752"/>
                <a:ext cx="264600" cy="2484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4E06B16-6ADD-118A-5F42-99333CD9E4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92301" y="3165752"/>
                  <a:ext cx="3002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7818E0E-E551-3A80-AF38-6AFE0AF82727}"/>
                    </a:ext>
                  </a:extLst>
                </p14:cNvPr>
                <p14:cNvContentPartPr/>
                <p14:nvPr/>
              </p14:nvContentPartPr>
              <p14:xfrm>
                <a:off x="6028181" y="3043712"/>
                <a:ext cx="101520" cy="154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7818E0E-E551-3A80-AF38-6AFE0AF8272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10181" y="3025712"/>
                  <a:ext cx="1371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6117785-6576-945C-BC29-D2CA5C722F49}"/>
                    </a:ext>
                  </a:extLst>
                </p14:cNvPr>
                <p14:cNvContentPartPr/>
                <p14:nvPr/>
              </p14:nvContentPartPr>
              <p14:xfrm>
                <a:off x="6143741" y="2914832"/>
                <a:ext cx="79920" cy="213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6117785-6576-945C-BC29-D2CA5C722F4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26101" y="2896832"/>
                  <a:ext cx="1155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FFF2B10-3BA3-4377-7E4E-A50A442BE3A6}"/>
                    </a:ext>
                  </a:extLst>
                </p14:cNvPr>
                <p14:cNvContentPartPr/>
                <p14:nvPr/>
              </p14:nvContentPartPr>
              <p14:xfrm>
                <a:off x="6283421" y="2910872"/>
                <a:ext cx="86760" cy="150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FFF2B10-3BA3-4377-7E4E-A50A442BE3A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265781" y="2893232"/>
                  <a:ext cx="1224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EE623FC-880E-6686-4641-2460962D26C3}"/>
                    </a:ext>
                  </a:extLst>
                </p14:cNvPr>
                <p14:cNvContentPartPr/>
                <p14:nvPr/>
              </p14:nvContentPartPr>
              <p14:xfrm>
                <a:off x="6350741" y="2731232"/>
                <a:ext cx="120600" cy="165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EE623FC-880E-6686-4641-2460962D26C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33101" y="2713232"/>
                  <a:ext cx="1562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7F841-62F4-3113-2F27-BFA2F98DAD8A}"/>
                    </a:ext>
                  </a:extLst>
                </p14:cNvPr>
                <p14:cNvContentPartPr/>
                <p14:nvPr/>
              </p14:nvContentPartPr>
              <p14:xfrm>
                <a:off x="6390341" y="2735552"/>
                <a:ext cx="217800" cy="1299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7F841-62F4-3113-2F27-BFA2F98DAD8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72701" y="2717552"/>
                  <a:ext cx="253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BD89EF3-B431-B5E3-6F2A-C3044DAD909E}"/>
                    </a:ext>
                  </a:extLst>
                </p14:cNvPr>
                <p14:cNvContentPartPr/>
                <p14:nvPr/>
              </p14:nvContentPartPr>
              <p14:xfrm>
                <a:off x="6600941" y="2604152"/>
                <a:ext cx="68760" cy="128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BD89EF3-B431-B5E3-6F2A-C3044DAD909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83301" y="2586152"/>
                  <a:ext cx="104400" cy="16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46625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61F50-4C90-5566-59C1-E5B207B15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 calibration</a:t>
            </a:r>
          </a:p>
        </p:txBody>
      </p:sp>
      <p:pic>
        <p:nvPicPr>
          <p:cNvPr id="6" name="Content Placeholder 5" descr="A graph of a function&#10;&#10;Description automatically generated">
            <a:extLst>
              <a:ext uri="{FF2B5EF4-FFF2-40B4-BE49-F238E27FC236}">
                <a16:creationId xmlns:a16="http://schemas.microsoft.com/office/drawing/2014/main" id="{D2AAA429-B1E9-9046-0C67-1A24308936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803" y="1875130"/>
            <a:ext cx="5456393" cy="425232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202D3-2E57-C8B1-338C-96B70F5770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3B08245-F7A1-DCFB-3FBE-9ABAA435CFED}"/>
              </a:ext>
            </a:extLst>
          </p:cNvPr>
          <p:cNvGrpSpPr/>
          <p:nvPr/>
        </p:nvGrpSpPr>
        <p:grpSpPr>
          <a:xfrm>
            <a:off x="4914341" y="4368872"/>
            <a:ext cx="176400" cy="225720"/>
            <a:chOff x="4914341" y="4368872"/>
            <a:chExt cx="176400" cy="2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2B850BA-63D3-94C7-500C-282A04E73020}"/>
                    </a:ext>
                  </a:extLst>
                </p14:cNvPr>
                <p14:cNvContentPartPr/>
                <p14:nvPr/>
              </p14:nvContentPartPr>
              <p14:xfrm>
                <a:off x="4942781" y="4375352"/>
                <a:ext cx="147960" cy="2192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2B850BA-63D3-94C7-500C-282A04E7302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924781" y="4357352"/>
                  <a:ext cx="1836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1F3670E-4AC2-53E9-DAF4-F8CA614FA822}"/>
                    </a:ext>
                  </a:extLst>
                </p14:cNvPr>
                <p14:cNvContentPartPr/>
                <p14:nvPr/>
              </p14:nvContentPartPr>
              <p14:xfrm>
                <a:off x="4914341" y="4368872"/>
                <a:ext cx="161280" cy="197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1F3670E-4AC2-53E9-DAF4-F8CA614FA82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896701" y="4350872"/>
                  <a:ext cx="19692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972D9D-F24C-FFB5-6471-37AD74A68AC8}"/>
              </a:ext>
            </a:extLst>
          </p:cNvPr>
          <p:cNvGrpSpPr/>
          <p:nvPr/>
        </p:nvGrpSpPr>
        <p:grpSpPr>
          <a:xfrm>
            <a:off x="5366141" y="4748672"/>
            <a:ext cx="145080" cy="208080"/>
            <a:chOff x="5366141" y="4748672"/>
            <a:chExt cx="145080" cy="20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E79E570-6677-088C-0916-733037C7C689}"/>
                    </a:ext>
                  </a:extLst>
                </p14:cNvPr>
                <p14:cNvContentPartPr/>
                <p14:nvPr/>
              </p14:nvContentPartPr>
              <p14:xfrm>
                <a:off x="5382341" y="4748672"/>
                <a:ext cx="128880" cy="175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E79E570-6677-088C-0916-733037C7C68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364701" y="4730672"/>
                  <a:ext cx="16452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FE02A0-308C-3ABB-78AD-A4A6A95459F3}"/>
                    </a:ext>
                  </a:extLst>
                </p14:cNvPr>
                <p14:cNvContentPartPr/>
                <p14:nvPr/>
              </p14:nvContentPartPr>
              <p14:xfrm>
                <a:off x="5366141" y="4794752"/>
                <a:ext cx="121320" cy="162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FE02A0-308C-3ABB-78AD-A4A6A95459F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8501" y="4777112"/>
                  <a:ext cx="156960" cy="19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D34B40B-7CAB-BACC-297D-5D36A0FB2DB7}"/>
              </a:ext>
            </a:extLst>
          </p:cNvPr>
          <p:cNvGrpSpPr/>
          <p:nvPr/>
        </p:nvGrpSpPr>
        <p:grpSpPr>
          <a:xfrm>
            <a:off x="5817581" y="5076992"/>
            <a:ext cx="205200" cy="213480"/>
            <a:chOff x="5817581" y="5076992"/>
            <a:chExt cx="205200" cy="21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E590B0C-997A-37D2-C447-AFA1896F447E}"/>
                    </a:ext>
                  </a:extLst>
                </p14:cNvPr>
                <p14:cNvContentPartPr/>
                <p14:nvPr/>
              </p14:nvContentPartPr>
              <p14:xfrm>
                <a:off x="5817581" y="5076992"/>
                <a:ext cx="205200" cy="2134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E590B0C-997A-37D2-C447-AFA1896F447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799581" y="5058992"/>
                  <a:ext cx="2408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014A577-6FB9-AF6B-62FD-A06BD4FA26DB}"/>
                    </a:ext>
                  </a:extLst>
                </p14:cNvPr>
                <p14:cNvContentPartPr/>
                <p14:nvPr/>
              </p14:nvContentPartPr>
              <p14:xfrm>
                <a:off x="5869061" y="5109752"/>
                <a:ext cx="95760" cy="129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014A577-6FB9-AF6B-62FD-A06BD4FA26D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851421" y="5091752"/>
                  <a:ext cx="13140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D4E1EAA-865E-70D3-ED53-B66DC7671247}"/>
              </a:ext>
            </a:extLst>
          </p:cNvPr>
          <p:cNvGrpSpPr/>
          <p:nvPr/>
        </p:nvGrpSpPr>
        <p:grpSpPr>
          <a:xfrm>
            <a:off x="6267941" y="5201552"/>
            <a:ext cx="177840" cy="200520"/>
            <a:chOff x="6267941" y="5201552"/>
            <a:chExt cx="17784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8908FE0-A167-155D-0829-02DBB8194EB6}"/>
                    </a:ext>
                  </a:extLst>
                </p14:cNvPr>
                <p14:cNvContentPartPr/>
                <p14:nvPr/>
              </p14:nvContentPartPr>
              <p14:xfrm>
                <a:off x="6267941" y="5240432"/>
                <a:ext cx="177840" cy="1616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8908FE0-A167-155D-0829-02DBB8194EB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250301" y="5222432"/>
                  <a:ext cx="2134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F3FEF39-5D4B-A701-7855-03158D000786}"/>
                    </a:ext>
                  </a:extLst>
                </p14:cNvPr>
                <p14:cNvContentPartPr/>
                <p14:nvPr/>
              </p14:nvContentPartPr>
              <p14:xfrm>
                <a:off x="6302501" y="5201552"/>
                <a:ext cx="94680" cy="1638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F3FEF39-5D4B-A701-7855-03158D00078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284861" y="5183552"/>
                  <a:ext cx="130320" cy="19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3369975-C30F-BEE7-24C5-D0316BCE8EB4}"/>
              </a:ext>
            </a:extLst>
          </p:cNvPr>
          <p:cNvGrpSpPr/>
          <p:nvPr/>
        </p:nvGrpSpPr>
        <p:grpSpPr>
          <a:xfrm>
            <a:off x="4607621" y="387632"/>
            <a:ext cx="1183680" cy="1014840"/>
            <a:chOff x="4607621" y="387632"/>
            <a:chExt cx="1183680" cy="101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29F2BFB-8941-A7C0-73B1-40EEC61D3216}"/>
                    </a:ext>
                  </a:extLst>
                </p14:cNvPr>
                <p14:cNvContentPartPr/>
                <p14:nvPr/>
              </p14:nvContentPartPr>
              <p14:xfrm>
                <a:off x="4607621" y="387632"/>
                <a:ext cx="58320" cy="981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29F2BFB-8941-A7C0-73B1-40EEC61D321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589621" y="369992"/>
                  <a:ext cx="93960" cy="10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E95FCF3-6BFF-A068-B683-4AFD379552FA}"/>
                    </a:ext>
                  </a:extLst>
                </p14:cNvPr>
                <p14:cNvContentPartPr/>
                <p14:nvPr/>
              </p14:nvContentPartPr>
              <p14:xfrm>
                <a:off x="4627421" y="1299872"/>
                <a:ext cx="1163880" cy="102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E95FCF3-6BFF-A068-B683-4AFD379552FA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609781" y="1281872"/>
                  <a:ext cx="119952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633CF13-C2E3-BC74-4E69-C52BBAFCF972}"/>
              </a:ext>
            </a:extLst>
          </p:cNvPr>
          <p:cNvGrpSpPr/>
          <p:nvPr/>
        </p:nvGrpSpPr>
        <p:grpSpPr>
          <a:xfrm>
            <a:off x="4928021" y="1607672"/>
            <a:ext cx="677520" cy="220680"/>
            <a:chOff x="4928021" y="1607672"/>
            <a:chExt cx="6775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2353E5D-4DF5-850B-4FAD-558DE31E577B}"/>
                    </a:ext>
                  </a:extLst>
                </p14:cNvPr>
                <p14:cNvContentPartPr/>
                <p14:nvPr/>
              </p14:nvContentPartPr>
              <p14:xfrm>
                <a:off x="4928021" y="1635032"/>
                <a:ext cx="225360" cy="51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2353E5D-4DF5-850B-4FAD-558DE31E57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910381" y="1617392"/>
                  <a:ext cx="26100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2056FC3-7E55-F205-8805-71BE74714D90}"/>
                    </a:ext>
                  </a:extLst>
                </p14:cNvPr>
                <p14:cNvContentPartPr/>
                <p14:nvPr/>
              </p14:nvContentPartPr>
              <p14:xfrm>
                <a:off x="5062661" y="1623872"/>
                <a:ext cx="33120" cy="204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2056FC3-7E55-F205-8805-71BE74714D9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45021" y="1606232"/>
                  <a:ext cx="6876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7106D24-B4E4-E614-AF9A-7A547DE3F95F}"/>
                    </a:ext>
                  </a:extLst>
                </p14:cNvPr>
                <p14:cNvContentPartPr/>
                <p14:nvPr/>
              </p14:nvContentPartPr>
              <p14:xfrm>
                <a:off x="5262461" y="1654832"/>
                <a:ext cx="289080" cy="34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7106D24-B4E4-E614-AF9A-7A547DE3F95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244461" y="1636832"/>
                  <a:ext cx="3247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49F40AA-325E-CCE7-E078-E7F26888455E}"/>
                    </a:ext>
                  </a:extLst>
                </p14:cNvPr>
                <p14:cNvContentPartPr/>
                <p14:nvPr/>
              </p14:nvContentPartPr>
              <p14:xfrm>
                <a:off x="5510501" y="1607672"/>
                <a:ext cx="95040" cy="183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49F40AA-325E-CCE7-E078-E7F26888455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492501" y="1590032"/>
                  <a:ext cx="13068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20F39A7-88C2-BE99-1364-101F514FF238}"/>
              </a:ext>
            </a:extLst>
          </p:cNvPr>
          <p:cNvGrpSpPr/>
          <p:nvPr/>
        </p:nvGrpSpPr>
        <p:grpSpPr>
          <a:xfrm>
            <a:off x="3999581" y="464312"/>
            <a:ext cx="285480" cy="724320"/>
            <a:chOff x="3999581" y="464312"/>
            <a:chExt cx="285480" cy="72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1E5DBE2-EFFB-A79F-2AF7-A5139282BF4C}"/>
                    </a:ext>
                  </a:extLst>
                </p14:cNvPr>
                <p14:cNvContentPartPr/>
                <p14:nvPr/>
              </p14:nvContentPartPr>
              <p14:xfrm>
                <a:off x="4044221" y="987392"/>
                <a:ext cx="153000" cy="201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1E5DBE2-EFFB-A79F-2AF7-A5139282BF4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026221" y="969752"/>
                  <a:ext cx="1886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24F0D72-5A8F-BCAC-A02F-02F60FA9DD87}"/>
                    </a:ext>
                  </a:extLst>
                </p14:cNvPr>
                <p14:cNvContentPartPr/>
                <p14:nvPr/>
              </p14:nvContentPartPr>
              <p14:xfrm>
                <a:off x="3999581" y="922232"/>
                <a:ext cx="285480" cy="2012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24F0D72-5A8F-BCAC-A02F-02F60FA9DD8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81581" y="904232"/>
                  <a:ext cx="3211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925ED69-5AC1-0242-96CA-FB9A68A5C872}"/>
                    </a:ext>
                  </a:extLst>
                </p14:cNvPr>
                <p14:cNvContentPartPr/>
                <p14:nvPr/>
              </p14:nvContentPartPr>
              <p14:xfrm>
                <a:off x="4148621" y="464312"/>
                <a:ext cx="19800" cy="340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925ED69-5AC1-0242-96CA-FB9A68A5C872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130981" y="446672"/>
                  <a:ext cx="5544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BF4F3EB-6749-003F-2DC2-3F35F8313303}"/>
                    </a:ext>
                  </a:extLst>
                </p14:cNvPr>
                <p14:cNvContentPartPr/>
                <p14:nvPr/>
              </p14:nvContentPartPr>
              <p14:xfrm>
                <a:off x="4072661" y="466112"/>
                <a:ext cx="114120" cy="1537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BF4F3EB-6749-003F-2DC2-3F35F831330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054661" y="448112"/>
                  <a:ext cx="149760" cy="18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981DAF8-DA16-A193-2320-E198300839F6}"/>
              </a:ext>
            </a:extLst>
          </p:cNvPr>
          <p:cNvGrpSpPr/>
          <p:nvPr/>
        </p:nvGrpSpPr>
        <p:grpSpPr>
          <a:xfrm>
            <a:off x="6063101" y="1533152"/>
            <a:ext cx="207000" cy="339840"/>
            <a:chOff x="6063101" y="1533152"/>
            <a:chExt cx="20700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62411F-9C16-2A08-B884-E008323CCF68}"/>
                    </a:ext>
                  </a:extLst>
                </p14:cNvPr>
                <p14:cNvContentPartPr/>
                <p14:nvPr/>
              </p14:nvContentPartPr>
              <p14:xfrm>
                <a:off x="6130061" y="1533152"/>
                <a:ext cx="28800" cy="339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62411F-9C16-2A08-B884-E008323CCF6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112061" y="1515152"/>
                  <a:ext cx="644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C9ED74C-1334-E30C-3494-5952F3DF8540}"/>
                    </a:ext>
                  </a:extLst>
                </p14:cNvPr>
                <p14:cNvContentPartPr/>
                <p14:nvPr/>
              </p14:nvContentPartPr>
              <p14:xfrm>
                <a:off x="6063101" y="1760672"/>
                <a:ext cx="207000" cy="914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C9ED74C-1334-E30C-3494-5952F3DF854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045461" y="1743032"/>
                  <a:ext cx="242640" cy="12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AC59090A-C6CA-9450-D857-44F6241A4A3A}"/>
                  </a:ext>
                </a:extLst>
              </p14:cNvPr>
              <p14:cNvContentPartPr/>
              <p14:nvPr/>
            </p14:nvContentPartPr>
            <p14:xfrm>
              <a:off x="4685021" y="4025792"/>
              <a:ext cx="34200" cy="4680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AC59090A-C6CA-9450-D857-44F6241A4A3A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4667021" y="4008152"/>
                <a:ext cx="69840" cy="8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50ACA9F5-0236-BB06-A2D7-23C7FB1B9CA4}"/>
              </a:ext>
            </a:extLst>
          </p:cNvPr>
          <p:cNvGrpSpPr/>
          <p:nvPr/>
        </p:nvGrpSpPr>
        <p:grpSpPr>
          <a:xfrm>
            <a:off x="4859981" y="2994032"/>
            <a:ext cx="581400" cy="767160"/>
            <a:chOff x="4859981" y="2994032"/>
            <a:chExt cx="581400" cy="767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E8BEAAB-0631-7421-162F-9F96047D5AC1}"/>
                    </a:ext>
                  </a:extLst>
                </p14:cNvPr>
                <p14:cNvContentPartPr/>
                <p14:nvPr/>
              </p14:nvContentPartPr>
              <p14:xfrm>
                <a:off x="4859981" y="3544112"/>
                <a:ext cx="184320" cy="2170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E8BEAAB-0631-7421-162F-9F96047D5AC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842341" y="3526112"/>
                  <a:ext cx="2199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C8E90D9-BB64-02F4-4D39-6700518C4D62}"/>
                    </a:ext>
                  </a:extLst>
                </p14:cNvPr>
                <p14:cNvContentPartPr/>
                <p14:nvPr/>
              </p14:nvContentPartPr>
              <p14:xfrm>
                <a:off x="4988501" y="3396512"/>
                <a:ext cx="163080" cy="203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C8E90D9-BB64-02F4-4D39-6700518C4D6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970861" y="3378512"/>
                  <a:ext cx="1987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6151296-60ED-8089-142C-2A69598DF11A}"/>
                    </a:ext>
                  </a:extLst>
                </p14:cNvPr>
                <p14:cNvContentPartPr/>
                <p14:nvPr/>
              </p14:nvContentPartPr>
              <p14:xfrm>
                <a:off x="5122061" y="3250352"/>
                <a:ext cx="114840" cy="95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6151296-60ED-8089-142C-2A69598DF11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104421" y="3232712"/>
                  <a:ext cx="150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656CB5E-C4D9-38A8-2FE5-DE1B6226B762}"/>
                    </a:ext>
                  </a:extLst>
                </p14:cNvPr>
                <p14:cNvContentPartPr/>
                <p14:nvPr/>
              </p14:nvContentPartPr>
              <p14:xfrm>
                <a:off x="5264621" y="2994032"/>
                <a:ext cx="176760" cy="295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656CB5E-C4D9-38A8-2FE5-DE1B6226B76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246621" y="2976032"/>
                  <a:ext cx="212400" cy="331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7BD18DCE-911E-DB2C-7797-E5FCE8F51F8E}"/>
                  </a:ext>
                </a:extLst>
              </p14:cNvPr>
              <p14:cNvContentPartPr/>
              <p14:nvPr/>
            </p14:nvContentPartPr>
            <p14:xfrm>
              <a:off x="4689701" y="4103192"/>
              <a:ext cx="17280" cy="161100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7BD18DCE-911E-DB2C-7797-E5FCE8F51F8E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4672061" y="4085192"/>
                <a:ext cx="52920" cy="1646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D298D520-120F-CFF9-0BFE-DB00DF806AAD}"/>
              </a:ext>
            </a:extLst>
          </p:cNvPr>
          <p:cNvGrpSpPr/>
          <p:nvPr/>
        </p:nvGrpSpPr>
        <p:grpSpPr>
          <a:xfrm>
            <a:off x="5462981" y="2274752"/>
            <a:ext cx="617760" cy="654840"/>
            <a:chOff x="5462981" y="2274752"/>
            <a:chExt cx="617760" cy="65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514B1E6-D8D3-D7A0-1EC3-F102C69B8EC5}"/>
                    </a:ext>
                  </a:extLst>
                </p14:cNvPr>
                <p14:cNvContentPartPr/>
                <p14:nvPr/>
              </p14:nvContentPartPr>
              <p14:xfrm>
                <a:off x="5462981" y="2729072"/>
                <a:ext cx="184680" cy="200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514B1E6-D8D3-D7A0-1EC3-F102C69B8EC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445341" y="2711432"/>
                  <a:ext cx="220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1E2D611-B896-BE0C-2737-085CD3DBEA80}"/>
                    </a:ext>
                  </a:extLst>
                </p14:cNvPr>
                <p14:cNvContentPartPr/>
                <p14:nvPr/>
              </p14:nvContentPartPr>
              <p14:xfrm>
                <a:off x="5531021" y="2697752"/>
                <a:ext cx="150840" cy="127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1E2D611-B896-BE0C-2737-085CD3DBEA8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513381" y="2680112"/>
                  <a:ext cx="18648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4768FCC-6C4C-F34B-8107-78D30356ADBC}"/>
                    </a:ext>
                  </a:extLst>
                </p14:cNvPr>
                <p14:cNvContentPartPr/>
                <p14:nvPr/>
              </p14:nvContentPartPr>
              <p14:xfrm>
                <a:off x="5756741" y="2497952"/>
                <a:ext cx="130680" cy="111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4768FCC-6C4C-F34B-8107-78D30356ADB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739101" y="2480312"/>
                  <a:ext cx="1663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FE65DAB-9B81-D6BC-AD87-E8EE5D594473}"/>
                    </a:ext>
                  </a:extLst>
                </p14:cNvPr>
                <p14:cNvContentPartPr/>
                <p14:nvPr/>
              </p14:nvContentPartPr>
              <p14:xfrm>
                <a:off x="5843501" y="2513792"/>
                <a:ext cx="89280" cy="119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FE65DAB-9B81-D6BC-AD87-E8EE5D59447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825861" y="2495792"/>
                  <a:ext cx="1249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1603626-1C24-5731-FA75-61C28EFA4023}"/>
                    </a:ext>
                  </a:extLst>
                </p14:cNvPr>
                <p14:cNvContentPartPr/>
                <p14:nvPr/>
              </p14:nvContentPartPr>
              <p14:xfrm>
                <a:off x="5664581" y="2538992"/>
                <a:ext cx="98280" cy="189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1603626-1C24-5731-FA75-61C28EFA402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5646941" y="2521352"/>
                  <a:ext cx="1339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BF475E0-B780-8B0E-AF44-36EA584898E6}"/>
                    </a:ext>
                  </a:extLst>
                </p14:cNvPr>
                <p14:cNvContentPartPr/>
                <p14:nvPr/>
              </p14:nvContentPartPr>
              <p14:xfrm>
                <a:off x="5793821" y="2274752"/>
                <a:ext cx="96840" cy="85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BF475E0-B780-8B0E-AF44-36EA584898E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776181" y="2257112"/>
                  <a:ext cx="1324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0B018158-C134-46E2-A9FA-47BB2251D17A}"/>
                    </a:ext>
                  </a:extLst>
                </p14:cNvPr>
                <p14:cNvContentPartPr/>
                <p14:nvPr/>
              </p14:nvContentPartPr>
              <p14:xfrm>
                <a:off x="5960141" y="2385272"/>
                <a:ext cx="120600" cy="174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0B018158-C134-46E2-A9FA-47BB2251D17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942141" y="2367272"/>
                  <a:ext cx="15624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55D36A7-C968-1D5A-FBA1-6D590800C272}"/>
              </a:ext>
            </a:extLst>
          </p:cNvPr>
          <p:cNvGrpSpPr/>
          <p:nvPr/>
        </p:nvGrpSpPr>
        <p:grpSpPr>
          <a:xfrm>
            <a:off x="4071581" y="4701152"/>
            <a:ext cx="1158120" cy="972000"/>
            <a:chOff x="4071581" y="4701152"/>
            <a:chExt cx="1158120" cy="97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5E9303B-32AF-290A-ED20-C10A368BC702}"/>
                    </a:ext>
                  </a:extLst>
                </p14:cNvPr>
                <p14:cNvContentPartPr/>
                <p14:nvPr/>
              </p14:nvContentPartPr>
              <p14:xfrm>
                <a:off x="5193701" y="5656232"/>
                <a:ext cx="10800" cy="11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5E9303B-32AF-290A-ED20-C10A368BC70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176061" y="5638592"/>
                  <a:ext cx="4644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05E05F3-82E7-65D3-F305-18B98EF8A117}"/>
                    </a:ext>
                  </a:extLst>
                </p14:cNvPr>
                <p14:cNvContentPartPr/>
                <p14:nvPr/>
              </p14:nvContentPartPr>
              <p14:xfrm>
                <a:off x="5188301" y="5236472"/>
                <a:ext cx="32040" cy="436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05E05F3-82E7-65D3-F305-18B98EF8A1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170661" y="5218832"/>
                  <a:ext cx="6768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96F472B-1053-6E4C-1263-2E2DA10C94DA}"/>
                    </a:ext>
                  </a:extLst>
                </p14:cNvPr>
                <p14:cNvContentPartPr/>
                <p14:nvPr/>
              </p14:nvContentPartPr>
              <p14:xfrm>
                <a:off x="5182181" y="4734272"/>
                <a:ext cx="47520" cy="3805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96F472B-1053-6E4C-1263-2E2DA10C94D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164541" y="4716632"/>
                  <a:ext cx="8316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20B465A-00B5-6B7A-42C0-EE56F6A107A3}"/>
                    </a:ext>
                  </a:extLst>
                </p14:cNvPr>
                <p14:cNvContentPartPr/>
                <p14:nvPr/>
              </p14:nvContentPartPr>
              <p14:xfrm>
                <a:off x="5208821" y="4733912"/>
                <a:ext cx="9720" cy="169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20B465A-00B5-6B7A-42C0-EE56F6A107A3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191181" y="4715912"/>
                  <a:ext cx="453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236877A-5A90-5C7E-31FD-2135BA12080D}"/>
                    </a:ext>
                  </a:extLst>
                </p14:cNvPr>
                <p14:cNvContentPartPr/>
                <p14:nvPr/>
              </p14:nvContentPartPr>
              <p14:xfrm>
                <a:off x="4071581" y="4701152"/>
                <a:ext cx="1106280" cy="565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236877A-5A90-5C7E-31FD-2135BA12080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53581" y="4683512"/>
                  <a:ext cx="11419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AB01CDB7-FA99-5C2B-3A54-7C43FFAA7DBC}"/>
              </a:ext>
            </a:extLst>
          </p:cNvPr>
          <p:cNvGrpSpPr/>
          <p:nvPr/>
        </p:nvGrpSpPr>
        <p:grpSpPr>
          <a:xfrm>
            <a:off x="2751461" y="4689992"/>
            <a:ext cx="592200" cy="383400"/>
            <a:chOff x="2751461" y="4689992"/>
            <a:chExt cx="592200" cy="38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2131744-D8C5-23BF-786E-A7C9CFA0190C}"/>
                    </a:ext>
                  </a:extLst>
                </p14:cNvPr>
                <p14:cNvContentPartPr/>
                <p14:nvPr/>
              </p14:nvContentPartPr>
              <p14:xfrm>
                <a:off x="2751461" y="4823192"/>
                <a:ext cx="151200" cy="167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2131744-D8C5-23BF-786E-A7C9CFA0190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733461" y="4805552"/>
                  <a:ext cx="1868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D3FC991-E6A7-B210-C567-9B3FFE1979C8}"/>
                    </a:ext>
                  </a:extLst>
                </p14:cNvPr>
                <p14:cNvContentPartPr/>
                <p14:nvPr/>
              </p14:nvContentPartPr>
              <p14:xfrm>
                <a:off x="2863421" y="4841912"/>
                <a:ext cx="87120" cy="2314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D3FC991-E6A7-B210-C567-9B3FFE1979C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845421" y="4823912"/>
                  <a:ext cx="12276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8369F5D-8866-AE88-E133-E6774FB75800}"/>
                    </a:ext>
                  </a:extLst>
                </p14:cNvPr>
                <p14:cNvContentPartPr/>
                <p14:nvPr/>
              </p14:nvContentPartPr>
              <p14:xfrm>
                <a:off x="2964581" y="4770992"/>
                <a:ext cx="161280" cy="205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8369F5D-8866-AE88-E133-E6774FB75800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946581" y="4752992"/>
                  <a:ext cx="196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E625E9B-2344-2864-FE10-540C6B0481F3}"/>
                    </a:ext>
                  </a:extLst>
                </p14:cNvPr>
                <p14:cNvContentPartPr/>
                <p14:nvPr/>
              </p14:nvContentPartPr>
              <p14:xfrm>
                <a:off x="3134501" y="4762712"/>
                <a:ext cx="84240" cy="1166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E625E9B-2344-2864-FE10-540C6B0481F3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116501" y="4744712"/>
                  <a:ext cx="1198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25F431A-A234-D43F-3245-CF25A8CF9973}"/>
                    </a:ext>
                  </a:extLst>
                </p14:cNvPr>
                <p14:cNvContentPartPr/>
                <p14:nvPr/>
              </p14:nvContentPartPr>
              <p14:xfrm>
                <a:off x="3256181" y="4689992"/>
                <a:ext cx="87480" cy="100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25F431A-A234-D43F-3245-CF25A8CF9973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238181" y="4672352"/>
                  <a:ext cx="123120" cy="13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14BD5F4A-F9E7-28A9-6F51-FB29BE72C1F2}"/>
                  </a:ext>
                </a:extLst>
              </p14:cNvPr>
              <p14:cNvContentPartPr/>
              <p14:nvPr/>
            </p14:nvContentPartPr>
            <p14:xfrm>
              <a:off x="6054101" y="3652112"/>
              <a:ext cx="558000" cy="6876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14BD5F4A-F9E7-28A9-6F51-FB29BE72C1F2}"/>
                  </a:ext>
                </a:extLst>
              </p:cNvPr>
              <p:cNvPicPr/>
              <p:nvPr/>
            </p:nvPicPr>
            <p:blipFill>
              <a:blip r:embed="rId90"/>
              <a:stretch>
                <a:fillRect/>
              </a:stretch>
            </p:blipFill>
            <p:spPr>
              <a:xfrm>
                <a:off x="6036461" y="3634112"/>
                <a:ext cx="593640" cy="10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5F2FF6DB-2290-5A8D-E24D-033AABF83ABD}"/>
              </a:ext>
            </a:extLst>
          </p:cNvPr>
          <p:cNvGrpSpPr/>
          <p:nvPr/>
        </p:nvGrpSpPr>
        <p:grpSpPr>
          <a:xfrm>
            <a:off x="6994781" y="2586512"/>
            <a:ext cx="2085480" cy="1745280"/>
            <a:chOff x="6994781" y="2586512"/>
            <a:chExt cx="2085480" cy="174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CA04446-4494-B7AF-8987-334CB1BCF29D}"/>
                    </a:ext>
                  </a:extLst>
                </p14:cNvPr>
                <p14:cNvContentPartPr/>
                <p14:nvPr/>
              </p14:nvContentPartPr>
              <p14:xfrm>
                <a:off x="7009541" y="3068192"/>
                <a:ext cx="141840" cy="358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CA04446-4494-B7AF-8987-334CB1BCF29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991901" y="3050552"/>
                  <a:ext cx="1774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8974DF5-5730-E5B9-3ED0-1872AF3B0053}"/>
                    </a:ext>
                  </a:extLst>
                </p14:cNvPr>
                <p14:cNvContentPartPr/>
                <p14:nvPr/>
              </p14:nvContentPartPr>
              <p14:xfrm>
                <a:off x="6994781" y="3039392"/>
                <a:ext cx="215280" cy="1749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8974DF5-5730-E5B9-3ED0-1872AF3B005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977141" y="3021752"/>
                  <a:ext cx="250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95D9143-790C-75EA-638D-93A90922D261}"/>
                    </a:ext>
                  </a:extLst>
                </p14:cNvPr>
                <p14:cNvContentPartPr/>
                <p14:nvPr/>
              </p14:nvContentPartPr>
              <p14:xfrm>
                <a:off x="7319861" y="3087632"/>
                <a:ext cx="100800" cy="132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95D9143-790C-75EA-638D-93A90922D26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301861" y="3069632"/>
                  <a:ext cx="13644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0023316-5CBF-86A5-55E9-14FC9D1C08A4}"/>
                    </a:ext>
                  </a:extLst>
                </p14:cNvPr>
                <p14:cNvContentPartPr/>
                <p14:nvPr/>
              </p14:nvContentPartPr>
              <p14:xfrm>
                <a:off x="7268021" y="3483632"/>
                <a:ext cx="19044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0023316-5CBF-86A5-55E9-14FC9D1C08A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250021" y="3465632"/>
                  <a:ext cx="2260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277320E-CEA4-EEDD-0443-0A8B9DBE761A}"/>
                    </a:ext>
                  </a:extLst>
                </p14:cNvPr>
                <p14:cNvContentPartPr/>
                <p14:nvPr/>
              </p14:nvContentPartPr>
              <p14:xfrm>
                <a:off x="7352981" y="3562112"/>
                <a:ext cx="127440" cy="177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277320E-CEA4-EEDD-0443-0A8B9DBE761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334981" y="3544472"/>
                  <a:ext cx="1630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F58B36F-B82D-ADAE-B74B-E17B0190173F}"/>
                    </a:ext>
                  </a:extLst>
                </p14:cNvPr>
                <p14:cNvContentPartPr/>
                <p14:nvPr/>
              </p14:nvContentPartPr>
              <p14:xfrm>
                <a:off x="7580501" y="3592352"/>
                <a:ext cx="104040" cy="118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F58B36F-B82D-ADAE-B74B-E17B0190173F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562861" y="3574352"/>
                  <a:ext cx="1396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02D16E9-ADE3-D965-E702-C26849B219F5}"/>
                    </a:ext>
                  </a:extLst>
                </p14:cNvPr>
                <p14:cNvContentPartPr/>
                <p14:nvPr/>
              </p14:nvContentPartPr>
              <p14:xfrm>
                <a:off x="7549901" y="3991592"/>
                <a:ext cx="202320" cy="340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02D16E9-ADE3-D965-E702-C26849B219F5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531901" y="3973952"/>
                  <a:ext cx="23796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2E2707A-ACD1-7FA1-149B-327DF11169D3}"/>
                    </a:ext>
                  </a:extLst>
                </p14:cNvPr>
                <p14:cNvContentPartPr/>
                <p14:nvPr/>
              </p14:nvContentPartPr>
              <p14:xfrm>
                <a:off x="7562861" y="3956672"/>
                <a:ext cx="210600" cy="241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2E2707A-ACD1-7FA1-149B-327DF11169D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545221" y="3939032"/>
                  <a:ext cx="24624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7BCAED2-ADCC-5CAD-50B1-57D1EF5E0E07}"/>
                    </a:ext>
                  </a:extLst>
                </p14:cNvPr>
                <p14:cNvContentPartPr/>
                <p14:nvPr/>
              </p14:nvContentPartPr>
              <p14:xfrm>
                <a:off x="7559981" y="3032912"/>
                <a:ext cx="6480" cy="54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7BCAED2-ADCC-5CAD-50B1-57D1EF5E0E07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541981" y="3015272"/>
                  <a:ext cx="421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58D18C6-A7AA-74C5-9B34-DCCEEDBC13F3}"/>
                    </a:ext>
                  </a:extLst>
                </p14:cNvPr>
                <p14:cNvContentPartPr/>
                <p14:nvPr/>
              </p14:nvContentPartPr>
              <p14:xfrm>
                <a:off x="7544501" y="2984312"/>
                <a:ext cx="167040" cy="83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58D18C6-A7AA-74C5-9B34-DCCEEDBC13F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526501" y="2966312"/>
                  <a:ext cx="2026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1305E2A-62D8-BD0D-955C-A4D8E0E66B2E}"/>
                    </a:ext>
                  </a:extLst>
                </p14:cNvPr>
                <p14:cNvContentPartPr/>
                <p14:nvPr/>
              </p14:nvContentPartPr>
              <p14:xfrm>
                <a:off x="7782461" y="2816552"/>
                <a:ext cx="165960" cy="138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1305E2A-62D8-BD0D-955C-A4D8E0E66B2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64461" y="2798912"/>
                  <a:ext cx="2016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B695BCB-59E0-2687-E8A5-655C77016111}"/>
                    </a:ext>
                  </a:extLst>
                </p14:cNvPr>
                <p14:cNvContentPartPr/>
                <p14:nvPr/>
              </p14:nvContentPartPr>
              <p14:xfrm>
                <a:off x="7870661" y="2833112"/>
                <a:ext cx="90720" cy="197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B695BCB-59E0-2687-E8A5-655C7701611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852661" y="2815112"/>
                  <a:ext cx="1263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308AE95-2026-BB59-083E-04169E049318}"/>
                    </a:ext>
                  </a:extLst>
                </p14:cNvPr>
                <p14:cNvContentPartPr/>
                <p14:nvPr/>
              </p14:nvContentPartPr>
              <p14:xfrm>
                <a:off x="8024741" y="2718272"/>
                <a:ext cx="171000" cy="209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308AE95-2026-BB59-083E-04169E04931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006741" y="2700632"/>
                  <a:ext cx="2066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7A84624-BDA6-274B-33A8-6F260CED5542}"/>
                    </a:ext>
                  </a:extLst>
                </p14:cNvPr>
                <p14:cNvContentPartPr/>
                <p14:nvPr/>
              </p14:nvContentPartPr>
              <p14:xfrm>
                <a:off x="8163701" y="2586512"/>
                <a:ext cx="302040" cy="2019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7A84624-BDA6-274B-33A8-6F260CED5542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45701" y="2568512"/>
                  <a:ext cx="33768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36598D5-9829-A723-28A8-48BB00674A01}"/>
                    </a:ext>
                  </a:extLst>
                </p14:cNvPr>
                <p14:cNvContentPartPr/>
                <p14:nvPr/>
              </p14:nvContentPartPr>
              <p14:xfrm>
                <a:off x="7772741" y="3447272"/>
                <a:ext cx="77040" cy="568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36598D5-9829-A723-28A8-48BB00674A0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754741" y="3429632"/>
                  <a:ext cx="1126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A9A56E4-E8C6-1B30-D993-361C6A43E029}"/>
                    </a:ext>
                  </a:extLst>
                </p14:cNvPr>
                <p14:cNvContentPartPr/>
                <p14:nvPr/>
              </p14:nvContentPartPr>
              <p14:xfrm>
                <a:off x="7852301" y="3467792"/>
                <a:ext cx="74520" cy="42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A9A56E4-E8C6-1B30-D993-361C6A43E029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7834661" y="3450152"/>
                  <a:ext cx="1101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0968F5F-04AA-A6EB-F11B-0955D5AD1A7F}"/>
                    </a:ext>
                  </a:extLst>
                </p14:cNvPr>
                <p14:cNvContentPartPr/>
                <p14:nvPr/>
              </p14:nvContentPartPr>
              <p14:xfrm>
                <a:off x="8038421" y="3283112"/>
                <a:ext cx="172440" cy="181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0968F5F-04AA-A6EB-F11B-0955D5AD1A7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020781" y="3265112"/>
                  <a:ext cx="2080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654087B-1D3E-9A21-085E-855A68FD97A9}"/>
                    </a:ext>
                  </a:extLst>
                </p14:cNvPr>
                <p14:cNvContentPartPr/>
                <p14:nvPr/>
              </p14:nvContentPartPr>
              <p14:xfrm>
                <a:off x="8246861" y="3188072"/>
                <a:ext cx="85320" cy="882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654087B-1D3E-9A21-085E-855A68FD97A9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229221" y="3170072"/>
                  <a:ext cx="1209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A068B4D-654C-F1F7-2E6D-4DDB9AF9C68E}"/>
                    </a:ext>
                  </a:extLst>
                </p14:cNvPr>
                <p14:cNvContentPartPr/>
                <p14:nvPr/>
              </p14:nvContentPartPr>
              <p14:xfrm>
                <a:off x="8250461" y="3196712"/>
                <a:ext cx="71640" cy="2160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A068B4D-654C-F1F7-2E6D-4DDB9AF9C68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232821" y="3178712"/>
                  <a:ext cx="1072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05B356C-CF85-A384-C75F-4F814B65482A}"/>
                    </a:ext>
                  </a:extLst>
                </p14:cNvPr>
                <p14:cNvContentPartPr/>
                <p14:nvPr/>
              </p14:nvContentPartPr>
              <p14:xfrm>
                <a:off x="8344421" y="3031472"/>
                <a:ext cx="374040" cy="206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05B356C-CF85-A384-C75F-4F814B65482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326421" y="3013832"/>
                  <a:ext cx="4096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21DEF12-9A46-4A1C-E0CA-AE09A6BCFABC}"/>
                    </a:ext>
                  </a:extLst>
                </p14:cNvPr>
                <p14:cNvContentPartPr/>
                <p14:nvPr/>
              </p14:nvContentPartPr>
              <p14:xfrm>
                <a:off x="7944821" y="3883592"/>
                <a:ext cx="71640" cy="82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21DEF12-9A46-4A1C-E0CA-AE09A6BCFAB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7926821" y="3865952"/>
                  <a:ext cx="107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975945E-0686-20C9-C43F-98EA6C0B3193}"/>
                    </a:ext>
                  </a:extLst>
                </p14:cNvPr>
                <p14:cNvContentPartPr/>
                <p14:nvPr/>
              </p14:nvContentPartPr>
              <p14:xfrm>
                <a:off x="8015021" y="3948752"/>
                <a:ext cx="112320" cy="633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975945E-0686-20C9-C43F-98EA6C0B319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997021" y="3930752"/>
                  <a:ext cx="1479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6EF6CCF-A248-48D1-32B6-96FB5289B1E2}"/>
                    </a:ext>
                  </a:extLst>
                </p14:cNvPr>
                <p14:cNvContentPartPr/>
                <p14:nvPr/>
              </p14:nvContentPartPr>
              <p14:xfrm>
                <a:off x="8224901" y="3740672"/>
                <a:ext cx="199080" cy="259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6EF6CCF-A248-48D1-32B6-96FB5289B1E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206901" y="3723032"/>
                  <a:ext cx="2347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7A49407-1087-CCA4-E545-56A86E9B27D6}"/>
                    </a:ext>
                  </a:extLst>
                </p14:cNvPr>
                <p14:cNvContentPartPr/>
                <p14:nvPr/>
              </p14:nvContentPartPr>
              <p14:xfrm>
                <a:off x="8420021" y="3621872"/>
                <a:ext cx="177840" cy="2455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7A49407-1087-CCA4-E545-56A86E9B27D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8402381" y="3603872"/>
                  <a:ext cx="2134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3DBA563-A1AC-9636-D997-E8264D555F3E}"/>
                    </a:ext>
                  </a:extLst>
                </p14:cNvPr>
                <p14:cNvContentPartPr/>
                <p14:nvPr/>
              </p14:nvContentPartPr>
              <p14:xfrm>
                <a:off x="8686781" y="3465992"/>
                <a:ext cx="181800" cy="295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3DBA563-A1AC-9636-D997-E8264D555F3E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8669141" y="3448352"/>
                  <a:ext cx="2174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3FDCDDD-3D11-0740-BACC-D460F814A6EE}"/>
                    </a:ext>
                  </a:extLst>
                </p14:cNvPr>
                <p14:cNvContentPartPr/>
                <p14:nvPr/>
              </p14:nvContentPartPr>
              <p14:xfrm>
                <a:off x="8730701" y="3594872"/>
                <a:ext cx="70200" cy="82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3FDCDDD-3D11-0740-BACC-D460F814A6E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8712701" y="3577232"/>
                  <a:ext cx="1058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F317DF1-4005-E914-4A73-D7152E42E9FD}"/>
                    </a:ext>
                  </a:extLst>
                </p14:cNvPr>
                <p14:cNvContentPartPr/>
                <p14:nvPr/>
              </p14:nvContentPartPr>
              <p14:xfrm>
                <a:off x="8849861" y="3375272"/>
                <a:ext cx="209880" cy="239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F317DF1-4005-E914-4A73-D7152E42E9F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831861" y="3357632"/>
                  <a:ext cx="2455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E438ABF-2457-6372-99A9-6D928BFB9644}"/>
                    </a:ext>
                  </a:extLst>
                </p14:cNvPr>
                <p14:cNvContentPartPr/>
                <p14:nvPr/>
              </p14:nvContentPartPr>
              <p14:xfrm>
                <a:off x="8918621" y="3489752"/>
                <a:ext cx="161640" cy="115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E438ABF-2457-6372-99A9-6D928BFB9644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900621" y="3472112"/>
                  <a:ext cx="197280" cy="151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084971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61F50-4C90-5566-59C1-E5B207B15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 calibration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202D3-2E57-C8B1-338C-96B70F5770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close-up of a finger pointing at a diagram&#10;&#10;Description automatically generated">
            <a:extLst>
              <a:ext uri="{FF2B5EF4-FFF2-40B4-BE49-F238E27FC236}">
                <a16:creationId xmlns:a16="http://schemas.microsoft.com/office/drawing/2014/main" id="{13275199-25DB-0D2B-D027-B8902DD286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43" y="1651860"/>
            <a:ext cx="7157226" cy="4072215"/>
          </a:xfrm>
          <a:prstGeom prst="rect">
            <a:avLst/>
          </a:prstGeom>
        </p:spPr>
      </p:pic>
      <p:pic>
        <p:nvPicPr>
          <p:cNvPr id="10" name="Picture 9" descr="A black and white math equation&#10;&#10;Description automatically generated">
            <a:extLst>
              <a:ext uri="{FF2B5EF4-FFF2-40B4-BE49-F238E27FC236}">
                <a16:creationId xmlns:a16="http://schemas.microsoft.com/office/drawing/2014/main" id="{F28A6058-B106-FA22-43CB-A099D000C9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2063" y="2184597"/>
            <a:ext cx="3240202" cy="10277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DA46A95-263E-90D6-4EE3-CF352F4CA741}"/>
                  </a:ext>
                </a:extLst>
              </p14:cNvPr>
              <p14:cNvContentPartPr/>
              <p14:nvPr/>
            </p14:nvContentPartPr>
            <p14:xfrm>
              <a:off x="3050261" y="2413352"/>
              <a:ext cx="345240" cy="6044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DA46A95-263E-90D6-4EE3-CF352F4CA74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32621" y="2395352"/>
                <a:ext cx="380880" cy="640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CE356167-89A5-6928-0878-EFE463F63C31}"/>
              </a:ext>
            </a:extLst>
          </p:cNvPr>
          <p:cNvGrpSpPr/>
          <p:nvPr/>
        </p:nvGrpSpPr>
        <p:grpSpPr>
          <a:xfrm>
            <a:off x="2953781" y="711632"/>
            <a:ext cx="2060280" cy="787680"/>
            <a:chOff x="2953781" y="711632"/>
            <a:chExt cx="2060280" cy="787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BA0DD99-54CC-1C48-F19B-5E3439DC553B}"/>
                    </a:ext>
                  </a:extLst>
                </p14:cNvPr>
                <p14:cNvContentPartPr/>
                <p14:nvPr/>
              </p14:nvContentPartPr>
              <p14:xfrm>
                <a:off x="3311621" y="727832"/>
                <a:ext cx="114120" cy="767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BA0DD99-54CC-1C48-F19B-5E3439DC553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293981" y="710192"/>
                  <a:ext cx="149760" cy="80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A9D000F-D286-1CBE-772B-31104C76D859}"/>
                    </a:ext>
                  </a:extLst>
                </p14:cNvPr>
                <p14:cNvContentPartPr/>
                <p14:nvPr/>
              </p14:nvContentPartPr>
              <p14:xfrm>
                <a:off x="3245741" y="711632"/>
                <a:ext cx="218160" cy="158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A9D000F-D286-1CBE-772B-31104C76D85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228101" y="693992"/>
                  <a:ext cx="2538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537FEE0-FCE0-EF42-C4D5-CFED3125B5B0}"/>
                    </a:ext>
                  </a:extLst>
                </p14:cNvPr>
                <p14:cNvContentPartPr/>
                <p14:nvPr/>
              </p14:nvContentPartPr>
              <p14:xfrm>
                <a:off x="2953781" y="1100432"/>
                <a:ext cx="154080" cy="134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537FEE0-FCE0-EF42-C4D5-CFED3125B5B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935781" y="1082432"/>
                  <a:ext cx="1897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0EBA717-986B-88D6-A804-0573A78867CE}"/>
                    </a:ext>
                  </a:extLst>
                </p14:cNvPr>
                <p14:cNvContentPartPr/>
                <p14:nvPr/>
              </p14:nvContentPartPr>
              <p14:xfrm>
                <a:off x="2974661" y="977312"/>
                <a:ext cx="121320" cy="164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0EBA717-986B-88D6-A804-0573A78867C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956661" y="959312"/>
                  <a:ext cx="1569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2792156-1264-CF6D-CD1D-AC8F9DAE7758}"/>
                    </a:ext>
                  </a:extLst>
                </p14:cNvPr>
                <p14:cNvContentPartPr/>
                <p14:nvPr/>
              </p14:nvContentPartPr>
              <p14:xfrm>
                <a:off x="3415301" y="1376192"/>
                <a:ext cx="1590840" cy="69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2792156-1264-CF6D-CD1D-AC8F9DAE775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397661" y="1358192"/>
                  <a:ext cx="16264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55068CC-2E4A-5A74-A1FF-DCBFDFD3F7D8}"/>
                    </a:ext>
                  </a:extLst>
                </p14:cNvPr>
                <p14:cNvContentPartPr/>
                <p14:nvPr/>
              </p14:nvContentPartPr>
              <p14:xfrm>
                <a:off x="4890941" y="1279352"/>
                <a:ext cx="123120" cy="219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55068CC-2E4A-5A74-A1FF-DCBFDFD3F7D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873301" y="1261352"/>
                  <a:ext cx="15876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347B85E-0B99-57D5-5FFC-917721195664}"/>
              </a:ext>
            </a:extLst>
          </p:cNvPr>
          <p:cNvGrpSpPr/>
          <p:nvPr/>
        </p:nvGrpSpPr>
        <p:grpSpPr>
          <a:xfrm>
            <a:off x="3951701" y="1627472"/>
            <a:ext cx="233640" cy="154080"/>
            <a:chOff x="3951701" y="1627472"/>
            <a:chExt cx="233640" cy="15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15CE5BF-2FAD-D143-3365-FCEA9BB9C71A}"/>
                    </a:ext>
                  </a:extLst>
                </p14:cNvPr>
                <p14:cNvContentPartPr/>
                <p14:nvPr/>
              </p14:nvContentPartPr>
              <p14:xfrm>
                <a:off x="3951701" y="1627472"/>
                <a:ext cx="201600" cy="7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15CE5BF-2FAD-D143-3365-FCEA9BB9C71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34061" y="1609472"/>
                  <a:ext cx="2372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A06F2D2-C360-538C-CD09-6117D9F08AD4}"/>
                    </a:ext>
                  </a:extLst>
                </p14:cNvPr>
                <p14:cNvContentPartPr/>
                <p14:nvPr/>
              </p14:nvContentPartPr>
              <p14:xfrm>
                <a:off x="4097141" y="1633232"/>
                <a:ext cx="88200" cy="148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A06F2D2-C360-538C-CD09-6117D9F08A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079141" y="1615232"/>
                  <a:ext cx="12384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63E6E5C-9316-E25B-0EEE-00199C5E90C2}"/>
              </a:ext>
            </a:extLst>
          </p:cNvPr>
          <p:cNvGrpSpPr/>
          <p:nvPr/>
        </p:nvGrpSpPr>
        <p:grpSpPr>
          <a:xfrm>
            <a:off x="8039861" y="2092952"/>
            <a:ext cx="3650400" cy="1162080"/>
            <a:chOff x="8039861" y="2092952"/>
            <a:chExt cx="3650400" cy="1162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6975765-C6D7-CD29-FEC9-AD403F9C089D}"/>
                    </a:ext>
                  </a:extLst>
                </p14:cNvPr>
                <p14:cNvContentPartPr/>
                <p14:nvPr/>
              </p14:nvContentPartPr>
              <p14:xfrm>
                <a:off x="8291141" y="3181592"/>
                <a:ext cx="3087720" cy="734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6975765-C6D7-CD29-FEC9-AD403F9C089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273501" y="3163952"/>
                  <a:ext cx="3123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C83687C-15C5-B124-0A77-E4EB1EE99CFE}"/>
                    </a:ext>
                  </a:extLst>
                </p14:cNvPr>
                <p14:cNvContentPartPr/>
                <p14:nvPr/>
              </p14:nvContentPartPr>
              <p14:xfrm>
                <a:off x="11566781" y="2092952"/>
                <a:ext cx="123480" cy="1027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C83687C-15C5-B124-0A77-E4EB1EE99CF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48781" y="2074952"/>
                  <a:ext cx="159120" cy="10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D3B1152-8F9F-7F47-090D-20E677A0C278}"/>
                    </a:ext>
                  </a:extLst>
                </p14:cNvPr>
                <p14:cNvContentPartPr/>
                <p14:nvPr/>
              </p14:nvContentPartPr>
              <p14:xfrm>
                <a:off x="8039861" y="2176832"/>
                <a:ext cx="3468600" cy="124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D3B1152-8F9F-7F47-090D-20E677A0C27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022221" y="2159192"/>
                  <a:ext cx="35042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F9E6CD0-A7F5-FBCC-440E-459A5612AFC8}"/>
                    </a:ext>
                  </a:extLst>
                </p14:cNvPr>
                <p14:cNvContentPartPr/>
                <p14:nvPr/>
              </p14:nvContentPartPr>
              <p14:xfrm>
                <a:off x="8153621" y="2252792"/>
                <a:ext cx="99360" cy="995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F9E6CD0-A7F5-FBCC-440E-459A5612AFC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135981" y="2234792"/>
                  <a:ext cx="135000" cy="10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A138B339-F086-19D7-D27F-2417D141E263}"/>
              </a:ext>
            </a:extLst>
          </p:cNvPr>
          <p:cNvGrpSpPr/>
          <p:nvPr/>
        </p:nvGrpSpPr>
        <p:grpSpPr>
          <a:xfrm>
            <a:off x="5588261" y="236432"/>
            <a:ext cx="3321000" cy="1248120"/>
            <a:chOff x="5588261" y="236432"/>
            <a:chExt cx="3321000" cy="124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5B2C31A-3FFE-F1AA-A012-C7551E85A339}"/>
                    </a:ext>
                  </a:extLst>
                </p14:cNvPr>
                <p14:cNvContentPartPr/>
                <p14:nvPr/>
              </p14:nvContentPartPr>
              <p14:xfrm>
                <a:off x="5621741" y="404912"/>
                <a:ext cx="26640" cy="1025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5B2C31A-3FFE-F1AA-A012-C7551E85A33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04101" y="387272"/>
                  <a:ext cx="62280" cy="10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E8F237E-04CB-96B6-545B-0C830EB33DD0}"/>
                    </a:ext>
                  </a:extLst>
                </p14:cNvPr>
                <p14:cNvContentPartPr/>
                <p14:nvPr/>
              </p14:nvContentPartPr>
              <p14:xfrm>
                <a:off x="5588261" y="430472"/>
                <a:ext cx="161280" cy="1681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E8F237E-04CB-96B6-545B-0C830EB33D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70621" y="412472"/>
                  <a:ext cx="1969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51E0ACC-0A0D-89BC-ED5F-648BE9719E12}"/>
                    </a:ext>
                  </a:extLst>
                </p14:cNvPr>
                <p14:cNvContentPartPr/>
                <p14:nvPr/>
              </p14:nvContentPartPr>
              <p14:xfrm>
                <a:off x="5718581" y="978752"/>
                <a:ext cx="130320" cy="158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51E0ACC-0A0D-89BC-ED5F-648BE9719E1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700941" y="960752"/>
                  <a:ext cx="1659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B13B68F-4FD3-6863-747C-E8E35C39CD49}"/>
                    </a:ext>
                  </a:extLst>
                </p14:cNvPr>
                <p14:cNvContentPartPr/>
                <p14:nvPr/>
              </p14:nvContentPartPr>
              <p14:xfrm>
                <a:off x="5865821" y="939152"/>
                <a:ext cx="110880" cy="134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B13B68F-4FD3-6863-747C-E8E35C39CD4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848181" y="921512"/>
                  <a:ext cx="1465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FC4B9D6-A294-2B5D-EA7E-6080603AF7E7}"/>
                    </a:ext>
                  </a:extLst>
                </p14:cNvPr>
                <p14:cNvContentPartPr/>
                <p14:nvPr/>
              </p14:nvContentPartPr>
              <p14:xfrm>
                <a:off x="5983181" y="738992"/>
                <a:ext cx="151560" cy="253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FC4B9D6-A294-2B5D-EA7E-6080603AF7E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965181" y="721352"/>
                  <a:ext cx="1872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D758209-241D-173D-240B-736DA68D16EA}"/>
                    </a:ext>
                  </a:extLst>
                </p14:cNvPr>
                <p14:cNvContentPartPr/>
                <p14:nvPr/>
              </p14:nvContentPartPr>
              <p14:xfrm>
                <a:off x="6111341" y="739352"/>
                <a:ext cx="105120" cy="214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D758209-241D-173D-240B-736DA68D16E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093341" y="721712"/>
                  <a:ext cx="1407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03E31C9-0CCD-C6D1-7077-E42D25B55ACB}"/>
                    </a:ext>
                  </a:extLst>
                </p14:cNvPr>
                <p14:cNvContentPartPr/>
                <p14:nvPr/>
              </p14:nvContentPartPr>
              <p14:xfrm>
                <a:off x="6073181" y="681032"/>
                <a:ext cx="263880" cy="182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03E31C9-0CCD-C6D1-7077-E42D25B55AC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055181" y="663392"/>
                  <a:ext cx="29952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68F7440-9C4D-B704-AF87-418B95F0A9AC}"/>
                    </a:ext>
                  </a:extLst>
                </p14:cNvPr>
                <p14:cNvContentPartPr/>
                <p14:nvPr/>
              </p14:nvContentPartPr>
              <p14:xfrm>
                <a:off x="6279461" y="730712"/>
                <a:ext cx="99720" cy="98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68F7440-9C4D-B704-AF87-418B95F0A9A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261461" y="713072"/>
                  <a:ext cx="1353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8DBC458-E69A-CEA8-D2B9-22F67AB408E1}"/>
                    </a:ext>
                  </a:extLst>
                </p14:cNvPr>
                <p14:cNvContentPartPr/>
                <p14:nvPr/>
              </p14:nvContentPartPr>
              <p14:xfrm>
                <a:off x="6279101" y="501032"/>
                <a:ext cx="169200" cy="2322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8DBC458-E69A-CEA8-D2B9-22F67AB408E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61101" y="483392"/>
                  <a:ext cx="2048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1EE5FBD-6747-88A5-E4A5-4BFAF62A00E9}"/>
                    </a:ext>
                  </a:extLst>
                </p14:cNvPr>
                <p14:cNvContentPartPr/>
                <p14:nvPr/>
              </p14:nvContentPartPr>
              <p14:xfrm>
                <a:off x="5638661" y="1393472"/>
                <a:ext cx="1876320" cy="79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1EE5FBD-6747-88A5-E4A5-4BFAF62A00E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20661" y="1375832"/>
                  <a:ext cx="1911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0AB3073-22C5-D49D-E35A-B3F1DE445030}"/>
                    </a:ext>
                  </a:extLst>
                </p14:cNvPr>
                <p14:cNvContentPartPr/>
                <p14:nvPr/>
              </p14:nvContentPartPr>
              <p14:xfrm>
                <a:off x="7412381" y="1320032"/>
                <a:ext cx="111240" cy="16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0AB3073-22C5-D49D-E35A-B3F1DE44503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394741" y="1302032"/>
                  <a:ext cx="1468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039D350-A935-B686-94EC-975C594B5118}"/>
                    </a:ext>
                  </a:extLst>
                </p14:cNvPr>
                <p14:cNvContentPartPr/>
                <p14:nvPr/>
              </p14:nvContentPartPr>
              <p14:xfrm>
                <a:off x="6751061" y="988472"/>
                <a:ext cx="82080" cy="23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039D350-A935-B686-94EC-975C594B511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733061" y="970472"/>
                  <a:ext cx="11772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172E7F9-B917-1C4D-CC60-E72DB7ED457D}"/>
                    </a:ext>
                  </a:extLst>
                </p14:cNvPr>
                <p14:cNvContentPartPr/>
                <p14:nvPr/>
              </p14:nvContentPartPr>
              <p14:xfrm>
                <a:off x="6881381" y="1013672"/>
                <a:ext cx="128160" cy="125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172E7F9-B917-1C4D-CC60-E72DB7ED457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863381" y="995672"/>
                  <a:ext cx="16380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F9AAC94-239A-29A7-076D-A87EFDA01A09}"/>
                    </a:ext>
                  </a:extLst>
                </p14:cNvPr>
                <p14:cNvContentPartPr/>
                <p14:nvPr/>
              </p14:nvContentPartPr>
              <p14:xfrm>
                <a:off x="7074701" y="917192"/>
                <a:ext cx="220320" cy="133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F9AAC94-239A-29A7-076D-A87EFDA01A0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57061" y="899192"/>
                  <a:ext cx="255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E7B5B76-A2F1-E594-17DA-603FCB5A6F37}"/>
                    </a:ext>
                  </a:extLst>
                </p14:cNvPr>
                <p14:cNvContentPartPr/>
                <p14:nvPr/>
              </p14:nvContentPartPr>
              <p14:xfrm>
                <a:off x="7431461" y="935192"/>
                <a:ext cx="13320" cy="1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E7B5B76-A2F1-E594-17DA-603FCB5A6F3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413821" y="917552"/>
                  <a:ext cx="4896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CD1776-FEB3-F887-4703-B9591D0646A5}"/>
                    </a:ext>
                  </a:extLst>
                </p14:cNvPr>
                <p14:cNvContentPartPr/>
                <p14:nvPr/>
              </p14:nvContentPartPr>
              <p14:xfrm>
                <a:off x="7551701" y="759872"/>
                <a:ext cx="120600" cy="50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CD1776-FEB3-F887-4703-B9591D0646A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534061" y="742232"/>
                  <a:ext cx="1562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95119E7-A3B9-2F09-4590-2490276C801B}"/>
                    </a:ext>
                  </a:extLst>
                </p14:cNvPr>
                <p14:cNvContentPartPr/>
                <p14:nvPr/>
              </p14:nvContentPartPr>
              <p14:xfrm>
                <a:off x="7671221" y="787232"/>
                <a:ext cx="49320" cy="88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95119E7-A3B9-2F09-4590-2490276C801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653221" y="769592"/>
                  <a:ext cx="849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3DCAEE-CCBB-344A-FE1C-B84B92DCBE58}"/>
                    </a:ext>
                  </a:extLst>
                </p14:cNvPr>
                <p14:cNvContentPartPr/>
                <p14:nvPr/>
              </p14:nvContentPartPr>
              <p14:xfrm>
                <a:off x="7775981" y="599672"/>
                <a:ext cx="67320" cy="313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3DCAEE-CCBB-344A-FE1C-B84B92DCBE5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758341" y="582032"/>
                  <a:ext cx="1029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ABDDBF2-3A3B-D608-1AB0-2D3D8E862308}"/>
                    </a:ext>
                  </a:extLst>
                </p14:cNvPr>
                <p14:cNvContentPartPr/>
                <p14:nvPr/>
              </p14:nvContentPartPr>
              <p14:xfrm>
                <a:off x="7895501" y="473312"/>
                <a:ext cx="65160" cy="856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ABDDBF2-3A3B-D608-1AB0-2D3D8E86230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877501" y="455312"/>
                  <a:ext cx="10080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7FAA873-DA04-C5A0-F727-0D2FA99EA9E7}"/>
                    </a:ext>
                  </a:extLst>
                </p14:cNvPr>
                <p14:cNvContentPartPr/>
                <p14:nvPr/>
              </p14:nvContentPartPr>
              <p14:xfrm>
                <a:off x="7662221" y="732512"/>
                <a:ext cx="74520" cy="18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7FAA873-DA04-C5A0-F727-0D2FA99EA9E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644581" y="714512"/>
                  <a:ext cx="1101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1D08DA7-03AC-AD73-4C9F-BD89239A9169}"/>
                    </a:ext>
                  </a:extLst>
                </p14:cNvPr>
                <p14:cNvContentPartPr/>
                <p14:nvPr/>
              </p14:nvContentPartPr>
              <p14:xfrm>
                <a:off x="8074061" y="646832"/>
                <a:ext cx="103320" cy="104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1D08DA7-03AC-AD73-4C9F-BD89239A916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056421" y="628832"/>
                  <a:ext cx="1389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16B7BAB-B9AA-B4BF-963D-15736596F780}"/>
                    </a:ext>
                  </a:extLst>
                </p14:cNvPr>
                <p14:cNvContentPartPr/>
                <p14:nvPr/>
              </p14:nvContentPartPr>
              <p14:xfrm>
                <a:off x="8121221" y="573032"/>
                <a:ext cx="98640" cy="1479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16B7BAB-B9AA-B4BF-963D-15736596F78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103221" y="555032"/>
                  <a:ext cx="1342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AE24B97-C770-5F4D-9141-AD99E402D68A}"/>
                    </a:ext>
                  </a:extLst>
                </p14:cNvPr>
                <p14:cNvContentPartPr/>
                <p14:nvPr/>
              </p14:nvContentPartPr>
              <p14:xfrm>
                <a:off x="8255501" y="427232"/>
                <a:ext cx="72360" cy="5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AE24B97-C770-5F4D-9141-AD99E402D68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37861" y="409592"/>
                  <a:ext cx="108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FDBCED5-6FF0-8DE2-CD55-C5DEAC53626F}"/>
                    </a:ext>
                  </a:extLst>
                </p14:cNvPr>
                <p14:cNvContentPartPr/>
                <p14:nvPr/>
              </p14:nvContentPartPr>
              <p14:xfrm>
                <a:off x="8346581" y="306992"/>
                <a:ext cx="65160" cy="1594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FDBCED5-6FF0-8DE2-CD55-C5DEAC53626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328581" y="289352"/>
                  <a:ext cx="100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B7635B8-1F09-7ACD-3E06-2074ED297A21}"/>
                    </a:ext>
                  </a:extLst>
                </p14:cNvPr>
                <p14:cNvContentPartPr/>
                <p14:nvPr/>
              </p14:nvContentPartPr>
              <p14:xfrm>
                <a:off x="6710741" y="697592"/>
                <a:ext cx="23040" cy="713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B7635B8-1F09-7ACD-3E06-2074ED297A2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692741" y="679952"/>
                  <a:ext cx="58680" cy="74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B325124-9DC2-C78A-2306-DB2E825F3D95}"/>
                    </a:ext>
                  </a:extLst>
                </p14:cNvPr>
                <p14:cNvContentPartPr/>
                <p14:nvPr/>
              </p14:nvContentPartPr>
              <p14:xfrm>
                <a:off x="6720461" y="467192"/>
                <a:ext cx="1595880" cy="2818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B325124-9DC2-C78A-2306-DB2E825F3D9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702821" y="449552"/>
                  <a:ext cx="163152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D35E208-A5F6-9B2B-8776-3B28D0099A0E}"/>
                    </a:ext>
                  </a:extLst>
                </p14:cNvPr>
                <p14:cNvContentPartPr/>
                <p14:nvPr/>
              </p14:nvContentPartPr>
              <p14:xfrm>
                <a:off x="6841781" y="420392"/>
                <a:ext cx="1649520" cy="900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D35E208-A5F6-9B2B-8776-3B28D0099A0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824141" y="402752"/>
                  <a:ext cx="1685160" cy="9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D7CE5D6-D06A-59DD-593E-556F37F2D8D4}"/>
                    </a:ext>
                  </a:extLst>
                </p14:cNvPr>
                <p14:cNvContentPartPr/>
                <p14:nvPr/>
              </p14:nvContentPartPr>
              <p14:xfrm>
                <a:off x="8309141" y="757712"/>
                <a:ext cx="385920" cy="536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D7CE5D6-D06A-59DD-593E-556F37F2D8D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291501" y="739712"/>
                  <a:ext cx="4215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373B695-D2CF-C7BD-FB89-E697ED7696DA}"/>
                    </a:ext>
                  </a:extLst>
                </p14:cNvPr>
                <p14:cNvContentPartPr/>
                <p14:nvPr/>
              </p14:nvContentPartPr>
              <p14:xfrm>
                <a:off x="8619821" y="685712"/>
                <a:ext cx="107640" cy="1904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373B695-D2CF-C7BD-FB89-E697ED7696D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602181" y="668072"/>
                  <a:ext cx="1432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6B273E1-C432-FBFD-490C-C1AA3BC59C1D}"/>
                    </a:ext>
                  </a:extLst>
                </p14:cNvPr>
                <p14:cNvContentPartPr/>
                <p14:nvPr/>
              </p14:nvContentPartPr>
              <p14:xfrm>
                <a:off x="8787941" y="693992"/>
                <a:ext cx="112680" cy="712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6B273E1-C432-FBFD-490C-C1AA3BC59C1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770301" y="676352"/>
                  <a:ext cx="148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F4F2A7B-B324-BE65-8609-D41EBCD32C3E}"/>
                    </a:ext>
                  </a:extLst>
                </p14:cNvPr>
                <p14:cNvContentPartPr/>
                <p14:nvPr/>
              </p14:nvContentPartPr>
              <p14:xfrm>
                <a:off x="8810621" y="675992"/>
                <a:ext cx="98640" cy="108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F4F2A7B-B324-BE65-8609-D41EBCD32C3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792621" y="658352"/>
                  <a:ext cx="1342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BA68D17-5EF0-FF6E-B734-58A449D802CB}"/>
                    </a:ext>
                  </a:extLst>
                </p14:cNvPr>
                <p14:cNvContentPartPr/>
                <p14:nvPr/>
              </p14:nvContentPartPr>
              <p14:xfrm>
                <a:off x="5856821" y="236432"/>
                <a:ext cx="137520" cy="132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BA68D17-5EF0-FF6E-B734-58A449D802C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839181" y="218792"/>
                  <a:ext cx="17316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C619B45-B2F9-672B-0745-DA4CF6898DEF}"/>
                    </a:ext>
                  </a:extLst>
                </p14:cNvPr>
                <p14:cNvContentPartPr/>
                <p14:nvPr/>
              </p14:nvContentPartPr>
              <p14:xfrm>
                <a:off x="5977421" y="356672"/>
                <a:ext cx="74160" cy="105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C619B45-B2F9-672B-0745-DA4CF6898DE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959781" y="338672"/>
                  <a:ext cx="10980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CFDBE47-8B7D-D24E-D476-0129CF90FBD6}"/>
              </a:ext>
            </a:extLst>
          </p:cNvPr>
          <p:cNvGrpSpPr/>
          <p:nvPr/>
        </p:nvGrpSpPr>
        <p:grpSpPr>
          <a:xfrm>
            <a:off x="8460701" y="3514592"/>
            <a:ext cx="2926080" cy="469080"/>
            <a:chOff x="8460701" y="3514592"/>
            <a:chExt cx="2926080" cy="46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5A80B65-A7A6-1320-2316-B2C7F46E8371}"/>
                    </a:ext>
                  </a:extLst>
                </p14:cNvPr>
                <p14:cNvContentPartPr/>
                <p14:nvPr/>
              </p14:nvContentPartPr>
              <p14:xfrm>
                <a:off x="8460701" y="3514592"/>
                <a:ext cx="57600" cy="454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5A80B65-A7A6-1320-2316-B2C7F46E837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443061" y="3496592"/>
                  <a:ext cx="93240" cy="4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251398F-0BB7-858D-4450-47620D9C2071}"/>
                    </a:ext>
                  </a:extLst>
                </p14:cNvPr>
                <p14:cNvContentPartPr/>
                <p14:nvPr/>
              </p14:nvContentPartPr>
              <p14:xfrm>
                <a:off x="8495981" y="3536912"/>
                <a:ext cx="224640" cy="26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251398F-0BB7-858D-4450-47620D9C207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477981" y="3519272"/>
                  <a:ext cx="2602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909D260-BBF7-2021-A12F-748851BA3682}"/>
                    </a:ext>
                  </a:extLst>
                </p14:cNvPr>
                <p14:cNvContentPartPr/>
                <p14:nvPr/>
              </p14:nvContentPartPr>
              <p14:xfrm>
                <a:off x="8787941" y="3691712"/>
                <a:ext cx="20160" cy="291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909D260-BBF7-2021-A12F-748851BA368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69941" y="3673712"/>
                  <a:ext cx="5580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74E837F-F7DC-2CAE-535F-9FA249D7E59B}"/>
                    </a:ext>
                  </a:extLst>
                </p14:cNvPr>
                <p14:cNvContentPartPr/>
                <p14:nvPr/>
              </p14:nvContentPartPr>
              <p14:xfrm>
                <a:off x="8756981" y="3782792"/>
                <a:ext cx="183240" cy="990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74E837F-F7DC-2CAE-535F-9FA249D7E5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38981" y="3764792"/>
                  <a:ext cx="21888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A4AA89B-2473-93E7-CDC3-B86569966405}"/>
                    </a:ext>
                  </a:extLst>
                </p14:cNvPr>
                <p14:cNvContentPartPr/>
                <p14:nvPr/>
              </p14:nvContentPartPr>
              <p14:xfrm>
                <a:off x="9072701" y="3764792"/>
                <a:ext cx="283680" cy="52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A4AA89B-2473-93E7-CDC3-B8656996640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54701" y="3747152"/>
                  <a:ext cx="31932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A39FB9-4C31-2D6D-46FD-382F05088E75}"/>
                    </a:ext>
                  </a:extLst>
                </p14:cNvPr>
                <p14:cNvContentPartPr/>
                <p14:nvPr/>
              </p14:nvContentPartPr>
              <p14:xfrm>
                <a:off x="9282941" y="3703232"/>
                <a:ext cx="64440" cy="145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A39FB9-4C31-2D6D-46FD-382F05088E7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265301" y="3685592"/>
                  <a:ext cx="1000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25A22B0-5387-1FFC-4606-83580AA86DAC}"/>
                    </a:ext>
                  </a:extLst>
                </p14:cNvPr>
                <p14:cNvContentPartPr/>
                <p14:nvPr/>
              </p14:nvContentPartPr>
              <p14:xfrm>
                <a:off x="9582461" y="3698552"/>
                <a:ext cx="75600" cy="2095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25A22B0-5387-1FFC-4606-83580AA86DA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564821" y="3680912"/>
                  <a:ext cx="1112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1A07C44-5060-CF3F-3749-51F792BFF331}"/>
                    </a:ext>
                  </a:extLst>
                </p14:cNvPr>
                <p14:cNvContentPartPr/>
                <p14:nvPr/>
              </p14:nvContentPartPr>
              <p14:xfrm>
                <a:off x="9727181" y="3773432"/>
                <a:ext cx="73080" cy="119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1A07C44-5060-CF3F-3749-51F792BFF33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709181" y="3755432"/>
                  <a:ext cx="1087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798BFA1-FC78-0855-74A9-F9B26C70F18C}"/>
                    </a:ext>
                  </a:extLst>
                </p14:cNvPr>
                <p14:cNvContentPartPr/>
                <p14:nvPr/>
              </p14:nvContentPartPr>
              <p14:xfrm>
                <a:off x="9877661" y="3768032"/>
                <a:ext cx="193680" cy="964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798BFA1-FC78-0855-74A9-F9B26C70F18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59661" y="3750392"/>
                  <a:ext cx="2293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516163A-7F9B-E884-9583-B1146CAF5EB1}"/>
                    </a:ext>
                  </a:extLst>
                </p14:cNvPr>
                <p14:cNvContentPartPr/>
                <p14:nvPr/>
              </p14:nvContentPartPr>
              <p14:xfrm>
                <a:off x="10175741" y="3748232"/>
                <a:ext cx="82440" cy="1339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516163A-7F9B-E884-9583-B1146CAF5EB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157741" y="3730592"/>
                  <a:ext cx="1180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1B36E69-6E4A-3BA2-4518-B2C51B7766AB}"/>
                    </a:ext>
                  </a:extLst>
                </p14:cNvPr>
                <p14:cNvContentPartPr/>
                <p14:nvPr/>
              </p14:nvContentPartPr>
              <p14:xfrm>
                <a:off x="10354301" y="3730952"/>
                <a:ext cx="46800" cy="131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1B36E69-6E4A-3BA2-4518-B2C51B7766A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336661" y="3712952"/>
                  <a:ext cx="8244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F2FB2C0-7D74-5B56-2C76-88E961C13B8D}"/>
                    </a:ext>
                  </a:extLst>
                </p14:cNvPr>
                <p14:cNvContentPartPr/>
                <p14:nvPr/>
              </p14:nvContentPartPr>
              <p14:xfrm>
                <a:off x="10730861" y="3604592"/>
                <a:ext cx="48600" cy="281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F2FB2C0-7D74-5B56-2C76-88E961C13B8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712861" y="3586952"/>
                  <a:ext cx="842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2E30E15-0EB6-2C36-79F4-CED4807961BE}"/>
                    </a:ext>
                  </a:extLst>
                </p14:cNvPr>
                <p14:cNvContentPartPr/>
                <p14:nvPr/>
              </p14:nvContentPartPr>
              <p14:xfrm>
                <a:off x="10703501" y="3755432"/>
                <a:ext cx="115200" cy="64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2E30E15-0EB6-2C36-79F4-CED4807961B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685501" y="3737432"/>
                  <a:ext cx="150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FE536C1-4703-0218-50EF-B2933CBE057E}"/>
                    </a:ext>
                  </a:extLst>
                </p14:cNvPr>
                <p14:cNvContentPartPr/>
                <p14:nvPr/>
              </p14:nvContentPartPr>
              <p14:xfrm>
                <a:off x="10868021" y="3765512"/>
                <a:ext cx="54000" cy="51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FE536C1-4703-0218-50EF-B2933CBE057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0850021" y="3747512"/>
                  <a:ext cx="89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6DE046E-AE6A-AF88-AF65-B7F1E0BD1C05}"/>
                    </a:ext>
                  </a:extLst>
                </p14:cNvPr>
                <p14:cNvContentPartPr/>
                <p14:nvPr/>
              </p14:nvContentPartPr>
              <p14:xfrm>
                <a:off x="11042261" y="3764792"/>
                <a:ext cx="62280" cy="84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6DE046E-AE6A-AF88-AF65-B7F1E0BD1C0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1024621" y="3747152"/>
                  <a:ext cx="97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BD90925-FD7C-462F-3389-0EE1CFEF2568}"/>
                    </a:ext>
                  </a:extLst>
                </p14:cNvPr>
                <p14:cNvContentPartPr/>
                <p14:nvPr/>
              </p14:nvContentPartPr>
              <p14:xfrm>
                <a:off x="11178341" y="3760112"/>
                <a:ext cx="208440" cy="74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BD90925-FD7C-462F-3389-0EE1CFEF256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160341" y="3742472"/>
                  <a:ext cx="244080" cy="10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FE2B7C98-24F3-D7DA-B6D0-74F6554B81B0}"/>
              </a:ext>
            </a:extLst>
          </p:cNvPr>
          <p:cNvGrpSpPr/>
          <p:nvPr/>
        </p:nvGrpSpPr>
        <p:grpSpPr>
          <a:xfrm>
            <a:off x="10050461" y="4072592"/>
            <a:ext cx="597960" cy="254520"/>
            <a:chOff x="10050461" y="4072592"/>
            <a:chExt cx="597960" cy="25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9CCFF4DF-AFE0-1FE1-970C-FCD550BB45CA}"/>
                    </a:ext>
                  </a:extLst>
                </p14:cNvPr>
                <p14:cNvContentPartPr/>
                <p14:nvPr/>
              </p14:nvContentPartPr>
              <p14:xfrm>
                <a:off x="10050461" y="4135592"/>
                <a:ext cx="83880" cy="1699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9CCFF4DF-AFE0-1FE1-970C-FCD550BB45C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032821" y="4117592"/>
                  <a:ext cx="11952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C9DA802-EC2E-BA2A-BB60-D52C4DB830FE}"/>
                    </a:ext>
                  </a:extLst>
                </p14:cNvPr>
                <p14:cNvContentPartPr/>
                <p14:nvPr/>
              </p14:nvContentPartPr>
              <p14:xfrm>
                <a:off x="10305701" y="4072592"/>
                <a:ext cx="15840" cy="230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C9DA802-EC2E-BA2A-BB60-D52C4DB830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288061" y="4054952"/>
                  <a:ext cx="514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DC1CFB0-6992-E32B-3046-14D102C7256A}"/>
                    </a:ext>
                  </a:extLst>
                </p14:cNvPr>
                <p14:cNvContentPartPr/>
                <p14:nvPr/>
              </p14:nvContentPartPr>
              <p14:xfrm>
                <a:off x="10294901" y="4152152"/>
                <a:ext cx="88200" cy="1206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DC1CFB0-6992-E32B-3046-14D102C7256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277261" y="4134512"/>
                  <a:ext cx="1238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2DE3882-F0F3-79D6-CB61-B85777CB2CBC}"/>
                    </a:ext>
                  </a:extLst>
                </p14:cNvPr>
                <p14:cNvContentPartPr/>
                <p14:nvPr/>
              </p14:nvContentPartPr>
              <p14:xfrm>
                <a:off x="10493261" y="4106792"/>
                <a:ext cx="155160" cy="2203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2DE3882-F0F3-79D6-CB61-B85777CB2CB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475261" y="4089152"/>
                  <a:ext cx="190800" cy="25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BB8C69C3-986E-2645-27D6-C1EAC7DACFBF}"/>
              </a:ext>
            </a:extLst>
          </p:cNvPr>
          <p:cNvGrpSpPr/>
          <p:nvPr/>
        </p:nvGrpSpPr>
        <p:grpSpPr>
          <a:xfrm>
            <a:off x="8539541" y="4529072"/>
            <a:ext cx="3097800" cy="367200"/>
            <a:chOff x="8539541" y="4529072"/>
            <a:chExt cx="3097800" cy="36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53CD584-11BD-40F5-DDC3-B2AA9BE25185}"/>
                    </a:ext>
                  </a:extLst>
                </p14:cNvPr>
                <p14:cNvContentPartPr/>
                <p14:nvPr/>
              </p14:nvContentPartPr>
              <p14:xfrm>
                <a:off x="8539541" y="4529072"/>
                <a:ext cx="43200" cy="367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53CD584-11BD-40F5-DDC3-B2AA9BE251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521901" y="4511432"/>
                  <a:ext cx="7884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A0076B8-6D95-948C-0279-CE2BA24BF489}"/>
                    </a:ext>
                  </a:extLst>
                </p14:cNvPr>
                <p14:cNvContentPartPr/>
                <p14:nvPr/>
              </p14:nvContentPartPr>
              <p14:xfrm>
                <a:off x="8557181" y="4555712"/>
                <a:ext cx="176760" cy="184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A0076B8-6D95-948C-0279-CE2BA24BF48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539541" y="4538072"/>
                  <a:ext cx="2124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6D9F45F-D0C1-0E65-EAB6-7A8037702810}"/>
                    </a:ext>
                  </a:extLst>
                </p14:cNvPr>
                <p14:cNvContentPartPr/>
                <p14:nvPr/>
              </p14:nvContentPartPr>
              <p14:xfrm>
                <a:off x="8806661" y="4693232"/>
                <a:ext cx="120600" cy="188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6D9F45F-D0C1-0E65-EAB6-7A803770281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789021" y="4675592"/>
                  <a:ext cx="1562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B6FCF1B-AB85-CBE0-6657-9C30A1481570}"/>
                    </a:ext>
                  </a:extLst>
                </p14:cNvPr>
                <p14:cNvContentPartPr/>
                <p14:nvPr/>
              </p14:nvContentPartPr>
              <p14:xfrm>
                <a:off x="9169181" y="4693232"/>
                <a:ext cx="352800" cy="374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B6FCF1B-AB85-CBE0-6657-9C30A148157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151541" y="4675592"/>
                  <a:ext cx="38844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C860CA5-B472-0488-673F-12FD1747C0CB}"/>
                    </a:ext>
                  </a:extLst>
                </p14:cNvPr>
                <p14:cNvContentPartPr/>
                <p14:nvPr/>
              </p14:nvContentPartPr>
              <p14:xfrm>
                <a:off x="9442421" y="4607192"/>
                <a:ext cx="100080" cy="221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C860CA5-B472-0488-673F-12FD1747C0C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424421" y="4589192"/>
                  <a:ext cx="1357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E153C90-F7A0-1EC6-0FAF-E154EBA470D4}"/>
                    </a:ext>
                  </a:extLst>
                </p14:cNvPr>
                <p14:cNvContentPartPr/>
                <p14:nvPr/>
              </p14:nvContentPartPr>
              <p14:xfrm>
                <a:off x="9855341" y="4592072"/>
                <a:ext cx="146520" cy="2487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E153C90-F7A0-1EC6-0FAF-E154EBA470D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837701" y="4574072"/>
                  <a:ext cx="1821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237BC87-C41E-3B03-239D-67CAE38E0847}"/>
                    </a:ext>
                  </a:extLst>
                </p14:cNvPr>
                <p14:cNvContentPartPr/>
                <p14:nvPr/>
              </p14:nvContentPartPr>
              <p14:xfrm>
                <a:off x="10086821" y="4710512"/>
                <a:ext cx="137520" cy="129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237BC87-C41E-3B03-239D-67CAE38E084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068821" y="4692872"/>
                  <a:ext cx="1731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EBDA91A-21EB-81A0-7E0D-F19E66814799}"/>
                    </a:ext>
                  </a:extLst>
                </p14:cNvPr>
                <p14:cNvContentPartPr/>
                <p14:nvPr/>
              </p14:nvContentPartPr>
              <p14:xfrm>
                <a:off x="10343861" y="4609712"/>
                <a:ext cx="31680" cy="234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EBDA91A-21EB-81A0-7E0D-F19E6681479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326221" y="4592072"/>
                  <a:ext cx="673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74F0E0C-C221-6A05-B982-20D704A88BA0}"/>
                    </a:ext>
                  </a:extLst>
                </p14:cNvPr>
                <p14:cNvContentPartPr/>
                <p14:nvPr/>
              </p14:nvContentPartPr>
              <p14:xfrm>
                <a:off x="10285541" y="4734272"/>
                <a:ext cx="69840" cy="3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74F0E0C-C221-6A05-B982-20D704A88BA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267541" y="4716632"/>
                  <a:ext cx="1054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510EC31-AE72-A6A6-5D92-F73CD382BD56}"/>
                    </a:ext>
                  </a:extLst>
                </p14:cNvPr>
                <p14:cNvContentPartPr/>
                <p14:nvPr/>
              </p14:nvContentPartPr>
              <p14:xfrm>
                <a:off x="10478501" y="4669472"/>
                <a:ext cx="107280" cy="1695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510EC31-AE72-A6A6-5D92-F73CD382BD56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460861" y="4651472"/>
                  <a:ext cx="1429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C42F69C-1177-12D8-4D03-54F74D44582F}"/>
                    </a:ext>
                  </a:extLst>
                </p14:cNvPr>
                <p14:cNvContentPartPr/>
                <p14:nvPr/>
              </p14:nvContentPartPr>
              <p14:xfrm>
                <a:off x="10705661" y="4671272"/>
                <a:ext cx="108360" cy="1789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C42F69C-1177-12D8-4D03-54F74D44582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688021" y="4653272"/>
                  <a:ext cx="1440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244E75B-0E0E-1246-E7A6-A784C99A9CB8}"/>
                    </a:ext>
                  </a:extLst>
                </p14:cNvPr>
                <p14:cNvContentPartPr/>
                <p14:nvPr/>
              </p14:nvContentPartPr>
              <p14:xfrm>
                <a:off x="10917701" y="4579472"/>
                <a:ext cx="125280" cy="2682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244E75B-0E0E-1246-E7A6-A784C99A9CB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900061" y="4561832"/>
                  <a:ext cx="1609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983FF7B-5EAA-5DA0-303E-A1B2D30117B9}"/>
                    </a:ext>
                  </a:extLst>
                </p14:cNvPr>
                <p14:cNvContentPartPr/>
                <p14:nvPr/>
              </p14:nvContentPartPr>
              <p14:xfrm>
                <a:off x="11098421" y="4701872"/>
                <a:ext cx="98640" cy="118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983FF7B-5EAA-5DA0-303E-A1B2D30117B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80781" y="4684232"/>
                  <a:ext cx="1342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417DA44-2DA8-D5AA-FA09-88314269F45E}"/>
                    </a:ext>
                  </a:extLst>
                </p14:cNvPr>
                <p14:cNvContentPartPr/>
                <p14:nvPr/>
              </p14:nvContentPartPr>
              <p14:xfrm>
                <a:off x="11240621" y="4561472"/>
                <a:ext cx="282240" cy="2653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417DA44-2DA8-D5AA-FA09-88314269F45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222981" y="4543472"/>
                  <a:ext cx="3178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3AF38C6-4206-1E0E-B735-A9DF1D4BCDFF}"/>
                    </a:ext>
                  </a:extLst>
                </p14:cNvPr>
                <p14:cNvContentPartPr/>
                <p14:nvPr/>
              </p14:nvContentPartPr>
              <p14:xfrm>
                <a:off x="11444381" y="4676672"/>
                <a:ext cx="192960" cy="84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3AF38C6-4206-1E0E-B735-A9DF1D4BCDF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426741" y="4659032"/>
                  <a:ext cx="22860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0C3E75E-E799-39E1-F440-7D581258C743}"/>
              </a:ext>
            </a:extLst>
          </p:cNvPr>
          <p:cNvGrpSpPr/>
          <p:nvPr/>
        </p:nvGrpSpPr>
        <p:grpSpPr>
          <a:xfrm>
            <a:off x="8695421" y="5163392"/>
            <a:ext cx="203760" cy="368280"/>
            <a:chOff x="8695421" y="5163392"/>
            <a:chExt cx="203760" cy="36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3678F7C-0362-E9F9-553B-65113B12045A}"/>
                    </a:ext>
                  </a:extLst>
                </p14:cNvPr>
                <p14:cNvContentPartPr/>
                <p14:nvPr/>
              </p14:nvContentPartPr>
              <p14:xfrm>
                <a:off x="8702621" y="5170592"/>
                <a:ext cx="9000" cy="361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3678F7C-0362-E9F9-553B-65113B12045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684621" y="5152952"/>
                  <a:ext cx="4464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5507F96-9D8F-F286-99EB-A305CFBA0912}"/>
                    </a:ext>
                  </a:extLst>
                </p14:cNvPr>
                <p14:cNvContentPartPr/>
                <p14:nvPr/>
              </p14:nvContentPartPr>
              <p14:xfrm>
                <a:off x="8695421" y="5163392"/>
                <a:ext cx="203760" cy="1980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5507F96-9D8F-F286-99EB-A305CFBA091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677421" y="5145392"/>
                  <a:ext cx="23940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DD1DDB-82D9-C43E-0D7A-97E8F4393A73}"/>
              </a:ext>
            </a:extLst>
          </p:cNvPr>
          <p:cNvGrpSpPr/>
          <p:nvPr/>
        </p:nvGrpSpPr>
        <p:grpSpPr>
          <a:xfrm>
            <a:off x="9262421" y="5093192"/>
            <a:ext cx="2441880" cy="299880"/>
            <a:chOff x="9262421" y="5093192"/>
            <a:chExt cx="2441880" cy="29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4A9E558-39DC-BF73-C32C-45AE58DAB620}"/>
                    </a:ext>
                  </a:extLst>
                </p14:cNvPr>
                <p14:cNvContentPartPr/>
                <p14:nvPr/>
              </p14:nvContentPartPr>
              <p14:xfrm>
                <a:off x="9262421" y="5273912"/>
                <a:ext cx="328680" cy="201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4A9E558-39DC-BF73-C32C-45AE58DAB620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244781" y="5256272"/>
                  <a:ext cx="364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3B8CFFD-22B0-3E96-E4AA-F1FB98965C90}"/>
                    </a:ext>
                  </a:extLst>
                </p14:cNvPr>
                <p14:cNvContentPartPr/>
                <p14:nvPr/>
              </p14:nvContentPartPr>
              <p14:xfrm>
                <a:off x="9516941" y="5154392"/>
                <a:ext cx="110880" cy="181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3B8CFFD-22B0-3E96-E4AA-F1FB98965C9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499301" y="5136752"/>
                  <a:ext cx="1465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B74F4D8-BEC1-BB7C-ECC3-559C958FD7AF}"/>
                    </a:ext>
                  </a:extLst>
                </p14:cNvPr>
                <p14:cNvContentPartPr/>
                <p14:nvPr/>
              </p14:nvContentPartPr>
              <p14:xfrm>
                <a:off x="9893861" y="5093192"/>
                <a:ext cx="163080" cy="2872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B74F4D8-BEC1-BB7C-ECC3-559C958FD7A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875861" y="5075552"/>
                  <a:ext cx="19872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AE27236-F3A2-1096-DA38-39967F777428}"/>
                    </a:ext>
                  </a:extLst>
                </p14:cNvPr>
                <p14:cNvContentPartPr/>
                <p14:nvPr/>
              </p14:nvContentPartPr>
              <p14:xfrm>
                <a:off x="10126781" y="5236472"/>
                <a:ext cx="122400" cy="13140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AE27236-F3A2-1096-DA38-39967F777428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109141" y="5218472"/>
                  <a:ext cx="1580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AD845E5-5170-19E4-6E76-ECA543F7B8F2}"/>
                    </a:ext>
                  </a:extLst>
                </p14:cNvPr>
                <p14:cNvContentPartPr/>
                <p14:nvPr/>
              </p14:nvContentPartPr>
              <p14:xfrm>
                <a:off x="10453301" y="5263832"/>
                <a:ext cx="41760" cy="306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AD845E5-5170-19E4-6E76-ECA543F7B8F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435301" y="5246192"/>
                  <a:ext cx="77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828CB185-A2B3-BEF8-1B55-D576F7B5CDE9}"/>
                    </a:ext>
                  </a:extLst>
                </p14:cNvPr>
                <p14:cNvContentPartPr/>
                <p14:nvPr/>
              </p14:nvContentPartPr>
              <p14:xfrm>
                <a:off x="10400021" y="5139992"/>
                <a:ext cx="42120" cy="2530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828CB185-A2B3-BEF8-1B55-D576F7B5CDE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382381" y="5121992"/>
                  <a:ext cx="777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CEB7CE5-206F-0279-3EE8-F0BD4B90DCC9}"/>
                    </a:ext>
                  </a:extLst>
                </p14:cNvPr>
                <p14:cNvContentPartPr/>
                <p14:nvPr/>
              </p14:nvContentPartPr>
              <p14:xfrm>
                <a:off x="10368701" y="5213072"/>
                <a:ext cx="269280" cy="135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CEB7CE5-206F-0279-3EE8-F0BD4B90DCC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351061" y="5195432"/>
                  <a:ext cx="3049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6C89B95-C277-DDA8-506F-A3AE7FC9C775}"/>
                    </a:ext>
                  </a:extLst>
                </p14:cNvPr>
                <p14:cNvContentPartPr/>
                <p14:nvPr/>
              </p14:nvContentPartPr>
              <p14:xfrm>
                <a:off x="10803941" y="5199392"/>
                <a:ext cx="119520" cy="1890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6C89B95-C277-DDA8-506F-A3AE7FC9C77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786301" y="5181752"/>
                  <a:ext cx="1551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E33BDF3D-60AA-189A-CA74-8B6A2FDB8F2B}"/>
                    </a:ext>
                  </a:extLst>
                </p14:cNvPr>
                <p14:cNvContentPartPr/>
                <p14:nvPr/>
              </p14:nvContentPartPr>
              <p14:xfrm>
                <a:off x="10965581" y="5106872"/>
                <a:ext cx="52920" cy="2365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E33BDF3D-60AA-189A-CA74-8B6A2FDB8F2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947941" y="5089232"/>
                  <a:ext cx="8856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6505547-E739-583E-C22B-1BA07AF350D2}"/>
                    </a:ext>
                  </a:extLst>
                </p14:cNvPr>
                <p14:cNvContentPartPr/>
                <p14:nvPr/>
              </p14:nvContentPartPr>
              <p14:xfrm>
                <a:off x="11004461" y="5236112"/>
                <a:ext cx="95400" cy="83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6505547-E739-583E-C22B-1BA07AF350D2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986461" y="5218472"/>
                  <a:ext cx="131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B55A78D-A922-A90E-3E2E-C45E662B82C3}"/>
                    </a:ext>
                  </a:extLst>
                </p14:cNvPr>
                <p14:cNvContentPartPr/>
                <p14:nvPr/>
              </p14:nvContentPartPr>
              <p14:xfrm>
                <a:off x="11139461" y="5217032"/>
                <a:ext cx="117000" cy="1314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B55A78D-A922-A90E-3E2E-C45E662B82C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121821" y="5199392"/>
                  <a:ext cx="1526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88CE459-3E58-3B23-BF52-915EE68F80A8}"/>
                    </a:ext>
                  </a:extLst>
                </p14:cNvPr>
                <p14:cNvContentPartPr/>
                <p14:nvPr/>
              </p14:nvContentPartPr>
              <p14:xfrm>
                <a:off x="11271941" y="5102192"/>
                <a:ext cx="339120" cy="242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88CE459-3E58-3B23-BF52-915EE68F80A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254301" y="5084552"/>
                  <a:ext cx="37476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FD6AAE2-EC7A-115F-A6C8-E544C7ED3C79}"/>
                    </a:ext>
                  </a:extLst>
                </p14:cNvPr>
                <p14:cNvContentPartPr/>
                <p14:nvPr/>
              </p14:nvContentPartPr>
              <p14:xfrm>
                <a:off x="11583341" y="5190752"/>
                <a:ext cx="120960" cy="67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FD6AAE2-EC7A-115F-A6C8-E544C7ED3C79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565341" y="5172752"/>
                  <a:ext cx="15660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1AFD957-CCEC-794A-4CB5-D6430BF89413}"/>
              </a:ext>
            </a:extLst>
          </p:cNvPr>
          <p:cNvGrpSpPr/>
          <p:nvPr/>
        </p:nvGrpSpPr>
        <p:grpSpPr>
          <a:xfrm>
            <a:off x="8567261" y="5737952"/>
            <a:ext cx="359640" cy="270720"/>
            <a:chOff x="8567261" y="5737952"/>
            <a:chExt cx="359640" cy="27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F6124F4F-4AFE-5220-F53A-2E80FB7A1A9B}"/>
                    </a:ext>
                  </a:extLst>
                </p14:cNvPr>
                <p14:cNvContentPartPr/>
                <p14:nvPr/>
              </p14:nvContentPartPr>
              <p14:xfrm>
                <a:off x="8567261" y="5737952"/>
                <a:ext cx="359640" cy="471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F6124F4F-4AFE-5220-F53A-2E80FB7A1A9B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549261" y="5719952"/>
                  <a:ext cx="3952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423F165-D9D2-FE09-B433-7725A51D7D96}"/>
                    </a:ext>
                  </a:extLst>
                </p14:cNvPr>
                <p14:cNvContentPartPr/>
                <p14:nvPr/>
              </p14:nvContentPartPr>
              <p14:xfrm>
                <a:off x="8794421" y="5746232"/>
                <a:ext cx="16560" cy="2624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423F165-D9D2-FE09-B433-7725A51D7D9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776421" y="5728232"/>
                  <a:ext cx="52200" cy="29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A83D0719-3412-EDCF-0CF5-6D91F77C5316}"/>
              </a:ext>
            </a:extLst>
          </p:cNvPr>
          <p:cNvGrpSpPr/>
          <p:nvPr/>
        </p:nvGrpSpPr>
        <p:grpSpPr>
          <a:xfrm>
            <a:off x="9179981" y="5759552"/>
            <a:ext cx="371520" cy="149760"/>
            <a:chOff x="9179981" y="5759552"/>
            <a:chExt cx="371520" cy="14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9A2DD19-1BDD-0415-F45A-24BF6960AB58}"/>
                    </a:ext>
                  </a:extLst>
                </p14:cNvPr>
                <p14:cNvContentPartPr/>
                <p14:nvPr/>
              </p14:nvContentPartPr>
              <p14:xfrm>
                <a:off x="9179981" y="5847032"/>
                <a:ext cx="355680" cy="262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9A2DD19-1BDD-0415-F45A-24BF6960AB5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161981" y="5829392"/>
                  <a:ext cx="39132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AA4E25BC-A6F3-A40D-6FD2-4F339AABEC23}"/>
                    </a:ext>
                  </a:extLst>
                </p14:cNvPr>
                <p14:cNvContentPartPr/>
                <p14:nvPr/>
              </p14:nvContentPartPr>
              <p14:xfrm>
                <a:off x="9439901" y="5759552"/>
                <a:ext cx="111600" cy="149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AA4E25BC-A6F3-A40D-6FD2-4F339AABEC2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22261" y="5741552"/>
                  <a:ext cx="147240" cy="18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A7D6C20-EA11-6533-6D0B-2A9B38D95DFC}"/>
              </a:ext>
            </a:extLst>
          </p:cNvPr>
          <p:cNvGrpSpPr/>
          <p:nvPr/>
        </p:nvGrpSpPr>
        <p:grpSpPr>
          <a:xfrm>
            <a:off x="9781181" y="5677112"/>
            <a:ext cx="115920" cy="350640"/>
            <a:chOff x="9781181" y="5677112"/>
            <a:chExt cx="115920" cy="35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C45811A-3F77-8F43-3920-D5C6CA5FE16B}"/>
                    </a:ext>
                  </a:extLst>
                </p14:cNvPr>
                <p14:cNvContentPartPr/>
                <p14:nvPr/>
              </p14:nvContentPartPr>
              <p14:xfrm>
                <a:off x="9781181" y="5677112"/>
                <a:ext cx="101520" cy="247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C45811A-3F77-8F43-3920-D5C6CA5FE16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763181" y="5659472"/>
                  <a:ext cx="1371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ED9A489-43AD-7942-711D-AD2C189AC27D}"/>
                    </a:ext>
                  </a:extLst>
                </p14:cNvPr>
                <p14:cNvContentPartPr/>
                <p14:nvPr/>
              </p14:nvContentPartPr>
              <p14:xfrm>
                <a:off x="9886301" y="6011912"/>
                <a:ext cx="10800" cy="15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ED9A489-43AD-7942-711D-AD2C189AC2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868661" y="5994272"/>
                  <a:ext cx="464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F3AD89A0-2B86-6374-16B4-6338B77E14CB}"/>
              </a:ext>
            </a:extLst>
          </p:cNvPr>
          <p:cNvGrpSpPr/>
          <p:nvPr/>
        </p:nvGrpSpPr>
        <p:grpSpPr>
          <a:xfrm>
            <a:off x="8659781" y="6253472"/>
            <a:ext cx="455760" cy="363600"/>
            <a:chOff x="8659781" y="6253472"/>
            <a:chExt cx="455760" cy="36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F90E443-A161-EEC3-EFEA-014C1D6352CE}"/>
                    </a:ext>
                  </a:extLst>
                </p14:cNvPr>
                <p14:cNvContentPartPr/>
                <p14:nvPr/>
              </p14:nvContentPartPr>
              <p14:xfrm>
                <a:off x="8659781" y="6272912"/>
                <a:ext cx="135720" cy="2232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F90E443-A161-EEC3-EFEA-014C1D6352C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8642141" y="6255272"/>
                  <a:ext cx="1713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ED6B8E5-D6F3-6319-F8D9-61737CB92082}"/>
                    </a:ext>
                  </a:extLst>
                </p14:cNvPr>
                <p14:cNvContentPartPr/>
                <p14:nvPr/>
              </p14:nvContentPartPr>
              <p14:xfrm>
                <a:off x="8855981" y="6295952"/>
                <a:ext cx="34200" cy="246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ED6B8E5-D6F3-6319-F8D9-61737CB9208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837981" y="6277952"/>
                  <a:ext cx="698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0B2D375-B27C-FDFE-7241-4869CF72C613}"/>
                    </a:ext>
                  </a:extLst>
                </p14:cNvPr>
                <p14:cNvContentPartPr/>
                <p14:nvPr/>
              </p14:nvContentPartPr>
              <p14:xfrm>
                <a:off x="8819621" y="6253472"/>
                <a:ext cx="165240" cy="219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0B2D375-B27C-FDFE-7241-4869CF72C613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801981" y="6235472"/>
                  <a:ext cx="200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012872B-B3E6-B632-B817-519046702C2D}"/>
                    </a:ext>
                  </a:extLst>
                </p14:cNvPr>
                <p14:cNvContentPartPr/>
                <p14:nvPr/>
              </p14:nvContentPartPr>
              <p14:xfrm>
                <a:off x="9010061" y="6476672"/>
                <a:ext cx="105480" cy="1404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012872B-B3E6-B632-B817-519046702C2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992421" y="6459032"/>
                  <a:ext cx="14112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31E8EEA4-4E49-8154-F821-295E3B42C5CE}"/>
              </a:ext>
            </a:extLst>
          </p:cNvPr>
          <p:cNvGrpSpPr/>
          <p:nvPr/>
        </p:nvGrpSpPr>
        <p:grpSpPr>
          <a:xfrm>
            <a:off x="9376901" y="6341672"/>
            <a:ext cx="323640" cy="140040"/>
            <a:chOff x="9376901" y="6341672"/>
            <a:chExt cx="323640" cy="14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E7F4DB9-32E8-15E9-0BBB-C11A85D7E8A1}"/>
                    </a:ext>
                  </a:extLst>
                </p14:cNvPr>
                <p14:cNvContentPartPr/>
                <p14:nvPr/>
              </p14:nvContentPartPr>
              <p14:xfrm>
                <a:off x="9376901" y="6417992"/>
                <a:ext cx="312480" cy="316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E7F4DB9-32E8-15E9-0BBB-C11A85D7E8A1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359261" y="6399992"/>
                  <a:ext cx="3481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0A3F9A8-A5C6-AA68-574F-EBD4836216DF}"/>
                    </a:ext>
                  </a:extLst>
                </p14:cNvPr>
                <p14:cNvContentPartPr/>
                <p14:nvPr/>
              </p14:nvContentPartPr>
              <p14:xfrm>
                <a:off x="9617381" y="6341672"/>
                <a:ext cx="83160" cy="14004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0A3F9A8-A5C6-AA68-574F-EBD4836216D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599381" y="6323672"/>
                  <a:ext cx="11880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C9C1C532-7123-9CE6-1861-08D643023020}"/>
              </a:ext>
            </a:extLst>
          </p:cNvPr>
          <p:cNvGrpSpPr/>
          <p:nvPr/>
        </p:nvGrpSpPr>
        <p:grpSpPr>
          <a:xfrm>
            <a:off x="10073861" y="6232952"/>
            <a:ext cx="1806840" cy="294480"/>
            <a:chOff x="10073861" y="6232952"/>
            <a:chExt cx="180684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417E47D0-4D25-0B35-2613-71CB015711B4}"/>
                    </a:ext>
                  </a:extLst>
                </p14:cNvPr>
                <p14:cNvContentPartPr/>
                <p14:nvPr/>
              </p14:nvContentPartPr>
              <p14:xfrm>
                <a:off x="10073861" y="6235112"/>
                <a:ext cx="142920" cy="2923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417E47D0-4D25-0B35-2613-71CB015711B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056221" y="6217112"/>
                  <a:ext cx="17856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E191BF9B-E852-E77D-823E-12016C314F66}"/>
                    </a:ext>
                  </a:extLst>
                </p14:cNvPr>
                <p14:cNvContentPartPr/>
                <p14:nvPr/>
              </p14:nvContentPartPr>
              <p14:xfrm>
                <a:off x="10334141" y="6379112"/>
                <a:ext cx="123120" cy="11916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E191BF9B-E852-E77D-823E-12016C314F66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316501" y="6361112"/>
                  <a:ext cx="15876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DD70D74-9DFB-D369-0160-70E0392E6DCC}"/>
                    </a:ext>
                  </a:extLst>
                </p14:cNvPr>
                <p14:cNvContentPartPr/>
                <p14:nvPr/>
              </p14:nvContentPartPr>
              <p14:xfrm>
                <a:off x="10581461" y="6244832"/>
                <a:ext cx="24840" cy="2145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DD70D74-9DFB-D369-0160-70E0392E6DCC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563821" y="6226832"/>
                  <a:ext cx="604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ED9CDEB8-D6E4-0B4D-31D4-74143991A340}"/>
                    </a:ext>
                  </a:extLst>
                </p14:cNvPr>
                <p14:cNvContentPartPr/>
                <p14:nvPr/>
              </p14:nvContentPartPr>
              <p14:xfrm>
                <a:off x="10528541" y="6357512"/>
                <a:ext cx="276480" cy="1278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ED9CDEB8-D6E4-0B4D-31D4-74143991A34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510541" y="6339872"/>
                  <a:ext cx="3121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330CE98-4B4B-B6BD-D877-232C4C25688A}"/>
                    </a:ext>
                  </a:extLst>
                </p14:cNvPr>
                <p14:cNvContentPartPr/>
                <p14:nvPr/>
              </p14:nvContentPartPr>
              <p14:xfrm>
                <a:off x="10915901" y="6333032"/>
                <a:ext cx="119160" cy="194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330CE98-4B4B-B6BD-D877-232C4C25688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898261" y="6315032"/>
                  <a:ext cx="1548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4102ECD4-3B83-42D1-E3BE-52EF32006F13}"/>
                    </a:ext>
                  </a:extLst>
                </p14:cNvPr>
                <p14:cNvContentPartPr/>
                <p14:nvPr/>
              </p14:nvContentPartPr>
              <p14:xfrm>
                <a:off x="11104541" y="6272912"/>
                <a:ext cx="88200" cy="203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4102ECD4-3B83-42D1-E3BE-52EF32006F1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086541" y="6255272"/>
                  <a:ext cx="1238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CEA7FFD-B888-F7D1-B83D-C3FC2BAB28E6}"/>
                    </a:ext>
                  </a:extLst>
                </p14:cNvPr>
                <p14:cNvContentPartPr/>
                <p14:nvPr/>
              </p14:nvContentPartPr>
              <p14:xfrm>
                <a:off x="11181941" y="6354272"/>
                <a:ext cx="111600" cy="1159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CEA7FFD-B888-F7D1-B83D-C3FC2BAB28E6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163941" y="6336272"/>
                  <a:ext cx="147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F64DAE1-E1AA-D3A0-5F6D-7184F7AE1F76}"/>
                    </a:ext>
                  </a:extLst>
                </p14:cNvPr>
                <p14:cNvContentPartPr/>
                <p14:nvPr/>
              </p14:nvContentPartPr>
              <p14:xfrm>
                <a:off x="11314061" y="6353552"/>
                <a:ext cx="75600" cy="1029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F64DAE1-E1AA-D3A0-5F6D-7184F7AE1F7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296421" y="6335552"/>
                  <a:ext cx="111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135BAF0-03C2-DEBF-88FB-B764761545D3}"/>
                    </a:ext>
                  </a:extLst>
                </p14:cNvPr>
                <p14:cNvContentPartPr/>
                <p14:nvPr/>
              </p14:nvContentPartPr>
              <p14:xfrm>
                <a:off x="11489381" y="6381632"/>
                <a:ext cx="78120" cy="867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135BAF0-03C2-DEBF-88FB-B764761545D3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471741" y="6363632"/>
                  <a:ext cx="1137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CD3C11F-783D-5938-2B4F-828022BD4A81}"/>
                    </a:ext>
                  </a:extLst>
                </p14:cNvPr>
                <p14:cNvContentPartPr/>
                <p14:nvPr/>
              </p14:nvContentPartPr>
              <p14:xfrm>
                <a:off x="11636621" y="6232952"/>
                <a:ext cx="195480" cy="259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CD3C11F-783D-5938-2B4F-828022BD4A8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1618621" y="6214952"/>
                  <a:ext cx="2311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85C39CA-FD08-6A1B-4185-B843DA8DC923}"/>
                    </a:ext>
                  </a:extLst>
                </p14:cNvPr>
                <p14:cNvContentPartPr/>
                <p14:nvPr/>
              </p14:nvContentPartPr>
              <p14:xfrm>
                <a:off x="11872421" y="6429152"/>
                <a:ext cx="8280" cy="90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85C39CA-FD08-6A1B-4185-B843DA8DC92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1854781" y="6411512"/>
                  <a:ext cx="4392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B1D87E9F-A7F8-2ED1-CEA3-4129007163BC}"/>
              </a:ext>
            </a:extLst>
          </p:cNvPr>
          <p:cNvGrpSpPr/>
          <p:nvPr/>
        </p:nvGrpSpPr>
        <p:grpSpPr>
          <a:xfrm>
            <a:off x="8406341" y="1365392"/>
            <a:ext cx="1457280" cy="496080"/>
            <a:chOff x="8406341" y="1365392"/>
            <a:chExt cx="1457280" cy="49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573316A-0664-E8EA-8CDB-F7149C532DA3}"/>
                    </a:ext>
                  </a:extLst>
                </p14:cNvPr>
                <p14:cNvContentPartPr/>
                <p14:nvPr/>
              </p14:nvContentPartPr>
              <p14:xfrm>
                <a:off x="8406341" y="1438472"/>
                <a:ext cx="60480" cy="4230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573316A-0664-E8EA-8CDB-F7149C532DA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388341" y="1420472"/>
                  <a:ext cx="9612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C58901B1-6AA6-B48C-1B9D-F7E4DB0EF1A1}"/>
                    </a:ext>
                  </a:extLst>
                </p14:cNvPr>
                <p14:cNvContentPartPr/>
                <p14:nvPr/>
              </p14:nvContentPartPr>
              <p14:xfrm>
                <a:off x="8414261" y="1436672"/>
                <a:ext cx="207360" cy="1609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C58901B1-6AA6-B48C-1B9D-F7E4DB0EF1A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8396621" y="1418672"/>
                  <a:ext cx="243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8D91947-177F-403C-0C6C-1F53C918E47D}"/>
                    </a:ext>
                  </a:extLst>
                </p14:cNvPr>
                <p14:cNvContentPartPr/>
                <p14:nvPr/>
              </p14:nvContentPartPr>
              <p14:xfrm>
                <a:off x="8650061" y="1557272"/>
                <a:ext cx="42480" cy="2952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8D91947-177F-403C-0C6C-1F53C918E47D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8632421" y="1539272"/>
                  <a:ext cx="781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1BE4FA8-4DA0-0276-2904-2B133F7BBE8F}"/>
                    </a:ext>
                  </a:extLst>
                </p14:cNvPr>
                <p14:cNvContentPartPr/>
                <p14:nvPr/>
              </p14:nvContentPartPr>
              <p14:xfrm>
                <a:off x="8604701" y="1652672"/>
                <a:ext cx="144720" cy="1069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1BE4FA8-4DA0-0276-2904-2B133F7BBE8F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8586701" y="1635032"/>
                  <a:ext cx="18036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8974D4B-886B-A589-8951-491BB596F757}"/>
                    </a:ext>
                  </a:extLst>
                </p14:cNvPr>
                <p14:cNvContentPartPr/>
                <p14:nvPr/>
              </p14:nvContentPartPr>
              <p14:xfrm>
                <a:off x="8888741" y="1613792"/>
                <a:ext cx="75240" cy="914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8974D4B-886B-A589-8951-491BB596F75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8870741" y="1596152"/>
                  <a:ext cx="110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874FC9C-4652-17F5-BD07-C35AA42355F9}"/>
                    </a:ext>
                  </a:extLst>
                </p14:cNvPr>
                <p14:cNvContentPartPr/>
                <p14:nvPr/>
              </p14:nvContentPartPr>
              <p14:xfrm>
                <a:off x="9209141" y="1425872"/>
                <a:ext cx="42840" cy="3506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874FC9C-4652-17F5-BD07-C35AA42355F9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191501" y="1408232"/>
                  <a:ext cx="7848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A44D1AD-967A-CD38-0E2A-BC01FBD36F1F}"/>
                    </a:ext>
                  </a:extLst>
                </p14:cNvPr>
                <p14:cNvContentPartPr/>
                <p14:nvPr/>
              </p14:nvContentPartPr>
              <p14:xfrm>
                <a:off x="9242261" y="1365392"/>
                <a:ext cx="170280" cy="2430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A44D1AD-967A-CD38-0E2A-BC01FBD36F1F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224621" y="1347752"/>
                  <a:ext cx="2059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C6E1C90-BCE0-ADF4-010E-CD41217D987B}"/>
                    </a:ext>
                  </a:extLst>
                </p14:cNvPr>
                <p14:cNvContentPartPr/>
                <p14:nvPr/>
              </p14:nvContentPartPr>
              <p14:xfrm>
                <a:off x="9473021" y="1589672"/>
                <a:ext cx="69480" cy="122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C6E1C90-BCE0-ADF4-010E-CD41217D987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455021" y="1571672"/>
                  <a:ext cx="1051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3B600A4-86D9-27A8-6E46-1C6117DB00A0}"/>
                    </a:ext>
                  </a:extLst>
                </p14:cNvPr>
                <p14:cNvContentPartPr/>
                <p14:nvPr/>
              </p14:nvContentPartPr>
              <p14:xfrm>
                <a:off x="9684341" y="1563032"/>
                <a:ext cx="179280" cy="19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3B600A4-86D9-27A8-6E46-1C6117DB00A0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666341" y="1545392"/>
                  <a:ext cx="21492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B412A1F5-7C85-27C5-C8AF-8A83D8C46FFB}"/>
                    </a:ext>
                  </a:extLst>
                </p14:cNvPr>
                <p14:cNvContentPartPr/>
                <p14:nvPr/>
              </p14:nvContentPartPr>
              <p14:xfrm>
                <a:off x="9740141" y="1525952"/>
                <a:ext cx="113040" cy="1522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B412A1F5-7C85-27C5-C8AF-8A83D8C46FFB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722141" y="1508312"/>
                  <a:ext cx="148680" cy="187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17EC564-9278-EFB7-A13F-D6C3FEDF6E12}"/>
              </a:ext>
            </a:extLst>
          </p:cNvPr>
          <p:cNvGrpSpPr/>
          <p:nvPr/>
        </p:nvGrpSpPr>
        <p:grpSpPr>
          <a:xfrm>
            <a:off x="9979541" y="884792"/>
            <a:ext cx="1234800" cy="456840"/>
            <a:chOff x="9979541" y="884792"/>
            <a:chExt cx="1234800" cy="45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401CCFEC-B200-ACB9-DBF6-5CBE7EFF2AF9}"/>
                    </a:ext>
                  </a:extLst>
                </p14:cNvPr>
                <p14:cNvContentPartPr/>
                <p14:nvPr/>
              </p14:nvContentPartPr>
              <p14:xfrm>
                <a:off x="9979541" y="1110152"/>
                <a:ext cx="57960" cy="231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401CCFEC-B200-ACB9-DBF6-5CBE7EFF2AF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961901" y="1092152"/>
                  <a:ext cx="9360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45E1C8F-D736-58E3-88A2-AD8445724418}"/>
                    </a:ext>
                  </a:extLst>
                </p14:cNvPr>
                <p14:cNvContentPartPr/>
                <p14:nvPr/>
              </p14:nvContentPartPr>
              <p14:xfrm>
                <a:off x="9982061" y="1080272"/>
                <a:ext cx="97560" cy="1868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45E1C8F-D736-58E3-88A2-AD844572441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964421" y="1062272"/>
                  <a:ext cx="13320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9FE7EC3-1FE0-3215-D70A-59E186806697}"/>
                    </a:ext>
                  </a:extLst>
                </p14:cNvPr>
                <p14:cNvContentPartPr/>
                <p14:nvPr/>
              </p14:nvContentPartPr>
              <p14:xfrm>
                <a:off x="10157381" y="958232"/>
                <a:ext cx="82080" cy="3182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9FE7EC3-1FE0-3215-D70A-59E18680669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139741" y="940592"/>
                  <a:ext cx="11772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A1F3A82B-45EC-864C-335B-A5BFD995DC3A}"/>
                    </a:ext>
                  </a:extLst>
                </p14:cNvPr>
                <p14:cNvContentPartPr/>
                <p14:nvPr/>
              </p14:nvContentPartPr>
              <p14:xfrm>
                <a:off x="10371221" y="898112"/>
                <a:ext cx="66240" cy="2462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A1F3A82B-45EC-864C-335B-A5BFD995DC3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353221" y="880112"/>
                  <a:ext cx="1018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6FECD71-452E-C97D-B60D-41C05E95A560}"/>
                    </a:ext>
                  </a:extLst>
                </p14:cNvPr>
                <p14:cNvContentPartPr/>
                <p14:nvPr/>
              </p14:nvContentPartPr>
              <p14:xfrm>
                <a:off x="10294181" y="1063352"/>
                <a:ext cx="320760" cy="669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6FECD71-452E-C97D-B60D-41C05E95A56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276541" y="1045712"/>
                  <a:ext cx="356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392FC23E-F44F-C01F-CC1F-D3D389D00BF7}"/>
                    </a:ext>
                  </a:extLst>
                </p14:cNvPr>
                <p14:cNvContentPartPr/>
                <p14:nvPr/>
              </p14:nvContentPartPr>
              <p14:xfrm>
                <a:off x="10394621" y="1188992"/>
                <a:ext cx="121680" cy="259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392FC23E-F44F-C01F-CC1F-D3D389D00BF7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376621" y="1171352"/>
                  <a:ext cx="15732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27A2CD8-31DE-F601-D1CE-452E2FB47D87}"/>
                    </a:ext>
                  </a:extLst>
                </p14:cNvPr>
                <p14:cNvContentPartPr/>
                <p14:nvPr/>
              </p14:nvContentPartPr>
              <p14:xfrm>
                <a:off x="10468421" y="1200872"/>
                <a:ext cx="10080" cy="1116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27A2CD8-31DE-F601-D1CE-452E2FB47D87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450421" y="1182872"/>
                  <a:ext cx="457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C07A60A-AF86-9123-E415-6BA650DFFFB0}"/>
                    </a:ext>
                  </a:extLst>
                </p14:cNvPr>
                <p14:cNvContentPartPr/>
                <p14:nvPr/>
              </p14:nvContentPartPr>
              <p14:xfrm>
                <a:off x="10675061" y="1107992"/>
                <a:ext cx="84960" cy="237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C07A60A-AF86-9123-E415-6BA650DFFFB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657061" y="1090352"/>
                  <a:ext cx="1206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C04B0D8A-FD47-A323-B349-2437CAD9349F}"/>
                    </a:ext>
                  </a:extLst>
                </p14:cNvPr>
                <p14:cNvContentPartPr/>
                <p14:nvPr/>
              </p14:nvContentPartPr>
              <p14:xfrm>
                <a:off x="10882061" y="885872"/>
                <a:ext cx="21240" cy="2210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C04B0D8A-FD47-A323-B349-2437CAD9349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864421" y="867872"/>
                  <a:ext cx="5688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22F439D-84C8-BD2C-21C5-82952AA98DE4}"/>
                    </a:ext>
                  </a:extLst>
                </p14:cNvPr>
                <p14:cNvContentPartPr/>
                <p14:nvPr/>
              </p14:nvContentPartPr>
              <p14:xfrm>
                <a:off x="10828061" y="1037072"/>
                <a:ext cx="197280" cy="138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22F439D-84C8-BD2C-21C5-82952AA98DE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810061" y="1019072"/>
                  <a:ext cx="2329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C7839F11-409F-D49A-A1D4-3944B3B6BAB9}"/>
                    </a:ext>
                  </a:extLst>
                </p14:cNvPr>
                <p14:cNvContentPartPr/>
                <p14:nvPr/>
              </p14:nvContentPartPr>
              <p14:xfrm>
                <a:off x="10957301" y="1156232"/>
                <a:ext cx="19800" cy="1047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C7839F11-409F-D49A-A1D4-3944B3B6BAB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939661" y="1138592"/>
                  <a:ext cx="554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12FC4F3-1975-6D65-8F00-C35758F3750E}"/>
                    </a:ext>
                  </a:extLst>
                </p14:cNvPr>
                <p14:cNvContentPartPr/>
                <p14:nvPr/>
              </p14:nvContentPartPr>
              <p14:xfrm>
                <a:off x="11020661" y="1199432"/>
                <a:ext cx="56880" cy="752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12FC4F3-1975-6D65-8F00-C35758F3750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002661" y="1181432"/>
                  <a:ext cx="9252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046ECE1-5093-B377-8EB3-9B4C31A796D4}"/>
                    </a:ext>
                  </a:extLst>
                </p14:cNvPr>
                <p14:cNvContentPartPr/>
                <p14:nvPr/>
              </p14:nvContentPartPr>
              <p14:xfrm>
                <a:off x="11063501" y="884792"/>
                <a:ext cx="150840" cy="2293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046ECE1-5093-B377-8EB3-9B4C31A796D4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045861" y="867152"/>
                  <a:ext cx="186480" cy="26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F0B4FF03-C5D3-4994-04D8-F5E793C5B6E1}"/>
              </a:ext>
            </a:extLst>
          </p:cNvPr>
          <p:cNvGrpSpPr/>
          <p:nvPr/>
        </p:nvGrpSpPr>
        <p:grpSpPr>
          <a:xfrm>
            <a:off x="8928341" y="1925192"/>
            <a:ext cx="1671120" cy="266040"/>
            <a:chOff x="8928341" y="1925192"/>
            <a:chExt cx="1671120" cy="26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F02BDCF-80CC-46F5-119D-490AC79C5D29}"/>
                    </a:ext>
                  </a:extLst>
                </p14:cNvPr>
                <p14:cNvContentPartPr/>
                <p14:nvPr/>
              </p14:nvContentPartPr>
              <p14:xfrm>
                <a:off x="8928341" y="1945712"/>
                <a:ext cx="281520" cy="245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F02BDCF-80CC-46F5-119D-490AC79C5D29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910701" y="1927712"/>
                  <a:ext cx="31716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F4E09ED-882D-DF67-F9A4-0C49779C5C5C}"/>
                    </a:ext>
                  </a:extLst>
                </p14:cNvPr>
                <p14:cNvContentPartPr/>
                <p14:nvPr/>
              </p14:nvContentPartPr>
              <p14:xfrm>
                <a:off x="9311741" y="1964432"/>
                <a:ext cx="29160" cy="215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F4E09ED-882D-DF67-F9A4-0C49779C5C5C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9294101" y="1946792"/>
                  <a:ext cx="648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DD4894D-2D08-1488-9392-4A0E964CD650}"/>
                    </a:ext>
                  </a:extLst>
                </p14:cNvPr>
                <p14:cNvContentPartPr/>
                <p14:nvPr/>
              </p14:nvContentPartPr>
              <p14:xfrm>
                <a:off x="9436301" y="2069912"/>
                <a:ext cx="8280" cy="774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DD4894D-2D08-1488-9392-4A0E964CD650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418661" y="2052272"/>
                  <a:ext cx="439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D01E263-9A61-7D88-75C2-1ACEF142DFA2}"/>
                    </a:ext>
                  </a:extLst>
                </p14:cNvPr>
                <p14:cNvContentPartPr/>
                <p14:nvPr/>
              </p14:nvContentPartPr>
              <p14:xfrm>
                <a:off x="9448901" y="1980992"/>
                <a:ext cx="23760" cy="24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D01E263-9A61-7D88-75C2-1ACEF142DFA2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431261" y="1963352"/>
                  <a:ext cx="594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90B590E-8ADA-4224-14AE-233D9B6A5365}"/>
                    </a:ext>
                  </a:extLst>
                </p14:cNvPr>
                <p14:cNvContentPartPr/>
                <p14:nvPr/>
              </p14:nvContentPartPr>
              <p14:xfrm>
                <a:off x="9581381" y="1925192"/>
                <a:ext cx="92880" cy="1965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90B590E-8ADA-4224-14AE-233D9B6A5365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563741" y="1907552"/>
                  <a:ext cx="1285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AE9FC4F-29C9-4138-C06C-08EBECC2E616}"/>
                    </a:ext>
                  </a:extLst>
                </p14:cNvPr>
                <p14:cNvContentPartPr/>
                <p14:nvPr/>
              </p14:nvContentPartPr>
              <p14:xfrm>
                <a:off x="9720341" y="1983152"/>
                <a:ext cx="143640" cy="106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AE9FC4F-29C9-4138-C06C-08EBECC2E61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702341" y="1965152"/>
                  <a:ext cx="1792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D265786-0695-1AEB-5D82-7D525F673966}"/>
                    </a:ext>
                  </a:extLst>
                </p14:cNvPr>
                <p14:cNvContentPartPr/>
                <p14:nvPr/>
              </p14:nvContentPartPr>
              <p14:xfrm>
                <a:off x="9915821" y="1988912"/>
                <a:ext cx="89640" cy="88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D265786-0695-1AEB-5D82-7D525F67396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897821" y="1971272"/>
                  <a:ext cx="1252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8404FF4-D943-D53F-2E38-FC162ECB10D9}"/>
                    </a:ext>
                  </a:extLst>
                </p14:cNvPr>
                <p14:cNvContentPartPr/>
                <p14:nvPr/>
              </p14:nvContentPartPr>
              <p14:xfrm>
                <a:off x="10136501" y="1956152"/>
                <a:ext cx="16560" cy="1522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8404FF4-D943-D53F-2E38-FC162ECB10D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0118501" y="1938152"/>
                  <a:ext cx="52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1301667-7D20-5500-53BA-1C37C391770C}"/>
                    </a:ext>
                  </a:extLst>
                </p14:cNvPr>
                <p14:cNvContentPartPr/>
                <p14:nvPr/>
              </p14:nvContentPartPr>
              <p14:xfrm>
                <a:off x="10088621" y="2041112"/>
                <a:ext cx="93240" cy="1368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1301667-7D20-5500-53BA-1C37C391770C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070981" y="2023472"/>
                  <a:ext cx="128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0867EC3-C5DF-395A-D459-2D33193D621E}"/>
                    </a:ext>
                  </a:extLst>
                </p14:cNvPr>
                <p14:cNvContentPartPr/>
                <p14:nvPr/>
              </p14:nvContentPartPr>
              <p14:xfrm>
                <a:off x="10240181" y="2031752"/>
                <a:ext cx="28800" cy="792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0867EC3-C5DF-395A-D459-2D33193D621E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222181" y="2014112"/>
                  <a:ext cx="644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74FF383-EB5B-70B4-B051-387205D60480}"/>
                    </a:ext>
                  </a:extLst>
                </p14:cNvPr>
                <p14:cNvContentPartPr/>
                <p14:nvPr/>
              </p14:nvContentPartPr>
              <p14:xfrm>
                <a:off x="10254581" y="1938152"/>
                <a:ext cx="15840" cy="511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74FF383-EB5B-70B4-B051-387205D60480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36581" y="1920152"/>
                  <a:ext cx="514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AC70886-9F32-4986-326C-97B3AE0E21E3}"/>
                    </a:ext>
                  </a:extLst>
                </p14:cNvPr>
                <p14:cNvContentPartPr/>
                <p14:nvPr/>
              </p14:nvContentPartPr>
              <p14:xfrm>
                <a:off x="10360061" y="1985672"/>
                <a:ext cx="239400" cy="1105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AC70886-9F32-4986-326C-97B3AE0E21E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42421" y="1967672"/>
                  <a:ext cx="275040" cy="14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70077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626E5-0B27-63C0-536E-053DA4278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sensors in circuits</a:t>
            </a:r>
          </a:p>
        </p:txBody>
      </p:sp>
      <p:pic>
        <p:nvPicPr>
          <p:cNvPr id="6" name="Content Placeholder 5" descr="A diagram of electrical components&#10;&#10;Description automatically generated">
            <a:extLst>
              <a:ext uri="{FF2B5EF4-FFF2-40B4-BE49-F238E27FC236}">
                <a16:creationId xmlns:a16="http://schemas.microsoft.com/office/drawing/2014/main" id="{31BE6536-AD84-5544-1B1A-4AE54EBE6A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1316" y="1763990"/>
            <a:ext cx="8249367" cy="333001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B9199-A193-909C-50B0-E07215A804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BEF6774-DEA5-6A02-0C57-261A56EDF74F}"/>
              </a:ext>
            </a:extLst>
          </p:cNvPr>
          <p:cNvGrpSpPr/>
          <p:nvPr/>
        </p:nvGrpSpPr>
        <p:grpSpPr>
          <a:xfrm>
            <a:off x="2720501" y="1347032"/>
            <a:ext cx="628200" cy="537480"/>
            <a:chOff x="2720501" y="1347032"/>
            <a:chExt cx="628200" cy="53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FFEB76C-A78C-7F39-FDE7-1FFF46A7072D}"/>
                    </a:ext>
                  </a:extLst>
                </p14:cNvPr>
                <p14:cNvContentPartPr/>
                <p14:nvPr/>
              </p14:nvContentPartPr>
              <p14:xfrm>
                <a:off x="2720501" y="1603712"/>
                <a:ext cx="206640" cy="280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FFEB76C-A78C-7F39-FDE7-1FFF46A7072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02861" y="1586072"/>
                  <a:ext cx="24228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DBDD6DB-5559-6E12-866C-66E99D18BA2B}"/>
                    </a:ext>
                  </a:extLst>
                </p14:cNvPr>
                <p14:cNvContentPartPr/>
                <p14:nvPr/>
              </p14:nvContentPartPr>
              <p14:xfrm>
                <a:off x="2924621" y="1670312"/>
                <a:ext cx="12960" cy="11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DBDD6DB-5559-6E12-866C-66E99D18BA2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06981" y="1652312"/>
                  <a:ext cx="48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3EFDF56-5380-FDBE-0E72-A3B0928F8D17}"/>
                    </a:ext>
                  </a:extLst>
                </p14:cNvPr>
                <p14:cNvContentPartPr/>
                <p14:nvPr/>
              </p14:nvContentPartPr>
              <p14:xfrm>
                <a:off x="3019661" y="1521992"/>
                <a:ext cx="113400" cy="191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3EFDF56-5380-FDBE-0E72-A3B0928F8D1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001661" y="1504352"/>
                  <a:ext cx="1490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8339818-EC28-18ED-6711-5DBCAA649C53}"/>
                    </a:ext>
                  </a:extLst>
                </p14:cNvPr>
                <p14:cNvContentPartPr/>
                <p14:nvPr/>
              </p14:nvContentPartPr>
              <p14:xfrm>
                <a:off x="3199301" y="1347032"/>
                <a:ext cx="149400" cy="2113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8339818-EC28-18ED-6711-5DBCAA649C5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181661" y="1329032"/>
                  <a:ext cx="185040" cy="24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68ABE39-A3C5-B18C-8CB6-BDC5455DBF7D}"/>
              </a:ext>
            </a:extLst>
          </p:cNvPr>
          <p:cNvGrpSpPr/>
          <p:nvPr/>
        </p:nvGrpSpPr>
        <p:grpSpPr>
          <a:xfrm>
            <a:off x="3764141" y="3905192"/>
            <a:ext cx="577080" cy="474120"/>
            <a:chOff x="3764141" y="3905192"/>
            <a:chExt cx="577080" cy="47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1656166-AA63-5CEB-CE64-8EDEFC2182BA}"/>
                    </a:ext>
                  </a:extLst>
                </p14:cNvPr>
                <p14:cNvContentPartPr/>
                <p14:nvPr/>
              </p14:nvContentPartPr>
              <p14:xfrm>
                <a:off x="3804101" y="4178432"/>
                <a:ext cx="1440" cy="21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1656166-AA63-5CEB-CE64-8EDEFC2182B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86461" y="4160432"/>
                  <a:ext cx="37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37D1F8C-82C4-6856-F8D9-3401409D3A5C}"/>
                    </a:ext>
                  </a:extLst>
                </p14:cNvPr>
                <p14:cNvContentPartPr/>
                <p14:nvPr/>
              </p14:nvContentPartPr>
              <p14:xfrm>
                <a:off x="3764141" y="4127672"/>
                <a:ext cx="12204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37D1F8C-82C4-6856-F8D9-3401409D3A5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746501" y="4109672"/>
                  <a:ext cx="1576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BBF0BC0-9A0D-A172-610A-BC949CA1ADF4}"/>
                    </a:ext>
                  </a:extLst>
                </p14:cNvPr>
                <p14:cNvContentPartPr/>
                <p14:nvPr/>
              </p14:nvContentPartPr>
              <p14:xfrm>
                <a:off x="3922541" y="4058192"/>
                <a:ext cx="129240" cy="158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BBF0BC0-9A0D-A172-610A-BC949CA1ADF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904541" y="4040192"/>
                  <a:ext cx="1648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4E13939-3E93-BE58-1EC3-B0851C52160B}"/>
                    </a:ext>
                  </a:extLst>
                </p14:cNvPr>
                <p14:cNvContentPartPr/>
                <p14:nvPr/>
              </p14:nvContentPartPr>
              <p14:xfrm>
                <a:off x="4101461" y="3907712"/>
                <a:ext cx="104040" cy="214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4E13939-3E93-BE58-1EC3-B0851C52160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083461" y="3889712"/>
                  <a:ext cx="1396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4983686-E6A1-FE3B-C811-17E0E99981B6}"/>
                    </a:ext>
                  </a:extLst>
                </p14:cNvPr>
                <p14:cNvContentPartPr/>
                <p14:nvPr/>
              </p14:nvContentPartPr>
              <p14:xfrm>
                <a:off x="4203701" y="3905192"/>
                <a:ext cx="137520" cy="113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4983686-E6A1-FE3B-C811-17E0E99981B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186061" y="3887192"/>
                  <a:ext cx="17316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0DCD24E-FB6B-E73C-91E2-E0BA11D6C27F}"/>
                  </a:ext>
                </a:extLst>
              </p14:cNvPr>
              <p14:cNvContentPartPr/>
              <p14:nvPr/>
            </p14:nvContentPartPr>
            <p14:xfrm>
              <a:off x="4886621" y="3350792"/>
              <a:ext cx="202320" cy="2224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0DCD24E-FB6B-E73C-91E2-E0BA11D6C27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4868621" y="3332792"/>
                <a:ext cx="237960" cy="25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63739CD6-B6FA-C5FB-6264-63013EC301FC}"/>
              </a:ext>
            </a:extLst>
          </p:cNvPr>
          <p:cNvGrpSpPr/>
          <p:nvPr/>
        </p:nvGrpSpPr>
        <p:grpSpPr>
          <a:xfrm>
            <a:off x="5011901" y="2828432"/>
            <a:ext cx="406080" cy="388440"/>
            <a:chOff x="5011901" y="2828432"/>
            <a:chExt cx="406080" cy="38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9487E66-6B8A-0D21-9105-77A76068F08A}"/>
                    </a:ext>
                  </a:extLst>
                </p14:cNvPr>
                <p14:cNvContentPartPr/>
                <p14:nvPr/>
              </p14:nvContentPartPr>
              <p14:xfrm>
                <a:off x="5011901" y="2886752"/>
                <a:ext cx="26280" cy="330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9487E66-6B8A-0D21-9105-77A76068F08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994261" y="2868752"/>
                  <a:ext cx="6192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9232E7-3E1F-F0D8-ABCF-DCDB7F9C606A}"/>
                    </a:ext>
                  </a:extLst>
                </p14:cNvPr>
                <p14:cNvContentPartPr/>
                <p14:nvPr/>
              </p14:nvContentPartPr>
              <p14:xfrm>
                <a:off x="5041421" y="2870192"/>
                <a:ext cx="196560" cy="196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9232E7-3E1F-F0D8-ABCF-DCDB7F9C606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23421" y="2852552"/>
                  <a:ext cx="23220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DBED918-10CE-666F-D535-36D32894FCD6}"/>
                    </a:ext>
                  </a:extLst>
                </p14:cNvPr>
                <p14:cNvContentPartPr/>
                <p14:nvPr/>
              </p14:nvContentPartPr>
              <p14:xfrm>
                <a:off x="5076701" y="2959832"/>
                <a:ext cx="71280" cy="84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DBED918-10CE-666F-D535-36D32894FCD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058701" y="2941832"/>
                  <a:ext cx="1069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9ACAAA0-37C1-EF43-5734-720DE19B5C18}"/>
                    </a:ext>
                  </a:extLst>
                </p14:cNvPr>
                <p14:cNvContentPartPr/>
                <p14:nvPr/>
              </p14:nvContentPartPr>
              <p14:xfrm>
                <a:off x="5219621" y="2833832"/>
                <a:ext cx="129600" cy="188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9ACAAA0-37C1-EF43-5734-720DE19B5C18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201981" y="2815832"/>
                  <a:ext cx="1652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C05269D-D569-56BD-E433-0D09C50D14F9}"/>
                    </a:ext>
                  </a:extLst>
                </p14:cNvPr>
                <p14:cNvContentPartPr/>
                <p14:nvPr/>
              </p14:nvContentPartPr>
              <p14:xfrm>
                <a:off x="5199461" y="2828432"/>
                <a:ext cx="46440" cy="83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C05269D-D569-56BD-E433-0D09C50D14F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181821" y="2810432"/>
                  <a:ext cx="8208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3248200-02DD-2989-0F9F-6A865EF248CA}"/>
                    </a:ext>
                  </a:extLst>
                </p14:cNvPr>
                <p14:cNvContentPartPr/>
                <p14:nvPr/>
              </p14:nvContentPartPr>
              <p14:xfrm>
                <a:off x="5332661" y="2983592"/>
                <a:ext cx="8532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3248200-02DD-2989-0F9F-6A865EF248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314661" y="2965952"/>
                  <a:ext cx="120960" cy="81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84904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FF97A-A87A-2AA2-90E6-AD3681400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Wheatstone bridge</a:t>
            </a:r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A9EB7AC6-C31D-1B81-3E6A-81952F3687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185" y="752787"/>
            <a:ext cx="3550080" cy="2676213"/>
          </a:xfrm>
          <a:prstGeom prst="rect">
            <a:avLst/>
          </a:prstGeom>
        </p:spPr>
      </p:pic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1B292E96-A51A-350B-F482-3370774EF1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912" y="3922710"/>
            <a:ext cx="1870248" cy="1528130"/>
          </a:xfrm>
          <a:prstGeom prst="rect">
            <a:avLst/>
          </a:prstGeom>
        </p:spPr>
      </p:pic>
      <p:pic>
        <p:nvPicPr>
          <p:cNvPr id="10" name="Picture 9" descr="Text, letter&#10;&#10;Description automatically generated">
            <a:extLst>
              <a:ext uri="{FF2B5EF4-FFF2-40B4-BE49-F238E27FC236}">
                <a16:creationId xmlns:a16="http://schemas.microsoft.com/office/drawing/2014/main" id="{EADC09EC-B1E0-943E-75C9-A1BD0DBC2C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4945" y="889445"/>
            <a:ext cx="6837714" cy="461452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B4B58E7-72AC-8C25-25E7-607607F9019F}"/>
              </a:ext>
            </a:extLst>
          </p:cNvPr>
          <p:cNvSpPr/>
          <p:nvPr/>
        </p:nvSpPr>
        <p:spPr>
          <a:xfrm>
            <a:off x="9560560" y="999327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F00D14-AEA9-4892-68EF-50B3E9786445}"/>
              </a:ext>
            </a:extLst>
          </p:cNvPr>
          <p:cNvSpPr/>
          <p:nvPr/>
        </p:nvSpPr>
        <p:spPr>
          <a:xfrm>
            <a:off x="9463618" y="1732671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3A7AA2-B607-A433-1C60-6058E33074B8}"/>
              </a:ext>
            </a:extLst>
          </p:cNvPr>
          <p:cNvSpPr/>
          <p:nvPr/>
        </p:nvSpPr>
        <p:spPr>
          <a:xfrm>
            <a:off x="8214645" y="4561215"/>
            <a:ext cx="477292" cy="3498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CE9659-F86F-AAFB-6101-8F5E72950089}"/>
              </a:ext>
            </a:extLst>
          </p:cNvPr>
          <p:cNvSpPr/>
          <p:nvPr/>
        </p:nvSpPr>
        <p:spPr>
          <a:xfrm>
            <a:off x="10365537" y="2134482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E15E89-AA61-6D59-1652-3A952AFF32BB}"/>
              </a:ext>
            </a:extLst>
          </p:cNvPr>
          <p:cNvSpPr/>
          <p:nvPr/>
        </p:nvSpPr>
        <p:spPr>
          <a:xfrm>
            <a:off x="10363139" y="1427427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14F4CA-1730-F128-6E7F-0A22D196F895}"/>
              </a:ext>
            </a:extLst>
          </p:cNvPr>
          <p:cNvSpPr/>
          <p:nvPr/>
        </p:nvSpPr>
        <p:spPr>
          <a:xfrm>
            <a:off x="10343179" y="3742793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B5FF50-3B77-2813-64FC-8DA3FA16EA16}"/>
              </a:ext>
            </a:extLst>
          </p:cNvPr>
          <p:cNvSpPr/>
          <p:nvPr/>
        </p:nvSpPr>
        <p:spPr>
          <a:xfrm>
            <a:off x="10428608" y="5039103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5C6BB0-9D24-937A-0462-1AD31F75B6C6}"/>
              </a:ext>
            </a:extLst>
          </p:cNvPr>
          <p:cNvSpPr/>
          <p:nvPr/>
        </p:nvSpPr>
        <p:spPr>
          <a:xfrm>
            <a:off x="10602869" y="3094638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BD13F69-ADBE-C44D-1712-BE8C3305660A}"/>
              </a:ext>
            </a:extLst>
          </p:cNvPr>
          <p:cNvGrpSpPr/>
          <p:nvPr/>
        </p:nvGrpSpPr>
        <p:grpSpPr>
          <a:xfrm>
            <a:off x="3483701" y="3074741"/>
            <a:ext cx="399960" cy="330120"/>
            <a:chOff x="3483701" y="3074741"/>
            <a:chExt cx="399960" cy="33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E0EB967-3B77-B11A-F2F8-69501CC68B86}"/>
                    </a:ext>
                  </a:extLst>
                </p14:cNvPr>
                <p14:cNvContentPartPr/>
                <p14:nvPr/>
              </p14:nvContentPartPr>
              <p14:xfrm>
                <a:off x="3483701" y="3243221"/>
                <a:ext cx="186480" cy="161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E0EB967-3B77-B11A-F2F8-69501CC68B8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465701" y="3225581"/>
                  <a:ext cx="22212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B0ABB61-F9F1-EF0C-5901-269C2BA96905}"/>
                    </a:ext>
                  </a:extLst>
                </p14:cNvPr>
                <p14:cNvContentPartPr/>
                <p14:nvPr/>
              </p14:nvContentPartPr>
              <p14:xfrm>
                <a:off x="3715901" y="3222341"/>
                <a:ext cx="10440" cy="7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B0ABB61-F9F1-EF0C-5901-269C2BA9690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698261" y="3204701"/>
                  <a:ext cx="4608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8B11F4A-9A01-0067-F979-F18129DCF285}"/>
                    </a:ext>
                  </a:extLst>
                </p14:cNvPr>
                <p14:cNvContentPartPr/>
                <p14:nvPr/>
              </p14:nvContentPartPr>
              <p14:xfrm>
                <a:off x="3765581" y="3074741"/>
                <a:ext cx="118080" cy="152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8B11F4A-9A01-0067-F979-F18129DCF28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747941" y="3056741"/>
                  <a:ext cx="153720" cy="18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03D423CB-FBC0-F4FC-3F14-9A6C7D011009}"/>
              </a:ext>
            </a:extLst>
          </p:cNvPr>
          <p:cNvGrpSpPr/>
          <p:nvPr/>
        </p:nvGrpSpPr>
        <p:grpSpPr>
          <a:xfrm>
            <a:off x="2909861" y="3600341"/>
            <a:ext cx="1423080" cy="2550960"/>
            <a:chOff x="2909861" y="3600341"/>
            <a:chExt cx="1423080" cy="255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BD8E3DF-D3E5-76B7-6A21-7007BE0D3D90}"/>
                    </a:ext>
                  </a:extLst>
                </p14:cNvPr>
                <p14:cNvContentPartPr/>
                <p14:nvPr/>
              </p14:nvContentPartPr>
              <p14:xfrm>
                <a:off x="2985461" y="4702301"/>
                <a:ext cx="66960" cy="745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BD8E3DF-D3E5-76B7-6A21-7007BE0D3D9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967821" y="4684661"/>
                  <a:ext cx="10260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72E62C0-852F-BAD0-1168-E989E2EACB1A}"/>
                    </a:ext>
                  </a:extLst>
                </p14:cNvPr>
                <p14:cNvContentPartPr/>
                <p14:nvPr/>
              </p14:nvContentPartPr>
              <p14:xfrm>
                <a:off x="3043421" y="4414301"/>
                <a:ext cx="266400" cy="3009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72E62C0-852F-BAD0-1168-E989E2EACB1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025421" y="4396301"/>
                  <a:ext cx="30204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EFDBCC9-0BB7-5F2C-6623-65B26492CEF0}"/>
                    </a:ext>
                  </a:extLst>
                </p14:cNvPr>
                <p14:cNvContentPartPr/>
                <p14:nvPr/>
              </p14:nvContentPartPr>
              <p14:xfrm>
                <a:off x="3336821" y="4125581"/>
                <a:ext cx="202320" cy="257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EFDBCC9-0BB7-5F2C-6623-65B26492CEF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318821" y="4107581"/>
                  <a:ext cx="2379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F8A3EEF-FA3C-C6F8-B085-30EECAFEC224}"/>
                    </a:ext>
                  </a:extLst>
                </p14:cNvPr>
                <p14:cNvContentPartPr/>
                <p14:nvPr/>
              </p14:nvContentPartPr>
              <p14:xfrm>
                <a:off x="2909861" y="4827581"/>
                <a:ext cx="234000" cy="186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F8A3EEF-FA3C-C6F8-B085-30EECAFEC22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891861" y="4809581"/>
                  <a:ext cx="26964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BB3F425-E2A3-F802-6E33-87576E401A25}"/>
                    </a:ext>
                  </a:extLst>
                </p14:cNvPr>
                <p14:cNvContentPartPr/>
                <p14:nvPr/>
              </p14:nvContentPartPr>
              <p14:xfrm>
                <a:off x="3132701" y="5018381"/>
                <a:ext cx="154800" cy="145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BB3F425-E2A3-F802-6E33-87576E401A2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114701" y="5000381"/>
                  <a:ext cx="1904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04AE984-2F82-85F8-EB3C-35D7E3F4F840}"/>
                    </a:ext>
                  </a:extLst>
                </p14:cNvPr>
                <p14:cNvContentPartPr/>
                <p14:nvPr/>
              </p14:nvContentPartPr>
              <p14:xfrm>
                <a:off x="3303341" y="5179661"/>
                <a:ext cx="206640" cy="224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04AE984-2F82-85F8-EB3C-35D7E3F4F84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285701" y="5162021"/>
                  <a:ext cx="24228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04F2CED-4733-D11A-F54B-1F5A0E7F795A}"/>
                    </a:ext>
                  </a:extLst>
                </p14:cNvPr>
                <p14:cNvContentPartPr/>
                <p14:nvPr/>
              </p14:nvContentPartPr>
              <p14:xfrm>
                <a:off x="3565421" y="4112261"/>
                <a:ext cx="416880" cy="3477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04F2CED-4733-D11A-F54B-1F5A0E7F795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547781" y="4094261"/>
                  <a:ext cx="45252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3BDBBD4-6D03-A2B2-0779-DA1D64EC94A8}"/>
                    </a:ext>
                  </a:extLst>
                </p14:cNvPr>
                <p14:cNvContentPartPr/>
                <p14:nvPr/>
              </p14:nvContentPartPr>
              <p14:xfrm>
                <a:off x="3972941" y="4454261"/>
                <a:ext cx="116640" cy="129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3BDBBD4-6D03-A2B2-0779-DA1D64EC94A8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954941" y="4436621"/>
                  <a:ext cx="15228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CB8549D-C670-4441-64F1-2A4F03762254}"/>
                    </a:ext>
                  </a:extLst>
                </p14:cNvPr>
                <p14:cNvContentPartPr/>
                <p14:nvPr/>
              </p14:nvContentPartPr>
              <p14:xfrm>
                <a:off x="4090661" y="4569821"/>
                <a:ext cx="179640" cy="156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CB8549D-C670-4441-64F1-2A4F0376225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072661" y="4552181"/>
                  <a:ext cx="2152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ED031A8-7B71-372E-5A53-6F640DB0DEAE}"/>
                    </a:ext>
                  </a:extLst>
                </p14:cNvPr>
                <p14:cNvContentPartPr/>
                <p14:nvPr/>
              </p14:nvContentPartPr>
              <p14:xfrm>
                <a:off x="3515021" y="5165621"/>
                <a:ext cx="324720" cy="3214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ED031A8-7B71-372E-5A53-6F640DB0DEA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497021" y="5147981"/>
                  <a:ext cx="3603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9F132B0-372C-51FD-A493-8CA98E123D01}"/>
                    </a:ext>
                  </a:extLst>
                </p14:cNvPr>
                <p14:cNvContentPartPr/>
                <p14:nvPr/>
              </p14:nvContentPartPr>
              <p14:xfrm>
                <a:off x="3796181" y="5057621"/>
                <a:ext cx="163440" cy="154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9F132B0-372C-51FD-A493-8CA98E123D0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778181" y="5039981"/>
                  <a:ext cx="1990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A3856C-9A1F-27EE-D9BB-7151F6AF0034}"/>
                    </a:ext>
                  </a:extLst>
                </p14:cNvPr>
                <p14:cNvContentPartPr/>
                <p14:nvPr/>
              </p14:nvContentPartPr>
              <p14:xfrm>
                <a:off x="3985541" y="4709861"/>
                <a:ext cx="342720" cy="344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A3856C-9A1F-27EE-D9BB-7151F6AF003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967901" y="4691861"/>
                  <a:ext cx="37836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39E53CA-0A09-F337-B2A3-8A74157FA021}"/>
                    </a:ext>
                  </a:extLst>
                </p14:cNvPr>
                <p14:cNvContentPartPr/>
                <p14:nvPr/>
              </p14:nvContentPartPr>
              <p14:xfrm>
                <a:off x="2973221" y="4811021"/>
                <a:ext cx="337680" cy="25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39E53CA-0A09-F337-B2A3-8A74157FA02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955581" y="4793021"/>
                  <a:ext cx="3733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AA26052-7DCE-3105-90EA-2D20242D3E50}"/>
                    </a:ext>
                  </a:extLst>
                </p14:cNvPr>
                <p14:cNvContentPartPr/>
                <p14:nvPr/>
              </p14:nvContentPartPr>
              <p14:xfrm>
                <a:off x="3345821" y="4754861"/>
                <a:ext cx="70920" cy="86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AA26052-7DCE-3105-90EA-2D20242D3E5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328181" y="4737221"/>
                  <a:ext cx="10656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0497E07-89DF-3AF9-2CBE-4824A4D41CBC}"/>
                    </a:ext>
                  </a:extLst>
                </p14:cNvPr>
                <p14:cNvContentPartPr/>
                <p14:nvPr/>
              </p14:nvContentPartPr>
              <p14:xfrm>
                <a:off x="3443021" y="4512221"/>
                <a:ext cx="79560" cy="1134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0497E07-89DF-3AF9-2CBE-4824A4D41CB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425021" y="4494581"/>
                  <a:ext cx="11520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0F5D7E8-D572-55BD-FFB5-D3B747551E6B}"/>
                    </a:ext>
                  </a:extLst>
                </p14:cNvPr>
                <p14:cNvContentPartPr/>
                <p14:nvPr/>
              </p14:nvContentPartPr>
              <p14:xfrm>
                <a:off x="3635981" y="4549661"/>
                <a:ext cx="40680" cy="80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0F5D7E8-D572-55BD-FFB5-D3B747551E6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617981" y="4532021"/>
                  <a:ext cx="763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59A2F5B-64EA-A175-C492-7393A17182D0}"/>
                    </a:ext>
                  </a:extLst>
                </p14:cNvPr>
                <p14:cNvContentPartPr/>
                <p14:nvPr/>
              </p14:nvContentPartPr>
              <p14:xfrm>
                <a:off x="3768821" y="4696901"/>
                <a:ext cx="564120" cy="1094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59A2F5B-64EA-A175-C492-7393A17182D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750821" y="4678901"/>
                  <a:ext cx="599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3D3631E-6D70-F236-EA1E-627256647534}"/>
                    </a:ext>
                  </a:extLst>
                </p14:cNvPr>
                <p14:cNvContentPartPr/>
                <p14:nvPr/>
              </p14:nvContentPartPr>
              <p14:xfrm>
                <a:off x="3744701" y="4766021"/>
                <a:ext cx="53640" cy="94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3D3631E-6D70-F236-EA1E-62725664753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727061" y="4748021"/>
                  <a:ext cx="8928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035E82C-67AB-CA79-98AA-4B42DDE81543}"/>
                    </a:ext>
                  </a:extLst>
                </p14:cNvPr>
                <p14:cNvContentPartPr/>
                <p14:nvPr/>
              </p14:nvContentPartPr>
              <p14:xfrm>
                <a:off x="3530141" y="3602141"/>
                <a:ext cx="31320" cy="452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035E82C-67AB-CA79-98AA-4B42DDE8154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512141" y="3584501"/>
                  <a:ext cx="6696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4C080BA-C541-E326-9341-25A5CFDBD9B2}"/>
                    </a:ext>
                  </a:extLst>
                </p14:cNvPr>
                <p14:cNvContentPartPr/>
                <p14:nvPr/>
              </p14:nvContentPartPr>
              <p14:xfrm>
                <a:off x="3528341" y="5474501"/>
                <a:ext cx="26280" cy="5598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4C080BA-C541-E326-9341-25A5CFDBD9B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510341" y="5456501"/>
                  <a:ext cx="61920" cy="59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13E40D2-0149-B254-428A-B111FF4D15E3}"/>
                    </a:ext>
                  </a:extLst>
                </p14:cNvPr>
                <p14:cNvContentPartPr/>
                <p14:nvPr/>
              </p14:nvContentPartPr>
              <p14:xfrm>
                <a:off x="3415301" y="5994341"/>
                <a:ext cx="261000" cy="22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13E40D2-0149-B254-428A-B111FF4D15E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397301" y="5976701"/>
                  <a:ext cx="29664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417515C-FB8C-FD5E-D54D-84442DF7AC2A}"/>
                    </a:ext>
                  </a:extLst>
                </p14:cNvPr>
                <p14:cNvContentPartPr/>
                <p14:nvPr/>
              </p14:nvContentPartPr>
              <p14:xfrm>
                <a:off x="3460301" y="6043661"/>
                <a:ext cx="109800" cy="107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417515C-FB8C-FD5E-D54D-84442DF7AC2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442301" y="6025661"/>
                  <a:ext cx="145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9178CEB-5301-4932-FD9A-3FF2A9CF8023}"/>
                    </a:ext>
                  </a:extLst>
                </p14:cNvPr>
                <p14:cNvContentPartPr/>
                <p14:nvPr/>
              </p14:nvContentPartPr>
              <p14:xfrm>
                <a:off x="3578021" y="5977421"/>
                <a:ext cx="64800" cy="144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9178CEB-5301-4932-FD9A-3FF2A9CF802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560381" y="5959421"/>
                  <a:ext cx="10044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6FBA8C9-8754-5ACF-B522-9CA095FF4E67}"/>
                    </a:ext>
                  </a:extLst>
                </p14:cNvPr>
                <p14:cNvContentPartPr/>
                <p14:nvPr/>
              </p14:nvContentPartPr>
              <p14:xfrm>
                <a:off x="3301181" y="3600341"/>
                <a:ext cx="524520" cy="35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6FBA8C9-8754-5ACF-B522-9CA095FF4E6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283181" y="3582341"/>
                  <a:ext cx="5601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57ECCD-1D9F-B3BD-25ED-13304FD53F49}"/>
                    </a:ext>
                  </a:extLst>
                </p14:cNvPr>
                <p14:cNvContentPartPr/>
                <p14:nvPr/>
              </p14:nvContentPartPr>
              <p14:xfrm>
                <a:off x="3687821" y="5110901"/>
                <a:ext cx="603720" cy="291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57ECCD-1D9F-B3BD-25ED-13304FD53F4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69821" y="5093261"/>
                  <a:ext cx="6393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D0E5716-7AE6-084E-2A1F-EF5B433D47C1}"/>
                    </a:ext>
                  </a:extLst>
                </p14:cNvPr>
                <p14:cNvContentPartPr/>
                <p14:nvPr/>
              </p14:nvContentPartPr>
              <p14:xfrm>
                <a:off x="4190741" y="5041781"/>
                <a:ext cx="137160" cy="228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D0E5716-7AE6-084E-2A1F-EF5B433D47C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4173101" y="5024141"/>
                  <a:ext cx="172800" cy="264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70383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2E4BA-CDD9-8C8B-6C5C-D641968B84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Precise thermistor measurement steps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0A81C9FC-5599-D148-90D1-997ECE41C8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6461" y="2209743"/>
            <a:ext cx="6131853" cy="3286132"/>
          </a:xfrm>
          <a:prstGeom prst="rect">
            <a:avLst/>
          </a:prstGeom>
        </p:spPr>
      </p:pic>
      <p:pic>
        <p:nvPicPr>
          <p:cNvPr id="8" name="Picture 7" descr="Chart&#10;&#10;Description automatically generated with medium confidence">
            <a:extLst>
              <a:ext uri="{FF2B5EF4-FFF2-40B4-BE49-F238E27FC236}">
                <a16:creationId xmlns:a16="http://schemas.microsoft.com/office/drawing/2014/main" id="{6F627327-A072-8C2B-DBC4-5BDF7C30E3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60" y="709326"/>
            <a:ext cx="5340760" cy="1913772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008665E-726C-22A8-57A6-6BD1E09D0E64}"/>
              </a:ext>
            </a:extLst>
          </p:cNvPr>
          <p:cNvSpPr/>
          <p:nvPr/>
        </p:nvSpPr>
        <p:spPr>
          <a:xfrm>
            <a:off x="11182332" y="2284951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C574A4-6DF7-207C-A9F0-B19F522C3812}"/>
              </a:ext>
            </a:extLst>
          </p:cNvPr>
          <p:cNvSpPr/>
          <p:nvPr/>
        </p:nvSpPr>
        <p:spPr>
          <a:xfrm>
            <a:off x="11017946" y="2952524"/>
            <a:ext cx="919480" cy="33814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2126BD3-0529-E7BD-8A76-FBE77AB87DD7}"/>
              </a:ext>
            </a:extLst>
          </p:cNvPr>
          <p:cNvGrpSpPr/>
          <p:nvPr/>
        </p:nvGrpSpPr>
        <p:grpSpPr>
          <a:xfrm>
            <a:off x="7466021" y="1533221"/>
            <a:ext cx="407160" cy="403560"/>
            <a:chOff x="7466021" y="1533221"/>
            <a:chExt cx="40716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60936713-10B1-E213-9FC5-9A648EFA97C0}"/>
                    </a:ext>
                  </a:extLst>
                </p14:cNvPr>
                <p14:cNvContentPartPr/>
                <p14:nvPr/>
              </p14:nvContentPartPr>
              <p14:xfrm>
                <a:off x="7494821" y="1558421"/>
                <a:ext cx="46800" cy="343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60936713-10B1-E213-9FC5-9A648EFA97C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77181" y="1540781"/>
                  <a:ext cx="8244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53A1EAE-44F7-49F4-ADCF-A87AF14A4321}"/>
                    </a:ext>
                  </a:extLst>
                </p14:cNvPr>
                <p14:cNvContentPartPr/>
                <p14:nvPr/>
              </p14:nvContentPartPr>
              <p14:xfrm>
                <a:off x="7466021" y="1533221"/>
                <a:ext cx="218880" cy="3643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53A1EAE-44F7-49F4-ADCF-A87AF14A43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448021" y="1515221"/>
                  <a:ext cx="2545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C9D08A1-70E8-9006-53CA-C29433F0B1FE}"/>
                    </a:ext>
                  </a:extLst>
                </p14:cNvPr>
                <p14:cNvContentPartPr/>
                <p14:nvPr/>
              </p14:nvContentPartPr>
              <p14:xfrm>
                <a:off x="7711181" y="1746341"/>
                <a:ext cx="162000" cy="27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C9D08A1-70E8-9006-53CA-C29433F0B1F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693181" y="1728701"/>
                  <a:ext cx="1976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861B027-243C-ECE0-BE8C-BDE6FB56C10C}"/>
                    </a:ext>
                  </a:extLst>
                </p14:cNvPr>
                <p14:cNvContentPartPr/>
                <p14:nvPr/>
              </p14:nvContentPartPr>
              <p14:xfrm>
                <a:off x="7818101" y="1745981"/>
                <a:ext cx="19800" cy="1908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861B027-243C-ECE0-BE8C-BDE6FB56C10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800461" y="1728341"/>
                  <a:ext cx="55440" cy="22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B0C8277-78D9-DDA3-89A3-C74F4F3D55BD}"/>
              </a:ext>
            </a:extLst>
          </p:cNvPr>
          <p:cNvGrpSpPr/>
          <p:nvPr/>
        </p:nvGrpSpPr>
        <p:grpSpPr>
          <a:xfrm>
            <a:off x="8079461" y="1692341"/>
            <a:ext cx="131040" cy="114120"/>
            <a:chOff x="8079461" y="1692341"/>
            <a:chExt cx="131040" cy="11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6541CB-424E-A2DF-5B61-DA66A8F010E0}"/>
                    </a:ext>
                  </a:extLst>
                </p14:cNvPr>
                <p14:cNvContentPartPr/>
                <p14:nvPr/>
              </p14:nvContentPartPr>
              <p14:xfrm>
                <a:off x="8079461" y="1692341"/>
                <a:ext cx="95040" cy="19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6541CB-424E-A2DF-5B61-DA66A8F010E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061821" y="1674341"/>
                  <a:ext cx="13068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925EDCB-A990-AB60-8D28-FC74CB8FA276}"/>
                    </a:ext>
                  </a:extLst>
                </p14:cNvPr>
                <p14:cNvContentPartPr/>
                <p14:nvPr/>
              </p14:nvContentPartPr>
              <p14:xfrm>
                <a:off x="8133101" y="1763621"/>
                <a:ext cx="77400" cy="42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925EDCB-A990-AB60-8D28-FC74CB8FA27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115461" y="1745621"/>
                  <a:ext cx="11304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B9895E7-BCB2-2DA9-DB7A-F0C046E1029C}"/>
              </a:ext>
            </a:extLst>
          </p:cNvPr>
          <p:cNvGrpSpPr/>
          <p:nvPr/>
        </p:nvGrpSpPr>
        <p:grpSpPr>
          <a:xfrm>
            <a:off x="8397341" y="1359701"/>
            <a:ext cx="988920" cy="570960"/>
            <a:chOff x="8397341" y="1359701"/>
            <a:chExt cx="988920" cy="57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7EC4B36-C7A2-1E9D-1AC6-2FEC021E7861}"/>
                    </a:ext>
                  </a:extLst>
                </p14:cNvPr>
                <p14:cNvContentPartPr/>
                <p14:nvPr/>
              </p14:nvContentPartPr>
              <p14:xfrm>
                <a:off x="8397341" y="1585061"/>
                <a:ext cx="39240" cy="316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7EC4B36-C7A2-1E9D-1AC6-2FEC021E786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379341" y="1567421"/>
                  <a:ext cx="7488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194C9D-FA56-9843-3FB8-1907F79F4468}"/>
                    </a:ext>
                  </a:extLst>
                </p14:cNvPr>
                <p14:cNvContentPartPr/>
                <p14:nvPr/>
              </p14:nvContentPartPr>
              <p14:xfrm>
                <a:off x="8417141" y="1560941"/>
                <a:ext cx="161640" cy="211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194C9D-FA56-9843-3FB8-1907F79F446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99141" y="1542941"/>
                  <a:ext cx="1972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FBDECB2-8FDE-9794-672A-458FB272EF3E}"/>
                    </a:ext>
                  </a:extLst>
                </p14:cNvPr>
                <p14:cNvContentPartPr/>
                <p14:nvPr/>
              </p14:nvContentPartPr>
              <p14:xfrm>
                <a:off x="8694341" y="1718621"/>
                <a:ext cx="124560" cy="1015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FBDECB2-8FDE-9794-672A-458FB272EF3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76701" y="1700621"/>
                  <a:ext cx="16020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FDA8F03-6927-1D4A-4A74-6BE702A524D4}"/>
                    </a:ext>
                  </a:extLst>
                </p14:cNvPr>
                <p14:cNvContentPartPr/>
                <p14:nvPr/>
              </p14:nvContentPartPr>
              <p14:xfrm>
                <a:off x="8916821" y="1359701"/>
                <a:ext cx="293400" cy="570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FDA8F03-6927-1D4A-4A74-6BE702A524D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98821" y="1341701"/>
                  <a:ext cx="32904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B7F1592-F8F0-BCCC-7422-32606823A76E}"/>
                    </a:ext>
                  </a:extLst>
                </p14:cNvPr>
                <p14:cNvContentPartPr/>
                <p14:nvPr/>
              </p14:nvContentPartPr>
              <p14:xfrm>
                <a:off x="9166301" y="1678661"/>
                <a:ext cx="28080" cy="58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B7F1592-F8F0-BCCC-7422-32606823A76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148301" y="1661021"/>
                  <a:ext cx="637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504092F-75A2-1724-27ED-FACCEC0CCCD7}"/>
                    </a:ext>
                  </a:extLst>
                </p14:cNvPr>
                <p14:cNvContentPartPr/>
                <p14:nvPr/>
              </p14:nvContentPartPr>
              <p14:xfrm>
                <a:off x="9134621" y="1502981"/>
                <a:ext cx="251640" cy="267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504092F-75A2-1724-27ED-FACCEC0CCCD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116981" y="1485341"/>
                  <a:ext cx="28728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2171433-D7C2-587E-505F-EA6D3953C96D}"/>
              </a:ext>
            </a:extLst>
          </p:cNvPr>
          <p:cNvGrpSpPr/>
          <p:nvPr/>
        </p:nvGrpSpPr>
        <p:grpSpPr>
          <a:xfrm>
            <a:off x="9566621" y="1366901"/>
            <a:ext cx="1092960" cy="553320"/>
            <a:chOff x="9566621" y="1366901"/>
            <a:chExt cx="1092960" cy="55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399DE58-0FEE-0146-09B8-715DB99F8031}"/>
                    </a:ext>
                  </a:extLst>
                </p14:cNvPr>
                <p14:cNvContentPartPr/>
                <p14:nvPr/>
              </p14:nvContentPartPr>
              <p14:xfrm>
                <a:off x="9566621" y="1526021"/>
                <a:ext cx="49680" cy="275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399DE58-0FEE-0146-09B8-715DB99F803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48981" y="1508021"/>
                  <a:ext cx="853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6B0E8DE-0BDC-D95E-A2B3-BA1C3BC057A6}"/>
                    </a:ext>
                  </a:extLst>
                </p14:cNvPr>
                <p14:cNvContentPartPr/>
                <p14:nvPr/>
              </p14:nvContentPartPr>
              <p14:xfrm>
                <a:off x="9566981" y="1571021"/>
                <a:ext cx="138960" cy="182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6B0E8DE-0BDC-D95E-A2B3-BA1C3BC057A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549341" y="1553021"/>
                  <a:ext cx="1746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CCF5BC7-6FA3-18DF-8F1A-151049F9211E}"/>
                    </a:ext>
                  </a:extLst>
                </p14:cNvPr>
                <p14:cNvContentPartPr/>
                <p14:nvPr/>
              </p14:nvContentPartPr>
              <p14:xfrm>
                <a:off x="9572021" y="1665701"/>
                <a:ext cx="138960" cy="33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CCF5BC7-6FA3-18DF-8F1A-151049F9211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554381" y="1648061"/>
                  <a:ext cx="1746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41A2EE0-EC56-12B3-2860-499257CC5C4B}"/>
                    </a:ext>
                  </a:extLst>
                </p14:cNvPr>
                <p14:cNvContentPartPr/>
                <p14:nvPr/>
              </p14:nvContentPartPr>
              <p14:xfrm>
                <a:off x="9828341" y="1698101"/>
                <a:ext cx="10440" cy="162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41A2EE0-EC56-12B3-2860-499257CC5C4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810701" y="1680101"/>
                  <a:ext cx="4608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3552D4C-6A00-3571-B1DE-541940F0C0E8}"/>
                    </a:ext>
                  </a:extLst>
                </p14:cNvPr>
                <p14:cNvContentPartPr/>
                <p14:nvPr/>
              </p14:nvContentPartPr>
              <p14:xfrm>
                <a:off x="9930941" y="1562741"/>
                <a:ext cx="172800" cy="187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3552D4C-6A00-3571-B1DE-541940F0C0E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912941" y="1544741"/>
                  <a:ext cx="20844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5F9B2F5-ADAD-0229-B59A-ED36BAA388DB}"/>
                    </a:ext>
                  </a:extLst>
                </p14:cNvPr>
                <p14:cNvContentPartPr/>
                <p14:nvPr/>
              </p14:nvContentPartPr>
              <p14:xfrm>
                <a:off x="10045421" y="1583621"/>
                <a:ext cx="10440" cy="171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5F9B2F5-ADAD-0229-B59A-ED36BAA388D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027421" y="1565981"/>
                  <a:ext cx="4608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5B205FE-8468-80BD-7991-38ABF41ABFB5}"/>
                    </a:ext>
                  </a:extLst>
                </p14:cNvPr>
                <p14:cNvContentPartPr/>
                <p14:nvPr/>
              </p14:nvContentPartPr>
              <p14:xfrm>
                <a:off x="10183301" y="1682261"/>
                <a:ext cx="51840" cy="202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5B205FE-8468-80BD-7991-38ABF41ABFB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165661" y="1664621"/>
                  <a:ext cx="874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441A162-C9A1-74FA-D400-F6D279BB6936}"/>
                    </a:ext>
                  </a:extLst>
                </p14:cNvPr>
                <p14:cNvContentPartPr/>
                <p14:nvPr/>
              </p14:nvContentPartPr>
              <p14:xfrm>
                <a:off x="10026701" y="1576061"/>
                <a:ext cx="24120" cy="236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441A162-C9A1-74FA-D400-F6D279BB693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08701" y="1558061"/>
                  <a:ext cx="597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608CD7-D40E-0338-8857-516C3D386934}"/>
                    </a:ext>
                  </a:extLst>
                </p14:cNvPr>
                <p14:cNvContentPartPr/>
                <p14:nvPr/>
              </p14:nvContentPartPr>
              <p14:xfrm>
                <a:off x="10031381" y="1545101"/>
                <a:ext cx="97200" cy="259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608CD7-D40E-0338-8857-516C3D38693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013741" y="1527461"/>
                  <a:ext cx="1328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46E8EFE-E4E7-50BB-D647-7906B6E77073}"/>
                    </a:ext>
                  </a:extLst>
                </p14:cNvPr>
                <p14:cNvContentPartPr/>
                <p14:nvPr/>
              </p14:nvContentPartPr>
              <p14:xfrm>
                <a:off x="10330541" y="1568861"/>
                <a:ext cx="258480" cy="158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46E8EFE-E4E7-50BB-D647-7906B6E7707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12541" y="1550861"/>
                  <a:ext cx="2941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1F691D4-BE0C-3F6B-6663-98E4409720A9}"/>
                    </a:ext>
                  </a:extLst>
                </p14:cNvPr>
                <p14:cNvContentPartPr/>
                <p14:nvPr/>
              </p14:nvContentPartPr>
              <p14:xfrm>
                <a:off x="10535741" y="1366901"/>
                <a:ext cx="123840" cy="553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1F691D4-BE0C-3F6B-6663-98E4409720A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18101" y="1348901"/>
                  <a:ext cx="159480" cy="588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9077014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37876-3862-46E8-E98D-6880CBD4B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</a:t>
            </a:r>
          </a:p>
        </p:txBody>
      </p:sp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BE1135C5-0DF4-8B58-233F-2BA6AC3D1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453" y="2227982"/>
            <a:ext cx="5619791" cy="3295674"/>
          </a:xfrm>
          <a:prstGeom prst="rect">
            <a:avLst/>
          </a:prstGeom>
        </p:spPr>
      </p:pic>
      <p:pic>
        <p:nvPicPr>
          <p:cNvPr id="12" name="Picture 11" descr="Logo&#10;&#10;Description automatically generated with low confidence">
            <a:extLst>
              <a:ext uri="{FF2B5EF4-FFF2-40B4-BE49-F238E27FC236}">
                <a16:creationId xmlns:a16="http://schemas.microsoft.com/office/drawing/2014/main" id="{B4B3E789-A283-76D8-99C9-C779BA770D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5344" y="2307660"/>
            <a:ext cx="1155607" cy="376546"/>
          </a:xfrm>
          <a:prstGeom prst="rect">
            <a:avLst/>
          </a:prstGeom>
        </p:spPr>
      </p:pic>
      <p:pic>
        <p:nvPicPr>
          <p:cNvPr id="14" name="Picture 13" descr="A picture containing icon&#10;&#10;Description automatically generated">
            <a:extLst>
              <a:ext uri="{FF2B5EF4-FFF2-40B4-BE49-F238E27FC236}">
                <a16:creationId xmlns:a16="http://schemas.microsoft.com/office/drawing/2014/main" id="{089C9ED0-C5EE-E01E-567F-97FC6E1D4C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5756" y="429988"/>
            <a:ext cx="2380488" cy="809055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1302010-C475-0731-2EF5-547244E9140A}"/>
              </a:ext>
            </a:extLst>
          </p:cNvPr>
          <p:cNvGrpSpPr/>
          <p:nvPr/>
        </p:nvGrpSpPr>
        <p:grpSpPr>
          <a:xfrm>
            <a:off x="964781" y="1843901"/>
            <a:ext cx="692640" cy="1929600"/>
            <a:chOff x="964781" y="1843901"/>
            <a:chExt cx="692640" cy="19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E136AFC-971D-7F03-AB78-AE2E5B50910C}"/>
                    </a:ext>
                  </a:extLst>
                </p14:cNvPr>
                <p14:cNvContentPartPr/>
                <p14:nvPr/>
              </p14:nvContentPartPr>
              <p14:xfrm>
                <a:off x="964781" y="3629141"/>
                <a:ext cx="162000" cy="144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E136AFC-971D-7F03-AB78-AE2E5B50910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46781" y="3611141"/>
                  <a:ext cx="1976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BCCC9FD-10C4-7141-B5EC-177650E80A23}"/>
                    </a:ext>
                  </a:extLst>
                </p14:cNvPr>
                <p14:cNvContentPartPr/>
                <p14:nvPr/>
              </p14:nvContentPartPr>
              <p14:xfrm>
                <a:off x="1017701" y="3432941"/>
                <a:ext cx="244440" cy="167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BCCC9FD-10C4-7141-B5EC-177650E80A2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99701" y="3414941"/>
                  <a:ext cx="2800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0083133-658E-87AB-8F56-7A9D45E632E0}"/>
                    </a:ext>
                  </a:extLst>
                </p14:cNvPr>
                <p14:cNvContentPartPr/>
                <p14:nvPr/>
              </p14:nvContentPartPr>
              <p14:xfrm>
                <a:off x="1189781" y="3245381"/>
                <a:ext cx="94320" cy="1252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0083133-658E-87AB-8F56-7A9D45E632E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71781" y="3227741"/>
                  <a:ext cx="1299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6682BD4-7CEA-94E6-C8C6-960FC72BB400}"/>
                    </a:ext>
                  </a:extLst>
                </p14:cNvPr>
                <p14:cNvContentPartPr/>
                <p14:nvPr/>
              </p14:nvContentPartPr>
              <p14:xfrm>
                <a:off x="1257821" y="3146381"/>
                <a:ext cx="124200" cy="982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6682BD4-7CEA-94E6-C8C6-960FC72BB40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239821" y="3128381"/>
                  <a:ext cx="159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6960F68-B548-EAF0-A173-C3B05919C1EC}"/>
                    </a:ext>
                  </a:extLst>
                </p14:cNvPr>
                <p14:cNvContentPartPr/>
                <p14:nvPr/>
              </p14:nvContentPartPr>
              <p14:xfrm>
                <a:off x="1353581" y="2804021"/>
                <a:ext cx="214200" cy="351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6960F68-B548-EAF0-A173-C3B05919C1E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335941" y="2786021"/>
                  <a:ext cx="24984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CBAE22-ED52-5742-E7EA-1D520C2109CC}"/>
                    </a:ext>
                  </a:extLst>
                </p14:cNvPr>
                <p14:cNvContentPartPr/>
                <p14:nvPr/>
              </p14:nvContentPartPr>
              <p14:xfrm>
                <a:off x="1468421" y="2571461"/>
                <a:ext cx="189000" cy="184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CBAE22-ED52-5742-E7EA-1D520C2109C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450421" y="2553461"/>
                  <a:ext cx="2246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4029F88-7FB6-0B8A-B1E5-E96C569E3B3C}"/>
                    </a:ext>
                  </a:extLst>
                </p14:cNvPr>
                <p14:cNvContentPartPr/>
                <p14:nvPr/>
              </p14:nvContentPartPr>
              <p14:xfrm>
                <a:off x="1385981" y="1887821"/>
                <a:ext cx="214200" cy="782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4029F88-7FB6-0B8A-B1E5-E96C569E3B3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367981" y="1869821"/>
                  <a:ext cx="24984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662DBC4-0ACF-29A6-0910-4EE16ECF4442}"/>
                    </a:ext>
                  </a:extLst>
                </p14:cNvPr>
                <p14:cNvContentPartPr/>
                <p14:nvPr/>
              </p14:nvContentPartPr>
              <p14:xfrm>
                <a:off x="1326581" y="1843901"/>
                <a:ext cx="134640" cy="1976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662DBC4-0ACF-29A6-0910-4EE16ECF444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308941" y="1825901"/>
                  <a:ext cx="170280" cy="23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59FC36E-8EAD-A4BB-A304-48D90B825D45}"/>
              </a:ext>
            </a:extLst>
          </p:cNvPr>
          <p:cNvGrpSpPr/>
          <p:nvPr/>
        </p:nvGrpSpPr>
        <p:grpSpPr>
          <a:xfrm>
            <a:off x="7834661" y="3236021"/>
            <a:ext cx="2733120" cy="1171080"/>
            <a:chOff x="7834661" y="3236021"/>
            <a:chExt cx="2733120" cy="117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4741C0E-4C28-BE75-7A19-BF7515706F5A}"/>
                    </a:ext>
                  </a:extLst>
                </p14:cNvPr>
                <p14:cNvContentPartPr/>
                <p14:nvPr/>
              </p14:nvContentPartPr>
              <p14:xfrm>
                <a:off x="8433341" y="3442301"/>
                <a:ext cx="70200" cy="374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4741C0E-4C28-BE75-7A19-BF7515706F5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15701" y="3424661"/>
                  <a:ext cx="1058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653D3F6-C57E-AA1A-6B3A-919D9124D5D8}"/>
                    </a:ext>
                  </a:extLst>
                </p14:cNvPr>
                <p14:cNvContentPartPr/>
                <p14:nvPr/>
              </p14:nvContentPartPr>
              <p14:xfrm>
                <a:off x="8456741" y="3489821"/>
                <a:ext cx="161280" cy="244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653D3F6-C57E-AA1A-6B3A-919D9124D5D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39101" y="3472181"/>
                  <a:ext cx="19692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A7B5A55-1532-555F-BD8A-6ABDD4A1894E}"/>
                    </a:ext>
                  </a:extLst>
                </p14:cNvPr>
                <p14:cNvContentPartPr/>
                <p14:nvPr/>
              </p14:nvContentPartPr>
              <p14:xfrm>
                <a:off x="8440541" y="3750821"/>
                <a:ext cx="99360" cy="50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A7B5A55-1532-555F-BD8A-6ABDD4A1894E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22541" y="3732821"/>
                  <a:ext cx="1350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AC5F887-E34C-46FE-87EE-F03E29EB1AA2}"/>
                    </a:ext>
                  </a:extLst>
                </p14:cNvPr>
                <p14:cNvContentPartPr/>
                <p14:nvPr/>
              </p14:nvContentPartPr>
              <p14:xfrm>
                <a:off x="8828621" y="3504221"/>
                <a:ext cx="69840" cy="2059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AC5F887-E34C-46FE-87EE-F03E29EB1AA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810621" y="3486221"/>
                  <a:ext cx="1054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165B0D7-1AF6-6052-DAFF-073BE347FD06}"/>
                    </a:ext>
                  </a:extLst>
                </p14:cNvPr>
                <p14:cNvContentPartPr/>
                <p14:nvPr/>
              </p14:nvContentPartPr>
              <p14:xfrm>
                <a:off x="8975141" y="3514301"/>
                <a:ext cx="47160" cy="120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165B0D7-1AF6-6052-DAFF-073BE347FD0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957141" y="3496301"/>
                  <a:ext cx="828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75BC8F1-B27E-C980-4E15-4648EA114757}"/>
                    </a:ext>
                  </a:extLst>
                </p14:cNvPr>
                <p14:cNvContentPartPr/>
                <p14:nvPr/>
              </p14:nvContentPartPr>
              <p14:xfrm>
                <a:off x="9048941" y="3502061"/>
                <a:ext cx="90360" cy="113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75BC8F1-B27E-C980-4E15-4648EA114757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030941" y="3484061"/>
                  <a:ext cx="1260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B9414B7-F0C5-A8AA-2419-C7150B0C58BD}"/>
                    </a:ext>
                  </a:extLst>
                </p14:cNvPr>
                <p14:cNvContentPartPr/>
                <p14:nvPr/>
              </p14:nvContentPartPr>
              <p14:xfrm>
                <a:off x="9032021" y="3584501"/>
                <a:ext cx="76320" cy="673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B9414B7-F0C5-A8AA-2419-C7150B0C58B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14381" y="3566861"/>
                  <a:ext cx="11196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C1C85A9-85F1-041B-4D22-81D330279FD0}"/>
                    </a:ext>
                  </a:extLst>
                </p14:cNvPr>
                <p14:cNvContentPartPr/>
                <p14:nvPr/>
              </p14:nvContentPartPr>
              <p14:xfrm>
                <a:off x="9196901" y="3446261"/>
                <a:ext cx="86400" cy="160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C1C85A9-85F1-041B-4D22-81D330279FD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179261" y="3428621"/>
                  <a:ext cx="1220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07B444F-5F29-6FD1-2EC2-45978DAD8715}"/>
                    </a:ext>
                  </a:extLst>
                </p14:cNvPr>
                <p14:cNvContentPartPr/>
                <p14:nvPr/>
              </p14:nvContentPartPr>
              <p14:xfrm>
                <a:off x="9324341" y="3455981"/>
                <a:ext cx="71280" cy="1191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07B444F-5F29-6FD1-2EC2-45978DAD871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306701" y="3438341"/>
                  <a:ext cx="10692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396C19-5A16-A912-8CA1-B7FDC6EAEF13}"/>
                    </a:ext>
                  </a:extLst>
                </p14:cNvPr>
                <p14:cNvContentPartPr/>
                <p14:nvPr/>
              </p14:nvContentPartPr>
              <p14:xfrm>
                <a:off x="9462221" y="3410621"/>
                <a:ext cx="92160" cy="123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396C19-5A16-A912-8CA1-B7FDC6EAEF1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444581" y="3392981"/>
                  <a:ext cx="127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92D5946-F182-F035-FDB7-EAFE12589A87}"/>
                    </a:ext>
                  </a:extLst>
                </p14:cNvPr>
                <p14:cNvContentPartPr/>
                <p14:nvPr/>
              </p14:nvContentPartPr>
              <p14:xfrm>
                <a:off x="9683981" y="3398021"/>
                <a:ext cx="133920" cy="129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92D5946-F182-F035-FDB7-EAFE12589A8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666341" y="3380381"/>
                  <a:ext cx="1695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E2F7FD4-CB62-609C-3955-A56F9AA975C8}"/>
                    </a:ext>
                  </a:extLst>
                </p14:cNvPr>
                <p14:cNvContentPartPr/>
                <p14:nvPr/>
              </p14:nvContentPartPr>
              <p14:xfrm>
                <a:off x="9840941" y="3236021"/>
                <a:ext cx="105840" cy="190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E2F7FD4-CB62-609C-3955-A56F9AA975C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822941" y="3218381"/>
                  <a:ext cx="14148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746D118-AC85-1B64-6612-514F4041C325}"/>
                    </a:ext>
                  </a:extLst>
                </p14:cNvPr>
                <p14:cNvContentPartPr/>
                <p14:nvPr/>
              </p14:nvContentPartPr>
              <p14:xfrm>
                <a:off x="9845261" y="3283901"/>
                <a:ext cx="216720" cy="92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746D118-AC85-1B64-6612-514F4041C32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827621" y="3266261"/>
                  <a:ext cx="2523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0A17BCE-2F90-A9EC-75E8-1C2F3E748E52}"/>
                    </a:ext>
                  </a:extLst>
                </p14:cNvPr>
                <p14:cNvContentPartPr/>
                <p14:nvPr/>
              </p14:nvContentPartPr>
              <p14:xfrm>
                <a:off x="8274581" y="3506741"/>
                <a:ext cx="2293200" cy="531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0A17BCE-2F90-A9EC-75E8-1C2F3E748E52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8256941" y="3489101"/>
                  <a:ext cx="232884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7F26613-C8A1-B38B-272F-365ECB78B118}"/>
                    </a:ext>
                  </a:extLst>
                </p14:cNvPr>
                <p14:cNvContentPartPr/>
                <p14:nvPr/>
              </p14:nvContentPartPr>
              <p14:xfrm>
                <a:off x="8831141" y="4089221"/>
                <a:ext cx="30240" cy="3178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7F26613-C8A1-B38B-272F-365ECB78B11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813141" y="4071581"/>
                  <a:ext cx="6588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BFA26DC-C333-6C56-3C3E-4976874C34D4}"/>
                    </a:ext>
                  </a:extLst>
                </p14:cNvPr>
                <p14:cNvContentPartPr/>
                <p14:nvPr/>
              </p14:nvContentPartPr>
              <p14:xfrm>
                <a:off x="8833301" y="4060781"/>
                <a:ext cx="220320" cy="3034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BFA26DC-C333-6C56-3C3E-4976874C34D4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815661" y="4042781"/>
                  <a:ext cx="25596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5CAF0E6-6297-F29C-033E-36F89B25BB63}"/>
                    </a:ext>
                  </a:extLst>
                </p14:cNvPr>
                <p14:cNvContentPartPr/>
                <p14:nvPr/>
              </p14:nvContentPartPr>
              <p14:xfrm>
                <a:off x="9172061" y="4037021"/>
                <a:ext cx="189000" cy="159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5CAF0E6-6297-F29C-033E-36F89B25BB6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9154061" y="4019021"/>
                  <a:ext cx="2246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C41A44A-38B7-9A08-345A-986FA47C5FA9}"/>
                    </a:ext>
                  </a:extLst>
                </p14:cNvPr>
                <p14:cNvContentPartPr/>
                <p14:nvPr/>
              </p14:nvContentPartPr>
              <p14:xfrm>
                <a:off x="9317501" y="3953861"/>
                <a:ext cx="33120" cy="288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C41A44A-38B7-9A08-345A-986FA47C5FA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9299861" y="3936221"/>
                  <a:ext cx="687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97066EA-AF24-1EE2-8D51-24F0D00ABA44}"/>
                    </a:ext>
                  </a:extLst>
                </p14:cNvPr>
                <p14:cNvContentPartPr/>
                <p14:nvPr/>
              </p14:nvContentPartPr>
              <p14:xfrm>
                <a:off x="9456821" y="3986981"/>
                <a:ext cx="241560" cy="178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97066EA-AF24-1EE2-8D51-24F0D00ABA44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438821" y="3968981"/>
                  <a:ext cx="2772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7F72929-DFD7-BA01-A304-926F7AC8ABBC}"/>
                    </a:ext>
                  </a:extLst>
                </p14:cNvPr>
                <p14:cNvContentPartPr/>
                <p14:nvPr/>
              </p14:nvContentPartPr>
              <p14:xfrm>
                <a:off x="9647981" y="3894461"/>
                <a:ext cx="48240" cy="119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7F72929-DFD7-BA01-A304-926F7AC8ABB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629981" y="3876821"/>
                  <a:ext cx="83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635AD6-ECFB-0001-429B-31DB6B3044B3}"/>
                    </a:ext>
                  </a:extLst>
                </p14:cNvPr>
                <p14:cNvContentPartPr/>
                <p14:nvPr/>
              </p14:nvContentPartPr>
              <p14:xfrm>
                <a:off x="9710621" y="3946661"/>
                <a:ext cx="156600" cy="196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635AD6-ECFB-0001-429B-31DB6B3044B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9692621" y="3928661"/>
                  <a:ext cx="19224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9301C01-9DBA-3C7B-C065-242E206E0C88}"/>
                    </a:ext>
                  </a:extLst>
                </p14:cNvPr>
                <p14:cNvContentPartPr/>
                <p14:nvPr/>
              </p14:nvContentPartPr>
              <p14:xfrm>
                <a:off x="9862541" y="3824981"/>
                <a:ext cx="179640" cy="2113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9301C01-9DBA-3C7B-C065-242E206E0C8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9844541" y="3806981"/>
                  <a:ext cx="21528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32D46A-45C6-0E6D-9DEB-77FEF2D4E085}"/>
                    </a:ext>
                  </a:extLst>
                </p14:cNvPr>
                <p14:cNvContentPartPr/>
                <p14:nvPr/>
              </p14:nvContentPartPr>
              <p14:xfrm>
                <a:off x="7834661" y="4053221"/>
                <a:ext cx="149400" cy="63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32D46A-45C6-0E6D-9DEB-77FEF2D4E08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817021" y="4035221"/>
                  <a:ext cx="185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90C7DB4-B16B-8BBD-8354-EE86B174A9DF}"/>
                    </a:ext>
                  </a:extLst>
                </p14:cNvPr>
                <p14:cNvContentPartPr/>
                <p14:nvPr/>
              </p14:nvContentPartPr>
              <p14:xfrm>
                <a:off x="7937981" y="4082381"/>
                <a:ext cx="102600" cy="842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90C7DB4-B16B-8BBD-8354-EE86B174A9D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919981" y="4064741"/>
                  <a:ext cx="138240" cy="119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7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EA6E8DA-AD03-B8CD-F0C6-514863BC56DE}"/>
                  </a:ext>
                </a:extLst>
              </p14:cNvPr>
              <p14:cNvContentPartPr/>
              <p14:nvPr/>
            </p14:nvContentPartPr>
            <p14:xfrm>
              <a:off x="7211141" y="4229981"/>
              <a:ext cx="163440" cy="2847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EA6E8DA-AD03-B8CD-F0C6-514863BC56DE}"/>
                  </a:ext>
                </a:extLst>
              </p:cNvPr>
              <p:cNvPicPr/>
              <p:nvPr/>
            </p:nvPicPr>
            <p:blipFill>
              <a:blip r:embed="rId88"/>
              <a:stretch>
                <a:fillRect/>
              </a:stretch>
            </p:blipFill>
            <p:spPr>
              <a:xfrm>
                <a:off x="7193141" y="4212341"/>
                <a:ext cx="199080" cy="32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39201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21978-B596-76F3-1D1B-19F6DC95C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build our temperature sensor circuit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B3F926-C455-594A-D55E-FDD498B57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B3240D1B-3DA2-DEBA-0928-26BE3423C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5643"/>
            <a:ext cx="12192000" cy="4646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645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64CF6-CCCA-4477-177D-8CF72ACB3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 is needed to create this circuit?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E2959-B44F-E798-1A7B-829A94A55C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close up of a diagram&#10;&#10;Description automatically generated with medium confidence">
            <a:extLst>
              <a:ext uri="{FF2B5EF4-FFF2-40B4-BE49-F238E27FC236}">
                <a16:creationId xmlns:a16="http://schemas.microsoft.com/office/drawing/2014/main" id="{D05BC472-DFEE-5833-84DD-73FD3FF41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170" y="1350449"/>
            <a:ext cx="6294344" cy="3595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590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4844B-98C3-348A-9B1D-045B4E2F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board setup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E658A-0E9E-0BB8-130B-4DF2680A14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Close-up of a circuit board and a diagram&#10;&#10;Description automatically generated">
            <a:extLst>
              <a:ext uri="{FF2B5EF4-FFF2-40B4-BE49-F238E27FC236}">
                <a16:creationId xmlns:a16="http://schemas.microsoft.com/office/drawing/2014/main" id="{EEC69ECB-C04A-99B4-74D6-E4FEAC348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125" y="1235075"/>
            <a:ext cx="7143750" cy="438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735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FA321-1CDC-60A6-F60E-90552D6B5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 circuit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392D6-DB24-4F19-7441-FA4033015B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6484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B287-21C7-E3DC-EAC5-B92556130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Arduino sketch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3E2C2-81D3-C552-6FBF-BCA1B12149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5E3A5F2D-50CE-A59F-BC38-B411A429B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156" y="442037"/>
            <a:ext cx="9644120" cy="641596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1B4A944-BE79-3EE5-D019-9C94ED53FB46}"/>
                  </a:ext>
                </a:extLst>
              </p14:cNvPr>
              <p14:cNvContentPartPr/>
              <p14:nvPr/>
            </p14:nvContentPartPr>
            <p14:xfrm>
              <a:off x="1423421" y="1511261"/>
              <a:ext cx="243720" cy="303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1B4A944-BE79-3EE5-D019-9C94ED53FB4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05421" y="1493261"/>
                <a:ext cx="279360" cy="339120"/>
              </a:xfrm>
              <a:prstGeom prst="rect">
                <a:avLst/>
              </a:prstGeom>
            </p:spPr>
          </p:pic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5D50697D-740B-548A-10A4-9703E9632781}"/>
              </a:ext>
            </a:extLst>
          </p:cNvPr>
          <p:cNvGrpSpPr/>
          <p:nvPr/>
        </p:nvGrpSpPr>
        <p:grpSpPr>
          <a:xfrm>
            <a:off x="1486781" y="4750901"/>
            <a:ext cx="460440" cy="161280"/>
            <a:chOff x="1486781" y="4750901"/>
            <a:chExt cx="460440" cy="161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EB18AA7-2A2E-6A72-6E90-A8EA32ADBB8A}"/>
                    </a:ext>
                  </a:extLst>
                </p14:cNvPr>
                <p14:cNvContentPartPr/>
                <p14:nvPr/>
              </p14:nvContentPartPr>
              <p14:xfrm>
                <a:off x="1486781" y="4784021"/>
                <a:ext cx="399240" cy="71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EB18AA7-2A2E-6A72-6E90-A8EA32ADBB8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468781" y="4766381"/>
                  <a:ext cx="43488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7428FC6-1D73-7ECE-9961-C24831D18A79}"/>
                    </a:ext>
                  </a:extLst>
                </p14:cNvPr>
                <p14:cNvContentPartPr/>
                <p14:nvPr/>
              </p14:nvContentPartPr>
              <p14:xfrm>
                <a:off x="1826621" y="4750901"/>
                <a:ext cx="120600" cy="1612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7428FC6-1D73-7ECE-9961-C24831D18A7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808621" y="4732901"/>
                  <a:ext cx="156240" cy="19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BE517E6-D0E2-CE46-6369-5859A542F3C2}"/>
              </a:ext>
            </a:extLst>
          </p:cNvPr>
          <p:cNvGrpSpPr/>
          <p:nvPr/>
        </p:nvGrpSpPr>
        <p:grpSpPr>
          <a:xfrm>
            <a:off x="3473621" y="1196981"/>
            <a:ext cx="1189080" cy="1787400"/>
            <a:chOff x="3473621" y="1196981"/>
            <a:chExt cx="1189080" cy="178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AC230BF-AC13-4C95-E7E3-911045BFFFD5}"/>
                    </a:ext>
                  </a:extLst>
                </p14:cNvPr>
                <p14:cNvContentPartPr/>
                <p14:nvPr/>
              </p14:nvContentPartPr>
              <p14:xfrm>
                <a:off x="3490901" y="1196981"/>
                <a:ext cx="228600" cy="1147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AC230BF-AC13-4C95-E7E3-911045BFFFD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473261" y="1179341"/>
                  <a:ext cx="264240" cy="11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703272D-C4FF-6CD2-7414-0B756A8A31F3}"/>
                    </a:ext>
                  </a:extLst>
                </p14:cNvPr>
                <p14:cNvContentPartPr/>
                <p14:nvPr/>
              </p14:nvContentPartPr>
              <p14:xfrm>
                <a:off x="3473621" y="2262941"/>
                <a:ext cx="171360" cy="687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703272D-C4FF-6CD2-7414-0B756A8A31F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455621" y="2244941"/>
                  <a:ext cx="2070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2F08D7-98AA-5065-091A-1E2A7D3AC7DB}"/>
                    </a:ext>
                  </a:extLst>
                </p14:cNvPr>
                <p14:cNvContentPartPr/>
                <p14:nvPr/>
              </p14:nvContentPartPr>
              <p14:xfrm>
                <a:off x="3867461" y="1862261"/>
                <a:ext cx="97920" cy="152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2F08D7-98AA-5065-091A-1E2A7D3AC7DB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849821" y="1844261"/>
                  <a:ext cx="1335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EFE34D5-450C-3BB8-8674-A6A12C1673AA}"/>
                    </a:ext>
                  </a:extLst>
                </p14:cNvPr>
                <p14:cNvContentPartPr/>
                <p14:nvPr/>
              </p14:nvContentPartPr>
              <p14:xfrm>
                <a:off x="4039901" y="1897541"/>
                <a:ext cx="100800" cy="96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EFE34D5-450C-3BB8-8674-A6A12C1673A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021901" y="1879541"/>
                  <a:ext cx="1364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1F4677F-8E88-DDC5-4D54-05800F5E3FF7}"/>
                    </a:ext>
                  </a:extLst>
                </p14:cNvPr>
                <p14:cNvContentPartPr/>
                <p14:nvPr/>
              </p14:nvContentPartPr>
              <p14:xfrm>
                <a:off x="4139981" y="1828061"/>
                <a:ext cx="59040" cy="76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1F4677F-8E88-DDC5-4D54-05800F5E3FF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22341" y="1810061"/>
                  <a:ext cx="946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08D983F-03AC-8CF2-ECBD-E1222D5DC92C}"/>
                    </a:ext>
                  </a:extLst>
                </p14:cNvPr>
                <p14:cNvContentPartPr/>
                <p14:nvPr/>
              </p14:nvContentPartPr>
              <p14:xfrm>
                <a:off x="3507461" y="2401181"/>
                <a:ext cx="143640" cy="58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08D983F-03AC-8CF2-ECBD-E1222D5DC92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489821" y="2383181"/>
                  <a:ext cx="1792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1FA4005-E790-213A-7BC5-156645BCA7F4}"/>
                    </a:ext>
                  </a:extLst>
                </p14:cNvPr>
                <p14:cNvContentPartPr/>
                <p14:nvPr/>
              </p14:nvContentPartPr>
              <p14:xfrm>
                <a:off x="3686021" y="2474261"/>
                <a:ext cx="3960" cy="1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1FA4005-E790-213A-7BC5-156645BCA7F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668021" y="2456621"/>
                  <a:ext cx="39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1518BB8-C562-E44C-764D-09D437557BAA}"/>
                    </a:ext>
                  </a:extLst>
                </p14:cNvPr>
                <p14:cNvContentPartPr/>
                <p14:nvPr/>
              </p14:nvContentPartPr>
              <p14:xfrm>
                <a:off x="3640661" y="2440061"/>
                <a:ext cx="34560" cy="544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1518BB8-C562-E44C-764D-09D437557BA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3622661" y="2422061"/>
                  <a:ext cx="702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476EEEA-6393-938A-1AC4-A59566C26B84}"/>
                    </a:ext>
                  </a:extLst>
                </p14:cNvPr>
                <p14:cNvContentPartPr/>
                <p14:nvPr/>
              </p14:nvContentPartPr>
              <p14:xfrm>
                <a:off x="3482261" y="2948021"/>
                <a:ext cx="168840" cy="15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476EEEA-6393-938A-1AC4-A59566C26B8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3464261" y="2930021"/>
                  <a:ext cx="20448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E89E7C0-5348-D291-036C-72C833C58B71}"/>
                    </a:ext>
                  </a:extLst>
                </p14:cNvPr>
                <p14:cNvContentPartPr/>
                <p14:nvPr/>
              </p14:nvContentPartPr>
              <p14:xfrm>
                <a:off x="4014701" y="2512061"/>
                <a:ext cx="91800" cy="164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E89E7C0-5348-D291-036C-72C833C58B7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996701" y="2494061"/>
                  <a:ext cx="127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C0A6930-B5FF-0599-1E5B-87D880385632}"/>
                    </a:ext>
                  </a:extLst>
                </p14:cNvPr>
                <p14:cNvContentPartPr/>
                <p14:nvPr/>
              </p14:nvContentPartPr>
              <p14:xfrm>
                <a:off x="4153301" y="2484701"/>
                <a:ext cx="91800" cy="8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C0A6930-B5FF-0599-1E5B-87D88038563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35661" y="2467061"/>
                  <a:ext cx="1274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2B1D77C-4B92-35E5-F364-A161BF9FBD18}"/>
                    </a:ext>
                  </a:extLst>
                </p14:cNvPr>
                <p14:cNvContentPartPr/>
                <p14:nvPr/>
              </p14:nvContentPartPr>
              <p14:xfrm>
                <a:off x="4257341" y="2356901"/>
                <a:ext cx="96120" cy="169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2B1D77C-4B92-35E5-F364-A161BF9FBD1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239341" y="2339261"/>
                  <a:ext cx="1317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E99C6D5-7369-9A3B-D6D0-92E20FD7C377}"/>
                    </a:ext>
                  </a:extLst>
                </p14:cNvPr>
                <p14:cNvContentPartPr/>
                <p14:nvPr/>
              </p14:nvContentPartPr>
              <p14:xfrm>
                <a:off x="4297661" y="2428181"/>
                <a:ext cx="43920" cy="28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E99C6D5-7369-9A3B-D6D0-92E20FD7C37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280021" y="2410181"/>
                  <a:ext cx="79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BBED30E-3FEF-E2C1-8D5A-CD990521311D}"/>
                    </a:ext>
                  </a:extLst>
                </p14:cNvPr>
                <p14:cNvContentPartPr/>
                <p14:nvPr/>
              </p14:nvContentPartPr>
              <p14:xfrm>
                <a:off x="4391261" y="2338541"/>
                <a:ext cx="140400" cy="112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BBED30E-3FEF-E2C1-8D5A-CD990521311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373261" y="2320901"/>
                  <a:ext cx="1760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F9746EC-8FAB-3FDD-5CD1-987A3DDBD497}"/>
                    </a:ext>
                  </a:extLst>
                </p14:cNvPr>
                <p14:cNvContentPartPr/>
                <p14:nvPr/>
              </p14:nvContentPartPr>
              <p14:xfrm>
                <a:off x="4594661" y="2245301"/>
                <a:ext cx="68040" cy="138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F9746EC-8FAB-3FDD-5CD1-987A3DDBD49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576661" y="2227301"/>
                  <a:ext cx="10368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B3E46AF-0D01-4024-D319-975FBE6F2D4A}"/>
                    </a:ext>
                  </a:extLst>
                </p14:cNvPr>
                <p14:cNvContentPartPr/>
                <p14:nvPr/>
              </p14:nvContentPartPr>
              <p14:xfrm>
                <a:off x="4574861" y="2194901"/>
                <a:ext cx="81000" cy="957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B3E46AF-0D01-4024-D319-975FBE6F2D4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556861" y="2177261"/>
                  <a:ext cx="11664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6FE1A68-3B79-A83D-CFF0-F74DE042D47F}"/>
              </a:ext>
            </a:extLst>
          </p:cNvPr>
          <p:cNvGrpSpPr/>
          <p:nvPr/>
        </p:nvGrpSpPr>
        <p:grpSpPr>
          <a:xfrm>
            <a:off x="6986861" y="3331781"/>
            <a:ext cx="264600" cy="2508480"/>
            <a:chOff x="6986861" y="3331781"/>
            <a:chExt cx="264600" cy="250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C58C7B8-1E54-9E69-C86F-29445DE9F0BE}"/>
                    </a:ext>
                  </a:extLst>
                </p14:cNvPr>
                <p14:cNvContentPartPr/>
                <p14:nvPr/>
              </p14:nvContentPartPr>
              <p14:xfrm>
                <a:off x="7009181" y="3331781"/>
                <a:ext cx="210240" cy="42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C58C7B8-1E54-9E69-C86F-29445DE9F0B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991181" y="3314141"/>
                  <a:ext cx="2458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1376197-F257-461D-CD34-66CC8A4E3E5A}"/>
                    </a:ext>
                  </a:extLst>
                </p14:cNvPr>
                <p14:cNvContentPartPr/>
                <p14:nvPr/>
              </p14:nvContentPartPr>
              <p14:xfrm>
                <a:off x="7191701" y="3354461"/>
                <a:ext cx="59760" cy="2254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1376197-F257-461D-CD34-66CC8A4E3E5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174061" y="3336461"/>
                  <a:ext cx="95400" cy="229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8230616-2691-51A8-69CA-D81CE67AF347}"/>
                    </a:ext>
                  </a:extLst>
                </p14:cNvPr>
                <p14:cNvContentPartPr/>
                <p14:nvPr/>
              </p14:nvContentPartPr>
              <p14:xfrm>
                <a:off x="6986861" y="5597621"/>
                <a:ext cx="262080" cy="242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8230616-2691-51A8-69CA-D81CE67AF34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969221" y="5579621"/>
                  <a:ext cx="297720" cy="278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0FA820A-A167-5781-F5EF-597A90078DE6}"/>
              </a:ext>
            </a:extLst>
          </p:cNvPr>
          <p:cNvGrpSpPr/>
          <p:nvPr/>
        </p:nvGrpSpPr>
        <p:grpSpPr>
          <a:xfrm>
            <a:off x="7480421" y="3889421"/>
            <a:ext cx="792000" cy="817560"/>
            <a:chOff x="7480421" y="3889421"/>
            <a:chExt cx="792000" cy="81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FDCB043-7C87-7CC0-8968-15A6AC608111}"/>
                    </a:ext>
                  </a:extLst>
                </p14:cNvPr>
                <p14:cNvContentPartPr/>
                <p14:nvPr/>
              </p14:nvContentPartPr>
              <p14:xfrm>
                <a:off x="7513541" y="4235021"/>
                <a:ext cx="30240" cy="234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FDCB043-7C87-7CC0-8968-15A6AC60811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495541" y="4217021"/>
                  <a:ext cx="658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D5E0544-BDA2-BD0A-AAE5-23481905204D}"/>
                    </a:ext>
                  </a:extLst>
                </p14:cNvPr>
                <p14:cNvContentPartPr/>
                <p14:nvPr/>
              </p14:nvContentPartPr>
              <p14:xfrm>
                <a:off x="7480421" y="4240061"/>
                <a:ext cx="150480" cy="124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D5E0544-BDA2-BD0A-AAE5-23481905204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462781" y="4222421"/>
                  <a:ext cx="1861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6F55F7A-812E-C7CA-B092-867A7AF5C5A3}"/>
                    </a:ext>
                  </a:extLst>
                </p14:cNvPr>
                <p14:cNvContentPartPr/>
                <p14:nvPr/>
              </p14:nvContentPartPr>
              <p14:xfrm>
                <a:off x="7558541" y="4155461"/>
                <a:ext cx="245160" cy="2196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6F55F7A-812E-C7CA-B092-867A7AF5C5A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540901" y="4137461"/>
                  <a:ext cx="2808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29BF2C4-1EAF-22BA-DF8D-DB5F2C019B96}"/>
                    </a:ext>
                  </a:extLst>
                </p14:cNvPr>
                <p14:cNvContentPartPr/>
                <p14:nvPr/>
              </p14:nvContentPartPr>
              <p14:xfrm>
                <a:off x="7883261" y="4016141"/>
                <a:ext cx="101160" cy="135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29BF2C4-1EAF-22BA-DF8D-DB5F2C019B9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865261" y="3998141"/>
                  <a:ext cx="1368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BDB7B0E-06A2-F761-67B5-A7EE95ADF827}"/>
                    </a:ext>
                  </a:extLst>
                </p14:cNvPr>
                <p14:cNvContentPartPr/>
                <p14:nvPr/>
              </p14:nvContentPartPr>
              <p14:xfrm>
                <a:off x="7943741" y="3966101"/>
                <a:ext cx="223920" cy="205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BDB7B0E-06A2-F761-67B5-A7EE95ADF82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7926101" y="3948101"/>
                  <a:ext cx="2595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9A17ED3-D364-493E-29FE-BE17D062E5EC}"/>
                    </a:ext>
                  </a:extLst>
                </p14:cNvPr>
                <p14:cNvContentPartPr/>
                <p14:nvPr/>
              </p14:nvContentPartPr>
              <p14:xfrm>
                <a:off x="8181341" y="3889421"/>
                <a:ext cx="66600" cy="1231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9A17ED3-D364-493E-29FE-BE17D062E5EC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163341" y="3871781"/>
                  <a:ext cx="1022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04D9846-8EBA-6594-BB52-A3FB6A123602}"/>
                    </a:ext>
                  </a:extLst>
                </p14:cNvPr>
                <p14:cNvContentPartPr/>
                <p14:nvPr/>
              </p14:nvContentPartPr>
              <p14:xfrm>
                <a:off x="7761941" y="4550381"/>
                <a:ext cx="86400" cy="1566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04D9846-8EBA-6594-BB52-A3FB6A12360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743941" y="4532741"/>
                  <a:ext cx="12204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131048B-9352-182A-BE4F-44C9D7D70D11}"/>
                    </a:ext>
                  </a:extLst>
                </p14:cNvPr>
                <p14:cNvContentPartPr/>
                <p14:nvPr/>
              </p14:nvContentPartPr>
              <p14:xfrm>
                <a:off x="7788941" y="4578461"/>
                <a:ext cx="142560" cy="110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131048B-9352-182A-BE4F-44C9D7D70D1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770941" y="4560821"/>
                  <a:ext cx="1782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8CD7A6C-11D3-94F1-FC1C-50AD2F7A3B35}"/>
                    </a:ext>
                  </a:extLst>
                </p14:cNvPr>
                <p14:cNvContentPartPr/>
                <p14:nvPr/>
              </p14:nvContentPartPr>
              <p14:xfrm>
                <a:off x="7860941" y="4453541"/>
                <a:ext cx="51840" cy="52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8CD7A6C-11D3-94F1-FC1C-50AD2F7A3B35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843301" y="4435901"/>
                  <a:ext cx="874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5907EE8-2C91-3FE4-95DD-C341A633121E}"/>
                    </a:ext>
                  </a:extLst>
                </p14:cNvPr>
                <p14:cNvContentPartPr/>
                <p14:nvPr/>
              </p14:nvContentPartPr>
              <p14:xfrm>
                <a:off x="7952021" y="4485941"/>
                <a:ext cx="150840" cy="1191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5907EE8-2C91-3FE4-95DD-C341A633121E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34021" y="4468301"/>
                  <a:ext cx="1864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473B46C-A84A-D1AE-FB0A-5DD624AD90AD}"/>
                    </a:ext>
                  </a:extLst>
                </p14:cNvPr>
                <p14:cNvContentPartPr/>
                <p14:nvPr/>
              </p14:nvContentPartPr>
              <p14:xfrm>
                <a:off x="8073341" y="4434101"/>
                <a:ext cx="86400" cy="109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473B46C-A84A-D1AE-FB0A-5DD624AD90A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8055341" y="4416101"/>
                  <a:ext cx="1220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1F62D0D-61DE-37A6-317E-B27148310673}"/>
                    </a:ext>
                  </a:extLst>
                </p14:cNvPr>
                <p14:cNvContentPartPr/>
                <p14:nvPr/>
              </p14:nvContentPartPr>
              <p14:xfrm>
                <a:off x="8200061" y="4339781"/>
                <a:ext cx="72360" cy="129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1F62D0D-61DE-37A6-317E-B27148310673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182421" y="4321781"/>
                  <a:ext cx="10800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8019ED5-CF4D-35C1-F2B2-BA93B4009323}"/>
              </a:ext>
            </a:extLst>
          </p:cNvPr>
          <p:cNvGrpSpPr/>
          <p:nvPr/>
        </p:nvGrpSpPr>
        <p:grpSpPr>
          <a:xfrm>
            <a:off x="8845901" y="1652021"/>
            <a:ext cx="3115440" cy="1520640"/>
            <a:chOff x="8845901" y="1652021"/>
            <a:chExt cx="3115440" cy="152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5C60619-D398-8C99-F944-DC05659B5244}"/>
                    </a:ext>
                  </a:extLst>
                </p14:cNvPr>
                <p14:cNvContentPartPr/>
                <p14:nvPr/>
              </p14:nvContentPartPr>
              <p14:xfrm>
                <a:off x="9006461" y="1825181"/>
                <a:ext cx="25920" cy="2498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5C60619-D398-8C99-F944-DC05659B5244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988821" y="1807541"/>
                  <a:ext cx="61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58057D4-10F4-4A6E-E6D0-A4FA36189C48}"/>
                    </a:ext>
                  </a:extLst>
                </p14:cNvPr>
                <p14:cNvContentPartPr/>
                <p14:nvPr/>
              </p14:nvContentPartPr>
              <p14:xfrm>
                <a:off x="8864621" y="1695941"/>
                <a:ext cx="438840" cy="55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58057D4-10F4-4A6E-E6D0-A4FA36189C4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846981" y="1678301"/>
                  <a:ext cx="47448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C3FB4D2-0C3B-D958-40A0-5A8C90298A25}"/>
                    </a:ext>
                  </a:extLst>
                </p14:cNvPr>
                <p14:cNvContentPartPr/>
                <p14:nvPr/>
              </p14:nvContentPartPr>
              <p14:xfrm>
                <a:off x="9569141" y="1785221"/>
                <a:ext cx="217440" cy="207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C3FB4D2-0C3B-D958-40A0-5A8C90298A2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9551501" y="1767221"/>
                  <a:ext cx="2530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F0A3217-5BCD-43FE-F0BD-B8F8D7509E54}"/>
                    </a:ext>
                  </a:extLst>
                </p14:cNvPr>
                <p14:cNvContentPartPr/>
                <p14:nvPr/>
              </p14:nvContentPartPr>
              <p14:xfrm>
                <a:off x="9907541" y="1759661"/>
                <a:ext cx="151560" cy="246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F0A3217-5BCD-43FE-F0BD-B8F8D7509E5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9889901" y="1741661"/>
                  <a:ext cx="1872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330BEC3-E5BA-8EF0-9FFA-605E933650C2}"/>
                    </a:ext>
                  </a:extLst>
                </p14:cNvPr>
                <p14:cNvContentPartPr/>
                <p14:nvPr/>
              </p14:nvContentPartPr>
              <p14:xfrm>
                <a:off x="10097981" y="1864061"/>
                <a:ext cx="115200" cy="149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330BEC3-E5BA-8EF0-9FFA-605E933650C2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0080341" y="1846061"/>
                  <a:ext cx="1508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011E5C5-ACB4-EFFA-02D5-35E916B7569D}"/>
                    </a:ext>
                  </a:extLst>
                </p14:cNvPr>
                <p14:cNvContentPartPr/>
                <p14:nvPr/>
              </p14:nvContentPartPr>
              <p14:xfrm>
                <a:off x="10282301" y="1708901"/>
                <a:ext cx="133920" cy="305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011E5C5-ACB4-EFFA-02D5-35E916B7569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0264301" y="1690901"/>
                  <a:ext cx="16956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34A31D6-DBF5-2902-7A44-CB426C034231}"/>
                    </a:ext>
                  </a:extLst>
                </p14:cNvPr>
                <p14:cNvContentPartPr/>
                <p14:nvPr/>
              </p14:nvContentPartPr>
              <p14:xfrm>
                <a:off x="10282661" y="1772261"/>
                <a:ext cx="191880" cy="90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34A31D6-DBF5-2902-7A44-CB426C03423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0264661" y="1754621"/>
                  <a:ext cx="2275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533009-1774-6FEE-5F45-1FDF679EAEBE}"/>
                    </a:ext>
                  </a:extLst>
                </p14:cNvPr>
                <p14:cNvContentPartPr/>
                <p14:nvPr/>
              </p14:nvContentPartPr>
              <p14:xfrm>
                <a:off x="10796021" y="1656341"/>
                <a:ext cx="37080" cy="343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533009-1774-6FEE-5F45-1FDF679EAEB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778381" y="1638701"/>
                  <a:ext cx="72720" cy="37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DB6A2C-C0B9-7FA5-6577-25DEDD28610F}"/>
                    </a:ext>
                  </a:extLst>
                </p14:cNvPr>
                <p14:cNvContentPartPr/>
                <p14:nvPr/>
              </p14:nvContentPartPr>
              <p14:xfrm>
                <a:off x="10842461" y="1652021"/>
                <a:ext cx="132120" cy="203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DB6A2C-C0B9-7FA5-6577-25DEDD28610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0824461" y="1634381"/>
                  <a:ext cx="1677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D009AF2-6DD8-FBAD-9074-B86E8BC4FE2E}"/>
                    </a:ext>
                  </a:extLst>
                </p14:cNvPr>
                <p14:cNvContentPartPr/>
                <p14:nvPr/>
              </p14:nvContentPartPr>
              <p14:xfrm>
                <a:off x="10801421" y="1699541"/>
                <a:ext cx="254880" cy="222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D009AF2-6DD8-FBAD-9074-B86E8BC4FE2E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0783781" y="1681541"/>
                  <a:ext cx="2905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387F0F8-B795-4C2D-079B-0E7CC8A1C1D0}"/>
                    </a:ext>
                  </a:extLst>
                </p14:cNvPr>
                <p14:cNvContentPartPr/>
                <p14:nvPr/>
              </p14:nvContentPartPr>
              <p14:xfrm>
                <a:off x="11027861" y="1700981"/>
                <a:ext cx="119880" cy="220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387F0F8-B795-4C2D-079B-0E7CC8A1C1D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009861" y="1683341"/>
                  <a:ext cx="15552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2C195CD-2C61-2FB8-C746-C855E59A33D0}"/>
                    </a:ext>
                  </a:extLst>
                </p14:cNvPr>
                <p14:cNvContentPartPr/>
                <p14:nvPr/>
              </p14:nvContentPartPr>
              <p14:xfrm>
                <a:off x="11247461" y="1672181"/>
                <a:ext cx="172800" cy="146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2C195CD-2C61-2FB8-C746-C855E59A33D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229821" y="1654541"/>
                  <a:ext cx="208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B39DC94-8E44-0A67-6958-733612FCEECE}"/>
                    </a:ext>
                  </a:extLst>
                </p14:cNvPr>
                <p14:cNvContentPartPr/>
                <p14:nvPr/>
              </p14:nvContentPartPr>
              <p14:xfrm>
                <a:off x="9031301" y="2615741"/>
                <a:ext cx="218520" cy="225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B39DC94-8E44-0A67-6958-733612FCEEC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013661" y="2597741"/>
                  <a:ext cx="2541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CCC94CE-1871-34C4-0F5D-4E9A63F8D923}"/>
                    </a:ext>
                  </a:extLst>
                </p14:cNvPr>
                <p14:cNvContentPartPr/>
                <p14:nvPr/>
              </p14:nvContentPartPr>
              <p14:xfrm>
                <a:off x="8845901" y="2420261"/>
                <a:ext cx="573840" cy="703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CCC94CE-1871-34C4-0F5D-4E9A63F8D92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828261" y="2402621"/>
                  <a:ext cx="609480" cy="73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A07984C-1949-72D8-B690-EA9CB57A1A3B}"/>
                    </a:ext>
                  </a:extLst>
                </p14:cNvPr>
                <p14:cNvContentPartPr/>
                <p14:nvPr/>
              </p14:nvContentPartPr>
              <p14:xfrm>
                <a:off x="9701621" y="2624381"/>
                <a:ext cx="108000" cy="1476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A07984C-1949-72D8-B690-EA9CB57A1A3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683621" y="2606741"/>
                  <a:ext cx="1436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3616429-1ED6-A05E-8245-DA11E1EC8099}"/>
                    </a:ext>
                  </a:extLst>
                </p14:cNvPr>
                <p14:cNvContentPartPr/>
                <p14:nvPr/>
              </p14:nvContentPartPr>
              <p14:xfrm>
                <a:off x="9893861" y="2620061"/>
                <a:ext cx="61920" cy="118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3616429-1ED6-A05E-8245-DA11E1EC809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875861" y="2602061"/>
                  <a:ext cx="975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C776DC0-A770-D309-6930-2DB75866F046}"/>
                    </a:ext>
                  </a:extLst>
                </p14:cNvPr>
                <p14:cNvContentPartPr/>
                <p14:nvPr/>
              </p14:nvContentPartPr>
              <p14:xfrm>
                <a:off x="10044701" y="2598101"/>
                <a:ext cx="114120" cy="93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C776DC0-A770-D309-6930-2DB75866F04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026701" y="2580101"/>
                  <a:ext cx="14976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A4FDACB-1370-1EED-2EFE-6910052785FE}"/>
                    </a:ext>
                  </a:extLst>
                </p14:cNvPr>
                <p14:cNvContentPartPr/>
                <p14:nvPr/>
              </p14:nvContentPartPr>
              <p14:xfrm>
                <a:off x="10221461" y="2588021"/>
                <a:ext cx="115200" cy="89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A4FDACB-1370-1EED-2EFE-6910052785F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203821" y="2570021"/>
                  <a:ext cx="150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29A547F-8D87-2055-C273-903F8EB75086}"/>
                    </a:ext>
                  </a:extLst>
                </p14:cNvPr>
                <p14:cNvContentPartPr/>
                <p14:nvPr/>
              </p14:nvContentPartPr>
              <p14:xfrm>
                <a:off x="10360421" y="2462021"/>
                <a:ext cx="96120" cy="1760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29A547F-8D87-2055-C273-903F8EB7508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342421" y="2444381"/>
                  <a:ext cx="1317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5E3C442-6974-1D27-F6F4-D816D3034156}"/>
                    </a:ext>
                  </a:extLst>
                </p14:cNvPr>
                <p14:cNvContentPartPr/>
                <p14:nvPr/>
              </p14:nvContentPartPr>
              <p14:xfrm>
                <a:off x="10377341" y="2487221"/>
                <a:ext cx="113760" cy="770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5E3C442-6974-1D27-F6F4-D816D303415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59701" y="2469221"/>
                  <a:ext cx="1494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53B8235-E481-E4CB-37FB-E6BE54FEABF5}"/>
                    </a:ext>
                  </a:extLst>
                </p14:cNvPr>
                <p14:cNvContentPartPr/>
                <p14:nvPr/>
              </p14:nvContentPartPr>
              <p14:xfrm>
                <a:off x="10540421" y="2501981"/>
                <a:ext cx="98640" cy="1238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53B8235-E481-E4CB-37FB-E6BE54FEABF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522421" y="2483981"/>
                  <a:ext cx="1342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CA6DEF0-C617-1DEA-CE1B-381A575A43E5}"/>
                    </a:ext>
                  </a:extLst>
                </p14:cNvPr>
                <p14:cNvContentPartPr/>
                <p14:nvPr/>
              </p14:nvContentPartPr>
              <p14:xfrm>
                <a:off x="10687661" y="2483261"/>
                <a:ext cx="50760" cy="93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CA6DEF0-C617-1DEA-CE1B-381A575A43E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669661" y="2465621"/>
                  <a:ext cx="864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700C887-50A6-A154-A32F-1061541C0191}"/>
                    </a:ext>
                  </a:extLst>
                </p14:cNvPr>
                <p14:cNvContentPartPr/>
                <p14:nvPr/>
              </p14:nvContentPartPr>
              <p14:xfrm>
                <a:off x="10885661" y="2402261"/>
                <a:ext cx="87840" cy="507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700C887-50A6-A154-A32F-1061541C019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867661" y="2384261"/>
                  <a:ext cx="12348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A30AE5B-B57C-4534-EFD8-96626CBDE721}"/>
                    </a:ext>
                  </a:extLst>
                </p14:cNvPr>
                <p14:cNvContentPartPr/>
                <p14:nvPr/>
              </p14:nvContentPartPr>
              <p14:xfrm>
                <a:off x="10943261" y="2453741"/>
                <a:ext cx="89640" cy="49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A30AE5B-B57C-4534-EFD8-96626CBDE72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25261" y="2436101"/>
                  <a:ext cx="1252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75A63B8-929E-BBD5-12F9-61E7F9368C54}"/>
                    </a:ext>
                  </a:extLst>
                </p14:cNvPr>
                <p14:cNvContentPartPr/>
                <p14:nvPr/>
              </p14:nvContentPartPr>
              <p14:xfrm>
                <a:off x="11303981" y="2308661"/>
                <a:ext cx="71640" cy="260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75A63B8-929E-BBD5-12F9-61E7F9368C54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1285981" y="2291021"/>
                  <a:ext cx="1072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581F5E3-54B1-52B9-310E-68267AFA9740}"/>
                    </a:ext>
                  </a:extLst>
                </p14:cNvPr>
                <p14:cNvContentPartPr/>
                <p14:nvPr/>
              </p14:nvContentPartPr>
              <p14:xfrm>
                <a:off x="11504141" y="2254661"/>
                <a:ext cx="101880" cy="2592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581F5E3-54B1-52B9-310E-68267AFA974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486501" y="2236661"/>
                  <a:ext cx="13752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CA0BADF-2EC7-7A83-84B8-12D69554509A}"/>
                    </a:ext>
                  </a:extLst>
                </p14:cNvPr>
                <p14:cNvContentPartPr/>
                <p14:nvPr/>
              </p14:nvContentPartPr>
              <p14:xfrm>
                <a:off x="11767661" y="2300021"/>
                <a:ext cx="89640" cy="174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CA0BADF-2EC7-7A83-84B8-12D69554509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1749661" y="2282021"/>
                  <a:ext cx="1252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9A646C4-C15C-5114-229C-C3C40AF4683B}"/>
                    </a:ext>
                  </a:extLst>
                </p14:cNvPr>
                <p14:cNvContentPartPr/>
                <p14:nvPr/>
              </p14:nvContentPartPr>
              <p14:xfrm>
                <a:off x="11155301" y="2035781"/>
                <a:ext cx="806040" cy="8517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9A646C4-C15C-5114-229C-C3C40AF4683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1137661" y="2018141"/>
                  <a:ext cx="84168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820782FB-4AAD-238D-2AC5-F5A03E68E4AE}"/>
                    </a:ext>
                  </a:extLst>
                </p14:cNvPr>
                <p14:cNvContentPartPr/>
                <p14:nvPr/>
              </p14:nvContentPartPr>
              <p14:xfrm>
                <a:off x="10984661" y="2610341"/>
                <a:ext cx="362880" cy="5443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820782FB-4AAD-238D-2AC5-F5A03E68E4A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967021" y="2592341"/>
                  <a:ext cx="39852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7B2EB3D-6352-AEC9-1EB2-1C972E179065}"/>
                    </a:ext>
                  </a:extLst>
                </p14:cNvPr>
                <p14:cNvContentPartPr/>
                <p14:nvPr/>
              </p14:nvContentPartPr>
              <p14:xfrm>
                <a:off x="10905461" y="3041261"/>
                <a:ext cx="241560" cy="131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7B2EB3D-6352-AEC9-1EB2-1C972E17906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887821" y="3023261"/>
                  <a:ext cx="27720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4580D12-7E91-0315-838E-01C4AFDB1A6B}"/>
              </a:ext>
            </a:extLst>
          </p:cNvPr>
          <p:cNvGrpSpPr/>
          <p:nvPr/>
        </p:nvGrpSpPr>
        <p:grpSpPr>
          <a:xfrm>
            <a:off x="10452581" y="3310901"/>
            <a:ext cx="160920" cy="364680"/>
            <a:chOff x="10452581" y="3310901"/>
            <a:chExt cx="160920" cy="36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937902F-BA45-513E-1801-756BD1AA1EE0}"/>
                    </a:ext>
                  </a:extLst>
                </p14:cNvPr>
                <p14:cNvContentPartPr/>
                <p14:nvPr/>
              </p14:nvContentPartPr>
              <p14:xfrm>
                <a:off x="10452581" y="3310901"/>
                <a:ext cx="100440" cy="2394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937902F-BA45-513E-1801-756BD1AA1EE0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434581" y="3292901"/>
                  <a:ext cx="1360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52C852A-11AA-3076-2368-CC21F9224FE3}"/>
                    </a:ext>
                  </a:extLst>
                </p14:cNvPr>
                <p14:cNvContentPartPr/>
                <p14:nvPr/>
              </p14:nvContentPartPr>
              <p14:xfrm>
                <a:off x="10596941" y="3667661"/>
                <a:ext cx="16560" cy="79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52C852A-11AA-3076-2368-CC21F9224FE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578941" y="3649661"/>
                  <a:ext cx="52200" cy="43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4A1DFD7C-EEE1-FBF6-39AF-1FEFD9EDF03A}"/>
              </a:ext>
            </a:extLst>
          </p:cNvPr>
          <p:cNvGrpSpPr/>
          <p:nvPr/>
        </p:nvGrpSpPr>
        <p:grpSpPr>
          <a:xfrm>
            <a:off x="2947661" y="439541"/>
            <a:ext cx="1085400" cy="1101600"/>
            <a:chOff x="2947661" y="439541"/>
            <a:chExt cx="1085400" cy="110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3C9F8BC-943C-0E48-5B29-37274DA8998E}"/>
                    </a:ext>
                  </a:extLst>
                </p14:cNvPr>
                <p14:cNvContentPartPr/>
                <p14:nvPr/>
              </p14:nvContentPartPr>
              <p14:xfrm>
                <a:off x="2947661" y="831221"/>
                <a:ext cx="643320" cy="709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3C9F8BC-943C-0E48-5B29-37274DA8998E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930021" y="813581"/>
                  <a:ext cx="678960" cy="74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1E1C8B8-B2DC-4AEA-ECED-F533B75B8BDC}"/>
                    </a:ext>
                  </a:extLst>
                </p14:cNvPr>
                <p14:cNvContentPartPr/>
                <p14:nvPr/>
              </p14:nvContentPartPr>
              <p14:xfrm>
                <a:off x="3708341" y="553661"/>
                <a:ext cx="96480" cy="300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1E1C8B8-B2DC-4AEA-ECED-F533B75B8BDC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690701" y="536021"/>
                  <a:ext cx="1321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36BC047-529A-43C2-B77F-A90BBC8240AC}"/>
                    </a:ext>
                  </a:extLst>
                </p14:cNvPr>
                <p14:cNvContentPartPr/>
                <p14:nvPr/>
              </p14:nvContentPartPr>
              <p14:xfrm>
                <a:off x="3711581" y="513341"/>
                <a:ext cx="183240" cy="1792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36BC047-529A-43C2-B77F-A90BBC8240AC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693941" y="495701"/>
                  <a:ext cx="21888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6786099-2543-B15E-12A8-DC04088D950E}"/>
                    </a:ext>
                  </a:extLst>
                </p14:cNvPr>
                <p14:cNvContentPartPr/>
                <p14:nvPr/>
              </p14:nvContentPartPr>
              <p14:xfrm>
                <a:off x="3727421" y="588941"/>
                <a:ext cx="138960" cy="122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6786099-2543-B15E-12A8-DC04088D950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709781" y="570941"/>
                  <a:ext cx="1746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09BF104-112D-B1A9-7AD5-AF1556564151}"/>
                    </a:ext>
                  </a:extLst>
                </p14:cNvPr>
                <p14:cNvContentPartPr/>
                <p14:nvPr/>
              </p14:nvContentPartPr>
              <p14:xfrm>
                <a:off x="3938381" y="439541"/>
                <a:ext cx="94680" cy="2134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09BF104-112D-B1A9-7AD5-AF155656415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920741" y="421541"/>
                  <a:ext cx="130320" cy="24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5023617E-86B2-49BB-5056-A4BC2F638DAB}"/>
              </a:ext>
            </a:extLst>
          </p:cNvPr>
          <p:cNvGrpSpPr/>
          <p:nvPr/>
        </p:nvGrpSpPr>
        <p:grpSpPr>
          <a:xfrm>
            <a:off x="2843621" y="3824621"/>
            <a:ext cx="2484360" cy="930240"/>
            <a:chOff x="2843621" y="3824621"/>
            <a:chExt cx="2484360" cy="93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72E1C5E1-E25E-2643-3E36-A37B2309B6A2}"/>
                    </a:ext>
                  </a:extLst>
                </p14:cNvPr>
                <p14:cNvContentPartPr/>
                <p14:nvPr/>
              </p14:nvContentPartPr>
              <p14:xfrm>
                <a:off x="2843621" y="4206941"/>
                <a:ext cx="1417320" cy="547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72E1C5E1-E25E-2643-3E36-A37B2309B6A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2825981" y="4189301"/>
                  <a:ext cx="1452960" cy="58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AB38076-8035-A65C-9DF6-0B11A4DDFDD2}"/>
                    </a:ext>
                  </a:extLst>
                </p14:cNvPr>
                <p14:cNvContentPartPr/>
                <p14:nvPr/>
              </p14:nvContentPartPr>
              <p14:xfrm>
                <a:off x="4418261" y="4129541"/>
                <a:ext cx="143640" cy="2638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AB38076-8035-A65C-9DF6-0B11A4DDFDD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400621" y="4111901"/>
                  <a:ext cx="1792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BE79C38-AB19-34BF-472A-A286360765B3}"/>
                    </a:ext>
                  </a:extLst>
                </p14:cNvPr>
                <p14:cNvContentPartPr/>
                <p14:nvPr/>
              </p14:nvContentPartPr>
              <p14:xfrm>
                <a:off x="4629221" y="4075901"/>
                <a:ext cx="160560" cy="2412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BE79C38-AB19-34BF-472A-A286360765B3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611221" y="4057901"/>
                  <a:ext cx="1962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CEC2F35-E3B0-5F04-D170-EE8E246ED5DC}"/>
                    </a:ext>
                  </a:extLst>
                </p14:cNvPr>
                <p14:cNvContentPartPr/>
                <p14:nvPr/>
              </p14:nvContentPartPr>
              <p14:xfrm>
                <a:off x="4824701" y="4053581"/>
                <a:ext cx="141840" cy="176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CEC2F35-E3B0-5F04-D170-EE8E246ED5D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806701" y="4035581"/>
                  <a:ext cx="17748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2A1A8E0-59E9-F0D1-1ECE-0C08D1440DB0}"/>
                    </a:ext>
                  </a:extLst>
                </p14:cNvPr>
                <p14:cNvContentPartPr/>
                <p14:nvPr/>
              </p14:nvContentPartPr>
              <p14:xfrm>
                <a:off x="5035661" y="3939821"/>
                <a:ext cx="117000" cy="1990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2A1A8E0-59E9-F0D1-1ECE-0C08D1440DB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017661" y="3922181"/>
                  <a:ext cx="1526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1CCC21DD-C46C-011E-9BB3-22E6F5914F83}"/>
                    </a:ext>
                  </a:extLst>
                </p14:cNvPr>
                <p14:cNvContentPartPr/>
                <p14:nvPr/>
              </p14:nvContentPartPr>
              <p14:xfrm>
                <a:off x="5228621" y="3824621"/>
                <a:ext cx="99360" cy="1695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1CCC21DD-C46C-011E-9BB3-22E6F5914F8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210981" y="3806621"/>
                  <a:ext cx="135000" cy="20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888AD920-8485-2ECC-D47D-20F93D42C5A3}"/>
              </a:ext>
            </a:extLst>
          </p:cNvPr>
          <p:cNvGrpSpPr/>
          <p:nvPr/>
        </p:nvGrpSpPr>
        <p:grpSpPr>
          <a:xfrm>
            <a:off x="232901" y="1160912"/>
            <a:ext cx="925200" cy="914760"/>
            <a:chOff x="232901" y="1160912"/>
            <a:chExt cx="925200" cy="91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1B68CEB-0751-AB98-7ABA-041105E04957}"/>
                    </a:ext>
                  </a:extLst>
                </p14:cNvPr>
                <p14:cNvContentPartPr/>
                <p14:nvPr/>
              </p14:nvContentPartPr>
              <p14:xfrm>
                <a:off x="232901" y="1916192"/>
                <a:ext cx="131400" cy="1594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1B68CEB-0751-AB98-7ABA-041105E0495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215261" y="1898192"/>
                  <a:ext cx="1670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5DB8D61-ACDC-6379-6C7B-913DC44457E3}"/>
                    </a:ext>
                  </a:extLst>
                </p14:cNvPr>
                <p14:cNvContentPartPr/>
                <p14:nvPr/>
              </p14:nvContentPartPr>
              <p14:xfrm>
                <a:off x="419021" y="1824752"/>
                <a:ext cx="127800" cy="108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5DB8D61-ACDC-6379-6C7B-913DC44457E3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01381" y="1807112"/>
                  <a:ext cx="1634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83074DD-3138-FA59-F8D2-1820C277034C}"/>
                    </a:ext>
                  </a:extLst>
                </p14:cNvPr>
                <p14:cNvContentPartPr/>
                <p14:nvPr/>
              </p14:nvContentPartPr>
              <p14:xfrm>
                <a:off x="544661" y="1659872"/>
                <a:ext cx="68400" cy="112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83074DD-3138-FA59-F8D2-1820C277034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27021" y="1642232"/>
                  <a:ext cx="1040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E632A53-3E0B-FFB1-8960-7260497684D7}"/>
                    </a:ext>
                  </a:extLst>
                </p14:cNvPr>
                <p14:cNvContentPartPr/>
                <p14:nvPr/>
              </p14:nvContentPartPr>
              <p14:xfrm>
                <a:off x="624581" y="1607672"/>
                <a:ext cx="41400" cy="94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E632A53-3E0B-FFB1-8960-7260497684D7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06581" y="1590032"/>
                  <a:ext cx="770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DA4B642-29F1-FC79-C99C-B1278EC35BD2}"/>
                    </a:ext>
                  </a:extLst>
                </p14:cNvPr>
                <p14:cNvContentPartPr/>
                <p14:nvPr/>
              </p14:nvContentPartPr>
              <p14:xfrm>
                <a:off x="570941" y="1505072"/>
                <a:ext cx="26280" cy="14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DA4B642-29F1-FC79-C99C-B1278EC35BD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52941" y="1487072"/>
                  <a:ext cx="619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7AD6C22-0DA7-CF76-5C04-EE2FB3C93856}"/>
                    </a:ext>
                  </a:extLst>
                </p14:cNvPr>
                <p14:cNvContentPartPr/>
                <p14:nvPr/>
              </p14:nvContentPartPr>
              <p14:xfrm>
                <a:off x="711701" y="1474112"/>
                <a:ext cx="90360" cy="1083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7AD6C22-0DA7-CF76-5C04-EE2FB3C93856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94061" y="1456472"/>
                  <a:ext cx="1260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47AC289-3ED7-72C3-7B58-B1F8B439BE3B}"/>
                    </a:ext>
                  </a:extLst>
                </p14:cNvPr>
                <p14:cNvContentPartPr/>
                <p14:nvPr/>
              </p14:nvContentPartPr>
              <p14:xfrm>
                <a:off x="776861" y="1306352"/>
                <a:ext cx="131760" cy="1008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47AC289-3ED7-72C3-7B58-B1F8B439BE3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59221" y="1288352"/>
                  <a:ext cx="1674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74A968EC-1804-2A63-6DA6-C688C3E0562F}"/>
                    </a:ext>
                  </a:extLst>
                </p14:cNvPr>
                <p14:cNvContentPartPr/>
                <p14:nvPr/>
              </p14:nvContentPartPr>
              <p14:xfrm>
                <a:off x="892421" y="1221392"/>
                <a:ext cx="105480" cy="96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74A968EC-1804-2A63-6DA6-C688C3E0562F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74781" y="1203392"/>
                  <a:ext cx="1411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4F06384-E207-5A20-DFF5-CB514863AB92}"/>
                    </a:ext>
                  </a:extLst>
                </p14:cNvPr>
                <p14:cNvContentPartPr/>
                <p14:nvPr/>
              </p14:nvContentPartPr>
              <p14:xfrm>
                <a:off x="1044701" y="1160912"/>
                <a:ext cx="113400" cy="164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4F06384-E207-5A20-DFF5-CB514863AB92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27061" y="1142912"/>
                  <a:ext cx="149040" cy="20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B048360-A935-5FF1-E685-CD9BB0CDF41E}"/>
              </a:ext>
            </a:extLst>
          </p:cNvPr>
          <p:cNvGrpSpPr/>
          <p:nvPr/>
        </p:nvGrpSpPr>
        <p:grpSpPr>
          <a:xfrm>
            <a:off x="1356461" y="1263512"/>
            <a:ext cx="159480" cy="1780200"/>
            <a:chOff x="1356461" y="1263512"/>
            <a:chExt cx="159480" cy="1780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2330EE9-E5CE-D624-3CA1-4F21F7678192}"/>
                    </a:ext>
                  </a:extLst>
                </p14:cNvPr>
                <p14:cNvContentPartPr/>
                <p14:nvPr/>
              </p14:nvContentPartPr>
              <p14:xfrm>
                <a:off x="1356461" y="1263512"/>
                <a:ext cx="159480" cy="41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2330EE9-E5CE-D624-3CA1-4F21F7678192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338461" y="1245872"/>
                  <a:ext cx="1951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8BA2D44-CCED-E23B-3F7D-4C6A59BC703A}"/>
                    </a:ext>
                  </a:extLst>
                </p14:cNvPr>
                <p14:cNvContentPartPr/>
                <p14:nvPr/>
              </p14:nvContentPartPr>
              <p14:xfrm>
                <a:off x="1366181" y="1266032"/>
                <a:ext cx="65520" cy="1049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8BA2D44-CCED-E23B-3F7D-4C6A59BC703A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348541" y="1248392"/>
                  <a:ext cx="101160" cy="10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AB69A98-C120-0D92-A722-1591E5ADE3B5}"/>
                    </a:ext>
                  </a:extLst>
                </p14:cNvPr>
                <p14:cNvContentPartPr/>
                <p14:nvPr/>
              </p14:nvContentPartPr>
              <p14:xfrm>
                <a:off x="1367261" y="2285552"/>
                <a:ext cx="75600" cy="11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AB69A98-C120-0D92-A722-1591E5ADE3B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349261" y="2267552"/>
                  <a:ext cx="111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FF1A824A-F579-1B00-C721-88E86095C1C4}"/>
                    </a:ext>
                  </a:extLst>
                </p14:cNvPr>
                <p14:cNvContentPartPr/>
                <p14:nvPr/>
              </p14:nvContentPartPr>
              <p14:xfrm>
                <a:off x="1405061" y="2401112"/>
                <a:ext cx="49320" cy="277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FF1A824A-F579-1B00-C721-88E86095C1C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387421" y="2383472"/>
                  <a:ext cx="849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DF816CA-FFD7-780D-6C27-6954F9C24C37}"/>
                    </a:ext>
                  </a:extLst>
                </p14:cNvPr>
                <p14:cNvContentPartPr/>
                <p14:nvPr/>
              </p14:nvContentPartPr>
              <p14:xfrm>
                <a:off x="1402181" y="2433872"/>
                <a:ext cx="17280" cy="578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DF816CA-FFD7-780D-6C27-6954F9C24C3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384541" y="2415872"/>
                  <a:ext cx="52920" cy="61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BA8BCED-6831-7737-2154-4C7644B4462A}"/>
                    </a:ext>
                  </a:extLst>
                </p14:cNvPr>
                <p14:cNvContentPartPr/>
                <p14:nvPr/>
              </p14:nvContentPartPr>
              <p14:xfrm>
                <a:off x="1412621" y="3019952"/>
                <a:ext cx="59400" cy="23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BA8BCED-6831-7737-2154-4C7644B4462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394621" y="3001952"/>
                  <a:ext cx="95040" cy="59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93455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66A3B-C0EA-239A-67DA-631402CD8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Serial plotter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B4D1CF-3FB7-6C6E-153C-ABB8F3E507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D65BAB82-9FF3-BC28-C9AD-F2543EAA86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55" y="1763316"/>
            <a:ext cx="5168833" cy="3270404"/>
          </a:xfrm>
          <a:prstGeom prst="rect">
            <a:avLst/>
          </a:prstGeom>
        </p:spPr>
      </p:pic>
      <p:pic>
        <p:nvPicPr>
          <p:cNvPr id="8" name="Picture 7" descr="A screen shot of a graph&#10;&#10;Description automatically generated">
            <a:extLst>
              <a:ext uri="{FF2B5EF4-FFF2-40B4-BE49-F238E27FC236}">
                <a16:creationId xmlns:a16="http://schemas.microsoft.com/office/drawing/2014/main" id="{824BB01C-9879-CFC7-A204-50AD4B75BB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9714" y="1763316"/>
            <a:ext cx="5272583" cy="3270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521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A57B4-7C39-06B6-B835-FD361FCAA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plots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C40B8-8CA3-A152-EFCC-10F029BCB9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2" name="Picture 11" descr="A blue barcode on a white background&#10;&#10;Description automatically generated">
            <a:extLst>
              <a:ext uri="{FF2B5EF4-FFF2-40B4-BE49-F238E27FC236}">
                <a16:creationId xmlns:a16="http://schemas.microsoft.com/office/drawing/2014/main" id="{D8562B9F-E8FB-1D3D-52F7-DBDA301CE3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029" y="1458647"/>
            <a:ext cx="5800896" cy="3338251"/>
          </a:xfrm>
          <a:prstGeom prst="rect">
            <a:avLst/>
          </a:prstGeom>
        </p:spPr>
      </p:pic>
      <p:pic>
        <p:nvPicPr>
          <p:cNvPr id="14" name="Picture 13" descr="A red line graph with white text&#10;&#10;Description automatically generated">
            <a:extLst>
              <a:ext uri="{FF2B5EF4-FFF2-40B4-BE49-F238E27FC236}">
                <a16:creationId xmlns:a16="http://schemas.microsoft.com/office/drawing/2014/main" id="{4D91CEC2-C4E0-AD27-2047-EB9FDBF4B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4925" y="1458647"/>
            <a:ext cx="5888779" cy="332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485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12668-0C16-0194-3B90-6B457A9DD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Noise</a:t>
            </a:r>
          </a:p>
        </p:txBody>
      </p:sp>
      <p:pic>
        <p:nvPicPr>
          <p:cNvPr id="6" name="Picture 5" descr="Graphical user interface&#10;&#10;Description automatically generated with medium confidence">
            <a:extLst>
              <a:ext uri="{FF2B5EF4-FFF2-40B4-BE49-F238E27FC236}">
                <a16:creationId xmlns:a16="http://schemas.microsoft.com/office/drawing/2014/main" id="{97BEE7A5-F919-BB13-28D0-2FD56FF226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2987" y="653027"/>
            <a:ext cx="8629713" cy="2305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41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B92C5-84BC-E56D-BDA0-38619DBD4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teaming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9615EB-EB05-6B5A-45D9-A8730A925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3951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23244</TotalTime>
  <Words>163</Words>
  <Application>Microsoft Office PowerPoint</Application>
  <PresentationFormat>Widescreen</PresentationFormat>
  <Paragraphs>51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Google Sans</vt:lpstr>
      <vt:lpstr>PT Sans</vt:lpstr>
      <vt:lpstr>Times New Roman</vt:lpstr>
      <vt:lpstr>Office Theme</vt:lpstr>
      <vt:lpstr>ECE 105: Introduction to Electrical Engineering</vt:lpstr>
      <vt:lpstr>What is a sensor? </vt:lpstr>
      <vt:lpstr>What is a sensor?</vt:lpstr>
      <vt:lpstr>What is a sensor?</vt:lpstr>
      <vt:lpstr>PowerPoint Presentation</vt:lpstr>
      <vt:lpstr>Sensors in circuits: </vt:lpstr>
      <vt:lpstr>Types of sensors </vt:lpstr>
      <vt:lpstr>Types of sensors </vt:lpstr>
      <vt:lpstr>Temperature sensor</vt:lpstr>
      <vt:lpstr>Sensor calibration</vt:lpstr>
      <vt:lpstr>Sensor calibration</vt:lpstr>
      <vt:lpstr>Using sensors in circuits</vt:lpstr>
      <vt:lpstr>Wheatstone bridge</vt:lpstr>
      <vt:lpstr>Precise thermistor measurement steps</vt:lpstr>
      <vt:lpstr>Sensitivity</vt:lpstr>
      <vt:lpstr>Let’s build our temperature sensor circuit </vt:lpstr>
      <vt:lpstr>What else is needed to create this circuit? </vt:lpstr>
      <vt:lpstr>Demo board setup</vt:lpstr>
      <vt:lpstr>Sensor circuit </vt:lpstr>
      <vt:lpstr>Arduino sketch</vt:lpstr>
      <vt:lpstr>Serial plotter</vt:lpstr>
      <vt:lpstr>Temperature plots</vt:lpstr>
      <vt:lpstr>Noise</vt:lpstr>
      <vt:lpstr>Project teaming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923</cp:revision>
  <cp:lastPrinted>2017-03-30T23:40:26Z</cp:lastPrinted>
  <dcterms:created xsi:type="dcterms:W3CDTF">2014-02-24T21:19:39Z</dcterms:created>
  <dcterms:modified xsi:type="dcterms:W3CDTF">2025-10-14T23:17:17Z</dcterms:modified>
</cp:coreProperties>
</file>