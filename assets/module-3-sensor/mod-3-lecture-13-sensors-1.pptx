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notesSlides/notesSlide2.xml" ContentType="application/vnd.openxmlformats-officedocument.presentationml.notesSlide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794" r:id="rId2"/>
    <p:sldId id="805" r:id="rId3"/>
    <p:sldId id="820" r:id="rId4"/>
    <p:sldId id="821" r:id="rId5"/>
    <p:sldId id="822" r:id="rId6"/>
    <p:sldId id="823" r:id="rId7"/>
    <p:sldId id="824" r:id="rId8"/>
    <p:sldId id="796" r:id="rId9"/>
    <p:sldId id="817" r:id="rId10"/>
    <p:sldId id="819" r:id="rId11"/>
    <p:sldId id="818" r:id="rId12"/>
    <p:sldId id="802" r:id="rId13"/>
    <p:sldId id="795" r:id="rId14"/>
    <p:sldId id="803" r:id="rId15"/>
    <p:sldId id="797" r:id="rId16"/>
    <p:sldId id="798" r:id="rId17"/>
    <p:sldId id="825" r:id="rId18"/>
    <p:sldId id="806" r:id="rId19"/>
    <p:sldId id="826" r:id="rId20"/>
    <p:sldId id="799" r:id="rId21"/>
    <p:sldId id="827" r:id="rId22"/>
    <p:sldId id="828" r:id="rId23"/>
    <p:sldId id="665" r:id="rId24"/>
    <p:sldId id="696" r:id="rId25"/>
    <p:sldId id="669" r:id="rId26"/>
    <p:sldId id="807" r:id="rId27"/>
    <p:sldId id="808" r:id="rId28"/>
    <p:sldId id="810" r:id="rId29"/>
    <p:sldId id="809" r:id="rId30"/>
    <p:sldId id="811" r:id="rId31"/>
    <p:sldId id="815" r:id="rId32"/>
    <p:sldId id="813" r:id="rId33"/>
    <p:sldId id="671" r:id="rId34"/>
    <p:sldId id="81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42" autoAdjust="0"/>
    <p:restoredTop sz="89494" autoAdjust="0"/>
  </p:normalViewPr>
  <p:slideViewPr>
    <p:cSldViewPr snapToGrid="0">
      <p:cViewPr varScale="1">
        <p:scale>
          <a:sx n="111" d="100"/>
          <a:sy n="111" d="100"/>
        </p:scale>
        <p:origin x="96" y="31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2:56.81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135 9 5529 0 0,'-2'-1'256'0'0,"1"1"-1"0"0,0-1 1 0 0,0 0-1 0 0,-1 0 1 0 0,1 0-1 0 0,0 1 1 0 0,-1-1 0 0 0,1 1-1 0 0,-1-1 1 0 0,1 1-1 0 0,0 0 1 0 0,-1-1-1 0 0,1 1 1 0 0,-1 0-1 0 0,1 0 1 0 0,-1 0-1 0 0,1 0 1 0 0,-1 0 0 0 0,1 0-1 0 0,-3 1 1 0 0,-10 12 3330 0 0,5 2-4166 0 0,-5 16 1014 0 0,1 0 0 0 0,1 0 0 0 0,2 1 0 0 0,1 1 0 0 0,2-1 0 0 0,1 2 0 0 0,-2 46 0 0 0,11 240-12 0 0,1-240-50 0 0,98 1334 768 0 0,-75-1148-1086 0 0,48 613 1875 0 0,-63-347-1440 0 0,-9-311-272 0 0,3-103 32 0 0,-1-68-6425 0 0,-2-36-724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2:58.13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25 23 12443 0 0,'-2'1'20'0'0,"0"0"1"0"0,1 0-1 0 0,-1 1 1 0 0,0-1-1 0 0,1 0 0 0 0,-1 1 1 0 0,1-1-1 0 0,0 1 1 0 0,0-1-1 0 0,-1 1 1 0 0,1-1-1 0 0,0 1 1 0 0,0 0-1 0 0,0 0 1 0 0,1 0-1 0 0,-1 0 1 0 0,0-1-1 0 0,1 1 1 0 0,-1 0-1 0 0,1 0 1 0 0,0 0-1 0 0,-1 0 1 0 0,1 0-1 0 0,0 0 0 0 0,0 0 1 0 0,0 0-1 0 0,1 0 1 0 0,-1 0-1 0 0,0 0 1 0 0,1 0-1 0 0,-1 0 1 0 0,1 0-1 0 0,0 0 1 0 0,0 0-1 0 0,0 0 1 0 0,0-1-1 0 0,0 1 1 0 0,0 0-1 0 0,0-1 1 0 0,0 1-1 0 0,1-1 0 0 0,-1 1 1 0 0,0-1-1 0 0,1 1 1 0 0,-1-1-1 0 0,1 0 1 0 0,0 0-1 0 0,0 0 1 0 0,-1 0-1 0 0,1 0 1 0 0,0 0-1 0 0,0-1 1 0 0,0 1-1 0 0,0 0 1 0 0,0-1-1 0 0,2 1 1 0 0,25 3-119 0 0,-1-1-1 0 0,0-1 1 0 0,0-2 0 0 0,47-5 0 0 0,115-25-422 0 0,-134 19 476 0 0,156-18 86 0 0,240-2 0 0 0,103 18 1738 0 0,838 25-188 0 0,564 69-574 0 0,-1026-67 660 0 0,-298-9-701 0 0,-22 1-179 0 0,584 21 1045 0 0,-965-5-1558 0 0,-57-3-2071 0 0,-141-18-5667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3:03.21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27 2184 9674 0 0,'-3'-4'112'0'0,"0"0"0"0"0,0 0-1 0 0,1-1 1 0 0,-1 1 0 0 0,1-1 0 0 0,0 1 0 0 0,0-1-1 0 0,1 0 1 0 0,-1 0 0 0 0,1 0 0 0 0,0 0-1 0 0,0 0 1 0 0,1 0 0 0 0,-1 0 0 0 0,1-1 0 0 0,1-9-1 0 0,2-11-211 0 0,1 1 0 0 0,7-29 0 0 0,-5 27 244 0 0,26-95 283 0 0,85-209 0 0 0,-64 193-168 0 0,158-341-114 0 0,-133 314-146 0 0,-57 118 41 0 0,2 1 0 0 0,3 1 1 0 0,1 1-1 0 0,2 2 1 0 0,2 1-1 0 0,52-54 0 0 0,-81 93-10 0 0,1 0-1 0 0,-1-1 0 0 0,1 2 0 0 0,-1-1 0 0 0,1 0 0 0 0,0 0 0 0 0,0 1 1 0 0,0-1-1 0 0,0 1 0 0 0,0 0 0 0 0,0 0 0 0 0,0 0 0 0 0,0 1 0 0 0,0-1 1 0 0,0 1-1 0 0,1-1 0 0 0,5 1 0 0 0,-4 1-9 0 0,0 0 0 0 0,0 0 0 0 0,0 0 0 0 0,-1 1 0 0 0,1 0 0 0 0,0 0 0 0 0,-1 0-1 0 0,1 0 1 0 0,-1 1 0 0 0,6 4 0 0 0,5 6-31 0 0,0 0-1 0 0,-2 1 0 0 0,0 0 1 0 0,21 30-1 0 0,2 9-19 0 0,-3 2 1 0 0,-2 1-1 0 0,42 109 0 0 0,43 191 404 0 0,-64-187-151 0 0,-28-93-217 0 0,117 327-207 0 0,-117-349 171 0 0,2 0 0 0 0,3-1 0 0 0,2-2-1 0 0,2-1 1 0 0,44 51 0 0 0,-66-88 36 0 0,120 129 442 0 0,-111-123-358 0 0,2 0 0 0 0,0-1 0 0 0,1-1-1 0 0,43 23 1 0 0,-61-37-56 0 0,1 0 1 0 0,0-1-1 0 0,0 1 1 0 0,0-2-1 0 0,0 1 0 0 0,0 0 1 0 0,1-1-1 0 0,-1 0 0 0 0,0-1 1 0 0,1 0-1 0 0,-1 0 0 0 0,0 0 1 0 0,1 0-1 0 0,9-3 0 0 0,-8 1-11 0 0,0-1 0 0 0,0 0-1 0 0,0-1 1 0 0,-1 1-1 0 0,0-1 1 0 0,1-1 0 0 0,-1 1-1 0 0,-1-1 1 0 0,13-12 0 0 0,-4 2-148 0 0,-2-1 0 0 0,0 0 0 0 0,0-1 0 0 0,-2-1 0 0 0,0 0 1 0 0,-1-1-1 0 0,-1 0 0 0 0,8-21 0 0 0,3-29-447 0 0,-2-1 1 0 0,-4-1-1 0 0,6-79 0 0 0,16-76 187 0 0,3 55 671 0 0,8 1 0 0 0,7 3-1 0 0,8 3 1 0 0,99-190-1 0 0,-134 303 296 0 0,158-282 2255 0 0,-182 327-2780 0 0,9-15 41 0 0,1 1 1 0 0,1 0 0 0 0,0 2-1 0 0,25-26 1 0 0,-36 41-99 0 0,0 0 0 0 0,1-1 0 0 0,0 1 0 0 0,0 0 0 0 0,0 1 0 0 0,0-1 0 0 0,0 1 0 0 0,1-1 0 0 0,-1 1 0 0 0,0 1-1 0 0,1-1 1 0 0,0 1 0 0 0,-1 0 0 0 0,1 0 0 0 0,0 0 0 0 0,0 0 0 0 0,0 1 0 0 0,0 0 0 0 0,-1 0 0 0 0,1 0 0 0 0,0 1 0 0 0,0-1 0 0 0,0 1 0 0 0,0 0 0 0 0,-1 1-1 0 0,1-1 1 0 0,-1 1 0 0 0,6 2 0 0 0,6 6-32 0 0,-1 0 1 0 0,0 0-1 0 0,-1 2 0 0 0,0 0 0 0 0,-1 0 0 0 0,0 1 1 0 0,-1 1-1 0 0,-1 0 0 0 0,0 0 0 0 0,0 1 0 0 0,14 30 1 0 0,4 16 130 0 0,38 118 0 0 0,-48-124-4 0 0,16 45-22 0 0,249 749-2043 0 0,-159-498 1673 0 0,-88-267 284 0 0,3-2-1 0 0,55 83 1 0 0,-84-148 181 0 0,0-1-1 0 0,1 0 1 0 0,1 0 0 0 0,1-1 0 0 0,0-1 0 0 0,1-1 0 0 0,26 20-1 0 0,-37-30-81 0 0,1-1-1 0 0,-1 1 0 0 0,1 0 1 0 0,0-1-1 0 0,0 0 0 0 0,0 0 0 0 0,0-1 1 0 0,1 1-1 0 0,-1-1 0 0 0,0 0 1 0 0,1 0-1 0 0,-1-1 0 0 0,1 0 1 0 0,-1 0-1 0 0,0 0 0 0 0,1 0 0 0 0,-1-1 1 0 0,0 0-1 0 0,1 0 0 0 0,-1-1 1 0 0,0 1-1 0 0,0-1 0 0 0,0 0 1 0 0,0-1-1 0 0,0 1 0 0 0,0-1 0 0 0,-1 0 1 0 0,1 0-1 0 0,-1 0 0 0 0,0-1 1 0 0,0 1-1 0 0,6-8 0 0 0,-2 1-24 0 0,0 0-1 0 0,0-1 0 0 0,-1 0 1 0 0,0-1-1 0 0,-1 1 1 0 0,0-1-1 0 0,-1 0 0 0 0,6-19 1 0 0,20-108 87 0 0,-26 110-114 0 0,125-814-2480 0 0,-126 812 2307 0 0,-1 9-1 0 0,59-364-947 0 0,-42 294 1276 0 0,3 1-1 0 0,40-99 1 0 0,-55 170-116 0 0,1 1-1 0 0,1 1 1 0 0,0-1 0 0 0,22-28 0 0 0,-26 40-70 0 0,-1 0 0 0 0,1 1 0 0 0,1 0 0 0 0,-1 0 0 0 0,1 0 0 0 0,0 1 0 0 0,0 0 1 0 0,0 0-1 0 0,1 0 0 0 0,0 1 0 0 0,0 1 0 0 0,0-1 0 0 0,16-4 0 0 0,-19 8-22 0 0,1 0 0 0 0,-1-1 0 0 0,0 2-1 0 0,0-1 1 0 0,0 1 0 0 0,0-1 0 0 0,0 1 0 0 0,0 1-1 0 0,0-1 1 0 0,0 1 0 0 0,-1 0 0 0 0,1 0-1 0 0,0 0 1 0 0,-1 1 0 0 0,1-1 0 0 0,-1 1 0 0 0,0 0-1 0 0,0 0 1 0 0,0 1 0 0 0,-1-1 0 0 0,1 1 0 0 0,3 5-1 0 0,9 11-175 0 0,0 1-1 0 0,-2 0 0 0 0,14 27 1 0 0,-19-32 40 0 0,216 337-171 0 0,-177-279 351 0 0,-3 2 0 0 0,62 142 0 0 0,42 175-67 0 0,-23-53 422 0 0,-106-291-235 0 0,3-1 1 0 0,32 51 0 0 0,-45-82-39 0 0,2-1-1 0 0,0 0 1 0 0,1-1 0 0 0,0 0 0 0 0,1 0 0 0 0,1-2 0 0 0,0 0 0 0 0,32 20 0 0 0,-41-29-35 0 0,1 0 0 0 0,0-1-1 0 0,0 1 1 0 0,1-2 0 0 0,-1 1 0 0 0,1-1 0 0 0,-1 0 0 0 0,1-1 0 0 0,0 0 0 0 0,-1 0-1 0 0,1 0 1 0 0,0-1 0 0 0,0 0 0 0 0,0-1 0 0 0,-1 0 0 0 0,13-3 0 0 0,-12 2-145 0 0,0-1 1 0 0,-1-1 0 0 0,1 1 0 0 0,-1-1-1 0 0,0-1 1 0 0,0 1 0 0 0,0-1 0 0 0,-1 0 0 0 0,1-1-1 0 0,-1 0 1 0 0,-1 0 0 0 0,1 0 0 0 0,-1 0-1 0 0,0-1 1 0 0,6-11 0 0 0,9-18-397 0 0,-1-2 0 0 0,20-58 0 0 0,17-85 44 0 0,-45 142 337 0 0,128-617-110 0 0,-68 274 374 0 0,27 10-556 0 0,-84 332 181 0 0,25-53 0 0 0,-33 82 204 0 0,0 0-1 0 0,0 0 1 0 0,1 1-1 0 0,0 0 1 0 0,1 0 0 0 0,0 1-1 0 0,0 0 1 0 0,1 0-1 0 0,15-10 1 0 0,-20 17 27 0 0,0 0 0 0 0,0 0 1 0 0,1 0-1 0 0,-1 1 0 0 0,1-1 1 0 0,-1 1-1 0 0,1 0 0 0 0,0 1 0 0 0,0-1 1 0 0,-1 1-1 0 0,1 0 0 0 0,0 0 1 0 0,-1 0-1 0 0,1 1 0 0 0,0 0 0 0 0,-1 0 1 0 0,1 0-1 0 0,0 0 0 0 0,-1 1 1 0 0,0 0-1 0 0,1 0 0 0 0,-1 0 0 0 0,0 0 1 0 0,6 4-1 0 0,5 5 59 0 0,0-1-1 0 0,0 2 1 0 0,-1 0 0 0 0,24 27-1 0 0,-16-13-38 0 0,-3 0 1 0 0,0 2-1 0 0,-1 0 0 0 0,18 41 1 0 0,46 128 55 0 0,261 677-501 0 0,-176-507 332 0 0,-124-288 438 0 0,3-3 1 0 0,85 108 0 0 0,-114-164-123 0 0,0 0 1 0 0,1-1-1 0 0,1-1 0 0 0,29 21 1 0 0,-40-34-161 0 0,-1 0 0 0 0,1-1 1 0 0,0 0-1 0 0,0 0 1 0 0,1 0-1 0 0,-1-1 1 0 0,12 2-1 0 0,-15-4-27 0 0,0 0 0 0 0,0-1-1 0 0,0 0 1 0 0,-1 0 0 0 0,1 0 0 0 0,0 0-1 0 0,0-1 1 0 0,0 0 0 0 0,0 0 0 0 0,-1 0 0 0 0,1 0-1 0 0,0-1 1 0 0,-1 0 0 0 0,7-3 0 0 0,-6 1-65 0 0,1 0 0 0 0,-1 0 0 0 0,0 0 0 0 0,0-1 0 0 0,0 0 0 0 0,-1 0 0 0 0,0 0 0 0 0,0-1 0 0 0,0 1 0 0 0,0-1 0 0 0,4-11 0 0 0,3-8-110 0 0,12-40 0 0 0,-20 52 64 0 0,45-166-1533 0 0,28-213 0 0 0,27-110-1561 0 0,-1 176 2878 0 0,-71 244 1907 0 0,78-146 1 0 0,-105 221-1604 0 0,1 0 0 0 0,0-1 0 0 0,0 1 0 0 0,0 1 0 0 0,1-1 0 0 0,-1 1 1 0 0,12-10-1 0 0,-14 15-57 0 0,0-1 1 0 0,0 0-1 0 0,-1 1 1 0 0,1-1-1 0 0,0 1 1 0 0,0 0-1 0 0,1 0 1 0 0,-1 0-1 0 0,0 0 1 0 0,0 1-1 0 0,0-1 1 0 0,1 1-1 0 0,-1 0 1 0 0,0 0-1 0 0,0 0 1 0 0,1 0-1 0 0,-1 1 1 0 0,0-1-1 0 0,0 1 1 0 0,0 0-1 0 0,0 0 1 0 0,6 2-1 0 0,6 4-95 0 0,-1 1-1 0 0,0 0 1 0 0,0 1 0 0 0,-1 1-1 0 0,0 0 1 0 0,-1 1-1 0 0,0 0 1 0 0,14 17 0 0 0,10 17-155 0 0,31 50 1 0 0,-36-49 339 0 0,71 108 750 0 0,-40-59-80 0 0,3-2 0 0 0,93 101 0 0 0,68 38 522 0 0,77 81 1653 0 0,-147-156-4587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2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54 7834 0 0,'-14'1'608'0'0,"13"-1"-564"0"0,-1-1 1 0 0,1 1 0 0 0,-1 0 0 0 0,0 0 0 0 0,1 0 0 0 0,-1 0-1 0 0,1 0 1 0 0,-1 1 0 0 0,1-1 0 0 0,-1 0 0 0 0,0 1-1 0 0,1-1 1 0 0,0 1 0 0 0,-1 0 0 0 0,1-1 0 0 0,-1 1 0 0 0,1 0-1 0 0,0 0 1 0 0,-1 0 0 0 0,1 0 0 0 0,0 0 0 0 0,0 0-1 0 0,0 0 1 0 0,-2 2 0 0 0,3-2-18 0 0,0-1 0 0 0,0 0 1 0 0,1 1-1 0 0,-1-1 0 0 0,0 0 0 0 0,0 1 0 0 0,0-1 0 0 0,0 0 1 0 0,0 1-1 0 0,1-1 0 0 0,-1 0 0 0 0,0 1 0 0 0,0-1 0 0 0,1 0 1 0 0,-1 0-1 0 0,0 1 0 0 0,0-1 0 0 0,1 0 0 0 0,-1 0 0 0 0,0 1 1 0 0,1-1-1 0 0,-1 0 0 0 0,0 0 0 0 0,1 0 0 0 0,-1 0 0 0 0,0 0 1 0 0,1 1-1 0 0,-1-1 0 0 0,0 0 0 0 0,1 0 0 0 0,-1 0 0 0 0,1 0 1 0 0,-1 0-1 0 0,0 0 0 0 0,1 0 0 0 0,-1 0 0 0 0,0 0 0 0 0,1-1 1 0 0,-1 1-1 0 0,0 0 0 0 0,1 0 0 0 0,17-1 464 0 0,138-25 2285 0 0,57-5-230 0 0,128 13-325 0 0,-162 18-1738 0 0,234 31-1 0 0,-391-29-486 0 0,9 3-3317 0 0,-25-2-2694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2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5065 0 0,'4'-2'206'0'0,"-1"-1"1"0"0,1 0-1 0 0,-1 0 0 0 0,1 0 1 0 0,-1 0-1 0 0,0 0 0 0 0,5-8 0 0 0,5-4 1043 0 0,1-2 440 0 0,-9 11-567 0 0,-10 10 3664 0 0,-14 11-3830 0 0,9-5 435 0 0,11-10-1991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8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31 6497 0 0,'0'-1'15'0'0,"0"-1"0"0"0,0 1 0 0 0,0 0 0 0 0,0 0 0 0 0,0-1 0 0 0,-1 1 0 0 0,1 0 0 0 0,0 0 0 0 0,-1 0 0 0 0,1 0 0 0 0,-1-1 0 0 0,1 1 0 0 0,-1 0 0 0 0,0 0 0 0 0,1 0 0 0 0,-1 0 0 0 0,0 0 0 0 0,0 0 0 0 0,0 1 0 0 0,0-1 0 0 0,0 0 0 0 0,1 0 0 0 0,-1 0 0 0 0,-1 1 0 0 0,1-1 0 0 0,0 1 0 0 0,0-1 0 0 0,-1 0 0 0 0,-3 1 16 0 0,1-1-1 0 0,0 1 0 0 0,0 0 1 0 0,0 0-1 0 0,-1 0 0 0 0,1 1 1 0 0,-4 0-1 0 0,-6 1-11 0 0,-226 16 9835 0 0,361-17-5851 0 0,104-2-2884 0 0,159 4-825 0 0,-98 0-72 0 0,-94 4-136 0 0,-153-3-253 0 0,-2 1 0 0 0,75 22 0 0 0,-79-15 56 0 0,-32-11 39 0 0,0-1 1 0 0,0 0 0 0 0,0 0-1 0 0,0 1 1 0 0,0-1-1 0 0,0 1 1 0 0,0-1-1 0 0,0 1 1 0 0,0 0 0 0 0,0-1-1 0 0,0 1 1 0 0,-1 0-1 0 0,1-1 1 0 0,0 1 0 0 0,0 0-1 0 0,-1 0 1 0 0,1 0-1 0 0,0 0 1 0 0,-1 0 0 0 0,1 0-1 0 0,-1 0 1 0 0,1 0-1 0 0,-1 0 1 0 0,0 0 0 0 0,1 0-1 0 0,-1 0 1 0 0,0 1-1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9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5985 0 0,'51'26'2996'0'0,"-8"-4"-912"0"0,-1 2 0 0 0,-1 2 0 0 0,66 55 1 0 0,-53-34-173 0 0,89 106 0 0 0,10 24-971 0 0,103 127-547 0 0,-234-274-437 0 0,-14-18-40 0 0,1 0 0 0 0,0-1 0 0 0,1 0-1 0 0,0 0 1 0 0,0-1 0 0 0,1 0 0 0 0,14 9 0 0 0,-17-14-457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0 9674 0 0,'-47'42'3194'0'0,"-47"68"-1349"0"0,6 4 1 0 0,-123 206-1 0 0,186-279-1995 0 0,2 2 1 0 0,1 0-1 0 0,3 1 1 0 0,1 1-1 0 0,-20 84 0 0 0,33-98-6154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7:59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7370 0 0,'-1'0'151'0'0,"1"1"0"0"0,-1-1 1 0 0,0 1-1 0 0,1-1 1 0 0,-1 1-1 0 0,1-1 1 0 0,-1 1-1 0 0,1 0 1 0 0,-1-1-1 0 0,1 1 0 0 0,-1 0 1 0 0,1-1-1 0 0,-1 1 1 0 0,1 0-1 0 0,0-1 1 0 0,0 1-1 0 0,-1 0 0 0 0,1 0 1 0 0,0 0-1 0 0,0-1 1 0 0,0 1-1 0 0,0 0 1 0 0,0 0-1 0 0,0 1 1 0 0,-3 29 1647 0 0,3-20-1102 0 0,-5 68 1815 0 0,4 0 0 0 0,16 151 0 0 0,51 157-1260 0 0,-5-34-783 0 0,-6 62-37 0 0,-52-393-530 0 0,-2 0 0 0 0,0 34 1 0 0,-4-40-314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0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1579 6913 0 0,'0'1'-11'0'0,"-1"-1"-1"0"0,0 1 0 0 0,0-1 1 0 0,1 0-1 0 0,-1 1 0 0 0,0-1 0 0 0,0 1 1 0 0,0-1-1 0 0,0 0 0 0 0,0 0 1 0 0,0 0-1 0 0,0 0 0 0 0,0 1 1 0 0,1-1-1 0 0,-1 0 0 0 0,0 0 0 0 0,0-1 1 0 0,0 1-1 0 0,0 0 0 0 0,0 0 1 0 0,0 0-1 0 0,0-1 0 0 0,0 1 0 0 0,1 0 1 0 0,-1-1-1 0 0,0 1 0 0 0,0-1 1 0 0,0 1-1 0 0,1-1 0 0 0,-1 1 0 0 0,0-1 1 0 0,0 1-1 0 0,0-2 0 0 0,-1 0 200 0 0,0 0-1 0 0,0 0 1 0 0,0 0-1 0 0,0 0 1 0 0,0 0-1 0 0,1 0 1 0 0,-1-1-1 0 0,1 1 1 0 0,0 0-1 0 0,-2-5 1 0 0,0-6 336 0 0,1-1 0 0 0,0 1 0 0 0,1-1 0 0 0,1 1 0 0 0,1-21 0 0 0,14-71 1750 0 0,-7 51-1299 0 0,5-62 1288 0 0,-3-157-1 0 0,-24-118-112 0 0,2 146-1130 0 0,12 229-998 0 0,-9-106 56 0 0,7 107-77 0 0,0 1-1 0 0,-2 0 1 0 0,0-1-1 0 0,0 1 0 0 0,-1 1 1 0 0,-9-17-1 0 0,14 30-5 0 0,0-1-27 0 0,0 1 1 0 0,0-1 0 0 0,0 1-1 0 0,-1-1 1 0 0,1 1 0 0 0,0-1-1 0 0,-1 1 1 0 0,1-1 0 0 0,-1 1-1 0 0,1-1 1 0 0,0 1 0 0 0,-1-1-1 0 0,1 1 1 0 0,-1 0-1 0 0,1-1 1 0 0,-1 1 0 0 0,1 0-1 0 0,-1-1 1 0 0,1 1 0 0 0,-1 0-1 0 0,0 0 1 0 0,1-1 0 0 0,-1 1-1 0 0,-2 4-678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1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 4145 0 0,'-79'20'1656'0'0,"-27"8"5402"0"0,132-33-3546 0 0,18 4-2580 0 0,-21 1-503 0 0,8 0 3 0 0,50 4 0 0 0,-72-3-450 0 0,0 0 0 0 0,0 1 0 0 0,1 0 0 0 0,-2 1-1 0 0,1 0 1 0 0,0 0 0 0 0,0 1 0 0 0,-1 0 0 0 0,15 10 0 0 0,-21-12-25 0 0,0-1 0 0 0,-1 1 0 0 0,0 0 0 0 0,1-1 0 0 0,-1 1 0 0 0,0 0 0 0 0,0 0-1 0 0,0 0 1 0 0,0 0 0 0 0,0 0 0 0 0,-1 0 0 0 0,1 0 0 0 0,-1 0 0 0 0,1 0 0 0 0,-1 1 0 0 0,0-1 0 0 0,0 0 0 0 0,0 0 0 0 0,0 0 0 0 0,0 0 0 0 0,0 1 0 0 0,0-1 0 0 0,-1 0 0 0 0,1 0 0 0 0,-1 0 0 0 0,0 0 0 0 0,0 0 0 0 0,1 0 0 0 0,-1 0 0 0 0,0 0 0 0 0,-3 3 0 0 0,-3 8-71 0 0,-2 0 0 0 0,1-1 1 0 0,-15 16-1 0 0,16-20-11 0 0,-98 104-636 0 0,73-80 747 0 0,1 0-1 0 0,1 2 1 0 0,2 1 0 0 0,-29 48 0 0 0,56-81 40 0 0,0 0 0 0 0,0 0 0 0 0,0 0-1 0 0,0 1 1 0 0,0-1 0 0 0,0 0 0 0 0,1 1 0 0 0,-1-1 0 0 0,1 0-1 0 0,-1 1 1 0 0,1-1 0 0 0,0 0 0 0 0,0 1 0 0 0,0-1 0 0 0,0 1 0 0 0,1-1-1 0 0,-1 0 1 0 0,1 1 0 0 0,1 3 0 0 0,-1-3 26 0 0,1 0 0 0 0,0-1 0 0 0,0 1 0 0 0,0 0 0 0 0,0-1 0 0 0,0 0 0 0 0,0 1 0 0 0,1-1 0 0 0,-1 0 0 0 0,1 0 0 0 0,0-1 0 0 0,-1 1 0 0 0,4 1 0 0 0,10 4 166 0 0,0-1 1 0 0,1-1 0 0 0,-1 0 0 0 0,26 3 0 0 0,-30-5-191 0 0,24 2 82 0 0,-26-4-80 0 0,0 0 1 0 0,0 0 0 0 0,0 1 0 0 0,-1 1 0 0 0,1 0-1 0 0,0 0 1 0 0,-1 1 0 0 0,10 5 0 0 0,-17-8-31 0 0,-1 0 0 0 0,0 0 0 0 0,0 0 0 0 0,-1 0 0 0 0,1 0 0 0 0,0 1 0 0 0,0-1 0 0 0,0 0 0 0 0,-1 1 0 0 0,1-1 0 0 0,-1 1 0 0 0,1-1 0 0 0,-1 0 0 0 0,0 1 0 0 0,1-1 0 0 0,-1 1 0 0 0,0-1 0 0 0,0 1 0 0 0,0-1 0 0 0,0 1 0 0 0,0-1 0 0 0,0 1 0 0 0,-1-1 0 0 0,1 1 0 0 0,0-1 0 0 0,-1 1 0 0 0,1-1 0 0 0,-1 1 0 0 0,0-1 0 0 0,-1 2 0 0 0,-2 7 0 0 0,-1-1 0 0 0,-1 0 0 0 0,-8 10 0 0 0,10-13 0 0 0,-32 39 104 0 0,26-35-48 0 0,1 0 0 0 0,1 1 0 0 0,-1 0 0 0 0,2 1 0 0 0,0-1 0 0 0,0 1 0 0 0,-9 25 0 0 0,15-36-43 0 0,1 1-1 0 0,0 0 1 0 0,-1-1-1 0 0,1 1 1 0 0,0 0-1 0 0,0 0 1 0 0,0-1-1 0 0,0 1 1 0 0,0 0-1 0 0,0 0 1 0 0,1-1-1 0 0,-1 1 1 0 0,1 0-1 0 0,-1-1 1 0 0,1 1-1 0 0,-1-1 1 0 0,1 1-1 0 0,0 0 1 0 0,0-1-1 0 0,0 1 1 0 0,1 1-1 0 0,1-1-13 0 0,-1 1 0 0 0,1-1 0 0 0,0 0 0 0 0,0 0 0 0 0,-1 0 0 0 0,1-1 0 0 0,0 1 0 0 0,1-1-1 0 0,-1 0 1 0 0,5 2 0 0 0,7 1-93 0 0,1-1 0 0 0,0-1 0 0 0,27 1 0 0 0,-38-3 68 0 0,75 5-2592 0 0,-65-5 1518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4609 0 0,'-8'12'738'0'0,"1"-3"1475"0"0,0 2 1 0 0,0-1-1 0 0,-8 19 1 0 0,13-26-1868 0 0,1 1 0 0 0,0 0 1 0 0,0 1-1 0 0,0-1 0 0 0,0 0 0 0 0,1 0 0 0 0,-1 0 0 0 0,1 0 1 0 0,0 1-1 0 0,0-1 0 0 0,1 0 0 0 0,0 0 0 0 0,-1 0 0 0 0,3 8 0 0 0,109 262 3306 0 0,-44-117-3388 0 0,-12-15-100 0 0,-6 3 1 0 0,33 156-1 0 0,-65-219-145 0 0,34 191 464 0 0,-48-236-449 0 0,-1 0 1 0 0,-2 0-1 0 0,-2-1 1 0 0,-1 1-1 0 0,-10 53 1 0 0,9-77-205 0 0,0-1 1 0 0,-1 0 0 0 0,-8 20 0 0 0,9-26-390 0 0,0-1 1 0 0,0 1-1 0 0,-1-1 1 0 0,0 0-1 0 0,-6 7 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2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33 456 0 0,'24'-25'2625'0'0,"-9"19"-2625"0"0,-10 5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148 507 3225 0 0,'-23'12'75'0'0,"-57"33"1812"0"0,36-10 3874 0 0,63-50-1639 0 0,17-4-2306 0 0,-8 4-964 0 0,354-221 3178 0 0,-353 217-3865 0 0,158-96 467 0 0,-14 10-1257 0 0,-61 30-3829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3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20 6913 0 0,'-1'-1'39'0'0,"0"-1"0"0"0,0 1 0 0 0,0 0-1 0 0,0-1 1 0 0,0 1 0 0 0,0 0-1 0 0,0 0 1 0 0,0 0 0 0 0,-1 0 0 0 0,1 0-1 0 0,0 0 1 0 0,-1 0 0 0 0,1 0-1 0 0,0 1 1 0 0,-1-1 0 0 0,1 0 0 0 0,-1 1-1 0 0,1-1 1 0 0,-1 1 0 0 0,0 0-1 0 0,1 0 1 0 0,-1-1 0 0 0,1 1-1 0 0,-4 0 1 0 0,-44 3 532 0 0,41-2-205 0 0,-22 3 709 0 0,-1 2 0 0 0,1 1 1 0 0,0 2-1 0 0,1 1 0 0 0,0 1 0 0 0,0 1 0 0 0,-46 28 1 0 0,102-45 573 0 0,17-12-1159 0 0,97-34 442 0 0,-123 45-883 0 0,2 1-1 0 0,-1 1 1 0 0,0 1 0 0 0,1 1-1 0 0,27 0 1 0 0,-42 2-28 0 0,-1 0 1 0 0,1 1-1 0 0,-1-1 0 0 0,0 1 0 0 0,1 0 1 0 0,-1 0-1 0 0,0 1 0 0 0,0-1 0 0 0,0 1 1 0 0,7 3-1 0 0,-9-3 3 0 0,-1-1 1 0 0,1 0-1 0 0,-1 1 1 0 0,0-1-1 0 0,1 1 1 0 0,-1-1-1 0 0,0 1 0 0 0,0 0 1 0 0,0-1-1 0 0,0 1 1 0 0,0 0-1 0 0,-1 0 1 0 0,1 0-1 0 0,0 0 0 0 0,-1 0 1 0 0,0 0-1 0 0,1 0 1 0 0,-1-1-1 0 0,0 1 1 0 0,0 0-1 0 0,0 0 0 0 0,0 0 1 0 0,0 0-1 0 0,-1 0 1 0 0,1 0-1 0 0,-1 2 1 0 0,-8 28-48 0 0,-1-1 1 0 0,-1 0-1 0 0,-2 0 1 0 0,-1-1 0 0 0,-27 41-1 0 0,4-5-1117 0 0,24-40 78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3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842 4 8754 0 0,'1'-1'124'0'0,"-1"1"-1"0"0,1 0 1 0 0,-1-1 0 0 0,0 1 0 0 0,1 0 0 0 0,-1 0-1 0 0,1-1 1 0 0,-1 1 0 0 0,1 0 0 0 0,-1 0-1 0 0,1 0 1 0 0,-1-1 0 0 0,1 1 0 0 0,-1 0 0 0 0,1 0-1 0 0,-1 0 1 0 0,1 0 0 0 0,-1 0 0 0 0,1 0-1 0 0,0 0 1 0 0,-1 0 0 0 0,1 1 0 0 0,-1-1 0 0 0,1 0-1 0 0,-1 0 1 0 0,0 0 0 0 0,1 1 0 0 0,-1-1 0 0 0,1 0-1 0 0,-1 0 1 0 0,1 1 0 0 0,-1-1 0 0 0,1 0-1 0 0,-1 1 1 0 0,1-1 0 0 0,-9 18 2104 0 0,-27 22-998 0 0,34-39-1170 0 0,-352 310 1122 0 0,64-64-832 0 0,228-183-244 0 0,40-41-205 0 0,-1 0 0 0 0,-43 34 0 0 0,60-55-1260 0 0,11-8 16 0 0,-3 3 715 0 0,4-7-740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69 5265 0 0,'-9'7'309'0'0,"-1"0"0"0"0,0-1 0 0 0,0 0 0 0 0,0-1 0 0 0,-1 1 0 0 0,-15 4 0 0 0,-11 6 3285 0 0,131-60 976 0 0,-42 21-3430 0 0,2 3 1 0 0,87-21-1 0 0,-136 40-1054 0 0,0 0 0 0 0,-1 0 0 0 0,1 1 0 0 0,0 0 0 0 0,0-1 0 0 0,0 2-1 0 0,5-1 1 0 0,-9 1-67 0 0,0-1 0 0 0,-1 0-1 0 0,1 0 1 0 0,0 1 0 0 0,0-1 0 0 0,-1 0-1 0 0,1 0 1 0 0,0 1 0 0 0,-1-1 0 0 0,1 1-1 0 0,-1-1 1 0 0,1 1 0 0 0,-1-1-1 0 0,1 1 1 0 0,-1-1 0 0 0,1 1 0 0 0,-1-1-1 0 0,1 1 1 0 0,-1 0 0 0 0,1 0-1 0 0,-1 1 1 0 0,1-1 0 0 0,-1 1-1 0 0,0-1 1 0 0,0 0-1 0 0,0 1 1 0 0,0-1 0 0 0,0 1-1 0 0,0-1 1 0 0,0 1-1 0 0,-1-1 1 0 0,1 0 0 0 0,0 1-1 0 0,-1-1 1 0 0,0 3-1 0 0,-14 28 477 0 0,-30 53-1 0 0,-11 22-7 0 0,51-95-538 0 0,1 0-1 0 0,0 0 0 0 0,1 1 0 0 0,0-1 0 0 0,0 1 1 0 0,2 0-1 0 0,-1 15 0 0 0,3-10-1619 0 0,3-1-5449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4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6 2761 0 0,'-124'15'4250'0'0,"109"-9"-2461"0"0,26-1-204 0 0,28-1 86 0 0,179-22 1723 0 0,-20 0-2474 0 0,95 22-2292 0 0,-248-4-4024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2059 22 920 0 0,'-1'-1'178'0'0,"0"0"-1"0"0,1-1 0 0 0,-1 1 1 0 0,0-1-1 0 0,0 1 1 0 0,0 0-1 0 0,-1 0 0 0 0,1 0 1 0 0,0 0-1 0 0,0-1 1 0 0,-1 2-1 0 0,1-1 0 0 0,0 0 1 0 0,-1 0-1 0 0,1 0 1 0 0,-1 1-1 0 0,1-1 1 0 0,-1 0-1 0 0,1 1 0 0 0,-1 0 1 0 0,1-1-1 0 0,-1 1 1 0 0,0 0-1 0 0,1 0 0 0 0,-1 0 1 0 0,0 0-1 0 0,1 0 1 0 0,-1 0-1 0 0,1 0 0 0 0,-1 0 1 0 0,-2 1-1 0 0,-9 2 438 0 0,1 0 0 0 0,-25 8 0 0 0,23-6-559 0 0,-70 16 378 0 0,0-3 0 0 0,-174 13 0 0 0,123-18-176 0 0,-254 15 2063 0 0,93-9-522 0 0,-48-9 712 0 0,110-6-3067 0 0,173 3-797 0 0,21 2-4730 0 0,28-4 2307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5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 8290 0 0,'0'-8'7537'0'0,"0"13"-6635"0"0,-14 70 1527 0 0,8-48-1976 0 0,1 0 0 0 0,-1 38 1 0 0,20 422-103 0 0,-4-299-288 0 0,89 772 13 0 0,-98-957-75 0 0,70 470 488 0 0,-33 3 154 0 0,-34-360-580 0 0,0-68-2947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63 193 4145 0 0,'-7'1'854'0'0,"0"0"0"0"0,1-1 1 0 0,-1 1-1 0 0,-11-2 0 0 0,1 0 3067 0 0,20 0-3090 0 0,17-8-267 0 0,236-24-229 0 0,-72 13 25 0 0,158-12 724 0 0,-111 13-240 0 0,-39 3-475 0 0,-72 8-674 0 0,137-27 0 0 0,-153 17-1077 0 0,-59 16-3376 0 0,-34 2 449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53 11522 0 0,'-29'11'1655'0'0,"29"-11"-1622"0"0,0 0 0 0 0,-1 0-1 0 0,1 0 1 0 0,0 0 0 0 0,0 0 0 0 0,0 0-1 0 0,0 0 1 0 0,0 0 0 0 0,0 0 0 0 0,-1 0-1 0 0,1 0 1 0 0,0 0 0 0 0,0 0 0 0 0,0 0-1 0 0,0 1 1 0 0,0-1 0 0 0,0 0-1 0 0,0 0 1 0 0,0 0 0 0 0,0 0 0 0 0,-1 0-1 0 0,1 0 1 0 0,0 0 0 0 0,0 0 0 0 0,0 0-1 0 0,0 1 1 0 0,0-1 0 0 0,0 0 0 0 0,0 0-1 0 0,0 0 1 0 0,0 0 0 0 0,0 0 0 0 0,0 0-1 0 0,0 0 1 0 0,0 1 0 0 0,0-1-1 0 0,0 0 1 0 0,0 0 0 0 0,0 0 0 0 0,0 0-1 0 0,0 0 1 0 0,0 0 0 0 0,0 0 0 0 0,0 1-1 0 0,0-1 1 0 0,0 0 0 0 0,0 0 0 0 0,0 0-1 0 0,0 0 1 0 0,0 0 0 0 0,0 0 0 0 0,0 0-1 0 0,0 0 1 0 0,1 1 0 0 0,-1-1-1 0 0,0 0 1 0 0,18 1 1913 0 0,21-6-242 0 0,0-1 0 0 0,66-20-1 0 0,-45 10-3808 0 0,0 3-3502 0 0,-40 10-595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7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5985 0 0,'-1'4'529'0'0,"0"1"-1"0"0,0 0 1 0 0,1 0-1 0 0,-1 0 1 0 0,1 0 0 0 0,1 0-1 0 0,-1 0 1 0 0,1 0-1 0 0,1 5 1 0 0,0 11 424 0 0,9 95 2698 0 0,19 59-2451 0 0,-8-49-842 0 0,59 306 139 0 0,34 276 377 0 0,-98-452-530 0 0,27 225 272 0 0,16-186 124 0 0,-18-103-47 0 0,16 118 565 0 0,80 371-908 0 0,-115-579-255 0 0,14 168 1 0 0,-24 108 721 0 0,-13-351-1248 0 0,2 0 1 0 0,0 0-1 0 0,8 33 0 0 0,-8-50-598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1 286 5065 0 0,'0'1'8'0'0,"0"-1"0"0"0,-1 0-1 0 0,1 0 1 0 0,0 0 0 0 0,0 0 0 0 0,0 0 0 0 0,0 0-1 0 0,0 0 1 0 0,0 1 0 0 0,0-1 0 0 0,0 0 0 0 0,0 0-1 0 0,0 0 1 0 0,0 0 0 0 0,0 0 0 0 0,0 0 0 0 0,0 0-1 0 0,0 1 1 0 0,0-1 0 0 0,0 0 0 0 0,0 0 0 0 0,1 0-1 0 0,-1 0 1 0 0,0 0 0 0 0,0 0 0 0 0,0 0-1 0 0,0 0 1 0 0,0 1 0 0 0,0-1 0 0 0,0 0 0 0 0,0 0-1 0 0,0 0 1 0 0,0 0 0 0 0,0 0 0 0 0,1 0 0 0 0,-1 0-1 0 0,0 0 1 0 0,0 0 0 0 0,0 0 0 0 0,0 0 0 0 0,0 0-1 0 0,0 0 1 0 0,0 0 0 0 0,1 0 0 0 0,-1 0 0 0 0,0 0-1 0 0,0 0 1 0 0,0 0 0 0 0,0 0 0 0 0,0 0 0 0 0,0 0-1 0 0,0 0 1 0 0,1 0 0 0 0,-1 0 0 0 0,0 0-1 0 0,0 0 1 0 0,13-2 192 0 0,12-6 278 0 0,29-13-80 0 0,28-13-692 0 0,135-36 0 0 0,143-6 4787 0 0,5 34-524 0 0,-94 24-1106 0 0,-98 4-999 0 0,198 10 0 0 0,-283 8-1756 0 0,-14-1 332 0 0,117 18-1 0 0,-176-19-102 0 0,-12-6-994 0 0,-4 2 384 0 0,0 1 0 0 0,0 0 0 0 0,0-1 1 0 0,0 1-1 0 0,0 0 0 0 0,-1 0 0 0 0,1 0 0 0 0,0 0 1 0 0,-1 0-1 0 0,1 0 0 0 0,0 0 0 0 0,-3 0 1 0 0,-4-4-1055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14283 0 0,'-3'4'1272'0'0,"1"-2"-1016"0"0,2-1-256 0 0,0 1 0 0 0,0-1 593 0 0,0 1-289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0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2761 0 0,'4'-13'293'0'0,"0"0"0"0"0,1 0 0 0 0,1 0 1 0 0,0 0-1 0 0,1 1 0 0 0,0 0 1 0 0,1 0-1 0 0,0 1 0 0 0,0 0 0 0 0,12-11 1 0 0,-19 22-162 0 0,-1-1 1 0 0,0 1 0 0 0,1 0 0 0 0,-1-1-1 0 0,1 1 1 0 0,-1-1 0 0 0,1 1 0 0 0,-1 0-1 0 0,1-1 1 0 0,-1 1 0 0 0,1 0 0 0 0,-1-1-1 0 0,1 1 1 0 0,-1 0 0 0 0,1 0-1 0 0,0 0 1 0 0,-1 0 0 0 0,1-1 0 0 0,-1 1-1 0 0,1 0 1 0 0,0 0 0 0 0,-1 0 0 0 0,1 0-1 0 0,-1 0 1 0 0,1 1 0 0 0,0-1 0 0 0,-1 0-1 0 0,1 0 1 0 0,-1 0 0 0 0,1 0 0 0 0,-1 1-1 0 0,1-1 1 0 0,0 0 0 0 0,-1 0 0 0 0,1 1-1 0 0,0 0 1 0 0,0 0 127 0 0,0 1 1 0 0,0 0-1 0 0,1 0 0 0 0,-1 0 1 0 0,0 0-1 0 0,-1 0 0 0 0,1 0 0 0 0,0 0 1 0 0,-1 0-1 0 0,1 4 0 0 0,5 53 2613 0 0,-10 19-1600 0 0,-4 0-1 0 0,-19 89 0 0 0,-7 50-622 0 0,34-210-621 0 0,-2 12-16 0 0,0 0-1 0 0,3 28 1 0 0,-1-43-4 0 0,0 0 0 0 0,0-1 0 0 0,1 1 0 0 0,0-1 0 0 0,-1 1 0 0 0,1-1 0 0 0,0 1 0 0 0,1-1 0 0 0,-1 1 0 0 0,1-1 0 0 0,-1 0 0 0 0,1 0 0 0 0,0 0 0 0 0,0 0 0 0 0,0 0 0 0 0,1 0 0 0 0,-1 0 0 0 0,1-1 0 0 0,-1 1 0 0 0,5 2 0 0 0,-4-4 28 0 0,0 0 1 0 0,0-1 0 0 0,0 1 0 0 0,0 0-1 0 0,1-1 1 0 0,-1 0 0 0 0,0 0 0 0 0,0 0 0 0 0,0 0-1 0 0,0 0 1 0 0,1-1 0 0 0,-1 1 0 0 0,0-1-1 0 0,0 0 1 0 0,0 0 0 0 0,0 0 0 0 0,0 0-1 0 0,0 0 1 0 0,3-3 0 0 0,11-6 150 0 0,0 0-1 0 0,15-12 1 0 0,-16 10-146 0 0,17-10-136 0 0,2 1 0 0 0,1 2 0 0 0,1 2-1 0 0,0 1 1 0 0,50-14 0 0 0,35 2-7152 0 0,-105 26 830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87 7834 0 0,'-2'-4'340'0'0,"1"0"1"0"0,0 0 0 0 0,0 0-1 0 0,1 0 1 0 0,-1 0 0 0 0,1 0-1 0 0,0-1 1 0 0,0 1 0 0 0,0 0-1 0 0,1-4 1 0 0,-1 6-76 0 0,0 1 0 0 0,0-1-1 0 0,0 0 1 0 0,1 1 0 0 0,-1-1 0 0 0,0 0 0 0 0,1 1-1 0 0,0-1 1 0 0,-1 1 0 0 0,1-1 0 0 0,0 1 0 0 0,0-1-1 0 0,-1 1 1 0 0,1-1 0 0 0,0 1 0 0 0,1 0 0 0 0,-1-1-1 0 0,0 1 1 0 0,0 0 0 0 0,0 0 0 0 0,1 0 0 0 0,-1 0-1 0 0,1 0 1 0 0,-1 0 0 0 0,1 1 0 0 0,2-2 0 0 0,-3 2-175 0 0,0 0 1 0 0,0 0-1 0 0,0 1 1 0 0,0-1-1 0 0,0 0 1 0 0,0 1-1 0 0,0-1 1 0 0,0 1-1 0 0,-1-1 1 0 0,1 1-1 0 0,0 0 0 0 0,0-1 1 0 0,0 1-1 0 0,-1 0 1 0 0,1-1-1 0 0,0 1 1 0 0,-1 0-1 0 0,1 0 1 0 0,-1 0-1 0 0,1 0 1 0 0,-1 0-1 0 0,1 0 1 0 0,-1-1-1 0 0,1 1 1 0 0,-1 0-1 0 0,0 0 1 0 0,0 0-1 0 0,1 0 1 0 0,-1 0-1 0 0,0 2 1 0 0,7 35 433 0 0,-7-35-418 0 0,7 85 234 0 0,10 62-333 0 0,-13-131-716 0 0,0-1 0 0 0,2 1 0 0 0,0-1 0 0 0,1-1-1 0 0,0 1 1 0 0,12 17 0 0 0,-6-20-2336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0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4145 0 0,'0'-4'280'0'0,"-1"0"1"0"0,1 0-1 0 0,0 0 1 0 0,0 0-1 0 0,1 0 1 0 0,-1 1-1 0 0,1-1 1 0 0,0 0-1 0 0,0 0 1 0 0,0 1-1 0 0,1-1 1 0 0,-1 0-1 0 0,1 1 1 0 0,0-1-1 0 0,0 1 1 0 0,0 0-1 0 0,0 0 1 0 0,0 0-1 0 0,1 0 1 0 0,0 0-1 0 0,4-4 1 0 0,9-8 860 0 0,0 0 0 0 0,26-18 0 0 0,-39 31-1060 0 0,55-35 1789 0 0,-55 36-1903 0 0,0-1 0 0 0,1 0 0 0 0,-1 1 0 0 0,1 0-1 0 0,-1 0 1 0 0,1 0 0 0 0,-1 0 0 0 0,1 0 0 0 0,-1 1 0 0 0,1-1 0 0 0,0 1 0 0 0,-1 0 0 0 0,1 0 0 0 0,-1 1-1 0 0,1-1 1 0 0,4 2 0 0 0,1 3-3668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6 101 2761 0 0,'7'-8'1008'0'0,"-1"0"0"0"0,1 1 0 0 0,0 0 1 0 0,1 0-1 0 0,9-7 0 0 0,45-27 640 0 0,-62 40-1806 0 0,1 0-1 0 0,0 0 0 0 0,0 1 1 0 0,0-1-1 0 0,0 0 1 0 0,0 1-1 0 0,0-1 0 0 0,1 1 1 0 0,-1-1-1 0 0,0 1 1 0 0,0 0-1 0 0,0-1 0 0 0,0 1 1 0 0,1 0-1 0 0,-1 0 1 0 0,0 0-1 0 0,0 0 0 0 0,0 0 1 0 0,1 0-1 0 0,-1 0 1 0 0,2 0-1 0 0,-2 1 109 0 0,-1 0 1 0 0,0 0-1 0 0,1-1 0 0 0,-1 1 1 0 0,0 0-1 0 0,1 0 1 0 0,-1 0-1 0 0,0 0 0 0 0,0 0 1 0 0,0-1-1 0 0,1 1 0 0 0,-1 0 1 0 0,0 0-1 0 0,0 0 0 0 0,-1 0 1 0 0,1 0-1 0 0,0-1 1 0 0,0 1-1 0 0,0 0 0 0 0,0 0 1 0 0,-1 0-1 0 0,0 1 0 0 0,-4 12 113 0 0,0 0 0 0 0,-11 18 0 0 0,13-26-204 0 0,-38 71-37 0 0,-26 56-409 0 0,65-129 587 0 0,1-1 0 0 0,0 1 0 0 0,0-1-1 0 0,0 1 1 0 0,0-1 0 0 0,0 1 0 0 0,1-1-1 0 0,-1 1 1 0 0,1 0 0 0 0,0-1 0 0 0,0 1-1 0 0,0 0 1 0 0,1-1 0 0 0,-1 1 0 0 0,1 0-1 0 0,0-1 1 0 0,0 1 0 0 0,0-1 0 0 0,1 1-1 0 0,2 4 1 0 0,-2-5 279 0 0,0-1 1 0 0,1 1-1 0 0,-1-1 0 0 0,1 1 1 0 0,0-1-1 0 0,0 0 0 0 0,0 0 0 0 0,0 0 1 0 0,0-1-1 0 0,0 1 0 0 0,0-1 1 0 0,1 1-1 0 0,-1-1 0 0 0,0 0 1 0 0,1 0-1 0 0,-1-1 0 0 0,1 1 0 0 0,-1-1 1 0 0,1 0-1 0 0,6 0 0 0 0,5 0 395 0 0,1-1 0 0 0,-1-1-1 0 0,0 0 1 0 0,0-1-1 0 0,18-7 1 0 0,-20 6-958 0 0,0-1 0 0 0,0-1-1 0 0,14-9 1 0 0,-14 7-4701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0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0,'13'28'2337'0'0,"-2"-8"-320"0"0,-1-3-1318 0 0,0 1-1 0 0,-2 0 1 0 0,0 0-1 0 0,-1 1 0 0 0,7 28 1 0 0,-6 6-312 0 0,1 80 1 0 0,-7-83-1627 0 0,16 96 1 0 0,-16-140 638 0 0,-1 0 0 0 0,1 0 0 0 0,0-1 0 0 0,0 1 0 0 0,1 0 0 0 0,6 10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89 3225 0 0,'-1'-1'132'0'0,"1"0"1"0"0,-1-1 0 0 0,1 1 0 0 0,0-1 0 0 0,-1 1-1 0 0,1-1 1 0 0,0 1 0 0 0,0-1 0 0 0,0 1 0 0 0,0-1-1 0 0,0 1 1 0 0,0-1 0 0 0,1 1 0 0 0,-1-1 0 0 0,0 1-1 0 0,1-1 1 0 0,-1 1 0 0 0,1 0 0 0 0,0-1-1 0 0,-1 1 1 0 0,1 0 0 0 0,0-1 0 0 0,0 1 0 0 0,0 0-1 0 0,0 0 1 0 0,0 0 0 0 0,0 0 0 0 0,0 0 0 0 0,0 0-1 0 0,2-2 1 0 0,2-1 411 0 0,0 0-1 0 0,0 0 0 0 0,0 0 1 0 0,1 1-1 0 0,-1-1 1 0 0,8-2-1 0 0,-1 2-197 0 0,1 1-1 0 0,0 0 1 0 0,0 0-1 0 0,0 1 1 0 0,1 1-1 0 0,-1 0 1 0 0,0 1-1 0 0,0 1 1 0 0,1 0 0 0 0,-1 0-1 0 0,14 5 1 0 0,-5-1-28 0 0,0 1 1 0 0,0 1 0 0 0,-1 1-1 0 0,1 1 1 0 0,32 19 0 0 0,-46-23-295 0 0,1 1-1 0 0,-1-1 1 0 0,0 2 0 0 0,0-1 0 0 0,0 1 0 0 0,-1 0-1 0 0,0 1 1 0 0,-1 0 0 0 0,0 0 0 0 0,0 0 0 0 0,-1 1 0 0 0,1 0-1 0 0,-2 0 1 0 0,0 0 0 0 0,0 1 0 0 0,0-1 0 0 0,-1 1 0 0 0,-1 0-1 0 0,0 0 1 0 0,0 0 0 0 0,-1 0 0 0 0,0 0 0 0 0,0 0-1 0 0,-1 0 1 0 0,-1 1 0 0 0,0-1 0 0 0,0 0 0 0 0,-1 0 0 0 0,0 0-1 0 0,-1 0 1 0 0,0-1 0 0 0,-1 1 0 0 0,0-1 0 0 0,0 0 0 0 0,-1 0-1 0 0,-11 17 1 0 0,1-7 72 0 0,0-1 0 0 0,-1 0 0 0 0,-1-1 0 0 0,0-1 0 0 0,-2 0 0 0 0,1-2-1 0 0,-2 0 1 0 0,0-1 0 0 0,-1-1 0 0 0,-32 14 0 0 0,27-15-6897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3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77 6913 0 0,'-18'-40'803'0'0,"1"4"3204"0"0,21 43-3247 0 0,-1 1 1 0 0,0-1 0 0 0,0 1-1 0 0,3 15 1 0 0,3 10-410 0 0,-9-33-351 0 0,51 140 448 0 0,33 157 0 0 0,-81-283-1664 0 0,-1 0 0 0 0,1 24 0 0 0,-3-22-3683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3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5065 0 0,'8'-7'355'0'0,"0"0"-1"0"0,0 1 1 0 0,0 0-1 0 0,0 0 0 0 0,1 1 1 0 0,0 0-1 0 0,12-4 1 0 0,4-4 298 0 0,-23 12-565 0 0,34-18 1605 0 0,40-17 0 0 0,-66 32-1330 0 0,1 0 1 0 0,0 1 0 0 0,0 0-1 0 0,0 1 1 0 0,0 0 0 0 0,0 1-1 0 0,0 0 1 0 0,22 1 0 0 0,-30 0-336 0 0,-1 0-1 0 0,0 1 1 0 0,1-1 0 0 0,-1 0 0 0 0,1 1 0 0 0,-1-1 0 0 0,0 1 0 0 0,0 0 0 0 0,1 0 0 0 0,-1 0 0 0 0,0 0-1 0 0,0 0 1 0 0,0 0 0 0 0,0 1 0 0 0,0-1 0 0 0,0 1 0 0 0,0-1 0 0 0,0 1 0 0 0,-1 0 0 0 0,1-1 0 0 0,-1 1 0 0 0,1 0-1 0 0,-1 0 1 0 0,0 0 0 0 0,0 1 0 0 0,0-1 0 0 0,0 0 0 0 0,0 0 0 0 0,0 1 0 0 0,0-1 0 0 0,-1 0 0 0 0,1 1 0 0 0,-1-1-1 0 0,0 0 1 0 0,0 1 0 0 0,0-1 0 0 0,0 1 0 0 0,0-1 0 0 0,0 0 0 0 0,-1 1 0 0 0,1-1 0 0 0,-2 3 0 0 0,-1 7 19 0 0,0-1 0 0 0,-1 1 0 0 0,-1-1 0 0 0,0 0 1 0 0,0-1-1 0 0,-1 1 0 0 0,-7 10 0 0 0,-2-2-145 0 0,0 0-1 0 0,-1-1 0 0 0,-1 0 1 0 0,-1-1-1 0 0,0-1 0 0 0,-1-1 0 0 0,-36 22 1 0 0,45-32-1480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5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7370 0 0,'1'12'5417'0'0,"7"34"-3001"0"0,20 72-78 0 0,9 38-1706 0 0,-7-55-7392 0 0,-24-85 1820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5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4145 0 0,'-1'-5'98'0'0,"1"1"0"0"0,0-1 0 0 0,1 1 0 0 0,-1 0 0 0 0,1-1 0 0 0,0 1 0 0 0,0-1 0 0 0,0 1 0 0 0,0 0 0 0 0,1 0 0 0 0,0 0 0 0 0,0 0 0 0 0,0 0 0 0 0,0 0 0 0 0,5-6 0 0 0,0 3 324 0 0,0 0 0 0 0,0 0 0 0 0,1 0 0 0 0,0 1 0 0 0,0 0 0 0 0,9-5 0 0 0,-3 3 176 0 0,1 1 0 0 0,-1 0-1 0 0,1 1 1 0 0,1 1 0 0 0,-1 0-1 0 0,1 1 1 0 0,-1 1 0 0 0,25-2-1 0 0,-33 4-431 0 0,0 0-1 0 0,0 1 1 0 0,1 0-1 0 0,-1 0 1 0 0,0 1-1 0 0,0 0 1 0 0,0 0-1 0 0,0 1 1 0 0,1 0 0 0 0,-2 0-1 0 0,1 1 1 0 0,0-1-1 0 0,0 2 1 0 0,-1-1-1 0 0,0 1 1 0 0,0-1-1 0 0,0 2 1 0 0,0-1-1 0 0,0 1 1 0 0,9 10-1 0 0,-13-11-115 0 0,1 0 0 0 0,0 0 0 0 0,-1 0 0 0 0,0 0 0 0 0,0 1 0 0 0,0-1 0 0 0,-1 1 0 0 0,1 0-1 0 0,-1 0 1 0 0,0-1 0 0 0,-1 1 0 0 0,1 0 0 0 0,-1 0 0 0 0,0 5 0 0 0,0-1-41 0 0,-2 0 1 0 0,1-1 0 0 0,-1 1-1 0 0,0-1 1 0 0,-1 1-1 0 0,0-1 1 0 0,-5 10 0 0 0,-5 5-80 0 0,0 0 1 0 0,-2-1 0 0 0,0 0-1 0 0,-22 22 1 0 0,-138 133-2009 0 0,158-163-3651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6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50 7834 0 0,'2'-4'272'0'0,"-1"-1"359"0"0,1 1 1 0 0,-1 0-1 0 0,1 0 0 0 0,0 0 0 0 0,1 0 1 0 0,-1 0-1 0 0,0 1 0 0 0,1-1 1 0 0,6-5-1 0 0,-9 9-578 0 0,0 0 0 0 0,1 0 1 0 0,-1 0-1 0 0,0 0 0 0 0,0 0 0 0 0,1 0 0 0 0,-1 0 1 0 0,0 1-1 0 0,0-1 0 0 0,1 0 0 0 0,-1 0 0 0 0,0 0 0 0 0,0 1 1 0 0,1-1-1 0 0,-1 0 0 0 0,0 0 0 0 0,0 0 0 0 0,0 1 1 0 0,0-1-1 0 0,0 0 0 0 0,1 0 0 0 0,-1 1 0 0 0,0-1 1 0 0,0 0-1 0 0,0 1 0 0 0,0-1 0 0 0,0 0 0 0 0,0 0 0 0 0,0 1 1 0 0,0-1-1 0 0,0 0 0 0 0,0 1 0 0 0,0-1 0 0 0,0 0 1 0 0,0 0-1 0 0,0 1 0 0 0,0-1 0 0 0,0 0 0 0 0,0 1 1 0 0,-1-1-1 0 0,1 0 0 0 0,0 0 0 0 0,0 1 0 0 0,0-1 0 0 0,-3 17 427 0 0,-74 265 1896 0 0,-86 126-2931 0 0,91-232-1826 0 0,45-100-3514 0 0,21-57 1203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7834 0 0,'28'25'6853'0'0,"-7"-7"-6527"0"0,30 32 0 0 0,77 125 1040 0 0,-81-107-833 0 0,81 91 1 0 0,-61-89-275 0 0,2-4-1 0 0,104 78 1 0 0,-159-136 84 0 0,-18-13 9 0 0,-25-14-31 0 0,22 16-315 0 0,0 1 1 0 0,-1 0-1 0 0,1 1 0 0 0,-1 0 0 0 0,1 0 0 0 0,-1 1 1 0 0,0 0-1 0 0,1 0 0 0 0,-1 1 0 0 0,1 0 0 0 0,-1 0 1 0 0,-9 3-1 0 0,-13 5 38 0 0,-49 23 1 0 0,16-7-23 0 0,-111 20-223 0 0,124-35 38 0 0,2 3 0 0 0,0 1 0 0 0,-56 25 0 0 0,78-25-867 0 0,9-3-4070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35 224 4145 0 0,'-34'18'1952'0'0,"72"-24"-463"0"0,548-117 4365 0 0,228 18-2650 0 0,-706 98-5176 0 0,-80 7-3346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1075 3681 0 0,'-8'-4'6463'0'0,"-55"-218"-600"0"0,52 165-5091 0 0,3 0 0 0 0,-2-70-1 0 0,12-113 664 0 0,0 85-948 0 0,-2 134-380 0 0,-1 1 0 0 0,-1-1 0 0 0,-7-31 0 0 0,7 43-534 0 0,-1-1 1 0 0,0 1-1 0 0,-1 0 1 0 0,0 0 0 0 0,0 0-1 0 0,-1 0 1 0 0,0 1-1 0 0,-1 0 1 0 0,-8-11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19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41 4609 0 0,'0'0'94'0'0,"1"-1"-1"0"0,-1 0 1 0 0,1 1 0 0 0,-1-1-1 0 0,0 0 1 0 0,1 0 0 0 0,-1 1-1 0 0,0-1 1 0 0,1 0-1 0 0,-1 0 1 0 0,0 0 0 0 0,0 0-1 0 0,0 1 1 0 0,0-1 0 0 0,0 0-1 0 0,0 0 1 0 0,0 0 0 0 0,0 0-1 0 0,0 0 1 0 0,0 1 0 0 0,0-1-1 0 0,0 0 1 0 0,-1 0 0 0 0,1 0-1 0 0,0 1 1 0 0,0-1-1 0 0,-1 0 1 0 0,1 0 0 0 0,-1 1-1 0 0,1-1 1 0 0,-1 0 0 0 0,1 1-1 0 0,-2-2 1 0 0,1 1 69 0 0,0 0 0 0 0,0 0-1 0 0,0 0 1 0 0,0 0 0 0 0,0 0-1 0 0,0 0 1 0 0,0 0 0 0 0,-1 0 0 0 0,1 1-1 0 0,0-1 1 0 0,0 0 0 0 0,-1 1 0 0 0,1-1-1 0 0,0 1 1 0 0,-1 0 0 0 0,1-1-1 0 0,-1 1 1 0 0,1 0 0 0 0,-3 0 0 0 0,3 0-58 0 0,0 1 0 0 0,0-1 1 0 0,0 1-1 0 0,0-1 0 0 0,1 1 0 0 0,-1-1 1 0 0,0 1-1 0 0,0 0 0 0 0,1-1 0 0 0,-1 1 1 0 0,0 0-1 0 0,1 0 0 0 0,-1 0 1 0 0,1-1-1 0 0,-1 1 0 0 0,1 0 0 0 0,-1 0 1 0 0,1 0-1 0 0,-1 0 0 0 0,1 0 0 0 0,0 0 1 0 0,0 0-1 0 0,-1 0 0 0 0,1 0 0 0 0,0 0 1 0 0,0 0-1 0 0,0 0 0 0 0,0 0 1 0 0,0 0-1 0 0,0 0 0 0 0,1 0 0 0 0,-1 0 1 0 0,1 1-1 0 0,9 48 324 0 0,-5-30-42 0 0,97 585 2938 0 0,-27-150-1913 0 0,-47-303-839 0 0,0-8-47 0 0,13 203 0 0 0,-40-321-440 0 0,-1 0 0 0 0,-2 0 1 0 0,-6 41-1 0 0,4-51-367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0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6913 0 0,'0'-3'6959'0'0,"10"1"-4664"0"0,12 1-2164 0 0,-6 3 133 0 0,0 1 0 0 0,-1 1 0 0 0,1 0 0 0 0,-1 1 0 0 0,0 1 0 0 0,0 0 0 0 0,-1 1-1 0 0,0 1 1 0 0,0 0 0 0 0,0 1 0 0 0,-1 0 0 0 0,-1 1 0 0 0,0 0 0 0 0,15 17 0 0 0,4 7-163 0 0,-2 1 0 0 0,-2 1 0 0 0,42 72-1 0 0,-42-56-147 0 0,-20-36-265 0 0,0-1-1 0 0,2 0 0 0 0,0 0 0 0 0,14 18 0 0 0,-9-23-3171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20 2216 0 0,'-1'-1'207'0'0,"0"-1"0"0"0,0 1 0 0 0,-1 0 0 0 0,1-1 0 0 0,0 1-1 0 0,0 0 1 0 0,-1 0 0 0 0,1 0 0 0 0,-1 0 0 0 0,1 0 0 0 0,-1 0 0 0 0,0 0-1 0 0,1 1 1 0 0,-1-1 0 0 0,0 0 0 0 0,1 1 0 0 0,-1-1 0 0 0,0 1-1 0 0,-3 0 1 0 0,-37-2 5801 0 0,31 3-4543 0 0,13 2-1085 0 0,0-1 1 0 0,0 1-1 0 0,0 0 1 0 0,1-1-1 0 0,-1 1 1 0 0,1-1-1 0 0,3 3 1 0 0,1 0-67 0 0,3 5-273 0 0,79 86 963 0 0,-78-83-875 0 0,0 1 0 0 0,-1 0 1 0 0,-1 1-1 0 0,0 0 0 0 0,9 22 0 0 0,-18-35-117 0 0,1-1 0 0 0,-1 1 0 0 0,1-1-1 0 0,-1 0 1 0 0,0 1 0 0 0,0-1 0 0 0,1 1 0 0 0,-1-1 0 0 0,0 1 0 0 0,0-1-1 0 0,-1 0 1 0 0,1 1 0 0 0,0-1 0 0 0,0 1 0 0 0,-1-1 0 0 0,1 0 0 0 0,-1 1-1 0 0,1-1 1 0 0,-1 0 0 0 0,0 1 0 0 0,1-1 0 0 0,-1 0 0 0 0,0 0 0 0 0,0 0-1 0 0,0 1 1 0 0,0-1 0 0 0,0 0 0 0 0,0 0 0 0 0,0 0 0 0 0,0-1 0 0 0,0 1-1 0 0,0 0 1 0 0,-1 0 0 0 0,1-1 0 0 0,0 1 0 0 0,-1 0 0 0 0,1-1 0 0 0,0 0-1 0 0,-1 1 1 0 0,-1-1 0 0 0,-10 4 169 0 0,0-1-1 0 0,0-1 1 0 0,-23 2-1 0 0,6 0-77 0 0,25-3-462 0 0,-1 0-1 0 0,1 1 0 0 0,0-1 1 0 0,0 1-1 0 0,0 1 1 0 0,-5 2-1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20 4145 0 0,'-51'-14'1911'0'0,"43"12"-981"0"0,0 0 0 0 0,-1 1 0 0 0,1 1 0 0 0,0-1-1 0 0,-1 1 1 0 0,1 1 0 0 0,-14 2 0 0 0,22-2-812 0 0,0-1 1 0 0,0 1-1 0 0,0 0 1 0 0,0-1-1 0 0,0 1 1 0 0,1 0 0 0 0,-1 0-1 0 0,0-1 1 0 0,1 1-1 0 0,-1 0 1 0 0,0-1-1 0 0,1 1 1 0 0,-1-1-1 0 0,0 1 1 0 0,1 0-1 0 0,-1-1 1 0 0,1 1-1 0 0,0-1 1 0 0,-1 1-1 0 0,1-1 1 0 0,-1 0-1 0 0,2 1 1 0 0,14 15 248 0 0,11 5-2 0 0,54 44 423 0 0,158 95 0 0 0,-233-157-790 0 0,0 0-1 0 0,-1 1 0 0 0,1 0 0 0 0,-1 0 1 0 0,0 0-1 0 0,0 1 0 0 0,0-1 1 0 0,0 1-1 0 0,3 7 0 0 0,5 17-3198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1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37 4145 0 0,'-20'-5'1541'0'0,"-9"-2"1195"0"0,28 7-2532 0 0,0 0-1 0 0,0-1 1 0 0,1 1 0 0 0,-1 0 0 0 0,0-1 0 0 0,0 1-1 0 0,1 0 1 0 0,-1-1 0 0 0,0 1 0 0 0,1-1 0 0 0,-1 1-1 0 0,1-1 1 0 0,-1 1 0 0 0,1-1 0 0 0,-1 1 0 0 0,1-1-1 0 0,-1 0 1 0 0,1 1 0 0 0,-1-1 0 0 0,1 0 0 0 0,0 0-1 0 0,-1 1 1 0 0,1-1 0 0 0,0 0 0 0 0,-1 0 0 0 0,1 0-1 0 0,1 0-78 0 0,-1 0 1 0 0,0 1-1 0 0,1-1 0 0 0,0 0 0 0 0,-1 1 0 0 0,1-1 1 0 0,-1 1-1 0 0,1-1 0 0 0,0 1 0 0 0,-1-1 0 0 0,1 1 1 0 0,0-1-1 0 0,-1 1 0 0 0,1 0 0 0 0,0-1 0 0 0,0 1 1 0 0,0 0-1 0 0,-1 0 0 0 0,1-1 0 0 0,0 1 0 0 0,0 0 0 0 0,0 0 1 0 0,-1 0-1 0 0,1 0 0 0 0,0 0 0 0 0,0 0 0 0 0,0 0 1 0 0,0 0-1 0 0,-1 1 0 0 0,1-1 0 0 0,0 0 0 0 0,0 0 1 0 0,1 1-1 0 0,30 7 455 0 0,-19-1-543 0 0,0 0-1 0 0,0 0 0 0 0,0 2 0 0 0,-1-1 0 0 0,-1 2 0 0 0,1-1 1 0 0,-2 2-1 0 0,1-1 0 0 0,-1 2 0 0 0,-1-1 0 0 0,0 1 1 0 0,-1 1-1 0 0,0-1 0 0 0,6 15 0 0 0,-13-24-7 0 0,0 0 0 0 0,0 0-1 0 0,-1 0 1 0 0,1 0 0 0 0,-1 0 0 0 0,0 0-1 0 0,0 0 1 0 0,0 0 0 0 0,-1 0-1 0 0,1 0 1 0 0,-1 0 0 0 0,1 0 0 0 0,-1 0-1 0 0,0 0 1 0 0,0 0 0 0 0,0 0 0 0 0,-1 0-1 0 0,1-1 1 0 0,-1 1 0 0 0,1 0-1 0 0,-1-1 1 0 0,0 0 0 0 0,0 1 0 0 0,0-1-1 0 0,0 0 1 0 0,-1 0 0 0 0,1 0 0 0 0,0 0-1 0 0,-1 0 1 0 0,-2 1 0 0 0,-10 6 225 0 0,0 0 1 0 0,-1-1-1 0 0,-31 12 1 0 0,41-18-203 0 0,-24 8 150 0 0,-33 7 1 0 0,-25 7-1086 0 0,74-19 132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6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40 184 2304 0 0,'-2'-1'435'0'0,"-1"1"0"0"0,0 0-1 0 0,0 0 1 0 0,1 0-1 0 0,-1 1 1 0 0,0-1 0 0 0,0 1-1 0 0,1-1 1 0 0,-4 2-1 0 0,-4 2 2652 0 0,18-5-1045 0 0,-7 1-1855 0 0,4-2-6 0 0,28-8 175 0 0,1 2 1 0 0,65-7 0 0 0,80 4 226 0 0,-79 6-316 0 0,416-40 1363 0 0,93-4-792 0 0,-220 7 467 0 0,-386 41-891 0 0,-7 0-426 0 0,0 1-1215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8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843 20 5529 0 0,'0'0'146'0'0,"1"-1"0"0"0,0 0 1 0 0,0 1-1 0 0,0-1 0 0 0,-1 0 0 0 0,1 1 0 0 0,0-1 0 0 0,0 0 0 0 0,-1 0 1 0 0,1 0-1 0 0,-1 0 0 0 0,1 0 0 0 0,-1 1 0 0 0,1-1 0 0 0,-1 0 0 0 0,0 0 1 0 0,1 0-1 0 0,-1 0 0 0 0,0-2 0 0 0,0 2-35 0 0,-1 1 0 0 0,0 0-1 0 0,1 0 1 0 0,-1 0 0 0 0,0 0 0 0 0,0-1 0 0 0,0 1-1 0 0,1 0 1 0 0,-1 0 0 0 0,0 1 0 0 0,0-1 0 0 0,1 0-1 0 0,-1 0 1 0 0,0 0 0 0 0,0 0 0 0 0,1 1 0 0 0,-1-1-1 0 0,-1 1 1 0 0,-42 18 1511 0 0,-12 18-997 0 0,2 2 1 0 0,-94 89 0 0 0,80-68-639 0 0,-270 216-119 0 0,333-273 95 0 0,-65 51 142 0 0,63-48-224 0 0,0 1-1 0 0,1-1 1 0 0,0 2 0 0 0,0-1-1 0 0,0 0 1 0 0,1 1 0 0 0,-5 10-1 0 0,7-10-1116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9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0,'25'18'4442'0'0,"47"35"680"0"0,27 17-2719 0 0,36 19-1083 0 0,199 171 0 0 0,-89-62-372 0 0,-212-173-927 0 0,1-2 1 0 0,40 21-1 0 0,-96-63-7436 0 0,13 7 3467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29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221 165 920 0 0,'-49'8'2522'0'0,"-68"20"0"0"0,63-14-210 0 0,83-11 1139 0 0,26-4-2970 0 0,525-59 706 0 0,-386 40-1144 0 0,88-7-6 0 0,-176 20-43 0 0,546-31-125 0 0,23 0-463 0 0,-566 26 214 0 0,-63 5-31 0 0,0 3 0 0 0,0 1 0 0 0,56 4 0 0 0,-96 0-115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0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19 304 5985 0 0,'-5'1'326'0'0,"5"0"-272"0"0,-1-1-1 0 0,1 0 1 0 0,0 0 0 0 0,0 1-1 0 0,-1-1 1 0 0,1 0-1 0 0,0 0 1 0 0,0 0 0 0 0,-1 1-1 0 0,1-1 1 0 0,0 0-1 0 0,-1 0 1 0 0,1 0 0 0 0,0 0-1 0 0,-1 0 1 0 0,1 0 0 0 0,0 0-1 0 0,-1 0 1 0 0,1 0-1 0 0,0 0 1 0 0,-1 0 0 0 0,1 0-1 0 0,0 0 1 0 0,-1 0-1 0 0,1 0 1 0 0,0 0 0 0 0,0 0-1 0 0,-1 0 1 0 0,1 0-1 0 0,0 0 1 0 0,-1 0 0 0 0,1-1-1 0 0,0 1 1 0 0,-1 0-1 0 0,1 0 1 0 0,0 0 0 0 0,0-1-1 0 0,-1 1 1 0 0,1 0-1 0 0,0 0 1 0 0,0 0 0 0 0,-2-4 1278 0 0,5 4-1237 0 0,-1-1-1 0 0,0 0 1 0 0,1 0-1 0 0,-1 0 0 0 0,0 0 1 0 0,0-1-1 0 0,0 1 1 0 0,0-1-1 0 0,3-1 0 0 0,16-11 539 0 0,12 2-240 0 0,1 2 1 0 0,0 2-1 0 0,41-6 1 0 0,109-4-118 0 0,-71 9-35 0 0,85-15 83 0 0,99-8 224 0 0,407-42 86 0 0,-527 51-1068 0 0,209-19-5622 0 0,-300 35 4333 0 0,-53 5 1180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0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 4609 0 0,'-4'-2'446'0'0,"-1"1"1"0"0,0 0-1 0 0,0 0 0 0 0,0 0 1 0 0,0 1-1 0 0,0-1 0 0 0,0 1 0 0 0,-5 1 1 0 0,9-1-271 0 0,-1 1 1 0 0,1-1 0 0 0,0 0-1 0 0,0 1 1 0 0,-1 0 0 0 0,1-1-1 0 0,0 1 1 0 0,0 0-1 0 0,0-1 1 0 0,0 1 0 0 0,0 0-1 0 0,0 0 1 0 0,0 0 0 0 0,0 0-1 0 0,0 0 1 0 0,0 0-1 0 0,0 0 1 0 0,0 0 0 0 0,1 1-1 0 0,-1-1 1 0 0,0 0 0 0 0,1 0-1 0 0,-1 1 1 0 0,1-1-1 0 0,0 0 1 0 0,-1 0 0 0 0,1 1-1 0 0,0-1 1 0 0,0 1 0 0 0,0-1-1 0 0,0 0 1 0 0,0 1 0 0 0,0 1-1 0 0,3 51 1372 0 0,15 84 0 0 0,-2-28-1046 0 0,13 140-276 0 0,16 151 1179 0 0,-43-365-899 0 0,-2 0 1 0 0,0 0-1 0 0,-3-1 0 0 0,-10 54 0 0 0,11-68 238 0 0,6-10-2335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0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10138 0 0,'-2'0'896'0'0,"1"0"-712"0"0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652 155 4513 0 0,'-62'9'467'0'0,"8"5"-11"0"0,0-2-1 0 0,-68 5 1 0 0,-110-4 3757 0 0,216-13-3817 0 0,-1 0 262 0 0,0 1 0 0 0,-1 0 0 0 0,1 2 0 0 0,-25 5 0 0 0,159-29-901 0 0,542-96 570 0 0,-455 86-165 0 0,404-14 1084 0 0,-458 40-576 0 0,-100 4-276 0 0,-20 1 231 0 0,0-1 1 0 0,51-11 1091 0 0,-94 12-1239 0 0,-20 3-2131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0 3553 0 0,'-8'2'134'0'0,"6"-1"-113"0"0,0-1 0 0 0,0 1-1 0 0,-1-1 1 0 0,1 1 0 0 0,0 0 0 0 0,0 0 0 0 0,0 0 0 0 0,0 0-1 0 0,0 0 1 0 0,0 0 0 0 0,-3 3 0 0 0,9-5-21 0 0,-2-1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89 2304 0 0,'0'-5'453'0'0,"1"1"-1"0"0,-1-1 1 0 0,0 1-1 0 0,0 0 0 0 0,-1-1 1 0 0,1 1-1 0 0,-1-1 0 0 0,0 1 1 0 0,0 0-1 0 0,-3-6 0 0 0,-3-24 10223 0 0,10 49-9642 0 0,-1 0-941 0 0,-1 0 0 0 0,-1 0 0 0 0,0 0 0 0 0,-1 0 0 0 0,-1 0 0 0 0,0 0 0 0 0,-1 0 0 0 0,-7 19 0 0 0,4-9-25 0 0,-73 370 641 0 0,79-388-723 0 0,-2 8 160 0 0,-1 1-1 0 0,-7 23 0 0 0,9-35-201 0 0,0-1-1 0 0,0 0 1 0 0,-1 0 0 0 0,1 0-1 0 0,-1 0 1 0 0,1 0 0 0 0,-1 0-1 0 0,0 0 1 0 0,0 0-1 0 0,-1-1 1 0 0,1 1 0 0 0,-1-1-1 0 0,1 1 1 0 0,-1-1-1 0 0,0 0 1 0 0,1 0 0 0 0,-7 2-1 0 0,2-4-2628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39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1376 0 0,'0'-1'134'0'0,"1"-1"0"0"0,-1 1 0 0 0,0 0 0 0 0,0-1 0 0 0,1 1 0 0 0,-1 0 0 0 0,1-1 1 0 0,0 1-1 0 0,-1 0 0 0 0,1 0 0 0 0,0 0 0 0 0,-1-1 0 0 0,1 1 0 0 0,0 0 0 0 0,0 0 0 0 0,0 0 0 0 0,0 0 0 0 0,0 0 0 0 0,0 1 0 0 0,0-1 0 0 0,1 0 0 0 0,-1 0 0 0 0,0 1 0 0 0,0-1 0 0 0,1 1 0 0 0,-1-1 0 0 0,0 1 0 0 0,2-1 0 0 0,41-14 4831 0 0,-42 14-4494 0 0,1 1 1 0 0,-1 0 0 0 0,1-1-1 0 0,0 1 1 0 0,-1 0 0 0 0,1 1-1 0 0,0-1 1 0 0,-1 0 0 0 0,1 1-1 0 0,-1-1 1 0 0,1 1 0 0 0,-1 0-1 0 0,6 2 1 0 0,-3 0 21 0 0,0 0 0 0 0,0 0 0 0 0,0 0 0 0 0,-1 1 0 0 0,9 8 1 0 0,0 2 59 0 0,0 2 1 0 0,17 28 0 0 0,68 140 413 0 0,-75-133-925 0 0,3 0 1 0 0,52 74 0 0 0,-42-83-2669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76 7834 0 0,'-6'1'2795'0'0,"17"-6"-217"0"0,15-7 90 0 0,73-21 771 0 0,-1 10-4718 0 0,-77 20-8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0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 8290 0 0,'0'0'51'0'0,"0"0"1"0"0,0 0-1 0 0,0-1 1 0 0,0 1-1 0 0,0 0 1 0 0,-1 0 0 0 0,1-1-1 0 0,0 1 1 0 0,0 0-1 0 0,0-1 1 0 0,0 1-1 0 0,0 0 1 0 0,0 0-1 0 0,0-1 1 0 0,0 1-1 0 0,0 0 1 0 0,0-1-1 0 0,0 1 1 0 0,0 0 0 0 0,0 0-1 0 0,0-1 1 0 0,0 1-1 0 0,0 0 1 0 0,1-1-1 0 0,-1 1 1 0 0,0 0-1 0 0,0 0 1 0 0,0-1-1 0 0,0 1 1 0 0,0 0-1 0 0,1 0 1 0 0,-1 0 0 0 0,0-1-1 0 0,0 1 1 0 0,0 0-1 0 0,1 0 1 0 0,-1 0-1 0 0,1-1 1 0 0,14-1 2006 0 0,-11 2-1660 0 0,-1 1 1 0 0,1-1-1 0 0,0 1 1 0 0,-1 0-1 0 0,1 0 1 0 0,-1 0-1 0 0,5 2 1 0 0,-1 3-87 0 0,-1-1-1 0 0,0 1 1 0 0,0 1-1 0 0,0-1 1 0 0,-1 1 0 0 0,1 0-1 0 0,-2 0 1 0 0,1 1 0 0 0,-1-1-1 0 0,0 1 1 0 0,-1 0-1 0 0,0 0 1 0 0,4 15 0 0 0,2 12 395 0 0,7 69 0 0 0,-14-88-549 0 0,0 11-127 0 0,7 35-95 0 0,-9-57-160 0 0,1-1-1 0 0,1 0 1 0 0,-1 1 0 0 0,1-1 0 0 0,-1 0-1 0 0,1 0 1 0 0,0 0 0 0 0,1 0 0 0 0,-1 0 0 0 0,6 6-1 0 0,5-4-2783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0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4609 0 0,'10'-3'600'0'0,"0"0"0"0"0,0 0 0 0 0,0 1-1 0 0,1 0 1 0 0,-1 1 0 0 0,13 0 0 0 0,1 0 924 0 0,19-3 668 0 0,56 3 1 0 0,-80 2-1733 0 0,0 0 0 0 0,0 2 0 0 0,0 0 0 0 0,0 2 0 0 0,24 8 0 0 0,-37-11-423 0 0,-1 0 0 0 0,1 1 0 0 0,-1 0 0 0 0,0 0-1 0 0,0 0 1 0 0,0 1 0 0 0,-1 0 0 0 0,1 0 0 0 0,-1 0 0 0 0,0 0 0 0 0,0 1 0 0 0,0-1 0 0 0,0 1-1 0 0,-1 0 1 0 0,5 9 0 0 0,-5-6-54 0 0,0 0-1 0 0,0 0 1 0 0,-1 0 0 0 0,0 0-1 0 0,-1 0 1 0 0,0 1 0 0 0,0-1-1 0 0,-1 1 1 0 0,0-1-1 0 0,-1 11 1 0 0,-1-3-64 0 0,-1 0 1 0 0,0-1-1 0 0,-1 1 0 0 0,-1-1 1 0 0,0 1-1 0 0,-2-1 0 0 0,1-1 0 0 0,-2 1 1 0 0,0-1-1 0 0,0-1 0 0 0,-13 15 1 0 0,11-16-83 0 0,-1 0 0 0 0,0-1 0 0 0,-1 0 0 0 0,0-1 0 0 0,0-1 0 0 0,-1 0 0 0 0,-1 0 0 0 0,0-1 0 0 0,0-1 1 0 0,0 0-1 0 0,-1-1 0 0 0,-28 7 0 0 0,28-10-1016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1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11 3225 0 0,'-1'-1'275'0'0,"0"0"1"0"0,0 0 0 0 0,-1 0-1 0 0,1 0 1 0 0,-1 0 0 0 0,1 1-1 0 0,-1-1 1 0 0,1 0 0 0 0,-1 1-1 0 0,1-1 1 0 0,-1 1 0 0 0,0-1-1 0 0,1 1 1 0 0,-1 0-1 0 0,0 0 1 0 0,1 0 0 0 0,-1 0-1 0 0,0 0 1 0 0,1 0 0 0 0,-1 0-1 0 0,0 1 1 0 0,1-1 0 0 0,-1 0-1 0 0,0 1 1 0 0,-1 0 0 0 0,-45 16 3310 0 0,38-12-3375 0 0,1 1 0 0 0,-1 0-1 0 0,1 1 1 0 0,0 0 0 0 0,1 1 0 0 0,0-1 0 0 0,0 2 0 0 0,1-1 0 0 0,0 1 0 0 0,0 0 0 0 0,1 1 0 0 0,-10 18 0 0 0,9-13 53 0 0,1-1 1 0 0,0 1-1 0 0,1 1 1 0 0,0-1-1 0 0,1 1 1 0 0,1 0-1 0 0,1-1 1 0 0,-1 25-1 0 0,3-34-224 0 0,0 0 0 0 0,0 0 0 0 0,1-1 0 0 0,-1 1 0 0 0,1 0 0 0 0,1-1 0 0 0,-1 1 0 0 0,1-1 0 0 0,0 1 0 0 0,0-1 0 0 0,1 0 0 0 0,0 0 0 0 0,-1 0 0 0 0,2 0 0 0 0,-1 0 0 0 0,0-1 0 0 0,1 1 0 0 0,0-1 0 0 0,0 0 0 0 0,1 0 0 0 0,-1-1 0 0 0,1 1 0 0 0,-1-1 0 0 0,11 5 0 0 0,-7-4 29 0 0,1-1-1 0 0,-1-1 1 0 0,1 1-1 0 0,-1-1 1 0 0,1-1-1 0 0,0 0 1 0 0,0 0-1 0 0,0 0 1 0 0,0-1-1 0 0,0-1 1 0 0,0 0-1 0 0,0 0 1 0 0,-1 0-1 0 0,1-1 1 0 0,12-4 0 0 0,-6 0-35 0 0,0 0 1 0 0,-1-1 0 0 0,1 0 0 0 0,23-18-1 0 0,20-21-3329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183 146 1840 0 0,'18'-61'1188'0'0,"-14"49"13"0"0,1 1-1 0 0,0-1 1 0 0,1 1 0 0 0,1 0 0 0 0,18-16 3873 0 0,-25 27-5006 0 0,3 16 1586 0 0,-4 19-432 0 0,-6 12-481 0 0,-2 0-1 0 0,-2 0 0 0 0,-17 45 1 0 0,-60 130-479 0 0,4-10-1496 0 0,77-194 198 0 0,1 1 0 0 0,1 0 0 0 0,-5 35 1 0 0,10-46-885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4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1 164 5065 0 0,'1'-16'482'0'0,"0"-1"0"0"0,1 0 0 0 0,6-22 0 0 0,-6 34-148 0 0,-1 0-1 0 0,1 1 1 0 0,0-1-1 0 0,0 1 1 0 0,1-1 0 0 0,-1 1-1 0 0,1 0 1 0 0,0 0-1 0 0,0 0 1 0 0,0 0 0 0 0,0 0-1 0 0,1 1 1 0 0,0 0-1 0 0,0-1 1 0 0,7-4 0 0 0,-8 7-146 0 0,-1 0 0 0 0,0 1 0 0 0,0-1 0 0 0,0 0 0 0 0,1 1 0 0 0,-1 0 0 0 0,0-1 0 0 0,1 1 0 0 0,-1 0 0 0 0,0 0 0 0 0,1 0 0 0 0,-1 1 1 0 0,0-1-1 0 0,0 0 0 0 0,1 1 0 0 0,-1 0 0 0 0,0-1 0 0 0,0 1 0 0 0,0 0 0 0 0,0 0 0 0 0,1 0 0 0 0,-2 0 0 0 0,1 1 0 0 0,0-1 0 0 0,0 1 0 0 0,0-1 0 0 0,0 1 1 0 0,-1-1-1 0 0,3 4 0 0 0,5 5 380 0 0,0 1 1 0 0,-1 0-1 0 0,11 18 0 0 0,-17-26-470 0 0,21 38 312 0 0,-1 0-1 0 0,-2 2 0 0 0,-3 0 1 0 0,-1 1-1 0 0,13 59 1 0 0,-18-52-1475 0 0,-2 1 0 0 0,2 70 1 0 0,-11-104-1147 0 0,-1-2-4231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10594 0 0,'23'-8'472'0'0,"1"1"600"0"0,-2-1-1139 0 0,0 1 0 0 0,0 1 0 0 0,0 1 1 0 0,0 1-1 0 0,1 1 0 0 0,0 1 1 0 0,34 1-1 0 0,-36 4 145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5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5529 0 0,'0'0'498'0'0,"1"2"-406"0"0,3 3 729 0 0,0 1 1 0 0,0 0 0 0 0,0 0-1 0 0,-1 0 1 0 0,0 1 0 0 0,-1-1-1 0 0,0 1 1 0 0,0-1 0 0 0,0 1-1 0 0,0 0 1 0 0,0 7 0 0 0,7 23 955 0 0,-4-17-1320 0 0,-4-14-408 0 0,1-1 0 0 0,-1 1 0 0 0,1-1-1 0 0,0 1 1 0 0,0-1 0 0 0,1 1 0 0 0,0-1-1 0 0,4 6 1 0 0,4-42-234 0 0,-5 12 62 0 0,1 1 0 0 0,0 0 0 0 0,2 1 1 0 0,0 0-1 0 0,1 0 0 0 0,12-15 1 0 0,-18 25 140 0 0,1 1 1 0 0,0 0-1 0 0,1 0 0 0 0,0 1 1 0 0,0 0-1 0 0,0 0 1 0 0,0 0-1 0 0,1 0 1 0 0,-1 1-1 0 0,1 0 1 0 0,0 1-1 0 0,1 0 1 0 0,-1 0-1 0 0,1 0 0 0 0,-1 1 1 0 0,1 0-1 0 0,12-1 1 0 0,-17 3 60 0 0,0 0 0 0 0,0 1 0 0 0,0 0 0 0 0,0 0 0 0 0,0 0 0 0 0,0 0 1 0 0,0 0-1 0 0,0 0 0 0 0,-1 1 0 0 0,1 0 0 0 0,0-1 0 0 0,-1 1 0 0 0,1 0 0 0 0,-1 0 0 0 0,0 0 0 0 0,0 1 1 0 0,0-1-1 0 0,0 1 0 0 0,0-1 0 0 0,0 1 0 0 0,0-1 0 0 0,-1 1 0 0 0,2 4 0 0 0,4 7 357 0 0,0 0-1 0 0,-2 0 1 0 0,7 21 0 0 0,-5-8-2675 0 0,-1 1 0 0 0,3 46 1 0 0,-7-51-4153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46 2304 0 0,'-1'-4'486'0'0,"-1"1"0"0"0,-1 0 0 0 0,1 0 0 0 0,0 0-1 0 0,-1 1 1 0 0,1-1 0 0 0,-1 0 0 0 0,0 1 0 0 0,0 0-1 0 0,0 0 1 0 0,0-1 0 0 0,0 2 0 0 0,0-1 0 0 0,-1 0-1 0 0,1 1 1 0 0,-1-1 0 0 0,1 1 0 0 0,-1 0-1 0 0,1 0 1 0 0,-1 1 0 0 0,-6-1 0 0 0,6 1-234 0 0,-1 1 0 0 0,1 0 0 0 0,0 0 1 0 0,0 0-1 0 0,0 1 0 0 0,0-1 0 0 0,0 1 1 0 0,1 0-1 0 0,-1 0 0 0 0,0 0 0 0 0,1 1 0 0 0,-1-1 1 0 0,1 1-1 0 0,0 0 0 0 0,0 0 0 0 0,0 0 0 0 0,0 0 1 0 0,-3 7-1 0 0,0-3-28 0 0,-10 14 134 0 0,2 1 1 0 0,-17 30 0 0 0,28-47-379 0 0,1 0 0 0 0,0 0 0 0 0,0 0 0 0 0,0 0-1 0 0,0 0 1 0 0,1 0 0 0 0,-1 1 0 0 0,2-1 0 0 0,-1 0 0 0 0,0 1 0 0 0,1-1 0 0 0,0 1 0 0 0,0-1 0 0 0,1 0 0 0 0,0 1 0 0 0,0-1 0 0 0,3 10 0 0 0,-4-13-37 0 0,0-1-1 0 0,1 0 1 0 0,-1 0 0 0 0,1 0 0 0 0,0 0 0 0 0,-1 0 0 0 0,1 0 0 0 0,0 0 0 0 0,0 0 0 0 0,-1 0 0 0 0,1 0 0 0 0,0 0-1 0 0,0 0 1 0 0,0 0 0 0 0,0 0 0 0 0,0-1 0 0 0,0 1 0 0 0,1-1 0 0 0,-1 1 0 0 0,0-1 0 0 0,0 1 0 0 0,0-1 0 0 0,1 1 0 0 0,-1-1-1 0 0,2 0 1 0 0,-1 0-27 0 0,0 0-1 0 0,0-1 0 0 0,0 1 0 0 0,0-1 0 0 0,0 1 1 0 0,0-1-1 0 0,0 0 0 0 0,0 0 0 0 0,0 0 0 0 0,0 0 1 0 0,0 0-1 0 0,0-1 0 0 0,2-1 0 0 0,5-6-65 0 0,0 0 0 0 0,-1 0 0 0 0,14-19-1 0 0,-22 27 184 0 0,26-40 99 0 0,-21 31 23 0 0,1 0 1 0 0,0 1 0 0 0,0-1-1 0 0,1 1 1 0 0,0 0-1 0 0,1 1 1 0 0,15-14 0 0 0,-22 22-92 0 0,0-1 0 0 0,0 0 0 0 0,1 1 1 0 0,-1-1-1 0 0,0 1 0 0 0,0 0 1 0 0,0-1-1 0 0,1 1 0 0 0,-1 0 1 0 0,0 0-1 0 0,0-1 0 0 0,1 1 0 0 0,-1 0 1 0 0,0 0-1 0 0,1 0 0 0 0,-1 1 1 0 0,0-1-1 0 0,0 0 0 0 0,1 0 1 0 0,-1 1-1 0 0,0-1 0 0 0,0 1 0 0 0,0-1 1 0 0,0 1-1 0 0,1-1 0 0 0,-1 1 1 0 0,0 0-1 0 0,0 0 0 0 0,0-1 1 0 0,0 1-1 0 0,0 0 0 0 0,-1 0 0 0 0,1 0 1 0 0,0 0-1 0 0,0 0 0 0 0,-1 0 1 0 0,1 0-1 0 0,0 0 0 0 0,0 2 1 0 0,5 7 221 0 0,-1 1 0 0 0,0-1 0 0 0,5 19 1 0 0,-3-10 44 0 0,-3-11-310 0 0,-1-1 0 0 0,1 0 0 0 0,0 0-1 0 0,1-1 1 0 0,-1 1 0 0 0,1-1 0 0 0,1 0-1 0 0,-1 0 1 0 0,1-1 0 0 0,0 0-1 0 0,8 6 1 0 0,-9-8-853 0 0,1 0-1 0 0,0 0 1 0 0,0 0-1 0 0,0 0 0 0 0,0-1 1 0 0,0 0-1 0 0,0-1 1 0 0,13 2-1 0 0,2-1-5069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6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10594 0 0,'9'-11'5262'0'0,"-7"30"712"0"0,-1-11-7364 0 0,4 19 1946 0 0,0-1 0 0 0,2 1 0 0 0,13 31-1 0 0,6 25-146 0 0,-12-24-270 0 0,10 114 1 0 0,-21-72-2605 0 0,-3-71-5074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6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269 127 6913 0 0,'3'-2'51'0'0,"0"0"-1"0"0,-1-1 0 0 0,1 1 0 0 0,-1-1 0 0 0,0 1 0 0 0,1-1 0 0 0,-1 0 0 0 0,-1 0 1 0 0,1 0-1 0 0,0 0 0 0 0,-1 0 0 0 0,1-1 0 0 0,1-6 0 0 0,-3 8 147 0 0,0 0-1 0 0,0-1 0 0 0,0 1 1 0 0,-1 0-1 0 0,1-1 1 0 0,0 1-1 0 0,-1 0 1 0 0,0-1-1 0 0,1 1 1 0 0,-1 0-1 0 0,0 0 0 0 0,0 0 1 0 0,0 0-1 0 0,0 0 1 0 0,-1 0-1 0 0,1 0 1 0 0,-1 0-1 0 0,1 0 0 0 0,-1 0 1 0 0,1 1-1 0 0,-1-1 1 0 0,-3-1-1 0 0,0-1-11 0 0,-1 0 0 0 0,0 1-1 0 0,0-1 1 0 0,-1 1-1 0 0,1 1 1 0 0,-1-1 0 0 0,1 1-1 0 0,-1 0 1 0 0,0 1 0 0 0,0 0-1 0 0,1 0 1 0 0,-1 0-1 0 0,0 1 1 0 0,0 0 0 0 0,0 0-1 0 0,0 0 1 0 0,0 1 0 0 0,0 1-1 0 0,0-1 1 0 0,0 1-1 0 0,1 0 1 0 0,-1 0 0 0 0,1 1-1 0 0,-9 4 1 0 0,9-4-19 0 0,-1 0 1 0 0,1 0-1 0 0,0 1 0 0 0,0 0 0 0 0,0 0 1 0 0,0 1-1 0 0,1 0 0 0 0,0 0 1 0 0,0 0-1 0 0,0 0 0 0 0,0 1 1 0 0,1-1-1 0 0,0 1 0 0 0,0 1 1 0 0,1-1-1 0 0,-1 0 0 0 0,1 1 1 0 0,1 0-1 0 0,-1-1 0 0 0,1 1 0 0 0,1 0 1 0 0,-1 0-1 0 0,0 10 0 0 0,2-13-162 0 0,0-1 0 0 0,0 1 0 0 0,1 0 0 0 0,-1-1 0 0 0,1 1 0 0 0,0-1 0 0 0,0 0 0 0 0,0 1 0 0 0,0-1 0 0 0,1 0 0 0 0,-1 1 0 0 0,1-1 0 0 0,0 0 0 0 0,0 0 0 0 0,0 0 0 0 0,0-1 0 0 0,0 1 0 0 0,1 0 0 0 0,-1-1 0 0 0,1 0 0 0 0,0 1 0 0 0,0-1 0 0 0,0 0 0 0 0,0-1 0 0 0,0 1 0 0 0,0 0 0 0 0,0-1 0 0 0,1 0 0 0 0,-1 1 0 0 0,0-1 0 0 0,1-1 0 0 0,-1 1 0 0 0,1 0 0 0 0,-1-1 0 0 0,1 0 0 0 0,3 0 0 0 0,1 1 6 0 0,0-1-1 0 0,-1-1 0 0 0,1 1 0 0 0,0-1 1 0 0,-1-1-1 0 0,1 1 0 0 0,-1-1 0 0 0,0-1 1 0 0,1 1-1 0 0,-1-1 0 0 0,0 0 0 0 0,-1-1 1 0 0,1 0-1 0 0,0 0 0 0 0,11-9 0 0 0,-14 7-114 0 0,0 1-1 0 0,0-1 0 0 0,0 0 0 0 0,0 1 0 0 0,-1-2 1 0 0,0 1-1 0 0,0 0 0 0 0,-1-1 0 0 0,0 1 0 0 0,3-14 1 0 0,-4 16 33 0 0,-1 1 0 0 0,1-1 0 0 0,-1 1 0 0 0,1-1 0 0 0,-1 0 0 0 0,0 1 0 0 0,-1-1 0 0 0,1 1 0 0 0,0-1 0 0 0,-1 0 1 0 0,0 1-1 0 0,0-1 0 0 0,0 1 0 0 0,0 0 0 0 0,-1-1 0 0 0,1 1 0 0 0,-1 0 0 0 0,0 0 0 0 0,0 0 0 0 0,0 0 0 0 0,0 0 0 0 0,-6-5 1 0 0,1 4-944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7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6 9218 0 0,'-1'-1'110'0'0,"0"1"-1"0"0,-1-1 1 0 0,1 0-1 0 0,-1 1 1 0 0,1-1-1 0 0,-1 1 1 0 0,1-1-1 0 0,-1 1 1 0 0,1 0 0 0 0,-1 0-1 0 0,1 0 1 0 0,-1 0-1 0 0,1 0 1 0 0,-1 0-1 0 0,0 0 1 0 0,1 0-1 0 0,-4 2 1 0 0,-32 8 1266 0 0,24-6-1078 0 0,-2 0 34 0 0,0 1 1 0 0,0 1-1 0 0,1 1 1 0 0,0 0-1 0 0,0 0 0 0 0,1 1 1 0 0,-17 13-1 0 0,23-15-286 0 0,0 0 0 0 0,1 0 0 0 0,-1 0 0 0 0,1 1 1 0 0,0 0-1 0 0,1 0 0 0 0,-1 0 0 0 0,1 1 0 0 0,1-1 0 0 0,0 1 0 0 0,0 1 0 0 0,0-1 0 0 0,1 0 0 0 0,-2 10 0 0 0,4-17-66 0 0,1 1 0 0 0,0-1 0 0 0,-1 0 0 0 0,1 0 1 0 0,0 0-1 0 0,0 0 0 0 0,0 0 0 0 0,0 0 0 0 0,0 0 0 0 0,0 1 0 0 0,0-1 0 0 0,0 0 0 0 0,1 0 0 0 0,-1 0 0 0 0,0 0 0 0 0,1 0 1 0 0,-1 0-1 0 0,1 0 0 0 0,-1 0 0 0 0,1 0 0 0 0,-1 0 0 0 0,1 0 0 0 0,0 0 0 0 0,-1 0 0 0 0,3 1 0 0 0,-2-1-22 0 0,1-1 0 0 0,-1 1 0 0 0,1-1 0 0 0,-1 1 0 0 0,1-1 0 0 0,0 1 0 0 0,-1-1 0 0 0,1 0 0 0 0,0 0 0 0 0,-1 0 0 0 0,1 0 0 0 0,0 0 0 0 0,-1 0 0 0 0,1-1 0 0 0,2 0 0 0 0,4-1-73 0 0,1-1-1 0 0,-1 0 1 0 0,0 0-1 0 0,0-1 1 0 0,10-7-1 0 0,-4 1 271 0 0,0-1 0 0 0,-1-1 0 0 0,-1 0 0 0 0,0-1 0 0 0,16-23 1 0 0,25-25 2577 0 0,-53 60-2648 0 0,1-1 0 0 0,0 1 0 0 0,0 0 0 0 0,0 0 0 0 0,0 0 1 0 0,1 0-1 0 0,-1 0 0 0 0,0 1 0 0 0,0-1 0 0 0,1 0 0 0 0,-1 0 1 0 0,0 1-1 0 0,1-1 0 0 0,-1 1 0 0 0,0-1 0 0 0,1 1 0 0 0,-1 0 1 0 0,1-1-1 0 0,-1 1 0 0 0,1 0 0 0 0,-1 0 0 0 0,1 0 1 0 0,-1 0-1 0 0,0 0 0 0 0,3 1 0 0 0,-2 0-24 0 0,-1 0-1 0 0,1 0 1 0 0,0 1-1 0 0,-1-1 1 0 0,1 0-1 0 0,-1 1 1 0 0,1-1-1 0 0,-1 1 1 0 0,0 0-1 0 0,1-1 1 0 0,-1 1 0 0 0,0 0-1 0 0,0 0 1 0 0,0 0-1 0 0,0 3 1 0 0,4 9 95 0 0,-1 1 1 0 0,0-1-1 0 0,2 26 1 0 0,-6-38-130 0 0,29 394 862 0 0,-29-385-877 0 0,0 1 0 0 0,-1 0 0 0 0,-1 0 0 0 0,0-1 1 0 0,0 1-1 0 0,-1-1 0 0 0,-1 0 0 0 0,0 0 1 0 0,0 0-1 0 0,-9 15 0 0 0,10-21-6 0 0,0-1 0 0 0,0 0-1 0 0,0 0 1 0 0,-1 0 0 0 0,1 0 0 0 0,-1-1-1 0 0,0 0 1 0 0,0 1 0 0 0,0-1-1 0 0,0-1 1 0 0,-1 1 0 0 0,1 0 0 0 0,-1-1-1 0 0,0 0 1 0 0,0 0 0 0 0,1-1 0 0 0,-1 1-1 0 0,0-1 1 0 0,0 0 0 0 0,-1-1 0 0 0,1 1-1 0 0,0-1 1 0 0,0 0 0 0 0,0 0-1 0 0,0 0 1 0 0,-7-2 0 0 0,-9-2-1613 0 0,1-4-6056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7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7370 0 0,'0'-2'241'0'0,"1"0"1"0"0,-1 0 0 0 0,1 0 0 0 0,0 0 0 0 0,0 0 0 0 0,0 1 0 0 0,0-1-1 0 0,0 0 1 0 0,1 1 0 0 0,-1-1 0 0 0,0 0 0 0 0,1 1 0 0 0,-1-1 0 0 0,1 1-1 0 0,0 0 1 0 0,-1 0 0 0 0,1 0 0 0 0,0-1 0 0 0,0 2 0 0 0,-1-1 0 0 0,1 0-1 0 0,0 0 1 0 0,0 0 0 0 0,0 1 0 0 0,0-1 0 0 0,0 1 0 0 0,0 0-1 0 0,0 0 1 0 0,1-1 0 0 0,-1 1 0 0 0,0 0 0 0 0,0 1 0 0 0,0-1 0 0 0,0 0-1 0 0,0 1 1 0 0,3 0 0 0 0,1 0 68 0 0,-1 0 0 0 0,1 0 0 0 0,-1 1 0 0 0,1 0-1 0 0,-1 0 1 0 0,0 0 0 0 0,1 1 0 0 0,-1-1 0 0 0,0 1 0 0 0,-1 0-1 0 0,1 1 1 0 0,0-1 0 0 0,6 8 0 0 0,-5-4-110 0 0,-1-1 0 0 0,0 1-1 0 0,0 1 1 0 0,-1-1 0 0 0,0 0 0 0 0,0 1 0 0 0,-1 0 0 0 0,4 12-1 0 0,-1 4-101 0 0,-1 1-1 0 0,-2 0 1 0 0,0 0 0 0 0,-1 0-1 0 0,-3 32 1 0 0,-20 185 21 0 0,1-31-3032 0 0,19-183 1151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0 248 5065 0 0,'17'-11'343'0'0,"1"0"0"0"0,0 1 0 0 0,1 1 0 0 0,0 0 0 0 0,0 2 0 0 0,29-8 0 0 0,-8 1 397 0 0,30-9 1928 0 0,139-27 0 0 0,-165 43-2508 0 0,1 3 0 0 0,-1 1-1 0 0,1 2 1 0 0,64 6-1 0 0,-109-5-120 0 0,1 0 0 0 0,0 0-1 0 0,0 0 1 0 0,0 0 0 0 0,0 0-1 0 0,0 0 1 0 0,0 0 0 0 0,0 0-1 0 0,-1 0 1 0 0,1 0 0 0 0,0 1-1 0 0,0-1 1 0 0,0 0 0 0 0,0 1-1 0 0,0-1 1 0 0,-1 0 0 0 0,1 1-1 0 0,0-1 1 0 0,0 1 0 0 0,-1-1-1 0 0,1 1 1 0 0,0 0 0 0 0,-1-1-1 0 0,1 1 1 0 0,-1 0 0 0 0,1-1-1 0 0,-1 1 1 0 0,1 0 0 0 0,-1 0-1 0 0,1-1 1 0 0,-1 1 0 0 0,0 0-1 0 0,1 0 1 0 0,-1 1 0 0 0,0 1 124 0 0,-1 0 0 0 0,0-1 0 0 0,0 1 0 0 0,0 0 0 0 0,-1-1 0 0 0,1 1 0 0 0,0-1 0 0 0,-1 1 0 0 0,-2 1 0 0 0,-11 25 157 0 0,14-25-267 0 0,0 1-1 0 0,1-1 1 0 0,0 1 0 0 0,0-1-1 0 0,0 1 1 0 0,0-1 0 0 0,1 1 0 0 0,-1-1-1 0 0,1 0 1 0 0,0 1 0 0 0,1-1 0 0 0,-1 0-1 0 0,1 0 1 0 0,0 0 0 0 0,0 1 0 0 0,0-2-1 0 0,0 1 1 0 0,1 0 0 0 0,-1 0 0 0 0,1-1-1 0 0,0 0 1 0 0,0 1 0 0 0,7 4 0 0 0,-5-3 62 0 0,1-1 0 0 0,-1 0 0 0 0,1 0 0 0 0,0 0 0 0 0,0-1 0 0 0,0 1 0 0 0,0-2 1 0 0,1 1-1 0 0,-1-1 0 0 0,1 0 0 0 0,0 0 0 0 0,-1-1 0 0 0,1 0 0 0 0,13 1 0 0 0,-15-2-65 0 0,-1-1-1 0 0,1 0 0 0 0,-1 0 0 0 0,0 0 0 0 0,1 0 0 0 0,-1-1 0 0 0,0 0 0 0 0,0 0 0 0 0,0 0 1 0 0,0 0-1 0 0,0-1 0 0 0,0 1 0 0 0,-1-1 0 0 0,1 0 0 0 0,-1 0 0 0 0,0 0 0 0 0,0-1 1 0 0,0 1-1 0 0,0-1 0 0 0,0 1 0 0 0,-1-1 0 0 0,0 0 0 0 0,0 0 0 0 0,0 0 0 0 0,0-1 1 0 0,-1 1-1 0 0,1 0 0 0 0,0-5 0 0 0,0-1-3 0 0,0 0 0 0 0,0 0 0 0 0,-1 0-1 0 0,0 0 1 0 0,-1 0 0 0 0,0 0 0 0 0,-1 0 0 0 0,0 0 0 0 0,0 0 0 0 0,-1 1 0 0 0,-5-18-1 0 0,4 21-53 0 0,1 0-1 0 0,-1 0 0 0 0,0 0 0 0 0,-1 1 0 0 0,1-1 0 0 0,-1 1 1 0 0,0 0-1 0 0,-1 0 0 0 0,1 0 0 0 0,-6-4 0 0 0,8 8-62 0 0,0-1 0 0 0,0 1 0 0 0,0-1 1 0 0,0 1-1 0 0,0 0 0 0 0,-1 0 0 0 0,1 0 0 0 0,0 0 0 0 0,-1 0 0 0 0,1 1 0 0 0,-1-1 0 0 0,1 1 0 0 0,-1-1 0 0 0,1 1 0 0 0,-1 0 1 0 0,1 0-1 0 0,-1 0 0 0 0,1 0 0 0 0,-1 1 0 0 0,1-1 0 0 0,-1 1 0 0 0,1-1 0 0 0,0 1 0 0 0,-1 0 0 0 0,1 0 0 0 0,0 0 1 0 0,-1 0-1 0 0,-2 3 0 0 0,-16 12-1950 0 0,-1 3-4734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8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9218 0 0,'18'48'4626'0'0,"37"175"-1372"0"0,6 17-172 0 0,-58-232-3412 0 0,-1 0 0 0 0,0 0-1 0 0,0 0 1 0 0,-1 1 0 0 0,0-1-1 0 0,0 12 1 0 0,-2-9-502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9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3681 0 0,'5'-4'749'0'0,"0"0"1"0"0,0 0-1 0 0,1 0 0 0 0,-1 1 1 0 0,1 0-1 0 0,7-3 0 0 0,11-4 898 0 0,36-8-1 0 0,-24 8-712 0 0,-23 6-414 0 0,1 0 0 0 0,0 1 0 0 0,0 1 0 0 0,0 0 0 0 0,0 0 0 0 0,1 2 0 0 0,17 0 0 0 0,-27 1-415 0 0,-1-1 1 0 0,1 1-1 0 0,-1 0 1 0 0,0 0-1 0 0,1 0 0 0 0,-1 1 1 0 0,0-1-1 0 0,0 1 1 0 0,0 0-1 0 0,0 0 0 0 0,0 1 1 0 0,-1-1-1 0 0,1 1 1 0 0,-1 0-1 0 0,1 0 0 0 0,-1 0 1 0 0,0 0-1 0 0,0 1 1 0 0,0-1-1 0 0,-1 1 1 0 0,1 0-1 0 0,-1-1 0 0 0,0 1 1 0 0,0 0-1 0 0,0 1 1 0 0,-1-1-1 0 0,2 5 0 0 0,0 6-38 0 0,0 0 0 0 0,-2 0 0 0 0,0 0-1 0 0,0 0 1 0 0,-1 0 0 0 0,-1 0 0 0 0,-1 0 0 0 0,0-1-1 0 0,-1 1 1 0 0,-6 19 0 0 0,-1-2 32 0 0,-2 0 1 0 0,-1-1-1 0 0,-26 45 1 0 0,28-57-75 0 0,0 0-1 0 0,-1-1 1 0 0,0 0 0 0 0,-2-1 0 0 0,0 0 0 0 0,-1-1 0 0 0,-1-1 0 0 0,0 0 0 0 0,-22 14 0 0 0,37-28-152 0 0,0-1-36 0 0,0 1-1 0 0,0 0 1 0 0,0 0 0 0 0,0-1-1 0 0,0 1 1 0 0,-1-1 0 0 0,1 1-1 0 0,0-1 1 0 0,0 0 0 0 0,-1 1 0 0 0,1-1-1 0 0,0 0 1 0 0,-1 0 0 0 0,1 0-1 0 0,0 0 1 0 0,-3 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9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8290 0 0,'7'7'1040'0'0,"-1"0"1"0"0,0 1-1 0 0,-1 0 0 0 0,0 0 1 0 0,0 0-1 0 0,0 0 1 0 0,4 12-1 0 0,16 64 1230 0 0,0-2-2972 0 0,-19-72-1594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49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 10138 0 0,'-1'-1'1096'0'0,"1"-1"-1096"0"0,1 2 0 0 0,-1 2 0 0 0,2-1 112 0 0,-1 1 0 0 0,1 1 0 0 0,1 1 0 0 0,0 2-384 0 0,0 2-80 0 0,2 1-8 0 0,-2 1-8 0 0,0 2 288 0 0,1 4 80 0 0,2 0 0 0 0,0 2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51 3681 0 0,'1'-1'179'0'0,"-1"-1"1"0"0,1 1-1 0 0,-1-1 0 0 0,1 1 1 0 0,-1-1-1 0 0,0 1 1 0 0,0-1-1 0 0,0 0 0 0 0,0 1 1 0 0,0-1-1 0 0,0 1 1 0 0,0-1-1 0 0,0 1 0 0 0,0-1 1 0 0,-1 1-1 0 0,1-1 1 0 0,-1 1-1 0 0,1-1 0 0 0,-1 1 1 0 0,0-1-1 0 0,1 1 1 0 0,-1 0-1 0 0,0-1 0 0 0,0 1 1 0 0,0 0-1 0 0,0 0 1 0 0,0 0-1 0 0,0-1 0 0 0,-1 1 1 0 0,1 0-1 0 0,0 1 1 0 0,0-1-1 0 0,-1 0 0 0 0,1 0 1 0 0,0 0-1 0 0,-1 1 1 0 0,1-1-1 0 0,-1 1 0 0 0,1-1 1 0 0,-1 1-1 0 0,1 0 1 0 0,-1-1-1 0 0,0 1 0 0 0,1 0 1 0 0,-1 0-1 0 0,1 0 1 0 0,-3 1-1 0 0,-3-1 185 0 0,0 1 0 0 0,-1 0-1 0 0,1 1 1 0 0,0 0 0 0 0,1 0 0 0 0,-1 0 0 0 0,0 1-1 0 0,1 0 1 0 0,-10 6 0 0 0,9-4-215 0 0,0 0 0 0 0,0 1 0 0 0,1 0 0 0 0,0 0 0 0 0,0 0 0 0 0,0 1-1 0 0,-8 14 1 0 0,11-18-135 0 0,1 1-1 0 0,1-1 1 0 0,-1 0-1 0 0,0 1 1 0 0,1-1-1 0 0,0 1 1 0 0,0-1-1 0 0,0 1 1 0 0,0-1-1 0 0,0 1 1 0 0,1 0-1 0 0,0 0 1 0 0,0-1-1 0 0,0 1 1 0 0,0 0-1 0 0,0 0 1 0 0,1-1-1 0 0,-1 1 1 0 0,1 0-1 0 0,0-1 1 0 0,2 4-1 0 0,-2-5-30 0 0,-1-1-1 0 0,1 1 1 0 0,0-1-1 0 0,0 0 1 0 0,0 1-1 0 0,0-1 1 0 0,0 0-1 0 0,0 0 0 0 0,1 1 1 0 0,-1-1-1 0 0,0 0 1 0 0,1-1-1 0 0,-1 1 1 0 0,0 0-1 0 0,1 0 1 0 0,-1 0-1 0 0,1-1 1 0 0,0 1-1 0 0,-1-1 0 0 0,1 1 1 0 0,-1-1-1 0 0,3 1 1 0 0,0-1-48 0 0,0 0 0 0 0,0-1 0 0 0,0 1 0 0 0,0-1 0 0 0,0 1 1 0 0,0-1-1 0 0,0-1 0 0 0,7-2 0 0 0,4-3-112 0 0,-1 0 0 0 0,0-1 0 0 0,19-16 0 0 0,10-9 136 0 0,-24 17 445 0 0,0 1 1 0 0,1 0-1 0 0,23-11 1 0 0,-41 25-315 0 0,-1 0 1 0 0,1 1-1 0 0,0-1 1 0 0,0 0 0 0 0,-1 1-1 0 0,1-1 1 0 0,0 1-1 0 0,0 0 1 0 0,0-1 0 0 0,0 1-1 0 0,0 0 1 0 0,0 0 0 0 0,-1 0-1 0 0,1 0 1 0 0,0 1-1 0 0,0-1 1 0 0,0 1 0 0 0,0-1-1 0 0,0 1 1 0 0,2 0-1 0 0,-2 1 14 0 0,1 0 0 0 0,0 0-1 0 0,-1 0 1 0 0,0 0-1 0 0,1 0 1 0 0,-1 0-1 0 0,0 1 1 0 0,0-1 0 0 0,0 1-1 0 0,0-1 1 0 0,1 5-1 0 0,4 7 213 0 0,-1 1 0 0 0,0 0 0 0 0,6 30 0 0 0,-9-34-194 0 0,6 24 84 0 0,-2 1 0 0 0,5 58-1 0 0,-11-81-185 0 0,0 0 0 0 0,-2 0 1 0 0,0 1-1 0 0,0-1 0 0 0,-1 0 0 0 0,-1 0 0 0 0,0 0 0 0 0,-1 0 0 0 0,0-1 0 0 0,-9 20 0 0 0,10-28 13 0 0,0 0 0 0 0,0-1 0 0 0,0 1 0 0 0,0 0 0 0 0,0-1 0 0 0,-1 0 0 0 0,1 1 0 0 0,-1-1 0 0 0,0-1 0 0 0,0 1 0 0 0,0-1 0 0 0,-1 1 0 0 0,1-1 0 0 0,0 0 0 0 0,-1-1 0 0 0,-4 2 0 0 0,5-2-137 0 0,1 0 0 0 0,0-1 0 0 0,-1 0 0 0 0,1 1 1 0 0,0-1-1 0 0,-1 0 0 0 0,1 0 0 0 0,0-1 0 0 0,-1 1 0 0 0,-4-2 0 0 0,6 1-318 0 0,-1 0 0 0 0,1 0 0 0 0,0 0 0 0 0,-1 0 0 0 0,1-1 0 0 0,0 1-1 0 0,0-1 1 0 0,0 1 0 0 0,0-1 0 0 0,0 0 0 0 0,0 0 0 0 0,0 0 0 0 0,1 0-1 0 0,-3-3 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0,'2'-2'263'0'0,"0"1"0"0"0,-1 0 1 0 0,1-1-1 0 0,0 1 0 0 0,0 0 0 0 0,0 0 1 0 0,0 0-1 0 0,0 0 0 0 0,0 1 0 0 0,0-1 1 0 0,0 1-1 0 0,0-1 0 0 0,0 1 0 0 0,0-1 1 0 0,0 1-1 0 0,0 0 0 0 0,1 0 0 0 0,-1 0 1 0 0,0 1-1 0 0,0-1 0 0 0,0 0 0 0 0,0 1 1 0 0,0-1-1 0 0,0 1 0 0 0,0 0 0 0 0,0 0 1 0 0,0 0-1 0 0,0 0 0 0 0,0 0 0 0 0,0 0 1 0 0,0 0-1 0 0,-1 0 0 0 0,1 1 0 0 0,0-1 1 0 0,-1 1-1 0 0,0-1 0 0 0,1 1 0 0 0,-1 0 1 0 0,0-1-1 0 0,0 1 0 0 0,1 0 0 0 0,-1 0 1 0 0,-1 0-1 0 0,1 0 0 0 0,0 0 0 0 0,0 0 1 0 0,-1 0-1 0 0,1 0 0 0 0,-1 0 0 0 0,0 3 1 0 0,1 5 293 0 0,-1 0 1 0 0,0 0 0 0 0,-1 0 0 0 0,-2 10-1 0 0,1-11-525 0 0,1-1-1 0 0,0 1 0 0 0,1 0 1 0 0,0-1-1 0 0,1 17 0 0 0,4-15-1155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0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7370 0 0,'-3'0'320'0'0,"2"0"80"0"0,2 0-320 0 0,1 0-80 0 0,1 0 0 0 0,-2 0 0 0 0,1 1 96 0 0,1 1 8 0 0,1-1 0 0 0,2 2 0 0 0,3 2-104 0 0,-1-1 0 0 0,-1 1 0 0 0,1 1 0 0 0,-1 1-72 0 0,-2 3 72 0 0,-3-1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8754 0 0,'44'38'9154'0'0,"-31"-28"-7757"0"0,-1 0-1 0 0,18 21 1 0 0,-26-27-1317 0 0,0 1 0 0 0,-1 0 0 0 0,0 1 0 0 0,0-1 0 0 0,0 0 0 0 0,0 1 0 0 0,-1 0 0 0 0,0 0 0 0 0,-1-1 0 0 0,3 12 0 0 0,-2 11-3 0 0,-1 1-1 0 0,-1-1 0 0 0,-1 0 0 0 0,-8 45 1 0 0,4-49-555 0 0,2 1 1 0 0,1 0-1 0 0,1 0 1 0 0,1 1-1 0 0,1-1 1 0 0,6 35 0 0 0,-3-43-6778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2761 0 0,'0'-2'150'0'0,"0"-1"1"0"0,0 1 0 0 0,0 0 0 0 0,1 0 0 0 0,-1 0-1 0 0,1 0 1 0 0,-1-1 0 0 0,1 1 0 0 0,0 0-1 0 0,0 0 1 0 0,0 0 0 0 0,0 0 0 0 0,0 1 0 0 0,0-1-1 0 0,1 0 1 0 0,-1 0 0 0 0,1 1 0 0 0,-1-1 0 0 0,1 1-1 0 0,2-3 1 0 0,42-31 4382 0 0,-38 29-3977 0 0,6-3-507 0 0,0 1 1 0 0,1 0-1 0 0,0 2 1 0 0,0-1-1 0 0,1 2 1 0 0,29-7-1 0 0,-20 6-4129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1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222 340 5985 0 0,'-23'-11'3857'0'0,"-1"-2"-1568"0"0,19 12-1971 0 0,-1 1 0 0 0,0 0 0 0 0,0 0 0 0 0,0 0 0 0 0,0 1 0 0 0,0 0 0 0 0,0 0 0 0 0,0 0 0 0 0,1 1 1 0 0,-1-1-1 0 0,1 2 0 0 0,-1-1 0 0 0,1 0 0 0 0,-1 1 0 0 0,1 0 0 0 0,-7 6 0 0 0,5-4-153 0 0,1 0 0 0 0,-1 0 0 0 0,1 1 0 0 0,0 0 0 0 0,1 0 0 0 0,-1 0 0 0 0,1 1 0 0 0,1 0 0 0 0,-1 0 0 0 0,1 0 0 0 0,-4 10 0 0 0,7-14-157 0 0,1 0 1 0 0,-1 0 0 0 0,1 0-1 0 0,-1 0 1 0 0,1 0 0 0 0,0 0 0 0 0,0 0-1 0 0,1 0 1 0 0,-1 0 0 0 0,1 0 0 0 0,-1 0-1 0 0,1 0 1 0 0,0 0 0 0 0,0 0 0 0 0,0 0-1 0 0,0 0 1 0 0,1 0 0 0 0,-1-1 0 0 0,1 1-1 0 0,0 0 1 0 0,0-1 0 0 0,0 0-1 0 0,0 1 1 0 0,0-1 0 0 0,0 0 0 0 0,1 0-1 0 0,-1 0 1 0 0,0 0 0 0 0,6 2 0 0 0,-6-2 19 0 0,1 0 1 0 0,0-1 0 0 0,-1 1 0 0 0,1-1 0 0 0,0 0 0 0 0,0 0 0 0 0,0 0-1 0 0,0 0 1 0 0,0-1 0 0 0,0 1 0 0 0,0-1 0 0 0,0 1 0 0 0,0-1-1 0 0,0 0 1 0 0,0 0 0 0 0,0-1 0 0 0,0 1 0 0 0,0 0 0 0 0,0-1-1 0 0,0 0 1 0 0,0 0 0 0 0,0 0 0 0 0,0 0 0 0 0,0 0 0 0 0,-1-1 0 0 0,1 1-1 0 0,0-1 1 0 0,-1 0 0 0 0,0 0 0 0 0,4-3 0 0 0,2-5-204 0 0,-1 0 0 0 0,12-20 0 0 0,-15 22 64 0 0,0 0 0 0 0,1 1 0 0 0,0-1 0 0 0,0 1-1 0 0,1 0 1 0 0,0 1 0 0 0,10-10 0 0 0,-15 15 131 0 0,1 0-1 0 0,-1 1 1 0 0,1-1 0 0 0,-1 1-1 0 0,1-1 1 0 0,0 1-1 0 0,-1-1 1 0 0,1 1 0 0 0,0 0-1 0 0,-1 0 1 0 0,1 0 0 0 0,0 0-1 0 0,-1 0 1 0 0,1 0-1 0 0,-1 0 1 0 0,1 0 0 0 0,0 1-1 0 0,-1-1 1 0 0,1 1 0 0 0,-1-1-1 0 0,1 1 1 0 0,-1 0-1 0 0,3 0 1 0 0,38 28 841 0 0,-8-7-438 0 0,-33-22-420 0 0,1 1-1 0 0,-1-1 0 0 0,0 0 1 0 0,1 1-1 0 0,-1-1 1 0 0,0 0-1 0 0,1 0 1 0 0,-1 0-1 0 0,0 0 1 0 0,1 0-1 0 0,-1 0 0 0 0,0 0 1 0 0,1-1-1 0 0,-1 1 1 0 0,0 0-1 0 0,1-1 1 0 0,-1 1-1 0 0,0-1 1 0 0,0 1-1 0 0,3-2 0 0 0,-1-1-21 0 0,0 1-1 0 0,-1 0 1 0 0,1-1 0 0 0,-1 1-1 0 0,1-1 1 0 0,-1 0-1 0 0,0 0 1 0 0,2-3-1 0 0,2-6-256 0 0,0 0-1 0 0,-1 0 1 0 0,6-17 0 0 0,-6 7-92 0 0,-1-1 0 0 0,-1 1 0 0 0,-1-1 0 0 0,-1 1 0 0 0,-1-1 0 0 0,-5-41 0 0 0,2 32 1753 0 0,2 1 1 0 0,7-50 1567 0 0,-6 81-2923 0 0,4 12 440 0 0,4 16-244 0 0,52 291 1979 0 0,-47-274-2646 0 0,28 64 0 0 0,-28-80-1339 0 0,2-1 0 0 0,0-1 1 0 0,23 29-1 0 0,-22-35-5906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2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18 4145 0 0,'-1'-2'249'0'0,"0"1"1"0"0,0 0 0 0 0,-1 0-1 0 0,1 1 1 0 0,0-1-1 0 0,0 0 1 0 0,-1 0 0 0 0,1 0-1 0 0,-1 1 1 0 0,1-1-1 0 0,-1 1 1 0 0,1-1 0 0 0,-1 1-1 0 0,1 0 1 0 0,-1-1-1 0 0,-2 1 1 0 0,-33-3 2553 0 0,24 3-1749 0 0,0-2-510 0 0,-1 2 0 0 0,0 0-1 0 0,1 0 1 0 0,-1 2-1 0 0,1-1 1 0 0,-1 2 0 0 0,1 0-1 0 0,-21 7 1 0 0,26-7-363 0 0,1 1 1 0 0,-1 0-1 0 0,1 0 1 0 0,0 0-1 0 0,0 1 1 0 0,0 0-1 0 0,1 1 1 0 0,0-1-1 0 0,0 1 1 0 0,0 0-1 0 0,1 1 1 0 0,-1-1-1 0 0,2 1 1 0 0,-1 0-1 0 0,-3 9 1 0 0,0 0-126 0 0,1 0 0 0 0,0 1 0 0 0,1 0 0 0 0,2 0 1 0 0,-1 0-1 0 0,2 1 0 0 0,0 0 0 0 0,1-1 0 0 0,1 33 1 0 0,2-43-51 0 0,-1 0 1 0 0,1 1-1 0 0,0-1 1 0 0,1 0-1 0 0,-1 0 1 0 0,2 0-1 0 0,-1 0 1 0 0,1-1-1 0 0,0 1 1 0 0,0-1 0 0 0,0 1-1 0 0,1-1 1 0 0,0 0-1 0 0,1-1 1 0 0,-1 1-1 0 0,1-1 1 0 0,0 0-1 0 0,0 0 1 0 0,1 0 0 0 0,0 0-1 0 0,-1-1 1 0 0,2 0-1 0 0,-1-1 1 0 0,0 1-1 0 0,1-1 1 0 0,10 3-1 0 0,-3-1-35 0 0,1-2-1 0 0,-1 0 0 0 0,1-1 0 0 0,0 0 0 0 0,0-1 0 0 0,0-1 1 0 0,16-2-1 0 0,-4 1-476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52 5529 0 0,'-20'-6'11137'0'0,"21"11"-10261"0"0,1 11-170 0 0,0-1-1 0 0,1 1 0 0 0,1-1 0 0 0,0 0 0 0 0,9 20 0 0 0,-11-29-658 0 0,1 0 0 0 0,0-1 1 0 0,0 1-1 0 0,1-1 0 0 0,-1 1 0 0 0,1-1 1 0 0,0 0-1 0 0,0-1 0 0 0,1 1 0 0 0,0-1 1 0 0,-1 0-1 0 0,2 0 0 0 0,-1 0 1 0 0,0-1-1 0 0,1 1 0 0 0,-1-2 0 0 0,7 4 1 0 0,-11-6-58 0 0,1 1 0 0 0,-1-1 0 0 0,0 1 1 0 0,0-1-1 0 0,0 0 0 0 0,1 0 1 0 0,-1 1-1 0 0,0-1 0 0 0,0 0 1 0 0,1 0-1 0 0,-1 0 0 0 0,0 0 0 0 0,0-1 1 0 0,1 1-1 0 0,-1 0 0 0 0,0 0 1 0 0,0-1-1 0 0,0 1 0 0 0,1-1 1 0 0,-1 1-1 0 0,0-1 0 0 0,0 1 0 0 0,0-1 1 0 0,0 0-1 0 0,0 0 0 0 0,1 0 1 0 0,-1-2 0 0 0,1 1 1 0 0,-1 0 0 0 0,0 0-1 0 0,1 0 1 0 0,-1-1 0 0 0,-1 1-1 0 0,1-1 1 0 0,0 1 0 0 0,0-1-1 0 0,-1 1 1 0 0,0-1 0 0 0,1-2-1 0 0,-1-7-15 0 0,0 0-1 0 0,0 0 0 0 0,-1 0 1 0 0,-4-16-1 0 0,-27-84-2757 0 0,25 93-4227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3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5529 0 0,'2'-5'377'0'0,"1"0"0"0"0,0 0 0 0 0,1 0 0 0 0,-1 0-1 0 0,1 1 1 0 0,0 0 0 0 0,0 0 0 0 0,0 0 0 0 0,1 0-1 0 0,-1 0 1 0 0,1 1 0 0 0,0 0 0 0 0,0 0 0 0 0,0 0 0 0 0,0 1-1 0 0,10-3 1 0 0,-10 2 35 0 0,1 1-1 0 0,-1 0 1 0 0,1 0-1 0 0,0 1 0 0 0,0 0 1 0 0,-1 0-1 0 0,1 0 1 0 0,0 1-1 0 0,0 0 0 0 0,0 0 1 0 0,0 0-1 0 0,0 1 1 0 0,0 0-1 0 0,-1 0 1 0 0,1 0-1 0 0,9 4 0 0 0,-11-2-210 0 0,0 0-1 0 0,0 1 0 0 0,0 0 1 0 0,0-1-1 0 0,-1 1 0 0 0,1 0 1 0 0,-1 1-1 0 0,0-1 0 0 0,0 1 1 0 0,0-1-1 0 0,-1 1 1 0 0,0 0-1 0 0,0 0 0 0 0,0 0 1 0 0,0 0-1 0 0,1 8 0 0 0,2 11-21 0 0,-1 1-1 0 0,0 29 0 0 0,-3-40-67 0 0,2 6-140 0 0,-2-12 28 0 0,0 0 1 0 0,-1 0-1 0 0,0 0 1 0 0,0 0-1 0 0,-2 12 1 0 0,9-51-800 0 0,14-47-690 0 0,-17 64 1381 0 0,1 0 0 0 0,1 0 0 0 0,1 1 0 0 0,0 0-1 0 0,14-20 1 0 0,-18 29 185 0 0,0 1 1 0 0,0-1-1 0 0,1 1 0 0 0,-1 0 0 0 0,1 0 0 0 0,0 0 0 0 0,0 0 0 0 0,0 1 1 0 0,1-1-1 0 0,-1 1 0 0 0,0 0 0 0 0,1 1 0 0 0,-1-1 0 0 0,1 1 0 0 0,0-1 1 0 0,-1 2-1 0 0,1-1 0 0 0,0 0 0 0 0,0 1 0 0 0,9 0 0 0 0,-8 1 2 0 0,0-1 0 0 0,0 1-1 0 0,0 0 1 0 0,-1 0-1 0 0,1 1 1 0 0,0 0 0 0 0,-1 0-1 0 0,1 0 1 0 0,-1 1-1 0 0,0-1 1 0 0,0 1 0 0 0,0 0-1 0 0,0 1 1 0 0,0-1-1 0 0,4 6 1 0 0,2 3-560 0 0,0 1 0 0 0,-2 0 0 0 0,1 0 0 0 0,7 17 0 0 0,-8-16-769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3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6449 0 0,'2'-7'16'0'0,"7"-24"1612"0"0,-8 29-1269 0 0,-1 1 0 0 0,1-1 0 0 0,-1 1 0 0 0,1-1 0 0 0,0 1 1 0 0,0 0-1 0 0,0-1 0 0 0,0 1 0 0 0,0 0 0 0 0,0 0 0 0 0,0-1 0 0 0,1 1 1 0 0,-1 0-1 0 0,0 0 0 0 0,3-1 0 0 0,-3 2-224 0 0,0 0 0 0 0,-1 0 0 0 0,1 0-1 0 0,0 0 1 0 0,0 1 0 0 0,0-1 0 0 0,0 0 0 0 0,-1 0 0 0 0,1 1 0 0 0,0-1-1 0 0,0 0 1 0 0,-1 1 0 0 0,1-1 0 0 0,0 1 0 0 0,-1-1 0 0 0,1 1 0 0 0,0-1-1 0 0,-1 1 1 0 0,1 0 0 0 0,-1-1 0 0 0,1 1 0 0 0,-1 0 0 0 0,1-1 0 0 0,-1 1-1 0 0,0 0 1 0 0,1 0 0 0 0,-1-1 0 0 0,1 2 0 0 0,11 26 985 0 0,-11-25-866 0 0,12 33 816 0 0,-5-12-623 0 0,1-1 1 0 0,16 32-1 0 0,-22-50-414 0 0,0 0 1 0 0,1 1 0 0 0,-1-1-1 0 0,1 0 1 0 0,0-1 0 0 0,0 1-1 0 0,1-1 1 0 0,-1 0 0 0 0,1 0-1 0 0,0 0 1 0 0,0 0 0 0 0,1-1-1 0 0,-1 0 1 0 0,11 4 0 0 0,-14-6-7 0 0,0 0 1 0 0,-1-1-1 0 0,1 0 1 0 0,0 1-1 0 0,0-1 1 0 0,0 0-1 0 0,0 0 1 0 0,0 0-1 0 0,0 0 1 0 0,-1 0-1 0 0,1-1 1 0 0,0 1-1 0 0,0 0 0 0 0,0-1 1 0 0,0 1-1 0 0,-1-1 1 0 0,1 0-1 0 0,0 0 1 0 0,-1 0-1 0 0,4-1 1 0 0,-2-1 9 0 0,0 0 0 0 0,0 0 1 0 0,0 0-1 0 0,0-1 0 0 0,0 1 0 0 0,-1-1 1 0 0,1 1-1 0 0,2-8 0 0 0,2-5 5 0 0,-1 0-1 0 0,0-1 1 0 0,4-23 0 0 0,24-174-2680 0 0,-30 193 1072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3225 0 0,'0'1'193'0'0,"0"1"0"0"0,0-1 0 0 0,0 1 1 0 0,0-1-1 0 0,0 1 0 0 0,0-1 0 0 0,0 0 0 0 0,0 1 1 0 0,1-1-1 0 0,-1 1 0 0 0,1-1 0 0 0,-1 1 0 0 0,1-1 1 0 0,-1 0-1 0 0,1 1 0 0 0,0-1 0 0 0,-1 0 0 0 0,1 0 1 0 0,0 1-1 0 0,1 0 0 0 0,-1-2-3 0 0,0 1 1 0 0,0-1-1 0 0,0 0 1 0 0,0 0-1 0 0,0 0 0 0 0,0 0 1 0 0,0 0-1 0 0,-1 0 1 0 0,1 0-1 0 0,0 0 0 0 0,0-1 1 0 0,0 1-1 0 0,0 0 1 0 0,0 0-1 0 0,-1-1 0 0 0,1 1 1 0 0,0-1-1 0 0,0 1 1 0 0,0 0-1 0 0,-1-1 0 0 0,1 1 1 0 0,0-1-1 0 0,0-1 0 0 0,23-22 2691 0 0,-7-1-3890 0 0,-10 10 1053 0 0,0-1 0 0 0,-1 1 0 0 0,-1-1 0 0 0,-1-1 0 0 0,3-23 0 0 0,-7 37 894 0 0,-1 9-168 0 0,0 17 231 0 0,4-14-870 0 0,0-1 1 0 0,0 0-1 0 0,1 0 1 0 0,0 0 0 0 0,0 0-1 0 0,1 0 1 0 0,0-1 0 0 0,7 8-1 0 0,-8-10 19 0 0,0 0-1 0 0,0-1 0 0 0,1 0 1 0 0,-1 0-1 0 0,1 0 0 0 0,-1 0 1 0 0,1-1-1 0 0,1 0 0 0 0,-1 0 1 0 0,0 0-1 0 0,1-1 0 0 0,-1 0 1 0 0,7 2-1 0 0,-8-4-153 0 0,0 1 0 0 0,0-2 0 0 0,-1 1 0 0 0,1 0 0 0 0,0-1 1 0 0,-1 0-1 0 0,1 0 0 0 0,-1 0 0 0 0,1 0 0 0 0,-1 0 0 0 0,1-1 0 0 0,-1 1 0 0 0,0-1 0 0 0,5-3 0 0 0,41-35-3468 0 0,-43 35 2446 0 0,8-9-4722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4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58 6641 0 0,'-34'-20'2357'0'0,"33"20"-2092"0"0,0-1 0 0 0,0 1-1 0 0,1-1 1 0 0,-1 1 0 0 0,0-1 0 0 0,1 0 0 0 0,-1 1-1 0 0,1-1 1 0 0,-1 0 0 0 0,1 0 0 0 0,-1 0 0 0 0,1 1-1 0 0,-1-1 1 0 0,1 0 0 0 0,0 0 0 0 0,0 0 0 0 0,-1 0 0 0 0,1 0-1 0 0,0 0 1 0 0,0 0 0 0 0,0 1 0 0 0,0-1 0 0 0,0 0-1 0 0,0 0 1 0 0,0 0 0 0 0,0 0 0 0 0,0 0 0 0 0,0 0 0 0 0,1 0-1 0 0,-1 0 1 0 0,0 1 0 0 0,1-1 0 0 0,-1 0 0 0 0,1 0-1 0 0,-1 0 1 0 0,1 0 0 0 0,-1 1 0 0 0,1-1 0 0 0,0-1-1 0 0,0 2-184 0 0,-1-1-1 0 0,1 1 0 0 0,0-1 1 0 0,-1 1-1 0 0,1 0 1 0 0,-1-1-1 0 0,1 1 0 0 0,0 0 1 0 0,-1 0-1 0 0,1-1 0 0 0,0 1 1 0 0,-1 0-1 0 0,1 0 0 0 0,0 0 1 0 0,-1 0-1 0 0,1 0 0 0 0,0 0 1 0 0,-1 0-1 0 0,1 0 0 0 0,0 0 1 0 0,0 0-1 0 0,-1 0 0 0 0,1 0 1 0 0,0 1-1 0 0,-1-1 0 0 0,1 0 1 0 0,-1 0-1 0 0,1 1 0 0 0,0-1 1 0 0,-1 0-1 0 0,1 1 1 0 0,-1-1-1 0 0,1 1 0 0 0,-1-1 1 0 0,1 1-1 0 0,-1-1 0 0 0,1 1 1 0 0,-1-1-1 0 0,1 1 0 0 0,-1-1 1 0 0,0 1-1 0 0,1 0 0 0 0,-1-1 1 0 0,0 1-1 0 0,0 0 0 0 0,1-1 1 0 0,-1 1-1 0 0,0 0 0 0 0,0-1 1 0 0,0 2-1 0 0,16 47 7 0 0,2 0 0 0 0,1-2 0 0 0,30 50 0 0 0,-46-91-131 0 0,22 43-442 0 0,-44-74 167 0 0,12 13 182 0 0,1-1 1 0 0,1-1-1 0 0,0 1 1 0 0,1-1-1 0 0,1 0 0 0 0,-4-28 1 0 0,7-13-6154 0 0,4 20-542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7834 0 0,'3'-5'796'0'0,"1"1"0"0"0,0 0 1 0 0,0 0-1 0 0,0 0 0 0 0,0 0 1 0 0,1 1-1 0 0,5-5 0 0 0,-3 5-518 0 0,-1-1 0 0 0,1 1 1 0 0,0 0-1 0 0,0 0 0 0 0,9-2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5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6913 0 0,'1'-1'287'0'0,"0"-1"-1"0"0,-1 1 1 0 0,1 0-1 0 0,0 0 0 0 0,-1 1 1 0 0,1-1-1 0 0,0 0 0 0 0,0 0 1 0 0,0 0-1 0 0,0 0 0 0 0,0 1 1 0 0,0-1-1 0 0,0 0 0 0 0,0 1 1 0 0,0-1-1 0 0,0 1 0 0 0,0-1 1 0 0,0 1-1 0 0,1 0 0 0 0,-1-1 1 0 0,0 1-1 0 0,0 0 0 0 0,0 0 1 0 0,1 0-1 0 0,-1 0 0 0 0,0 0 1 0 0,0 0-1 0 0,0 0 1 0 0,1 0-1 0 0,-1 0 0 0 0,0 1 1 0 0,0-1-1 0 0,0 0 0 0 0,0 1 1 0 0,1-1-1 0 0,-1 1 0 0 0,0-1 1 0 0,2 2-1 0 0,0 0 40 0 0,0 0 1 0 0,0 0-1 0 0,0 1 0 0 0,0-1 1 0 0,0 0-1 0 0,0 1 0 0 0,0 0 0 0 0,-1 0 1 0 0,1 0-1 0 0,-1 0 0 0 0,2 4 1 0 0,0 2-224 0 0,-1 0 1 0 0,0 0 0 0 0,-1 0-1 0 0,0 0 1 0 0,-1 0 0 0 0,1 18-1 0 0,-4 62 761 0 0,0-43-677 0 0,1-21-1200 0 0,1 1-1 0 0,1 0 0 0 0,1-1 1 0 0,1 1-1 0 0,2-1 1 0 0,0 0-1 0 0,15 40 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5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0 228 6913 0 0,'7'-14'676'0'0,"-1"1"-1"0"0,2 0 0 0 0,0 0 1 0 0,1 1-1 0 0,0 0 0 0 0,1 1 0 0 0,0-1 1 0 0,0 2-1 0 0,14-11 0 0 0,-7 7-137 0 0,36-21 0 0 0,-34 24-1969 0 0,34-14 0 0 0,-46 23 1285 0 0,0 0 0 0 0,0 0-1 0 0,0 0 1 0 0,0 0 0 0 0,1 1 0 0 0,-1 1 0 0 0,0-1 0 0 0,1 1-1 0 0,13 2 1 0 0,-7 1 66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0 259 1728 0 0,'0'1'34'0'0,"1"1"-1"0"0,-1-1 0 0 0,0 1 0 0 0,1-1 0 0 0,-1 0 0 0 0,1 1 1 0 0,0-1-1 0 0,-1 0 0 0 0,1 1 0 0 0,0-1 0 0 0,0 0 0 0 0,0 0 1 0 0,0 0-1 0 0,0 0 0 0 0,0 0 0 0 0,0 0 0 0 0,0 0 1 0 0,0 0-1 0 0,0 0 0 0 0,1-1 0 0 0,-1 1 0 0 0,3 1 0 0 0,-1-1 136 0 0,1 0 0 0 0,-1 0-1 0 0,1-1 1 0 0,-1 1-1 0 0,1-1 1 0 0,-1 0-1 0 0,1 0 1 0 0,0 0 0 0 0,4-1-1 0 0,-1 0 61 0 0,-1 0 0 0 0,0-1 0 0 0,0 1 0 0 0,1-1 0 0 0,-1-1 0 0 0,0 1 0 0 0,0-1 0 0 0,-1 0 0 0 0,1 0 0 0 0,9-8 0 0 0,-8 3-109 0 0,-1 0 0 0 0,1 0 0 0 0,-2-1 0 0 0,1 0 0 0 0,-1-1 0 0 0,0 1 0 0 0,-1-1 0 0 0,0 0 0 0 0,2-10 0 0 0,0-2 282 0 0,-1 1 1 0 0,-1-1 0 0 0,1-30-1 0 0,-5 50-363 0 0,0 0 0 0 0,0-1-1 0 0,0 1 1 0 0,0 0 0 0 0,0 0 0 0 0,0 0-1 0 0,-1 0 1 0 0,1 0 0 0 0,-1 0 0 0 0,0 0-1 0 0,1 0 1 0 0,-1 0 0 0 0,-1-2 0 0 0,1 4-11 0 0,1-1 1 0 0,-1 0 0 0 0,1 1 0 0 0,-1-1-1 0 0,0 1 1 0 0,1-1 0 0 0,-1 1 0 0 0,0-1 0 0 0,1 1-1 0 0,-1-1 1 0 0,0 1 0 0 0,0 0 0 0 0,1-1 0 0 0,-1 1-1 0 0,0 0 1 0 0,0 0 0 0 0,1-1 0 0 0,-1 1-1 0 0,0 0 1 0 0,0 0 0 0 0,0 0 0 0 0,-1 0 0 0 0,-1 1 55 0 0,1 0 1 0 0,-1-1-1 0 0,1 1 1 0 0,0 0-1 0 0,0 1 0 0 0,-1-1 1 0 0,1 0-1 0 0,0 1 1 0 0,0-1-1 0 0,0 1 1 0 0,0-1-1 0 0,0 1 1 0 0,1 0-1 0 0,-1 0 1 0 0,0 0-1 0 0,1 0 1 0 0,-1 0-1 0 0,1 0 1 0 0,-2 4-1 0 0,1-1 85 0 0,1 1 0 0 0,-1-1 0 0 0,1 1 0 0 0,0-1 1 0 0,1 1-1 0 0,-1 0 0 0 0,1-1 0 0 0,0 1 0 0 0,1 0 0 0 0,-1-1 0 0 0,1 1 0 0 0,0-1 0 0 0,0 1 1 0 0,1-1-1 0 0,0 1 0 0 0,0-1 0 0 0,0 0 0 0 0,1 0 0 0 0,4 8 0 0 0,-3-6 16 0 0,0 1-1 0 0,1-1 0 0 0,0 0 1 0 0,0-1-1 0 0,1 1 0 0 0,0-1 1 0 0,0 0-1 0 0,0-1 0 0 0,1 1 1 0 0,0-1-1 0 0,0-1 0 0 0,13 7 1 0 0,-17-9-227 0 0,1-1 1 0 0,0 0-1 0 0,0 0 1 0 0,0 0 0 0 0,0-1-1 0 0,0 0 1 0 0,0 1 0 0 0,0-1-1 0 0,0-1 1 0 0,0 1-1 0 0,0 0 1 0 0,0-1 0 0 0,0 0-1 0 0,0 0 1 0 0,0 0 0 0 0,0-1-1 0 0,0 1 1 0 0,-1-1-1 0 0,1 0 1 0 0,4-3 0 0 0,7-5-342 0 0,-1-1 0 0 0,0-1 0 0 0,18-20 1 0 0,-22 21 311 0 0,1 1 1 0 0,-1 0 0 0 0,1 1 0 0 0,18-11-1 0 0,-23 17 218 0 0,-1 1 1 0 0,1 0-1 0 0,0 0 0 0 0,-1 1 0 0 0,1 0 0 0 0,0 0 0 0 0,0 0 0 0 0,0 1 0 0 0,0-1 0 0 0,0 1 0 0 0,0 1 1 0 0,0-1-1 0 0,0 1 0 0 0,0 0 0 0 0,0 1 0 0 0,-1-1 0 0 0,12 6 0 0 0,-11-5 45 0 0,1 2 0 0 0,0-1 0 0 0,-1 1 0 0 0,1 0 1 0 0,-1 0-1 0 0,0 1 0 0 0,-1-1 0 0 0,1 1 0 0 0,-1 1 0 0 0,0-1 0 0 0,0 1 0 0 0,0 0 0 0 0,-1 0 0 0 0,4 7 0 0 0,-8-12-160 0 0,0-1-1 0 0,1 0 0 0 0,-1 0 0 0 0,0 0 0 0 0,0 0 0 0 0,0 1 0 0 0,0-1 0 0 0,0 0 1 0 0,0 0-1 0 0,1 0 0 0 0,-1 1 0 0 0,0-1 0 0 0,0 0 0 0 0,0 0 0 0 0,0 0 0 0 0,0 1 1 0 0,0-1-1 0 0,0 0 0 0 0,0 0 0 0 0,0 1 0 0 0,0-1 0 0 0,0 0 0 0 0,0 0 1 0 0,0 0-1 0 0,0 1 0 0 0,0-1 0 0 0,0 0 0 0 0,0 0 0 0 0,0 1 0 0 0,0-1 0 0 0,-1 0 1 0 0,1 0-1 0 0,0 0 0 0 0,0 1 0 0 0,0-1 0 0 0,0 0 0 0 0,0 0 0 0 0,0 0 0 0 0,-1 0 1 0 0,1 1-1 0 0,0-1 0 0 0,-6-26 878 0 0,5 10-943 0 0,1 0 1 0 0,1 0-1 0 0,1 1 1 0 0,0-1-1 0 0,5-15 1 0 0,0 7-158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8:56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13827 0 0,'-6'17'608'0'0,"3"-10"128"0"0,0 2-584 0 0,0-3-152 0 0,0-1 0 0 0,0-2 0 0 0,0 1 640 0 0,-2 2 97 0 0,-3 3 15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18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1 3681 0 0,'-40'6'2566'0'0,"-78"23"0"0"0,132-29 2015 0 0,73-4-2880 0 0,188-20 528 0 0,372 16 1 0 0,-113 53-2441 0 0,-266-24-815 0 0,-233-24-3425 0 0,-29 2 3076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18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13 4145 0 0,'-8'-1'243'0'0,"-41"-11"11735"0"0,60 13-10476 0 0,14 3-1592 0 0,1 8 333 0 0,-1 1-1 0 0,0 1 0 0 0,0 1 1 0 0,-2 1-1 0 0,24 20 0 0 0,-14-10 292 0 0,-28-23-400 0 0,1 2 1 0 0,-1-1-1 0 0,0 0 1 0 0,0 1-1 0 0,0 0 1 0 0,-1 0-1 0 0,0 1 1 0 0,7 10-1 0 0,-10-14-106 0 0,0 1-1 0 0,-1-1 1 0 0,1 1-1 0 0,0-1 1 0 0,-1 0-1 0 0,0 1 0 0 0,1 0 1 0 0,-1-1-1 0 0,0 1 1 0 0,0-1-1 0 0,-1 1 0 0 0,1-1 1 0 0,0 1-1 0 0,-1-1 1 0 0,0 0-1 0 0,1 1 0 0 0,-1-1 1 0 0,0 1-1 0 0,0-1 1 0 0,-1 0-1 0 0,1 0 1 0 0,0 0-1 0 0,-1 0 0 0 0,1 0 1 0 0,-1 0-1 0 0,-3 3 1 0 0,-3 4 3 0 0,-1-1 1 0 0,0 0 0 0 0,0 0-1 0 0,-1-1 1 0 0,-18 10 0 0 0,-28 10-2883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16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1 116 4145 0 0,'0'-10'664'0'0,"0"0"0"0"0,1 0 1 0 0,1 0-1 0 0,0 0 0 0 0,0 0 1 0 0,1 1-1 0 0,0-1 0 0 0,0 1 0 0 0,14-18 2625 0 0,-17 27-3244 0 0,3 10 1388 0 0,-1 13-158 0 0,-3 98 924 0 0,9 236-1300 0 0,-3-304-720 0 0,22 102-1 0 0,-22-138-112 0 0,0-1-1 0 0,1 0 0 0 0,1 1 1 0 0,0-2-1 0 0,1 1 0 0 0,1-1 1 0 0,0 0-1 0 0,1-1 0 0 0,1 0 1 0 0,12 12-1 0 0,-1-5 160 0 0,0-2 1 0 0,1-1-1 0 0,1 0 0 0 0,42 22 0 0 0,-49-31-41 0 0,1 0 1 0 0,0-1-1 0 0,1-1 0 0 0,0-1 0 0 0,0-1 0 0 0,0-1 0 0 0,37 5 0 0 0,-53-9-211 0 0,-1 0 0 0 0,1 0 0 0 0,-1 0 0 0 0,1 0 0 0 0,-1 0 0 0 0,0 0 0 0 0,1 0-1 0 0,-1-1 1 0 0,1 0 0 0 0,-1 1 0 0 0,1-1 0 0 0,-1 0 0 0 0,0 0 0 0 0,0 0 0 0 0,1 0 0 0 0,-1-1 0 0 0,0 1-1 0 0,0 0 1 0 0,0-1 0 0 0,0 0 0 0 0,-1 1 0 0 0,1-1 0 0 0,0 0 0 0 0,-1 0 0 0 0,1 0 0 0 0,-1 0 0 0 0,2-3-1 0 0,0-2-634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19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1817 0 3681 0 0,'79'14'6661'0'0,"-84"-13"-5999"0"0,1-1 0 0 0,-1 1 0 0 0,1 0 0 0 0,0 1 0 0 0,0-1 0 0 0,0 1 0 0 0,-4 2 0 0 0,-16 5-179 0 0,-27 5-147 0 0,-1-2 0 0 0,-88 9 0 0 0,-109-6 1083 0 0,81-8-1003 0 0,-156-5-533 0 0,15-2-70 0 0,161 10-316 0 0,-183 6 331 0 0,329-16 138 0 0,-30-2 520 0 0,30 2-551 0 0,1 0 0 0 0,-1 0 1 0 0,1 0-1 0 0,-1-1 1 0 0,0 1-1 0 0,1 0 0 0 0,0-1 1 0 0,-1 1-1 0 0,1-1 0 0 0,-1 0 1 0 0,1 0-1 0 0,0 1 0 0 0,-1-1 1 0 0,1 0-1 0 0,0 0 0 0 0,0 0 1 0 0,-2-2-1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0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50 5065 0 0,'16'-17'638'0'0,"8"-11"1967"0"0,-24 28-2569 0 0,0 0-1 0 0,0-1 0 0 0,1 1 1 0 0,-1 0-1 0 0,0 0 0 0 0,0 0 1 0 0,0 0-1 0 0,0 0 0 0 0,0 0 1 0 0,0 0-1 0 0,0 0 0 0 0,0-1 1 0 0,0 1-1 0 0,0 0 0 0 0,0 0 0 0 0,0 0 1 0 0,0 0-1 0 0,0 0 0 0 0,0 0 1 0 0,0-1-1 0 0,0 1 0 0 0,0 0 1 0 0,0 0-1 0 0,0 0 0 0 0,0 0 1 0 0,0 0-1 0 0,0 0 0 0 0,0 0 0 0 0,0-1 1 0 0,0 1-1 0 0,0 0 0 0 0,-1 0 1 0 0,1 0-1 0 0,0 0 0 0 0,0 0 1 0 0,0 0-1 0 0,0 0 0 0 0,0 0 1 0 0,0 0-1 0 0,0-1 0 0 0,0 1 1 0 0,0 0-1 0 0,-1 0 0 0 0,1 0 0 0 0,0 0 1 0 0,0 0-1 0 0,0 0 0 0 0,0 0 1 0 0,0 0-1 0 0,0 0 0 0 0,-1 0 1 0 0,1 0-1 0 0,0 0 0 0 0,0 0 1 0 0,-11 2 828 0 0,-10 6-111 0 0,6 2-378 0 0,1 1 0 0 0,0 1 1 0 0,1 0-1 0 0,1 1 0 0 0,-1 0 0 0 0,-17 27 1 0 0,4 0 841 0 0,-29 59 1 0 0,52-93-1108 0 0,0 0-1 0 0,0 0 0 0 0,1 1 1 0 0,0-1-1 0 0,0 1 0 0 0,0-1 1 0 0,1 1-1 0 0,0 0 0 0 0,0 0 0 0 0,1 9 1 0 0,0-13-36 0 0,1-1 1 0 0,-1 1-1 0 0,1-1 1 0 0,0 1-1 0 0,0-1 1 0 0,0 0-1 0 0,0 1 1 0 0,0-1-1 0 0,0 0 1 0 0,1 0-1 0 0,-1 1 0 0 0,1-1 1 0 0,0 0-1 0 0,-1-1 1 0 0,1 1-1 0 0,0 0 1 0 0,0 0-1 0 0,0-1 1 0 0,0 1-1 0 0,1-1 1 0 0,-1 0-1 0 0,0 0 1 0 0,0 1-1 0 0,1-2 1 0 0,-1 1-1 0 0,1 0 1 0 0,-1 0-1 0 0,1-1 1 0 0,4 1-1 0 0,11 5 251 0 0,0 0 1 0 0,0 1-1 0 0,-1 0 1 0 0,0 2-1 0 0,29 19 0 0 0,31 15-358 0 0,32 1-482 0 0,-103-40-1218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1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60 6913 0 0,'5'-30'1564'0'0,"2"1"5368"0"0,-9 44-3437 0 0,2 15-2395 0 0,1-1-737 0 0,-25 166 64 0 0,-2 9 200 0 0,25-177-574 0 0,1 1 0 0 0,1-1 1 0 0,1 0-1 0 0,1 0 0 0 0,10 37 1 0 0,-9-52-11 0 0,0 0 0 0 0,0-1 0 0 0,1 0 0 0 0,1 0 0 0 0,0 0 0 0 0,1-1 0 0 0,-1 0 0 0 0,2 0 0 0 0,0 0 0 0 0,0-1 0 0 0,0 0 0 0 0,1-1 0 0 0,1 0 0 0 0,-1 0 0 0 0,20 10 0 0 0,-16-10 14 0 0,0-2 0 0 0,1 1 0 0 0,0-2 0 0 0,0 0 0 0 0,1-1 0 0 0,-1 0 0 0 0,1-1 0 0 0,0-1 0 0 0,0 0 0 0 0,0-1 0 0 0,0 0 0 0 0,25-3 0 0 0,-24-2-90 0 0,0 1-1 0 0,-1-2 0 0 0,1 0 1 0 0,-1-1-1 0 0,0-1 0 0 0,0 0 1 0 0,-1-1-1 0 0,1 0 0 0 0,-2-1 1 0 0,0-1-1 0 0,16-15 0 0 0,-15 13-575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1.5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9218 0 0,'9'1'4406'0'0,"6"-4"-2823"0"0,28-20 1155 0 0,13-6-2480 0 0,-52 27-807 0 0,0 0 0 0 0,1 1 1 0 0,0-1-1 0 0,-1 1 1 0 0,1 0-1 0 0,0 0 1 0 0,0 1-1 0 0,0 0 1 0 0,9 0-1 0 0,-13 0 515 0 0,1 0-1 0 0,-1 0 1 0 0,1 1-1 0 0,-1-1 1 0 0,0 1-1 0 0,1-1 1 0 0,-1 1-1 0 0,0-1 1 0 0,1 1-1 0 0,-1 0 1 0 0,0-1-1 0 0,0 1 1 0 0,1 0-1 0 0,-1 0 1 0 0,0 0-1 0 0,1 1 1 0 0,-1 2 34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1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0 100 11522 0 0,'3'3'513'0'0,"-1"-2"95"0"0,1 1-480 0 0,0-2-128 0 0,1 0 0 0 0,-1 0 0 0 0,3 0 448 0 0,4-2 72 0 0,2-1 16 0 0,6-1 0 0 0,1-4-248 0 0,3-1-56 0 0,-3-1-8 0 0,1-2 0 0 0,-2-1-2112 0 0,2 0-433 0 0,1-2-79 0 0,-2-2-25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3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394 381 8290 0 0,'-1'-1'125'0'0,"0"0"-1"0"0,0 0 1 0 0,0 0 0 0 0,-1 0 0 0 0,1 1-1 0 0,0-1 1 0 0,-1 1 0 0 0,1-1 0 0 0,-1 1 0 0 0,1-1-1 0 0,-1 1 1 0 0,1 0 0 0 0,-1-1 0 0 0,1 1 0 0 0,-1 0-1 0 0,1 0 1 0 0,-1 0 0 0 0,-1 1 0 0 0,-34 2 1424 0 0,29-2-1488 0 0,-9 2 176 0 0,0 0 1 0 0,0 2-1 0 0,1 0 1 0 0,0 1 0 0 0,0 0-1 0 0,0 1 1 0 0,0 1 0 0 0,1 1-1 0 0,1 0 1 0 0,-1 1-1 0 0,2 1 1 0 0,-23 21 0 0 0,27-24-128 0 0,0 2 0 0 0,0-1 0 0 0,1 1 0 0 0,1 0 0 0 0,-1 1 0 0 0,2 0 0 0 0,-1 0 0 0 0,2 0 0 0 0,0 1 0 0 0,0 0 0 0 0,1 0 0 0 0,0 0 0 0 0,1 1 0 0 0,0-1 0 0 0,1 1 0 0 0,1 0 0 0 0,0 25 0 0 0,1-36-136 0 0,0 0 0 0 0,0 0 1 0 0,0 1-1 0 0,1-1 1 0 0,-1 0-1 0 0,1 0 0 0 0,-1 0 1 0 0,1 1-1 0 0,0-1 0 0 0,0 0 1 0 0,0 0-1 0 0,0 0 0 0 0,0 0 1 0 0,1-1-1 0 0,-1 1 1 0 0,0 0-1 0 0,1 0 0 0 0,1 1 1 0 0,-1-2-18 0 0,0 0 0 0 0,-1 0 0 0 0,1-1 0 0 0,0 1 0 0 0,0 0 0 0 0,0-1 0 0 0,-1 1 0 0 0,1-1 0 0 0,0 0 0 0 0,0 0 0 0 0,0 0 0 0 0,0 0 0 0 0,0 0 0 0 0,-1 0 0 0 0,1 0 0 0 0,0 0 0 0 0,2-1 0 0 0,4-2-117 0 0,0 0-1 0 0,0 0 1 0 0,-1-1-1 0 0,1 0 0 0 0,-1 0 1 0 0,0 0-1 0 0,0-1 0 0 0,8-7 1 0 0,8-11-499 0 0,0 0 0 0 0,-2-2 0 0 0,0 0 0 0 0,-2-1-1 0 0,-1-1 1 0 0,-1-1 0 0 0,-1-1 0 0 0,-1 0 0 0 0,-2-1 0 0 0,10-34 0 0 0,-15 39 979 0 0,-2 0 0 0 0,-1-1 0 0 0,-1 0-1 0 0,1-35 1 0 0,-5 36 1070 0 0,-1 1-1 0 0,-2-1 1 0 0,0 1-1 0 0,-2 0 1 0 0,0 0-1 0 0,-2 1 1 0 0,-15-37-1 0 0,56 191 1405 0 0,-18-76-2722 0 0,5 20 310 0 0,48 115 0 0 0,-58-166-540 0 0,1-1 0 0 0,1 0 0 0 0,1-1 0 0 0,1 0 0 0 0,1-2-1 0 0,1 1 1 0 0,0-2 0 0 0,35 30 0 0 0,-37-38-695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3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6449 0 0,'2'19'5026'0'0,"6"13"-1945"0"0,-1-6-1635 0 0,12 82 2232 0 0,4 16-3023 0 0,-20-110-1242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3.7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11979 0 0,'0'2'1168'0'0,"0"-1"-1040"0"0,1 1-128 0 0,1-1 0 0 0,-1 1 0 0 0,1-1-384 0 0,1 2-112 0 0,3 3-16 0 0,1 1-9 0 0,7 0 521 0 0,-2-1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4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1 5497 0 0,'-10'2'406'0'0,"0"1"-1"0"0,0 0 1 0 0,0 0-1 0 0,0 1 1 0 0,0 1-1 0 0,1 0 1 0 0,0 0-1 0 0,0 0 1 0 0,-14 13-1 0 0,-2 3 2746 0 0,-40 44 0 0 0,62-62-2831 0 0,-1 1 0 0 0,1 0 0 0 0,0 0 1 0 0,0 0-1 0 0,0 0 0 0 0,0 0 0 0 0,1 1 0 0 0,0-1 0 0 0,-3 7 0 0 0,5-9-226 0 0,0 0 1 0 0,0 0-1 0 0,0 0 0 0 0,0-1 0 0 0,0 1 0 0 0,0 0 0 0 0,1 0 1 0 0,-1-1-1 0 0,1 1 0 0 0,-1 0 0 0 0,1 0 0 0 0,-1-1 0 0 0,1 1 1 0 0,0-1-1 0 0,0 1 0 0 0,0 0 0 0 0,0-1 0 0 0,0 0 0 0 0,0 1 1 0 0,0-1-1 0 0,1 0 0 0 0,-1 1 0 0 0,0-1 0 0 0,1 0 0 0 0,-1 0 1 0 0,1 0-1 0 0,-1 0 0 0 0,4 1 0 0 0,3 3-83 0 0,0 0 0 0 0,0 1 1 0 0,-1 0-1 0 0,1 0 0 0 0,-1 0 0 0 0,-1 1 0 0 0,1 0 0 0 0,-1 1 1 0 0,6 10-1 0 0,-10-14-237 0 0,0-1 0 0 0,0 1 0 0 0,0 0 0 0 0,-1 0 0 0 0,0 0 0 0 0,0 0 0 0 0,0 1 0 0 0,0-1 0 0 0,-1 0 0 0 0,1 0 0 0 0,-1 1 0 0 0,0-1 0 0 0,0 0 0 0 0,-1 0 0 0 0,1 1 0 0 0,-1-1 0 0 0,0 0 0 0 0,0 0 0 0 0,-1 0 0 0 0,1 0 0 0 0,-1 0 0 0 0,-4 7 0 0 0,-1 1-3994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14283 0 0,'1'-1'747'0'0,"-1"1"-654"0"0,0 0 1 0 0,1 0-1 0 0,-1 0 0 0 0,0 0 1 0 0,0 0-1 0 0,1 0 1 0 0,-1 0-1 0 0,0 0 0 0 0,0 0 1 0 0,1-1-1 0 0,3 3 1774 0 0,-4-1-1773 0 0,9 13 1847 0 0,3 23-316 0 0,-10-31-1056 0 0,57 187 1180 0 0,44 129-2843 0 0,-98-306-310 0 0,0 0-4061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4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1 131 5985 0 0,'0'-4'2640'0'0,"0"3"-2586"0"0,16-11 2466 0 0,24-14 588 0 0,84-25 1798 0 0,-38 24-5960 0 0,-53 18-5447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5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1 6449 0 0,'-5'1'537'0'0,"0"0"0"0"0,0 0-1 0 0,0 0 1 0 0,0 1-1 0 0,0-1 1 0 0,1 1-1 0 0,-1 0 1 0 0,1 1-1 0 0,-1-1 1 0 0,1 1 0 0 0,0 0-1 0 0,0 0 1 0 0,0 0-1 0 0,0 1 1 0 0,1-1-1 0 0,-1 1 1 0 0,-3 5 0 0 0,0 0-53 0 0,1 0 1 0 0,-1 0 0 0 0,1 1 0 0 0,1-1 0 0 0,0 1 0 0 0,-7 20-1 0 0,10-20-374 0 0,-1 0-1 0 0,2 0 0 0 0,-1 0 0 0 0,2-1 0 0 0,0 19 0 0 0,-1-26-181 0 0,1 1 1 0 0,1 0-1 0 0,-1-1 1 0 0,0 1-1 0 0,0-1 1 0 0,1 1-1 0 0,0-1 1 0 0,-1 1-1 0 0,1-1 1 0 0,0 0-1 0 0,0 1 1 0 0,1-1-1 0 0,-1 0 0 0 0,0 0 1 0 0,1 0-1 0 0,-1 0 1 0 0,1 0-1 0 0,0 0 1 0 0,-1 0-1 0 0,1 0 1 0 0,0-1-1 0 0,0 1 1 0 0,0-1-1 0 0,1 1 1 0 0,-1-1-1 0 0,0 0 1 0 0,5 2-1 0 0,-4-3-156 0 0,0 0-1 0 0,1 0 1 0 0,-1 0 0 0 0,1 0-1 0 0,-1-1 1 0 0,0 1 0 0 0,1-1-1 0 0,-1 0 1 0 0,0 0 0 0 0,0 0-1 0 0,0-1 1 0 0,0 1 0 0 0,0-1-1 0 0,0 1 1 0 0,0-1-1 0 0,0 0 1 0 0,-1 0 0 0 0,1 0-1 0 0,-1-1 1 0 0,1 1 0 0 0,2-5-1 0 0,6-4-42 0 0,-1-2-1 0 0,-1 0 0 0 0,10-15 1 0 0,-3-11 1090 0 0,-15 34-410 0 0,0 0 1 0 0,1 0-1 0 0,0 0 0 0 0,0 0 0 0 0,0 1 1 0 0,1-1-1 0 0,0 1 0 0 0,0-1 0 0 0,0 1 0 0 0,5-5 1 0 0,-8 9-332 0 0,1-1 0 0 0,0 1 0 0 0,0-1 0 0 0,0 1 0 0 0,1 0 0 0 0,-1 0 0 0 0,0 0 0 0 0,0 0 0 0 0,0 0 0 0 0,0 0 0 0 0,0 0 0 0 0,0 0 0 0 0,0 0 0 0 0,0 0 0 0 0,0 0 0 0 0,0 0 1 0 0,0 1-1 0 0,0-1 0 0 0,0 1 0 0 0,0-1 0 0 0,0 1 0 0 0,0-1 0 0 0,0 1 0 0 0,0-1 0 0 0,-1 1 0 0 0,1 0 0 0 0,0-1 0 0 0,0 1 0 0 0,0 0 0 0 0,-1 0 0 0 0,1-1 0 0 0,-1 1 0 0 0,1 0 0 0 0,0 0 0 0 0,0 1 0 0 0,20 34 721 0 0,-4 15-178 0 0,-15-42-652 0 0,0-1-1 0 0,0 0 1 0 0,1 1 0 0 0,0-1-1 0 0,0 0 1 0 0,1 0 0 0 0,0-1-1 0 0,1 1 1 0 0,-1-1 0 0 0,8 8 0 0 0,-11-14-48 0 0,0 0 1 0 0,0 0 0 0 0,0-1-1 0 0,0 1 1 0 0,0 0 0 0 0,0-1-1 0 0,0 1 1 0 0,0 0 0 0 0,1-1 0 0 0,-1 0-1 0 0,0 1 1 0 0,0-1 0 0 0,1 0-1 0 0,-1 1 1 0 0,0-1 0 0 0,0 0-1 0 0,1 0 1 0 0,-1 0 0 0 0,0 0 0 0 0,0 0-1 0 0,1-1 1 0 0,-1 1 0 0 0,0 0-1 0 0,0 0 1 0 0,2-1 0 0 0,0-1-132 0 0,0 1 1 0 0,0-1 0 0 0,0 0-1 0 0,0 0 1 0 0,-1 0-1 0 0,1 0 1 0 0,-1-1-1 0 0,1 1 1 0 0,2-4 0 0 0,4-6-404 0 0,-1 0 1 0 0,0-1-1 0 0,8-17 0 0 0,-11 18 450 0 0,3-5 401 0 0,0 0 0 0 0,15-21-1 0 0,-20 34-9 0 0,-1 1 0 0 0,0 0 0 0 0,1 0-1 0 0,0 0 1 0 0,-1 0 0 0 0,1 0-1 0 0,0 1 1 0 0,1-1 0 0 0,-1 1 0 0 0,0 0-1 0 0,1 0 1 0 0,-1 0 0 0 0,1 0 0 0 0,0 1-1 0 0,-1-1 1 0 0,1 1 0 0 0,5-1-1 0 0,-7 2-116 0 0,0 0 0 0 0,0 1-1 0 0,0-1 1 0 0,0 0-1 0 0,0 1 1 0 0,-1-1 0 0 0,1 1-1 0 0,0 0 1 0 0,0-1-1 0 0,-1 1 1 0 0,1 0 0 0 0,-1 0-1 0 0,1 0 1 0 0,0 0-1 0 0,-1 0 1 0 0,0 1 0 0 0,1-1-1 0 0,-1 0 1 0 0,0 1-1 0 0,0-1 1 0 0,2 3 0 0 0,24 42 230 0 0,-13-20-124 0 0,-13-24-177 0 0,2 3-147 0 0,0 0 0 0 0,1 0-1 0 0,0-1 1 0 0,0 0 0 0 0,0 1-1 0 0,6 4 1 0 0,-9-8 51 0 0,0-1 0 0 0,1 1-1 0 0,-1-1 1 0 0,0 1 0 0 0,0-1 0 0 0,1 1 0 0 0,-1-1 0 0 0,0 0 0 0 0,1 0 0 0 0,-1 1-1 0 0,0-1 1 0 0,1 0 0 0 0,-1 0 0 0 0,0 0 0 0 0,1 0 0 0 0,-1-1 0 0 0,0 1 0 0 0,1 0-1 0 0,-1-1 1 0 0,0 1 0 0 0,0 0 0 0 0,1-1 0 0 0,-1 0 0 0 0,0 1 0 0 0,0-1 0 0 0,0 0-1 0 0,0 1 1 0 0,0-1 0 0 0,0 0 0 0 0,0 0 0 0 0,0 0 0 0 0,0 0 0 0 0,1-1 0 0 0,10-11 27 0 0,-1-1 0 0 0,13-20 0 0 0,-14 19 415 0 0,1 0 0 0 0,14-15 1 0 0,-21 25-266 0 0,0 1 1 0 0,1 0-1 0 0,-1 1 0 0 0,1-1 1 0 0,0 1-1 0 0,0 0 0 0 0,0 0 1 0 0,0 1-1 0 0,1 0 0 0 0,10-4 1 0 0,-14 5-86 0 0,0 1 1 0 0,1-1-1 0 0,-1 1 1 0 0,0 0-1 0 0,0-1 1 0 0,0 1-1 0 0,1 0 1 0 0,-1 0-1 0 0,0 0 1 0 0,0 1-1 0 0,0-1 1 0 0,1 0-1 0 0,-1 1 1 0 0,0 0-1 0 0,0-1 1 0 0,0 1-1 0 0,0 0 1 0 0,0 0-1 0 0,0 0 1 0 0,0 0 0 0 0,0 1-1 0 0,0-1 1 0 0,-1 0-1 0 0,1 1 1 0 0,2 3-1 0 0,1 1 73 0 0,-1 1 0 0 0,1 1 0 0 0,-2-1 0 0 0,1 0-1 0 0,4 15 1 0 0,-7-17-193 0 0,0 0-1 0 0,1 0 0 0 0,-1 0 0 0 0,2 0 0 0 0,-1 0 1 0 0,0 0-1 0 0,1-1 0 0 0,0 0 0 0 0,0 1 0 0 0,0-1 1 0 0,0 0-1 0 0,1 0 0 0 0,-1-1 0 0 0,7 5 0 0 0,2-3-673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5.9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17 4609 0 0,'-7'-4'15759'0'0,"12"-4"-12731"0"0,-5 8-3100 0 0,0-1 0 0 0,1 1 0 0 0,-1 0 0 0 0,0 0-1 0 0,0-1 1 0 0,0 1 0 0 0,0 0 0 0 0,1-1 0 0 0,-1 1 0 0 0,0 0 0 0 0,0 0 0 0 0,1 0 0 0 0,-1-1 0 0 0,0 1 0 0 0,0 0 0 0 0,1 0-1 0 0,-1 0 1 0 0,0 0 0 0 0,0 0 0 0 0,1-1 0 0 0,-1 1 0 0 0,0 0 0 0 0,1 0 0 0 0,-1 0 0 0 0,0 0 0 0 0,1 0 0 0 0,-1 0-1 0 0,0 0 1 0 0,1 0 0 0 0,-1 0 0 0 0,0 0 0 0 0,0 0 0 0 0,1 0 0 0 0,-1 0 0 0 0,0 0 0 0 0,1 1 0 0 0,-1-1 0 0 0,0 0-1 0 0,1 0 1 0 0,-1 0 0 0 0,0 0 0 0 0,0 0 0 0 0,1 1 0 0 0,-1-1 0 0 0,0 0 0 0 0,0 0 0 0 0,0 1 0 0 0,1-1 0 0 0,-1 0-1 0 0,0 0 1 0 0,0 1 0 0 0,0-1 0 0 0,0 0 0 0 0,1 0 0 0 0,-1 1 0 0 0,0-1 0 0 0,0 1 0 0 0,-22 47-862 0 0,4-60 5045 0 0,8 5-4204 0 0,5 6 116 0 0,0 1-1 0 0,1 0 0 0 0,-1-1 0 0 0,0 1 0 0 0,0 1 1 0 0,0-1-1 0 0,1 1 0 0 0,-1 0 0 0 0,0 0 0 0 0,1 0 0 0 0,-1 1 1 0 0,1-1-1 0 0,-1 1 0 0 0,-4 3 0 0 0,3-2-6 0 0,1 0 0 0 0,0-1-1 0 0,0 2 1 0 0,0-1 0 0 0,1 0 0 0 0,-1 1-1 0 0,1 0 1 0 0,0 0 0 0 0,0 1-1 0 0,0-1 1 0 0,-4 8 0 0 0,4-3 9 0 0,0 0 1 0 0,1 1-1 0 0,0-1 1 0 0,1 1-1 0 0,0 0 1 0 0,0 0-1 0 0,1 0 1 0 0,1 0-1 0 0,-1 0 1 0 0,2 0-1 0 0,-1 0 1 0 0,1 0-1 0 0,1 0 1 0 0,5 18-1 0 0,-5-22-75 0 0,-1 0-1 0 0,2 0 0 0 0,-1 0 0 0 0,1 0 0 0 0,0 0 0 0 0,0 0 0 0 0,1-1 0 0 0,0 1 0 0 0,0-1 0 0 0,0 0 0 0 0,0 0 0 0 0,1-1 0 0 0,0 1 0 0 0,0-1 0 0 0,0 0 0 0 0,0 0 0 0 0,1-1 0 0 0,-1 0 0 0 0,1 0 1 0 0,0 0-1 0 0,0 0 0 0 0,0-1 0 0 0,11 2 0 0 0,4 0-837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6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0 393 2761 0 0,'3'0'310'0'0,"-1"0"1"0"0,0-1-1 0 0,1 1 1 0 0,-1-1-1 0 0,1 1 1 0 0,-1-1-1 0 0,0 0 1 0 0,1 0-1 0 0,-1 0 1 0 0,0 0-1 0 0,0 0 1 0 0,4-3-1 0 0,0 1 132 0 0,3-2 682 0 0,1-1 0 0 0,-1 0-1 0 0,0 0 1 0 0,-1-1 0 0 0,15-14 0 0 0,-13 9-289 0 0,1 0 1 0 0,-2-1-1 0 0,13-21 0 0 0,-11 13-707 0 0,-1 0 0 0 0,0 0 0 0 0,-2-1 0 0 0,-1-1 0 0 0,7-32 0 0 0,-13 50-289 0 0,0 1 1 0 0,-1-1 0 0 0,1 1 0 0 0,-1-1 0 0 0,0 1-1 0 0,-1-1 1 0 0,1 1 0 0 0,-1-1 0 0 0,0 1 0 0 0,0 0-1 0 0,0-1 1 0 0,0 1 0 0 0,-1 0 0 0 0,0 0 0 0 0,-3-6-1 0 0,4 9 88 0 0,0-1 0 0 0,0 1 0 0 0,0 0 0 0 0,0 0 0 0 0,0-1 0 0 0,-1 1 0 0 0,1 0 0 0 0,0 0 0 0 0,-1 1 0 0 0,1-1 0 0 0,0 0 0 0 0,-1 0 0 0 0,1 1 0 0 0,-1-1 0 0 0,0 1 0 0 0,1-1 0 0 0,-4 0 0 0 0,3 1 60 0 0,-1 0-1 0 0,0 1 1 0 0,0-1 0 0 0,0 0 0 0 0,1 1-1 0 0,-1 0 1 0 0,0-1 0 0 0,1 1-1 0 0,-1 0 1 0 0,1 0 0 0 0,-1 1 0 0 0,1-1-1 0 0,-5 3 1 0 0,-2 2 180 0 0,1 1 1 0 0,0 0-1 0 0,0 0 0 0 0,0 1 1 0 0,1 0-1 0 0,0 0 1 0 0,1 1-1 0 0,0-1 0 0 0,0 1 1 0 0,1 1-1 0 0,0-1 0 0 0,0 1 1 0 0,1 0-1 0 0,0 0 1 0 0,1 0-1 0 0,1 1 0 0 0,-1-1 1 0 0,1 1-1 0 0,1-1 0 0 0,0 1 1 0 0,1 0-1 0 0,1 13 1 0 0,-1-13 46 0 0,1 0 0 0 0,1 0 1 0 0,0-1-1 0 0,1 1 0 0 0,0-1 1 0 0,0 0-1 0 0,1 0 0 0 0,0 0 1 0 0,1 0-1 0 0,0 0 0 0 0,1-1 1 0 0,0 0-1 0 0,0-1 0 0 0,1 1 1 0 0,0-1-1 0 0,0 0 0 0 0,1-1 1 0 0,0 1-1 0 0,0-2 0 0 0,1 1 1 0 0,0-1-1 0 0,10 5 0 0 0,-10-7-374 0 0,0 0-1 0 0,-1-1 0 0 0,2 0 0 0 0,-1-1 1 0 0,0 1-1 0 0,0-2 0 0 0,12 2 1 0 0,5-3-7518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7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7 137 456 0 0,'1'-33'1270'0'0,"-5"-15"10609"0"0,2 15-4675 0 0,1 11-6411 0 0,19 68 681 0 0,3 56-1256 0 0,-12-52-179 0 0,3 0 0 0 0,24 70 1 0 0,-30-106-41 0 0,0 0 1 0 0,1 0-1 0 0,1 0 1 0 0,0-1-1 0 0,0 0 1 0 0,2-1-1 0 0,-1 0 1 0 0,2 0-1 0 0,-1-1 1 0 0,2-1-1 0 0,-1 1 1 0 0,21 12-1 0 0,-24-18 2 0 0,0-1-1 0 0,0 0 1 0 0,1-1-1 0 0,-1 0 1 0 0,1 0-1 0 0,17 2 1 0 0,-23-4-12 0 0,1-1 1 0 0,-1 0-1 0 0,1 0 0 0 0,-1 0 1 0 0,0 0-1 0 0,1 0 0 0 0,-1-1 1 0 0,1 0-1 0 0,4-1 0 0 0,-6 1-5 0 0,-1 1-1 0 0,1-1 1 0 0,-1 0-1 0 0,1 0 1 0 0,-1 0-1 0 0,0 0 1 0 0,1 0-1 0 0,-1 0 1 0 0,0 0-1 0 0,0-1 1 0 0,0 1-1 0 0,0 0 1 0 0,0-1-1 0 0,0 1 1 0 0,0 0-1 0 0,0-1 1 0 0,-1 1-1 0 0,1-1 1 0 0,-1 1-1 0 0,2-4 1 0 0,-2 2-35 0 0,0-1 1 0 0,0 1 0 0 0,0-1 0 0 0,-1 0-1 0 0,1 1 1 0 0,-1-1 0 0 0,0 1 0 0 0,1-1-1 0 0,-2 1 1 0 0,1 0 0 0 0,0-1 0 0 0,-1 1-1 0 0,1 0 1 0 0,-1 0 0 0 0,0 0 0 0 0,0 0-1 0 0,-3-3 1 0 0,-4-5-155 0 0,0 1-1 0 0,0 0 1 0 0,-13-10 0 0 0,7 9-342 0 0,-1 0 0 0 0,-1 1 1 0 0,-24-11-1 0 0,36 18 121 0 0,-2 0-739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7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0 402 13827 0 0,'0'0'36'0'0,"0"0"1"0"0,0 0-1 0 0,0 1 0 0 0,0-1 0 0 0,0 0 1 0 0,0 1-1 0 0,0-1 0 0 0,0 0 0 0 0,1 0 1 0 0,-1 1-1 0 0,0-1 0 0 0,0 0 1 0 0,0 0-1 0 0,0 1 0 0 0,0-1 0 0 0,1 0 1 0 0,-1 0-1 0 0,0 0 0 0 0,0 1 0 0 0,0-1 1 0 0,1 0-1 0 0,-1 0 0 0 0,0 0 1 0 0,0 0-1 0 0,0 1 0 0 0,1-1 0 0 0,-1 0 1 0 0,0 0-1 0 0,0 0 0 0 0,1 0 0 0 0,-1 0 1 0 0,0 0-1 0 0,1 0 0 0 0,-1 0 1 0 0,0 0-1 0 0,0 0 0 0 0,1 0 0 0 0,-1 0 1 0 0,0 0-1 0 0,0 0 0 0 0,1 0 0 0 0,-1 0 1 0 0,20-6 677 0 0,14-15 67 0 0,-22 11-727 0 0,0-1-1 0 0,0 0 0 0 0,-1-1 0 0 0,0-1 1 0 0,-2 0-1 0 0,1 0 0 0 0,-1-1 0 0 0,-1 0 1 0 0,-1-1-1 0 0,8-17 0 0 0,-11 20-30 0 0,1 1 0 0 0,-2-1 0 0 0,0 0 0 0 0,0 0 0 0 0,-1 0 0 0 0,-1-1-1 0 0,0 1 1 0 0,0 0 0 0 0,-1-1 0 0 0,-1 1 0 0 0,0 0 0 0 0,-1 0 0 0 0,0 0 0 0 0,-4-13 0 0 0,5 24-12 0 0,1-1 0 0 0,0 1-1 0 0,-1-1 1 0 0,1 1 0 0 0,-1-1 0 0 0,1 1 0 0 0,-1-1 0 0 0,0 1 0 0 0,0 0 0 0 0,1-1 0 0 0,-1 1-1 0 0,0 0 1 0 0,0 0 0 0 0,0 0 0 0 0,-1 0 0 0 0,1 0 0 0 0,0 0 0 0 0,0 0 0 0 0,0 0 0 0 0,-1 0 0 0 0,1 0-1 0 0,-2 0 1 0 0,1 1 16 0 0,1 0 0 0 0,0 0-1 0 0,0 1 1 0 0,-1-1 0 0 0,1 0-1 0 0,0 1 1 0 0,0-1 0 0 0,0 1-1 0 0,-1-1 1 0 0,1 1 0 0 0,0 0-1 0 0,0-1 1 0 0,0 1 0 0 0,0 0-1 0 0,0 0 1 0 0,0 0 0 0 0,0 0-1 0 0,1 0 1 0 0,-1 0 0 0 0,-1 1-1 0 0,-3 6 124 0 0,0 0 0 0 0,0 1 1 0 0,1-1-1 0 0,0 1 0 0 0,-5 16 0 0 0,4-10-5 0 0,2 1 1 0 0,-1 0-1 0 0,2 0 0 0 0,0 0 1 0 0,1 0-1 0 0,1 21 0 0 0,1-31-117 0 0,-1-1 0 0 0,1 0 0 0 0,0 0 0 0 0,1 0 0 0 0,-1 0-1 0 0,1 0 1 0 0,0 0 0 0 0,0 0 0 0 0,1 0 0 0 0,-1 0 0 0 0,1-1-1 0 0,0 0 1 0 0,0 1 0 0 0,1-1 0 0 0,-1 0 0 0 0,1 0 0 0 0,0-1-1 0 0,0 1 1 0 0,0-1 0 0 0,0 0 0 0 0,1 0 0 0 0,8 4 0 0 0,-1-2-937 0 0,1 0 0 0 0,0-1 0 0 0,21 5 0 0 0,-16-6-5530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7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9674 0 0,'7'15'8390'0'0,"13"23"-5494"0"0,22 28-1467 0 0,63 108 453 0 0,-88-142-2426 0 0,-1 1 1 0 0,-2 1-1 0 0,15 54 1 0 0,-21-53-7391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7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13827 0 0,'4'-3'608'0'0,"-1"1"128"0"0,2-1-584 0 0,1 2-152 0 0,-2-1 0 0 0,2 1 0 0 0,2-2 408 0 0,6-2 48 0 0,7-2 17 0 0,9-4-1 0 0,8-1-576 0 0,1 0-120 0 0,-1 0-16 0 0,1 1-9 0 0,-1 4 249 0 0,1-1 0 0 0,3 4 0 0 0,-1-4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8.4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0 920 0 0,'-11'9'1201'0'0,"0"1"0"0"0,1 0-1 0 0,0 1 1 0 0,0 0 0 0 0,1 0-1 0 0,1 1 1 0 0,-13 23 0 0 0,18-30-941 0 0,0 0-1 0 0,0 1 1 0 0,1-1 0 0 0,0 1 0 0 0,0-1 0 0 0,0 1 0 0 0,1 0-1 0 0,-1 0 1 0 0,2 0 0 0 0,-1 0 0 0 0,1 0 0 0 0,-1 0 0 0 0,2 0-1 0 0,-1 0 1 0 0,1 0 0 0 0,0 0 0 0 0,0 0 0 0 0,0-1 0 0 0,1 1-1 0 0,0 0 1 0 0,3 7 0 0 0,-2-9-179 0 0,-1 0 0 0 0,1 0 0 0 0,0-1 0 0 0,0 1 0 0 0,0-1 0 0 0,1 0 0 0 0,-1 0 0 0 0,1 0 0 0 0,-1 0-1 0 0,1-1 1 0 0,0 1 0 0 0,0-1 0 0 0,0 0 0 0 0,1 0 0 0 0,4 1 0 0 0,-7-2-146 0 0,0-1-1 0 0,1 1 1 0 0,-1-1-1 0 0,0 0 1 0 0,0 0-1 0 0,1 0 0 0 0,-1 0 1 0 0,0 0-1 0 0,0-1 1 0 0,1 1-1 0 0,-1-1 1 0 0,0 1-1 0 0,0-1 1 0 0,0 0-1 0 0,0 0 1 0 0,0 0-1 0 0,0 0 1 0 0,0 0-1 0 0,0 0 1 0 0,0 0-1 0 0,0-1 1 0 0,-1 1-1 0 0,1-1 1 0 0,-1 1-1 0 0,1-1 1 0 0,-1 0-1 0 0,1 0 1 0 0,-1 1-1 0 0,0-1 1 0 0,0 0-1 0 0,2-4 1 0 0,15-43-371 0 0,-15 40 657 0 0,-1 0 0 0 0,2 1 0 0 0,-1-1 0 0 0,1 0 0 0 0,1 1 0 0 0,-1 0 0 0 0,7-8 0 0 0,-10 16-163 0 0,-1-1 1 0 0,1 1-1 0 0,-1-1 0 0 0,1 1 0 0 0,-1-1 1 0 0,1 1-1 0 0,0 0 0 0 0,-1 0 1 0 0,1-1-1 0 0,-1 1 0 0 0,1 0 1 0 0,0 0-1 0 0,-1-1 0 0 0,1 1 0 0 0,0 0 1 0 0,-1 0-1 0 0,1 0 0 0 0,0 0 1 0 0,0 0-1 0 0,-1 0 0 0 0,1 0 1 0 0,0 0-1 0 0,-1 1 0 0 0,1-1 1 0 0,0 0-1 0 0,-1 0 0 0 0,1 0 0 0 0,-1 1 1 0 0,1-1-1 0 0,0 0 0 0 0,-1 1 1 0 0,1-1-1 0 0,-1 1 0 0 0,1-1 1 0 0,-1 1-1 0 0,1-1 0 0 0,-1 0 1 0 0,1 1-1 0 0,-1 0 0 0 0,1 0 0 0 0,23 30 1299 0 0,-15-17-808 0 0,-4-9-454 0 0,0 1 0 0 0,0-1 1 0 0,0-1-1 0 0,1 1 1 0 0,0-1-1 0 0,0 0 0 0 0,0 0 1 0 0,1 0-1 0 0,-1-1 1 0 0,1 0-1 0 0,0-1 1 0 0,13 4-1 0 0,-17-5-84 0 0,0-1 0 0 0,0 1 0 0 0,0-1 0 0 0,-1 0 0 0 0,1 0 0 0 0,0 0 0 0 0,0-1-1 0 0,0 1 1 0 0,0-1 0 0 0,0 1 0 0 0,0-1 0 0 0,0 0 0 0 0,-1 0 0 0 0,1-1 0 0 0,0 1 0 0 0,-1 0 0 0 0,1-1 0 0 0,-1 1 0 0 0,1-1 0 0 0,-1 0 0 0 0,0 0 0 0 0,0 0 0 0 0,0 0-1 0 0,0 0 1 0 0,0-1 0 0 0,0 1 0 0 0,-1-1 0 0 0,1 1 0 0 0,-1-1 0 0 0,1 1 0 0 0,-1-1 0 0 0,0 0 0 0 0,1-5 0 0 0,0 1-29 0 0,0 0-1 0 0,-1-1 1 0 0,0 1 0 0 0,0-1 0 0 0,0 1-1 0 0,-1-1 1 0 0,-1 1 0 0 0,1-1-1 0 0,-4-13 1 0 0,0 0-1363 0 0,-2 0 0 0 0,-9-22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8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1 231 6913 0 0,'3'2'150'0'0,"0"0"-1"0"0,0 0 1 0 0,0-1-1 0 0,1 1 1 0 0,-1-1-1 0 0,1 0 1 0 0,-1 0-1 0 0,1 0 1 0 0,-1 0-1 0 0,1-1 1 0 0,0 1-1 0 0,-1-1 1 0 0,1 0-1 0 0,0 0 1 0 0,-1 0-1 0 0,1-1 1 0 0,0 1-1 0 0,3-2 1 0 0,-1 0 97 0 0,0 0 0 0 0,-1 0 0 0 0,0-1 0 0 0,0 0 0 0 0,1 0 0 0 0,-2 0 0 0 0,1 0 1 0 0,0-1-1 0 0,-1 0 0 0 0,8-8 0 0 0,-6 5-100 0 0,0 0-1 0 0,-1-1 1 0 0,0 1 0 0 0,-1-1-1 0 0,0 0 1 0 0,0 0 0 0 0,-1 0 0 0 0,1-1-1 0 0,-2 1 1 0 0,1-1 0 0 0,-2 0-1 0 0,1 1 1 0 0,-1-1 0 0 0,0 0-1 0 0,-1 0 1 0 0,0 0 0 0 0,0 0 0 0 0,-2-10-1 0 0,2 17-118 0 0,-1 0-1 0 0,1 1 1 0 0,-1-1 0 0 0,1 0-1 0 0,-1 1 1 0 0,0-1-1 0 0,1 1 1 0 0,-1-1 0 0 0,0 1-1 0 0,0 0 1 0 0,0-1-1 0 0,0 1 1 0 0,0 0-1 0 0,0-1 1 0 0,-1 1 0 0 0,1 0-1 0 0,0 0 1 0 0,-1 0-1 0 0,1 0 1 0 0,-1 0 0 0 0,1 1-1 0 0,-1-1 1 0 0,1 0-1 0 0,-1 1 1 0 0,1-1-1 0 0,-1 1 1 0 0,0-1 0 0 0,1 1-1 0 0,-1 0 1 0 0,0-1-1 0 0,1 1 1 0 0,-1 0 0 0 0,0 0-1 0 0,1 1 1 0 0,-1-1-1 0 0,0 0 1 0 0,1 0 0 0 0,-1 1-1 0 0,0-1 1 0 0,1 1-1 0 0,-1-1 1 0 0,1 1-1 0 0,-3 1 1 0 0,0 0 46 0 0,1-1 0 0 0,-1 1 0 0 0,0 0 0 0 0,1 0 0 0 0,0 0 0 0 0,-1 1 0 0 0,1-1-1 0 0,0 1 1 0 0,0 0 0 0 0,0-1 0 0 0,1 1 0 0 0,-1 1 0 0 0,1-1 0 0 0,0 0 0 0 0,-1 1 0 0 0,1-1 0 0 0,-2 7 0 0 0,3-4 59 0 0,1-1 0 0 0,-1 1 0 0 0,1 0 0 0 0,1 0 0 0 0,-1-1 1 0 0,1 1-1 0 0,0 0 0 0 0,0-1 0 0 0,0 1 0 0 0,1-1 0 0 0,0 1 0 0 0,0-1 1 0 0,0 0-1 0 0,1 0 0 0 0,0 0 0 0 0,0 0 0 0 0,0 0 0 0 0,1-1 0 0 0,-1 1 0 0 0,1-1 1 0 0,0 0-1 0 0,0 0 0 0 0,8 6 0 0 0,-6-6-111 0 0,-1 0 0 0 0,1 0 0 0 0,0 0 0 0 0,0 0 0 0 0,0-1 0 0 0,1 0 0 0 0,-1 0 0 0 0,1-1 0 0 0,-1 0 0 0 0,1 0 0 0 0,0 0 0 0 0,0-1 0 0 0,0 0 0 0 0,0-1 0 0 0,0 1 0 0 0,0-1 0 0 0,0-1 0 0 0,14-1 0 0 0,18-13-2482 0 0,-20 5-4438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9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19 255 15203 0 0,'0'0'95'0'0,"-1"0"1"0"0,1 0-1 0 0,0 0 0 0 0,-1 0 0 0 0,1 1 0 0 0,0-1 0 0 0,-1 0 0 0 0,1 0 0 0 0,0 0 1 0 0,-1 0-1 0 0,1 0 0 0 0,0 0 0 0 0,-1 0 0 0 0,1 0 0 0 0,0 0 0 0 0,-1 0 1 0 0,1 0-1 0 0,0-1 0 0 0,0 1 0 0 0,-1 0 0 0 0,1 0 0 0 0,0 0 0 0 0,-1 0 1 0 0,1 0-1 0 0,0-1 0 0 0,-1 1 0 0 0,1 0 0 0 0,0 0 0 0 0,0 0 0 0 0,0-1 1 0 0,-1 1-1 0 0,1 0 0 0 0,0 0 0 0 0,0-1 0 0 0,0 1 0 0 0,-1 0 0 0 0,1-1 0 0 0,0 1 1 0 0,0 0-1 0 0,0-1 0 0 0,6-16 1823 0 0,28-30-1186 0 0,-22 31-529 0 0,-6 7-179 0 0,5-6-98 0 0,17-31-1 0 0,-27 43 29 0 0,1 0 0 0 0,-1 0 0 0 0,1 0 0 0 0,-1 0 0 0 0,0 0 0 0 0,0 0 0 0 0,0 0 0 0 0,-1-1 0 0 0,1 1 0 0 0,-1 0 0 0 0,0-1 0 0 0,0 1 0 0 0,0 0 0 0 0,0 0 0 0 0,0-1 0 0 0,-1 1 0 0 0,0 0 0 0 0,-1-4 0 0 0,1 4 43 0 0,0 1 0 0 0,0 0-1 0 0,0 0 1 0 0,-1 0 0 0 0,1 0 0 0 0,-1 0 0 0 0,0 0 0 0 0,0 0 0 0 0,1 0 0 0 0,-1 1 0 0 0,0-1-1 0 0,-1 1 1 0 0,1-1 0 0 0,0 1 0 0 0,0 0 0 0 0,0 0 0 0 0,-1 0 0 0 0,1 0 0 0 0,-1 0 0 0 0,1 1-1 0 0,0-1 1 0 0,-1 1 0 0 0,1-1 0 0 0,-1 1 0 0 0,0 0 0 0 0,1 0 0 0 0,-1 0 0 0 0,1 0 0 0 0,-1 1-1 0 0,1-1 1 0 0,-1 1 0 0 0,1-1 0 0 0,0 1 0 0 0,-1 0 0 0 0,1 0 0 0 0,-1 0 0 0 0,1 0 0 0 0,0 0-1 0 0,0 1 1 0 0,0-1 0 0 0,0 1 0 0 0,0-1 0 0 0,0 1 0 0 0,0 0 0 0 0,0 0 0 0 0,1 0 0 0 0,-1 0-1 0 0,1 0 1 0 0,-1 0 0 0 0,1 0 0 0 0,0 0 0 0 0,0 1 0 0 0,0-1 0 0 0,0 0 0 0 0,0 1 0 0 0,1-1-1 0 0,-1 1 1 0 0,1-1 0 0 0,-1 1 0 0 0,1-1 0 0 0,0 1 0 0 0,0 2 0 0 0,1 7 60 0 0,1 0-1 0 0,1-1 1 0 0,-1 0 0 0 0,2 1 0 0 0,0-1 0 0 0,0-1 0 0 0,1 1 0 0 0,0 0-1 0 0,0-1 1 0 0,2 0 0 0 0,-1-1 0 0 0,15 17 0 0 0,-15-19-126 0 0,-1-1 0 0 0,1 0 1 0 0,1 0-1 0 0,-1 0 0 0 0,1-1 1 0 0,0 0-1 0 0,0 0 1 0 0,0-1-1 0 0,1 0 0 0 0,0 0 1 0 0,-1-1-1 0 0,1 0 0 0 0,1 0 1 0 0,-1-1-1 0 0,0 0 0 0 0,1-1 1 0 0,-1 1-1 0 0,11-1 0 0 0,-3-2-7196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29.5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9674 0 0,'0'-1'71'0'0,"0"1"-1"0"0,0 0 1 0 0,0 0-1 0 0,1-1 1 0 0,-1 1-1 0 0,0 0 1 0 0,0-1-1 0 0,0 1 1 0 0,0 0-1 0 0,0 0 1 0 0,1-1-1 0 0,-1 1 1 0 0,0 0 0 0 0,0 0-1 0 0,1-1 1 0 0,-1 1-1 0 0,0 0 1 0 0,0 0-1 0 0,1 0 1 0 0,-1-1-1 0 0,0 1 1 0 0,1 0-1 0 0,-1 0 1 0 0,0 0-1 0 0,0 0 1 0 0,1 0 0 0 0,-1 0-1 0 0,0 0 1 0 0,1 0-1 0 0,-1 0 1 0 0,0-1-1 0 0,1 2 1 0 0,-1-1-1 0 0,0 0 1 0 0,1 0-1 0 0,-1 0 1 0 0,0 0-1 0 0,1 0 1 0 0,-1 0 0 0 0,0 0-1 0 0,1 0 1 0 0,10 14 2506 0 0,3 21 532 0 0,-15 25-1200 0 0,0-52-1863 0 0,0 0 0 0 0,1 0 1 0 0,-1 0-1 0 0,2 0 1 0 0,-1 0-1 0 0,1-1 0 0 0,0 1 1 0 0,1 0-1 0 0,0 0 1 0 0,0-1-1 0 0,4 10 0 0 0,-6-16-40 0 0,1 0 0 0 0,-1-1 0 0 0,0 1 0 0 0,1 0 0 0 0,-1-1 0 0 0,1 1 0 0 0,-1 0 0 0 0,1-1-1 0 0,-1 1 1 0 0,1-1 0 0 0,-1 1 0 0 0,1-1 0 0 0,0 0 0 0 0,-1 1 0 0 0,1-1 0 0 0,0 1 0 0 0,-1-1 0 0 0,1 0-1 0 0,0 0 1 0 0,-1 1 0 0 0,1-1 0 0 0,0 0 0 0 0,0 0 0 0 0,-1 0 0 0 0,1 0 0 0 0,0 0 0 0 0,0 0-1 0 0,1 0-1 0 0,0-1-1 0 0,-1 1 0 0 0,1-1 0 0 0,-1 1 0 0 0,1-1 0 0 0,-1 0 0 0 0,1 0 0 0 0,-1 0 0 0 0,1 0 0 0 0,-1 0 1 0 0,2-2-1 0 0,31-38-367 0 0,-32 38 276 0 0,16-23-253 0 0,-3 2-195 0 0,29-33 0 0 0,-40 52 570 0 0,1 0 1 0 0,0 1-1 0 0,-1-1 1 0 0,2 1-1 0 0,-1 0 1 0 0,0 0 0 0 0,1 1-1 0 0,0-1 1 0 0,0 1-1 0 0,0 0 1 0 0,0 1-1 0 0,7-2 1 0 0,-11 3 72 0 0,0 1 0 0 0,0 0 0 0 0,-1 0 0 0 0,1 0 0 0 0,0 0 1 0 0,-1 0-1 0 0,1 0 0 0 0,0 0 0 0 0,-1 1 0 0 0,1-1 0 0 0,0 1 0 0 0,-1-1 0 0 0,1 1 1 0 0,0 0-1 0 0,-1-1 0 0 0,1 1 0 0 0,-1 0 0 0 0,2 2 0 0 0,24 24 1063 0 0,-24-23-1119 0 0,0 0 0 0 0,1 0 0 0 0,-1 0-1 0 0,1-1 1 0 0,0 1 0 0 0,0-1 0 0 0,7 5-1 0 0,-4-6-134 0 0,0 0-1 0 0,0 0 1 0 0,0-1-1 0 0,0 1 0 0 0,0-1 1 0 0,0-1-1 0 0,8 0 1 0 0,-7 1-63 0 0,11 0-179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0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8 433 2761 0 0,'4'-12'157'0'0,"-1"0"1"0"0,0 1-1 0 0,-1-1 1 0 0,0 0 0 0 0,-1 0-1 0 0,0 0 1 0 0,-1-1-1 0 0,0 1 1 0 0,-4-19 0 0 0,2-4 274 0 0,-7-46 1137 0 0,6 64-636 0 0,0 0-1 0 0,1-1 1 0 0,1 1-1 0 0,1-1 1 0 0,1 0-1 0 0,3-24 0 0 0,-4 40-790 0 0,0 1 0 0 0,1-1 0 0 0,-1 1-1 0 0,0-1 1 0 0,1 1 0 0 0,-1-1-1 0 0,1 1 1 0 0,-1 0 0 0 0,1-1 0 0 0,0 1-1 0 0,0-1 1 0 0,-1 1 0 0 0,1 0-1 0 0,0 0 1 0 0,0 0 0 0 0,0-1 0 0 0,1 1-1 0 0,-1 0 1 0 0,0 0 0 0 0,0 0-1 0 0,0 1 1 0 0,2-2 0 0 0,-1 2-30 0 0,-1 0 0 0 0,0 0-1 0 0,1 0 1 0 0,-1 0 0 0 0,0 0 0 0 0,0 0 0 0 0,1 0-1 0 0,-1 1 1 0 0,0-1 0 0 0,1 1 0 0 0,-1-1 0 0 0,0 1 0 0 0,0-1-1 0 0,0 1 1 0 0,1 0 0 0 0,-1-1 0 0 0,0 1 0 0 0,0 0-1 0 0,1 2 1 0 0,4 2 139 0 0,0 1 0 0 0,-1 0 0 0 0,0 0 0 0 0,-1 0 1 0 0,1 1-1 0 0,-1 0 0 0 0,3 8 0 0 0,90 284 1918 0 0,-46-128-1983 0 0,-36-119-105 0 0,13 37 226 0 0,-25-81-283 0 0,1 1-1 0 0,0-1 1 0 0,0-1-1 0 0,1 1 1 0 0,0-1-1 0 0,0 1 1 0 0,12 11-1 0 0,-14-16-30 0 0,1 0 0 0 0,-1-1 0 0 0,1 1 0 0 0,0-1-1 0 0,0 0 1 0 0,0 0 0 0 0,0 0 0 0 0,0 0 0 0 0,0-1 0 0 0,0 1 0 0 0,1-1 0 0 0,-1 0-1 0 0,1-1 1 0 0,-1 1 0 0 0,0-1 0 0 0,1 0 0 0 0,-1 0 0 0 0,1 0 0 0 0,-1 0 0 0 0,1-1 0 0 0,5-1-1 0 0,8-3-68 0 0,1-1 0 0 0,-1-1-1 0 0,31-17 1 0 0,19-6-95 0 0,4 7-1168 0 0,-51 16 382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0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9 6913 0 0,'-8'-8'14334'0'0,"7"34"-13926"0"0,1 1 0 0 0,1 0 0 0 0,1-1 0 0 0,1 1 0 0 0,9 35 0 0 0,48 131-887 0 0,-28-97-1167 0 0,-24-69-1880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0.6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1 157 8290 0 0,'12'-9'1209'0'0,"0"0"1"0"0,0 0-1 0 0,1 1 1 0 0,0 1-1 0 0,28-12 0 0 0,-1 0 297 0 0,1-3-368 0 0,37-18-323 0 0,-70 36-1363 0 0,0 2 1 0 0,0-1-1 0 0,0 1 1 0 0,13-1-1 0 0,-7 2-5405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1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1 232 3137 0 0,'42'-41'740'0'0,"73"-57"0"0"0,-97 85-559 0 0,0 1 0 0 0,1 1 0 0 0,0 0 0 0 0,0 2 0 0 0,1 0 0 0 0,1 1 0 0 0,33-9 0 0 0,-52 16-184 0 0,1 1 0 0 0,-1-1 0 0 0,0 1-1 0 0,1 0 1 0 0,-1-1 0 0 0,0 1 0 0 0,1 0 0 0 0,-1 0-1 0 0,0 1 1 0 0,1-1 0 0 0,-1 0 0 0 0,0 1 0 0 0,0-1-1 0 0,1 1 1 0 0,-1 0 0 0 0,0 0 0 0 0,0 0-1 0 0,3 2 1 0 0,-4-2 0 0 0,0 0 0 0 0,0 1 1 0 0,0-1-1 0 0,0 1 0 0 0,0-1 0 0 0,-1 1 0 0 0,1-1 0 0 0,-1 1 0 0 0,1-1 0 0 0,-1 1 0 0 0,0 0 0 0 0,1-1 0 0 0,-1 1 0 0 0,0 0 0 0 0,0-1 0 0 0,0 1 1 0 0,0 0-1 0 0,-1-1 0 0 0,1 1 0 0 0,0-1 0 0 0,-1 1 0 0 0,1 0 0 0 0,-1-1 0 0 0,1 1 0 0 0,-1-1 0 0 0,-1 3 0 0 0,-78 154-152 0 0,21-46 30 0 0,48-84 208 0 0,10-24 397 0 0,1-1 1 0 0,-1 1-1 0 0,0 0 1 0 0,1 0-1 0 0,0-1 0 0 0,0 1 1 0 0,0 0-1 0 0,1 6 1 0 0,0-8-186 0 0,-1 0 1 0 0,1 0-1 0 0,0 0 1 0 0,0 0-1 0 0,0 0 1 0 0,0 0-1 0 0,0 0 1 0 0,0 0-1 0 0,1-1 1 0 0,-1 1-1 0 0,0-1 1 0 0,1 1-1 0 0,0-1 1 0 0,-1 1-1 0 0,1-1 1 0 0,0 0-1 0 0,0 0 1 0 0,-1 0-1 0 0,1 0 1 0 0,0 0-1 0 0,0 0 1 0 0,0 0-1 0 0,0-1 1 0 0,0 1-1 0 0,0-1 1 0 0,1 1-1 0 0,-1-1 1 0 0,0 0-1 0 0,0 0 1 0 0,3 0-1 0 0,2 0-68 0 0,0-1 1 0 0,0 0-1 0 0,-1 0 0 0 0,1 0 0 0 0,0-1 1 0 0,-1 0-1 0 0,0 0 0 0 0,1 0 0 0 0,-1-1 1 0 0,0 0-1 0 0,0-1 0 0 0,0 1 0 0 0,6-6 1 0 0,10-8-2090 0 0,35-36-1 0 0,-54 50 1425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1.2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0,'0'0'529'0'0,"1"4"215"0"0,0-1 0 0 0,0 1 0 0 0,0-1 0 0 0,1 0 0 0 0,-1 0 0 0 0,1 0 0 0 0,0 0 0 0 0,0 0 0 0 0,2 3 0 0 0,5 8 900 0 0,3 12-454 0 0,-1 0-1 0 0,-2 0 0 0 0,0 1 1 0 0,5 34-1 0 0,9 110-734 0 0,-12-68-286 0 0,-5-66-1230 0 0,2-1 1 0 0,13 40-1 0 0,-15-57-6179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1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5 101 2761 0 0,'-1'-3'236'0'0,"0"-1"0"0"0,0 1 0 0 0,1-1 0 0 0,-1 0 0 0 0,1 1 0 0 0,-1-1 0 0 0,1 0 0 0 0,0 1 0 0 0,1-1 0 0 0,-1 0-1 0 0,2-4 1 0 0,-1 5 185 0 0,0 1 0 0 0,1-1-1 0 0,0 1 1 0 0,-1 0 0 0 0,1 0-1 0 0,0-1 1 0 0,0 1 0 0 0,0 1-1 0 0,1-1 1 0 0,-1 0-1 0 0,0 0 1 0 0,1 1 0 0 0,-1-1-1 0 0,1 1 1 0 0,4-2 0 0 0,2-1-47 0 0,1 1 0 0 0,-1 0 0 0 0,1 0 0 0 0,0 1 0 0 0,0 0 0 0 0,0 1 0 0 0,0 0 0 0 0,0 1 1 0 0,0 0-1 0 0,0 0 0 0 0,0 1 0 0 0,0 0 0 0 0,0 1 0 0 0,0 0 0 0 0,0 1 0 0 0,0 0 0 0 0,-1 1 0 0 0,1-1 1 0 0,-1 2-1 0 0,12 7 0 0 0,-9-5-211 0 0,0 0 0 0 0,0 1 0 0 0,-1 1 0 0 0,0 0 0 0 0,-1 0 0 0 0,0 1 0 0 0,0 0 0 0 0,-1 1 0 0 0,0 0 0 0 0,-1 1 1 0 0,0 0-1 0 0,-1 0 0 0 0,-1 1 0 0 0,7 14 0 0 0,-10-14-230 0 0,0 1 0 0 0,0-1 0 0 0,-1 1 0 0 0,-1-1 0 0 0,0 1 0 0 0,-1 0 0 0 0,0 0 0 0 0,-1-1 0 0 0,-1 1 0 0 0,0-1 0 0 0,-1 1 0 0 0,0-1 0 0 0,-1 0 0 0 0,-1 0 0 0 0,0 0 0 0 0,0-1 0 0 0,-1 1 0 0 0,-1-1 0 0 0,0-1 0 0 0,-1 0 0 0 0,0 0 0 0 0,-18 19 1 0 0,7-13-7496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2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423 40 7834 0 0,'-29'-10'1910'0'0,"-1"2"1"0"0,0 1 0 0 0,-1 1-1 0 0,1 2 1 0 0,-60 0-1 0 0,83 5-1769 0 0,0 0 0 0 0,0 1 0 0 0,1 0 0 0 0,-1 0-1 0 0,0 0 1 0 0,1 1 0 0 0,0 0 0 0 0,-1 1 0 0 0,1-1-1 0 0,1 1 1 0 0,-1 0 0 0 0,0 1 0 0 0,1-1 0 0 0,0 1-1 0 0,0 0 1 0 0,0 0 0 0 0,-5 10 0 0 0,-1-1-88 0 0,1 1 0 0 0,1 0-1 0 0,0 1 1 0 0,2 0 0 0 0,-12 30 0 0 0,18-42-68 0 0,0-1 0 0 0,0 1 0 0 0,1-1 0 0 0,-1 0 0 0 0,1 1 0 0 0,0-1 0 0 0,-1 1 0 0 0,1-1 0 0 0,1 1 0 0 0,-1-1 0 0 0,1 1 0 0 0,-1-1 0 0 0,1 1 0 0 0,0-1 0 0 0,3 7 0 0 0,-3-9-29 0 0,0 0-1 0 0,0 0 1 0 0,0 1 0 0 0,0-1-1 0 0,0 0 1 0 0,0 0-1 0 0,0 0 1 0 0,0 0 0 0 0,1 0-1 0 0,-1-1 1 0 0,0 1 0 0 0,1 0-1 0 0,-1-1 1 0 0,1 1-1 0 0,-1 0 1 0 0,1-1 0 0 0,-1 0-1 0 0,1 1 1 0 0,-1-1-1 0 0,1 0 1 0 0,-1 0 0 0 0,1 0-1 0 0,0 0 1 0 0,-1 0 0 0 0,1 0-1 0 0,-1 0 1 0 0,1-1-1 0 0,-1 1 1 0 0,1 0 0 0 0,-1-1-1 0 0,1 0 1 0 0,-1 1 0 0 0,1-1-1 0 0,-1 0 1 0 0,0 1-1 0 0,3-3 1 0 0,9-5 17 0 0,1-1-1 0 0,-1-1 1 0 0,-1 0-1 0 0,0 0 1 0 0,0-2 0 0 0,-1 1-1 0 0,0-1 1 0 0,-1-1-1 0 0,14-22 1 0 0,34-40 1576 0 0,-57 74-1532 0 0,-1 0-1 0 0,1 0 1 0 0,0 0-1 0 0,-1 0 1 0 0,1 0 0 0 0,0 1-1 0 0,0-1 1 0 0,0 0-1 0 0,0 0 1 0 0,0 1 0 0 0,0-1-1 0 0,0 1 1 0 0,0-1 0 0 0,0 1-1 0 0,0-1 1 0 0,0 1-1 0 0,0-1 1 0 0,0 1 0 0 0,0 0-1 0 0,0 0 1 0 0,1-1 0 0 0,-1 1-1 0 0,0 0 1 0 0,0 0-1 0 0,0 0 1 0 0,0 1 0 0 0,1-1-1 0 0,-1 0 1 0 0,0 0-1 0 0,0 0 1 0 0,0 1 0 0 0,0-1-1 0 0,0 1 1 0 0,0-1 0 0 0,0 1-1 0 0,0-1 1 0 0,0 1-1 0 0,0 0 1 0 0,0-1 0 0 0,0 1-1 0 0,0 0 1 0 0,0 0-1 0 0,-1 0 1 0 0,1 0 0 0 0,0-1-1 0 0,0 1 1 0 0,-1 0 0 0 0,2 2-1 0 0,3 7 32 0 0,0 0 0 0 0,0 0-1 0 0,-1 1 1 0 0,4 13 0 0 0,-1-5-26 0 0,0-1-12 0 0,1 1 0 0 0,1-1 0 0 0,0-1 1 0 0,19 26-1 0 0,-24-37-8 0 0,1-1 1 0 0,-1-1 0 0 0,1 1-1 0 0,0-1 1 0 0,0 0-1 0 0,0 0 1 0 0,0 0 0 0 0,7 3-1 0 0,-9-6-1 0 0,0 1-1 0 0,0-1 1 0 0,1 0 0 0 0,-1 0-1 0 0,0 0 1 0 0,1 0-1 0 0,-1-1 1 0 0,1 0 0 0 0,-1 1-1 0 0,1-1 1 0 0,-1-1-1 0 0,1 1 1 0 0,-1 0 0 0 0,1-1-1 0 0,6-1 1 0 0,-6 0-4 0 0,-1 1 0 0 0,1-1 0 0 0,0 1 0 0 0,-1-1 1 0 0,1 0-1 0 0,-1 0 0 0 0,0-1 0 0 0,1 1 0 0 0,-1-1 0 0 0,0 0 0 0 0,-1 0 1 0 0,1 0-1 0 0,0 0 0 0 0,-1 0 0 0 0,3-5 0 0 0,1-3-20 0 0,-1 0 0 0 0,0 0 0 0 0,5-20 0 0 0,-8 23 14 0 0,0 0 1 0 0,1-1-1 0 0,0 1 0 0 0,0 1 1 0 0,1-1-1 0 0,0 0 0 0 0,1 1 0 0 0,9-13 1 0 0,-13 19 7 0 0,1-1-1 0 0,-1 1 1 0 0,0 0 0 0 0,1 0 0 0 0,-1 0-1 0 0,1 0 1 0 0,-1 0 0 0 0,1 0 0 0 0,-1 1-1 0 0,1-1 1 0 0,-1 0 0 0 0,1 1 0 0 0,0-1-1 0 0,-1 1 1 0 0,1 0 0 0 0,0-1 0 0 0,0 1-1 0 0,-1 0 1 0 0,1 0 0 0 0,3 1 0 0 0,-2-1-1 0 0,0 1-1 0 0,0 0 1 0 0,-1 0 0 0 0,1 1 0 0 0,0-1 0 0 0,0 0-1 0 0,-1 1 1 0 0,1 0 0 0 0,-1-1 0 0 0,0 1 0 0 0,3 3-1 0 0,5 5 23 0 0,0 1 0 0 0,-1 1 0 0 0,14 23-1 0 0,-20-29 7 0 0,6 12-15 0 0,-7-13-11 0 0,0-1 0 0 0,0 0 0 0 0,0 1 1 0 0,1-1-1 0 0,4 7 0 0 0,-6-11 0 0 0,-1 1 0 0 0,1-1 0 0 0,-1 1 0 0 0,1-1 0 0 0,0 1 0 0 0,-1-1 0 0 0,1 0 0 0 0,0 1 0 0 0,-1-1 0 0 0,1 0 0 0 0,0 1 0 0 0,-1-1 0 0 0,1 0 0 0 0,0 0 0 0 0,0 0 0 0 0,-1 0 0 0 0,1 0 0 0 0,0 0 0 0 0,0 0 0 0 0,-1 0 0 0 0,1 0 0 0 0,0 0 0 0 0,0 0 0 0 0,-1 0 0 0 0,1 0 0 0 0,0-1 0 0 0,0 1 0 0 0,-1 0 0 0 0,1-1 0 0 0,0 1 0 0 0,-1 0 0 0 0,1-1 0 0 0,0 1 0 0 0,-1-1 0 0 0,1 1 0 0 0,-1-1 0 0 0,1 1 0 0 0,-1-1 0 0 0,1 1 0 0 0,0-2 0 0 0,16-17-202 0 0,21-30 0 0 0,-28 34 284 0 0,1 1 0 0 0,0 0 0 0 0,1 1 0 0 0,1 0 0 0 0,15-12 0 0 0,-23 22-54 0 0,0 0 0 0 0,0 0 0 0 0,1 0 0 0 0,-1 0 0 0 0,1 1 0 0 0,-1 0 0 0 0,1 0 1 0 0,0 1-1 0 0,0 0 0 0 0,0-1 0 0 0,0 2 0 0 0,0-1 0 0 0,0 1 0 0 0,0 0 0 0 0,0 0 0 0 0,0 1 0 0 0,0 0 0 0 0,0 0 0 0 0,5 2 1 0 0,-6-2-39 0 0,-1 1 0 0 0,1 0 0 0 0,-1 0 1 0 0,0 0-1 0 0,0 0 0 0 0,0 1 1 0 0,0 0-1 0 0,0 0 0 0 0,-1 0 0 0 0,1 0 1 0 0,-1 0-1 0 0,0 1 0 0 0,0-1 0 0 0,0 1 1 0 0,0 0-1 0 0,-1 0 0 0 0,0 0 1 0 0,1 1-1 0 0,-2-1 0 0 0,1 0 0 0 0,0 1 1 0 0,-1-1-1 0 0,0 1 0 0 0,1 6 1 0 0,0 5-1658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2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253 391 2761 0 0,'0'-3'163'0'0,"-1"-1"1"0"0,1 1-1 0 0,0 0 1 0 0,-1-1 0 0 0,0 1-1 0 0,0 0 1 0 0,-2-5 0 0 0,2 6 388 0 0,0-1 0 0 0,0 1 0 0 0,0 0 0 0 0,-1 0 1 0 0,1 0-1 0 0,-1 0 0 0 0,0 0 0 0 0,0 0 1 0 0,1 0-1 0 0,-1 0 0 0 0,0 1 0 0 0,0-1 0 0 0,-1 1 1 0 0,1-1-1 0 0,0 1 0 0 0,0 0 0 0 0,-1 0 1 0 0,1 0-1 0 0,-1 0 0 0 0,1 0 0 0 0,-1 1 0 0 0,1-1 1 0 0,-6 0-1 0 0,-19 5-83 0 0,18 0-250 0 0,1-1 0 0 0,0 2 0 0 0,0-1 1 0 0,0 1-1 0 0,1 0 0 0 0,-1 1 0 0 0,1-1 1 0 0,0 2-1 0 0,1-1 0 0 0,-7 9 0 0 0,0 1 97 0 0,1 0 0 0 0,0 1 0 0 0,-13 28 0 0 0,22-38-257 0 0,0 0 1 0 0,1 0-1 0 0,0 0 0 0 0,0 1 0 0 0,1-1 0 0 0,-1 1 1 0 0,2-1-1 0 0,-1 0 0 0 0,2 14 0 0 0,-1-19-85 0 0,0 0 1 0 0,0 1-1 0 0,0-1 0 0 0,0 0 1 0 0,1 0-1 0 0,-1 0 0 0 0,1 0 1 0 0,0 1-1 0 0,-1-1 0 0 0,1 0 1 0 0,0 0-1 0 0,0-1 0 0 0,0 1 1 0 0,1 0-1 0 0,-1 0 0 0 0,0 0 1 0 0,1-1-1 0 0,-1 1 0 0 0,1-1 0 0 0,0 1 1 0 0,-1-1-1 0 0,1 1 0 0 0,0-1 1 0 0,0 0-1 0 0,0 0 0 0 0,0 0 1 0 0,0 0-1 0 0,0 0 0 0 0,0-1 1 0 0,0 1-1 0 0,0-1 0 0 0,0 1 1 0 0,0-1-1 0 0,0 0 0 0 0,1 1 1 0 0,-1-1-1 0 0,4-1 0 0 0,-1 0-208 0 0,1 0 0 0 0,-1 0-1 0 0,0-1 1 0 0,1 0 0 0 0,-1 0-1 0 0,0-1 1 0 0,0 0 0 0 0,0 1-1 0 0,0-1 1 0 0,-1-1 0 0 0,1 1-1 0 0,-1-1 1 0 0,0 0 0 0 0,0 0 0 0 0,0 0-1 0 0,-1 0 1 0 0,5-7 0 0 0,1-3-271 0 0,0 1 0 0 0,-1-1 0 0 0,-1 0 1 0 0,11-29-1 0 0,-12 22 334 0 0,-1 0 0 0 0,0 0 0 0 0,-2 0 0 0 0,-1 0 0 0 0,0-1 0 0 0,-2 1 0 0 0,0-1 0 0 0,-5-27 0 0 0,-1 12 1503 0 0,-1 0 0 0 0,-2 0 1 0 0,-26-66-1 0 0,25 82 64 0 0,9 20-1283 0 0,1 0 0 0 0,0 0-1 0 0,-1 0 1 0 0,1 1 0 0 0,0-1 0 0 0,-1 0 0 0 0,1 1 0 0 0,-1-1 0 0 0,0 0 0 0 0,1 1 0 0 0,-1-1 0 0 0,1 0 0 0 0,-1 1 0 0 0,0-1 0 0 0,0 1 0 0 0,1 0 0 0 0,-1-1-1 0 0,0 1 1 0 0,0-1 0 0 0,1 1 0 0 0,-1 0 0 0 0,0 0 0 0 0,-1-1 0 0 0,1 2-73 0 0,1-1 1 0 0,-1 1-1 0 0,1-1 1 0 0,-1 1-1 0 0,1 0 0 0 0,0-1 1 0 0,0 1-1 0 0,-1 0 1 0 0,1-1-1 0 0,0 1 0 0 0,0 0 1 0 0,0-1-1 0 0,-1 1 1 0 0,1 0-1 0 0,0-1 0 0 0,0 1 1 0 0,0 0-1 0 0,0-1 1 0 0,0 1-1 0 0,1 0 0 0 0,-1 0 1 0 0,0-1-1 0 0,0 1 0 0 0,0 0 1 0 0,1-1-1 0 0,-1 2 1 0 0,8 22 175 0 0,-7-22-124 0 0,45 114 596 0 0,-32-84-530 0 0,-1 0 0 0 0,-1 1 0 0 0,-2 0 0 0 0,9 47 0 0 0,-14-28 27 0 0,-3 64 1 0 0,-1-40-7488 0 0,0-48-512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3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12443 0 0,'3'4'478'0'0,"-1"-1"0"0"0,1 1 0 0 0,-1 1 0 0 0,0-1 0 0 0,-1 0 0 0 0,1 0 0 0 0,-1 1 0 0 0,2 6 0 0 0,3 8 391 0 0,5 14 339 0 0,113 354 3260 0 0,-117-358-4311 0 0,5 46-1 0 0,-13-22-1701 0 0,0-46 224 0 0,0 0 0 0 0,-1 1 1 0 0,0-1-1 0 0,-5 13 0 0 0,-1-4-5339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3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46 8754 0 0,'17'-8'852'0'0,"0"2"0"0"0,1 0 0 0 0,0 1 1 0 0,0 1-1 0 0,24-3 0 0 0,93-2 4277 0 0,-26 12-2576 0 0,-97-2-2399 0 0,0 0 0 0 0,-1 2 0 0 0,1-1 0 0 0,-1 1 0 0 0,0 1 0 0 0,0 0 0 0 0,12 6 0 0 0,-22-10-151 0 0,0 1 1 0 0,-1-1-1 0 0,1 0 1 0 0,0 1-1 0 0,-1-1 0 0 0,1 0 1 0 0,-1 1-1 0 0,1-1 1 0 0,0 1-1 0 0,-1-1 0 0 0,1 1 1 0 0,-1-1-1 0 0,1 1 1 0 0,-1 0-1 0 0,0-1 1 0 0,1 1-1 0 0,-1-1 0 0 0,0 1 1 0 0,1 0-1 0 0,-1-1 1 0 0,0 1-1 0 0,0 0 1 0 0,0 0-1 0 0,1-1 0 0 0,-1 1 1 0 0,0 0-1 0 0,0-1 1 0 0,0 1-1 0 0,0 0 0 0 0,0 0 1 0 0,0-1-1 0 0,0 1 1 0 0,-1 0-1 0 0,1 0 1 0 0,-1 1-3 0 0,-1 1 1 0 0,1-1 0 0 0,0 0 0 0 0,-1 0 0 0 0,0 0 0 0 0,1 0 0 0 0,-1-1 0 0 0,0 1-1 0 0,0 0 1 0 0,-3 1 0 0 0,-7 5-10 0 0,0 0 0 0 0,-19 8 0 0 0,18-11-386 0 0,-59 27 484 0 0,22-12-6645 0 0,22-11-345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3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10138 0 0,'1'24'3190'0'0,"1"1"-1"0"0,4 23 1 0 0,29 95 992 0 0,-21-96-3919 0 0,14 95 1 0 0,-23-96-378 0 0,-3 0-1 0 0,-1 1 1 0 0,-8 66-1 0 0,3-93-198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34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4 3681 0 0,'3'0'405'0'0,"-1"-1"0"0"0,1 0 0 0 0,-1 0 0 0 0,1 1-1 0 0,-1 0 1 0 0,1-1 0 0 0,0 1 0 0 0,-1 0 0 0 0,1 0 0 0 0,0 0 0 0 0,-1 1 0 0 0,1-1 0 0 0,-1 1 0 0 0,1-1 0 0 0,-1 1 0 0 0,1 0 0 0 0,-1 0 0 0 0,4 2 0 0 0,47 29 5712 0 0,-31-16-4809 0 0,54 27 1151 0 0,53 35-915 0 0,-117-69-1470 0 0,1 1 1 0 0,-1 0 0 0 0,-1 1 0 0 0,0 1 0 0 0,0-1-1 0 0,-1 2 1 0 0,11 17 0 0 0,-18-25-64 0 0,0 1-1 0 0,0 0 1 0 0,0 1 0 0 0,0-1 0 0 0,-1 1-1 0 0,0-1 1 0 0,-1 1 0 0 0,1-1 0 0 0,-1 1-1 0 0,0 0 1 0 0,-1 0 0 0 0,0-1 0 0 0,0 1-1 0 0,0 0 1 0 0,-1 0 0 0 0,-1 7 0 0 0,-1-4-8 0 0,-1-1 0 0 0,1 1 1 0 0,-1-1-1 0 0,-1 0 0 0 0,0 0 0 0 0,0-1 1 0 0,-1 1-1 0 0,0-1 0 0 0,-13 14 1 0 0,-4 0-12 0 0,-1-2 0 0 0,0 0 0 0 0,-2-1 1 0 0,-1-2-1 0 0,-53 27 0 0 0,34-22-953 0 0,-85 27-1 0 0,80-35-6794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9.0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9 147 4145 0 0,'-8'-56'2491'0'0,"7"46"-980"0"0,1 0 0 0 0,0-1 0 0 0,1 1-1 0 0,0 0 1 0 0,0-1 0 0 0,11-17 4749 0 0,-12 28-6144 0 0,10 8 1398 0 0,10 21-2029 0 0,-17-23 940 0 0,15 24-379 0 0,-2 1-1 0 0,-1 1 1 0 0,-2 0-1 0 0,-1 0 1 0 0,-2 1-1 0 0,-1 1 1 0 0,7 49-1 0 0,-3 18-30 0 0,-2 127 1 0 0,-11-144 23 0 0,-4 1 0 0 0,-16 91 0 0 0,18-169-218 0 0,1 0-1 0 0,-1 0 1 0 0,0 0-1 0 0,0 0 0 0 0,-1-1 1 0 0,0 1-1 0 0,-5 7 1 0 0,5-12-665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9.3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9674 0 0,'32'-6'4642'0'0,"117"-21"2956"0"0,-16 4-6763 0 0,-84 9-1317 0 0,-28 5-5329 0 0,-5 2-1267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9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9674 0 0,'46'-15'5269'0'0,"15"7"-2362"0"0,68 1 0 0 0,-34 4-8731 0 0,-71 1-587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0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 7834 0 0,'5'-9'5343'0'0,"-4"9"-5199"0"0,11 5 2623 0 0,8 14-356 0 0,-9-5-1950 0 0,-1 0 0 0 0,-1 1-1 0 0,0 0 1 0 0,-1 1 0 0 0,-1-1 0 0 0,0 1 0 0 0,-1 1 0 0 0,-1-1 0 0 0,5 32 0 0 0,0 14-700 0 0,2 84 1 0 0,-10-109 285 0 0,-2-36-214 0 0,0 1-1 0 0,1-1 1 0 0,-1 0 0 0 0,0 1-1 0 0,0-1 1 0 0,0 1-1 0 0,0-1 1 0 0,0 0 0 0 0,0 1-1 0 0,-1-1 1 0 0,1 0 0 0 0,0 1-1 0 0,-1-1 1 0 0,1 0-1 0 0,0 0 1 0 0,-1 1 0 0 0,0-1-1 0 0,1 0 1 0 0,-1 0 0 0 0,0 0-1 0 0,0 0 1 0 0,1 0-1 0 0,-1 0 1 0 0,0 0 0 0 0,0 0-1 0 0,0 0 1 0 0,0 0-1 0 0,0 0 1 0 0,-1 0 0 0 0,1-1-1 0 0,-2 2 1 0 0,1-2-285 0 0,0 0-1 0 0,0 0 1 0 0,0-1 0 0 0,0 1 0 0 0,0 0-1 0 0,0-1 1 0 0,0 1 0 0 0,1-1 0 0 0,-1 0-1 0 0,0 1 1 0 0,0-1 0 0 0,0 0-1 0 0,1 0 1 0 0,-1 0 0 0 0,0 0 0 0 0,1-1-1 0 0,-1 1 1 0 0,1 0 0 0 0,-1-1 0 0 0,-1-2-1 0 0,-22-30-2212 0 0,-1-22 2888 0 0,20 42-440 0 0,-4-10 205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0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0 268 4145 0 0,'6'-18'413'0'0,"1"1"1"0"0,0 0 0 0 0,2 0-1 0 0,-1 0 1 0 0,2 1-1 0 0,0 1 1 0 0,1 0-1 0 0,23-25 1 0 0,-20 25 1608 0 0,1 0-1 0 0,34-26 1 0 0,-46 39-1718 0 0,1-1 0 0 0,-1 1 0 0 0,1-1 0 0 0,0 1 0 0 0,0 0 1 0 0,0 0-1 0 0,0 1 0 0 0,0-1 0 0 0,0 1 0 0 0,0 0 0 0 0,1 0 0 0 0,-1 0 1 0 0,0 0-1 0 0,1 1 0 0 0,-1 0 0 0 0,1 0 0 0 0,-1 0 0 0 0,0 1 1 0 0,1-1-1 0 0,-1 1 0 0 0,7 2 0 0 0,-10-3-277 0 0,1 1 0 0 0,-1 0 0 0 0,1-1 0 0 0,-1 1 0 0 0,1 0 0 0 0,-1 0 0 0 0,0 0 0 0 0,1 0 0 0 0,-1 0 0 0 0,0 0 0 0 0,0 0 0 0 0,1 0 1 0 0,-1 1-1 0 0,0-1 0 0 0,0 0 0 0 0,-1 1 0 0 0,1-1 0 0 0,0 1 0 0 0,0-1 0 0 0,-1 1 0 0 0,1-1 0 0 0,-1 1 0 0 0,1 1 0 0 0,-1 0-5 0 0,0-1-1 0 0,0 1 1 0 0,0-1 0 0 0,-1 1 0 0 0,1-1 0 0 0,-1 0-1 0 0,0 1 1 0 0,0-1 0 0 0,0 0 0 0 0,0 1 0 0 0,0-1-1 0 0,0 0 1 0 0,-3 4 0 0 0,-4 3-55 0 0,1 0 0 0 0,-1-1 0 0 0,-1 0 0 0 0,0 0 0 0 0,-11 7 0 0 0,-28 18-1894 0 0,37-27 759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0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6449 0 0,'-12'11'10269'0'0,"12"-9"-9958"0"0,0 17 2604 0 0,1-15-3296 0 0,5 108 3601 0 0,18 50-3099 0 0,-13-96-208 0 0,-4-35-573 0 0,-4-21-709 0 0,-1 0 1 0 0,-1 1 0 0 0,1 13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1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71 6449 0 0,'-1'-2'135'0'0,"1"1"0"0"0,-1-1 0 0 0,1 1 0 0 0,-1-1 0 0 0,1 0 0 0 0,0 1-1 0 0,0-1 1 0 0,-1 1 0 0 0,1-1 0 0 0,0 0 0 0 0,1 1 0 0 0,-1-1 0 0 0,0 0 0 0 0,0 1-1 0 0,1-1 1 0 0,-1 1 0 0 0,1-1 0 0 0,-1 1 0 0 0,1-1 0 0 0,0 1 0 0 0,0-3 0 0 0,1 2 154 0 0,0 0 1 0 0,0 0 0 0 0,0 0 0 0 0,1 0 0 0 0,-1 0 0 0 0,0 0 0 0 0,1 0 0 0 0,-1 1 0 0 0,1-1 0 0 0,-1 1 0 0 0,4-1 0 0 0,1-1 231 0 0,-1 1 0 0 0,1 0 1 0 0,0 0-1 0 0,0 1 0 0 0,-1 0 0 0 0,1 1 0 0 0,0-1 0 0 0,0 1 1 0 0,12 1-1 0 0,5 4 19 0 0,0 1 0 0 0,0 1-1 0 0,-1 1 1 0 0,41 21 0 0 0,-55-24-519 0 0,0-1 1 0 0,-1 1-1 0 0,0 1 0 0 0,0 0 1 0 0,-1 0-1 0 0,1 0 0 0 0,-1 1 1 0 0,-1 0-1 0 0,1 1 0 0 0,-1-1 1 0 0,0 1-1 0 0,-1 0 0 0 0,0 1 1 0 0,0-1-1 0 0,3 11 1 0 0,-6-14-37 0 0,-1 0 0 0 0,0 0 0 0 0,0 1 0 0 0,0-1 1 0 0,-1 0-1 0 0,0 0 0 0 0,0 1 0 0 0,0-1 0 0 0,-1 0 1 0 0,0 0-1 0 0,0 0 0 0 0,0 0 0 0 0,-2 6 0 0 0,-1-2-8 0 0,0 0-1 0 0,0-1 0 0 0,0 1 0 0 0,-1-1 1 0 0,-1 0-1 0 0,1-1 0 0 0,-8 8 0 0 0,4-5-27 0 0,0-1-1 0 0,-1 0 0 0 0,0 0 0 0 0,-1-1 0 0 0,0 0 0 0 0,0-1 0 0 0,-1-1 0 0 0,0 1 0 0 0,0-2 0 0 0,-19 7 0 0 0,28-11-62 0 0,0 0 0 0 0,-1-1 0 0 0,1 1 0 0 0,0-1 0 0 0,0 0 0 0 0,0 0 0 0 0,0 0 0 0 0,0 0 0 0 0,-1 0 0 0 0,1-1 0 0 0,-6-1 0 0 0,-1-4-966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1.5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5065 0 0,'17'-4'9476'0'0,"-16"5"-9205"0"0,3 9 358 0 0,1-1 0 0 0,-1 1 0 0 0,-1 0 0 0 0,0 0 0 0 0,0 0 0 0 0,2 18 0 0 0,3 73 1662 0 0,-4-46-1704 0 0,9 118 189 0 0,-10 176 0 0 0,-7-311-1387 0 0,4-37 504 0 0,0 0-1 0 0,0 0 0 0 0,-1 0 1 0 0,1 1-1 0 0,0-1 0 0 0,0 0 1 0 0,-1 0-1 0 0,1 0 0 0 0,-1 1 0 0 0,1-1 1 0 0,-1 0-1 0 0,1 0 0 0 0,-1 0 1 0 0,0 0-1 0 0,0 0 0 0 0,1 0 1 0 0,-1 0-1 0 0,0 0 0 0 0,0 0 1 0 0,0-1-1 0 0,0 1 0 0 0,0 0 1 0 0,0-1-1 0 0,0 1 0 0 0,0 0 1 0 0,-3 0-1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1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80 3169 0 0,'-15'-3'10892'0'0,"10"9"-12300"0"0,-26 28 3143 0 0,6-9-1165 0 0,2 2 0 0 0,1 0 0 0 0,-26 41 0 0 0,48-68-541 0 0,1 0 0 0 0,-1-1 1 0 0,0 1-1 0 0,0 0 0 0 0,0 0 1 0 0,0 0-1 0 0,0 0 0 0 0,0 0 1 0 0,0 0-1 0 0,0 1 0 0 0,1-1 0 0 0,-1 0 1 0 0,0 0-1 0 0,0 0 0 0 0,0 0 1 0 0,0 0-1 0 0,0 0 0 0 0,0 0 1 0 0,0 0-1 0 0,0 0 0 0 0,0 0 1 0 0,1 0-1 0 0,-1 0 0 0 0,0 0 1 0 0,0 0-1 0 0,0 0 0 0 0,0 0 1 0 0,0 0-1 0 0,0 1 0 0 0,0-1 1 0 0,0 0-1 0 0,0 0 0 0 0,0 0 1 0 0,0 0-1 0 0,0 0 0 0 0,0 0 1 0 0,0 0-1 0 0,0 0 0 0 0,0 1 1 0 0,0-1-1 0 0,0 0 0 0 0,0 0 1 0 0,0 0-1 0 0,0 0 0 0 0,18-13 646 0 0,20-20-50 0 0,41-49 42 0 0,-51 50-35 0 0,2 2 0 0 0,35-29 0 0 0,-63 57-567 0 0,0 0 1 0 0,0 1-1 0 0,0-1 1 0 0,0 1-1 0 0,0 0 1 0 0,0 0-1 0 0,0-1 1 0 0,1 2-1 0 0,-1-1 1 0 0,0 0-1 0 0,1 0 1 0 0,-1 1-1 0 0,1-1 1 0 0,-1 1-1 0 0,0 0 1 0 0,1-1-1 0 0,-1 1 1 0 0,5 1-1 0 0,-4 0 10 0 0,0 0 0 0 0,1 1 0 0 0,-1-1 0 0 0,0 1 0 0 0,0 0 0 0 0,-1 0 0 0 0,1 0 0 0 0,0 0 0 0 0,-1 1 0 0 0,1-1 0 0 0,-1 1 0 0 0,4 4 0 0 0,5 10 122 0 0,1-1 0 0 0,-2 2 0 0 0,-1-1 0 0 0,0 1 0 0 0,8 24-1 0 0,21 41-281 0 0,-37-80-101 0 0,1 0 1 0 0,0 0-1 0 0,0-1 0 0 0,0 1 0 0 0,0-1 0 0 0,0 1 0 0 0,0-1 0 0 0,1 0 0 0 0,-1 0 0 0 0,1 0 0 0 0,0 0 1 0 0,-1 0-1 0 0,1-1 0 0 0,0 1 0 0 0,0-1 0 0 0,0 0 0 0 0,0 0 0 0 0,0 0 0 0 0,6 1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5.3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620 331 4145 0 0,'-1'-4'330'0'0,"1"-1"1"0"0,-1 1-1 0 0,0 0 0 0 0,0 0 1 0 0,0 0-1 0 0,-1 0 0 0 0,1 0 1 0 0,-1 0-1 0 0,0 0 0 0 0,0 0 1 0 0,-1 0-1 0 0,1 1 1 0 0,-1 0-1 0 0,0-1 0 0 0,1 1 1 0 0,-1 0-1 0 0,-6-5 0 0 0,4 5 88 0 0,1-1 0 0 0,-1 1-1 0 0,1 0 1 0 0,-1 1-1 0 0,0-1 1 0 0,0 1 0 0 0,0 0-1 0 0,0 0 1 0 0,-1 0 0 0 0,1 1-1 0 0,-1-1 1 0 0,1 1-1 0 0,-8 0 1 0 0,1 2 137 0 0,0 0 1 0 0,0 1-1 0 0,0 1 0 0 0,0 0 1 0 0,0 1-1 0 0,1 0 0 0 0,-1 0 1 0 0,-10 7-1 0 0,-9 5 32 0 0,-44 32 0 0 0,58-36-527 0 0,0 2-1 0 0,1 0 1 0 0,0 1-1 0 0,2 1 1 0 0,-1 0-1 0 0,2 1 1 0 0,-16 25 0 0 0,13-14-38 0 0,2 0 1 0 0,0 1-1 0 0,3 0 1 0 0,-13 43-1 0 0,5 16-36 0 0,3 2-1 0 0,-6 137 1 0 0,20-205 27 0 0,-1 13-14 0 0,2 0 0 0 0,1 1 0 0 0,2-1-1 0 0,1 0 1 0 0,2 0 0 0 0,1 0 0 0 0,2-1 0 0 0,1 0 0 0 0,2 0 0 0 0,1-1 0 0 0,27 51 0 0 0,-24-57-49 0 0,20 35-56 0 0,2-1 1 0 0,65 81-1 0 0,-89-127 84 0 0,1 0-1 0 0,0 0 1 0 0,1-2-1 0 0,0 0 0 0 0,1 0 1 0 0,1-1-1 0 0,0-2 0 0 0,0 1 1 0 0,1-2-1 0 0,0 0 1 0 0,1-1-1 0 0,0-1 0 0 0,30 7 1 0 0,-34-12 25 0 0,0-1 1 0 0,0 0-1 0 0,0-1 1 0 0,0-1 0 0 0,0-1-1 0 0,0 0 1 0 0,0 0-1 0 0,-1-1 1 0 0,1-1-1 0 0,-1-1 1 0 0,0 0 0 0 0,0-1-1 0 0,0 0 1 0 0,-1-1-1 0 0,0-1 1 0 0,17-13-1 0 0,5-5-33 0 0,-2-1-1 0 0,-2-2 0 0 0,0-1 0 0 0,40-51 0 0 0,-41 41 61 0 0,-1-1-1 0 0,-3-2 1 0 0,-1 0-1 0 0,-2-2 1 0 0,-2 0-1 0 0,18-57 0 0 0,-25 58 5 0 0,-2 0 0 0 0,-2 0-1 0 0,-2-1 1 0 0,-2 0 0 0 0,-2 0-1 0 0,-4-91 1 0 0,-4 93 0 0 0,-3 2 0 0 0,-1-1 0 0 0,-2 1 1 0 0,-2 1-1 0 0,-1 0 0 0 0,-3 0 0 0 0,-33-61 1 0 0,8 30 80 0 0,-4 3 0 0 0,-105-124 1 0 0,104 136-221 0 0,-55-59 333 0 0,90 105-476 0 0,-1-1 0 0 0,1 2 0 0 0,-2 0-1 0 0,1 1 1 0 0,-1 0 0 0 0,0 0 0 0 0,-27-9 0 0 0,0 6-7308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2.3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3 136 2761 0 0,'3'-16'1378'0'0,"0"0"0"0"0,-1-1 1 0 0,0-21-1 0 0,-6-10 12946 0 0,-2 64-14293 0 0,5-12-20 0 0,0 0-1 0 0,1 1 1 0 0,0-1 0 0 0,0 0 0 0 0,0 0 0 0 0,0 1-1 0 0,1-1 1 0 0,-1 0 0 0 0,1 0 0 0 0,0 1 0 0 0,2 3-1 0 0,3 22 29 0 0,-1 110 3 0 0,-1-7 90 0 0,27 171 1 0 0,-28-283-119 0 0,2 0 1 0 0,0-1-1 0 0,1 0 1 0 0,2 0-1 0 0,0 0 1 0 0,1-1-1 0 0,14 23 1 0 0,-20-37 2 0 0,1 1 1 0 0,-1-1-1 0 0,2 0 1 0 0,-1 0-1 0 0,0 0 1 0 0,1-1-1 0 0,0 1 1 0 0,0-1-1 0 0,1 0 1 0 0,-1-1-1 0 0,1 1 1 0 0,-1-1-1 0 0,1 0 1 0 0,0 0-1 0 0,0-1 0 0 0,1 0 1 0 0,-1 0-1 0 0,0 0 1 0 0,1-1-1 0 0,-1 0 1 0 0,1 0-1 0 0,-1-1 1 0 0,1 0-1 0 0,-1 0 1 0 0,1 0-1 0 0,-1-1 1 0 0,8-2-1 0 0,-3 0-120 0 0,1-1 1 0 0,-1 0-1 0 0,0-1 1 0 0,-1 0-1 0 0,1-1 0 0 0,-1 0 1 0 0,14-10-1 0 0,-7 4-1834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4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21 104 3225 0 0,'3'-25'3184'0'0,"-2"23"-2760"0"0,0 0-1 0 0,-1-1 1 0 0,1 1-1 0 0,0 0 1 0 0,-1 0-1 0 0,0-1 1 0 0,0 1-1 0 0,0 0 1 0 0,0-1-1 0 0,0 1 0 0 0,0 0 1 0 0,0 0-1 0 0,-1-1 1 0 0,1 1-1 0 0,-1 0 1 0 0,0 0-1 0 0,1-1 1 0 0,-1 1-1 0 0,0 0 1 0 0,0 0-1 0 0,-1 0 1 0 0,1 0-1 0 0,0 0 1 0 0,-1 1-1 0 0,-2-4 1 0 0,-7-14 6326 0 0,15 42-6618 0 0,-2 0-1 0 0,0 0 0 0 0,-3 40 0 0 0,3 38 171 0 0,27 106-302 0 0,9 128 0 0 0,-38-319 20 0 0,1 0 0 0 0,1 0 0 0 0,0-1 0 0 0,2 1 0 0 0,-1-1 0 0 0,2 0 0 0 0,11 27 0 0 0,-16-41-9 0 0,1-1 0 0 0,-1 1 0 0 0,0-1 0 0 0,0 1 1 0 0,0-1-1 0 0,0 1 0 0 0,1-1 0 0 0,-1 1 0 0 0,0-1 0 0 0,0 1 0 0 0,0-1 0 0 0,0 1 0 0 0,0-1 0 0 0,0 1 0 0 0,0-1 0 0 0,-1 1 0 0 0,1-1 0 0 0,0 1 0 0 0,0-1 0 0 0,0 1 0 0 0,0-1 0 0 0,-1 1 0 0 0,1-1 0 0 0,0 1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45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117 264 2761 0 0,'-16'-12'343'0'0,"-7"-7"4871"0"0,-15-11 4013 0 0,33 22-7320 0 0,5 7-1709 0 0,0 0-1 0 0,-1 1 1 0 0,1-1 0 0 0,-1 0-1 0 0,1 0 1 0 0,0 0 0 0 0,-1 1-1 0 0,0-1 1 0 0,1 0 0 0 0,-1 0-1 0 0,1 1 1 0 0,-1-1-1 0 0,0 1 1 0 0,1-1 0 0 0,-1 1-1 0 0,0-1 1 0 0,0 1 0 0 0,0-1-1 0 0,-1 0 1 0 0,1 1-195 0 0,1 1-1 0 0,-1-1 1 0 0,0 0-1 0 0,0 0 1 0 0,1 0 0 0 0,-1 0-1 0 0,0 0 1 0 0,1 0-1 0 0,-1 0 1 0 0,0 0 0 0 0,0-1-1 0 0,1 1 1 0 0,-1 0-1 0 0,0 0 1 0 0,1-1 0 0 0,-1 1-1 0 0,0 0 1 0 0,1-1-1 0 0,-1 1 1 0 0,0 0 0 0 0,1-1-1 0 0,-1 1 1 0 0,1-1-1 0 0,-1 1 1 0 0,1-1 0 0 0,-1 1-1 0 0,1-1 1 0 0,-1 0-1 0 0,1 1 1 0 0,0-1 0 0 0,-1 1-1 0 0,1-1 1 0 0,0 0-1 0 0,0 0 1 0 0,-1 1 0 0 0,1-1-1 0 0,0 0 1 0 0,0 1-1 0 0,0-1 1 0 0,0 0 0 0 0,0 0-1 0 0,0 1 1 0 0,0-1-1 0 0,0 0 1 0 0,0 1 0 0 0,0-1-1 0 0,0 0 1 0 0,0 0-1 0 0,1 1 1 0 0,-1-1 0 0 0,0 0-1 0 0,0 1 1 0 0,1-1-1 0 0,-1 0 1 0 0,0 1 0 0 0,1-1-1 0 0,-1 1 1 0 0,1-1-1 0 0,0 0 1 0 0,-1 0 101 0 0,9-1 983 0 0,-2 3-1085 0 0,0 0-1 0 0,0 1 1 0 0,-1 0 0 0 0,1 0-1 0 0,-1 1 1 0 0,1-1 0 0 0,-1 2-1 0 0,0-1 1 0 0,0 0 0 0 0,-1 1-1 0 0,1 0 1 0 0,-1 1 0 0 0,6 5-1 0 0,13 13-3 0 0,32 40 1 0 0,-19-19 2 0 0,-20-26 79 0 0,1-1 0 0 0,27 21 0 0 0,-36-31-627 0 0,-5-4 523 0 0,0 0 0 0 0,0 0 1 0 0,0 0-1 0 0,0-1 0 0 0,0 1 0 0 0,1-1 1 0 0,5 2-1 0 0,-9-4 41 0 0,1 0 1 0 0,-1 1-1 0 0,1-1 1 0 0,-1 0-1 0 0,1 0 0 0 0,-1-1 1 0 0,1 1-1 0 0,-1 0 1 0 0,0 0-1 0 0,1-1 1 0 0,-1 1-1 0 0,1-1 0 0 0,-1 1 1 0 0,0-1-1 0 0,1 0 1 0 0,-1 0-1 0 0,0 1 1 0 0,0-1-1 0 0,1 0 0 0 0,-1 0 1 0 0,0 0-1 0 0,0 0 1 0 0,0 0-1 0 0,0 0 1 0 0,0-1-1 0 0,-1 1 0 0 0,1 0 1 0 0,1-3-1 0 0,98-121 338 0 0,-79 93 20 0 0,29-69-1 0 0,-9 17-261 0 0,-23 57-14 0 0,-14 22-609 0 0,0 0 0 0 0,-1-1 0 0 0,1 1 1 0 0,-1-1-1 0 0,2-7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09:5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907 35 8290 0 0,'-31'-9'973'0'0,"0"1"1"0"0,0 2 0 0 0,-1 1-1 0 0,0 1 1 0 0,-50 2 0 0 0,67 3-827 0 0,0 0 0 0 0,0 1 1 0 0,1 1-1 0 0,-1 0 1 0 0,0 2-1 0 0,1-1 1 0 0,0 2-1 0 0,0-1 0 0 0,1 2 1 0 0,-1 0-1 0 0,1 1 1 0 0,1 0-1 0 0,-24 20 0 0 0,3 4-25 0 0,2 2 0 0 0,1 1 0 0 0,2 1 0 0 0,1 1 0 0 0,-22 42 0 0 0,-93 212-237 0 0,119-232 19 0 0,3 1 1 0 0,3 0-1 0 0,2 1 1 0 0,3 1-1 0 0,2 0 1 0 0,3 1 0 0 0,2 68-1 0 0,7-45-73 0 0,4 0 0 0 0,3 0 0 0 0,4-1 0 0 0,40 136 0 0 0,-44-191 42 0 0,1 0 0 0 0,2-1 1 0 0,1-1-1 0 0,1 0 0 0 0,1 0 0 0 0,36 47 0 0 0,-38-59 80 0 0,1 0 0 0 0,1-2 0 0 0,0 1 1 0 0,1-2-1 0 0,0 0 0 0 0,1-1 0 0 0,0-1 0 0 0,1 0 0 0 0,0-1 0 0 0,1-2 0 0 0,28 11 0 0 0,-21-12 187 0 0,0-1 0 0 0,0-1 0 0 0,1-1 0 0 0,-1-1 0 0 0,1-2 0 0 0,0 0 0 0 0,0-2 0 0 0,-1-1 0 0 0,1-1 0 0 0,0-1 0 0 0,-1-2 0 0 0,0 0 0 0 0,50-21 0 0 0,-38 11 101 0 0,0-3 1 0 0,-1-1-1 0 0,-1-1 0 0 0,-1-2 1 0 0,-1-2-1 0 0,-1-1 0 0 0,-1-2 1 0 0,35-39-1 0 0,-42 38 9 0 0,-2 0 1 0 0,0-1-1 0 0,-3-1 1 0 0,0-1-1 0 0,-3-1 1 0 0,18-42-1 0 0,-18 27 68 0 0,-1 0 0 0 0,-3-1 0 0 0,15-100 0 0 0,-20 39 124 0 0,-4 0-1 0 0,-6 0 0 0 0,-22-171 0 0 0,19 243-356 0 0,-1 0 0 0 0,-2 0 0 0 0,-1 1 0 0 0,-18-45 0 0 0,20 66-53 0 0,0 0 0 0 0,-1 1 0 0 0,-1 0 0 0 0,0 1 1 0 0,-1 0-1 0 0,-1 0 0 0 0,0 1 0 0 0,-1 0 0 0 0,0 1 1 0 0,-1 0-1 0 0,-26-18 0 0 0,12 14 76 0 0,0 2 0 0 0,0 0 0 0 0,-1 2 0 0 0,-1 1 0 0 0,0 2 0 0 0,-37-8 1 0 0,-60-6-1140 0 0,2 9-5299 0 0,88 11-925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5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 12443 0 0,'-1'0'150'0'0,"1"-1"1"0"0,0 1-1 0 0,0-1 0 0 0,0 1 1 0 0,0-1-1 0 0,0 1 1 0 0,0-1-1 0 0,0 1 1 0 0,0-1-1 0 0,0 1 1 0 0,0-1-1 0 0,1 1 1 0 0,-1-1-1 0 0,0 1 0 0 0,0-1 1 0 0,0 1-1 0 0,1-1 1 0 0,-1 1-1 0 0,0-1 1 0 0,0 1-1 0 0,1 0 1 0 0,-1-1-1 0 0,0 1 0 0 0,1-1 1 0 0,-1 1-1 0 0,1 0 1 0 0,-1-1-1 0 0,0 1 1 0 0,1 0-1 0 0,-1 0 1 0 0,1-1-1 0 0,6 17 2233 0 0,0 36-744 0 0,-6-50-1537 0 0,44 476 1694 0 0,-39-335-1618 0 0,-15 194 0 0 0,2-255-167 0 0,-18 167-65 0 0,16-216-3689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6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0 185 5985 0 0,'18'-17'303'0'0,"1"2"1"0"0,0 0-1 0 0,0 2 0 0 0,32-17 0 0 0,88-35 2444 0 0,-124 59-2074 0 0,0 1 0 0 0,1 0 0 0 0,-1 1 0 0 0,1 1 0 0 0,0 0 0 0 0,0 1 0 0 0,0 1 0 0 0,1 0 0 0 0,22 3 0 0 0,-34-2-547 0 0,1 1 0 0 0,0 0 0 0 0,0 0 0 0 0,-1 1 1 0 0,1-1-1 0 0,0 1 0 0 0,-1 0 0 0 0,0 1 0 0 0,1 0 0 0 0,-1 0 1 0 0,0 0-1 0 0,-1 0 0 0 0,1 1 0 0 0,0-1 0 0 0,-1 1 0 0 0,0 0 1 0 0,0 1-1 0 0,0-1 0 0 0,0 1 0 0 0,-1 0 0 0 0,0 0 0 0 0,0 0 0 0 0,0 0 1 0 0,-1 0-1 0 0,1 1 0 0 0,-1-1 0 0 0,-1 1 0 0 0,3 10 0 0 0,-3-3-34 0 0,0-1-1 0 0,0 1 0 0 0,-2 0 1 0 0,1 0-1 0 0,-2-1 0 0 0,0 1 1 0 0,0-1-1 0 0,-1 1 0 0 0,-1-1 1 0 0,0 0-1 0 0,0 0 1 0 0,-8 12-1 0 0,-6 12 114 0 0,-2 0-1 0 0,-36 47 1 0 0,41-63-176 0 0,-2 1 0 0 0,0-2-1 0 0,-29 25 1 0 0,36-35-220 0 0,-1-1 0 0 0,0 0 0 0 0,0-1-1 0 0,-1 0 1 0 0,0 0 0 0 0,0-1 0 0 0,0-1 0 0 0,-20 6-1 0 0,17-8-1820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6.8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35 9674 0 0,'-4'-2'193'0'0,"-14"-6"1064"0"0,0 0 1 0 0,-37-9 0 0 0,59 23-807 0 0,0-1 0 0 0,-1 1 0 0 0,0 0 0 0 0,0 1 0 0 0,-1-1 0 0 0,3 8 0 0 0,10 44 529 0 0,-2 0 1 0 0,-3 0 0 0 0,5 89-1 0 0,6 43-16 0 0,-15-157-814 0 0,1 0 0 0 0,2 0 0 0 0,21 52 0 0 0,13 8-516 0 0,-42-95 355 0 0,1 0 1 0 0,-1-1-1 0 0,1 1 0 0 0,-1 0 1 0 0,0 0-1 0 0,0 0 1 0 0,0-1-1 0 0,-1 1 1 0 0,1-1-1 0 0,0-2 1 0 0,17-60-300 0 0,35-89 0 0 0,-40 122 288 0 0,2 0 0 0 0,2 2 0 0 0,0 0 0 0 0,36-45 0 0 0,-49 70 81 0 0,0 0 1 0 0,0 1-1 0 0,1-1 0 0 0,0 1 1 0 0,0 0-1 0 0,10-7 0 0 0,-13 11-34 0 0,-1-1-1 0 0,0 0 1 0 0,1 1-1 0 0,-1-1 0 0 0,0 1 1 0 0,1-1-1 0 0,-1 1 1 0 0,0 0-1 0 0,1-1 1 0 0,-1 1-1 0 0,1 0 0 0 0,-1 0 1 0 0,0 0-1 0 0,1 0 1 0 0,-1 1-1 0 0,1-1 1 0 0,-1 0-1 0 0,0 0 0 0 0,1 1 1 0 0,-1-1-1 0 0,0 1 1 0 0,1-1-1 0 0,-1 1 1 0 0,0 0-1 0 0,0-1 0 0 0,1 1 1 0 0,-1 0-1 0 0,0 0 1 0 0,0 0-1 0 0,0 0 1 0 0,0 0-1 0 0,0 0 0 0 0,0 0 1 0 0,0 0-1 0 0,-1 0 1 0 0,2 2-1 0 0,19 33 470 0 0,17 42 0 0 0,-25-49-564 0 0,2 0-1 0 0,1-1 1 0 0,21 30 0 0 0,-30-50-490 0 0,0 0 1 0 0,0-1-1 0 0,17 13 1 0 0,10 2-4343 0 0,-19-16-1141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7.2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75 9794 0 0,'4'6'258'0'0,"0"0"1"0"0,0 1-1 0 0,-1-1 1 0 0,0 1-1 0 0,0 0 0 0 0,-1 0 1 0 0,0 0-1 0 0,2 12 1 0 0,2 4 1591 0 0,7 32 1713 0 0,-10-40-3097 0 0,0-1 0 0 0,0 0 0 0 0,2 0 0 0 0,0 0 0 0 0,0 0 0 0 0,1-1 0 0 0,10 16 0 0 0,-15-27-456 0 0,0-1 1 0 0,0 0-1 0 0,0 1 1 0 0,0-1-1 0 0,0 0 1 0 0,0 0 0 0 0,0 1-1 0 0,1-1 1 0 0,-1 0-1 0 0,0 0 1 0 0,1 0 0 0 0,-1-1-1 0 0,1 1 1 0 0,-1 0-1 0 0,1 0 1 0 0,-1-1 0 0 0,1 1-1 0 0,-1-1 1 0 0,1 0-1 0 0,0 1 1 0 0,-1-1 0 0 0,1 0-1 0 0,0 0 1 0 0,-1 0-1 0 0,3 0 1 0 0,-1-1-8 0 0,-1 0 0 0 0,1 0 0 0 0,0 0 0 0 0,-1-1 0 0 0,1 1 0 0 0,-1-1 0 0 0,0 1 1 0 0,1-1-1 0 0,-1 0 0 0 0,0 0 0 0 0,0 0 0 0 0,0 0 0 0 0,2-3 0 0 0,6-10-98 0 0,0 1 0 0 0,-2-1 0 0 0,13-28 0 0 0,-19 39 53 0 0,26-68-322 0 0,-22 53 205 0 0,1-1-1 0 0,1 2 0 0 0,0-1 1 0 0,2 1-1 0 0,0 0 1 0 0,24-31-1 0 0,-32 47 182 0 0,-1 0 1 0 0,1 0-1 0 0,0 1 0 0 0,-1-1 0 0 0,1 0 0 0 0,0 1 0 0 0,0 0 0 0 0,0-1 1 0 0,0 1-1 0 0,0 0 0 0 0,1 0 0 0 0,-1 0 0 0 0,0 0 0 0 0,0 1 1 0 0,1-1-1 0 0,-1 0 0 0 0,0 1 0 0 0,5-1 0 0 0,-5 2 31 0 0,0-1-1 0 0,0 1 0 0 0,0-1 0 0 0,0 1 0 0 0,0 0 1 0 0,0 0-1 0 0,-1 0 0 0 0,1 0 0 0 0,0 0 1 0 0,-1 0-1 0 0,1 0 0 0 0,0 1 0 0 0,-1-1 1 0 0,0 0-1 0 0,1 1 0 0 0,-1 0 0 0 0,2 2 0 0 0,2 4 136 0 0,0 1-1 0 0,-1 0 1 0 0,0 0-1 0 0,-1 0 1 0 0,1 0-1 0 0,-2 0 0 0 0,3 16 1 0 0,0 5-109 0 0,-2-1 1 0 0,-2 1-1 0 0,0-1 0 0 0,-2 1 1 0 0,-1-1-1 0 0,-2 1 0 0 0,0-1 1 0 0,-2 0-1 0 0,-2 0 0 0 0,0-1 1 0 0,-2 0-1 0 0,-1 0 0 0 0,-1-1 1 0 0,-1-1-1 0 0,-2 0 0 0 0,0-1 1 0 0,-21 25-1 0 0,-6 3-2489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7.6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249 94 4145 0 0,'2'-10'-608'0'0,"1"-16"2608"0"0,-3-12 5380 0 0,0 37-7107 0 0,-1 0 0 0 0,1 0 0 0 0,0 0-1 0 0,0 0 1 0 0,-1 0 0 0 0,1 0-1 0 0,-1 1 1 0 0,1-1 0 0 0,-1 0-1 0 0,1 0 1 0 0,-1 0 0 0 0,0 0-1 0 0,1 0 1 0 0,-1 1 0 0 0,0-1-1 0 0,0 0 1 0 0,1 1 0 0 0,-1-1 0 0 0,0 1-1 0 0,0-1 1 0 0,-1 0 0 0 0,0 1-160 0 0,0-1 1 0 0,0 1 0 0 0,0 0 0 0 0,0 0 0 0 0,0 0 0 0 0,0 0 0 0 0,0 0 0 0 0,0 0 0 0 0,0 1 0 0 0,0-1 0 0 0,0 1-1 0 0,0-1 1 0 0,1 1 0 0 0,-1 0 0 0 0,-3 1 0 0 0,-13 9 122 0 0,0 0-1 0 0,1 2 0 0 0,1-1 1 0 0,0 2-1 0 0,0 0 1 0 0,1 1-1 0 0,1 1 1 0 0,1 0-1 0 0,0 1 1 0 0,-14 25-1 0 0,24-37-289 0 0,0 0 0 0 0,0 1 1 0 0,1-1-1 0 0,-1 1 0 0 0,1-1 0 0 0,1 1 0 0 0,-1 0 1 0 0,1 0-1 0 0,-1 11 0 0 0,2-15 42 0 0,0 0 1 0 0,0 0-1 0 0,1 0 1 0 0,-1 0-1 0 0,1 0 1 0 0,-1 0-1 0 0,1 1 1 0 0,0-1-1 0 0,0 0 1 0 0,0-1-1 0 0,0 1 0 0 0,0 0 1 0 0,0 0-1 0 0,1 0 1 0 0,-1-1-1 0 0,0 1 1 0 0,1 0-1 0 0,0-1 1 0 0,-1 0-1 0 0,1 1 1 0 0,0-1-1 0 0,0 0 1 0 0,-1 0-1 0 0,1 0 0 0 0,0 0 1 0 0,0 0-1 0 0,0 0 1 0 0,0-1-1 0 0,5 2 1 0 0,14 3-416 0 0,1-1 1 0 0,0-1 0 0 0,25 1-1 0 0,-31-4 120 0 0,-1 1 0 0 0,1 1 0 0 0,-1 0-1 0 0,0 1 1 0 0,0 1 0 0 0,0 0 0 0 0,0 1 0 0 0,24 11 0 0 0,-34-13 265 0 0,1 1 0 0 0,0-1 1 0 0,-1 1-1 0 0,1 0 1 0 0,-1 1-1 0 0,0-1 0 0 0,-1 1 1 0 0,1 0-1 0 0,-1 0 1 0 0,0 1-1 0 0,0-1 0 0 0,3 8 1 0 0,-5-9 78 0 0,-1 0 0 0 0,1 0-1 0 0,-1 1 1 0 0,0-1 0 0 0,-1 0 0 0 0,1 1 0 0 0,-1-1 0 0 0,0 1 0 0 0,0-1 0 0 0,0 1-1 0 0,0-1 1 0 0,-1 1 0 0 0,0-1 0 0 0,0 1 0 0 0,0-1 0 0 0,0 0 0 0 0,-1 0 0 0 0,-4 8 0 0 0,-1 3 283 0 0,-2 0 0 0 0,0-1 1 0 0,0-1-1 0 0,-14 16 1 0 0,-26 20-2238 0 0,32-34-4509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7.8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0,'3'3'232'0'0,"0"0"0"0"0,0 0-1 0 0,0 0 1 0 0,-1 0 0 0 0,0 1 0 0 0,0-1-1 0 0,0 1 1 0 0,0-1 0 0 0,0 1-1 0 0,1 4 1 0 0,13 44 4084 0 0,-12-35-3346 0 0,-1-6-143 0 0,-1 0 0 0 0,0 0 0 0 0,-1 0 0 0 0,1 21 0 0 0,-10 45-1484 0 0,6-68 155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7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9 158 8754 0 0,'-2'-13'-202'0'0,"-4"-61"2779"0"0,6 67-1876 0 0,0 1 1 0 0,1-1 0 0 0,-1 0-1 0 0,2 0 1 0 0,-1 0 0 0 0,1 1-1 0 0,0-1 1 0 0,4-9 0 0 0,-4 25-904 0 0,1 0 1 0 0,-2 1 0 0 0,2 17-1 0 0,-1-17-585 0 0,-1-1 1 0 0,1 1-1 0 0,1-1 0 0 0,0 1 0 0 0,0-1 0 0 0,1 0 0 0 0,8 16 1 0 0,0-6 628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8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260 107 920 0 0,'1'-32'-93'0'0,"-1"27"978"0"0,0 0 1 0 0,-1 0-1 0 0,0-1 0 0 0,0 1 1 0 0,0 0-1 0 0,-4-9 1 0 0,5 12-598 0 0,-1 0 0 0 0,0 0 0 0 0,-1 1 0 0 0,1-1 1 0 0,0 0-1 0 0,0 1 0 0 0,-1-1 0 0 0,1 1 0 0 0,-1-1 1 0 0,1 1-1 0 0,-1-1 0 0 0,0 1 0 0 0,0 0 0 0 0,1 0 1 0 0,-1 0-1 0 0,0 0 0 0 0,0 0 0 0 0,0 1 0 0 0,0-1 1 0 0,0 0-1 0 0,0 1 0 0 0,0 0 0 0 0,0-1 0 0 0,-1 1 1 0 0,1 0-1 0 0,0 0 0 0 0,0 0 0 0 0,0 0 0 0 0,0 1 1 0 0,0-1-1 0 0,0 0 0 0 0,0 1 0 0 0,0-1 0 0 0,0 1 1 0 0,-2 1-1 0 0,-5 1 45 0 0,1 1 1 0 0,0 0-1 0 0,1 0 1 0 0,-1 0-1 0 0,1 1 1 0 0,-1 0-1 0 0,1 1 1 0 0,1 0-1 0 0,-1 0 1 0 0,1 0 0 0 0,0 1-1 0 0,1 0 1 0 0,-9 13-1 0 0,-1 3-229 0 0,2 0 0 0 0,1 1 0 0 0,-12 33 0 0 0,20-48-81 0 0,1 1 0 0 0,1 0 0 0 0,-1 0 0 0 0,1 0 0 0 0,1 0 0 0 0,0 0 0 0 0,0 1 1 0 0,1-1-1 0 0,0 0 0 0 0,4 20 0 0 0,-3-26-35 0 0,0 0 0 0 0,0 1 1 0 0,1-1-1 0 0,0 0 0 0 0,-1 1 0 0 0,2-1 1 0 0,-1 0-1 0 0,0-1 0 0 0,1 1 1 0 0,0 0-1 0 0,-1-1 0 0 0,2 1 0 0 0,-1-1 1 0 0,0 0-1 0 0,1 0 0 0 0,-1 0 0 0 0,1 0 1 0 0,0-1-1 0 0,0 0 0 0 0,0 1 0 0 0,0-1 1 0 0,0-1-1 0 0,0 1 0 0 0,1-1 1 0 0,-1 1-1 0 0,8 0 0 0 0,34-1-735 0 0,-19-4 357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8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374 383 3393 0 0,'-18'-2'761'0'0,"1"0"1"0"0,-1 1-1 0 0,1 1 1 0 0,-1 0-1 0 0,0 1 1 0 0,1 1-1 0 0,0 1 1 0 0,-1 1-1 0 0,1 0 1 0 0,-23 9-1 0 0,29-9-372 0 0,1 1-1 0 0,-1 1 1 0 0,1-1 0 0 0,0 1-1 0 0,1 1 1 0 0,-1 0 0 0 0,1 0-1 0 0,1 1 1 0 0,-1 0-1 0 0,1 1 1 0 0,1 0 0 0 0,0 0-1 0 0,0 0 1 0 0,1 1 0 0 0,0 0-1 0 0,-8 17 1 0 0,13-25-379 0 0,0 0 1 0 0,0 1-1 0 0,1-1 1 0 0,-1 0-1 0 0,0 1 1 0 0,1-1-1 0 0,-1 0 1 0 0,1 1-1 0 0,0-1 1 0 0,0 0-1 0 0,0 1 1 0 0,0-1-1 0 0,0 1 1 0 0,1-1-1 0 0,-1 0 1 0 0,1 1-1 0 0,-1-1 1 0 0,1 0-1 0 0,0 1 1 0 0,0-1-1 0 0,0 0 1 0 0,0 0-1 0 0,0 0 1 0 0,0 0-1 0 0,1 0 1 0 0,-1 0-1 0 0,1 0 1 0 0,-1 0-1 0 0,1-1 1 0 0,3 3-1 0 0,-3-2-1 0 0,1-1-1 0 0,-1 0 0 0 0,0 0 1 0 0,1 0-1 0 0,0 0 0 0 0,-1-1 0 0 0,1 1 1 0 0,-1-1-1 0 0,1 1 0 0 0,0-1 1 0 0,-1 0-1 0 0,1 0 0 0 0,0 0 0 0 0,-1 0 1 0 0,1-1-1 0 0,0 1 0 0 0,-1-1 1 0 0,1 1-1 0 0,-1-1 0 0 0,1 0 0 0 0,-1 0 1 0 0,1 0-1 0 0,-1 0 0 0 0,0-1 1 0 0,1 1-1 0 0,-1-1 0 0 0,3-2 0 0 0,2-3-158 0 0,1 0 0 0 0,-2-1 0 0 0,1 1 0 0 0,-1-2 0 0 0,0 1 0 0 0,0-1 0 0 0,-1 0 0 0 0,0 0 0 0 0,-1 0 0 0 0,5-16 0 0 0,-3 10-109 0 0,1-1 1 0 0,15-23 0 0 0,-21 37 278 0 0,-1 1 1 0 0,1 0 0 0 0,0 0-1 0 0,-1-1 1 0 0,1 1 0 0 0,0 0-1 0 0,0 0 1 0 0,0 0 0 0 0,0 0-1 0 0,0 0 1 0 0,0 1 0 0 0,1-1 0 0 0,-1 0-1 0 0,0 0 1 0 0,0 1 0 0 0,1-1-1 0 0,-1 1 1 0 0,0-1 0 0 0,3 0-1 0 0,-3 1 25 0 0,0 0-1 0 0,0 1 0 0 0,0-1 1 0 0,0 0-1 0 0,0 1 0 0 0,0-1 1 0 0,-1 1-1 0 0,1-1 0 0 0,0 1 1 0 0,0-1-1 0 0,0 1 0 0 0,-1-1 1 0 0,1 1-1 0 0,0 0 0 0 0,0-1 1 0 0,-1 1-1 0 0,1 0 0 0 0,-1 0 1 0 0,1 0-1 0 0,-1-1 1 0 0,1 3-1 0 0,4 6 364 0 0,-1 1-1 0 0,-1 0 1 0 0,0 0 0 0 0,3 13-1 0 0,-3-11-159 0 0,-1-5-135 0 0,0 0-1 0 0,1 0 1 0 0,-1 0-1 0 0,2-1 1 0 0,-1 1-1 0 0,1-1 1 0 0,0 1-1 0 0,0-1 1 0 0,1-1 0 0 0,0 1-1 0 0,0-1 1 0 0,0 1-1 0 0,7 4 1 0 0,-9-8-138 0 0,0 0 1 0 0,0 0 0 0 0,1 0-1 0 0,-1 0 1 0 0,1-1-1 0 0,-1 1 1 0 0,1-1 0 0 0,0 0-1 0 0,0 0 1 0 0,-1 0 0 0 0,1-1-1 0 0,0 1 1 0 0,0-1-1 0 0,0 0 1 0 0,0 0 0 0 0,0 0-1 0 0,-1-1 1 0 0,1 1 0 0 0,0-1-1 0 0,0 0 1 0 0,0 0-1 0 0,-1 0 1 0 0,1-1 0 0 0,-1 1-1 0 0,1-1 1 0 0,5-3 0 0 0,-2 0-202 0 0,0 0 0 0 0,0 0 0 0 0,-1-1 0 0 0,1 1 0 0 0,-1-1 0 0 0,-1-1 0 0 0,1 1 0 0 0,-1-1 0 0 0,0 0 0 0 0,6-12 0 0 0,-5 7 85 0 0,-1-1 1 0 0,0 0-1 0 0,-1 0 1 0 0,0 0-1 0 0,3-26 1 0 0,-3-4 122 0 0,-3 0 1 0 0,-1-1-1 0 0,-7-46 1 0 0,6 73-55 0 0,-2-15 110 0 0,1 0 316 0 0,-1 1 0 0 0,-13-57-1 0 0,35 164 4035 0 0,42 71-4065 0 0,35 105 437 0 0,-61-148-1031 0 0,-14-63-6313 0 0,-6-18-871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9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1 10594 0 0,'-3'0'-19'0'0,"-1"-1"0"0"0,1 1 0 0 0,-1 0 0 0 0,1 0 0 0 0,-1 0 0 0 0,1 1-1 0 0,0-1 1 0 0,-1 1 0 0 0,1 0 0 0 0,-1 0 0 0 0,1 0 0 0 0,-4 2 0 0 0,-1-1 599 0 0,-5 2 14 0 0,1 1 0 0 0,-1 0 0 0 0,1 0-1 0 0,1 1 1 0 0,-1 1 0 0 0,-14 10 0 0 0,23-14-453 0 0,-1-1 1 0 0,0 1 0 0 0,1 0-1 0 0,-1 0 1 0 0,1 0 0 0 0,0 0-1 0 0,0 1 1 0 0,1-1 0 0 0,-1 1-1 0 0,0 0 1 0 0,1 0 0 0 0,0 0 0 0 0,0 0-1 0 0,0 0 1 0 0,1 0 0 0 0,0 0-1 0 0,-1 1 1 0 0,1-1 0 0 0,1 1-1 0 0,-1-1 1 0 0,1 1 0 0 0,-1 4-1 0 0,3-4-81 0 0,-1 0 0 0 0,1-1-1 0 0,0 1 1 0 0,0-1 0 0 0,0 1-1 0 0,1-1 1 0 0,0 0 0 0 0,0 0-1 0 0,0 0 1 0 0,0 0 0 0 0,0-1-1 0 0,1 1 1 0 0,-1-1 0 0 0,1 0-1 0 0,0 0 1 0 0,0 0 0 0 0,9 4-1 0 0,6 4 113 0 0,1-2 0 0 0,32 12 0 0 0,23 3-109 0 0,-50-17-45 0 0,0 0 0 0 0,-1 2 0 0 0,0 1 0 0 0,30 17 0 0 0,-52-27-13 0 0,0 1 1 0 0,0 1-1 0 0,0-1 0 0 0,-1 0 0 0 0,1 0 0 0 0,0 1 0 0 0,-1-1 0 0 0,1 1 0 0 0,-1-1 0 0 0,0 1 1 0 0,1 0-1 0 0,-1-1 0 0 0,0 1 0 0 0,0 0 0 0 0,0 0 0 0 0,0 0 0 0 0,0 0 0 0 0,-1 0 0 0 0,1 0 1 0 0,-1 0-1 0 0,1 0 0 0 0,-1 0 0 0 0,0 3 0 0 0,0-2 14 0 0,-1 0-1 0 0,1-1 1 0 0,-1 1-1 0 0,0 0 1 0 0,0 0-1 0 0,-1 0 0 0 0,1 0 1 0 0,0-1-1 0 0,-1 1 1 0 0,0-1-1 0 0,0 1 1 0 0,1-1-1 0 0,-1 1 1 0 0,-3 1-1 0 0,-5 6 61 0 0,-1-1 0 0 0,0-1-1 0 0,-1 0 1 0 0,0 0 0 0 0,-21 9-1 0 0,-41 11-1675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9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15667 0 0,'3'1'158'0'0,"-1"1"0"0"0,1-1 0 0 0,0 1 0 0 0,0-1 0 0 0,-1 1 0 0 0,0 0 0 0 0,1 0 0 0 0,-1 0 0 0 0,0 0-1 0 0,0 0 1 0 0,0 1 0 0 0,0-1 0 0 0,0 1 0 0 0,0-1 0 0 0,-1 1 0 0 0,2 3 0 0 0,21 54 1750 0 0,-15-33-1043 0 0,-1-6-927 0 0,1 0 0 0 0,0-1 0 0 0,2-1 0 0 0,0 1 1 0 0,20 24-1 0 0,-25-38-1859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39.9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9674 0 0,'0'-1'1032'0'0,"1"1"-1032"0"0,1 1 0 0 0,-1 1 312 0 0,-1-1 24 0 0,2 1 8 0 0,-1 1 1 0 0,5 3-529 0 0,0 1-105 0 0,3 2-15 0 0,2 0-8 0 0,1 2 312 0 0,0 0 0 0 0,0 1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0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383 12 8290 0 0,'-6'-2'305'0'0,"-1"0"-1"0"0,1 0 1 0 0,0 0 0 0 0,-1 1 0 0 0,0 0 0 0 0,1 0 0 0 0,-1 0-1 0 0,0 1 1 0 0,1 0 0 0 0,-1 1 0 0 0,0-1 0 0 0,1 1 0 0 0,-1 1 0 0 0,0-1-1 0 0,1 1 1 0 0,-12 5 0 0 0,-6 2 1015 0 0,0 2 1 0 0,-44 26-1 0 0,52-27-1169 0 0,2 1 0 0 0,-1 0 0 0 0,1 1 0 0 0,-19 21 1 0 0,28-27-120 0 0,0 0-1 0 0,0 1 1 0 0,0-1 0 0 0,1 1 0 0 0,0 0 0 0 0,0 0 0 0 0,0 0 0 0 0,1 1 0 0 0,0-1 0 0 0,1 1 0 0 0,0 0 0 0 0,-2 14 0 0 0,3-20-78 0 0,1 0 0 0 0,0 0 0 0 0,0 1 0 0 0,0-1 0 0 0,0 0 0 0 0,0 0 0 0 0,1 1 0 0 0,-1-1 0 0 0,1 0 0 0 0,-1 0 0 0 0,1 1 1 0 0,0-1-1 0 0,0 0 0 0 0,0 0 0 0 0,0 0 0 0 0,0 0 0 0 0,0 0 0 0 0,1-1 0 0 0,-1 1 0 0 0,1 0 0 0 0,-1 0 0 0 0,1-1 0 0 0,-1 1 0 0 0,1-1 0 0 0,0 0 0 0 0,0 1 0 0 0,0-1 0 0 0,0 0 0 0 0,0 0 0 0 0,0 0 0 0 0,0 0 0 0 0,0-1 0 0 0,0 1 0 0 0,1 0 1 0 0,-1-1-1 0 0,4 1 0 0 0,-1-1-80 0 0,1 0 0 0 0,-1 0 1 0 0,1 0-1 0 0,-1-1 0 0 0,1 1 1 0 0,-1-1-1 0 0,0-1 1 0 0,0 1-1 0 0,1-1 0 0 0,-1 0 1 0 0,0 0-1 0 0,0 0 0 0 0,0-1 1 0 0,5-3-1 0 0,1-4 84 0 0,0-1 0 0 0,0 1 0 0 0,-1-2 0 0 0,-1 0-1 0 0,0 0 1 0 0,12-21 0 0 0,20-27 1625 0 0,-40 59-1477 0 0,0 1 0 0 0,-1-1-1 0 0,1 0 1 0 0,0 0 0 0 0,0 0-1 0 0,0 0 1 0 0,0 1-1 0 0,0-1 1 0 0,-1 0 0 0 0,1 1-1 0 0,0-1 1 0 0,0 1 0 0 0,0-1-1 0 0,1 1 1 0 0,-1 0-1 0 0,0-1 1 0 0,0 1 0 0 0,0 0-1 0 0,0 0 1 0 0,0 0 0 0 0,0 0-1 0 0,0 0 1 0 0,1 0-1 0 0,0 0 1 0 0,1 1 24 0 0,-1-1 1 0 0,0 1-1 0 0,0 0 1 0 0,0 0-1 0 0,0 1 0 0 0,0-1 1 0 0,0 0-1 0 0,0 1 1 0 0,0-1-1 0 0,-1 1 0 0 0,3 2 1 0 0,5 7 185 0 0,0 1 1 0 0,-1 0-1 0 0,8 16 0 0 0,-10-17-131 0 0,10 15-59 0 0,-2 1-1 0 0,-1 0 0 0 0,16 46 0 0 0,-27-63-111 0 0,1 0 0 0 0,-1 1 0 0 0,0-1 0 0 0,-1 1 0 0 0,-1 21 0 0 0,0-27 16 0 0,-1 1 0 0 0,0 0-1 0 0,0-1 1 0 0,0 0-1 0 0,-1 1 1 0 0,1-1-1 0 0,-1 0 1 0 0,-1 1 0 0 0,1-1-1 0 0,-1-1 1 0 0,0 1-1 0 0,-4 6 1 0 0,3-8 22 0 0,1 0 1 0 0,-1 0-1 0 0,0 0 0 0 0,0 0 1 0 0,0-1-1 0 0,0 0 0 0 0,0 1 1 0 0,-1-1-1 0 0,1-1 1 0 0,0 1-1 0 0,-1-1 0 0 0,0 0 1 0 0,1 0-1 0 0,-1 0 0 0 0,0 0 1 0 0,1-1-1 0 0,-1 0 1 0 0,0 0-1 0 0,-4-1 0 0 0,4 1-155 0 0,0-1-1 0 0,1 0 1 0 0,-1 0 0 0 0,0 0-1 0 0,1 0 1 0 0,-1-1-1 0 0,1 0 1 0 0,-8-4-1 0 0,10 5-316 0 0,0-1-1 0 0,-1 0 0 0 0,1 1 0 0 0,0-1 0 0 0,0 0 0 0 0,0 0 1 0 0,0-1-1 0 0,0 1 0 0 0,1 0 0 0 0,-1-1 0 0 0,1 1 0 0 0,-1-1 1 0 0,1 1-1 0 0,-2-6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1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53 5985 0 0,'4'-5'5101'0'0,"-4"5"-5024"0"0,1 0 269 0 0,0 1 0 0 0,0-1 0 0 0,0 1 1 0 0,-1 0-1 0 0,1 0 0 0 0,0-1 0 0 0,0 1 0 0 0,0 0 0 0 0,-1 0 1 0 0,1 0-1 0 0,0 0 0 0 0,-1 0 0 0 0,1 0 0 0 0,0 2 1 0 0,4 11 425 0 0,-1 0 1 0 0,4 27-1 0 0,9 32 384 0 0,-15-68-1135 0 0,0 1 0 0 0,0-1-1 0 0,0 0 1 0 0,1 0 0 0 0,0 0 0 0 0,0 0-1 0 0,0 0 1 0 0,1 0 0 0 0,-1-1 0 0 0,6 5 0 0 0,-9-9-22 0 0,0 1 1 0 0,1-1 0 0 0,-1 0-1 0 0,0 1 1 0 0,0-1-1 0 0,1 0 1 0 0,-1 0 0 0 0,0 1-1 0 0,1-1 1 0 0,-1 0 0 0 0,1 0-1 0 0,-1 0 1 0 0,0 1 0 0 0,1-1-1 0 0,-1 0 1 0 0,0 0 0 0 0,1 0-1 0 0,-1 0 1 0 0,1 0-1 0 0,-1 0 1 0 0,1 0 0 0 0,-1 0-1 0 0,0 0 1 0 0,1 0 0 0 0,-1 0-1 0 0,1 0 1 0 0,-1 0 0 0 0,0 0-1 0 0,1 0 1 0 0,-1 0 0 0 0,1 0-1 0 0,-1-1 1 0 0,0 1-1 0 0,2 0 1 0 0,4-17-70 0 0,-6-32-312 0 0,0 40 177 0 0,0-1 78 0 0,1 1-1 0 0,0-1 1 0 0,1 1 0 0 0,0 0-1 0 0,0 0 1 0 0,1 0-1 0 0,0 0 1 0 0,1 0 0 0 0,0 1-1 0 0,0-1 1 0 0,1 1 0 0 0,0 0-1 0 0,1 0 1 0 0,6-8-1 0 0,-8 12 176 0 0,0-1 0 0 0,0 1 0 0 0,1 0-1 0 0,-1 0 1 0 0,1 1 0 0 0,0-1-1 0 0,0 1 1 0 0,0 0 0 0 0,1 1 0 0 0,-1-1-1 0 0,1 1 1 0 0,-1 0 0 0 0,1 0-1 0 0,0 0 1 0 0,-1 1 0 0 0,1 0 0 0 0,0 0-1 0 0,0 1 1 0 0,0 0 0 0 0,0 0-1 0 0,0 0 1 0 0,0 1 0 0 0,8 1 0 0 0,-10-1 86 0 0,-1 0 1 0 0,1 1-1 0 0,-1-1 1 0 0,0 1-1 0 0,1 0 1 0 0,-1 0-1 0 0,0 0 1 0 0,0 1-1 0 0,0-1 1 0 0,0 1-1 0 0,-1-1 1 0 0,1 1-1 0 0,-1 0 1 0 0,1 0-1 0 0,-1 0 1 0 0,0 1 0 0 0,0-1-1 0 0,2 6 1 0 0,3 8 202 0 0,0 0 1 0 0,6 32 0 0 0,1-3-336 0 0,8 7-443 0 0,-11-32-5437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1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190 469 1840 0 0,'0'-1'58'0'0,"1"0"-1"0"0,-1 1 0 0 0,0-1 0 0 0,1 0 0 0 0,-1 0 0 0 0,0 0 1 0 0,1 1-1 0 0,-1-1 0 0 0,0 0 0 0 0,0 0 0 0 0,0 0 0 0 0,0 0 0 0 0,0 0 1 0 0,0 0-1 0 0,0 1 0 0 0,0-1 0 0 0,0 0 0 0 0,0 0 0 0 0,-1 0 1 0 0,1 0-1 0 0,0 1 0 0 0,-1-1 0 0 0,1 0 0 0 0,0 0 0 0 0,-1 0 1 0 0,1 1-1 0 0,-1-1 0 0 0,1 0 0 0 0,-1 1 0 0 0,0-2 0 0 0,-1 2 245 0 0,0-1 0 0 0,1 1-1 0 0,-1 0 1 0 0,0-1-1 0 0,0 1 1 0 0,1 0-1 0 0,-1 0 1 0 0,0 0 0 0 0,0 0-1 0 0,0 1 1 0 0,1-1-1 0 0,-1 0 1 0 0,0 1 0 0 0,0-1-1 0 0,-1 2 1 0 0,-5 1 371 0 0,0 1 0 0 0,1 0 0 0 0,0 0 1 0 0,0 0-1 0 0,0 1 0 0 0,1 0 0 0 0,-1 0 1 0 0,1 1-1 0 0,0 0 0 0 0,-5 7 0 0 0,-1 1 72 0 0,1 1 1 0 0,1 0-1 0 0,-13 25 0 0 0,19-32-660 0 0,1 1 1 0 0,0-1-1 0 0,0 1 1 0 0,1 0-1 0 0,0-1 1 0 0,1 1-1 0 0,-1 0 1 0 0,2 0-1 0 0,0 0 0 0 0,1 14 1 0 0,-1-21-100 0 0,0 1 0 0 0,0-1 0 0 0,1 1 0 0 0,-1-1 0 0 0,1 0 1 0 0,-1 1-1 0 0,1-1 0 0 0,0 0 0 0 0,0 1 0 0 0,0-1 0 0 0,1 0 0 0 0,-1 0 0 0 0,0 0 0 0 0,1 0 0 0 0,-1 0 1 0 0,1 0-1 0 0,0 0 0 0 0,0 0 0 0 0,0-1 0 0 0,0 1 0 0 0,0-1 0 0 0,0 1 0 0 0,0-1 0 0 0,0 0 0 0 0,0 0 0 0 0,1 0 1 0 0,-1 0-1 0 0,0 0 0 0 0,1-1 0 0 0,-1 1 0 0 0,1-1 0 0 0,-1 1 0 0 0,1-1 0 0 0,-1 0 0 0 0,1 0 0 0 0,-1 0 1 0 0,1 0-1 0 0,-1 0 0 0 0,1-1 0 0 0,-1 1 0 0 0,4-2 0 0 0,0 0-40 0 0,1 0 0 0 0,-1 0-1 0 0,0 0 1 0 0,0-1 0 0 0,0 0 0 0 0,0 0-1 0 0,-1-1 1 0 0,1 1 0 0 0,-1-1-1 0 0,0-1 1 0 0,0 1 0 0 0,0-1 0 0 0,6-8-1 0 0,4-6 2 0 0,0-2 1 0 0,14-29-1 0 0,13-17-130 0 0,-42 66 194 0 0,0 0 0 0 0,1 0 0 0 0,-1 0 1 0 0,1 1-1 0 0,-1-1 0 0 0,1 0 1 0 0,-1 0-1 0 0,1 0 0 0 0,0 1 0 0 0,-1-1 1 0 0,1 0-1 0 0,0 1 0 0 0,0-1 1 0 0,0 1-1 0 0,-1-1 0 0 0,1 1 1 0 0,0-1-1 0 0,0 1 0 0 0,0 0 0 0 0,0-1 1 0 0,0 1-1 0 0,0 0 0 0 0,0 0 1 0 0,0-1-1 0 0,0 1 0 0 0,0 0 0 0 0,0 0 1 0 0,-1 0-1 0 0,1 0 0 0 0,0 0 1 0 0,0 1-1 0 0,0-1 0 0 0,0 0 1 0 0,0 0-1 0 0,0 1 0 0 0,0-1 0 0 0,0 0 1 0 0,1 1-1 0 0,2 3 260 0 0,-1-1 0 0 0,0 1 0 0 0,1 0 0 0 0,-1 0 0 0 0,0 0 0 0 0,4 8 0 0 0,-6-9-184 0 0,1 0 1 0 0,0 0-1 0 0,-1 0 1 0 0,2 0-1 0 0,-1 0 1 0 0,0 0 0 0 0,1 0-1 0 0,-1-1 1 0 0,1 1-1 0 0,0-1 1 0 0,-1 0-1 0 0,5 3 1 0 0,-2-4-121 0 0,1-1 0 0 0,-1 1 0 0 0,0-1 0 0 0,0 0 0 0 0,0 0 0 0 0,0 0 1 0 0,0-1-1 0 0,0 0 0 0 0,0 0 0 0 0,0 0 0 0 0,0-1 0 0 0,0 0 0 0 0,0 1 0 0 0,-1-2 0 0 0,1 1 0 0 0,-1 0 0 0 0,1-1 1 0 0,-1 0-1 0 0,5-5 0 0 0,0 1-481 0 0,0-1 0 0 0,-1 0 0 0 0,0 0 0 0 0,0-1 0 0 0,-1 0 0 0 0,0-1 0 0 0,8-15 0 0 0,-5 4 138 0 0,-2 0 0 0 0,0-1 0 0 0,-1 0 1 0 0,-2 0-1 0 0,0 0 0 0 0,3-43 0 0 0,-6 23 1266 0 0,-1 0 0 0 0,-9-76-1 0 0,7 116-799 0 0,-8-47 1277 0 0,9 46-1181 0 0,-1 1 1 0 0,0-1-1 0 0,1 1 1 0 0,-1 0-1 0 0,0-1 1 0 0,0 1-1 0 0,0 0 1 0 0,-1 0 0 0 0,1 0-1 0 0,-1 0 1 0 0,1 0-1 0 0,-1 0 1 0 0,1 0-1 0 0,-1 0 1 0 0,0 1-1 0 0,-4-4 1 0 0,6 5-151 0 0,0 0 0 0 0,-1 0 0 0 0,1 0 0 0 0,0 0-1 0 0,-1 0 1 0 0,1 0 0 0 0,0-1 0 0 0,-1 1 0 0 0,1 0 0 0 0,0 0 0 0 0,-1 0 0 0 0,1 0 0 0 0,-1 0 0 0 0,1 0 0 0 0,0 0-1 0 0,-1 1 1 0 0,1-1 0 0 0,0 0 0 0 0,-1 0 0 0 0,1 0 0 0 0,0 0 0 0 0,-1 0 0 0 0,1 0 0 0 0,0 1 0 0 0,-1-1 0 0 0,1 0 0 0 0,0 0-1 0 0,-1 1 1 0 0,1-1 0 0 0,0 0 0 0 0,0 0 0 0 0,-1 1 0 0 0,1-1 0 0 0,0 1 0 0 0,-5 16 472 0 0,6 23-260 0 0,-1-37-147 0 0,3 31-40 0 0,2 0 0 0 0,2 0 0 0 0,1-1 0 0 0,14 39 0 0 0,60 123 495 0 0,-53-131-387 0 0,-2 0 1 0 0,27 100-1 0 0,-47-128-759 0 0,-1 0-1 0 0,-2 1 0 0 0,0 46 0 0 0,-5-44-7536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8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69 260 9674 0 0,'-14'1'814'0'0,"4"0"72"0"0,1-1-1 0 0,0 2 1 0 0,-17 3 0 0 0,58-1 2509 0 0,35-12-1772 0 0,-1-3-1 0 0,69-21 1 0 0,-20 5-1205 0 0,387-108 642 0 0,-427 113-1099 0 0,49-8 37 0 0,-110 27-45 0 0,1 1 1 0 0,0 1 0 0 0,0 0-1 0 0,0 1 1 0 0,0 1 0 0 0,21 3-1 0 0,-20 1-1597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8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5 7370 0 0,'-15'-4'516'0'0,"-6"11"7365"0"0,20-7-7592 0 0,1 1-1 0 0,-1 0 1 0 0,1-1-1 0 0,0 1 1 0 0,-1 0-1 0 0,1 0 0 0 0,0-1 1 0 0,0 1-1 0 0,0 0 1 0 0,-1 0-1 0 0,1 0 1 0 0,1 17 573 0 0,20 72 1278 0 0,-12-55-1764 0 0,8 54 1 0 0,-12 177 294 0 0,-8-191-522 0 0,4 0-1 0 0,13 91 1 0 0,-11-149-201 0 0,1 1 0 0 0,1-1-1 0 0,0 0 1 0 0,2 0 0 0 0,9 19 0 0 0,11 11-6522 0 0,-8-19-822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49.7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113 382 7834 0 0,'-5'2'169'0'0,"-24"15"959"0"0,29-16-1023 0 0,0-1-1 0 0,-1 0 0 0 0,1 0 0 0 0,-1 1 0 0 0,1-1 0 0 0,0 1 0 0 0,-1-1 0 0 0,1 0 0 0 0,0 1 0 0 0,-1-1 0 0 0,1 1 0 0 0,0-1 0 0 0,-1 1 0 0 0,1-1 0 0 0,0 1 0 0 0,0-1 0 0 0,0 1 0 0 0,0-1 0 0 0,-1 1 0 0 0,1-1 0 0 0,0 1 0 0 0,0-1 0 0 0,0 1 0 0 0,0-1 0 0 0,0 1 0 0 0,0-1 0 0 0,0 1 0 0 0,0-1 0 0 0,1 1 0 0 0,-1-1 0 0 0,0 1 0 0 0,0-1 0 0 0,0 1 0 0 0,0-1 0 0 0,1 1 0 0 0,-1-1 0 0 0,0 1 0 0 0,1-1 0 0 0,-1 1 0 0 0,0-1 0 0 0,1 0 0 0 0,-1 1 0 0 0,0-1 0 0 0,1 0 0 0 0,-1 1 0 0 0,1-1 0 0 0,-1 0 0 0 0,0 1 0 0 0,1-1 0 0 0,-1 0 0 0 0,2 1 0 0 0,0-1 168 0 0,0 1 0 0 0,-1-1-1 0 0,1 1 1 0 0,0-1 0 0 0,0 0-1 0 0,0 0 1 0 0,0 0 0 0 0,0 0-1 0 0,0 0 1 0 0,0 0-1 0 0,0-1 1 0 0,0 1 0 0 0,0-1-1 0 0,0 1 1 0 0,-1-1 0 0 0,1 1-1 0 0,0-1 1 0 0,0 0 0 0 0,-1 0-1 0 0,1 0 1 0 0,0 0-1 0 0,-1 0 1 0 0,1-1 0 0 0,-1 1-1 0 0,3-2 1 0 0,36-39 780 0 0,-39 41-1009 0 0,9-12-14 0 0,0 0-1 0 0,-1 0 1 0 0,-1-1-1 0 0,0 0 1 0 0,-1 0-1 0 0,8-23 1 0 0,-12 30-29 0 0,-1 1 0 0 0,0-1 1 0 0,-1 1-1 0 0,1-1 0 0 0,-1 0 1 0 0,-1 1-1 0 0,1-1 0 0 0,-1 0 1 0 0,-1 0-1 0 0,1 0 0 0 0,-1 1 1 0 0,0-1-1 0 0,-1 0 0 0 0,1 1 1 0 0,-1-1-1 0 0,-1 1 0 0 0,-4-12 1 0 0,3 13-78 0 0,0 0 0 0 0,-1 0 0 0 0,1 1 0 0 0,-1-1 0 0 0,1 1 1 0 0,-1 0-1 0 0,-1 1 0 0 0,1-1 0 0 0,0 1 0 0 0,-1 0 0 0 0,0 0 1 0 0,0 0-1 0 0,0 1 0 0 0,0 0 0 0 0,0 0 0 0 0,0 1 1 0 0,0 0-1 0 0,-1 0 0 0 0,1 0 0 0 0,-9 1 0 0 0,10-1-64 0 0,1 1 1 0 0,0 0-1 0 0,0 0 0 0 0,-1 1 0 0 0,1-1 0 0 0,0 1 0 0 0,0 0 1 0 0,0 0-1 0 0,0 1 0 0 0,0-1 0 0 0,0 1 0 0 0,0 0 1 0 0,0 0-1 0 0,0 0 0 0 0,1 0 0 0 0,-1 1 0 0 0,1-1 1 0 0,0 1-1 0 0,0 0 0 0 0,0 0 0 0 0,0 0 0 0 0,0 0 0 0 0,1 1 1 0 0,-1-1-1 0 0,1 1 0 0 0,0 0 0 0 0,0-1 0 0 0,0 1 1 0 0,0 0-1 0 0,-1 7 0 0 0,1-3 124 0 0,1-1 0 0 0,0 0-1 0 0,1 1 1 0 0,-1-1 0 0 0,1 0 0 0 0,1 1 0 0 0,-1-1 0 0 0,1 0-1 0 0,1 1 1 0 0,-1-1 0 0 0,1 0 0 0 0,0 0 0 0 0,1 0-1 0 0,0 0 1 0 0,0-1 0 0 0,0 1 0 0 0,1-1 0 0 0,0 1 0 0 0,0-1-1 0 0,7 7 1 0 0,-3-5 191 0 0,1 0 0 0 0,0 0-1 0 0,0-1 1 0 0,1 0 0 0 0,0 0 0 0 0,1-1-1 0 0,-1-1 1 0 0,1 0 0 0 0,0 0 0 0 0,0-1 0 0 0,22 5-1 0 0,-12-3 0 0 0,1-2-1 0 0,0-1 1 0 0,0-1 0 0 0,0 0-1 0 0,0-2 1 0 0,38-4-1 0 0,-51 3-169 0 0,-1 0-1 0 0,1-1 0 0 0,-1 0 1 0 0,1-1-1 0 0,-1 0 0 0 0,0 0 1 0 0,0-1-1 0 0,0 0 0 0 0,-1 0 1 0 0,1-1-1 0 0,-1 0 0 0 0,0 0 1 0 0,-1-1-1 0 0,1 0 1 0 0,-1 0-1 0 0,0 0 0 0 0,0-1 1 0 0,-1 0-1 0 0,8-13 0 0 0,1-9-43 0 0,21-60 0 0 0,5-14 711 0 0,-39 101-627 0 0,0 0 0 0 0,0 1-1 0 0,-1-1 1 0 0,1 0 0 0 0,0 1-1 0 0,0-1 1 0 0,0 1-1 0 0,1-1 1 0 0,-1 1 0 0 0,0 0-1 0 0,1-1 1 0 0,-1 1 0 0 0,0 0-1 0 0,1 0 1 0 0,0 0 0 0 0,-1 0-1 0 0,1 0 1 0 0,-1 0-1 0 0,1 1 1 0 0,0-1 0 0 0,2 0-1 0 0,-2 1-6 0 0,0 0 0 0 0,0 0 0 0 0,0 1 0 0 0,0-1 0 0 0,-1 0 0 0 0,1 1 0 0 0,0-1 0 0 0,0 1 0 0 0,0 0 0 0 0,-1 0 0 0 0,1 0 0 0 0,0 0 0 0 0,-1 0 0 0 0,1 0-1 0 0,-1 0 1 0 0,3 3 0 0 0,3 3 32 0 0,-1 0-1 0 0,0 0 1 0 0,0 0-1 0 0,-1 1 1 0 0,0 0-1 0 0,-1 1 0 0 0,4 8 1 0 0,18 60 10 0 0,-21-58-55 0 0,1-1 0 0 0,0 0 0 0 0,1 0 0 0 0,1-1 0 0 0,17 28 0 0 0,-24-45-23 0 0,-1 1 0 0 0,0-1 0 0 0,0 0 0 0 0,1 1 0 0 0,-1-1 0 0 0,0 0 0 0 0,1 1 0 0 0,-1-1 0 0 0,1 0 0 0 0,-1 0 0 0 0,0 1 0 0 0,1-1 0 0 0,-1 0 0 0 0,1 0 0 0 0,-1 0 0 0 0,0 0 0 0 0,1 0 0 0 0,-1 1 0 0 0,1-1 0 0 0,-1 0 0 0 0,1 0 0 0 0,-1 0 0 0 0,1 0 0 0 0,-1 0 0 0 0,1 0 0 0 0,-1 0 0 0 0,1-1 0 0 0,-1 1 0 0 0,0 0 0 0 0,1 0 0 0 0,-1 0 0 0 0,1 0 0 0 0,-1-1 0 0 0,1 1 0 0 0,-1 0 0 0 0,0 0 0 0 0,1-1 0 0 0,-1 1 0 0 0,0 0 0 0 0,1 0 0 0 0,-1-1 0 0 0,0 1 0 0 0,1 0 0 0 0,-1-1 0 0 0,0 1 0 0 0,0-1 0 0 0,1 1 0 0 0,-1 0 0 0 0,0-1 0 0 0,0 1 0 0 0,0-1 0 0 0,0 1 0 0 0,1-1 0 0 0,-1 1 0 0 0,0-1 0 0 0,14-36 0 0 0,-9 26 0 0 0,10-27-6 0 0,-6 15-2 0 0,0 0 1 0 0,2 0-1 0 0,0 1 0 0 0,1 0 0 0 0,2 1 1 0 0,26-33-1 0 0,-38 53 26 0 0,-1 0 0 0 0,1 0 0 0 0,0 0 0 0 0,-1 1 0 0 0,1-1 0 0 0,0 1 1 0 0,-1-1-1 0 0,1 1 0 0 0,0-1 0 0 0,0 1 0 0 0,-1 0 0 0 0,1 0 0 0 0,0 0 0 0 0,0 0 0 0 0,0 0 1 0 0,-1 0-1 0 0,1 1 0 0 0,0-1 0 0 0,0 0 0 0 0,-1 1 0 0 0,1 0 0 0 0,0-1 0 0 0,-1 1 0 0 0,1 0 1 0 0,-1 0-1 0 0,1 0 0 0 0,-1 0 0 0 0,1 0 0 0 0,-1 0 0 0 0,2 2 0 0 0,5 3 42 0 0,0 0 0 0 0,-1 0 0 0 0,0 1-1 0 0,7 9 1 0 0,-1 3-41 0 0,0 1-1 0 0,-1 0 1 0 0,-2 1-1 0 0,16 39 1 0 0,-6-11 24 0 0,-20-48-43 0 0,0-1 0 0 0,0 1 0 0 0,0-1 0 0 0,1 0 0 0 0,-1 1 0 0 0,0-1 0 0 0,0 1 0 0 0,0-1 0 0 0,1 1 0 0 0,-1-1 0 0 0,0 0 0 0 0,1 1 0 0 0,-1-1 0 0 0,0 1 0 0 0,1-1 0 0 0,-1 0 0 0 0,0 0 0 0 0,1 1-1 0 0,-1-1 1 0 0,1 0 0 0 0,-1 0 0 0 0,0 1 0 0 0,1-1 0 0 0,-1 0 0 0 0,1 0 0 0 0,-1 0 0 0 0,1 0 0 0 0,-1 1 0 0 0,1-1 0 0 0,-1 0 0 0 0,1 0 0 0 0,0 0 0 0 0,12-13 2 0 0,9-34-7 0 0,-17 37-4 0 0,10-24-36 0 0,32-65-260 0 0,-41 88 276 0 0,1 1-1 0 0,0-1 1 0 0,1 1 0 0 0,0 0 0 0 0,0 1-1 0 0,13-12 1 0 0,-20 21 32 0 0,0-1 0 0 0,1 0 0 0 0,-1 1 0 0 0,0-1 0 0 0,0 1 1 0 0,0-1-1 0 0,0 1 0 0 0,1 0 0 0 0,-1-1 0 0 0,0 1 0 0 0,0 0 0 0 0,1 0 0 0 0,-1 0 0 0 0,0 0 1 0 0,0 0-1 0 0,1 0 0 0 0,-1 0 0 0 0,0 0 0 0 0,0 1 0 0 0,0-1 0 0 0,1 0 0 0 0,-1 1 0 0 0,0-1 0 0 0,0 1 1 0 0,0 0-1 0 0,0-1 0 0 0,0 1 0 0 0,0 0 0 0 0,0-1 0 0 0,0 1 0 0 0,0 0 0 0 0,0 0 0 0 0,0 0 1 0 0,0 0-1 0 0,0 0 0 0 0,-1 0 0 0 0,2 1 0 0 0,5 7 39 0 0,-1 1 0 0 0,0 0 0 0 0,6 12-1 0 0,-5-10-22 0 0,2 3-419 0 0,0-2-1 0 0,1 1 1 0 0,0-1 0 0 0,21 20-1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0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1 456 0 0,'13'14'7131'0'0,"7"21"-1513"0"0,-4 2-1581 0 0,22 75 0 0 0,-21-43-3234 0 0,10 97 0 0 0,-22-118-846 0 0,7 44-308 0 0,5-34-2843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0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63 10138 0 0,'0'-1'59'0'0,"-1"0"1"0"0,1 0-1 0 0,-1-1 0 0 0,1 1 1 0 0,-1 0-1 0 0,1 0 0 0 0,0 0 1 0 0,-1-1-1 0 0,1 1 0 0 0,0 0 1 0 0,0 0-1 0 0,0-1 0 0 0,0 1 1 0 0,0 0-1 0 0,0 0 0 0 0,0 0 1 0 0,1-1-1 0 0,-1 1 0 0 0,0 0 1 0 0,1 0-1 0 0,-1 0 0 0 0,1-1 1 0 0,-1 1-1 0 0,1 0 0 0 0,0 0 1 0 0,0-1-1 0 0,1 0 164 0 0,1 0 0 0 0,-1 0 1 0 0,0 0-1 0 0,1 0 0 0 0,-1 0 0 0 0,1 1 0 0 0,0-1 1 0 0,0 1-1 0 0,-1 0 0 0 0,6-2 0 0 0,1 1 469 0 0,0 0 0 0 0,0 0 0 0 0,0 0 0 0 0,0 1 0 0 0,0 1 0 0 0,17 0 0 0 0,-20 1-582 0 0,0 0-1 0 0,-1 1 1 0 0,1-1 0 0 0,-1 1 0 0 0,1 0 0 0 0,-1 0 0 0 0,1 1 0 0 0,-1 0 0 0 0,0 0-1 0 0,0 0 1 0 0,-1 0 0 0 0,1 1 0 0 0,-1 0 0 0 0,1 0 0 0 0,-1 0 0 0 0,0 0-1 0 0,-1 1 1 0 0,1 0 0 0 0,-1 0 0 0 0,4 6 0 0 0,-5-6-36 0 0,0-1-1 0 0,0 1 1 0 0,-1 0 0 0 0,1 0 0 0 0,-1 0 0 0 0,0 0-1 0 0,-1 0 1 0 0,1 0 0 0 0,-1 1 0 0 0,0-1 0 0 0,0 0-1 0 0,-1 0 1 0 0,1 0 0 0 0,-1 0 0 0 0,0 0 0 0 0,-1 0-1 0 0,1 0 1 0 0,-1 0 0 0 0,0 0 0 0 0,0-1 0 0 0,-1 1-1 0 0,1-1 1 0 0,-4 5 0 0 0,-1 1-258 0 0,-1-1 0 0 0,1 0 0 0 0,-1 0 0 0 0,-1-1 1 0 0,0-1-1 0 0,0 1 0 0 0,0-1 0 0 0,-1-1 0 0 0,0 1 0 0 0,0-2 0 0 0,-1 0 1 0 0,0 0-1 0 0,0-1 0 0 0,-15 5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0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0 289 12443 0 0,'24'-10'877'0'0,"-1"-1"0"0"0,-1-2 0 0 0,0 0 0 0 0,22-18 0 0 0,-31 20-534 0 0,0 0 0 0 0,-1 0 1 0 0,0-1-1 0 0,-1-1 1 0 0,0 0-1 0 0,-1 0 0 0 0,10-19 1 0 0,-18 29-330 0 0,-1 0 1 0 0,1 0-1 0 0,-1-1 0 0 0,1 1 0 0 0,-1-1 1 0 0,-1 1-1 0 0,1-1 0 0 0,0 1 1 0 0,-1-1-1 0 0,1 1 0 0 0,-1-1 1 0 0,0 1-1 0 0,0-1 0 0 0,-1 0 1 0 0,1 1-1 0 0,-1-1 0 0 0,0 1 1 0 0,-2-7-1 0 0,2 9 8 0 0,0-1-1 0 0,0 0 1 0 0,0 1-1 0 0,0-1 1 0 0,-1 1-1 0 0,1 0 1 0 0,-1-1-1 0 0,1 1 1 0 0,-1 0-1 0 0,1 0 1 0 0,-1 0-1 0 0,0 0 1 0 0,1 0-1 0 0,-1 0 1 0 0,0 0-1 0 0,0 1 1 0 0,0-1-1 0 0,1 1 1 0 0,-1-1-1 0 0,0 1 1 0 0,0 0-1 0 0,0-1 1 0 0,0 1 0 0 0,0 0-1 0 0,0 0 1 0 0,0 1-1 0 0,0-1 1 0 0,0 0-1 0 0,0 1 1 0 0,0-1-1 0 0,0 1 1 0 0,1 0-1 0 0,-1-1 1 0 0,0 1-1 0 0,-1 1 1 0 0,-3 0 47 0 0,1 0 0 0 0,0 1 0 0 0,1 0-1 0 0,-1 0 1 0 0,0 0 0 0 0,1 0 0 0 0,0 1 0 0 0,0-1 0 0 0,0 1 0 0 0,0 0 0 0 0,0 0 0 0 0,1 1 0 0 0,0-1 0 0 0,-4 7 0 0 0,3-3-23 0 0,0 1 0 0 0,0-1 0 0 0,1 1 0 0 0,1 0 0 0 0,-1 0 0 0 0,2 0 0 0 0,-1 0 0 0 0,0 12 0 0 0,2-9 8 0 0,0 1 1 0 0,0 0 0 0 0,1 0-1 0 0,1-1 1 0 0,0 1 0 0 0,1-1 0 0 0,0 1-1 0 0,1-1 1 0 0,0 0 0 0 0,1 0-1 0 0,0-1 1 0 0,12 20 0 0 0,-10-23-154 0 0,1-1 0 0 0,0 1 0 0 0,0-1 0 0 0,0-1 1 0 0,1 0-1 0 0,0 0 0 0 0,0 0 0 0 0,1-1 0 0 0,-1-1 0 0 0,1 0 0 0 0,0 0 1 0 0,0-1-1 0 0,1 0 0 0 0,-1 0 0 0 0,20 1 0 0 0,-6-2-7505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1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0 215 3681 0 0,'0'0'82'0'0,"0"-1"0"0"0,0 1 0 0 0,0-1 0 0 0,0 1-1 0 0,0-1 1 0 0,0 1 0 0 0,0 0 0 0 0,0-1 0 0 0,1 1 0 0 0,-1-1 0 0 0,0 1 0 0 0,0 0 0 0 0,0-1 0 0 0,0 1 0 0 0,1 0 0 0 0,-1-1 0 0 0,0 1 0 0 0,0-1 0 0 0,1 1 0 0 0,-1 0 0 0 0,0 0-1 0 0,1-1 1 0 0,-1 1 0 0 0,0 0 0 0 0,1 0 0 0 0,-1-1 0 0 0,0 1 0 0 0,1 0 0 0 0,-1 0 0 0 0,1 0 0 0 0,-1 0 0 0 0,0-1 0 0 0,1 1 0 0 0,0 0 0 0 0,18 3 2410 0 0,18 13 1060 0 0,-22-6-2100 0 0,0 2-1 0 0,-1-1 0 0 0,0 2 0 0 0,-1 0 0 0 0,15 19 1 0 0,-28-32-1298 0 0,-9-12 283 0 0,0 1 0 0 0,1-2 0 0 0,0 1 0 0 0,-9-21 0 0 0,14 23-400 0 0,0 0 1 0 0,1 0-1 0 0,0 0 1 0 0,0 0 0 0 0,1 0-1 0 0,0 0 1 0 0,1-1-1 0 0,0 1 1 0 0,1 0 0 0 0,2-12-1 0 0,-2 16-307 0 0,1 0-1 0 0,0-1 1 0 0,0 1-1 0 0,0 0 1 0 0,0 1-1 0 0,1-1 1 0 0,0 0-1 0 0,0 1 1 0 0,1 0-1 0 0,0-1 1 0 0,0 1-1 0 0,0 1 1 0 0,0-1-1 0 0,1 1 1 0 0,0-1-1 0 0,-1 1 1 0 0,10-5-1 0 0,4 0-6750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1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272 6 1840 0 0,'-10'-2'753'0'0,"-1"0"0"0"0,1 1-1 0 0,-1 0 1 0 0,1 1 0 0 0,-1 0-1 0 0,0 1 1 0 0,1 0-1 0 0,-1 1 1 0 0,1 0 0 0 0,0 0-1 0 0,-17 7 1 0 0,20-6-191 0 0,-1 0-1 0 0,1 0 1 0 0,0 1-1 0 0,0 0 1 0 0,0 0 0 0 0,1 1-1 0 0,-1 0 1 0 0,1 0-1 0 0,0 0 1 0 0,0 1 0 0 0,1 0-1 0 0,0 0 1 0 0,0 1-1 0 0,0-1 1 0 0,-6 14 0 0 0,6-10-289 0 0,1 1 0 0 0,0 0 0 0 0,1 0 0 0 0,1 0 0 0 0,-1 0 0 0 0,0 18 0 0 0,3-27-258 0 0,-1 0-1 0 0,1 0 1 0 0,0 0 0 0 0,0 0 0 0 0,0 0-1 0 0,1 0 1 0 0,-1 0 0 0 0,0-1 0 0 0,1 1 0 0 0,-1 0-1 0 0,1 0 1 0 0,0 0 0 0 0,-1 0 0 0 0,1-1-1 0 0,0 1 1 0 0,0 0 0 0 0,0-1 0 0 0,0 1 0 0 0,1-1-1 0 0,-1 1 1 0 0,0-1 0 0 0,1 0 0 0 0,-1 1-1 0 0,1-1 1 0 0,-1 0 0 0 0,1 0 0 0 0,-1 0 0 0 0,1 0-1 0 0,0 0 1 0 0,0 0 0 0 0,-1-1 0 0 0,1 1 0 0 0,0 0-1 0 0,0-1 1 0 0,0 0 0 0 0,0 1 0 0 0,0-1-1 0 0,0 0 1 0 0,-1 0 0 0 0,1 0 0 0 0,0 0 0 0 0,0 0-1 0 0,0-1 1 0 0,0 1 0 0 0,0 0 0 0 0,3-2-1 0 0,0 1-13 0 0,-1 0 1 0 0,1-1-1 0 0,0 1 0 0 0,-1-1 0 0 0,0 0 0 0 0,1 0 0 0 0,-1-1 0 0 0,0 1 0 0 0,0-1 0 0 0,0 0 0 0 0,0 0 0 0 0,-1 0 0 0 0,1 0 0 0 0,-1-1 0 0 0,4-4 0 0 0,2-5-8 0 0,0-1 0 0 0,-1 0 0 0 0,8-18 0 0 0,-9 17 14 0 0,0 1 1 0 0,16-23-1 0 0,-23 37 7 0 0,1-1-1 0 0,-1 0 0 0 0,0 1 1 0 0,1-1-1 0 0,-1 1 1 0 0,1-1-1 0 0,-1 1 1 0 0,1 0-1 0 0,-1-1 0 0 0,1 1 1 0 0,-1-1-1 0 0,1 1 1 0 0,-1 0-1 0 0,1 0 1 0 0,-1-1-1 0 0,1 1 0 0 0,0 0 1 0 0,-1 0-1 0 0,1-1 1 0 0,0 1-1 0 0,-1 0 1 0 0,1 0-1 0 0,0 0 0 0 0,-1 0 1 0 0,1 0-1 0 0,-1 0 1 0 0,1 0-1 0 0,0 0 1 0 0,-1 0-1 0 0,2 1 0 0 0,-1 0 9 0 0,1 0 0 0 0,-1 0-1 0 0,1 0 1 0 0,-1 0-1 0 0,0 0 1 0 0,0 0-1 0 0,1 0 1 0 0,-1 1 0 0 0,0-1-1 0 0,0 0 1 0 0,1 3-1 0 0,20 46 375 0 0,-21-46-312 0 0,2 5-43 0 0,1 3 31 0 0,1 0-1 0 0,0 0 1 0 0,0 0 0 0 0,1-1 0 0 0,8 11-1 0 0,-12-19-124 0 0,1 0 0 0 0,-1 0-1 0 0,1-1 1 0 0,0 1 0 0 0,-1-1 0 0 0,1 1-1 0 0,0-1 1 0 0,0 0 0 0 0,1 0 0 0 0,-1-1-1 0 0,0 1 1 0 0,1-1 0 0 0,-1 1 0 0 0,1-1 0 0 0,-1 0-1 0 0,1 0 1 0 0,0-1 0 0 0,-1 1 0 0 0,1-1-1 0 0,0 0 1 0 0,-1 0 0 0 0,6 0 0 0 0,10-3-1879 0 0,0-1-5649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1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20 9674 0 0,'-1'0'134'0'0,"1"-1"-1"0"0,-1 0 1 0 0,1 0 0 0 0,0 0 0 0 0,-1 0-1 0 0,1 0 1 0 0,0 0 0 0 0,0 0-1 0 0,-1 0 1 0 0,1 0 0 0 0,0 1 0 0 0,0-1-1 0 0,0 0 1 0 0,0 0 0 0 0,0 0-1 0 0,0 0 1 0 0,1 0 0 0 0,-1 0-1 0 0,0-2 1 0 0,12 18 3743 0 0,14 32 42 0 0,4 27-2785 0 0,-4 0 0 0 0,18 79-1 0 0,35 100-1394 0 0,-64-218 119 0 0,-2-3-1831 0 0,-5-11-2598 0 0,2 5-2561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1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75 10594 0 0,'0'-1'33'0'0,"0"0"0"0"0,0 1 0 0 0,-1-1 0 0 0,1 0 0 0 0,0 1 0 0 0,0-1 0 0 0,0 0 0 0 0,0 1 0 0 0,0-1 0 0 0,1 0 0 0 0,-1 1 1 0 0,0-1-1 0 0,0 0 0 0 0,0 1 0 0 0,0-1 0 0 0,1 0 0 0 0,-1 1 0 0 0,0-1 0 0 0,1 1 0 0 0,-1-1 0 0 0,0 1 0 0 0,1-1 0 0 0,-1 1 0 0 0,1-1 0 0 0,-1 1 0 0 0,1-1 0 0 0,-1 1 0 0 0,1-1 0 0 0,-1 1 0 0 0,1 0 0 0 0,0-1 0 0 0,-1 1 0 0 0,1 0 0 0 0,-1-1 0 0 0,1 1 0 0 0,0 0 0 0 0,-1 0 0 0 0,1 0 0 0 0,0 0 0 0 0,-1 0 0 0 0,2 0 0 0 0,37-12 189 0 0,-30 10-14 0 0,41-11 319 0 0,0 3 0 0 0,96-8 0 0 0,22 19-7520 0 0,-96 3 4247 0 0,-40-1 2566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2.2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13251 0 0,'-14'10'4223'0'0,"11"-4"-3937"0"0,1 1-1 0 0,0-1 0 0 0,0 1 0 0 0,0 0 0 0 0,1-1 1 0 0,0 1-1 0 0,0 0 0 0 0,1 0 0 0 0,-1 0 0 0 0,2 0 1 0 0,0 9-1 0 0,2 9 1045 0 0,12 43 0 0 0,-13-59-1336 0 0,1-1 1 0 0,0 0-1 0 0,0 0 1 0 0,1 0-1 0 0,0 0 1 0 0,1-1-1 0 0,-1 1 1 0 0,1-1-1 0 0,1 0 1 0 0,-1 0-1 0 0,1-1 1 0 0,14 12-1 0 0,-17-16 3 0 0,1 1 1 0 0,0-1-1 0 0,0 1 0 0 0,0-1 1 0 0,1 0-1 0 0,-1-1 0 0 0,0 1 1 0 0,1-1-1 0 0,-1 0 0 0 0,1 0 1 0 0,0 0-1 0 0,-1-1 0 0 0,1 1 1 0 0,-1-1-1 0 0,1 0 0 0 0,0-1 1 0 0,-1 1-1 0 0,1-1 0 0 0,0 0 1 0 0,-1 0-1 0 0,0 0 0 0 0,1-1 1 0 0,-1 1-1 0 0,0-1 0 0 0,1 0 1 0 0,3-3-1 0 0,-2 2-10 0 0,0-1 0 0 0,-1-1 0 0 0,1 1 0 0 0,-1-1-1 0 0,0 0 1 0 0,0 0 0 0 0,0 0 0 0 0,-1-1 0 0 0,0 1 0 0 0,0-1 0 0 0,6-13 0 0 0,0-2-42 0 0,-2-1 0 0 0,7-30 0 0 0,-9 29-24 0 0,1 2-1 0 0,13-29 1 0 0,-20 49 83 0 0,0 0 1 0 0,1 0-1 0 0,-1 0 0 0 0,0 1 0 0 0,1-1 1 0 0,-1 0-1 0 0,1 0 0 0 0,-1 0 1 0 0,1 1-1 0 0,-1-1 0 0 0,1 0 1 0 0,0 1-1 0 0,-1-1 0 0 0,1 1 1 0 0,0-1-1 0 0,-1 0 0 0 0,1 1 1 0 0,0 0-1 0 0,1-1 0 0 0,-2 1 3 0 0,1 0 1 0 0,-1 0-1 0 0,0 1 0 0 0,1-1 0 0 0,-1 0 0 0 0,0 1 1 0 0,1-1-1 0 0,-1 1 0 0 0,0-1 0 0 0,1 0 0 0 0,-1 1 1 0 0,0-1-1 0 0,0 1 0 0 0,1-1 0 0 0,-1 1 0 0 0,0-1 1 0 0,0 1-1 0 0,0-1 0 0 0,0 1 0 0 0,0-1 0 0 0,1 1 0 0 0,-1-1 1 0 0,0 1-1 0 0,2 44 506 0 0,-2-37-333 0 0,1 0-301 0 0,0 0-1 0 0,0-1 1 0 0,1 1-1 0 0,1-1 1 0 0,-1 1-1 0 0,1-1 1 0 0,0 0 0 0 0,1 0-1 0 0,0 0 1 0 0,0 0-1 0 0,0-1 1 0 0,1 0-1 0 0,0 0 1 0 0,0 0 0 0 0,0 0-1 0 0,1-1 1 0 0,11 9-1 0 0,1 1-7646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2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9674 0 0,'11'1'629'0'0,"-1"0"0"0"0,1 1-1 0 0,-1 0 1 0 0,0 1 0 0 0,0 0-1 0 0,0 0 1 0 0,0 1 0 0 0,-1 1 0 0 0,17 9-1 0 0,-7-2 665 0 0,-1 1-1 0 0,0 0 1 0 0,25 26-1 0 0,-36-31-1037 0 0,0 0-1 0 0,-1 0 1 0 0,0 0 0 0 0,0 1-1 0 0,-1 0 1 0 0,5 13-1 0 0,-9-19-208 0 0,0 0 1 0 0,0-1-1 0 0,0 1 0 0 0,0 0 0 0 0,-1 0 0 0 0,1 0 0 0 0,-1 0 0 0 0,0 0 0 0 0,0 0 1 0 0,0 0-1 0 0,-1 5 0 0 0,1-6-23 0 0,-1-1 1 0 0,1 1-1 0 0,-1-1 1 0 0,0 0-1 0 0,1 0 1 0 0,-1 1-1 0 0,0-1 0 0 0,0 0 1 0 0,0 0-1 0 0,0 0 1 0 0,0 0-1 0 0,0 0 1 0 0,0 0-1 0 0,0 0 1 0 0,-1 0-1 0 0,1 0 1 0 0,0 0-1 0 0,0-1 0 0 0,-1 1 1 0 0,1 0-1 0 0,0-1 1 0 0,-1 1-1 0 0,1-1 1 0 0,-3 1-1 0 0,1-1-8 0 0,1 0 0 0 0,-1 0 0 0 0,0 0 0 0 0,1 0 1 0 0,-1-1-1 0 0,1 1 0 0 0,-1-1 0 0 0,1 1 0 0 0,-1-1 0 0 0,1 0 0 0 0,-1 0 0 0 0,1 0 0 0 0,0 0 0 0 0,0 0 0 0 0,-1-1 0 0 0,1 1 0 0 0,0-1 1 0 0,0 1-1 0 0,0-1 0 0 0,0 0 0 0 0,1 0 0 0 0,-1 0 0 0 0,0 0 0 0 0,1 0 0 0 0,-2-3 0 0 0,-2-2 28 0 0,1 0-1 0 0,0 0 0 0 0,0-1 0 0 0,1 0 1 0 0,-1 0-1 0 0,-2-11 0 0 0,4 6-577 0 0,0 1 0 0 0,0-1-1 0 0,1-25 1 0 0,2 26-865 0 0,0-1-1 0 0,0 0 1 0 0,8-23-1 0 0,-1 10-5915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2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1 254 13419 0 0,'2'0'83'0'0,"-1"0"1"0"0,1 0-1 0 0,0 0 1 0 0,0 0-1 0 0,0 0 1 0 0,-1 0-1 0 0,1 0 1 0 0,0 0-1 0 0,0-1 1 0 0,-1 1-1 0 0,1 0 1 0 0,0-1 0 0 0,-1 0-1 0 0,1 1 1 0 0,0-1-1 0 0,-1 0 1 0 0,1 0-1 0 0,2-2 1 0 0,0 0 45 0 0,0-1 0 0 0,0 0 0 0 0,-1 0 0 0 0,1 0 1 0 0,-1 0-1 0 0,4-7 0 0 0,1-1 196 0 0,-2-2 1 0 0,1 1-1 0 0,8-28 1 0 0,-1-19 386 0 0,-13 55-652 0 0,-1-1 1 0 0,1 1-1 0 0,-1-1 1 0 0,0 1-1 0 0,0-1 1 0 0,0 1-1 0 0,-1-1 0 0 0,-3-10 1 0 0,4 16-58 0 0,0-1 0 0 0,0 1-1 0 0,0-1 1 0 0,0 1 0 0 0,0-1 0 0 0,0 1 0 0 0,-1-1-1 0 0,1 1 1 0 0,0-1 0 0 0,0 1 0 0 0,-1 0 0 0 0,1-1-1 0 0,0 1 1 0 0,-1-1 0 0 0,1 1 0 0 0,0 0 0 0 0,-1-1 0 0 0,1 1-1 0 0,-1 0 1 0 0,1-1 0 0 0,0 1 0 0 0,-1 0 0 0 0,1 0-1 0 0,-1-1 1 0 0,1 1 0 0 0,-1 0 0 0 0,1 0 0 0 0,-1 0-1 0 0,1 0 1 0 0,-1-1 0 0 0,1 1 0 0 0,-1 0 0 0 0,1 0-1 0 0,-1 0 1 0 0,0 0 0 0 0,-16 14 235 0 0,-7 25 252 0 0,20-32-348 0 0,1 1-1 0 0,0 0 1 0 0,1 0-1 0 0,0 0 1 0 0,0 0-1 0 0,0 0 0 0 0,1 1 1 0 0,0-1-1 0 0,1 0 1 0 0,0 1-1 0 0,2 12 0 0 0,-2-16-102 0 0,1 0 0 0 0,1-1 0 0 0,-1 1 0 0 0,1 0-1 0 0,-1-1 1 0 0,1 1 0 0 0,1-1 0 0 0,-1 1-1 0 0,1-1 1 0 0,-1 0 0 0 0,1 0 0 0 0,0 0-1 0 0,1-1 1 0 0,-1 1 0 0 0,1-1 0 0 0,-1 1 0 0 0,1-1-1 0 0,0 0 1 0 0,0-1 0 0 0,9 5 0 0 0,9 3-251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0:52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20276 0 0,'11'1'897'0'0,"-3"-1"191"0"0,1 0-872 0 0,-2-1-216 0 0,-2-1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2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520 210 5065 0 0,'-2'-5'571'0'0,"0"0"0"0"0,1-1 0 0 0,-1 1 0 0 0,1-1 0 0 0,1 1 0 0 0,-1-1-1 0 0,1-9 1 0 0,0 5 443 0 0,-1 3-571 0 0,0 0 0 0 0,0 1 0 0 0,0-1 0 0 0,0 0 0 0 0,-1 1 0 0 0,-1-1 1 0 0,1 1-1 0 0,-1-1 0 0 0,0 1 0 0 0,0 0 0 0 0,0 0 0 0 0,-1 1 0 0 0,0-1 0 0 0,0 1 0 0 0,-1 0 0 0 0,0 0 0 0 0,-6-6 0 0 0,5 7-250 0 0,0 0 1 0 0,-1 0-1 0 0,1 1 1 0 0,-1 0-1 0 0,0 0 0 0 0,0 1 1 0 0,0 0-1 0 0,0 0 1 0 0,0 0-1 0 0,0 1 0 0 0,-1 0 1 0 0,1 0-1 0 0,0 1 0 0 0,-1 0 1 0 0,1 1-1 0 0,-8 0 1 0 0,4 1-103 0 0,0 0 1 0 0,1 1 0 0 0,-1 0-1 0 0,1 0 1 0 0,0 1 0 0 0,0 0-1 0 0,0 1 1 0 0,0 0 0 0 0,1 1-1 0 0,-10 7 1 0 0,6-2-22 0 0,0 0 0 0 0,1 1 1 0 0,0 0-1 0 0,1 1 0 0 0,1 0 0 0 0,-9 15 1 0 0,2 0-86 0 0,2 1 0 0 0,1 0 1 0 0,2 1-1 0 0,0 0 1 0 0,2 0-1 0 0,-8 46 0 0 0,11-39 47 0 0,2 0-1 0 0,1 0 0 0 0,2 1 0 0 0,1-1 0 0 0,3 0 0 0 0,0 0 1 0 0,3 1-1 0 0,10 39 0 0 0,-11-59-21 0 0,1-1 0 0 0,1 0 0 0 0,0-1 0 0 0,1 1 0 0 0,1-1 0 0 0,1-1 0 0 0,0 1 0 0 0,1-2 0 0 0,1 1 0 0 0,0-1 0 0 0,1-1 0 0 0,0 0 0 0 0,1-1 0 0 0,1 0 0 0 0,0-1 0 0 0,0 0 0 0 0,1-1-1 0 0,0-1 1 0 0,17 8 0 0 0,24 1-978 0 0,-17-11-4858 0 0,-4-3-1476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2.5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74 9130 0 0,'-13'-23'438'0'0,"11"19"41"0"0,0 0 1 0 0,0 0 0 0 0,0 0-1 0 0,-1 0 1 0 0,0 0-1 0 0,1 0 1 0 0,-1 1 0 0 0,-4-4-1 0 0,6 7-380 0 0,1 0-1 0 0,-1 0 0 0 0,1 1 0 0 0,-1-1 0 0 0,1 0 1 0 0,-1 0-1 0 0,1 1 0 0 0,-1-1 0 0 0,1 0 0 0 0,-1 1 1 0 0,1-1-1 0 0,0 0 0 0 0,-1 1 0 0 0,1-1 1 0 0,0 1-1 0 0,-1-1 0 0 0,1 1 0 0 0,0-1 0 0 0,-1 0 1 0 0,1 1-1 0 0,0-1 0 0 0,0 1 0 0 0,0 0 0 0 0,-1-1 1 0 0,1 1-1 0 0,0-1 0 0 0,0 1 0 0 0,0-1 1 0 0,0 1-1 0 0,0-1 0 0 0,0 1 0 0 0,0-1 0 0 0,0 1 1 0 0,0 0-1 0 0,1 0 0 0 0,-3 25 1003 0 0,1-16-948 0 0,2 1-1 0 0,0-1 0 0 0,0 0 0 0 0,1 1 1 0 0,0-1-1 0 0,1 0 0 0 0,0 0 0 0 0,0-1 1 0 0,1 1-1 0 0,0-1 0 0 0,1 0 1 0 0,0 0-1 0 0,11 14 0 0 0,-12-17-136 0 0,1-1 1 0 0,1 0-1 0 0,-1 0 0 0 0,1-1 0 0 0,-1 1 0 0 0,1-1 1 0 0,0-1-1 0 0,1 1 0 0 0,-1-1 0 0 0,1 0 1 0 0,0 0-1 0 0,-1-1 0 0 0,1 0 0 0 0,0 0 0 0 0,0-1 1 0 0,0 1-1 0 0,1-2 0 0 0,-1 1 0 0 0,0-1 1 0 0,10-1-1 0 0,-4 0 1 0 0,-1-1 1 0 0,0 0-1 0 0,0-1 1 0 0,-1-1-1 0 0,1 0 1 0 0,-1 0-1 0 0,22-12 1 0 0,-28 14 5 0 0,0-1 0 0 0,-1 0 1 0 0,1 0-1 0 0,-1 0 1 0 0,1-1-1 0 0,-1 1 1 0 0,0-1-1 0 0,0 0 0 0 0,-1 0 1 0 0,1-1-1 0 0,-1 1 1 0 0,0-1-1 0 0,0 1 0 0 0,0-1 1 0 0,-1 0-1 0 0,0 0 1 0 0,0 0-1 0 0,0-1 1 0 0,2-8-1 0 0,-4 11 26 0 0,0 0-1 0 0,0 0 1 0 0,0 0-1 0 0,-1 0 1 0 0,1 0 0 0 0,-1 0-1 0 0,0 0 1 0 0,1 0-1 0 0,-1 0 1 0 0,0 0 0 0 0,-1 1-1 0 0,1-1 1 0 0,0 0-1 0 0,-1 1 1 0 0,-3-4 0 0 0,1 0-24 0 0,-1 2 0 0 0,1-1 1 0 0,-1 0-1 0 0,-1 1 0 0 0,1 0 0 0 0,-10-6 1 0 0,-3 1 52 0 0,0 1 0 0 0,-1 0 0 0 0,-32-9 0 0 0,45 15-74 0 0,0 1 0 0 0,0-1 0 0 0,-1 1-1 0 0,1 0 1 0 0,-1 0 0 0 0,1 1 0 0 0,-1 0 0 0 0,-11 1 0 0 0,16 0-131 0 0,-1 0 0 0 0,1-1 1 0 0,0 1-1 0 0,0 0 0 0 0,0 0 0 0 0,-1 1 1 0 0,1-1-1 0 0,0 0 0 0 0,1 1 0 0 0,-1-1 1 0 0,0 1-1 0 0,0 0 0 0 0,1-1 0 0 0,-1 1 1 0 0,1 0-1 0 0,-1 0 0 0 0,1 0 0 0 0,0 0 1 0 0,0 0-1 0 0,0 0 0 0 0,0 1 0 0 0,0-1 1 0 0,0 0-1 0 0,0 0 0 0 0,1 1 0 0 0,-1 4 0 0 0,-2 13-6967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2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14715 0 0,'0'0'58'0'0,"0"-1"0"0"0,0 0 0 0 0,0 1-1 0 0,0-1 1 0 0,0 0 0 0 0,0 1 0 0 0,1-1 0 0 0,-1 0 0 0 0,0 1-1 0 0,0-1 1 0 0,1 0 0 0 0,-1 1 0 0 0,0-1 0 0 0,1 1 0 0 0,-1-1-1 0 0,1 1 1 0 0,-1-1 0 0 0,0 1 0 0 0,1-1 0 0 0,0 1-1 0 0,-1-1 1 0 0,1 1 0 0 0,-1-1 0 0 0,1 1 0 0 0,-1 0 0 0 0,1-1-1 0 0,0 1 1 0 0,-1 0 0 0 0,1 0 0 0 0,0-1 0 0 0,0 1 0 0 0,1 1 82 0 0,-1-1 1 0 0,0 0 0 0 0,1 1 0 0 0,-1 0 0 0 0,0-1 0 0 0,1 1 0 0 0,-1 0 0 0 0,0 0-1 0 0,0 0 1 0 0,0 0 0 0 0,0 0 0 0 0,0 0 0 0 0,0 0 0 0 0,1 1 0 0 0,5 7 400 0 0,-1 0 0 0 0,-1 0 0 0 0,7 11 0 0 0,11 31 398 0 0,24 46-628 0 0,-46-96-311 0 0,0 1 0 0 0,0-1-1 0 0,-1 1 1 0 0,1-1 0 0 0,0 0 0 0 0,0 0 0 0 0,1 1 0 0 0,-1-1 0 0 0,0 0 0 0 0,0 0 0 0 0,3 2 0 0 0,-4-3-4 0 0,1 0 1 0 0,-1 0 0 0 0,0 0-1 0 0,1 0 1 0 0,-1 0-1 0 0,1 0 1 0 0,-1 0-1 0 0,0 0 1 0 0,1 0 0 0 0,-1 0-1 0 0,0 0 1 0 0,1 0-1 0 0,-1 0 1 0 0,0 0 0 0 0,1 0-1 0 0,-1 0 1 0 0,0 0-1 0 0,1-1 1 0 0,-1 1 0 0 0,0 0-1 0 0,1 0 1 0 0,-1 0-1 0 0,0-1 1 0 0,1 1-1 0 0,-1 0 1 0 0,0 0 0 0 0,0-1-1 0 0,1 1 1 0 0,-1 0-1 0 0,0-1 1 0 0,1 1 0 0 0,1-5-74 0 0,0-1 1 0 0,0 1-1 0 0,0 0 0 0 0,0 0 1 0 0,1-9-1 0 0,-3 14 71 0 0,2-9-27 0 0,17-66-475 0 0,-16 68 463 0 0,-1-1-1 0 0,2 1 1 0 0,-1-1-1 0 0,1 1 1 0 0,0 0-1 0 0,0 0 1 0 0,7-7-1 0 0,-10 12 74 0 0,1 1-1 0 0,-1 0 0 0 0,1-1 0 0 0,0 1 1 0 0,0 0-1 0 0,0 0 0 0 0,0 0 0 0 0,0 0 1 0 0,0 0-1 0 0,0 1 0 0 0,0-1 1 0 0,0 1-1 0 0,0-1 0 0 0,0 1 0 0 0,0-1 1 0 0,0 1-1 0 0,1 0 0 0 0,-1 0 0 0 0,0 0 1 0 0,0 1-1 0 0,0-1 0 0 0,0 0 0 0 0,0 1 1 0 0,1-1-1 0 0,-1 1 0 0 0,0 0 0 0 0,0 0 1 0 0,0 0-1 0 0,3 2 0 0 0,6 3 254 0 0,1 2 0 0 0,-1-1 1 0 0,17 17-1 0 0,-15-13-183 0 0,-5-4-94 0 0,1 1 1 0 0,-2 0-1 0 0,1 0 1 0 0,-1 1-1 0 0,-1 0 1 0 0,1 0-1 0 0,-2 0 1 0 0,7 14-1 0 0,15 50-2718 0 0,-20-46-4526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3.3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1376 0 0,'22'27'445'0'0,"-6"-13"1929"0"0,0-1 0 0 0,23 13 0 0 0,-8-4-1395 0 0,9 7 892 0 0,-18-10-816 0 0,2-2 0 0 0,0-1 1 0 0,1-1-1 0 0,39 17 0 0 0,-64-31-948 0 0,1 0 0 0 0,0-1 1 0 0,0 0-1 0 0,0 1 0 0 0,0-1 0 0 0,0 1 0 0 0,0-1 0 0 0,0 0 1 0 0,0 0-1 0 0,0 0 0 0 0,0 1 0 0 0,0-1 0 0 0,0 0 0 0 0,0 0 1 0 0,0 0-1 0 0,0-1 0 0 0,0 1 0 0 0,0 0 0 0 0,0 0 1 0 0,0 0-1 0 0,0-1 0 0 0,0 1 0 0 0,0-1 0 0 0,0 1 0 0 0,0-1 1 0 0,0 1-1 0 0,0-1 0 0 0,0 1 0 0 0,-1-1 0 0 0,1 0 0 0 0,0 1 1 0 0,0-1-1 0 0,-1 0 0 0 0,1 0 0 0 0,0 0 0 0 0,-1 1 1 0 0,1-1-1 0 0,-1 0 0 0 0,1 0 0 0 0,-1 0 0 0 0,0 0 0 0 0,1 0 1 0 0,-1 0-1 0 0,0 0 0 0 0,1 0 0 0 0,-1 0 0 0 0,0 0 0 0 0,0-1 1 0 0,0-8 271 0 0,1 1 0 0 0,-2-1 0 0 0,1 1 1 0 0,-4-15-1 0 0,2 12-371 0 0,-4-23 62 0 0,-10-33-1 0 0,7 36-149 0 0,-6-45 0 0 0,15 75-56 0 0,0 1 1 0 0,-1-1-1 0 0,1 1 1 0 0,0-1-1 0 0,0 1 1 0 0,0-1-1 0 0,0 1 1 0 0,0-1-1 0 0,1 0 1 0 0,-1 1-1 0 0,0-1 1 0 0,1 1-1 0 0,-1-1 1 0 0,1 1-1 0 0,-1-1 1 0 0,1 1-1 0 0,0 0 1 0 0,-1-1-1 0 0,1 1 1 0 0,0 0-1 0 0,0-1 1 0 0,0 1-1 0 0,0 0 1 0 0,2-2-1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3.6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36 322 7834 0 0,'12'-5'767'0'0,"-1"-2"0"0"0,1 0 0 0 0,-1 0 0 0 0,0-1 0 0 0,-1 0 0 0 0,0-1 1 0 0,0 0-1 0 0,10-14 0 0 0,-16 19-505 0 0,-1-1-1 0 0,0 0 1 0 0,0 1 0 0 0,-1-1 0 0 0,1-1 0 0 0,-1 1 0 0 0,0 0 0 0 0,0-1 0 0 0,-1 1 0 0 0,1-1-1 0 0,-1 1 1 0 0,-1-1 0 0 0,1 1 0 0 0,-1-1 0 0 0,0 0 0 0 0,0 1 0 0 0,-1-1 0 0 0,1 0-1 0 0,-1 1 1 0 0,0-1 0 0 0,-4-8 0 0 0,1 3-128 0 0,-1 0 0 0 0,0 1 0 0 0,0-1 0 0 0,-1 1 1 0 0,-1 0-1 0 0,-11-12 0 0 0,16 19-120 0 0,-1 0 0 0 0,1 1 0 0 0,-1-1 1 0 0,0 1-1 0 0,0 0 0 0 0,0 0 0 0 0,0 0 0 0 0,0 0 0 0 0,0 1 1 0 0,0-1-1 0 0,-5 0 0 0 0,6 1-6 0 0,0 1-1 0 0,0 0 1 0 0,0 0 0 0 0,0 0 0 0 0,0 0-1 0 0,0 0 1 0 0,0 0 0 0 0,0 0-1 0 0,0 1 1 0 0,0-1 0 0 0,0 1 0 0 0,0 0-1 0 0,0-1 1 0 0,1 1 0 0 0,-1 0 0 0 0,0 0-1 0 0,0 0 1 0 0,1 0 0 0 0,-1 0 0 0 0,1 1-1 0 0,-3 1 1 0 0,0 1 13 0 0,1 0-1 0 0,0 0 1 0 0,0 0 0 0 0,1 1-1 0 0,-1-1 1 0 0,1 1 0 0 0,0-1-1 0 0,0 1 1 0 0,0 0 0 0 0,1 0 0 0 0,0 0-1 0 0,0 0 1 0 0,0 0 0 0 0,0 0-1 0 0,1 0 1 0 0,0 0 0 0 0,0 1-1 0 0,0-1 1 0 0,1 0 0 0 0,0 0-1 0 0,0 0 1 0 0,2 7 0 0 0,0-2 6 0 0,0 0 1 0 0,0 0 0 0 0,1 0-1 0 0,0-1 1 0 0,1 1 0 0 0,0-1-1 0 0,1 0 1 0 0,0 0 0 0 0,13 15-1 0 0,-7-13 40 0 0,1 0 0 0 0,0-1-1 0 0,1 0 1 0 0,0-1 0 0 0,1-1 0 0 0,-1 0 0 0 0,24 8-1 0 0,-28-12-247 0 0,0-1 0 0 0,-1 0 0 0 0,1 0-1 0 0,1-1 1 0 0,-1-1 0 0 0,0 1 0 0 0,0-2-1 0 0,1 1 1 0 0,-1-2 0 0 0,1 1 0 0 0,-1-1 0 0 0,0-1-1 0 0,11-2 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4.1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19 359 3681 0 0,'-2'-2'261'0'0,"1"0"0"0"0,-1 0-1 0 0,1 0 1 0 0,0 1 0 0 0,-1-1 0 0 0,1-1 0 0 0,0 1 0 0 0,0 0 0 0 0,0 0 0 0 0,1 0 0 0 0,-1 0 0 0 0,0-1-1 0 0,1 1 1 0 0,-1 0 0 0 0,1-5 0 0 0,-2-41 4186 0 0,2 41-4194 0 0,0 0 365 0 0,1-1 0 0 0,-1 1 0 0 0,1-1 1 0 0,1 1-1 0 0,0-1 0 0 0,0 1 0 0 0,0 0 1 0 0,1 0-1 0 0,4-9 0 0 0,-6 14-456 0 0,0 1-1 0 0,0-1 0 0 0,1 1 1 0 0,-1-1-1 0 0,0 1 1 0 0,0-1-1 0 0,1 1 0 0 0,-1 0 1 0 0,1 0-1 0 0,-1-1 0 0 0,1 1 1 0 0,-1 0-1 0 0,1 0 1 0 0,0 1-1 0 0,0-1 0 0 0,-1 0 1 0 0,4 0-1 0 0,-3 1-101 0 0,0 0 0 0 0,1 0-1 0 0,-1 0 1 0 0,0 0 0 0 0,1 1-1 0 0,-1-1 1 0 0,0 1 0 0 0,0-1-1 0 0,0 1 1 0 0,1 0 0 0 0,-1 0 0 0 0,0 0-1 0 0,0 0 1 0 0,0 0 0 0 0,0 1-1 0 0,0-1 1 0 0,3 4 0 0 0,14 11 114 0 0,-1 1 1 0 0,0 0-1 0 0,18 25 0 0 0,-29-33-146 0 0,0 0 0 0 0,-1 1 0 0 0,0 0 0 0 0,0 0 0 0 0,-1 1 0 0 0,-1 0-1 0 0,0 0 1 0 0,0 0 0 0 0,2 12 0 0 0,-6-23-26 0 0,0 0-1 0 0,0 0 1 0 0,0 0-1 0 0,0 0 1 0 0,-1 0-1 0 0,1 0 1 0 0,0 0-1 0 0,0 0 1 0 0,0 0-1 0 0,0 0 1 0 0,0 0-1 0 0,0 0 1 0 0,0 0-1 0 0,0 0 1 0 0,0 0-1 0 0,0 0 1 0 0,-1 0-1 0 0,1 0 1 0 0,0 0-1 0 0,0 0 1 0 0,0 0-1 0 0,0 0 1 0 0,0 0-1 0 0,0 0 1 0 0,0 0-1 0 0,0 0 1 0 0,0 0-1 0 0,0 0 1 0 0,0 0-1 0 0,0 0 1 0 0,-1 0-1 0 0,1 0 1 0 0,0 0-1 0 0,0 0 1 0 0,0 0-1 0 0,0 0 1 0 0,0 1-1 0 0,0-1 1 0 0,0 0-1 0 0,0 0 1 0 0,0 0-1 0 0,0 0 1 0 0,0 0-1 0 0,0 0 1 0 0,0 0-1 0 0,0 0 1 0 0,0 0-1 0 0,0 0 1 0 0,0 0-1 0 0,0 1 1 0 0,0-1-1 0 0,0 0 1 0 0,0 0-1 0 0,0 0 1 0 0,0 0-1 0 0,0 0 1 0 0,0 0-1 0 0,0 0 1 0 0,0 0-1 0 0,0 0 1 0 0,0 0-1 0 0,0 1 1 0 0,-9-11 95 0 0,-8-13 71 0 0,12 12-189 0 0,1-1 1 0 0,0 1-1 0 0,1-1 1 0 0,0 0-1 0 0,1 0 0 0 0,0 0 1 0 0,0 0-1 0 0,2 0 0 0 0,0 0 1 0 0,0-1-1 0 0,1 1 0 0 0,2-14 1 0 0,1 6-644 0 0,0 1 0 0 0,1-1 1 0 0,1 1-1 0 0,1 0 0 0 0,1 1 0 0 0,16-31 1 0 0,-9 28-648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4.4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0 12443 0 0,'-5'3'5657'0'0,"3"7"-3388"0"0,3 11-657 0 0,50 313 1860 0 0,-41-277-4429 0 0,4-1-1 0 0,2 0 1 0 0,39 93-1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4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0 106 10138 0 0,'5'-4'896'0'0,"-1"1"-712"0"0,3 3-184 0 0,-4-2 0 0 0,1 1 1145 0 0,1-1 191 0 0,4-1 40 0 0,4-4 1 0 0,7-2-777 0 0,3-2-160 0 0,1 1-32 0 0,3-3-8 0 0,5 0-328 0 0,1-1-72 0 0,6 1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4.8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45 5905 0 0,'-21'-21'622'0'0,"16"18"123"0"0,0 0-1 0 0,0 0 1 0 0,0 1-1 0 0,-1-1 1 0 0,1 1-1 0 0,0 1 0 0 0,-8-3 1 0 0,11 4-460 0 0,0-1 1 0 0,0 0-1 0 0,0 1 0 0 0,-1 0 1 0 0,1-1-1 0 0,0 1 0 0 0,-1 0 1 0 0,1 0-1 0 0,0 0 0 0 0,0 1 1 0 0,-1-1-1 0 0,1 1 0 0 0,0-1 1 0 0,0 1-1 0 0,-1-1 1 0 0,1 1-1 0 0,0 0 0 0 0,0 0 1 0 0,0 0-1 0 0,0 1 0 0 0,0-1 1 0 0,0 0-1 0 0,1 1 0 0 0,-1-1 1 0 0,0 1-1 0 0,1-1 0 0 0,-1 1 1 0 0,1 0-1 0 0,-1 0 0 0 0,1 0 1 0 0,0 0-1 0 0,0 0 0 0 0,-2 4 1 0 0,3-4-261 0 0,0 0 0 0 0,-1 0 0 0 0,1 0 0 0 0,0 0 0 0 0,0 1 1 0 0,1-1-1 0 0,-1 0 0 0 0,0 0 0 0 0,1 0 0 0 0,-1 0 0 0 0,1 0 0 0 0,0 0 1 0 0,-1 0-1 0 0,1 0 0 0 0,2 3 0 0 0,20 33 292 0 0,-8-15-232 0 0,-5-5-85 0 0,0 0 1 0 0,-2 1 0 0 0,0 0-1 0 0,-1 0 1 0 0,-1 1-1 0 0,5 29 1 0 0,-10-42-2 0 0,-1-1 0 0 0,1 0 1 0 0,-1 1-1 0 0,-1-1 0 0 0,1 0 0 0 0,-1 0 1 0 0,0 1-1 0 0,0-1 0 0 0,-1 0 0 0 0,0 0 0 0 0,0 0 1 0 0,0 0-1 0 0,-1 0 0 0 0,0-1 0 0 0,0 1 1 0 0,0-1-1 0 0,-1 0 0 0 0,0 0 0 0 0,0 0 1 0 0,0 0-1 0 0,0-1 0 0 0,-1 1 0 0 0,0-1 0 0 0,0 0 1 0 0,-7 4-1 0 0,-15 4-1669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5.3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27 13363 0 0,'-7'-9'630'0'0,"-10"-9"3238"0"0,21 31 1144 0 0,5 12-4332 0 0,3 1-371 0 0,-1 2 1 0 0,-1 0-1 0 0,-1 0 1 0 0,-2 0-1 0 0,6 43 1 0 0,2 145-618 0 0,-12-133 157 0 0,4-38-301 0 0,-5-35-296 0 0,-1 0 1 0 0,1 0-1 0 0,-2 0 0 0 0,0 16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5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12443 0 0,'7'-1'225'0'0,"1"0"1"0"0,-1 0-1 0 0,0 1 0 0 0,0 0 1 0 0,1 0-1 0 0,-1 1 1 0 0,0 0-1 0 0,0 0 1 0 0,0 1-1 0 0,0 0 0 0 0,0 0 1 0 0,0 0-1 0 0,9 6 1 0 0,4 1 558 0 0,-1 1 0 0 0,0 2 0 0 0,20 15 0 0 0,-34-23-609 0 0,-1-1 0 0 0,1 1 0 0 0,-1-1 0 0 0,0 1 0 0 0,0 1 0 0 0,-1-1 0 0 0,1 1 0 0 0,-1-1 0 0 0,0 1 0 0 0,0 0 0 0 0,0 0-1 0 0,-1 0 1 0 0,0 0 0 0 0,0 1 0 0 0,2 8 0 0 0,-3-9-107 0 0,-1 0 0 0 0,0 0 0 0 0,0-1 0 0 0,-1 1-1 0 0,1 0 1 0 0,-1 0 0 0 0,0-1 0 0 0,0 1-1 0 0,-1 0 1 0 0,1-1 0 0 0,-1 0 0 0 0,0 1 0 0 0,-1-1-1 0 0,1 0 1 0 0,0 0 0 0 0,-1 0 0 0 0,0 0-1 0 0,-6 6 1 0 0,-12 11-163 0 0,-1-2 0 0 0,0-1 1 0 0,-2 0-1 0 0,0-2 0 0 0,0-1 0 0 0,-37 17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5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 12443 0 0,'0'0'97'0'0,"0"-1"1"0"0,0 1-1 0 0,0-1 1 0 0,0 1 0 0 0,0-1-1 0 0,0 1 1 0 0,0-1 0 0 0,0 1-1 0 0,0-1 1 0 0,0 1-1 0 0,0-1 1 0 0,0 1 0 0 0,0-1-1 0 0,0 1 1 0 0,0-1-1 0 0,1 1 1 0 0,-1-1 0 0 0,0 1-1 0 0,0-1 1 0 0,1 1-1 0 0,-1-1 1 0 0,0 1 0 0 0,0 0-1 0 0,1-1 1 0 0,-1 1-1 0 0,0 0 1 0 0,1-1 0 0 0,8 9 2491 0 0,6 23-286 0 0,15 115-125 0 0,-25-108-2067 0 0,2 0 0 0 0,2 0 0 0 0,23 60 0 0 0,-31-95-105 0 0,0 0 1 0 0,0-1-1 0 0,0 1 0 0 0,0 0 1 0 0,1-1-1 0 0,-1 1 0 0 0,1-1 1 0 0,0 0-1 0 0,0 0 0 0 0,0 0 1 0 0,0 1-1 0 0,0-2 0 0 0,0 1 1 0 0,0 0-1 0 0,1 0 0 0 0,-1-1 1 0 0,0 1-1 0 0,1-1 0 0 0,0 0 1 0 0,5 2-1 0 0,-5-3-11 0 0,-1 0 1 0 0,1 0-1 0 0,0-1 0 0 0,0 1 1 0 0,0-1-1 0 0,0 1 0 0 0,0-1 1 0 0,0 0-1 0 0,-1 0 0 0 0,1-1 1 0 0,0 1-1 0 0,-1 0 0 0 0,1-1 1 0 0,-1 0-1 0 0,0 1 0 0 0,1-1 1 0 0,-1 0-1 0 0,0 0 0 0 0,0-1 1 0 0,2-2-1 0 0,4-5-60 0 0,-1 0-1 0 0,0 0 1 0 0,0-1 0 0 0,-1 0 0 0 0,-1-1-1 0 0,6-13 1 0 0,-7 13 0 0 0,2-1 0 0 0,0 1-1 0 0,0 0 1 0 0,1 1 0 0 0,10-12 0 0 0,-16 21 72 0 0,0 0 0 0 0,0 1 1 0 0,1-1-1 0 0,-1 1 0 0 0,1-1 0 0 0,-1 1 1 0 0,1 0-1 0 0,-1 0 0 0 0,1 0 1 0 0,0 0-1 0 0,0 0 0 0 0,-1 0 0 0 0,1 0 1 0 0,0 1-1 0 0,0-1 0 0 0,0 0 1 0 0,0 1-1 0 0,0 0 0 0 0,0-1 0 0 0,0 1 1 0 0,4 0-1 0 0,-3 1 17 0 0,-1 0 0 0 0,1 0 0 0 0,-1 0 0 0 0,1 0 0 0 0,-1 0 0 0 0,1 0 0 0 0,-1 1 0 0 0,0-1 0 0 0,0 1 0 0 0,1-1 0 0 0,-1 1 0 0 0,0 0 0 0 0,-1 0 0 0 0,3 3 0 0 0,2 3 50 0 0,0 0 0 0 0,0 1 0 0 0,-1 0 0 0 0,-1 0 0 0 0,1 0 0 0 0,-2 0 0 0 0,5 15 0 0 0,0 23 180 0 0,-7-37-212 0 0,0 0 1 0 0,0-1-1 0 0,1 1 1 0 0,1-1-1 0 0,-1 1 0 0 0,2-1 1 0 0,-1 0-1 0 0,1 0 0 0 0,0 0 1 0 0,10 14-1 0 0,-12-21-36 0 0,-1-1-1 0 0,0 0 1 0 0,1 0 0 0 0,-1 0-1 0 0,1 0 1 0 0,-1 0 0 0 0,1 0-1 0 0,-1-1 1 0 0,1 1 0 0 0,0 0-1 0 0,-1-1 1 0 0,1 1 0 0 0,0-1 0 0 0,0 0-1 0 0,-1 0 1 0 0,1 1 0 0 0,0-1-1 0 0,0 0 1 0 0,3-1 0 0 0,33-8-2042 0 0,-30 7 1323 0 0,4-3-717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6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11522 0 0,'3'3'218'0'0,"-1"1"-1"0"0,1 0 0 0 0,-1-1 0 0 0,0 1 0 0 0,0 0 0 0 0,0 0 0 0 0,0 1 0 0 0,-1-1 1 0 0,2 7-1 0 0,10 56 4096 0 0,-11-50-3443 0 0,1 0 1 0 0,0 0-1 0 0,1 0 0 0 0,1 0 1 0 0,9 19-1 0 0,-13-35-872 0 0,0 1 0 0 0,0 0-1 0 0,-1 0 1 0 0,2-1 0 0 0,-1 1 0 0 0,0 0-1 0 0,0-1 1 0 0,0 1 0 0 0,1-1 0 0 0,-1 0-1 0 0,1 1 1 0 0,-1-1 0 0 0,1 0 0 0 0,-1 0 0 0 0,1 0-1 0 0,0 0 1 0 0,0 0 0 0 0,-1 0 0 0 0,1-1-1 0 0,0 1 1 0 0,0-1 0 0 0,2 1 0 0 0,-1-1-5 0 0,-1 0 0 0 0,1 0-1 0 0,-1-1 1 0 0,1 1 0 0 0,-1-1 0 0 0,1 0 0 0 0,-1 0 0 0 0,0 0 0 0 0,1 0-1 0 0,-1 0 1 0 0,0 0 0 0 0,0-1 0 0 0,0 1 0 0 0,0-1 0 0 0,2-1 0 0 0,5-6-24 0 0,0-1 1 0 0,-1 0 0 0 0,0 0 0 0 0,-1 0-1 0 0,11-20 1 0 0,5-25-31 0 0,-20 45 90 0 0,1 0 0 0 0,0 0 0 0 0,0 1 0 0 0,1-1 0 0 0,0 1 0 0 0,12-16 0 0 0,-16 24-18 0 0,-1 1 0 0 0,1-1 0 0 0,0 0 0 0 0,-1 0 0 0 0,1 1 0 0 0,0-1 0 0 0,0 1 0 0 0,0-1 1 0 0,0 1-1 0 0,0-1 0 0 0,0 1 0 0 0,0-1 0 0 0,0 1 0 0 0,0 0 0 0 0,0-1 0 0 0,0 1 0 0 0,0 0 1 0 0,0 0-1 0 0,0 0 0 0 0,0 0 0 0 0,0 0 0 0 0,0 0 0 0 0,0 0 0 0 0,0 0 0 0 0,0 0 0 0 0,1 1 1 0 0,0 0 11 0 0,1 0 0 0 0,-1 0 0 0 0,0 1 1 0 0,0-1-1 0 0,0 1 0 0 0,1-1 0 0 0,-1 1 1 0 0,-1 0-1 0 0,1-1 0 0 0,2 4 0 0 0,4 5 67 0 0,-1 0-1 0 0,0 1 0 0 0,6 12 0 0 0,-13-22-84 0 0,6 11 44 0 0,0 0 0 0 0,-1 0 1 0 0,-1 0-1 0 0,0 1 0 0 0,-1 0 0 0 0,0 0 0 0 0,-1 0 1 0 0,0 0-1 0 0,-1 0 0 0 0,0 0 0 0 0,-3 24 0 0 0,0-27-90 0 0,1-1 0 0 0,-2 1-1 0 0,1 0 1 0 0,-1-1 0 0 0,-1 0-1 0 0,0 0 1 0 0,0 0 0 0 0,-1 0 0 0 0,0-1-1 0 0,0 1 1 0 0,-1-1 0 0 0,0-1-1 0 0,0 1 1 0 0,-1-1 0 0 0,0 0-1 0 0,-11 8 1 0 0,12-10-319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6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177 0 1376 0 0,'-23'11'4527'0'0,"7"-4"-1915"0"0,0 1 1 0 0,0 0-1 0 0,-24 18 1 0 0,34-21-2180 0 0,0-1-1 0 0,0 1 1 0 0,1 0 0 0 0,0 1 0 0 0,0-1 0 0 0,0 1 0 0 0,1 0 0 0 0,-1 0 0 0 0,1 1 0 0 0,1-1-1 0 0,-5 12 1 0 0,7-16-424 0 0,0 1 0 0 0,1-1 0 0 0,0 0 0 0 0,-1 1 0 0 0,1-1-1 0 0,0 1 1 0 0,0-1 0 0 0,0 0 0 0 0,0 1 0 0 0,1-1 0 0 0,-1 1 0 0 0,1-1-1 0 0,-1 0 1 0 0,1 1 0 0 0,0-1 0 0 0,0 0 0 0 0,0 0 0 0 0,0 1 0 0 0,0-1-1 0 0,1 0 1 0 0,-1 0 0 0 0,1 0 0 0 0,-1-1 0 0 0,1 1 0 0 0,0 0 0 0 0,-1-1 0 0 0,1 1-1 0 0,0-1 1 0 0,3 2 0 0 0,7 5 66 0 0,1-1 1 0 0,0 0-1 0 0,26 10 0 0 0,-4-3-16 0 0,-31-12-65 0 0,0 0 0 0 0,0 1 0 0 0,-1-1 1 0 0,1 1-1 0 0,0 0 0 0 0,-1 0 0 0 0,0 0 1 0 0,1 0-1 0 0,-1 1 0 0 0,-1-1 0 0 0,1 1 1 0 0,0 0-1 0 0,-1-1 0 0 0,0 1 0 0 0,0 1 1 0 0,0-1-1 0 0,0 0 0 0 0,-1 0 0 0 0,1 1 1 0 0,-1-1-1 0 0,0 0 0 0 0,-1 1 0 0 0,1 0 0 0 0,-1 7 1 0 0,0-5-8 0 0,-1 0 1 0 0,0 0 0 0 0,-1-1 0 0 0,0 1 0 0 0,0-1-1 0 0,0 0 1 0 0,-1 1 0 0 0,1-1 0 0 0,-1 0-1 0 0,-1 0 1 0 0,1-1 0 0 0,-1 1 0 0 0,0-1-1 0 0,-1 0 1 0 0,1 0 0 0 0,-8 7 0 0 0,-1-2-985 0 0,1-1-4126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7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0,'5'1'326'0'0,"-1"-1"0"0"0,1 0 0 0 0,0 1 0 0 0,-1 0 0 0 0,1 0-1 0 0,0 0 1 0 0,-1 1 0 0 0,0-1 0 0 0,1 1 0 0 0,-1 0 0 0 0,0 0-1 0 0,0 1 1 0 0,0-1 0 0 0,0 1 0 0 0,0 0 0 0 0,-1 0 0 0 0,1 0 0 0 0,-1 1-1 0 0,0-1 1 0 0,0 1 0 0 0,0-1 0 0 0,0 1 0 0 0,3 7 0 0 0,-3-1 164 0 0,0-1 1 0 0,0 1-1 0 0,-1 0 1 0 0,0 0-1 0 0,-1 1 1 0 0,0-1 0 0 0,0 0-1 0 0,-1 0 1 0 0,-2 17-1 0 0,1-11-320 0 0,0 1-1 0 0,4 24 1 0 0,-1-25-2381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7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67 17972 0 0,'-3'-17'800'0'0,"2"5"160"0"0,1 1-768 0 0,0 4-192 0 0,1 4 0 0 0,-1 1 0 0 0,0 1 256 0 0,0-4 24 0 0,0 1 0 0 0,0-1 0 0 0,-1 7-824 0 0,-2 5-160 0 0,0 7-32 0 0,-1 4 0 0 0,3 6 608 0 0,-1 3 128 0 0,4 0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8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338 516 10594 0 0,'-5'-8'1252'0'0,"-1"0"-1"0"0,0 0 0 0 0,0 1 0 0 0,-11-10 1 0 0,14 14-945 0 0,-1 0 0 0 0,0 1 1 0 0,0-1-1 0 0,0 1 0 0 0,-1 0 1 0 0,1 0-1 0 0,0 0 1 0 0,-1 1-1 0 0,1 0 0 0 0,-1 0 1 0 0,-6-1-1 0 0,2 1-164 0 0,0 1 0 0 0,0 0 0 0 0,-1 0 0 0 0,1 1 0 0 0,0 1-1 0 0,0-1 1 0 0,0 1 0 0 0,1 1 0 0 0,-1 0 0 0 0,0 0 0 0 0,1 1 0 0 0,0-1 0 0 0,0 2 0 0 0,0-1-1 0 0,-8 8 1 0 0,8-7-143 0 0,0 1-1 0 0,1 1 1 0 0,0 0 0 0 0,0 0-1 0 0,0 0 1 0 0,1 0-1 0 0,0 1 1 0 0,1 0 0 0 0,-1 1-1 0 0,2-1 1 0 0,-1 1-1 0 0,1 0 1 0 0,-5 19 0 0 0,8-26-86 0 0,0 1 0 0 0,0 0 1 0 0,1 0-1 0 0,-1-1 1 0 0,1 1-1 0 0,0 0 1 0 0,0 0-1 0 0,0 0 0 0 0,0 0 1 0 0,0-1-1 0 0,1 1 1 0 0,-1 0-1 0 0,1 0 1 0 0,0 0-1 0 0,0-1 0 0 0,0 1 1 0 0,0-1-1 0 0,0 1 1 0 0,0 0-1 0 0,1-1 1 0 0,0 0-1 0 0,-1 1 0 0 0,1-1 1 0 0,0 0-1 0 0,3 3 1 0 0,-1-3-311 0 0,0 1 0 0 0,0-1 1 0 0,0 0-1 0 0,0-1 0 0 0,0 1 1 0 0,0-1-1 0 0,0 0 1 0 0,0 0-1 0 0,1 0 0 0 0,-1-1 1 0 0,0 1-1 0 0,1-1 0 0 0,-1 0 1 0 0,0 0-1 0 0,9-2 0 0 0,12-3-1769 0 0,-1-1-1 0 0,0 0 0 0 0,0-2 0 0 0,35-17 0 0 0,36-24 779 0 0,-79 40 1511 0 0,-1 0 0 0 0,0-1 0 0 0,0 0-1 0 0,-1-1 1 0 0,-1-1 0 0 0,0 0 0 0 0,0-1 0 0 0,-1-1-1 0 0,14-35 9788 0 0,-49 68-4887 0 0,12-7-4304 0 0,1 1 1 0 0,1 0-1 0 0,0 0 0 0 0,1 1 0 0 0,-10 22 1 0 0,15-30-661 0 0,0 0 1 0 0,1 0-1 0 0,0 0 1 0 0,0 0 0 0 0,0 1-1 0 0,1-1 1 0 0,0 1 0 0 0,0-1-1 0 0,1 1 1 0 0,0-1-1 0 0,0 1 1 0 0,0 0 0 0 0,1-1-1 0 0,0 1 1 0 0,0-1-1 0 0,3 7 1 0 0,-3-10-103 0 0,0-1 0 0 0,0 1 0 0 0,0-1 1 0 0,0 0-1 0 0,0 0 0 0 0,1 0 0 0 0,-1 1 0 0 0,1-1 0 0 0,0-1 1 0 0,0 1-1 0 0,-1 0 0 0 0,1 0 0 0 0,0-1 0 0 0,0 1 0 0 0,1-1 1 0 0,2 2-1 0 0,-3-2 14 0 0,0-1 1 0 0,0 1 0 0 0,0-1 0 0 0,0 0 0 0 0,0 1 0 0 0,0-1-1 0 0,0 0 1 0 0,0-1 0 0 0,0 1 0 0 0,0 0 0 0 0,0 0 0 0 0,0-1-1 0 0,0 1 1 0 0,-1-1 0 0 0,1 0 0 0 0,3-1 0 0 0,2-2-42 0 0,-1 0 0 0 0,0 0 1 0 0,-1 0-1 0 0,1-1 0 0 0,-1 0 0 0 0,0 0 1 0 0,0-1-1 0 0,0 1 0 0 0,7-13 1 0 0,14-27-905 0 0,-18 28 818 0 0,2 1 1 0 0,0 1 0 0 0,0 0-1 0 0,1 0 1 0 0,23-23 0 0 0,-33 38 186 0 0,-1-1 1 0 0,1 0 0 0 0,-1 1 0 0 0,1-1 0 0 0,0 1 0 0 0,-1-1 0 0 0,1 1 0 0 0,0-1 0 0 0,0 1 0 0 0,-1 0-1 0 0,1-1 1 0 0,0 1 0 0 0,0 0 0 0 0,0 0 0 0 0,-1-1 0 0 0,1 1 0 0 0,0 0 0 0 0,0 0 0 0 0,0 0 0 0 0,0 0 0 0 0,-1 0-1 0 0,1 0 1 0 0,0 0 0 0 0,0 0 0 0 0,0 1 0 0 0,0-1 0 0 0,-1 0 0 0 0,1 0 0 0 0,0 1 0 0 0,0-1 0 0 0,-1 0-1 0 0,1 1 1 0 0,0-1 0 0 0,1 2 0 0 0,20 27 1242 0 0,-21-26-1231 0 0,0-1 0 0 0,1 1 0 0 0,-1-1 0 0 0,1 1 0 0 0,-1-1 0 0 0,1 0 0 0 0,0 1 0 0 0,0-1 0 0 0,0 0 1 0 0,0 0-1 0 0,0-1 0 0 0,0 1 0 0 0,1 0 0 0 0,-1-1 0 0 0,4 3 0 0 0,0-4-124 0 0,0 0 0 0 0,-1-1 0 0 0,1 1 0 0 0,-1-1-1 0 0,0 0 1 0 0,1 0 0 0 0,-1-1 0 0 0,0 0 0 0 0,1 0 0 0 0,-1 0 0 0 0,0 0 0 0 0,0-1 0 0 0,-1 0 0 0 0,1 0-1 0 0,-1 0 1 0 0,1 0 0 0 0,6-8 0 0 0,0 1-408 0 0,-1-1 0 0 0,0 0 1 0 0,-1-1-1 0 0,0 0 0 0 0,10-19 0 0 0,-9 11 387 0 0,-1 0 0 0 0,-1 0 1 0 0,0-1-1 0 0,-2 0 0 0 0,-1 0 0 0 0,0-1 0 0 0,-2 0 1 0 0,2-23-1 0 0,-4 11 1017 0 0,-2-1 0 0 0,-1 1 0 0 0,-2 0 0 0 0,-11-48 0 0 0,20 177 2066 0 0,7 5-2215 0 0,21 145 663 0 0,-24-197-1392 0 0,3-1-1 0 0,1-1 0 0 0,21 49 1 0 0,-20-64-2020 0 0,2-5-7159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8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 6 5985 0 0,'-1'-1'173'0'0,"0"1"-1"0"0,1-1 1 0 0,-1 1-1 0 0,0-1 0 0 0,0 1 1 0 0,0-1-1 0 0,0 1 1 0 0,1 0-1 0 0,-1-1 1 0 0,0 1-1 0 0,0 0 1 0 0,0 0-1 0 0,0-1 0 0 0,0 1 1 0 0,0 0-1 0 0,0 0 1 0 0,0 0-1 0 0,0 0 1 0 0,0 1-1 0 0,0-1 1 0 0,0 0-1 0 0,0 0 0 0 0,-2 1 1 0 0,-24 7 2314 0 0,13-3-1790 0 0,0 1 0 0 0,1 1 0 0 0,0 1 1 0 0,0-1-1 0 0,0 2 0 0 0,1 0 0 0 0,1 0 0 0 0,-20 21 1 0 0,25-23-516 0 0,-1 0 0 0 0,1 0 0 0 0,0 1 0 0 0,1 0 0 0 0,0 0 0 0 0,0 0-1 0 0,1 1 1 0 0,0 0 0 0 0,0 0 0 0 0,1 0 0 0 0,0 0 0 0 0,1 0 0 0 0,0 1 0 0 0,-1 17 0 0 0,3-23-172 0 0,0-1 0 0 0,0 0 0 0 0,1 1 0 0 0,-1-1 1 0 0,1 0-1 0 0,0 0 0 0 0,0 0 0 0 0,0 0 0 0 0,1 1 0 0 0,-1-2 0 0 0,1 1 0 0 0,0 0 0 0 0,-1 0 0 0 0,1 0 0 0 0,0-1 0 0 0,1 1 0 0 0,-1-1 0 0 0,0 1 0 0 0,1-1 0 0 0,-1 0 0 0 0,1 0 0 0 0,0 0 0 0 0,0-1 1 0 0,4 3-1 0 0,8 3 29 0 0,-1-2 1 0 0,1 0 0 0 0,0 0-1 0 0,18 2 1 0 0,15 5 116 0 0,-39-9-156 0 0,-1 0 0 0 0,1 1 0 0 0,-1 0 0 0 0,0 0 0 0 0,0 1 0 0 0,11 8 0 0 0,-17-12 0 0 0,0 1 0 0 0,0 0 0 0 0,0 0 0 0 0,-1 0 0 0 0,1 0 0 0 0,0 0 0 0 0,-1 0 0 0 0,1 1 0 0 0,-1-1 0 0 0,0 0 0 0 0,0 1 0 0 0,0-1 0 0 0,0 1 0 0 0,0-1 0 0 0,-1 1 0 0 0,1 0 0 0 0,-1-1 0 0 0,1 1 0 0 0,-1 0 0 0 0,0-1 0 0 0,0 1 0 0 0,0 0 0 0 0,0-1 0 0 0,-1 1 0 0 0,1 0 0 0 0,-2 3 0 0 0,-2 5 10 0 0,-1 0 1 0 0,0 0-1 0 0,0 0 1 0 0,-1-1-1 0 0,-1 0 1 0 0,0-1-1 0 0,0 1 1 0 0,-9 8-1 0 0,10-11-7 0 0,-1-1-1 0 0,0 1 0 0 0,0-2 1 0 0,0 1-1 0 0,0-1 0 0 0,-1 0 1 0 0,0 0-1 0 0,0-1 0 0 0,-1 0 0 0 0,-15 5 1 0 0,12-8-466 0 0,2-3-178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9.1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9218 0 0,'5'-3'371'0'0,"1"0"0"0"0,0 1 0 0 0,0-1 0 0 0,0 1 0 0 0,0 0 0 0 0,1 0 0 0 0,-1 1 0 0 0,0 0 0 0 0,1 0 0 0 0,8 0 0 0 0,-11 1-14 0 0,0 1 0 0 0,1 0-1 0 0,-1-1 1 0 0,0 2 0 0 0,0-1 0 0 0,0 0-1 0 0,0 1 1 0 0,0 0 0 0 0,0 0 0 0 0,0 0 0 0 0,0 0-1 0 0,-1 1 1 0 0,1-1 0 0 0,-1 1 0 0 0,1 0-1 0 0,2 4 1 0 0,1 2 6 0 0,0 0 0 0 0,-1 0 0 0 0,-1 1 0 0 0,1 0-1 0 0,-1 0 1 0 0,-1 0 0 0 0,0 0 0 0 0,-1 1 0 0 0,0 0 0 0 0,0 0 0 0 0,1 16-1 0 0,-1-11-839 0 0,0 0-1 0 0,2 0 0 0 0,0 0 1 0 0,7 16-1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29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8210 0 0,'2'0'176'0'0,"-2"3"40"0"0,0 1 8 0 0,1 1 8 0 0,1-1-232 0 0,-1 1 0 0 0,1 1 0 0 0,1 6 0 0 0,1 8 0 0 0,4 5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0.0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358 21 2761 0 0,'-3'-3'498'0'0,"0"1"0"0"0,0 0 1 0 0,0 0-1 0 0,0 0 0 0 0,-1 0 0 0 0,1 1 1 0 0,-1 0-1 0 0,1-1 0 0 0,-1 1 1 0 0,1 0-1 0 0,-1 1 0 0 0,0-1 1 0 0,1 1-1 0 0,-1-1 0 0 0,0 1 1 0 0,1 0-1 0 0,-1 1 0 0 0,0-1 0 0 0,0 1 1 0 0,1-1-1 0 0,-1 1 0 0 0,1 0 1 0 0,-5 2-1 0 0,-4 1 210 0 0,0 1-1 0 0,1 0 1 0 0,0 0-1 0 0,0 1 1 0 0,-18 14-1 0 0,-1 4 101 0 0,-38 38-1 0 0,55-50-614 0 0,1 2 1 0 0,1 0-1 0 0,0 0 1 0 0,1 1-1 0 0,-11 20 1 0 0,20-33-240 0 0,0 0 0 0 0,0 0 0 0 0,0 0 0 0 0,1 0 0 0 0,-1 0 0 0 0,0 0 0 0 0,1 0 0 0 0,-1 0 0 0 0,1 0 0 0 0,0 0 0 0 0,0 0 0 0 0,0 0 0 0 0,0 0 0 0 0,0 0 0 0 0,0 0 0 0 0,0 0 0 0 0,1 0 1 0 0,-1 0-1 0 0,1 0 0 0 0,-1 0 0 0 0,1 0 0 0 0,2 4 0 0 0,-2-5 4 0 0,0 0 0 0 0,1 0 0 0 0,-1 0 0 0 0,1 0 0 0 0,-1 0 0 0 0,1 0 0 0 0,-1-1 0 0 0,1 1 0 0 0,-1 0 0 0 0,1-1 0 0 0,0 1 0 0 0,-1-1 0 0 0,1 0 0 0 0,0 1 0 0 0,0-1 0 0 0,-1 0 0 0 0,1 0 0 0 0,0 0 1 0 0,0 0-1 0 0,-1 0 0 0 0,1-1 0 0 0,0 1 0 0 0,-1 0 0 0 0,1-1 0 0 0,0 1 0 0 0,2-3 0 0 0,28-10 274 0 0,0-1-1 0 0,-1-2 1 0 0,46-31 0 0 0,-17 10 286 0 0,-57 35-430 0 0,1 0-1 0 0,-1 0 0 0 0,1 0 1 0 0,-1 1-1 0 0,1 0 0 0 0,0-1 1 0 0,0 1-1 0 0,-1 1 0 0 0,1-1 1 0 0,5 0-1 0 0,-7 1-55 0 0,-1 0 0 0 0,0 0 0 0 0,1 1 0 0 0,-1-1 0 0 0,0 0 0 0 0,0 1 0 0 0,1-1 0 0 0,-1 1 0 0 0,0-1 0 0 0,0 1 0 0 0,0 0 0 0 0,0-1-1 0 0,0 1 1 0 0,1 0 0 0 0,-1 0 0 0 0,-1 0 0 0 0,1 0 0 0 0,0-1 0 0 0,0 2 0 0 0,0-1 0 0 0,0 0 0 0 0,-1 0 0 0 0,1 0 0 0 0,0 0 0 0 0,-1 0 0 0 0,1 0 0 0 0,-1 1 0 0 0,0-1 0 0 0,1 0 0 0 0,-1 1 0 0 0,0-1 0 0 0,1 2 0 0 0,2 20 123 0 0,-1 1 1 0 0,-1-1-1 0 0,0 0 0 0 0,-4 26 1 0 0,1-35-163 0 0,0 1 0 0 0,0-1 0 0 0,-1 0 0 0 0,-1 0 0 0 0,-1 0 0 0 0,0 0 0 0 0,-11 21 0 0 0,15-34 6 0 0,1 0 0 0 0,-1 0 0 0 0,1 1 0 0 0,-1-1 1 0 0,0 0-1 0 0,1 0 0 0 0,-1 0 0 0 0,0 0 0 0 0,0 0 0 0 0,0 0 0 0 0,0 0 0 0 0,0 0 0 0 0,0-1 1 0 0,0 1-1 0 0,0 0 0 0 0,0 0 0 0 0,0-1 0 0 0,-2 1 0 0 0,3-1 3 0 0,-1 0 0 0 0,1-1-1 0 0,-1 1 1 0 0,1-1 0 0 0,-1 1-1 0 0,1-1 1 0 0,0 1 0 0 0,-1-1 0 0 0,1 1-1 0 0,0-1 1 0 0,-1 1 0 0 0,1-1-1 0 0,0 0 1 0 0,0 1 0 0 0,-1-1 0 0 0,1 1-1 0 0,0-1 1 0 0,0 0 0 0 0,0 1 0 0 0,0-1-1 0 0,0 0 1 0 0,0 1 0 0 0,0-1-1 0 0,0 0 1 0 0,0-9 68 0 0,0 1-1 0 0,1 0 1 0 0,4-16-1 0 0,5-9-238 0 0,1 0 0 0 0,2 1-1 0 0,24-43 1 0 0,-28 59 137 0 0,0 2-1 0 0,1 0 1 0 0,1 0-1 0 0,1 0 1 0 0,0 2-1 0 0,0-1 1 0 0,1 2-1 0 0,21-16 1 0 0,-32 26 57 0 0,1 0 1 0 0,-1 0 0 0 0,1 0-1 0 0,0 1 1 0 0,-1-1-1 0 0,1 1 1 0 0,0 0 0 0 0,0 0-1 0 0,0 0 1 0 0,0 0 0 0 0,0 0-1 0 0,0 0 1 0 0,0 1 0 0 0,0 0-1 0 0,0-1 1 0 0,0 1-1 0 0,0 0 1 0 0,0 1 0 0 0,0-1-1 0 0,0 0 1 0 0,0 1 0 0 0,0 0-1 0 0,0 0 1 0 0,0 0 0 0 0,0 0-1 0 0,0 0 1 0 0,-1 0 0 0 0,1 1-1 0 0,0-1 1 0 0,-1 1-1 0 0,1 0 1 0 0,-1 0 0 0 0,1 0-1 0 0,-1 0 1 0 0,0 0 0 0 0,0 1-1 0 0,0-1 1 0 0,0 1 0 0 0,2 4-1 0 0,39 43 395 0 0,-30-37-371 0 0,-2 1 1 0 0,1 0-1 0 0,-2 0 1 0 0,15 27-1 0 0,-24-37-26 0 0,1-1 1 0 0,-1 1-1 0 0,-1 0 0 0 0,1 0 1 0 0,0 0-1 0 0,-1-1 0 0 0,0 1 0 0 0,0 8 1 0 0,-1-2-37 0 0,2-17-92 0 0,0-1 0 0 0,1 1 0 0 0,-1 0 0 0 0,1 0-1 0 0,0 1 1 0 0,1-1 0 0 0,0 0 0 0 0,5-8 0 0 0,34-54-72 0 0,-35 58 173 0 0,0 0-36 0 0,4-6 36 0 0,0 0-1 0 0,2 0 1 0 0,20-21 0 0 0,-29 35 62 0 0,-1 0 0 0 0,1-1-1 0 0,0 1 1 0 0,0 0 0 0 0,0 1-1 0 0,0-1 1 0 0,0 1 0 0 0,1 0-1 0 0,-1 0 1 0 0,1 0 0 0 0,-1 1-1 0 0,1-1 1 0 0,0 1 0 0 0,0 0-1 0 0,0 0 1 0 0,-1 1 0 0 0,1 0-1 0 0,0 0 1 0 0,10 1 0 0 0,-13-1-36 0 0,0 1 1 0 0,1 0-1 0 0,-1 0 1 0 0,0 0-1 0 0,1 1 1 0 0,-1-1-1 0 0,0 0 1 0 0,0 1-1 0 0,0 0 1 0 0,0-1-1 0 0,0 1 1 0 0,-1 0-1 0 0,1 0 1 0 0,0 0-1 0 0,-1 0 1 0 0,0 0 0 0 0,1 0-1 0 0,-1 1 1 0 0,0-1-1 0 0,0 0 1 0 0,0 1-1 0 0,1 3 1 0 0,2 8-32 0 0,0 0 1 0 0,2 25 0 0 0,-4-25 221 0 0,1-1-293 0 0,-1-1 0 0 0,1 0 0 0 0,9 20-1 0 0,-12-30-50 0 0,1 0 0 0 0,0 0-1 0 0,0 0 1 0 0,0 1-1 0 0,0-1 1 0 0,0 0 0 0 0,1 0-1 0 0,-1 0 1 0 0,0-1-1 0 0,1 1 1 0 0,0 0 0 0 0,-1 0-1 0 0,1-1 1 0 0,0 1-1 0 0,0-1 1 0 0,0 0 0 0 0,0 1-1 0 0,0-1 1 0 0,0 0-1 0 0,0 0 1 0 0,1 0 0 0 0,-1-1-1 0 0,0 1 1 0 0,0 0-1 0 0,1-1 1 0 0,4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0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192 395 10594 0 0,'2'0'174'0'0,"0"-1"0"0"0,0 1-1 0 0,0-1 1 0 0,0 0 0 0 0,0 0-1 0 0,0 1 1 0 0,0-2 0 0 0,0 1-1 0 0,3-2 1 0 0,-5 3-65 0 0,1-1 0 0 0,-1 1 0 0 0,1 0 0 0 0,-1-1 0 0 0,0 1 0 0 0,1-1 0 0 0,-1 1 0 0 0,0 0 0 0 0,1-1 0 0 0,-1 1 0 0 0,0-1 0 0 0,0 1 0 0 0,0-1 0 0 0,1 1 0 0 0,-1-1 0 0 0,0 1 0 0 0,0-1 0 0 0,0 1 0 0 0,0-1 0 0 0,0 1 0 0 0,0-1 0 0 0,0 1 0 0 0,0-1 0 0 0,0 1 0 0 0,0-1 0 0 0,0 1 0 0 0,0-1 0 0 0,0 1 0 0 0,-1-1 0 0 0,1 1 0 0 0,0-1 0 0 0,0 1 0 0 0,0-1 0 0 0,-1 1 0 0 0,1-1 0 0 0,0 1 0 0 0,-1 0 0 0 0,1-1 0 0 0,0 1 0 0 0,-1-1 0 0 0,1 1 0 0 0,0 0 0 0 0,-1-1 0 0 0,1 1 0 0 0,-1 0 0 0 0,1 0 0 0 0,-1-1 0 0 0,0 1 0 0 0,-1-1 55 0 0,0 0 0 0 0,0 1 0 0 0,0-1 0 0 0,0 0 0 0 0,-1 1 1 0 0,1 0-1 0 0,0 0 0 0 0,0-1 0 0 0,0 1 0 0 0,-1 0 0 0 0,1 1 0 0 0,0-1 0 0 0,0 0 1 0 0,-1 1-1 0 0,1-1 0 0 0,0 1 0 0 0,0 0 0 0 0,0 0 0 0 0,-3 1 0 0 0,-39 23 963 0 0,30-13-992 0 0,1 0 1 0 0,0 0-1 0 0,0 1 1 0 0,1 1-1 0 0,-19 29 1 0 0,27-37-107 0 0,1 0 0 0 0,-1 1 0 0 0,1 0 0 0 0,1-1 0 0 0,-1 1 1 0 0,1 0-1 0 0,-2 14 0 0 0,4-17-9 0 0,0-1 0 0 0,-1 1 0 0 0,2 0 0 0 0,-1 0 0 0 0,0-1 1 0 0,1 1-1 0 0,0 0 0 0 0,0-1 0 0 0,0 1 0 0 0,0 0 0 0 0,0-1 0 0 0,1 1 1 0 0,-1-1-1 0 0,1 0 0 0 0,0 0 0 0 0,3 4 0 0 0,-4-5-26 0 0,0-1 1 0 0,1 1-1 0 0,-1 0 0 0 0,1-1 1 0 0,0 1-1 0 0,-1-1 0 0 0,1 1 1 0 0,0-1-1 0 0,0 0 0 0 0,0 0 1 0 0,0 0-1 0 0,0 0 0 0 0,0 0 0 0 0,0 0 1 0 0,0-1-1 0 0,1 1 0 0 0,-1-1 1 0 0,0 1-1 0 0,0-1 0 0 0,0 0 1 0 0,4 0-1 0 0,-2 0 13 0 0,1-1 1 0 0,-1 0-1 0 0,0 0 0 0 0,1-1 0 0 0,-1 1 1 0 0,0-1-1 0 0,0 0 0 0 0,0 0 0 0 0,0 0 1 0 0,4-4-1 0 0,3-2-117 0 0,0-1 0 0 0,-1 0 0 0 0,0-1 0 0 0,0 0 0 0 0,-1-1 0 0 0,8-11 0 0 0,-10 9 30 0 0,0 0 0 0 0,0-1 1 0 0,-1 0-1 0 0,7-28 0 0 0,1-1 208 0 0,-14 43-108 0 0,0-1 0 0 0,0 1-1 0 0,1-1 1 0 0,-1 0 0 0 0,0 1-1 0 0,0-1 1 0 0,0 1-1 0 0,1-1 1 0 0,-1 1 0 0 0,0-1-1 0 0,1 1 1 0 0,-1-1-1 0 0,0 1 1 0 0,1-1 0 0 0,-1 1-1 0 0,1 0 1 0 0,-1-1 0 0 0,1 1-1 0 0,-1 0 1 0 0,1-1-1 0 0,-1 1 1 0 0,1 0 0 0 0,-1 0-1 0 0,1-1 1 0 0,-1 1-1 0 0,1 0 1 0 0,-1 0 0 0 0,1 0-1 0 0,-1 0 1 0 0,2-1-1 0 0,-1 2 5 0 0,0-1-1 0 0,0 1 0 0 0,0-1 0 0 0,1 1 0 0 0,-1-1 0 0 0,0 1 0 0 0,0 0 1 0 0,0-1-1 0 0,0 1 0 0 0,0 0 0 0 0,0 0 0 0 0,-1 0 0 0 0,3 1 0 0 0,25 43 257 0 0,-24-37-182 0 0,5 7-26 0 0,1 0 1 0 0,1 0-1 0 0,0-1 0 0 0,1-1 0 0 0,0 0 1 0 0,1 0-1 0 0,29 20 0 0 0,-38-30-90 0 0,0 0-1 0 0,0 0 1 0 0,1-1-1 0 0,-1 0 1 0 0,1 0 0 0 0,-1 0-1 0 0,1 0 1 0 0,0-1-1 0 0,-1 0 1 0 0,1 0-1 0 0,0 0 1 0 0,0 0 0 0 0,0-1-1 0 0,0 0 1 0 0,0 0-1 0 0,0 0 1 0 0,0 0 0 0 0,0-1-1 0 0,0 0 1 0 0,-1 0-1 0 0,1-1 1 0 0,0 1 0 0 0,-1-1-1 0 0,1 0 1 0 0,-1 0-1 0 0,1 0 1 0 0,-1-1 0 0 0,0 0-1 0 0,0 0 1 0 0,0 0-1 0 0,0 0 1 0 0,-1 0-1 0 0,7-8 1 0 0,-1 1-94 0 0,-1 0 0 0 0,-1-1 0 0 0,0 0 0 0 0,0-1 0 0 0,-1 1 0 0 0,0-1 0 0 0,-1-1 0 0 0,-1 1 0 0 0,0 0 0 0 0,0-1 0 0 0,-2 0 0 0 0,3-23 0 0 0,-2-9-981 0 0,-3 0 0 0 0,-7-65 0 0 0,3 65 1023 0 0,2-87 1 0 0,3 128 46 0 0,3-14 3300 0 0,-1 27-2418 0 0,26 155 2070 0 0,-3-15-1564 0 0,-11-85-927 0 0,2-2 0 0 0,33 77 1 0 0,-38-113-529 0 0,1 0 0 0 0,0-1 1 0 0,2 0-1 0 0,1-1 0 0 0,1-1 1 0 0,1-1-1 0 0,35 34 0 0 0,16 2-2812 0 0,-34-33-6112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1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15203 0 0,'6'12'6448'0'0,"0"9"-3823"0"0,9 54-3115 0 0,-13-64 1203 0 0,17 115-343 0 0,38 177 386 0 0,-46-260-1416 0 0,3-1 1 0 0,1-1-1 0 0,1 0 1 0 0,3-1-1 0 0,24 39 0 0 0,-8-27 264 0 0,-31-42 330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1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1 170 11747 0 0,'-1'-1'53'0'0,"1"1"0"0"0,0-1 1 0 0,0 0-1 0 0,0 0 0 0 0,0 0 1 0 0,1 1-1 0 0,-1-1 1 0 0,0 0-1 0 0,0 0 0 0 0,0 1 1 0 0,0-1-1 0 0,1 0 0 0 0,-1 0 1 0 0,0 1-1 0 0,1-1 1 0 0,-1 0-1 0 0,1 1 0 0 0,-1-1 1 0 0,1 1-1 0 0,-1-1 1 0 0,1 0-1 0 0,-1 1 0 0 0,1-1 1 0 0,-1 1-1 0 0,1-1 0 0 0,0 1 1 0 0,-1 0-1 0 0,1-1 1 0 0,0 1-1 0 0,0 0 0 0 0,0-1 1 0 0,28-17 1226 0 0,18-4 506 0 0,67-24 0 0 0,-62 29-1787 0 0,2 3 1 0 0,96-14-1 0 0,-127 25-759 0 0,1 2 1 0 0,0 1-1 0 0,-1 0 0 0 0,26 5 0 0 0,-37-3-26 0 0,-1 0-1 0 0,1 0 0 0 0,-1 2 0 0 0,0-1 1 0 0,0 1-1 0 0,0 1 0 0 0,-1 0 0 0 0,1 0 0 0 0,-1 1 1 0 0,11 8-1 0 0,-39 35 18217 0 0,18-44-17342 0 0,0 22-52 0 0,1 0-1 0 0,2 0 0 0 0,0 0 1 0 0,2 0-1 0 0,16 50 0 0 0,-18-68-38 0 0,1 0 0 0 0,0-1 1 0 0,0 1-1 0 0,1-1 0 0 0,0 0 0 0 0,1-1 0 0 0,0 1 0 0 0,0-1 0 0 0,9 8 1 0 0,-10-11 2 0 0,0 0 1 0 0,0 0 0 0 0,1-1-1 0 0,-1 0 1 0 0,1 0 0 0 0,0-1 0 0 0,0 1-1 0 0,0-1 1 0 0,0-1 0 0 0,0 1-1 0 0,0-1 1 0 0,0 0 0 0 0,0 0 0 0 0,1-1-1 0 0,8 0 1 0 0,-10 0-7 0 0,-1 0-1 0 0,1 0 1 0 0,-1-1-1 0 0,1 0 1 0 0,-1 1-1 0 0,1-2 1 0 0,-1 1-1 0 0,0 0 1 0 0,1-1-1 0 0,-1 0 1 0 0,0 0-1 0 0,0 0 1 0 0,0-1-1 0 0,0 1 1 0 0,-1-1-1 0 0,1 0 1 0 0,-1 0-1 0 0,0 0 1 0 0,1-1-1 0 0,-1 1 1 0 0,-1-1-1 0 0,1 0 1 0 0,0 1-1 0 0,-1-1 1 0 0,4-9-1 0 0,-4 6 3 0 0,0 0-1 0 0,0 0 1 0 0,-1 0 0 0 0,0 0-1 0 0,0-1 1 0 0,-1 1-1 0 0,1 0 1 0 0,-2-1-1 0 0,1 1 1 0 0,-1 0-1 0 0,0-1 1 0 0,-1 1-1 0 0,1 0 1 0 0,-1 0-1 0 0,-5-10 1 0 0,-4-3-163 0 0,-1-1-1 0 0,0 2 1 0 0,-2-1 0 0 0,0 2-1 0 0,-1 0 1 0 0,-1 1 0 0 0,-26-22-1 0 0,37 34-153 0 0,-15-13-7445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2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329 48 3681 0 0,'-1'-3'532'0'0,"0"0"0"0"0,0 0 0 0 0,-1 0 0 0 0,1 0 0 0 0,0 0 0 0 0,-1 1 0 0 0,0-1 0 0 0,0 1 0 0 0,0-1 0 0 0,0 1 0 0 0,0-1 0 0 0,0 1 0 0 0,-5-3 1 0 0,5 3-170 0 0,0 1 1 0 0,0 1 0 0 0,0-1 0 0 0,0 0-1 0 0,0 0 1 0 0,0 1 0 0 0,0-1 0 0 0,-1 1 0 0 0,1 0-1 0 0,0-1 1 0 0,0 1 0 0 0,0 0 0 0 0,-1 0-1 0 0,1 1 1 0 0,-4 0 0 0 0,0 1 6 0 0,-1 0 1 0 0,1 0-1 0 0,0 1 0 0 0,-1 0 1 0 0,1 1-1 0 0,1-1 0 0 0,-1 1 1 0 0,0 0-1 0 0,1 1 0 0 0,0-1 1 0 0,-7 9-1 0 0,-12 14-197 0 0,1 1-1 0 0,1 2 1 0 0,1 0 0 0 0,2 1-1 0 0,1 1 1 0 0,2 1 0 0 0,-19 52 0 0 0,33-80-173 0 0,1 0 0 0 0,-1 1 1 0 0,1-1-1 0 0,1 0 1 0 0,-1 1-1 0 0,1-1 0 0 0,-1 1 1 0 0,2-1-1 0 0,-1 1 1 0 0,1-1-1 0 0,-1 1 1 0 0,1-1-1 0 0,1 1 0 0 0,-1-1 1 0 0,1 0-1 0 0,0 0 1 0 0,3 6-1 0 0,-2-7-57 0 0,-1-1 0 0 0,0 0 0 0 0,1 0 0 0 0,0 0 0 0 0,0 0 0 0 0,0-1 0 0 0,0 1 0 0 0,0-1 0 0 0,0 0 0 0 0,0 0 0 0 0,1 0 0 0 0,-1 0 0 0 0,1-1 0 0 0,0 1 0 0 0,-1-1 0 0 0,1 0 0 0 0,0 0 0 0 0,0 0 0 0 0,0 0 0 0 0,0-1 0 0 0,0 0 0 0 0,0 0 0 0 0,0 0 0 0 0,6-1 0 0 0,0-1-35 0 0,0 0-1 0 0,-1 0 1 0 0,0-1 0 0 0,1-1-1 0 0,-1 0 1 0 0,0 0 0 0 0,-1 0-1 0 0,1-1 1 0 0,-1-1 0 0 0,0 1-1 0 0,13-13 1 0 0,17-9-106 0 0,-52 60 568 0 0,4-12 159 0 0,-2 4-103 0 0,2 1 1 0 0,0 0 0 0 0,-6 28-1 0 0,14-45-367 0 0,1 0-1 0 0,0 1 1 0 0,0-1-1 0 0,1 0 1 0 0,0 1-1 0 0,0-1 1 0 0,1 1 0 0 0,1-1-1 0 0,0 0 1 0 0,0 0-1 0 0,0 0 1 0 0,8 17-1 0 0,-3-12-3 0 0,-1 0 0 0 0,2 0-1 0 0,0-1 1 0 0,14 19 0 0 0,-19-28-141 0 0,0-1 1 0 0,0 0 0 0 0,1 0 0 0 0,-1 0 0 0 0,1 0-1 0 0,-1 0 1 0 0,1-1 0 0 0,0 1 0 0 0,0-1 0 0 0,0 0-1 0 0,1 0 1 0 0,-1-1 0 0 0,0 1 0 0 0,1-1-1 0 0,-1 0 1 0 0,1 0 0 0 0,-1-1 0 0 0,1 1 0 0 0,7-1-1 0 0,6-1-985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2.8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1 9218 0 0,'-10'-1'6006'0'0,"9"2"-5881"0"0,-3 17 3296 0 0,4 28-933 0 0,0-43-2315 0 0,37 454 4598 0 0,-32-432-5221 0 0,12 38 1 0 0,-9-36-233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3.1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0 284 13395 0 0,'5'-4'323'0'0,"1"0"-1"0"0,-1 1 1 0 0,1 0 0 0 0,0 0 0 0 0,0 0 0 0 0,8-2-1 0 0,14-8 1698 0 0,-16 6-1316 0 0,0-1 0 0 0,0 0 0 0 0,-1-1 0 0 0,0 0 0 0 0,-1-1 0 0 0,0 0 0 0 0,14-18 0 0 0,-19 21-656 0 0,-1 1-1 0 0,0-1 1 0 0,0 0 0 0 0,-1 0-1 0 0,0 0 1 0 0,0-1 0 0 0,0 1 0 0 0,-1 0-1 0 0,-1-1 1 0 0,1 0 0 0 0,-1 0-1 0 0,0 1 1 0 0,-1-1 0 0 0,0 0-1 0 0,-1-11 1 0 0,1 18-46 0 0,0-1-1 0 0,0 1 1 0 0,0 0-1 0 0,0 0 1 0 0,0-1-1 0 0,-1 1 1 0 0,1 0-1 0 0,0 0 1 0 0,-1 0-1 0 0,1 0 1 0 0,-1 0-1 0 0,1-1 1 0 0,-1 1-1 0 0,1 0 1 0 0,-1 0-1 0 0,0 0 1 0 0,0 0-1 0 0,1 1 1 0 0,-1-1-1 0 0,0 0 1 0 0,0 0-1 0 0,0 0 1 0 0,0 1-1 0 0,0-1 1 0 0,-2-1-1 0 0,1 2-9 0 0,1 0-1 0 0,-1 0 0 0 0,0 0 1 0 0,1 0-1 0 0,-1 0 0 0 0,0 1 1 0 0,1-1-1 0 0,-1 0 0 0 0,0 1 0 0 0,1-1 1 0 0,-1 1-1 0 0,1 0 0 0 0,-1-1 1 0 0,1 1-1 0 0,-1 0 0 0 0,-1 1 1 0 0,-3 3-22 0 0,-1 0 1 0 0,0 0-1 0 0,1 1 1 0 0,0 0-1 0 0,0 0 1 0 0,-6 9-1 0 0,8-10 25 0 0,1 1-1 0 0,0 0 0 0 0,0-1 0 0 0,0 1 0 0 0,1 0 0 0 0,0 0 0 0 0,0 0 0 0 0,0 1 0 0 0,1-1 1 0 0,0 0-1 0 0,0 1 0 0 0,0-1 0 0 0,1 1 0 0 0,0-1 0 0 0,1 0 0 0 0,1 12 0 0 0,-1-14-1 0 0,1 1-1 0 0,-1-1 0 0 0,1 0 0 0 0,0 0 1 0 0,0 0-1 0 0,1 0 0 0 0,-1 0 0 0 0,1 0 1 0 0,0-1-1 0 0,0 1 0 0 0,0-1 1 0 0,0 0-1 0 0,1 0 0 0 0,-1 0 0 0 0,1 0 1 0 0,0-1-1 0 0,-1 1 0 0 0,1-1 0 0 0,0 0 1 0 0,1 0-1 0 0,-1-1 0 0 0,0 1 0 0 0,1-1 1 0 0,5 1-1 0 0,15 3-403 0 0,1-2-122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3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69 2304 0 0,'7'-22'2499'0'0,"-6"19"-1367"0"0,-1 0 0 0 0,1 0 0 0 0,-1 0 0 0 0,0 0-1 0 0,0 0 1 0 0,0 0 0 0 0,0 0 0 0 0,-10-18 6014 0 0,9 21-6846 0 0,0 0 1 0 0,1-1 0 0 0,-1 1 0 0 0,-1 0-1 0 0,0 0-302 0 0,0 0 0 0 0,1 0 0 0 0,-1 0-1 0 0,0 0 1 0 0,0 0 0 0 0,0 1 0 0 0,0-1 0 0 0,1 1-1 0 0,-1 0 1 0 0,0-1 0 0 0,1 1 0 0 0,-1 0 0 0 0,0 0-1 0 0,-2 2 1 0 0,-1 1 44 0 0,1-1 1 0 0,-1 1-1 0 0,1 0 1 0 0,0 1-1 0 0,0-1 0 0 0,0 1 1 0 0,1 0-1 0 0,0 0 0 0 0,0 0 1 0 0,0 0-1 0 0,0 0 0 0 0,1 1 1 0 0,0-1-1 0 0,0 1 0 0 0,1 0 1 0 0,-1-1-1 0 0,1 1 0 0 0,0 0 1 0 0,0 7-1 0 0,1 9 3 0 0,0-1 1 0 0,1 0-1 0 0,1 0 0 0 0,5 24 1 0 0,-7-45-112 0 0,0 1 0 0 0,0 0 0 0 0,0 0 0 0 0,0 0 0 0 0,0 0 0 0 0,0 0 0 0 0,0-1 0 0 0,0 1 0 0 0,0 0 0 0 0,0 0 1 0 0,1 0-1 0 0,-1-1 0 0 0,0 1 0 0 0,1 0 0 0 0,-1 0 0 0 0,0-1 0 0 0,1 1 0 0 0,-1 0 0 0 0,1 0 0 0 0,-1-1 0 0 0,1 1 0 0 0,0-1 0 0 0,-1 1 1 0 0,1-1-1 0 0,-1 1 0 0 0,1-1 0 0 0,0 1 0 0 0,0-1 0 0 0,-1 1 0 0 0,1-1 0 0 0,0 0 0 0 0,0 1 0 0 0,-1-1 0 0 0,1 0 0 0 0,0 0 0 0 0,0 1 1 0 0,0-1-1 0 0,0 0 0 0 0,-1 0 0 0 0,1 0 0 0 0,0 0 0 0 0,0 0 0 0 0,1-1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3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 7290 0 0,'9'-5'648'0'0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4.0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16 14283 0 0,'-7'-15'9420'0'0,"7"14"-9301"0"0,6 99 1525 0 0,32 164 0 0 0,-36-254-1647 0 0,30 132-497 0 0,-18-88-2023 0 0,-2 0-4393 0 0,-9-32-490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4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1 144 10138 0 0,'1'-5'280'0'0,"1"0"-1"0"0,0 0 1 0 0,0 0-1 0 0,0 0 1 0 0,0 1-1 0 0,1-1 1 0 0,0 1-1 0 0,0 0 1 0 0,0-1 0 0 0,1 1-1 0 0,-1 1 1 0 0,1-1-1 0 0,0 0 1 0 0,0 1-1 0 0,0 0 1 0 0,1 0-1 0 0,5-3 1 0 0,40-21 619 0 0,-4 7-4253 0 0,-35 17 2937 0 0,1 0 0 0 0,0 0-1 0 0,16-1 1 0 0,-12 2 369 0 0,4-2-12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4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41 3681 0 0,'7'-1'822'0'0,"11"-5"5012"0"0,3-2-1265 0 0,-19 8-4341 0 0,1 0 1 0 0,-1 0-1 0 0,1 1 1 0 0,-1-1-1 0 0,1 0 0 0 0,-1 1 1 0 0,1 0-1 0 0,-1-1 1 0 0,1 1-1 0 0,-1 0 0 0 0,0 0 1 0 0,1 1-1 0 0,-1-1 1 0 0,0 0-1 0 0,0 1 0 0 0,0-1 1 0 0,0 1-1 0 0,0 0 1 0 0,0-1-1 0 0,-1 1 0 0 0,1 0 1 0 0,-1 0-1 0 0,1 0 1 0 0,-1 0-1 0 0,0 1 1 0 0,2 2-1 0 0,4 9-39 0 0,0 1-1 0 0,-1 1 1 0 0,5 17 0 0 0,-1-2 266 0 0,4 1-359 0 0,-9-20-50 0 0,1 0 0 0 0,-2 0 0 0 0,1 0 0 0 0,-2 1 0 0 0,0 0 0 0 0,4 25 0 0 0,-7-37-45 0 0,0-1 0 0 0,0 0 0 0 0,0 0 0 0 0,0 1-1 0 0,0-1 1 0 0,0 0 0 0 0,0 0 0 0 0,0 1 0 0 0,0-1 0 0 0,0 0 0 0 0,0 1 0 0 0,0-1 0 0 0,0 0 0 0 0,0 0 0 0 0,0 1 0 0 0,0-1 0 0 0,0 0 0 0 0,0 0-1 0 0,0 1 1 0 0,-1-1 0 0 0,1 0 0 0 0,0 0 0 0 0,0 1 0 0 0,0-1 0 0 0,0 0 0 0 0,0 0 0 0 0,-1 0 0 0 0,1 1 0 0 0,0-1 0 0 0,0 0 0 0 0,0 0-1 0 0,-1 0 1 0 0,1 0 0 0 0,0 1 0 0 0,0-1 0 0 0,-1 0 0 0 0,1 0 0 0 0,0 0 0 0 0,0 0 0 0 0,-1 0 0 0 0,1 0 0 0 0,-1 0 0 0 0,-10-8 91 0 0,-9-19 88 0 0,14 16-117 0 0,1-1 1 0 0,0-1 0 0 0,1 1-1 0 0,1-1 1 0 0,0 0-1 0 0,0 0 1 0 0,1 0 0 0 0,0-23-1 0 0,2 26-264 0 0,1 0-1 0 0,-1 1 0 0 0,2-1 1 0 0,-1 1-1 0 0,1-1 1 0 0,1 1-1 0 0,0 0 0 0 0,0 0 1 0 0,0 0-1 0 0,1 0 1 0 0,1 0-1 0 0,9-13 0 0 0,1 3-7311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4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11522 0 0,'17'34'3350'0'0,"32"69"3353"0"0,-44-91-6515 0 0,-1 1 0 0 0,0-1 0 0 0,-1 1 0 0 0,0 0 0 0 0,-1 0-1 0 0,0 19 1 0 0,-5-14-1787 0 0,0-15 216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4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62 17972 0 0,'-2'-12'800'0'0,"2"2"160"0"0,3 1-768 0 0,-1 3-192 0 0,-1 3 0 0 0,1 1 0 0 0,1 1 488 0 0,0-2 64 0 0,1-3 17 0 0,1-1-1 0 0,-1 4-408 0 0,-1 3-72 0 0,-1 5-24 0 0,-2 3 0 0 0,-2 4-1216 0 0,4 4-241 0 0,2 4-47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5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310 33 6913 0 0,'-2'-3'479'0'0,"0"1"0"0"0,0-1 0 0 0,0 1 0 0 0,0 0 0 0 0,0 0 0 0 0,-1 0 0 0 0,1 0 0 0 0,-1 0 0 0 0,1 0 0 0 0,-1 1 0 0 0,0-1 0 0 0,1 1 0 0 0,-1 0 0 0 0,0 0 0 0 0,0 0 0 0 0,0 0 0 0 0,0 0 0 0 0,0 1 0 0 0,0-1 0 0 0,-1 1 0 0 0,1 0 0 0 0,0 0 0 0 0,-4 0 0 0 0,-2 0-2 0 0,0 1 1 0 0,1 0-1 0 0,-1 0 1 0 0,0 1-1 0 0,1 0 1 0 0,-1 1-1 0 0,-8 3 1 0 0,7-1-359 0 0,1 0 0 0 0,1 1-1 0 0,-1 0 1 0 0,1 1 0 0 0,0-1 0 0 0,0 2 0 0 0,1-1 0 0 0,0 1 0 0 0,0 0 0 0 0,-9 16 0 0 0,4-6-7 0 0,2 1 0 0 0,0 1 1 0 0,1 0-1 0 0,-7 24 0 0 0,14-39-142 0 0,0 1 0 0 0,0 0-1 0 0,1 0 1 0 0,0 0 0 0 0,0 0-1 0 0,1 1 1 0 0,0-1 0 0 0,0 0-1 0 0,0 0 1 0 0,1 0 0 0 0,0 0-1 0 0,0 0 1 0 0,0 0 0 0 0,1 0 0 0 0,0 0-1 0 0,0 0 1 0 0,0-1 0 0 0,1 1-1 0 0,0-1 1 0 0,0 1 0 0 0,4 4-1 0 0,-3-6-657 0 0,0 0-1 0 0,0 0 1 0 0,0 0-1 0 0,1 0 1 0 0,-1-1-1 0 0,1 0 1 0 0,0 0-1 0 0,0 0 1 0 0,6 2-1 0 0,17 5-6423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5.5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301 139 11979 0 0,'0'-8'46'0'0,"-1"-5"822"0"0,-1 0 0 0 0,0 1 0 0 0,-1-1 0 0 0,0 1 1 0 0,-5-13-1 0 0,7 22-718 0 0,0 1 1 0 0,-1-1-1 0 0,1 1 1 0 0,0-1-1 0 0,-1 1 0 0 0,0 0 1 0 0,1 0-1 0 0,-1 0 1 0 0,0 0-1 0 0,0 0 1 0 0,0 0-1 0 0,0 0 1 0 0,-1 0-1 0 0,1 1 1 0 0,0-1-1 0 0,-1 1 0 0 0,1 0 1 0 0,-1 0-1 0 0,0 0 1 0 0,1 0-1 0 0,-1 0 1 0 0,0 0-1 0 0,1 1 1 0 0,-1-1-1 0 0,0 1 1 0 0,0 0-1 0 0,1 0 0 0 0,-1 0 1 0 0,-4 0-1 0 0,-2 2-54 0 0,1 0 0 0 0,-1 1 0 0 0,0 0-1 0 0,1 0 1 0 0,0 0 0 0 0,0 1 0 0 0,0 1-1 0 0,0-1 1 0 0,1 1 0 0 0,0 1 0 0 0,0-1-1 0 0,0 1 1 0 0,0 0 0 0 0,-7 10 0 0 0,2-2-15 0 0,1-1-1 0 0,1 2 1 0 0,0 0 0 0 0,1 0 0 0 0,0 1-1 0 0,-8 21 1 0 0,15-32-83 0 0,0 1-1 0 0,1 0 0 0 0,-1 0 1 0 0,1 0-1 0 0,0 0 1 0 0,1 0-1 0 0,0 0 1 0 0,-1 0-1 0 0,2 0 1 0 0,-1 0-1 0 0,1 0 1 0 0,0 0-1 0 0,0 0 0 0 0,3 7 1 0 0,-3-11-46 0 0,0 1 0 0 0,0-1-1 0 0,1 0 1 0 0,-1 0 0 0 0,0 0 0 0 0,1 0-1 0 0,0 0 1 0 0,-1 0 0 0 0,1 0 0 0 0,0 0 0 0 0,0 0-1 0 0,0-1 1 0 0,0 1 0 0 0,0-1 0 0 0,0 0 0 0 0,1 0-1 0 0,-1 1 1 0 0,0-1 0 0 0,1-1 0 0 0,-1 1 0 0 0,1 0-1 0 0,-1-1 1 0 0,1 1 0 0 0,-1-1 0 0 0,1 0-1 0 0,-1 1 1 0 0,1-1 0 0 0,0-1 0 0 0,-1 1 0 0 0,1 0-1 0 0,-1-1 1 0 0,1 1 0 0 0,-1-1 0 0 0,1 1 0 0 0,2-3-1 0 0,4 0-326 0 0,-1 0 0 0 0,0 0 0 0 0,0-1 0 0 0,0 0 0 0 0,0-1-1 0 0,-1 0 1 0 0,12-9 0 0 0,43-48-2056 0 0,-50 47 2567 0 0,2 2-1 0 0,-1-1 0 0 0,2 2 0 0 0,25-19 1 0 0,-39 30-21 0 0,1 0 0 0 0,-1 0 1 0 0,1 0-1 0 0,-1 1 0 0 0,1-1 1 0 0,0 0-1 0 0,-1 0 0 0 0,1 1 1 0 0,0-1-1 0 0,-1 1 0 0 0,1 0 0 0 0,0-1 1 0 0,0 1-1 0 0,-1 0 0 0 0,1 0 1 0 0,0 0-1 0 0,0 0 0 0 0,0 0 1 0 0,-1 1-1 0 0,1-1 0 0 0,0 1 1 0 0,0-1-1 0 0,-1 1 0 0 0,1-1 1 0 0,0 1-1 0 0,-1 0 0 0 0,1 0 0 0 0,-1 0 1 0 0,1 0-1 0 0,-1 0 0 0 0,1 0 1 0 0,-1 0-1 0 0,0 0 0 0 0,0 1 1 0 0,1-1-1 0 0,-1 0 0 0 0,0 1 1 0 0,0-1-1 0 0,0 1 0 0 0,1 2 1 0 0,3 8 187 0 0,0 0 1 0 0,-1 0 0 0 0,0 0 0 0 0,3 24-1 0 0,-1-8-140 0 0,-5-26-169 0 0,-1 0 0 0 0,0 0 0 0 0,1-1 0 0 0,0 1 0 0 0,-1 0 0 0 0,1 0 0 0 0,0-1 0 0 0,0 1 0 0 0,0 0 0 0 0,0-1 0 0 0,0 1 0 0 0,0-1 1 0 0,0 0-1 0 0,0 1 0 0 0,1-1 0 0 0,-1 0 0 0 0,0 1 0 0 0,1-1 0 0 0,-1 0 0 0 0,1 0 0 0 0,0 0 0 0 0,-1-1 0 0 0,1 1 0 0 0,0 0 0 0 0,-1 0 0 0 0,1-1 0 0 0,0 1 0 0 0,0-1 0 0 0,0 0 0 0 0,0 1 0 0 0,-1-1 0 0 0,1 0 0 0 0,0 0 0 0 0,0 0 0 0 0,0-1 0 0 0,0 1 0 0 0,-1 0 0 0 0,1-1 0 0 0,0 1 0 0 0,0-1 0 0 0,0 1 1 0 0,-1-1-1 0 0,1 0 0 0 0,3-2 0 0 0,6-3-426 0 0,-1 0 1 0 0,1-1 0 0 0,-1 0-1 0 0,0-1 1 0 0,12-13-1 0 0,0-2-1280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5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77 414 1376 0 0,'-7'-27'2124'0'0,"0"0"0"0"0,2 0 1 0 0,-3-39-1 0 0,3-86 4618 0 0,4 134-5561 0 0,2-7 517 0 0,-1 18-1269 0 0,1-1 1 0 0,-1 1 0 0 0,0 0 0 0 0,-1-1-1 0 0,0 1 1 0 0,0 0 0 0 0,-4-12 0 0 0,1 18 627 0 0,-1 8-598 0 0,-3 10 2 0 0,3 3-168 0 0,0 0-1 0 0,1 0 1 0 0,1 0-1 0 0,1 1 1 0 0,0 35 0 0 0,14 106 483 0 0,-10-143-672 0 0,2 16 163 0 0,1 1-1 0 0,1-1 1 0 0,3 0 0 0 0,23 65 0 0 0,-25-85-460 0 0,1 1-1 0 0,1-2 1 0 0,0 1-1 0 0,0-1 1 0 0,13 14-1 0 0,-12-18-927 0 0,-1 0 1 0 0,2 0-1 0 0,0-1 0 0 0,0-1 1 0 0,0 0-1 0 0,25 13 1 0 0,-1-5-7432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6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264 17 9674 0 0,'-3'-2'508'0'0,"-1"0"0"0"0,1 0 0 0 0,0 0 0 0 0,0 1 0 0 0,-1-1 0 0 0,1 1 0 0 0,-1 0 0 0 0,1 0 0 0 0,-1 0 0 0 0,1 1 0 0 0,-1-1 0 0 0,0 1 0 0 0,1 0 0 0 0,-1 0 0 0 0,0 0 0 0 0,1 1 0 0 0,-1-1 0 0 0,0 1 0 0 0,1 0 0 0 0,-1 0 0 0 0,-6 2 0 0 0,2 1-343 0 0,-1 1 0 0 0,1 0 1 0 0,0 0-1 0 0,1 0 0 0 0,-1 1 0 0 0,1 1 1 0 0,0-1-1 0 0,0 1 0 0 0,-6 8 0 0 0,-49 72 55 0 0,57-80-218 0 0,1 1-1 0 0,-1 0 1 0 0,1-1-1 0 0,1 1 1 0 0,-1 0-1 0 0,2 1 1 0 0,-1-1-1 0 0,-2 16 1 0 0,5-20-3 0 0,0-1 1 0 0,0 0 0 0 0,0 1 0 0 0,0-1 0 0 0,1 1 0 0 0,-1-1 0 0 0,1 1 0 0 0,0-1 0 0 0,0 0-1 0 0,0 0 1 0 0,1 1 0 0 0,-1-1 0 0 0,1 0 0 0 0,-1 0 0 0 0,1 0 0 0 0,0 0 0 0 0,0-1 0 0 0,1 1-1 0 0,-1-1 1 0 0,1 1 0 0 0,-1-1 0 0 0,1 0 0 0 0,0 1 0 0 0,5 2 0 0 0,17 9-10 0 0,48 19 1 0 0,-45-21-11 0 0,41 24 1 0 0,-61-31 16 0 0,0 0-1 0 0,0 1 1 0 0,-1 0 0 0 0,1 1 0 0 0,-1-1-1 0 0,-1 2 1 0 0,1-1 0 0 0,-1 1-1 0 0,5 8 1 0 0,-10-14-3 0 0,1 0 1 0 0,-1 1-1 0 0,0-1 0 0 0,0 0 0 0 0,0 1 0 0 0,-1-1 1 0 0,1 1-1 0 0,0-1 0 0 0,-1 1 0 0 0,0-1 0 0 0,0 1 1 0 0,1-1-1 0 0,-1 1 0 0 0,-1-1 0 0 0,1 1 0 0 0,0-1 1 0 0,-1 1-1 0 0,1-1 0 0 0,-1 1 0 0 0,-1 3 0 0 0,0-2 3 0 0,0 0 0 0 0,-1 0 0 0 0,1 0 0 0 0,-1 0-1 0 0,0-1 1 0 0,0 1 0 0 0,-1-1 0 0 0,1 1-1 0 0,-1-1 1 0 0,-6 4 0 0 0,3-2-58 0 0,0-1 0 0 0,0 0 0 0 0,0 0 0 0 0,-1 0 0 0 0,1-1 0 0 0,-1 0 0 0 0,0-1 0 0 0,0 0 0 0 0,0 0-1 0 0,-1-1 1 0 0,1 0 0 0 0,-13 0 0 0 0,1-5-249 0 0,2-2-2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6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9674 0 0,'5'2'977'0'0,"0"1"0"0"0,1-1 0 0 0,-1 1-1 0 0,0 1 1 0 0,0-1 0 0 0,-1 1 0 0 0,1 0 0 0 0,6 7 0 0 0,-6-5-341 0 0,0 0 1 0 0,-1 0-1 0 0,1 1 1 0 0,-2-1-1 0 0,7 15 1 0 0,-3 1-425 0 0,0 1 1 0 0,-2-1 0 0 0,4 34-1 0 0,-4-23 119 0 0,-2-21-1439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6.5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0 12899 0 0,'-7'0'576'0'0,"2"2"112"0"0,2-1-552 0 0,3 2-136 0 0,0 0 0 0 0,0 1 0 0 0,2-1 152 0 0,-1 3 0 0 0,2 4 0 0 0,3 5 0 0 0,3 5-152 0 0,4 0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7.4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221 166 6449 0 0,'6'-4'480'0'0,"-1"-1"-1"0"0,1-1 0 0 0,-2 1 0 0 0,1-1 1 0 0,-1 0-1 0 0,8-13 0 0 0,-11 18-262 0 0,-1 0 1 0 0,1 0-1 0 0,-1 0 0 0 0,1-1 0 0 0,-1 1 0 0 0,0 0 0 0 0,1 0 1 0 0,-1-1-1 0 0,0 1 0 0 0,0 0 0 0 0,0-1 0 0 0,0 1 0 0 0,0 0 1 0 0,0 0-1 0 0,0-1 0 0 0,-1 1 0 0 0,1 0 0 0 0,-1-3 0 0 0,0 3-8 0 0,0 0 0 0 0,0 0 0 0 0,0 0 0 0 0,0 0 0 0 0,0 0 0 0 0,-1 0 0 0 0,1 0 0 0 0,0 0 0 0 0,0 1 0 0 0,-1-1 0 0 0,1 1 0 0 0,-1-1 0 0 0,1 1 0 0 0,0-1 0 0 0,-1 1 0 0 0,1-1 0 0 0,-1 1 0 0 0,1 0 0 0 0,-1 0 0 0 0,-2 0 0 0 0,-3 0 14 0 0,0 0 1 0 0,0 1-1 0 0,0 0 0 0 0,1 0 1 0 0,-1 1-1 0 0,0 0 1 0 0,1 0-1 0 0,-1 0 1 0 0,1 1-1 0 0,0 0 1 0 0,0 0-1 0 0,0 1 1 0 0,0-1-1 0 0,0 1 1 0 0,1 1-1 0 0,-1-1 0 0 0,1 1 1 0 0,0 0-1 0 0,-8 11 1 0 0,-3 5-250 0 0,1 1 0 0 0,0 1 1 0 0,-19 42-1 0 0,30-56-20 0 0,0 1-1 0 0,1-1 1 0 0,0 0 0 0 0,0 1 0 0 0,-2 16-1 0 0,5-25 5 0 0,-1 1-1 0 0,1-1 0 0 0,0 1 1 0 0,0 0-1 0 0,0-1 0 0 0,0 1 1 0 0,0-1-1 0 0,0 1 0 0 0,0 0 0 0 0,0-1 1 0 0,0 1-1 0 0,1 0 0 0 0,-1-1 1 0 0,1 1-1 0 0,-1-1 0 0 0,1 1 0 0 0,0-1 1 0 0,0 1-1 0 0,-1-1 0 0 0,1 0 1 0 0,0 1-1 0 0,0-1 0 0 0,0 0 1 0 0,1 0-1 0 0,-1 0 0 0 0,0 0 0 0 0,0 0 1 0 0,1 0-1 0 0,-1 0 0 0 0,0 0 1 0 0,1 0-1 0 0,-1 0 0 0 0,1-1 0 0 0,-1 1 1 0 0,1-1-1 0 0,-1 1 0 0 0,1-1 1 0 0,0 1-1 0 0,-1-1 0 0 0,1 0 0 0 0,-1 0 1 0 0,3 0-1 0 0,1 0-44 0 0,-1-1 0 0 0,0 0 0 0 0,0 0 0 0 0,0 0-1 0 0,0-1 1 0 0,0 1 0 0 0,0-1 0 0 0,0 0 0 0 0,-1 0 0 0 0,1 0 0 0 0,-1-1 0 0 0,1 1-1 0 0,-1-1 1 0 0,0 0 0 0 0,5-5 0 0 0,6-8 266 0 0,23-32-1 0 0,-26 32 110 0 0,18-27 426 0 0,-21 30-398 0 0,0-1-1 0 0,1 2 1 0 0,0 0-1 0 0,2 0 0 0 0,21-20 1 0 0,-31 31-304 0 0,-1 1 0 0 0,1-1 0 0 0,0 1 0 0 0,0-1 1 0 0,0 1-1 0 0,0 0 0 0 0,-1-1 0 0 0,1 1 0 0 0,0 0 0 0 0,0 0 1 0 0,0 0-1 0 0,0 0 0 0 0,0 0 0 0 0,0 0 0 0 0,0 0 0 0 0,0 0 1 0 0,0 0-1 0 0,0 0 0 0 0,-1 0 0 0 0,1 1 0 0 0,0-1 0 0 0,0 0 1 0 0,0 1-1 0 0,0-1 0 0 0,0 0 0 0 0,-1 1 0 0 0,1-1 0 0 0,0 1 0 0 0,0 0 1 0 0,-1-1-1 0 0,1 1 0 0 0,0-1 0 0 0,-1 1 0 0 0,1 0 0 0 0,-1 0 1 0 0,1-1-1 0 0,-1 1 0 0 0,1 0 0 0 0,-1 0 0 0 0,1 0 0 0 0,-1-1 1 0 0,0 1-1 0 0,0 0 0 0 0,1 2 0 0 0,15 47 123 0 0,-14-41-73 0 0,11 36-15 0 0,-1-7-17 0 0,-2 0 1 0 0,-2 1 0 0 0,-1 0-1 0 0,2 45 1 0 0,-9-81-29 0 0,0 0 0 0 0,0 0 0 0 0,0 0 0 0 0,-1 0 0 0 0,1 0 0 0 0,-1 0 1 0 0,1-1-1 0 0,-1 1 0 0 0,0 0 0 0 0,0 0 0 0 0,0-1 0 0 0,0 1 0 0 0,-1 0 0 0 0,1-1 0 0 0,-1 1 0 0 0,1-1 0 0 0,-1 0 1 0 0,0 0-1 0 0,0 1 0 0 0,-4 2 0 0 0,3-4-12 0 0,1 1 1 0 0,-1-1 0 0 0,0 0 0 0 0,1-1-1 0 0,-1 1 1 0 0,0 0 0 0 0,0-1 0 0 0,0 0-1 0 0,1 1 1 0 0,-1-1 0 0 0,0 0 0 0 0,0 0-1 0 0,0-1 1 0 0,0 1 0 0 0,1-1 0 0 0,-1 1-1 0 0,0-1 1 0 0,0 0 0 0 0,1 0 0 0 0,-1 0-1 0 0,-3-2 1 0 0,0 0-160 0 0,0 1 0 0 0,1-1 0 0 0,-1 0 0 0 0,1-1-1 0 0,0 0 1 0 0,0 1 0 0 0,0-2 0 0 0,0 1 0 0 0,1 0 0 0 0,0-1 0 0 0,-1 0 0 0 0,2 0 0 0 0,-7-11-1 0 0,8 12-50 0 0,0-1 0 0 0,0 0-1 0 0,1 0 1 0 0,0 0 0 0 0,0-1-1 0 0,0 1 1 0 0,0 0 0 0 0,1 0 0 0 0,0 0-1 0 0,0-1 1 0 0,1 1 0 0 0,-1 0-1 0 0,1 0 1 0 0,0-1 0 0 0,0 1-1 0 0,1 0 1 0 0,2-6 0 0 0,5-10 144 0 0,2-1 0 0 0,0 1 0 0 0,1 1 0 0 0,15-20 0 0 0,64-71 1615 0 0,-81 98-1158 0 0,1 2 1 0 0,1-1 0 0 0,-1 1 0 0 0,2 1 0 0 0,-1 0 0 0 0,1 1 0 0 0,20-10 0 0 0,-29 17-310 0 0,1 0 1 0 0,-1 0 0 0 0,0 1 0 0 0,0-1 0 0 0,1 1 0 0 0,-1 0 0 0 0,1 1 0 0 0,-1-1 0 0 0,1 1 0 0 0,-1 0 0 0 0,1 0 0 0 0,0 0 0 0 0,-1 1 0 0 0,1-1-1 0 0,-1 1 1 0 0,1 0 0 0 0,-1 1 0 0 0,0-1 0 0 0,1 1 0 0 0,-1 0 0 0 0,0 0 0 0 0,0 0 0 0 0,0 0 0 0 0,-1 1 0 0 0,1-1 0 0 0,0 1 0 0 0,-1 0 0 0 0,0 0-1 0 0,1 1 1 0 0,2 3 0 0 0,0 0-44 0 0,-1 1 0 0 0,0-1 0 0 0,-1 1 0 0 0,1 0 0 0 0,-1 0 0 0 0,-1 1 0 0 0,0-1 0 0 0,0 1 0 0 0,2 8 0 0 0,1 17-25 0 0,3 36 1 0 0,-1-10-105 0 0,-8-59 81 0 0,-1-1 1 0 0,1 0-1 0 0,0 1 1 0 0,0-1-1 0 0,0 0 1 0 0,0 1-1 0 0,0-1 1 0 0,0 0-1 0 0,0 1 1 0 0,0-1-1 0 0,0 1 1 0 0,0-1-1 0 0,0 0 0 0 0,1 1 1 0 0,-1-1-1 0 0,0 0 1 0 0,0 1-1 0 0,0-1 1 0 0,0 0-1 0 0,1 1 1 0 0,-1-1-1 0 0,0 0 1 0 0,0 0-1 0 0,0 1 0 0 0,1-1 1 0 0,-1 0-1 0 0,0 1 1 0 0,1-1-1 0 0,-1 0 1 0 0,0 0-1 0 0,0 0 1 0 0,1 1-1 0 0,-1-1 1 0 0,0 0-1 0 0,1 0 1 0 0,-1 0-1 0 0,1 0 0 0 0,-1 0 1 0 0,0 0-1 0 0,1 0 1 0 0,-1 0-1 0 0,0 0 1 0 0,1 0-1 0 0,12-15-646 0 0,8-31 91 0 0,-3-4 480 0 0,-5 10 373 0 0,25-49 0 0 0,-33 79-185 0 0,0 1 1 0 0,1-1 0 0 0,0 1 0 0 0,0 1 0 0 0,1-1 0 0 0,0 1-1 0 0,0 0 1 0 0,1 1 0 0 0,0 0 0 0 0,12-8 0 0 0,-18 13-68 0 0,-1 1 0 0 0,1-1 0 0 0,0 1 1 0 0,0 0-1 0 0,0 0 0 0 0,0 0 0 0 0,1 0 0 0 0,-1 0 0 0 0,0 0 0 0 0,0 0 1 0 0,1 1-1 0 0,-1-1 0 0 0,0 1 0 0 0,1 0 0 0 0,-1 0 0 0 0,0 0 1 0 0,1 0-1 0 0,-1 0 0 0 0,0 0 0 0 0,1 1 0 0 0,-1-1 0 0 0,0 1 1 0 0,1-1-1 0 0,-1 1 0 0 0,0 0 0 0 0,0 0 0 0 0,0 0 0 0 0,0 0 0 0 0,0 0 1 0 0,0 1-1 0 0,0-1 0 0 0,0 0 0 0 0,0 1 0 0 0,2 2 0 0 0,0 2 66 0 0,0 1 0 0 0,0 0 0 0 0,0 0 0 0 0,-1 0 0 0 0,0 0 0 0 0,0 0 0 0 0,-1 0 0 0 0,0 1 0 0 0,1 8 0 0 0,-2-8-53 0 0,1-1 0 0 0,0 0-1 0 0,0 0 1 0 0,0 0 0 0 0,1 0 0 0 0,0 0-1 0 0,6 9 1 0 0,-7-13-152 0 0,0-1 0 0 0,0 0 0 0 0,0 0 0 0 0,0 0 0 0 0,0 0 0 0 0,1 0 0 0 0,-1 0 0 0 0,1 0 0 0 0,-1-1 0 0 0,1 0 0 0 0,0 1 0 0 0,0-1 0 0 0,-1 0 0 0 0,1 0-1 0 0,0-1 1 0 0,0 1 0 0 0,0 0 0 0 0,0-1 0 0 0,0 0 0 0 0,0 0 0 0 0,4 0 0 0 0,52 5-1696 0 0,-39-2 1690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7.8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 95 3225 0 0,'-13'-34'4936'0'0,"12"29"-3986"0"0,0 0-1 0 0,-1 0 1 0 0,0 0 0 0 0,0 0-1 0 0,-1 0 1 0 0,1 0-1 0 0,-1 0 1 0 0,0 1-1 0 0,0-1 1 0 0,-5-3 0 0 0,8 7-860 0 0,-1 1 1 0 0,0-1 0 0 0,1 1-1 0 0,-1 0 1 0 0,0-1 0 0 0,0 1-1 0 0,0 0 1 0 0,1 0 0 0 0,-1-1-1 0 0,0 1 1 0 0,0 0-1 0 0,0 0 1 0 0,1 0 0 0 0,-1 0-1 0 0,0 0 1 0 0,0 0 0 0 0,0 1-1 0 0,0-1 1 0 0,1 0 0 0 0,-1 0-1 0 0,0 0 1 0 0,0 1 0 0 0,0-1-1 0 0,1 1 1 0 0,-1-1 0 0 0,0 0-1 0 0,1 1 1 0 0,-1-1 0 0 0,0 1-1 0 0,1-1 1 0 0,-1 1-1 0 0,1 0 1 0 0,-1-1 0 0 0,1 1-1 0 0,-1 0 1 0 0,-21 28 430 0 0,19-24-325 0 0,-7 10-113 0 0,1 1-1 0 0,0 1 0 0 0,1 0 0 0 0,1 0 0 0 0,-7 23 0 0 0,12-33-98 0 0,1 0 0 0 0,0 0 1 0 0,0 0-1 0 0,0 0 0 0 0,1 0 1 0 0,0 0-1 0 0,2 12 0 0 0,-2-16-8 0 0,1 1 0 0 0,0-1-1 0 0,0 1 1 0 0,0-1 0 0 0,1 0-1 0 0,-1 0 1 0 0,1 1 0 0 0,0-1-1 0 0,0 0 1 0 0,0 0 0 0 0,0-1-1 0 0,0 1 1 0 0,1 0 0 0 0,-1-1-1 0 0,6 5 1 0 0,-6-5-36 0 0,0-1 1 0 0,1 0-1 0 0,-1 1 0 0 0,0-1 1 0 0,1 0-1 0 0,-1 0 1 0 0,1 0-1 0 0,-1 0 1 0 0,1-1-1 0 0,-1 1 0 0 0,1-1 1 0 0,-1 1-1 0 0,1-1 1 0 0,0 0-1 0 0,-1 0 1 0 0,1 0-1 0 0,-1 0 0 0 0,5-1 1 0 0,-3-1-9 0 0,1 1-1 0 0,-1-1 1 0 0,0 0 0 0 0,0 0 0 0 0,0 0-1 0 0,0 0 1 0 0,-1-1 0 0 0,1 0-1 0 0,0 1 1 0 0,2-5 0 0 0,3-2 47 0 0,0-1 1 0 0,-1-1-1 0 0,0 1 1 0 0,-1-1-1 0 0,0-1 0 0 0,7-15 1 0 0,0-10 210 0 0,-11 26-105 0 0,1 1 0 0 0,0 0 1 0 0,0 1-1 0 0,1-1 0 0 0,1 1 0 0 0,7-11 1 0 0,-13 20-75 0 0,0-1 0 0 0,1 1 1 0 0,-1 0-1 0 0,0 0 1 0 0,1 0-1 0 0,-1-1 0 0 0,0 1 1 0 0,1 0-1 0 0,-1 0 1 0 0,0 0-1 0 0,1 0 1 0 0,-1 0-1 0 0,0 0 0 0 0,1 0 1 0 0,-1-1-1 0 0,0 1 1 0 0,1 0-1 0 0,-1 0 0 0 0,1 0 1 0 0,-1 1-1 0 0,0-1 1 0 0,1 0-1 0 0,-1 0 1 0 0,0 0-1 0 0,1 0 0 0 0,-1 0 1 0 0,0 0-1 0 0,1 0 1 0 0,-1 1-1 0 0,0-1 0 0 0,1 0 1 0 0,-1 0-1 0 0,0 0 1 0 0,0 1-1 0 0,1-1 1 0 0,-1 0-1 0 0,0 0 0 0 0,0 1 1 0 0,1-1-1 0 0,-1 0 1 0 0,0 1-1 0 0,0-1 0 0 0,0 0 1 0 0,1 1-1 0 0,-1-1 1 0 0,0 0-1 0 0,0 1 1 0 0,0-1-1 0 0,0 0 0 0 0,0 1 1 0 0,0-1-1 0 0,0 0 1 0 0,0 1-1 0 0,0-1 0 0 0,0 0 1 0 0,0 1-1 0 0,7 25 353 0 0,-7-25-330 0 0,3 17 132 0 0,1 0 0 0 0,1 0-1 0 0,1-1 1 0 0,0 0 0 0 0,17 32 0 0 0,-20-44-198 0 0,0 0 0 0 0,1 0 0 0 0,-1-1 0 0 0,1 1-1 0 0,0-1 1 0 0,0 0 0 0 0,0 0 0 0 0,1 0 0 0 0,-1 0 0 0 0,1-1 0 0 0,0 0-1 0 0,0 0 1 0 0,0 0 0 0 0,1-1 0 0 0,-1 0 0 0 0,0 0 0 0 0,1 0 0 0 0,0 0-1 0 0,-1-1 1 0 0,1 0 0 0 0,0 0 0 0 0,10-1 0 0 0,-8 0-249 0 0,-1 0 1 0 0,1-1 0 0 0,0 0-1 0 0,-1 0 1 0 0,0-1-1 0 0,1 0 1 0 0,-1-1-1 0 0,0 1 1 0 0,0-1-1 0 0,0 0 1 0 0,0-1 0 0 0,-1 0-1 0 0,1 0 1 0 0,-1-1-1 0 0,0 1 1 0 0,0-1-1 0 0,-1 0 1 0 0,1-1-1 0 0,-1 0 1 0 0,6-9 0 0 0,5-9-5818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38.0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6913 0 0,'4'-27'448'0'0,"11"-34"15258"0"0,-17 98-14757 0 0,-6 38-7 0 0,4 0-1 0 0,3 0 1 0 0,9 79 0 0 0,-3-106-434 0 0,2-1 0 0 0,3 0 0 0 0,1-1 0 0 0,3 0 1 0 0,37 86-1 0 0,-44-119-646 0 0,0 0 1 0 0,0-1-1 0 0,1 0 0 0 0,13 16 1 0 0,8-1-7753 0 0,-5-10-1665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55.4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1 246 1840 0 0,'6'-41'-451'0'0,"8"-21"4104"0"0,-8 39-1696 0 0,0 0 0 0 0,-2 0 0 0 0,2-35-1 0 0,-6 57-1867 0 0,0 0 0 0 0,0 1 0 0 0,0-1 0 0 0,0 0 0 0 0,0 1 0 0 0,0-1 0 0 0,0 0 0 0 0,0 1 0 0 0,0-1 0 0 0,0 0 0 0 0,-1 1 0 0 0,1-1 0 0 0,0 0 0 0 0,0 1 0 0 0,-1-1 0 0 0,1 0 0 0 0,0 1-1 0 0,-1-1 1 0 0,1 1 0 0 0,0-1 0 0 0,-2 0 0 0 0,-7 5 1315 0 0,7-1-1335 0 0,0-1 1 0 0,0 0-1 0 0,1 0 0 0 0,-1 1 0 0 0,1-1 0 0 0,-1 1 1 0 0,1-1-1 0 0,0 1 0 0 0,-1 3 0 0 0,-1 30-410 0 0,2 0-1 0 0,2 1 0 0 0,8 66 0 0 0,-1-30 104 0 0,23 375 689 0 0,38 374 2033 0 0,107 879-1815 0 0,-134-1077-95 0 0,26 558 1112 0 0,56 877 570 0 0,-95-1287-1442 0 0,-31-736-1124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56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88 11522 0 0,'0'2'111'0'0,"1"-1"0"0"0,-1 1 0 0 0,1 0 0 0 0,0 0-1 0 0,0-1 1 0 0,0 1 0 0 0,0 0 0 0 0,0-1-1 0 0,0 1 1 0 0,0-1 0 0 0,1 1 0 0 0,-1-1-1 0 0,0 0 1 0 0,1 0 0 0 0,-1 1 0 0 0,1-1 0 0 0,-1 0-1 0 0,4 1 1 0 0,35 19 394 0 0,-35-19-443 0 0,15 6 99 0 0,0-1 0 0 0,1-1 1 0 0,-1 0-1 0 0,2-2 0 0 0,-1 0 1 0 0,23 0-1 0 0,135-3 534 0 0,-110-3-630 0 0,609-28 537 0 0,-87 2-9 0 0,-298 22-556 0 0,1094-49 260 0 0,541-4-428 0 0,-816 112 286 0 0,-135-4 23 0 0,144-1-99 0 0,-5 59-16 0 0,-300-1-52 0 0,-379-58 103 0 0,-215-25-79 0 0,923 73-108 0 0,-991-85 77 0 0,1305 47 1571 0 0,0-72-769 0 0,-1212 8-850 0 0,449-26 907 0 0,-484 0-900 0 0,-122 14-5978 0 0,-51 9-514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57.8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15499 0 15203 0 0,'-1'2'93'0'0,"0"1"0"0"0,0-1-1 0 0,1 0 1 0 0,-1 1-1 0 0,1-1 1 0 0,0 1 0 0 0,-1-1-1 0 0,1 0 1 0 0,0 1 0 0 0,1-1-1 0 0,-1 1 1 0 0,0-1 0 0 0,1 1-1 0 0,-1-1 1 0 0,1 0 0 0 0,0 1-1 0 0,1 2 1 0 0,1 11 88 0 0,36 384-314 0 0,-11-91 104 0 0,-14-174 289 0 0,50 350 938 0 0,20-70-262 0 0,-50-249-593 0 0,136 946 132 0 0,-77 11-601 0 0,-103-104 1090 0 0,-27-102-2725 0 0,37-721 3279 0 0,2-166-1330 0 0,1-1 1 0 0,2-1 0 0 0,1 1 0 0 0,16 48 0 0 0,6-30 844 0 0,-28-46-1026 0 0,0-1-1 0 0,0 1 1 0 0,0 0-1 0 0,0-1 1 0 0,0 1-1 0 0,0 0 0 0 0,0-1 1 0 0,0 1-1 0 0,-1 0 1 0 0,1-1-1 0 0,0 1 1 0 0,0 0-1 0 0,-1-1 1 0 0,1 1-1 0 0,0-1 1 0 0,-1 1-1 0 0,1-1 1 0 0,-1 1-1 0 0,1-1 0 0 0,-1 1 1 0 0,1-1-1 0 0,-1 1 1 0 0,1-1-1 0 0,-1 0 1 0 0,1 1-1 0 0,-1-1 1 0 0,0 0-1 0 0,1 1 1 0 0,-1-1-1 0 0,0 0 1 0 0,1 0-1 0 0,-1 1 1 0 0,0-1-1 0 0,1 0 0 0 0,-2 0 1 0 0,-24 7 475 0 0,2-5-482 0 0,-1-1 0 0 0,0-2 0 0 0,1 0 0 0 0,-1-2-1 0 0,0 0 1 0 0,-24-8 0 0 0,-14 0 46 0 0,-65-7-432 0 0,-2 6 1 0 0,-146 4-1 0 0,-20 13 157 0 0,-190 5-390 0 0,-103 31 224 0 0,-580 23 405 0 0,66-29-511 0 0,-90 2-62 0 0,-427 27-33 0 0,1244-45 431 0 0,-1192 91-1082 0 0,430-41 589 0 0,462-35-282 0 0,330-22 1677 0 0,118-5-242 0 0,-138 0-323 0 0,102-3-453 0 0,101-1 83 0 0,-197 8 15 0 0,-280 17 2567 0 0,91-50-693 0 0,447 14-1589 0 0,-375-4-117 0 0,137 10-249 0 0,60-2 805 0 0,96 2 122 0 0,-127 7 663 0 0,290-3-1164 0 0,-16 1-323 0 0,-52 12 0 0 0,74-12-840 0 0,1 2 0 0 0,0 0 0 0 0,-23 12 0 0 0,-30 15-1346 0 0,53-26 3031 0 0,-1 0 0 0 0,-25 5 0 0 0,28-10-131 0 0,-2-1-507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1:59.3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396 9 11058 0 0,'-2'-1'292'0'0,"0"0"0"0"0,0 0 0 0 0,0 0-1 0 0,-1 0 1 0 0,1 0 0 0 0,0 0-1 0 0,-1 1 1 0 0,1-1 0 0 0,0 1 0 0 0,-1-1-1 0 0,1 1 1 0 0,-1 0 0 0 0,1 0-1 0 0,0 0 1 0 0,-1 1 0 0 0,1-1 0 0 0,-1 0-1 0 0,1 1 1 0 0,0 0 0 0 0,-5 1 0 0 0,-50 21 1390 0 0,54-22-1477 0 0,-23 12 69 0 0,0 1 0 0 0,1 1 0 0 0,1 2 0 0 0,1 0-1 0 0,0 1 1 0 0,1 2 0 0 0,1 0 0 0 0,1 1 0 0 0,1 1 0 0 0,-20 30 0 0 0,37-50-269 0 0,1 0-1 0 0,-1 1 1 0 0,1-1 0 0 0,-1 1 0 0 0,1-1 0 0 0,0 1 0 0 0,0-1 0 0 0,0 1 0 0 0,1-1 0 0 0,-1 1-1 0 0,1 0 1 0 0,-1-1 0 0 0,1 1 0 0 0,0 0 0 0 0,0 0 0 0 0,0-1 0 0 0,0 1 0 0 0,1 0 0 0 0,0 3 0 0 0,0-3-15 0 0,1-1 0 0 0,-1 1 0 0 0,1-1 0 0 0,0 0 0 0 0,0 0 0 0 0,0 1 0 0 0,0-1 0 0 0,0 0 1 0 0,0-1-1 0 0,1 1 0 0 0,-1 0 0 0 0,1-1 0 0 0,-1 1 0 0 0,1-1 0 0 0,0 0 0 0 0,-1 0 1 0 0,7 2-1 0 0,127 31-479 0 0,-108-30 407 0 0,-1 2 1 0 0,0 1 0 0 0,-1 1 0 0 0,0 1 0 0 0,0 1-1 0 0,43 24 1 0 0,-64-31 43 0 0,0 1 0 0 0,0-1 0 0 0,-1 1 0 0 0,1 0 1 0 0,-1 1-1 0 0,0-1 0 0 0,0 1 0 0 0,0 0 0 0 0,0 0 0 0 0,-1 0 0 0 0,0 0 0 0 0,0 1 0 0 0,0-1 0 0 0,-1 1 0 0 0,0 0 0 0 0,0 0 1 0 0,0 0-1 0 0,-1 0 0 0 0,0 0 0 0 0,0 0 0 0 0,0 0 0 0 0,-1 0 0 0 0,-1 11 0 0 0,-1-4 165 0 0,0 0 0 0 0,-1-1 0 0 0,-1 1 1 0 0,0-1-1 0 0,0 0 0 0 0,-1 0 0 0 0,-1-1 0 0 0,0 0 0 0 0,-1 1 0 0 0,-11 14 0 0 0,7-13 65 0 0,-1 0-1 0 0,0 0 1 0 0,-1-1 0 0 0,-1 0-1 0 0,0-1 1 0 0,0-1-1 0 0,-1 0 1 0 0,-30 14-1 0 0,25-15-162 0 0,-1 0 0 0 0,-1-2 0 0 0,1 0 0 0 0,-1-1 0 0 0,0-1 0 0 0,-35 2 0 0 0,13-8 95 0 0,42 1-182 0 0,0 0 1 0 0,1 0-1 0 0,-1-1 0 0 0,0 1 0 0 0,0-1 0 0 0,1 1 0 0 0,-1-1 1 0 0,0 0-1 0 0,1 1 0 0 0,-1-1 0 0 0,1 0 0 0 0,-1 0 1 0 0,1 0-1 0 0,-1 0 0 0 0,1-1 0 0 0,0 1 0 0 0,-1 0 0 0 0,1 0 1 0 0,0-1-1 0 0,0 1 0 0 0,-2-4 0 0 0,1-2-887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00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1 461 10138 0 0,'21'-18'5809'0'0,"-4"-2"-4538"0"0,20-30 0 0 0,34-68-3567 0 0,-54 89 2129 0 0,-12 19 147 0 0,1-1 0 0 0,-2 0 0 0 0,0 0-1 0 0,0 0 1 0 0,-1 0 0 0 0,0 0 0 0 0,-1-1 0 0 0,1-17 0 0 0,-2 25 67 0 0,-1-1 0 0 0,0 1 0 0 0,0-1 0 0 0,-1 1 0 0 0,1-1 0 0 0,-1 0 0 0 0,0 1 0 0 0,0-1 0 0 0,0 1 0 0 0,-1 0 0 0 0,1-1 0 0 0,-1 1 0 0 0,0 0 0 0 0,0 0 0 0 0,-1 0 0 0 0,1 0 1 0 0,-1 1-1 0 0,0-1 0 0 0,0 1 0 0 0,0-1 0 0 0,0 1 0 0 0,-1 0 0 0 0,1 0 0 0 0,-7-3 0 0 0,9 5-1 0 0,0 0 1 0 0,0 1-1 0 0,0-1 0 0 0,0 1 1 0 0,0-1-1 0 0,0 1 0 0 0,-1-1 1 0 0,1 1-1 0 0,0 0 0 0 0,0-1 1 0 0,-1 1-1 0 0,1 0 0 0 0,0 0 1 0 0,-1 0-1 0 0,1 0 0 0 0,0 0 1 0 0,0 0-1 0 0,-1 1 0 0 0,1-1 1 0 0,0 0-1 0 0,0 1 0 0 0,0-1 1 0 0,-1 0-1 0 0,1 1 0 0 0,-1 0 1 0 0,0 1-23 0 0,0 0 1 0 0,1-1-1 0 0,-1 1 1 0 0,1 0-1 0 0,-1 0 1 0 0,1 0-1 0 0,0 0 1 0 0,0 0-1 0 0,0 0 1 0 0,0 0-1 0 0,0 0 1 0 0,0 5-1 0 0,-2 6-42 0 0,1 0-1 0 0,1 1 0 0 0,0 21 1 0 0,1-32 40 0 0,0 17-14 0 0,0 0 1 0 0,2 0-1 0 0,0 0 0 0 0,2 0 1 0 0,0-1-1 0 0,1 1 0 0 0,1-1 1 0 0,10 21-1 0 0,-14-34-43 0 0,2 1 0 0 0,-1-1 0 0 0,1-1 0 0 0,0 1 0 0 0,0 0-1 0 0,0-1 1 0 0,1 0 0 0 0,0 0 0 0 0,0 0 0 0 0,0-1 0 0 0,0 1 0 0 0,1-1 0 0 0,0-1 0 0 0,0 1 0 0 0,0-1 0 0 0,0 0 0 0 0,0 0 0 0 0,1-1 0 0 0,-1 0 0 0 0,1 0 0 0 0,0 0-1 0 0,-1-1 1 0 0,1 0 0 0 0,0 0 0 0 0,0-1 0 0 0,0 0 0 0 0,9-1 0 0 0,-8 0-142 0 0,0 0 1 0 0,0-1-1 0 0,0 0 0 0 0,0-1 1 0 0,0 0-1 0 0,0 0 0 0 0,-1 0 0 0 0,0-1 1 0 0,1 0-1 0 0,-1-1 0 0 0,-1 1 1 0 0,1-1-1 0 0,-1-1 0 0 0,0 1 0 0 0,0-1 1 0 0,0 0-1 0 0,-1-1 0 0 0,0 1 1 0 0,0-1-1 0 0,-1 0 0 0 0,7-13 0 0 0,4-12 564 0 0,-1 0-1 0 0,-2-1 0 0 0,14-58 0 0 0,-23 79-137 0 0,-1 3 197 0 0,0 0-1 0 0,1 0 1 0 0,1 0-1 0 0,7-15 1 0 0,-10 23-357 0 0,-1 0 0 0 0,1 0 0 0 0,0 0 0 0 0,0 0 1 0 0,-1 0-1 0 0,1 0 0 0 0,0 0 0 0 0,0 0 0 0 0,0 0 0 0 0,0 1 0 0 0,0-1 0 0 0,0 0 0 0 0,0 1 1 0 0,0-1-1 0 0,1 1 0 0 0,-1-1 0 0 0,0 1 0 0 0,2-1 0 0 0,-1 1-21 0 0,-1 0 0 0 0,1 1 0 0 0,-1-1 0 0 0,1 0 0 0 0,-1 1 0 0 0,0-1 0 0 0,1 1 0 0 0,-1 0 0 0 0,1-1 0 0 0,-1 1 0 0 0,0 0 0 0 0,0 0 0 0 0,1 0 0 0 0,-1 0 0 0 0,0 0 0 0 0,0 0 0 0 0,0 0 0 0 0,0 0 0 0 0,1 2 0 0 0,8 11 234 0 0,0 0 1 0 0,-2 0-1 0 0,11 21 0 0 0,-10-16-164 0 0,21 31 0 0 0,-21-37-143 0 0,29 35 177 0 0,-35-45-233 0 0,0 0 0 0 0,0 0 1 0 0,1 0-1 0 0,-1 0 0 0 0,1-1 0 0 0,0 1 0 0 0,-1-1 1 0 0,1 0-1 0 0,0 0 0 0 0,8 3 0 0 0,-11-5 42 0 0,0 0-1 0 0,0 0 1 0 0,0 0-1 0 0,0-1 1 0 0,0 1 0 0 0,0 0-1 0 0,-1 0 1 0 0,1-1-1 0 0,0 1 1 0 0,0 0-1 0 0,0-1 1 0 0,0 1-1 0 0,0-1 1 0 0,0 1-1 0 0,-1-1 1 0 0,1 1-1 0 0,0-1 1 0 0,0 0-1 0 0,-1 1 1 0 0,1-1-1 0 0,-1 0 1 0 0,1 1 0 0 0,0-1-1 0 0,-1 0 1 0 0,1 0-1 0 0,-1 0 1 0 0,0 0-1 0 0,1-1 1 0 0,13-34-650 0 0,-11 26 583 0 0,6-16 193 0 0,29-69 1115 0 0,-35 87-1127 0 0,1 1 0 0 0,0-1 0 0 0,1 1 0 0 0,0 1 0 0 0,0-1 0 0 0,0 1 0 0 0,1-1 0 0 0,-1 2 0 0 0,12-10 1 0 0,-16 15-77 0 0,0-1 1 0 0,0 0-1 0 0,0 1 1 0 0,0-1-1 0 0,0 1 1 0 0,0-1-1 0 0,0 1 1 0 0,0-1-1 0 0,0 1 1 0 0,1 0-1 0 0,-1 0 1 0 0,0-1-1 0 0,0 1 1 0 0,0 0-1 0 0,0 0 1 0 0,1 0-1 0 0,-1 0 1 0 0,0 0-1 0 0,0 1 1 0 0,0-1-1 0 0,0 0 1 0 0,1 0-1 0 0,-1 1 1 0 0,1 0-1 0 0,0 0 14 0 0,0 1 0 0 0,0-1 0 0 0,0 1 0 0 0,0 0 0 0 0,-1-1 0 0 0,1 1 0 0 0,-1 0 0 0 0,1 0 0 0 0,-1 0 0 0 0,0 0 0 0 0,2 3 0 0 0,2 7 56 0 0,0 1 1 0 0,-2-1-1 0 0,5 20 0 0 0,-7-27-96 0 0,13 74 178 0 0,6 26-2829 0 0,-14-86-5089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00.5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238 1 12443 0 0,'0'0'1125'0'0,"-21"16"3440"0"0,-68 84-1364 0 0,64-68-3067 0 0,2 1 0 0 0,2 1 0 0 0,-19 39 0 0 0,37-67-124 0 0,0 1 1 0 0,1-1-1 0 0,-1 1 0 0 0,1 0 0 0 0,0 0 1 0 0,1-1-1 0 0,0 1 0 0 0,-1 11 0 0 0,2-16-15 0 0,1 0-1 0 0,-1 1 0 0 0,0-1 1 0 0,1 0-1 0 0,-1 0 1 0 0,1 0-1 0 0,0 1 0 0 0,0-1 1 0 0,0 0-1 0 0,0 0 0 0 0,0 0 1 0 0,0 0-1 0 0,1-1 0 0 0,-1 1 1 0 0,1 0-1 0 0,-1-1 0 0 0,1 1 1 0 0,-1 0-1 0 0,1-1 0 0 0,0 0 1 0 0,0 1-1 0 0,0-1 1 0 0,0 0-1 0 0,0 0 0 0 0,0 0 1 0 0,0 0-1 0 0,0-1 0 0 0,0 1 1 0 0,1 0-1 0 0,1-1 0 0 0,19 5-363 0 0,-1-2 0 0 0,46 2-1 0 0,-40-4 41 0 0,39 6-1 0 0,-55-5 98 0 0,1 0 1 0 0,-1 2-1 0 0,1-1 0 0 0,-1 1 0 0 0,22 12 1 0 0,-32-15 200 0 0,0 0 1 0 0,0 0-1 0 0,0 1 1 0 0,0-1 0 0 0,-1 1-1 0 0,1-1 1 0 0,0 1-1 0 0,-1 0 1 0 0,1 0 0 0 0,-1-1-1 0 0,0 1 1 0 0,1 0 0 0 0,-1 0-1 0 0,0 0 1 0 0,0 1-1 0 0,0-1 1 0 0,-1 0 0 0 0,1 0-1 0 0,0 0 1 0 0,-1 1-1 0 0,1-1 1 0 0,-1 0 0 0 0,0 1-1 0 0,0-1 1 0 0,0 0 0 0 0,0 1-1 0 0,0-1 1 0 0,-1 0-1 0 0,1 1 1 0 0,-1-1 0 0 0,1 0-1 0 0,-1 0 1 0 0,0 1-1 0 0,0-1 1 0 0,0 0 0 0 0,0 0-1 0 0,0 0 1 0 0,0 0-1 0 0,-1 0 1 0 0,-1 2 0 0 0,-2 4 311 0 0,-1-1 0 0 0,0 1 1 0 0,-1-1-1 0 0,0 0 0 0 0,0 0 1 0 0,0-1-1 0 0,-1 0 0 0 0,0 0 1 0 0,-11 6-1 0 0,-41 16-325 0 0,19-13-4700 0 0,24-9-1871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00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 1 1840 0 0,'-8'0'865'0'0,"1"0"-1"0"0,0 1 1 0 0,0 0-1 0 0,0 1 1 0 0,0-1-1 0 0,0 1 1 0 0,1 1-1 0 0,-1-1 1 0 0,1 1-1 0 0,-8 5 0 0 0,6-3-162 0 0,0 0-1 0 0,0 0 0 0 0,1 1 0 0 0,0 1 0 0 0,1-1 0 0 0,-1 1 1 0 0,-6 10-1 0 0,6-7-321 0 0,0 0 0 0 0,2 0 1 0 0,-1 1-1 0 0,1 0 0 0 0,1 0 1 0 0,0 0-1 0 0,0 0 0 0 0,1 0 1 0 0,0 1-1 0 0,1 0 0 0 0,1-1 1 0 0,0 1-1 0 0,0 13 0 0 0,2-21-327 0 0,-1 1 1 0 0,1-1-1 0 0,0 0 0 0 0,0 1 0 0 0,1-1 0 0 0,-1 0 0 0 0,1 1 0 0 0,0-1 0 0 0,0 0 0 0 0,0 0 0 0 0,1-1 0 0 0,-1 1 0 0 0,1 0 0 0 0,0-1 0 0 0,0 1 0 0 0,0-1 0 0 0,0 0 0 0 0,1 0 0 0 0,0-1 0 0 0,-1 1 0 0 0,1 0 0 0 0,0-1 0 0 0,0 0 0 0 0,0 0 1 0 0,6 2-1 0 0,-5-3-42 0 0,0 1 1 0 0,-1-1-1 0 0,1 0 1 0 0,0 0-1 0 0,-1 0 1 0 0,1-1-1 0 0,0 0 1 0 0,0 0-1 0 0,0 0 1 0 0,-1 0-1 0 0,1-1 1 0 0,0 0-1 0 0,0 0 0 0 0,-1 0 1 0 0,1 0-1 0 0,-1-1 1 0 0,1 0-1 0 0,-1 0 1 0 0,1 0-1 0 0,-1-1 1 0 0,0 1-1 0 0,0-1 1 0 0,7-6-1 0 0,-10 7-8 0 0,1 0 0 0 0,-1 0-1 0 0,0 0 1 0 0,0-1 0 0 0,0 1-1 0 0,0 0 1 0 0,0-1 0 0 0,0 1-1 0 0,-1-1 1 0 0,1 1 0 0 0,-1 0-1 0 0,1-1 1 0 0,-1 1 0 0 0,0-1-1 0 0,0 0 1 0 0,0 1-1 0 0,0-1 1 0 0,-1 1 0 0 0,1-1-1 0 0,-1 1 1 0 0,0 0 0 0 0,1-1-1 0 0,-1 1 1 0 0,0-1 0 0 0,0 1-1 0 0,-1 0 1 0 0,1 0 0 0 0,-3-3-1 0 0,-4-10 16 0 0,-2 2-1 0 0,0-1 0 0 0,-12-12 0 0 0,18 22-16 0 0,-98-108-1927 0 0,93 102 892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01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9218 0 0,'28'3'5162'0'0,"-20"-1"-4581"0"0,-1 1-1 0 0,1 0 1 0 0,-1 0-1 0 0,1 1 1 0 0,-1 0-1 0 0,0 0 0 0 0,-1 1 1 0 0,1-1-1 0 0,-1 1 1 0 0,0 1-1 0 0,0-1 1 0 0,0 1-1 0 0,6 9 0 0 0,1 5-400 0 0,-1 0-1 0 0,-1 1 0 0 0,12 29 0 0 0,-22-46-158 0 0,8 12 39 0 0,-6-11-38 0 0,0-1-1 0 0,-1 1 1 0 0,1 0 0 0 0,-1 0 0 0 0,0 0 0 0 0,-1 0 0 0 0,1 0 0 0 0,-1 0 0 0 0,1 9-1 0 0,-2-14-9 0 0,-1 1 0 0 0,1-1 0 0 0,0 0 0 0 0,-1 1 0 0 0,1-1 0 0 0,-1 1 0 0 0,1-1 0 0 0,-1 0 0 0 0,1 1 0 0 0,-1-1 0 0 0,1 0 0 0 0,-1 0 0 0 0,1 1 0 0 0,-1-1 0 0 0,0 0 0 0 0,1 0 0 0 0,-1 0 0 0 0,1 0 0 0 0,-1 0 0 0 0,0 0 0 0 0,1 0 0 0 0,-1 0 0 0 0,1 0 0 0 0,-1 0 0 0 0,0 0 0 0 0,1 0 0 0 0,-1 0 0 0 0,1 0 0 0 0,-1-1-1 0 0,1 1 1 0 0,-1 0 0 0 0,1 0 0 0 0,-2-1 0 0 0,-21-8 255 0 0,22 8-240 0 0,-7-2 24 0 0,1-1 0 0 0,0 0 0 0 0,1 0 0 0 0,-1-1 0 0 0,1 1 1 0 0,0-2-1 0 0,0 1 0 0 0,0-1 0 0 0,1 1 0 0 0,0-1 1 0 0,0-1-1 0 0,1 1 0 0 0,-1-1 0 0 0,1 0 0 0 0,1 0 0 0 0,-1 0 1 0 0,1-1-1 0 0,1 1 0 0 0,-1-1 0 0 0,1 1 0 0 0,0-1 1 0 0,1 0-1 0 0,0 0 0 0 0,0 0 0 0 0,1-15 0 0 0,1 10-272 0 0,0 1-1 0 0,1 0 1 0 0,0 0-1 0 0,0 0 1 0 0,2 0-1 0 0,-1 0 1 0 0,2 1-1 0 0,-1 0 1 0 0,1-1-1 0 0,1 2 0 0 0,0-1 1 0 0,1 1-1 0 0,0-1 1 0 0,0 2-1 0 0,1-1 1 0 0,11-9-1 0 0,4 1-7658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1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250 160 6449 0 0,'3'-15'160'0'0,"9"-49"1396"0"0,-12 60-1180 0 0,1 0 0 0 0,-1 0 1 0 0,0 0-1 0 0,-1 0 0 0 0,1 0 1 0 0,-1 1-1 0 0,1-1 0 0 0,-1 0 1 0 0,0 0-1 0 0,-1 1 1 0 0,1-1-1 0 0,0 0 0 0 0,-5-5 1 0 0,5 7-186 0 0,-1 0 0 0 0,0 0 0 0 0,0 1 1 0 0,0-1-1 0 0,0 1 0 0 0,0-1 0 0 0,0 1 1 0 0,0 0-1 0 0,-1-1 0 0 0,1 1 0 0 0,0 1 1 0 0,-1-1-1 0 0,1 0 0 0 0,-1 0 0 0 0,1 1 1 0 0,-1-1-1 0 0,1 1 0 0 0,-1 0 0 0 0,1 0 1 0 0,-1 0-1 0 0,1 0 0 0 0,-1 0 0 0 0,1 1 1 0 0,-1-1-1 0 0,1 1 0 0 0,-1 0 0 0 0,1-1 1 0 0,0 1-1 0 0,-4 2 0 0 0,-2 0 70 0 0,0 1-1 0 0,1 0 1 0 0,-1 0-1 0 0,1 1 1 0 0,0 0-1 0 0,1 0 1 0 0,-11 10-1 0 0,6-2-118 0 0,0 1 0 0 0,0 1-1 0 0,1 0 1 0 0,1 1 0 0 0,1 0 0 0 0,0 0-1 0 0,1 1 1 0 0,-9 32 0 0 0,10-28-119 0 0,1 1-1 0 0,1 1 1 0 0,1-1 0 0 0,1 1 0 0 0,1-1-1 0 0,4 38 1 0 0,-3-55-32 0 0,1 0 1 0 0,0-1-1 0 0,0 0 0 0 0,0 1 0 0 0,0-1 0 0 0,1 0 0 0 0,0 1 1 0 0,0-1-1 0 0,0 0 0 0 0,0 0 0 0 0,1-1 0 0 0,0 1 1 0 0,-1 0-1 0 0,1-1 0 0 0,1 0 0 0 0,-1 1 0 0 0,0-1 0 0 0,1-1 1 0 0,4 4-1 0 0,-5-4-37 0 0,0-1-1 0 0,0 0 1 0 0,0 0 0 0 0,-1 0-1 0 0,1 0 1 0 0,0-1 0 0 0,0 1-1 0 0,0-1 1 0 0,0 1 0 0 0,0-1-1 0 0,0 0 1 0 0,0-1 0 0 0,0 1-1 0 0,1 0 1 0 0,-2-1 0 0 0,1 1 0 0 0,0-1-1 0 0,0 0 1 0 0,0 0 0 0 0,0 0-1 0 0,0-1 1 0 0,-1 1 0 0 0,1-1-1 0 0,-1 1 1 0 0,1-1 0 0 0,-1 0-1 0 0,1 0 1 0 0,-1 0 0 0 0,3-4 0 0 0,3-3-92 0 0,1-1 1 0 0,-2 1 0 0 0,0-2-1 0 0,0 1 1 0 0,-1-1 0 0 0,0 0-1 0 0,0 0 1 0 0,-2-1 0 0 0,6-15-1 0 0,-1-12 204 0 0,9-62 0 0 0,-5 20 947 0 0,24 142 1343 0 0,28 32-2031 0 0,-31-47-290 0 0,28 52 1 0 0,-51-80-594 0 0,0 0 0 0 0,1 0 1 0 0,0-1-1 0 0,18 18 0 0 0,-12-19-409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2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59 13363 0 0,'0'-5'335'0'0,"0"0"1"0"0,0 0-1 0 0,-1 0 0 0 0,0 0 1 0 0,1 0-1 0 0,-2 0 1 0 0,-2-8-1 0 0,4 12-262 0 0,0 0 1 0 0,-1 1-1 0 0,1-1 1 0 0,-1 0-1 0 0,1 1 1 0 0,0-1-1 0 0,-1 1 1 0 0,1-1-1 0 0,-1 1 1 0 0,0-1-1 0 0,1 1 1 0 0,-1-1-1 0 0,1 1 1 0 0,-1-1-1 0 0,0 1 1 0 0,1 0-1 0 0,-1-1 1 0 0,0 1-1 0 0,1 0 1 0 0,-1 0-1 0 0,0-1 1 0 0,-1 1-1 0 0,0 0 39 0 0,1 0-1 0 0,-1 1 1 0 0,0-1 0 0 0,0 1-1 0 0,1-1 1 0 0,-1 1 0 0 0,1-1-1 0 0,-1 1 1 0 0,0 0 0 0 0,1 0-1 0 0,-1 0 1 0 0,1 0 0 0 0,0 0-1 0 0,-2 2 1 0 0,-6 5 39 0 0,1 1 0 0 0,0 0 0 0 0,0 0 1 0 0,1 0-1 0 0,0 1 0 0 0,1 1 0 0 0,0-1 1 0 0,1 1-1 0 0,0 0 0 0 0,1 0 0 0 0,0 0 0 0 0,0 1 1 0 0,2-1-1 0 0,-1 1 0 0 0,1 0 0 0 0,1 0 1 0 0,0 14-1 0 0,1-21-138 0 0,1-1 0 0 0,0 1 0 0 0,0-1 1 0 0,1 0-1 0 0,-1 0 0 0 0,1 1 0 0 0,0-1 0 0 0,0 0 1 0 0,0-1-1 0 0,0 1 0 0 0,1 0 0 0 0,-1 0 0 0 0,1-1 1 0 0,0 0-1 0 0,0 1 0 0 0,1-1 0 0 0,-1-1 0 0 0,1 1 1 0 0,-1 0-1 0 0,1-1 0 0 0,8 5 0 0 0,7 1-124 0 0,0 0-1 0 0,1-1 0 0 0,33 7 1 0 0,11 4-144 0 0,-57-16 246 0 0,-1 1-1 0 0,1 0 1 0 0,-1 0 0 0 0,0 1-1 0 0,1 0 1 0 0,9 8 0 0 0,-15-11 12 0 0,0 0 0 0 0,1 1 0 0 0,-1-1 0 0 0,0 0 0 0 0,0 1 0 0 0,0-1 0 0 0,0 0 0 0 0,-1 1 0 0 0,1 0 0 0 0,0-1 0 0 0,0 1 0 0 0,-1-1 0 0 0,1 1 0 0 0,-1 0 0 0 0,0-1 0 0 0,1 1 0 0 0,-1 0 0 0 0,0-1 0 0 0,0 1 0 0 0,0 0 0 0 0,0 0 0 0 0,-1-1 0 0 0,1 1 0 0 0,0 0 0 0 0,-1-1 0 0 0,1 1 0 0 0,-1 0 0 0 0,1-1 0 0 0,-1 1 0 0 0,0-1 0 0 0,0 1 0 0 0,0-1 0 0 0,-2 3 0 0 0,-4 6 84 0 0,-1 0 0 0 0,0 0 0 0 0,-1-1-1 0 0,0-1 1 0 0,-1 0 0 0 0,0 0 0 0 0,-13 8-1 0 0,-1-2-215 0 0,1-1-1 0 0,-34 12 1 0 0,34-19-4212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2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279 80 10594 0 0,'-1'-4'251'0'0,"0"0"0"0"0,0 0-1 0 0,0 1 1 0 0,0-1-1 0 0,-1 0 1 0 0,0 0 0 0 0,1 1-1 0 0,-1-1 1 0 0,-1 1 0 0 0,1-1-1 0 0,0 1 1 0 0,-1 0 0 0 0,0 0-1 0 0,0 0 1 0 0,0 0 0 0 0,0 0-1 0 0,0 1 1 0 0,0 0-1 0 0,-1-1 1 0 0,1 1 0 0 0,-1 0-1 0 0,0 1 1 0 0,1-1 0 0 0,-1 1-1 0 0,0-1 1 0 0,0 1 0 0 0,0 0-1 0 0,0 1 1 0 0,0-1 0 0 0,0 1-1 0 0,0 0 1 0 0,-1 0-1 0 0,-5 0 1 0 0,2 2-130 0 0,1 0 0 0 0,-1 0 1 0 0,0 1-1 0 0,0 0 0 0 0,1 0 0 0 0,0 1 0 0 0,0 0 0 0 0,0 0 0 0 0,0 0 1 0 0,0 1-1 0 0,1 0 0 0 0,0 1 0 0 0,0 0 0 0 0,0-1 0 0 0,-7 12 0 0 0,6-9-3 0 0,1 1-1 0 0,0-1 0 0 0,1 1 0 0 0,0 1 0 0 0,0-1 1 0 0,1 1-1 0 0,0 0 0 0 0,1-1 0 0 0,0 2 0 0 0,1-1 1 0 0,-3 18-1 0 0,5-25-152 0 0,0-1-1 0 0,0 1 1 0 0,0-1 0 0 0,0 1 0 0 0,0-1 0 0 0,0 1 0 0 0,1-1 0 0 0,0 1-1 0 0,-1-1 1 0 0,1 0 0 0 0,0 1 0 0 0,0-1 0 0 0,0 0 0 0 0,0 1-1 0 0,0-1 1 0 0,1 0 0 0 0,-1 0 0 0 0,1 0 0 0 0,-1 0 0 0 0,1 0 0 0 0,0-1-1 0 0,0 1 1 0 0,0 0 0 0 0,0-1 0 0 0,0 1 0 0 0,0-1 0 0 0,0 0-1 0 0,0 0 1 0 0,1 0 0 0 0,-1 0 0 0 0,0 0 0 0 0,1 0 0 0 0,-1-1-1 0 0,1 1 1 0 0,-1-1 0 0 0,1 1 0 0 0,-1-1 0 0 0,1 0 0 0 0,4 0 0 0 0,2-1-105 0 0,-1 1 0 0 0,1-1 0 0 0,0 0 0 0 0,0-1 0 0 0,-1 0 0 0 0,1-1 1 0 0,-1 0-1 0 0,1 0 0 0 0,-1 0 0 0 0,8-6 0 0 0,-8 4 77 0 0,-1 0-1 0 0,0 0 1 0 0,0 0-1 0 0,-1-1 0 0 0,1-1 1 0 0,-1 1-1 0 0,-1-1 1 0 0,7-9-1 0 0,-1-3 189 0 0,-1 1 1 0 0,9-25-1 0 0,-15 34 15 0 0,-4 9-111 0 0,0 0 0 0 0,0 0 0 0 0,0 0 0 0 0,0 0 0 0 0,0 0 0 0 0,0 0 0 0 0,0-1 0 0 0,0 1 0 0 0,0 0 0 0 0,0 0 0 0 0,0 0 0 0 0,0 0 0 0 0,1 0 0 0 0,-1 0 0 0 0,0 0 0 0 0,0 0 0 0 0,0 0 0 0 0,0 0 0 0 0,0 0 0 0 0,0 0 0 0 0,0 0 0 0 0,0-1 0 0 0,1 1 0 0 0,-1 0 0 0 0,0 0 0 0 0,0 0 0 0 0,0 0 0 0 0,0 0 0 0 0,0 0 0 0 0,0 0 0 0 0,1 0 0 0 0,-1 0-1 0 0,0 0 1 0 0,0 0 0 0 0,0 0 0 0 0,0 0 0 0 0,0 1 0 0 0,0-1 0 0 0,0 0 0 0 0,1 0 0 0 0,-1 0 0 0 0,0 0 0 0 0,0 0 0 0 0,0 0 0 0 0,0 0 0 0 0,0 0 0 0 0,0 0 0 0 0,0 0 0 0 0,0 0 0 0 0,0 0 0 0 0,0 0 0 0 0,1 1 0 0 0,-1-1 0 0 0,0 0 0 0 0,0 0 0 0 0,0 0 0 0 0,0 0 0 0 0,0 0 0 0 0,0 0 0 0 0,0 0 0 0 0,0 1 0 0 0,0-1 0 0 0,7 14 627 0 0,3 18-338 0 0,-9-31-287 0 0,1 7 17 0 0,31 90 230 0 0,-28-86-762 0 0,1 0 0 0 0,0 0 0 0 0,0-1 0 0 0,1 0 0 0 0,17 20 1 0 0,-5-13-619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3.0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137 18 11522 0 0,'-1'-1'150'0'0,"0"-1"0"0"0,0 1 0 0 0,0 0 0 0 0,0-1 0 0 0,-1 1 0 0 0,1 0 0 0 0,0 0 0 0 0,0 0 0 0 0,-1 0-1 0 0,1 0 1 0 0,0 1 0 0 0,-1-1 0 0 0,1 0 0 0 0,-1 1 0 0 0,1-1 0 0 0,-1 0 0 0 0,0 1 0 0 0,1 0 0 0 0,-1-1-1 0 0,-2 1 1 0 0,1 0 148 0 0,0 1 0 0 0,0 0-1 0 0,0-1 1 0 0,0 1-1 0 0,0 0 1 0 0,0 0-1 0 0,0 1 1 0 0,0-1 0 0 0,0 1-1 0 0,-3 2 1 0 0,0 0-92 0 0,1 1 1 0 0,-1 0 0 0 0,1 0-1 0 0,0 0 1 0 0,1 1-1 0 0,-1-1 1 0 0,1 1-1 0 0,0 0 1 0 0,0 1 0 0 0,1-1-1 0 0,0 1 1 0 0,0-1-1 0 0,1 1 1 0 0,-1 0 0 0 0,2 0-1 0 0,-1 0 1 0 0,1 0-1 0 0,0 0 1 0 0,0 10-1 0 0,0 6-90 0 0,1 0-1 0 0,1 0 1 0 0,1 0-1 0 0,9 41 1 0 0,5-8 12 0 0,3-1 0 0 0,2 0 0 0 0,3-1 0 0 0,36 62 0 0 0,22 48-1059 0 0,-74-138 111 0 0,-7-25 565 0 0,-1 0-1 0 0,0-1 1 0 0,0 1-1 0 0,0 0 1 0 0,0 0 0 0 0,0 0-1 0 0,0 0 1 0 0,0-1-1 0 0,0 1 1 0 0,0 0 0 0 0,0 0-1 0 0,-1 0 1 0 0,1-1-1 0 0,0 1 1 0 0,0 0 0 0 0,-1 0-1 0 0,0 1 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3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13 217 5065 0 0,'-1'-1'157'0'0,"-1"0"0"0"0,1-1 0 0 0,0 0 0 0 0,0 1 0 0 0,0-1 0 0 0,0 0 0 0 0,0 0 0 0 0,0 1 0 0 0,1-1 0 0 0,-1 0 0 0 0,1 0 0 0 0,-1 0 0 0 0,1 0 0 0 0,0 0 0 0 0,0 0 0 0 0,-1 0 0 0 0,1 0 0 0 0,1 0 0 0 0,-1 0 0 0 0,0 0 0 0 0,0 0 0 0 0,1 0 0 0 0,0-2 0 0 0,1 0 175 0 0,0 0 0 0 0,0 0 1 0 0,1 0-1 0 0,-1 1 0 0 0,1-1 0 0 0,0 1 0 0 0,0-1 0 0 0,0 1 1 0 0,0 0-1 0 0,4-3 0 0 0,8-4 348 0 0,-1 0 0 0 0,2 1-1 0 0,-1 0 1 0 0,23-8 0 0 0,12 0-1005 0 0,71-17 0 0 0,-52 17-1068 0 0,-50 11 1393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3.9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15 120 4609 0 0,'-14'2'9323'0'0,"14"-1"-9182"0"0,-1 21 4311 0 0,2-6-4920 0 0,-1-1 901 0 0,2 0-1 0 0,0 0 0 0 0,1 0 1 0 0,0 0-1 0 0,1-1 0 0 0,1 1 1 0 0,0-1-1 0 0,1 0 0 0 0,0-1 1 0 0,10 15-1 0 0,-14-25-428 0 0,1 0-1 0 0,-1 0 1 0 0,1 0 0 0 0,-1 0-1 0 0,1 0 1 0 0,0-1 0 0 0,0 1 0 0 0,0-1-1 0 0,0 0 1 0 0,1 0 0 0 0,-1 0-1 0 0,1 0 1 0 0,-1-1 0 0 0,1 1-1 0 0,0-1 1 0 0,-1 0 0 0 0,1 0 0 0 0,0 0-1 0 0,0-1 1 0 0,0 1 0 0 0,-1-1-1 0 0,1 0 1 0 0,0 0 0 0 0,0 0-1 0 0,0-1 1 0 0,4 0 0 0 0,-3-1-27 0 0,0 0 0 0 0,0 0 0 0 0,0 0 0 0 0,0 0 0 0 0,-1-1 0 0 0,1 0 0 0 0,-1 0 0 0 0,0 0 0 0 0,0-1 0 0 0,0 1 0 0 0,0-1 0 0 0,0 0 0 0 0,-1 0 0 0 0,0 0 0 0 0,0 0 0 0 0,0-1 0 0 0,0 0-1 0 0,3-6 1 0 0,-1-4-86 0 0,0 0 0 0 0,-1-1 0 0 0,4-26 0 0 0,-6 29 134 0 0,1 0-1 0 0,-1 0 1 0 0,2 0 0 0 0,0 0 0 0 0,10-21-1 0 0,-14 34-11 0 0,0 0 0 0 0,0-1 0 0 0,0 1 0 0 0,0 0 0 0 0,1-1 0 0 0,-1 1 0 0 0,0 0 0 0 0,0 0 0 0 0,0-1 0 0 0,0 1 0 0 0,1 0-1 0 0,-1-1 1 0 0,0 1 0 0 0,0 0 0 0 0,1 0 0 0 0,-1 0 0 0 0,0-1 0 0 0,0 1 0 0 0,1 0 0 0 0,-1 0 0 0 0,0 0 0 0 0,1-1 0 0 0,-1 1-1 0 0,0 0 1 0 0,1 0 0 0 0,-1 0 0 0 0,0 0 0 0 0,1 0 0 0 0,-1 0 0 0 0,0 0 0 0 0,1 0 0 0 0,-1 0 0 0 0,0 0 0 0 0,1 0 0 0 0,-1 0-1 0 0,0 0 1 0 0,1 0 0 0 0,-1 0 0 0 0,0 0 0 0 0,1 1 0 0 0,-1-1 0 0 0,0 0 0 0 0,1 0 0 0 0,-1 0 0 0 0,0 0 0 0 0,1 1 0 0 0,-1-1-1 0 0,0 0 1 0 0,0 0 0 0 0,1 1 0 0 0,-1-1 0 0 0,0 0 0 0 0,0 0 0 0 0,0 1 0 0 0,1-1 0 0 0,-1 0 0 0 0,0 1 0 0 0,0-1 0 0 0,0 0-1 0 0,0 1 1 0 0,0-1 0 0 0,0 0 0 0 0,0 1 0 0 0,1-1 0 0 0,-1 0 0 0 0,0 1 0 0 0,0-1 0 0 0,0 0 0 0 0,-1 1 0 0 0,9 29 364 0 0,-7-27-297 0 0,-1-1-55 0 0,4 14 92 0 0,-1 0 0 0 0,2-1 0 0 0,0 1 0 0 0,1-1 0 0 0,8 15 0 0 0,-13-28-129 0 0,0 1 0 0 0,1-1 0 0 0,-1 1 0 0 0,1-1 0 0 0,0 0 0 0 0,0 0 0 0 0,-1 0 0 0 0,1 0 0 0 0,1 0 0 0 0,-1 0 0 0 0,0 0 0 0 0,0 0 0 0 0,1-1 0 0 0,-1 1 0 0 0,1-1 0 0 0,-1 0 0 0 0,1 0 0 0 0,0 0 0 0 0,-1 0 0 0 0,1 0 0 0 0,0-1 0 0 0,0 1 0 0 0,0-1 0 0 0,-1 1 0 0 0,1-1 0 0 0,0 0 0 0 0,0 0 0 0 0,0-1 0 0 0,0 1 0 0 0,-1-1 0 0 0,1 1 0 0 0,0-1 0 0 0,0 0 0 0 0,-1 0 0 0 0,1 0 0 0 0,0 0 0 0 0,2-2 0 0 0,1 0-61 0 0,0-1 0 0 0,0 0 0 0 0,-1 0 0 0 0,0 0 0 0 0,0-1 1 0 0,0 1-1 0 0,0-1 0 0 0,-1 0 0 0 0,5-7 0 0 0,30-56-1224 0 0,-30 50 1042 0 0,1 0 0 0 0,13-16-1 0 0,-16 24 397 0 0,1 1 0 0 0,1 1 0 0 0,0-1-1 0 0,0 2 1 0 0,18-13 0 0 0,-25 18-109 0 0,1 0-1 0 0,-1 1 1 0 0,1-1-1 0 0,-1 1 1 0 0,1-1-1 0 0,-1 1 1 0 0,1 0-1 0 0,0 0 1 0 0,0 0-1 0 0,0 1 1 0 0,0-1-1 0 0,0 1 1 0 0,0-1 0 0 0,0 1-1 0 0,-1 0 1 0 0,1 0-1 0 0,0 0 1 0 0,0 1-1 0 0,0-1 1 0 0,0 1-1 0 0,0-1 1 0 0,0 1-1 0 0,0 0 1 0 0,-1 0-1 0 0,1 0 1 0 0,0 1-1 0 0,-1-1 1 0 0,5 3 0 0 0,-3 2 26 0 0,0 0 0 0 0,0-1 1 0 0,-1 1-1 0 0,1 1 0 0 0,-1-1 1 0 0,-1 0-1 0 0,1 1 1 0 0,-1-1-1 0 0,0 1 0 0 0,-1 0 1 0 0,0 0-1 0 0,0 0 1 0 0,0 10-1 0 0,1-5-62 0 0,-1-1 0 0 0,8 24 0 0 0,-7-29-35 0 0,1-1 0 0 0,-1 0 1 0 0,1 0-1 0 0,0 0 0 0 0,0 0 0 0 0,0 0 1 0 0,1-1-1 0 0,0 0 0 0 0,5 5 0 0 0,-8-8 30 0 0,0 0 1 0 0,0 0-1 0 0,0 0 0 0 0,0-1 0 0 0,1 1 0 0 0,-1 0 1 0 0,0-1-1 0 0,1 1 0 0 0,-1-1 0 0 0,0 1 0 0 0,1-1 0 0 0,-1 0 1 0 0,0 0-1 0 0,1 1 0 0 0,-1-1 0 0 0,1 0 0 0 0,-1 0 1 0 0,0 0-1 0 0,1 0 0 0 0,-1-1 0 0 0,1 1 0 0 0,-1 0 1 0 0,0-1-1 0 0,1 1 0 0 0,-1-1 0 0 0,0 1 0 0 0,0-1 0 0 0,1 1 1 0 0,-1-1-1 0 0,0 0 0 0 0,0 0 0 0 0,0 0 0 0 0,0 0 1 0 0,0 0-1 0 0,0 0 0 0 0,0 0 0 0 0,0 0 0 0 0,0 0 0 0 0,0 0 1 0 0,0 0-1 0 0,-1 0 0 0 0,2-3 0 0 0,8-14 18 0 0,-1 0-1 0 0,11-28 1 0 0,-13 28 13 0 0,1 0-1 0 0,0 1 1 0 0,18-28-1 0 0,-22 41-18 0 0,-1-1 0 0 0,1 1 0 0 0,0 0 0 0 0,0 0 0 0 0,0 0 0 0 0,1 0 0 0 0,-1 1 0 0 0,1 0 0 0 0,0 0 0 0 0,0 0 0 0 0,0 1 0 0 0,0-1 0 0 0,1 1 0 0 0,-1 0 0 0 0,1 1 0 0 0,10-3 0 0 0,-13 4 22 0 0,0 0 0 0 0,0 0 0 0 0,0 0-1 0 0,0 0 1 0 0,0 1 0 0 0,0-1 0 0 0,0 1 0 0 0,0-1 0 0 0,-1 1 0 0 0,1 0 0 0 0,0 0 0 0 0,0 1-1 0 0,-1-1 1 0 0,1 1 0 0 0,-1-1 0 0 0,1 1 0 0 0,-1 0 0 0 0,5 3 0 0 0,1 4-331 0 0,0 0 1 0 0,0 0-1 0 0,8 15 0 0 0,-11-16-328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4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52 504 7834 0 0,'-3'2'542'0'0,"0"0"0"0"0,0 0 0 0 0,0 0 1 0 0,0 0-1 0 0,0 1 0 0 0,0-1 0 0 0,1 1 1 0 0,-1-1-1 0 0,1 1 0 0 0,0 0 0 0 0,0 0 1 0 0,0 0-1 0 0,0 1 0 0 0,1-1 0 0 0,-2 4 1 0 0,0 0-54 0 0,1 1 0 0 0,0 0 1 0 0,0 0-1 0 0,1-1 1 0 0,0 1-1 0 0,1 14 1 0 0,1-4-179 0 0,0 0 1 0 0,2-1-1 0 0,0 1 1 0 0,1 0-1 0 0,10 26 1 0 0,-13-39-285 0 0,1-1-1 0 0,0 1 1 0 0,0-1 0 0 0,0 0 0 0 0,1 1 0 0 0,0-1 0 0 0,0 0 0 0 0,0-1 0 0 0,0 1 0 0 0,0 0-1 0 0,1-1 1 0 0,0 0 0 0 0,0 0 0 0 0,0 0 0 0 0,6 4 0 0 0,-6-6-108 0 0,-1 0 0 0 0,0 0 0 0 0,0 0-1 0 0,1 0 1 0 0,-1-1 0 0 0,1 1 0 0 0,-1-1 0 0 0,0 0 0 0 0,1 0 0 0 0,-1 0 0 0 0,1-1 0 0 0,-1 1-1 0 0,0-1 1 0 0,1 0 0 0 0,-1 1 0 0 0,0-2 0 0 0,0 1 0 0 0,1 0 0 0 0,-1-1 0 0 0,0 1 0 0 0,0-1 0 0 0,-1 0-1 0 0,4-2 1 0 0,7-7-757 0 0,0 0-1 0 0,-1 0 0 0 0,-1-1 0 0 0,0-1 0 0 0,0 0 1 0 0,-1 0-1 0 0,-1-1 0 0 0,0 0 0 0 0,8-19 0 0 0,-3 3-1171 0 0,-2-1-1 0 0,-1 0 1 0 0,12-56-1 0 0,-18 51 1502 0 0,-2-1 1 0 0,-1 1-1 0 0,-2-1 0 0 0,-1 0 0 0 0,-13-67 1 0 0,4 16 3500 0 0,9-17 13419 0 0,10 121-13630 0 0,8 33-2263 0 0,30 128 779 0 0,58 171-733 0 0,-84-292-1643 0 0,-8-18-5282 0 0,-3-8-1350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4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8 169 10138 0 0,'-1'-2'352'0'0,"0"0"1"0"0,0 0-1 0 0,0 0 0 0 0,0 0 1 0 0,1 0-1 0 0,-1 0 0 0 0,1 0 0 0 0,-1 0 1 0 0,1 0-1 0 0,0 0 0 0 0,0 0 1 0 0,0 0-1 0 0,0 0 0 0 0,0 0 1 0 0,0 0-1 0 0,1 0 0 0 0,-1 0 0 0 0,1 0 1 0 0,-1 0-1 0 0,1 0 0 0 0,0 0 1 0 0,0 0-1 0 0,0 1 0 0 0,0-1 0 0 0,0 0 1 0 0,0 0-1 0 0,0 1 0 0 0,1-1 1 0 0,-1 1-1 0 0,3-3 0 0 0,30-30 1202 0 0,-20 22-2151 0 0,0 0-1 0 0,0 1 1 0 0,1 1-1 0 0,23-12 1 0 0,-22 16 663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4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9186 0 0,'9'19'8132'0'0,"-2"5"-5012"0"0,3 43-38 0 0,-10-55-3007 0 0,1 0 1 0 0,1 0-1 0 0,0 0 1 0 0,1-1-1 0 0,0 1 0 0 0,7 16 1 0 0,-10-27-107 0 0,1 0-1 0 0,-1 0 1 0 0,1 0 0 0 0,-1-1-1 0 0,1 1 1 0 0,0 0 0 0 0,-1 0-1 0 0,1-1 1 0 0,0 1 0 0 0,0-1-1 0 0,-1 1 1 0 0,1 0 0 0 0,0-1 0 0 0,0 1-1 0 0,0-1 1 0 0,1 1 0 0 0,3-2-384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4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14 2304 0 0,'-14'-14'8114'0'0,"11"19"-8218"0"0,0 4-440 0 0,-1 6-96 0 0,1 3-8 0 0,1 0 488 0 0,4 0 160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5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0,'5'61'11851'0'0,"-3"-48"-10735"0"0,0 0 0 0 0,1 0-1 0 0,1-1 1 0 0,0 1 0 0 0,7 12 0 0 0,-11-24-1105 0 0,0 0 0 0 0,0-1-1 0 0,1 1 1 0 0,-1 0 0 0 0,1-1-1 0 0,-1 1 1 0 0,0 0 0 0 0,1-1-1 0 0,-1 1 1 0 0,1-1 0 0 0,-1 1-1 0 0,1-1 1 0 0,0 1 0 0 0,-1-1-1 0 0,1 1 1 0 0,-1-1 0 0 0,1 0-1 0 0,0 1 1 0 0,-1-1 0 0 0,1 0-1 0 0,0 0 1 0 0,0 1-1 0 0,-1-1 1 0 0,1 0 0 0 0,0 0-1 0 0,0 0 1 0 0,-1 0 0 0 0,1 0-1 0 0,0 0 1 0 0,0 0 0 0 0,-1 0-1 0 0,1 0 1 0 0,0 0 0 0 0,-1-1-1 0 0,1 1 1 0 0,0 0 0 0 0,0 0-1 0 0,-1-1 1 0 0,1 1 0 0 0,0 0-1 0 0,-1-1 1 0 0,1 1 0 0 0,-1-1-1 0 0,1 1 1 0 0,-1-1 0 0 0,1 1-1 0 0,0-1 1 0 0,-1 1 0 0 0,0-1-1 0 0,1 1 1 0 0,-1-1 0 0 0,1-1-1 0 0,2-1-68 0 0,-1 1-1 0 0,0-1 0 0 0,0 0 0 0 0,0 0 0 0 0,-1 0 1 0 0,1 0-1 0 0,-1 0 0 0 0,0 0 0 0 0,1-1 1 0 0,0-4-1 0 0,-2 3-138 0 0,-1-1-1 0 0,1 1 1 0 0,-1-1-1 0 0,0 1 1 0 0,0 0 0 0 0,-1-1-1 0 0,-3-8 1 0 0,4 12 123 0 0,1 0 1 0 0,-1 0-1 0 0,0 1 0 0 0,0-1 1 0 0,0 0-1 0 0,0 0 0 0 0,0 1 1 0 0,0-1-1 0 0,0 0 0 0 0,-1 1 1 0 0,1-1-1 0 0,-1 1 0 0 0,1 0 1 0 0,-1-1-1 0 0,1 1 0 0 0,-1 0 1 0 0,0 0-1 0 0,0 0 0 0 0,1 0 0 0 0,-1 0 1 0 0,0 1-1 0 0,0-1 0 0 0,0 1 1 0 0,-3-1-1 0 0,5 0 37 0 0,0 1 1 0 0,0 0-1 0 0,-1 0 0 0 0,1 0 1 0 0,0 0-1 0 0,0 0 0 0 0,-1 0 0 0 0,1 0 1 0 0,0 0-1 0 0,0 0 0 0 0,-1 0 1 0 0,1 0-1 0 0,0 1 0 0 0,0-1 1 0 0,-1 0-1 0 0,1 0 0 0 0,0 0 0 0 0,0 0 1 0 0,-1 0-1 0 0,1 0 0 0 0,0 0 1 0 0,0 1-1 0 0,0-1 0 0 0,-1 0 0 0 0,1 0 1 0 0,0 0-1 0 0,0 1 0 0 0,0-1 1 0 0,0 0-1 0 0,-1 0 0 0 0,1 0 0 0 0,0 1 1 0 0,0-1-1 0 0,0 0 0 0 0,0 0 1 0 0,0 1-1 0 0,0-1 0 0 0,0 0 1 0 0,0 0-1 0 0,0 1 0 0 0,0-1 0 0 0,0 0 1 0 0,0 0-1 0 0,0 1 0 0 0,0-1 1 0 0,0 0-1 0 0,0 0 0 0 0,0 1 0 0 0,0-1 1 0 0,0 0-1 0 0,0 0 0 0 0,0 1 1 0 0,0-1-1 0 0,0 0 0 0 0,1 1 1 0 0,8 10-1150 0 0,-8-10 1092 0 0,3 0-41 0 0,5 0 303 0 0,0 0 1 0 0,-1 0-1 0 0,1-1 0 0 0,-1 0 1 0 0,1-1-1 0 0,0 0 0 0 0,-1 0 0 0 0,1-1 1 0 0,14-5-1 0 0,-20 7-262 0 0,0-1-1 0 0,0 1 0 0 0,0-1 1 0 0,1 1-1 0 0,-1 0 1 0 0,0 0-1 0 0,0 1 0 0 0,5 0 1 0 0,25-1-1062 0 0,-8-7-1555 0 0,-18 5 1794 0 0,1 0 1 0 0,0 0-1 0 0,0 1 1 0 0,14-1-1 0 0,-21 2 817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5.5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7114 0 0,'6'-2'632'0'0,"-2"0"-504"0"0,1 1-128 0 0,-2 1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6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20 7834 0 0,'-1'0'270'0'0,"0"0"-1"0"0,0 0 1 0 0,0 0 0 0 0,0 0 0 0 0,0 1 0 0 0,0-1 0 0 0,0 0 0 0 0,0 0 0 0 0,0 1 0 0 0,0-1 0 0 0,0 0 0 0 0,1 1-1 0 0,-1-1 1 0 0,0 1 0 0 0,0-1 0 0 0,0 1 0 0 0,1 0 0 0 0,-1-1 0 0 0,0 1 0 0 0,0 0 0 0 0,1-1 0 0 0,-1 1 0 0 0,1 0-1 0 0,-1 0 1 0 0,1 0 0 0 0,-1 0 0 0 0,0 1 0 0 0,-19 26 2388 0 0,20-28-2627 0 0,-4 7 144 0 0,0 1-1 0 0,0-1 1 0 0,0 1 0 0 0,1-1-1 0 0,0 1 1 0 0,0 0 0 0 0,1 0-1 0 0,0 0 1 0 0,1 1 0 0 0,0-1-1 0 0,0 0 1 0 0,0 1 0 0 0,2 16-1 0 0,1-14 18 0 0,1 0-1 0 0,0 0 0 0 0,0 0 0 0 0,1-1 0 0 0,0 1 0 0 0,1-1 0 0 0,0 0 1 0 0,1 0-1 0 0,12 17 0 0 0,-11-18-187 0 0,40 50 119 0 0,-44-55-119 0 0,1 0-1 0 0,0-1 1 0 0,0 0-1 0 0,0 1 1 0 0,0-2-1 0 0,0 1 1 0 0,0 0 0 0 0,1-1-1 0 0,-1 1 1 0 0,1-1-1 0 0,0-1 1 0 0,5 2-1 0 0,-9-2-25 0 0,0-1-1 0 0,0 0 0 0 0,1 0 1 0 0,-1 0-1 0 0,0 0 0 0 0,0 0 1 0 0,0 0-1 0 0,1 0 0 0 0,-1 0 1 0 0,0-1-1 0 0,0 1 0 0 0,0 0 1 0 0,1-1-1 0 0,-1 1 0 0 0,0-1 0 0 0,0 1 1 0 0,0-1-1 0 0,0 1 0 0 0,0-1 1 0 0,0 0-1 0 0,0 0 0 0 0,0 1 1 0 0,0-1-1 0 0,-1 0 0 0 0,2-1 1 0 0,0-1-31 0 0,-1 0 1 0 0,1 0 0 0 0,-1 0-1 0 0,0 1 1 0 0,0-1-1 0 0,0 0 1 0 0,-1 0 0 0 0,1 0-1 0 0,0-7 1 0 0,-1-2-298 0 0,0-1 0 0 0,-1 0-1 0 0,-4-23 1 0 0,0 15-395 0 0,-2 1-1 0 0,0 0 1 0 0,-1 1-1 0 0,-11-19 1 0 0,8 15 41 0 0,0-1 1 0 0,-8-27 0 0 0,18 48 758 0 0,1 0-1 0 0,-1 0 1 0 0,0-1 0 0 0,1 1 0 0 0,-1 0-1 0 0,1 0 1 0 0,0 0 0 0 0,0-1 0 0 0,0 1-1 0 0,1 0 1 0 0,-1 0 0 0 0,1 0-1 0 0,0-1 1 0 0,-1 1 0 0 0,2 0 0 0 0,1-5-1 0 0,-2 6 23 0 0,1 1-1 0 0,-1-1 1 0 0,1 0-1 0 0,-1 1 0 0 0,1-1 1 0 0,0 1-1 0 0,0-1 1 0 0,0 1-1 0 0,0 0 0 0 0,0 0 1 0 0,0 0-1 0 0,0 0 1 0 0,0 0-1 0 0,0 0 1 0 0,0 1-1 0 0,0-1 0 0 0,1 1 1 0 0,-1-1-1 0 0,0 1 1 0 0,0 0-1 0 0,1 0 0 0 0,-1 0 1 0 0,0 0-1 0 0,3 1 1 0 0,17 2 474 0 0,0 0 0 0 0,0 2 0 0 0,-1 1 0 0 0,0 0 0 0 0,0 2-1 0 0,23 11 1 0 0,-42-18-502 0 0,0 0-1 0 0,0 1 0 0 0,0-1 1 0 0,0 0-1 0 0,0 1 0 0 0,0-1 0 0 0,0 1 1 0 0,0 0-1 0 0,-1 0 0 0 0,1 0 0 0 0,-1-1 1 0 0,1 1-1 0 0,-1 1 0 0 0,0-1 0 0 0,0 0 1 0 0,0 0-1 0 0,0 0 0 0 0,0 1 0 0 0,0-1 1 0 0,-1 0-1 0 0,1 1 0 0 0,-1-1 1 0 0,0 1-1 0 0,1-1 0 0 0,-1 0 0 0 0,0 1 1 0 0,0-1-1 0 0,-1 1 0 0 0,0 2 0 0 0,1 0-48 0 0,0 0-1 0 0,0 0 0 0 0,1 0 0 0 0,-1 0 0 0 0,3 9 0 0 0,-2-13 2 0 0,-1-1 0 0 0,0 1 0 0 0,1 0-1 0 0,-1-1 1 0 0,0 1 0 0 0,1-1-1 0 0,-1 1 1 0 0,1-1 0 0 0,-1 1 0 0 0,1-1-1 0 0,-1 1 1 0 0,1-1 0 0 0,-1 1-1 0 0,1-1 1 0 0,0 0 0 0 0,-1 1-1 0 0,1-1 1 0 0,0 0 0 0 0,-1 1 0 0 0,1-1-1 0 0,0 0 1 0 0,-1 0 0 0 0,1 0-1 0 0,0 0 1 0 0,-1 0 0 0 0,1 0 0 0 0,0 0-1 0 0,-1 0 1 0 0,1 0 0 0 0,0 0-1 0 0,0 0 1 0 0,-1 0 0 0 0,1 0-1 0 0,0-1 1 0 0,-1 1 0 0 0,1 0 0 0 0,0 0-1 0 0,-1-1 1 0 0,1 1 0 0 0,-1 0-1 0 0,1-1 1 0 0,0 1 0 0 0,-1-1 0 0 0,1 1-1 0 0,0-1 1 0 0,29-24 19 0 0,-27 23-19 0 0,25-28 32 0 0,-17 16 14 0 0,1 2-1 0 0,21-19 0 0 0,-31 29-40 0 0,1 0 0 0 0,0 0 0 0 0,-1 0-1 0 0,1 1 1 0 0,0-1 0 0 0,0 1 0 0 0,0-1 0 0 0,0 1-1 0 0,0 0 1 0 0,0 0 0 0 0,0 0 0 0 0,1 1-1 0 0,-1-1 1 0 0,0 1 0 0 0,0 0 0 0 0,1 0 0 0 0,-1 0-1 0 0,0 0 1 0 0,5 1 0 0 0,-5 0 25 0 0,0 0 1 0 0,0 1-1 0 0,0-1 0 0 0,-1 1 1 0 0,1 0-1 0 0,0 0 1 0 0,-1 0-1 0 0,1 0 1 0 0,-1 0-1 0 0,0 0 0 0 0,0 1 1 0 0,0-1-1 0 0,3 5 1 0 0,23 42 462 0 0,-12-18-268 0 0,-6-16-219 0 0,1 0-1 0 0,16 18 1 0 0,-16-22-427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6.8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82 124 10594 0 0,'-8'-20'1840'0'0,"7"18"-1452"0"0,1-1 0 0 0,-1 1 0 0 0,0-1 0 0 0,0 1 0 0 0,0 0 0 0 0,0-1 0 0 0,0 1 0 0 0,0 0 0 0 0,-1 0 0 0 0,1 0 0 0 0,-1 0 0 0 0,0 0 0 0 0,1 0 0 0 0,-1 0 0 0 0,0 0-1 0 0,0 1 1 0 0,-4-3 0 0 0,5 4-292 0 0,0 0-1 0 0,0 1 0 0 0,0-1 1 0 0,0 0-1 0 0,1 1 0 0 0,-1-1 1 0 0,0 1-1 0 0,0-1 0 0 0,0 1 1 0 0,0 0-1 0 0,1-1 0 0 0,-1 1 0 0 0,0 0 1 0 0,0-1-1 0 0,1 1 0 0 0,-1 0 1 0 0,1 0-1 0 0,-1 0 0 0 0,1 0 1 0 0,-1-1-1 0 0,1 1 0 0 0,-1 0 1 0 0,1 0-1 0 0,0 0 0 0 0,-1 2 0 0 0,-8 26 473 0 0,9-27-528 0 0,-6 23 44 0 0,1 0-1 0 0,2 1 0 0 0,0 0 0 0 0,2 0 0 0 0,1-1 0 0 0,1 1 0 0 0,8 50 0 0 0,-7-65-73 0 0,1 0 0 0 0,1-1 0 0 0,-1 1 0 0 0,2-1 0 0 0,-1 1 0 0 0,2-1 0 0 0,-1-1 0 0 0,1 1 0 0 0,8 8 0 0 0,-8-11 11 0 0,-1-1 0 0 0,2 0 0 0 0,-1-1 0 0 0,1 0-1 0 0,-1 0 1 0 0,1 0 0 0 0,1-1 0 0 0,-1 0 0 0 0,1 0-1 0 0,-1-1 1 0 0,1 0 0 0 0,0 0 0 0 0,12 1 0 0 0,-15-2-32 0 0,-1-2 0 0 0,1 1 0 0 0,0 0-1 0 0,0-1 1 0 0,0 0 0 0 0,0 0 0 0 0,0 0 0 0 0,-1-1 0 0 0,1 0 0 0 0,0 0 0 0 0,0 0 0 0 0,0 0 0 0 0,-1-1 0 0 0,1 0 0 0 0,-1 0 0 0 0,1 0 0 0 0,-1 0 0 0 0,0-1 0 0 0,0 0-1 0 0,0 0 1 0 0,0 0 0 0 0,-1 0 0 0 0,1 0 0 0 0,-1-1 0 0 0,1 0 0 0 0,-1 0 0 0 0,-1 1 0 0 0,1-2 0 0 0,4-6 0 0 0,-3 1-66 0 0,0 0 0 0 0,0 0 0 0 0,-1 0 0 0 0,0 0 0 0 0,0 0 0 0 0,-1-1 0 0 0,-1 1 0 0 0,0-1 0 0 0,0 1 0 0 0,-1-1 0 0 0,-1 1 0 0 0,-2-21 0 0 0,-5-1-301 0 0,-1 1-1 0 0,-2 0 0 0 0,-1 0 0 0 0,-1 2 1 0 0,-2-1-1 0 0,-1 2 0 0 0,-24-34 0 0 0,38 59 340 0 0,-26-31-594 0 0,27 32 487 0 0,-1 0-1 0 0,1 1 1 0 0,-1-1-1 0 0,0 1 0 0 0,1 0 1 0 0,-1 0-1 0 0,0-1 1 0 0,0 1-1 0 0,0 0 1 0 0,0 1-1 0 0,0-1 1 0 0,0 0-1 0 0,-1 1 1 0 0,1-1-1 0 0,0 1 1 0 0,-4-1-1 0 0,-6 4-804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7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12 13363 0 0,'0'0'87'0'0,"1"0"0"0"0,-1 0 0 0 0,0-1 1 0 0,0 1-1 0 0,0 0 0 0 0,0 0 0 0 0,0-1 0 0 0,1 1 1 0 0,-1 0-1 0 0,0-1 0 0 0,0 1 0 0 0,0 0 0 0 0,0-1 1 0 0,0 1-1 0 0,0 0 0 0 0,0-1 0 0 0,0 1 0 0 0,0 0 0 0 0,0 0 1 0 0,0-1-1 0 0,0 1 0 0 0,0 0 0 0 0,0-1 0 0 0,0 1 1 0 0,-1 0-1 0 0,1-1 0 0 0,0 1 0 0 0,0 0 0 0 0,0 0 1 0 0,0-1-1 0 0,0 1 0 0 0,-1 0 0 0 0,1 0 0 0 0,0-1 1 0 0,0 1-1 0 0,-1 0 0 0 0,1 0 0 0 0,0 0 0 0 0,0-1 1 0 0,-1 1-1 0 0,1 0 0 0 0,0 0 0 0 0,0 0 0 0 0,-1 0 0 0 0,1 0 1 0 0,0 0-1 0 0,-1-1 0 0 0,1 1 0 0 0,0 0 0 0 0,-1 0 1 0 0,1 0-1 0 0,0 0 0 0 0,-1 0 0 0 0,1 0 0 0 0,0 0 1 0 0,0 0-1 0 0,-1 0 0 0 0,1 1 0 0 0,0-1 0 0 0,-1 0 1 0 0,1 0-1 0 0,0 0 0 0 0,-1 0 0 0 0,-20 8 1966 0 0,15-3-1930 0 0,0 1-1 0 0,0 1 1 0 0,1-1-1 0 0,0 1 0 0 0,0 0 1 0 0,1 0-1 0 0,0 0 1 0 0,0 1-1 0 0,1-1 0 0 0,0 1 1 0 0,0 0-1 0 0,1 0 1 0 0,0 0-1 0 0,0 0 0 0 0,1 1 1 0 0,-1 9-1 0 0,0 4-66 0 0,2 1-1 0 0,0-1 0 0 0,2 0 1 0 0,7 40-1 0 0,-4-35-246 0 0,2 0-1 0 0,1 0 1 0 0,1-1-1 0 0,2-1 1 0 0,0 1-1 0 0,2-2 1 0 0,0 0-1 0 0,2 0 1 0 0,30 36-1 0 0,-28-41-7508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7.2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1 215 11979 0 0,'7'-9'528'0'0,"-1"2"112"0"0,3 0-512 0 0,-1 1-128 0 0,-2 1 0 0 0,1 1 0 0 0,3-2 248 0 0,8-5 16 0 0,12-7 8 0 0,12-5 0 0 0,5-2-720 0 0,4-1-136 0 0,1 2-32 0 0,-4 1-8 0 0,0 2 504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7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2 11058 0 0,'-11'-1'11259'0'0,"8"23"-10539"0"0,3-21-636 0 0,-1 39 319 0 0,1 1 0 0 0,2-1 0 0 0,12 64 0 0 0,-4-38-139 0 0,-3-14-78 0 0,4 50-387 0 0,5 0 0 0 0,45 151 0 0 0,-48-214-1762 0 0,-2-5-6195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7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0 285 11979 0 0,'33'-14'1797'0'0,"-1"-1"1"0"0,0-2 0 0 0,58-41 0 0 0,-60 38-826 0 0,48-35 708 0 0,-41 27-1366 0 0,57-32-1 0 0,-71 50-1932 0 0,1 3-5848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8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0 515 11546 0 0,'2'0'98'0'0,"-1"1"-1"0"0,0 0 1 0 0,1-1-1 0 0,-1 1 0 0 0,0-1 1 0 0,1 0-1 0 0,-1 0 0 0 0,1 1 1 0 0,-1-1-1 0 0,1 0 0 0 0,-1 0 1 0 0,1 0-1 0 0,-1 0 1 0 0,1-1-1 0 0,-1 1 0 0 0,0 0 1 0 0,1-1-1 0 0,-1 1 0 0 0,1-1 1 0 0,-1 1-1 0 0,0-1 0 0 0,3-1 1 0 0,29-18 3570 0 0,-25 13-3387 0 0,-1-1 0 0 0,0 0-1 0 0,0 0 1 0 0,-1-1 0 0 0,0 0-1 0 0,-1 0 1 0 0,0 0-1 0 0,0-1 1 0 0,-1 0 0 0 0,0 1-1 0 0,-1-2 1 0 0,3-12 0 0 0,0-4-142 0 0,-1 0 1 0 0,-2-1 0 0 0,1-43 0 0 0,-4 65-160 0 0,-1-1 0 0 0,1 1 0 0 0,-1-1-1 0 0,0 0 1 0 0,-3-7 0 0 0,4 12-21 0 0,-1 0-1 0 0,0 1 1 0 0,1-1-1 0 0,-1 0 1 0 0,0 1-1 0 0,0-1 1 0 0,0 0-1 0 0,0 1 1 0 0,0-1-1 0 0,0 1 1 0 0,0-1-1 0 0,-1 1 1 0 0,1 0-1 0 0,-1 0 1 0 0,1-1-1 0 0,-1 1 1 0 0,1 0-1 0 0,-1 0 1 0 0,1 0 0 0 0,-1 1-1 0 0,0-1 1 0 0,-2-1-1 0 0,3 3 10 0 0,1-1 1 0 0,-1 0-1 0 0,1 0 0 0 0,-1 0 0 0 0,1 1 1 0 0,-1-1-1 0 0,1 0 0 0 0,-1 0 0 0 0,1 1 1 0 0,0-1-1 0 0,-1 1 0 0 0,1-1 0 0 0,-1 0 1 0 0,1 1-1 0 0,0-1 0 0 0,-1 1 0 0 0,1-1 1 0 0,0 1-1 0 0,0-1 0 0 0,-1 1 0 0 0,1-1 1 0 0,0 1-1 0 0,0-1 0 0 0,0 1 0 0 0,-1-1 1 0 0,1 1-1 0 0,0-1 0 0 0,0 1 0 0 0,0-1 1 0 0,0 1-1 0 0,0-1 0 0 0,0 1 0 0 0,0-1 1 0 0,0 1-1 0 0,1 0 0 0 0,0 21-175 0 0,1-4 175 0 0,2 0 0 0 0,0 0 1 0 0,1 0-1 0 0,1-1 0 0 0,14 31 0 0 0,-15-39 32 0 0,-1 0 0 0 0,2 0 0 0 0,-1 0 0 0 0,2 0 1 0 0,-1-1-1 0 0,1 0 0 0 0,0 0 0 0 0,0-1 0 0 0,1 0 1 0 0,0 0-1 0 0,15 9 0 0 0,-20-15 9 0 0,-1 0-1 0 0,1 1 1 0 0,0-1-1 0 0,-1 0 1 0 0,1 0-1 0 0,0-1 1 0 0,0 1-1 0 0,0 0 1 0 0,0-1-1 0 0,0 0 1 0 0,-1 0-1 0 0,1 0 1 0 0,0 0 0 0 0,0 0-1 0 0,0-1 1 0 0,0 1-1 0 0,0-1 1 0 0,0 1-1 0 0,-1-1 1 0 0,1 0-1 0 0,0 0 1 0 0,0-1-1 0 0,-1 1 1 0 0,1 0-1 0 0,-1-1 1 0 0,1 0-1 0 0,-1 1 1 0 0,0-1 0 0 0,0 0-1 0 0,3-4 1 0 0,5-5 176 0 0,-1-2 0 0 0,0 1 1 0 0,0-1-1 0 0,10-25 0 0 0,4-3 179 0 0,-21 38-352 0 0,1 0-1 0 0,-1 0 1 0 0,1 0 0 0 0,-1 0-1 0 0,1 0 1 0 0,0 0 0 0 0,0 1-1 0 0,0-1 1 0 0,1 1 0 0 0,-1 0 0 0 0,1 0-1 0 0,-1 0 1 0 0,1 1 0 0 0,-1-1-1 0 0,1 1 1 0 0,0 0 0 0 0,0 0-1 0 0,0 0 1 0 0,0 1 0 0 0,-1-1-1 0 0,1 1 1 0 0,0 0 0 0 0,0 0-1 0 0,7 1 1 0 0,-5 0 56 0 0,-1 0 0 0 0,1 1 0 0 0,-1-1 0 0 0,1 1 1 0 0,-1 0-1 0 0,0 1 0 0 0,0-1 0 0 0,0 1 0 0 0,0 0 0 0 0,-1 1 0 0 0,1-1 0 0 0,-1 1 0 0 0,0-1 0 0 0,0 1 1 0 0,0 1-1 0 0,5 6 0 0 0,6 14 321 0 0,-12-19-351 0 0,0 0 0 0 0,1 0-1 0 0,-1 0 1 0 0,1 0-1 0 0,1-1 1 0 0,-1 1 0 0 0,1-1-1 0 0,6 6 1 0 0,-10-11-53 0 0,0 0 0 0 0,-1 0 0 0 0,1 0 0 0 0,0 0 0 0 0,-1 0 0 0 0,1 0-1 0 0,0 0 1 0 0,-1 0 0 0 0,1 0 0 0 0,-1-1 0 0 0,1 1 0 0 0,0 0 0 0 0,-1 0 0 0 0,1 0 0 0 0,-1-1 0 0 0,1 1 0 0 0,0 0 0 0 0,-1-1 0 0 0,1 1 0 0 0,-1 0 0 0 0,1-1 0 0 0,-1 1 0 0 0,0-1 0 0 0,1 1-1 0 0,-1-1 1 0 0,1 1 0 0 0,-1-1 0 0 0,0 1 0 0 0,1-1 0 0 0,-1 1 0 0 0,0-1 0 0 0,1 1 0 0 0,-1-1 0 0 0,0 0 0 0 0,0 1 0 0 0,0-1 0 0 0,0 1 0 0 0,0-1 0 0 0,0-1 0 0 0,10-35-461 0 0,-7 27 368 0 0,1-4 97 0 0,2 0-1 0 0,-1 1 1 0 0,2 0-1 0 0,0 0 0 0 0,0 0 1 0 0,1 1-1 0 0,18-20 1 0 0,-21 25 21 0 0,1 1 1 0 0,-1 1 0 0 0,1-1 0 0 0,0 1-1 0 0,1 0 1 0 0,-1 1 0 0 0,1 0-1 0 0,0 0 1 0 0,0 0 0 0 0,1 0-1 0 0,-1 1 1 0 0,0 1 0 0 0,1-1 0 0 0,0 1-1 0 0,14-2 1 0 0,-19 4 4 0 0,0 0 0 0 0,0 0-1 0 0,0 0 1 0 0,0 1 0 0 0,0-1 0 0 0,0 1 0 0 0,0 0 0 0 0,0-1-1 0 0,0 1 1 0 0,0 1 0 0 0,-1-1 0 0 0,1 0 0 0 0,0 1-1 0 0,-1-1 1 0 0,1 1 0 0 0,-1 0 0 0 0,0-1 0 0 0,0 1 0 0 0,4 4-1 0 0,0 3 99 0 0,1 0 0 0 0,-2 0 0 0 0,1 0 0 0 0,4 13 0 0 0,-7-15-67 0 0,0 0-1 0 0,1 0 0 0 0,-1-1 1 0 0,1 1-1 0 0,0-1 0 0 0,1 0 1 0 0,-1 0-1 0 0,1-1 1 0 0,10 10-1 0 0,-14-15-46 0 0,-1 0-1 0 0,1 0 1 0 0,-1 0 0 0 0,0 0 0 0 0,1 0 0 0 0,-1 0-1 0 0,1 0 1 0 0,-1 0 0 0 0,1 0 0 0 0,-1 0 0 0 0,1 0-1 0 0,-1 0 1 0 0,1 0 0 0 0,-1 0 0 0 0,1 0-1 0 0,-1 0 1 0 0,0 0 0 0 0,1-1 0 0 0,-1 1 0 0 0,1 0-1 0 0,-1 0 1 0 0,0-1 0 0 0,1 1 0 0 0,-1 0-1 0 0,1 0 1 0 0,-1-1 0 0 0,0 1 0 0 0,1 0 0 0 0,-1-1-1 0 0,0 1 1 0 0,0-1 0 0 0,1 1 0 0 0,-1 0-1 0 0,0-1 1 0 0,0 1 0 0 0,0-1 0 0 0,1 1 0 0 0,-1-1-1 0 0,0 1 1 0 0,0 0 0 0 0,0-1 0 0 0,8-25-87 0 0,-6 20 66 0 0,4-11-31 0 0,2 0 0 0 0,0 0 1 0 0,0 1-1 0 0,2 0 0 0 0,0 0 1 0 0,1 1-1 0 0,0 1 1 0 0,1 0-1 0 0,1 0 0 0 0,0 1 1 0 0,1 1-1 0 0,26-19 0 0 0,-38 30 72 0 0,0 0 0 0 0,0-1 0 0 0,0 1-1 0 0,0 0 1 0 0,0 0 0 0 0,0 0 0 0 0,0 1-1 0 0,0-1 1 0 0,0 1 0 0 0,1-1 0 0 0,-1 1-1 0 0,0-1 1 0 0,0 1 0 0 0,1 0 0 0 0,-1 0-1 0 0,0 0 1 0 0,0 1 0 0 0,0-1 0 0 0,1 0-1 0 0,-1 1 1 0 0,0-1 0 0 0,0 1 0 0 0,0 0-1 0 0,0 0 1 0 0,0 0 0 0 0,4 2-1 0 0,0 2 104 0 0,0 1 0 0 0,0 0-1 0 0,0 0 1 0 0,-1 0-1 0 0,0 1 1 0 0,5 7 0 0 0,-6-8-252 0 0,0 1 1 0 0,1-1 0 0 0,0 0 0 0 0,0 0 0 0 0,1-1 0 0 0,-1 0 0 0 0,9 7-1 0 0,-3-7-1743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8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0 11979 0 0,'-2'2'359'0'0,"1"-1"1"0"0,-1 1-1 0 0,1 0 1 0 0,-1 0 0 0 0,1-1-1 0 0,0 1 1 0 0,0 0-1 0 0,0 0 1 0 0,0 0-1 0 0,0 0 1 0 0,0 0 0 0 0,1 0-1 0 0,-1 1 1 0 0,1-1-1 0 0,-1 0 1 0 0,1 0 0 0 0,0 0-1 0 0,0 1 1 0 0,0-1-1 0 0,0 0 1 0 0,0 0 0 0 0,1 3-1 0 0,12 57 1790 0 0,-8-43-1538 0 0,44 264 1898 0 0,-7-36-1813 0 0,-33-205-704 0 0,-2-17-97 0 0,-2-1 0 0 0,-1 1 0 0 0,-1 0 0 0 0,-1 29 0 0 0,-2-53-21 0 0,0 0-43 0 0,0 1 1 0 0,0-1-1 0 0,0 1 0 0 0,0-1 0 0 0,0 0 1 0 0,0 1-1 0 0,-1-1 0 0 0,1 1 0 0 0,0-1 1 0 0,-1 0-1 0 0,0 1 0 0 0,1-1 0 0 0,-1 0 0 0 0,0 0 1 0 0,1 1-1 0 0,-2 0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9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1 164 2304 0 0,'3'-10'227'0'0,"-3"6"-133"0"0,1 1 1 0 0,-1 0 0 0 0,1 0 0 0 0,0 0-1 0 0,0 0 1 0 0,1 0 0 0 0,-1 0-1 0 0,1 0 1 0 0,-1 1 0 0 0,1-1 0 0 0,0 0-1 0 0,0 1 1 0 0,0-1 0 0 0,3-1 0 0 0,38-38 4963 0 0,-38 36-4542 0 0,1 0 1 0 0,-1 0-1 0 0,1 1 0 0 0,0-1 0 0 0,0 1 0 0 0,0 1 1 0 0,1-1-1 0 0,0 1 0 0 0,0 0 0 0 0,0 1 0 0 0,8-3 1 0 0,-11 4-300 0 0,-1 1 1 0 0,1 0 0 0 0,0 0-1 0 0,0 1 1 0 0,0-1 0 0 0,0 1 0 0 0,0 0-1 0 0,0 0 1 0 0,0 0 0 0 0,0 0 0 0 0,0 1-1 0 0,0 0 1 0 0,0-1 0 0 0,0 2-1 0 0,0-1 1 0 0,0 0 0 0 0,0 1 0 0 0,-1-1-1 0 0,1 1 1 0 0,-1 0 0 0 0,1 1 0 0 0,-1-1-1 0 0,0 0 1 0 0,0 1 0 0 0,0 0-1 0 0,0 0 1 0 0,0 0 0 0 0,-1 0 0 0 0,1 0-1 0 0,-1 0 1 0 0,0 1 0 0 0,2 3 0 0 0,-1-1-94 0 0,0 1 1 0 0,-1-1-1 0 0,0 0 0 0 0,0 1 1 0 0,0 0-1 0 0,-1-1 1 0 0,0 1-1 0 0,0 0 1 0 0,-1-1-1 0 0,0 1 1 0 0,0 0-1 0 0,0 0 1 0 0,-1 0-1 0 0,0-1 1 0 0,-1 1-1 0 0,1 0 1 0 0,-1-1-1 0 0,-3 8 1 0 0,0-4-56 0 0,-1-1 1 0 0,0 0-1 0 0,0 0 1 0 0,-1 0-1 0 0,0-1 1 0 0,0 0-1 0 0,-1 0 1 0 0,-17 12 0 0 0,-17 5-7291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09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14747 0 0,'4'10'1312'0'0,"-2"-5"-1056"0"0,4 7 3225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7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65 6449 0 0,'-2'-5'981'0'0,"0"0"0"0"0,0-1 0 0 0,0 1 0 0 0,0-1 0 0 0,1 0 0 0 0,0 1 0 0 0,0-1-1 0 0,1 0 1 0 0,0-8 0 0 0,8 26 3167 0 0,3 11-3615 0 0,17 78 25 0 0,-4 2 0 0 0,-5 0 1 0 0,7 132-1 0 0,-23 132-5570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8.0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4 139 9218 0 0,'-1'-2'159'0'0,"1"0"0"0"0,-1 1 0 0 0,1-1 0 0 0,-1 0 0 0 0,1 0 0 0 0,0 0 0 0 0,-1 0 0 0 0,1 0 0 0 0,0 0 0 0 0,0 0 0 0 0,1 0 0 0 0,-1 0 0 0 0,0 0 0 0 0,1 0 0 0 0,-1 0 0 0 0,1 0 0 0 0,-1 0 0 0 0,1 0 0 0 0,0 1 0 0 0,0-1 0 0 0,0 0 0 0 0,0 0 0 0 0,0 1 0 0 0,0-1 0 0 0,1 1 0 0 0,-1-1 0 0 0,0 1 0 0 0,1-1 0 0 0,-1 1 0 0 0,1 0 0 0 0,0 0 0 0 0,-1 0 0 0 0,1 0 0 0 0,3-1 0 0 0,12-10 646 0 0,0 1-1 0 0,1 2 1 0 0,0 0 0 0 0,32-12-1 0 0,-39 18-610 0 0,0-1-1 0 0,0 1 1 0 0,0 1-1 0 0,0 0 0 0 0,1 1 1 0 0,-1 0-1 0 0,0 0 1 0 0,1 1-1 0 0,19 3 0 0 0,-29-2-186 0 0,0-1 0 0 0,0 1-1 0 0,0-1 1 0 0,0 1-1 0 0,-1 0 1 0 0,1 0-1 0 0,0 0 1 0 0,0 0-1 0 0,-1 0 1 0 0,1 0-1 0 0,-1 0 1 0 0,1 0-1 0 0,-1 1 1 0 0,0-1 0 0 0,1 1-1 0 0,-1-1 1 0 0,0 1-1 0 0,0-1 1 0 0,0 1-1 0 0,0 0 1 0 0,0-1-1 0 0,0 1 1 0 0,0 0-1 0 0,-1 0 1 0 0,1 0 0 0 0,-1 0-1 0 0,1 0 1 0 0,-1-1-1 0 0,0 1 1 0 0,0 0-1 0 0,0 0 1 0 0,0 0-1 0 0,0 0 1 0 0,0 0-1 0 0,-1 2 1 0 0,-1 8-36 0 0,0 0 1 0 0,-1 0-1 0 0,0 0 1 0 0,-8 15-1 0 0,8-17 27 0 0,-17 41 181 0 0,-2-1 1 0 0,-2-1-1 0 0,-54 80 1 0 0,73-118 705 0 0,12-11-32 0 0,8-3-839 0 0,8 2-413 0 0,13-3 899 0 0,-1 3 1 0 0,47 3-1 0 0,-70-1-769 0 0,0 1-1 0 0,-1 0 1 0 0,1 1 0 0 0,15 6 0 0 0,-21-6-439 0 0,0 0 0 0 0,1 0 0 0 0,-1 1 0 0 0,0-1 0 0 0,-1 1 0 0 0,1 1 0 0 0,-1-1 0 0 0,7 8 0 0 0,2 5-6463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8.3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19 14747 0 0,'-3'-2'249'0'0,"0"0"0"0"0,0 0 0 0 0,1 0 0 0 0,-1 1 0 0 0,0-1 0 0 0,-1 1 0 0 0,1 0 0 0 0,0-1 0 0 0,0 1 0 0 0,-1 1 0 0 0,1-1 0 0 0,0 1 0 0 0,-1-1 0 0 0,1 1 0 0 0,-5 0 0 0 0,6 0-159 0 0,0 1 0 0 0,1 0 0 0 0,-1 0 0 0 0,0-1 0 0 0,0 1 0 0 0,0 0 0 0 0,1 0 0 0 0,-1 1 0 0 0,0-1 0 0 0,1 0 0 0 0,-1 1 0 0 0,1-1 0 0 0,0 0 0 0 0,-1 1 0 0 0,1 0 0 0 0,0-1-1 0 0,0 1 1 0 0,0 0 0 0 0,0-1 0 0 0,0 1 0 0 0,1 0 0 0 0,-1 0 0 0 0,0 0 0 0 0,1 0 0 0 0,-1 0 0 0 0,1 0 0 0 0,0 3 0 0 0,-1 2-61 0 0,0 1 0 0 0,1 0 1 0 0,1 0-1 0 0,-1-1 0 0 0,1 1 0 0 0,0 0 1 0 0,1-1-1 0 0,0 1 0 0 0,0-1 0 0 0,0 0 1 0 0,1 0-1 0 0,0 0 0 0 0,1 0 0 0 0,0 0 1 0 0,6 9-1 0 0,-3-6 7 0 0,0 0 0 0 0,1-1-1 0 0,0 0 1 0 0,1 0 0 0 0,-1 0 0 0 0,2-1 0 0 0,-1-1 0 0 0,1 0 0 0 0,12 7 0 0 0,-17-11-22 0 0,-1-1-1 0 0,1-1 1 0 0,0 1 0 0 0,0 0 0 0 0,0-1 0 0 0,0 0-1 0 0,0 0 1 0 0,0-1 0 0 0,0 1 0 0 0,0-1 0 0 0,0 0-1 0 0,0-1 1 0 0,0 1 0 0 0,0-1 0 0 0,0 0 0 0 0,0 0-1 0 0,0 0 1 0 0,0-1 0 0 0,0 0 0 0 0,-1 0 0 0 0,10-5-1 0 0,-11 5-7 0 0,0 0 0 0 0,-1-1-1 0 0,1 1 1 0 0,-1 0 0 0 0,1-1-1 0 0,-1 0 1 0 0,0 0 0 0 0,1 1-1 0 0,-2-1 1 0 0,1-1 0 0 0,0 1 0 0 0,0 0-1 0 0,-1 0 1 0 0,0 0 0 0 0,0-1-1 0 0,0 1 1 0 0,0-1 0 0 0,0 1-1 0 0,-1-1 1 0 0,1 1 0 0 0,-1-1-1 0 0,0 1 1 0 0,0-1 0 0 0,-1 0-1 0 0,1 1 1 0 0,-1-1 0 0 0,1 1-1 0 0,-1-1 1 0 0,0 1 0 0 0,0 0-1 0 0,-4-7 1 0 0,1 1-37 0 0,-1-1 1 0 0,0 1-1 0 0,-1 0 0 0 0,0 1 1 0 0,0 0-1 0 0,-12-13 0 0 0,14 17-139 0 0,0 1 1 0 0,1-1-1 0 0,-1 1 0 0 0,0 0 1 0 0,-1 0-1 0 0,1 1 0 0 0,0-1 1 0 0,-1 1-1 0 0,0 0 0 0 0,1 0 1 0 0,-1 0-1 0 0,0 1 0 0 0,0-1 1 0 0,0 1-1 0 0,-7 0 0 0 0,10 1-2 0 0,1 0 0 0 0,-1 0 0 0 0,1 0 1 0 0,0 1-1 0 0,-1-1 0 0 0,1 0 0 0 0,0 1 0 0 0,-1-1 0 0 0,1 1 0 0 0,0 0 0 0 0,0-1 0 0 0,0 1 0 0 0,-1 0 1 0 0,1 0-1 0 0,0 0 0 0 0,0-1 0 0 0,0 1 0 0 0,0 0 0 0 0,0 0 0 0 0,0 1 0 0 0,1-1 0 0 0,-1 0 0 0 0,0 0 0 0 0,1 0 1 0 0,-2 2-1 0 0,-8 33-1842 0 0,7-15 1876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8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5529 0 0,'-2'0'82'0'0,"1"0"1"0"0,0 0-1 0 0,-1 0 0 0 0,1 0 0 0 0,-1 0 1 0 0,1 0-1 0 0,-1 1 0 0 0,1-1 0 0 0,0 1 1 0 0,-1-1-1 0 0,1 1 0 0 0,0-1 0 0 0,-1 1 1 0 0,1 0-1 0 0,0 0 0 0 0,0 0 0 0 0,0 0 1 0 0,0-1-1 0 0,0 1 0 0 0,0 1 0 0 0,-2 1 1 0 0,-10 31 2407 0 0,12-31-2402 0 0,-2 11 582 0 0,0 0 0 0 0,1 0 0 0 0,1 0 0 0 0,0 0 0 0 0,1 0 0 0 0,0 0 0 0 0,1 1 0 0 0,1-1 0 0 0,0 0 0 0 0,6 20 0 0 0,-7-29-540 0 0,1 1 0 0 0,0-1 0 0 0,0 0 0 0 0,0 1 0 0 0,1-1 0 0 0,-1 0 0 0 0,1-1 0 0 0,1 1 0 0 0,-1 0 0 0 0,1-1 0 0 0,-1 0 0 0 0,1 1 0 0 0,0-2 0 0 0,1 1 0 0 0,-1 0 0 0 0,1-1 0 0 0,-1 0 0 0 0,1 0 0 0 0,0 0 0 0 0,0-1 0 0 0,0 1 0 0 0,1-1 0 0 0,-1 0 0 0 0,1-1 0 0 0,-1 0 0 0 0,1 1 0 0 0,-1-2 0 0 0,12 1 0 0 0,-15 0-96 0 0,0-1 0 0 0,1 0 1 0 0,-1 0-1 0 0,0 0 0 0 0,0-1 1 0 0,1 1-1 0 0,-1 0 1 0 0,0-1-1 0 0,0 0 0 0 0,0 1 1 0 0,0-1-1 0 0,0 0 1 0 0,0 0-1 0 0,0 0 0 0 0,0 0 1 0 0,0-1-1 0 0,0 1 1 0 0,0 0-1 0 0,1-2 0 0 0,-2 1-4 0 0,0 0 0 0 0,0 0 0 0 0,-1 0 0 0 0,1 0 0 0 0,-1 1 0 0 0,1-1 0 0 0,-1 0 0 0 0,0 0 0 0 0,0 0 0 0 0,0 0 0 0 0,0 0 0 0 0,0 0 0 0 0,0 0 0 0 0,0 0 0 0 0,-1 0 0 0 0,1 0 0 0 0,-1 0 0 0 0,0 0 0 0 0,1 1 0 0 0,-1-1 0 0 0,0 0 0 0 0,-2-3 0 0 0,-7-13-45 0 0,-2-1 0 0 0,0 2 0 0 0,-1 0 0 0 0,0 0 0 0 0,-1 1 0 0 0,-1 1 0 0 0,-32-26 0 0 0,32 31-1521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9.2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8754 0 0,'0'0'67'0'0,"0"-1"0"0"0,0 1 1 0 0,0 0-1 0 0,0-1 0 0 0,1 1 0 0 0,-1 0 0 0 0,0-1 1 0 0,0 1-1 0 0,0-1 0 0 0,0 1 0 0 0,0 0 1 0 0,0-1-1 0 0,0 1 0 0 0,1 0 0 0 0,-1-1 0 0 0,0 1 1 0 0,0 0-1 0 0,0 0 0 0 0,1-1 0 0 0,-1 1 0 0 0,0 0 1 0 0,1 0-1 0 0,-1-1 0 0 0,0 1 0 0 0,0 0 1 0 0,1 0-1 0 0,-1 0 0 0 0,0-1 0 0 0,1 1 0 0 0,-1 0 1 0 0,0 0-1 0 0,1 0 0 0 0,-1 0 0 0 0,1 0 1 0 0,-1 0-1 0 0,1 0 0 0 0,18 3 1871 0 0,15 15 728 0 0,-25-10-2277 0 0,0 0 1 0 0,-1 1-1 0 0,0-1 0 0 0,0 2 1 0 0,-1-1-1 0 0,-1 1 1 0 0,1 0-1 0 0,-2 0 0 0 0,1 1 1 0 0,-1-1-1 0 0,4 17 1 0 0,4 16 146 0 0,13 73 1 0 0,-18-76-243 0 0,5-76-405 0 0,-9 20 99 0 0,1 0 1 0 0,0 0-1 0 0,2 1 1 0 0,-1 0-1 0 0,2 0 1 0 0,0 1-1 0 0,13-17 1 0 0,-19 27 27 0 0,0 1 0 0 0,1-1 1 0 0,0 1-1 0 0,0 0 0 0 0,0 0 0 0 0,0 0 1 0 0,0 0-1 0 0,1 1 0 0 0,-1 0 1 0 0,1-1-1 0 0,0 1 0 0 0,-1 0 0 0 0,1 1 1 0 0,0-1-1 0 0,0 1 0 0 0,0-1 1 0 0,1 1-1 0 0,-1 1 0 0 0,0-1 0 0 0,0 0 1 0 0,0 1-1 0 0,1 0 0 0 0,-1 0 1 0 0,0 0-1 0 0,0 1 0 0 0,1-1 0 0 0,-1 1 1 0 0,0 0-1 0 0,0 0 0 0 0,0 1 1 0 0,0-1-1 0 0,0 1 0 0 0,5 3 0 0 0,1 1 65 0 0,0 1 0 0 0,-1 1-1 0 0,0 0 1 0 0,0 0 0 0 0,0 1-1 0 0,-1 0 1 0 0,13 19 0 0 0,-3-5-176 0 0,-17-22 93 0 0,-1 0-1 0 0,1-1 1 0 0,-1 1-1 0 0,1-1 1 0 0,0 1 0 0 0,0-1-1 0 0,-1 0 1 0 0,1 1-1 0 0,0-1 1 0 0,0 0-1 0 0,-1 0 1 0 0,1 1-1 0 0,0-1 1 0 0,0 0-1 0 0,0 0 1 0 0,0 0 0 0 0,-1 0-1 0 0,1 0 1 0 0,0 0-1 0 0,0 0 1 0 0,0 0-1 0 0,0 0 1 0 0,-1 0-1 0 0,1-1 1 0 0,0 1 0 0 0,0 0-1 0 0,0-1 1 0 0,-1 1-1 0 0,1 0 1 0 0,0-1-1 0 0,-1 1 1 0 0,1-1-1 0 0,0 1 1 0 0,-1-1 0 0 0,1 1-1 0 0,0-1 1 0 0,-1 0-1 0 0,1 1 1 0 0,-1-1-1 0 0,1 0 1 0 0,0 0-1 0 0,26-36 14 0 0,-23 30-32 0 0,24-37-195 0 0,-19 29 200 0 0,0 0 1 0 0,0 0-1 0 0,1 1 0 0 0,1 1 0 0 0,1 0 0 0 0,0 0 0 0 0,13-10 0 0 0,-23 21 35 0 0,-1 1 0 0 0,0 1 0 0 0,0-1 0 0 0,1 0 0 0 0,-1 0 0 0 0,0 0 0 0 0,1 1 0 0 0,-1-1 0 0 0,1 1 0 0 0,-1-1 0 0 0,1 1 0 0 0,-1-1 0 0 0,1 1 0 0 0,-1 0-1 0 0,1 0 1 0 0,-1 0 0 0 0,1 0 0 0 0,0 0 0 0 0,-1 0 0 0 0,1 0 0 0 0,-1 0 0 0 0,1 1 0 0 0,-1-1 0 0 0,1 1 0 0 0,-1-1 0 0 0,1 1 0 0 0,-1-1 0 0 0,0 1 0 0 0,1 0 0 0 0,-1 0 0 0 0,0 0 0 0 0,1 0 0 0 0,-1 0 0 0 0,0 0 0 0 0,1 1 0 0 0,4 5 83 0 0,-1 0 1 0 0,0 1 0 0 0,-1 0-1 0 0,0 0 1 0 0,5 12 0 0 0,-6-13-1442 0 0,0 1-1 0 0,1-1 1 0 0,0 0 0 0 0,8 12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9.6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5985 0 0,'0'16'9292'0'0,"5"10"-7121"0"0,5 8-9 0 0,20 42 0 0 0,5 16-1242 0 0,-13-5-397 0 0,14 128 1 0 0,14 55-1467 0 0,-34-217-3498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49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25 306 8290 0 0,'-2'-1'59'0'0,"0"1"1"0"0,0-1 0 0 0,0 0-1 0 0,0 0 1 0 0,0 0 0 0 0,1 0-1 0 0,-1 0 1 0 0,0 0 0 0 0,0-1-1 0 0,1 1 1 0 0,-3-2 0 0 0,4 1 30 0 0,0 1-1 0 0,0 0 1 0 0,-1 0 0 0 0,1 0 0 0 0,0 0-1 0 0,0 0 1 0 0,1 0 0 0 0,-1 0 0 0 0,0-1-1 0 0,0 1 1 0 0,0 0 0 0 0,1 0 0 0 0,-1 0-1 0 0,1 0 1 0 0,-1 0 0 0 0,0 0-1 0 0,1 0 1 0 0,0 0 0 0 0,-1 0 0 0 0,1 1-1 0 0,0-1 1 0 0,-1 0 0 0 0,3-1 0 0 0,18-26 1361 0 0,2 1 1 0 0,2 1 0 0 0,28-23-1 0 0,-23 23-1187 0 0,2 2-1 0 0,51-30 0 0 0,-73 49-457 0 0,0 0 1 0 0,1 1-1 0 0,-1 0 0 0 0,1 1 1 0 0,0 0-1 0 0,0 1 0 0 0,0 0 1 0 0,0 0-1 0 0,15 1 0 0 0,2 1 178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0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9218 0 0,'8'-5'324'0'0,"0"0"0"0"0,-1-1 1 0 0,0 1-1 0 0,0-1 0 0 0,-1-1 1 0 0,1 1-1 0 0,-1-1 0 0 0,-1 0 0 0 0,1 0 1 0 0,-1-1-1 0 0,0 0 0 0 0,-1 0 0 0 0,0 0 1 0 0,4-11-1 0 0,-3 4-232 0 0,0 0 1 0 0,0 0-1 0 0,-2 0 1 0 0,0-1-1 0 0,0 1 1 0 0,-2-1-1 0 0,0-22 1 0 0,-1 34-76 0 0,0-1 1 0 0,-1 0-1 0 0,1 1 1 0 0,-1-1-1 0 0,0 1 1 0 0,-1-1-1 0 0,1 1 1 0 0,-1-1-1 0 0,0 1 1 0 0,-3-6-1 0 0,5 9-6 0 0,-1 1 0 0 0,0-1 1 0 0,1 0-1 0 0,-1 0 0 0 0,0 1 0 0 0,1-1 0 0 0,-1 1 1 0 0,0-1-1 0 0,0 0 0 0 0,0 1 0 0 0,1 0 0 0 0,-1-1 0 0 0,0 1 1 0 0,0-1-1 0 0,0 1 0 0 0,0 0 0 0 0,0 0 0 0 0,0-1 1 0 0,0 1-1 0 0,0 0 0 0 0,-1 0 0 0 0,0 0-3 0 0,1 1-1 0 0,-1-1 1 0 0,0 1-1 0 0,0 0 1 0 0,0-1 0 0 0,0 1-1 0 0,1 0 1 0 0,-1 0-1 0 0,0 0 1 0 0,1 0 0 0 0,-1 0-1 0 0,1 1 1 0 0,-1-1-1 0 0,-1 3 1 0 0,-5 5-76 0 0,1 0-1 0 0,0 0 1 0 0,1 1 0 0 0,0 0-1 0 0,0 0 1 0 0,1 1 0 0 0,1-1-1 0 0,0 1 1 0 0,0 0 0 0 0,1 1-1 0 0,0-1 1 0 0,1 0 0 0 0,0 1-1 0 0,1 0 1 0 0,1-1 0 0 0,-1 1-1 0 0,3 12 1 0 0,-2-17 88 0 0,2 0-1 0 0,-1 1 1 0 0,1-1-1 0 0,-1 0 1 0 0,2 0 0 0 0,-1 0-1 0 0,1 0 1 0 0,0 0 0 0 0,1-1-1 0 0,0 1 1 0 0,0-1-1 0 0,5 7 1 0 0,-5-9 73 0 0,0 0 0 0 0,1 0 0 0 0,-1 0 0 0 0,1-1 0 0 0,0 1 0 0 0,0-1 0 0 0,0 0 0 0 0,1 0 0 0 0,-1-1 0 0 0,1 0 0 0 0,-1 0 0 0 0,1 0 0 0 0,0-1 0 0 0,0 1-1 0 0,0-1 1 0 0,9 0 0 0 0,-5-1-8 0 0,0 0-1 0 0,-1 0 1 0 0,1-1-1 0 0,-1 0 0 0 0,1 0 1 0 0,-1-1-1 0 0,0-1 0 0 0,0 0 1 0 0,0 0-1 0 0,0-1 1 0 0,0 0-1 0 0,0 0 0 0 0,-1-1 1 0 0,0 0-1 0 0,14-11 1 0 0,-9 4 198 0 0,-2 1 1 0 0,0-2 0 0 0,0 1 0 0 0,-1-2 0 0 0,-1 1 0 0 0,0-1 0 0 0,-1 0-1 0 0,9-22 1 0 0,-15 32-278 0 0,-1 1 91 0 0,0 1 1 0 0,0-1-1 0 0,0 1 0 0 0,0 0 1 0 0,0-1-1 0 0,1 1 0 0 0,-1 0 1 0 0,1 0-1 0 0,0 0 0 0 0,2-3 1 0 0,5 8 638 0 0,5 14-276 0 0,2 8-370 0 0,-1 1 0 0 0,-1 0 1 0 0,-1 1-1 0 0,-1 1 0 0 0,-1 0 1 0 0,10 45-1 0 0,-20-65-90 0 0,-1-5 0 0 0,0-1 0 0 0,0 1 0 0 0,1 0 0 0 0,-1-1 0 0 0,1 1 0 0 0,-1 0 0 0 0,1-1 0 0 0,0 1 0 0 0,0-1 0 0 0,0 1 0 0 0,1-1 0 0 0,-1 0 0 0 0,0 1 0 0 0,1-1 0 0 0,1 2 0 0 0,8-31 0 0 0,-3-4 0 0 0,22-54 0 0 0,-25 74 0 0 0,0 0 0 0 0,1 0 0 0 0,0 1 0 0 0,1-1 0 0 0,0 1 0 0 0,0 1 0 0 0,18-18 0 0 0,-23 25 10 0 0,1 0 0 0 0,-1 0 0 0 0,1 0 0 0 0,-1 1 0 0 0,1-1 0 0 0,0 1 1 0 0,0-1-1 0 0,0 1 0 0 0,0 0 0 0 0,0 0 0 0 0,0 1 0 0 0,0-1 0 0 0,0 0 0 0 0,0 1 0 0 0,1 0 0 0 0,-1 0 0 0 0,0 0 1 0 0,0 0-1 0 0,4 1 0 0 0,-2 0 13 0 0,1 1 0 0 0,-1 0 1 0 0,1 0-1 0 0,-1 0 0 0 0,1 1 0 0 0,-1 0 1 0 0,0 0-1 0 0,0 0 0 0 0,7 7 1 0 0,5 6 5 0 0,-1 1 1 0 0,0 0 0 0 0,-1 1 0 0 0,13 22 0 0 0,-16-18-16 0 0,-10-18-15 0 0,0 0 0 0 0,0 0-1 0 0,1 0 1 0 0,-1 0 0 0 0,1 0-1 0 0,-1 0 1 0 0,1-1 0 0 0,1 1 0 0 0,-1-1-1 0 0,0 0 1 0 0,7 5 0 0 0,-9-8-20 0 0,1 0 1 0 0,-1 0-1 0 0,0 0 1 0 0,0 0 0 0 0,0 0-1 0 0,1 0 1 0 0,-1 0 0 0 0,0 0-1 0 0,0 0 1 0 0,0-1-1 0 0,0 1 1 0 0,1-1 0 0 0,-1 1-1 0 0,0-1 1 0 0,0 1-1 0 0,0-1 1 0 0,0 1 0 0 0,0-1-1 0 0,0 0 1 0 0,0 0 0 0 0,-1 0-1 0 0,1 1 1 0 0,0-1-1 0 0,1-1 1 0 0,20-27-420 0 0,-17 22 359 0 0,27-40-354 0 0,-21 30 432 0 0,0 0 0 0 0,1 0 0 0 0,1 1 0 0 0,1 1 0 0 0,0 0 0 0 0,19-15 0 0 0,-29 27 68 0 0,0 1 0 0 0,0 0 1 0 0,0 0-1 0 0,0 0 0 0 0,0 0 1 0 0,1 1-1 0 0,-1-1 0 0 0,0 1 1 0 0,1 0-1 0 0,-1 1 0 0 0,1-1 1 0 0,-1 1-1 0 0,1 0 0 0 0,7 0 1 0 0,-9 1-55 0 0,0-1 1 0 0,0 1-1 0 0,0 0 1 0 0,0 0-1 0 0,0 0 1 0 0,0 0-1 0 0,0 0 1 0 0,0 1-1 0 0,-1-1 1 0 0,1 1-1 0 0,-1 0 1 0 0,1 0-1 0 0,-1 0 1 0 0,1 0 0 0 0,-1 0-1 0 0,0 1 1 0 0,0-1-1 0 0,0 1 1 0 0,0-1-1 0 0,-1 1 1 0 0,3 3-1 0 0,-1 0-213 0 0,18 32-449 0 0,-3-18-2678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0.9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1376 0 0,'5'15'9954'0'0,"13"8"-5403"0"0,-6-8-2607 0 0,11 22 409 0 0,27 63 0 0 0,35 120-1504 0 0,-38-91-720 0 0,-46-125-221 0 0,7 18 129 0 0,11 41-1 0 0,-18-58-401 0 0,0 0 0 0 0,0 1 0 0 0,0-1 0 0 0,-1 0 0 0 0,0 1-1 0 0,0-1 1 0 0,0 0 0 0 0,0 0 0 0 0,-1 1 0 0 0,0-1 0 0 0,0 0 0 0 0,-1 0-1 0 0,0 0 1 0 0,-2 7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1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4609 0 0,'0'-3'101'0'0,"1"1"1"0"0,0-1 0 0 0,0 1-1 0 0,0 0 1 0 0,0 0-1 0 0,0-1 1 0 0,1 1-1 0 0,-1 0 1 0 0,1 0-1 0 0,-1 0 1 0 0,1 1-1 0 0,0-1 1 0 0,0 0-1 0 0,0 1 1 0 0,0-1-1 0 0,3-1 1 0 0,0 0 456 0 0,1 1-1 0 0,-1 1 1 0 0,1-1 0 0 0,0 1 0 0 0,0 0 0 0 0,6 0 0 0 0,10-2 988 0 0,1 2 0 0 0,29 1 1 0 0,-43 0-1054 0 0,1 1 0 0 0,-1 0 0 0 0,0 1 0 0 0,0 0 1 0 0,0 1-1 0 0,0 0 0 0 0,-1 0 0 0 0,13 7 0 0 0,-20-10-398 0 0,1 1-1 0 0,-1-1 1 0 0,0 1-1 0 0,0 0 0 0 0,0-1 1 0 0,0 1-1 0 0,0 0 0 0 0,0 0 1 0 0,0-1-1 0 0,-1 1 0 0 0,1 0 1 0 0,0 0-1 0 0,0 0 0 0 0,-1 0 1 0 0,1 0-1 0 0,0 0 0 0 0,-1 0 1 0 0,1 1-1 0 0,-1-1 0 0 0,1 0 1 0 0,-1 0-1 0 0,0 0 0 0 0,1 1 1 0 0,-1-1-1 0 0,0 0 1 0 0,0 2-1 0 0,-1-2-18 0 0,1 1 0 0 0,-1 0 0 0 0,0 0-1 0 0,0-1 1 0 0,1 1 0 0 0,-1 0 0 0 0,-1-1 0 0 0,1 1 0 0 0,0-1 0 0 0,0 1 0 0 0,0-1 0 0 0,-1 0 0 0 0,1 1-1 0 0,-4 1 1 0 0,-5 4 29 0 0,0-1 1 0 0,-1 0-1 0 0,-22 8 0 0 0,21-9-161 0 0,1-2 1 0 0,-1 0-1 0 0,0 0 0 0 0,0-1 1 0 0,-21 1-1 0 0,13-3-405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3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94 2761 0 0,'-1'-3'701'0'0,"-1"-1"0"0"0,1 1 0 0 0,-1-1 0 0 0,1 1 0 0 0,1-1-1 0 0,-1 0 1 0 0,0 1 0 0 0,1-1 0 0 0,0-3 0 0 0,-1 6-426 0 0,1 0-1 0 0,0 0 0 0 0,0 0 1 0 0,0 0-1 0 0,0 0 0 0 0,0 0 1 0 0,0 0-1 0 0,0 0 0 0 0,0 0 0 0 0,0 0 1 0 0,1 0-1 0 0,-1 0 0 0 0,0 0 1 0 0,1 0-1 0 0,-1 0 0 0 0,1 0 0 0 0,-1 0 1 0 0,1 0-1 0 0,-1 0 0 0 0,1 1 1 0 0,0-1-1 0 0,-1 0 0 0 0,1 0 1 0 0,0 1-1 0 0,-1-1 0 0 0,1 0 0 0 0,0 1 1 0 0,0-1-1 0 0,0 1 0 0 0,0-1 1 0 0,0 1-1 0 0,0-1 0 0 0,0 1 0 0 0,-1 0 1 0 0,1-1-1 0 0,0 1 0 0 0,2 0 1 0 0,15-10 889 0 0,-2-1-4984 0 0,4 6 6494 0 0,-20 6-2667 0 0,0-1-1 0 0,0 0 0 0 0,0 1 1 0 0,-1-1-1 0 0,1 1 0 0 0,0-1 1 0 0,0 1-1 0 0,0-1 0 0 0,-1 0 1 0 0,1 1-1 0 0,0-1 0 0 0,0 0 1 0 0,-1 1-1 0 0,1-1 0 0 0,0 0 1 0 0,-1 1-1 0 0,1-1 0 0 0,0 0 1 0 0,-1 0-1 0 0,1 1 0 0 0,-1-1 1 0 0,1 0-1 0 0,0 0 0 0 0,-1 0 1 0 0,1 0-1 0 0,-1 0 0 0 0,0 1 1 0 0,1-1-13 0 0,-1 0 1 0 0,1 0 0 0 0,0 0 0 0 0,-1 0 0 0 0,1 0-1 0 0,-1 1 1 0 0,1-1 0 0 0,-1 0 0 0 0,1 0 0 0 0,-1 1 0 0 0,1-1-1 0 0,0 0 1 0 0,-1 1 0 0 0,1-1 0 0 0,0 0 0 0 0,-1 1-1 0 0,1-1 1 0 0,0 0 0 0 0,0 1 0 0 0,-1-1 0 0 0,1 1-1 0 0,0-1 1 0 0,0 1 0 0 0,-1-1 0 0 0,1 0 0 0 0,0 1-1 0 0,0 0 1 0 0,4 4-331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7834 0 0,'-1'1'13343'0'0,"0"29"-10942"0"0,1 46-3078 0 0,106 869 102 0 0,-103-930-4877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4.6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7 6913 0 0,'-1'-1'186'0'0,"-1"0"-1"0"0,1 1 0 0 0,0-1 1 0 0,0 0-1 0 0,-1 1 0 0 0,1-1 1 0 0,-1 1-1 0 0,1-1 1 0 0,0 1-1 0 0,-1 0 0 0 0,1-1 1 0 0,-1 1-1 0 0,1 0 0 0 0,-1 0 1 0 0,1 0-1 0 0,0 0 0 0 0,-1 0 1 0 0,1 1-1 0 0,-1-1 0 0 0,1 0 1 0 0,-1 1-1 0 0,1-1 0 0 0,0 1 1 0 0,-1-1-1 0 0,1 1 0 0 0,0 0 1 0 0,0-1-1 0 0,-1 1 0 0 0,1 0 1 0 0,0 0-1 0 0,0 0 0 0 0,0 0 1 0 0,0 0-1 0 0,0 0 0 0 0,-1 2 1 0 0,-3 1 438 0 0,1 1 1 0 0,-1 0 0 0 0,1 0 0 0 0,0 1 0 0 0,1-1 0 0 0,-6 10 0 0 0,7-7-478 0 0,-1 0 0 0 0,1 1 0 0 0,1-1 0 0 0,-1 0 0 0 0,2 1 0 0 0,-1-1 0 0 0,1 1-1 0 0,0-1 1 0 0,1 1 0 0 0,0-1 0 0 0,0 1 0 0 0,1-1 0 0 0,0 0 0 0 0,0 0 0 0 0,1 0 0 0 0,4 9 0 0 0,8 16 155 0 0,2 0 0 0 0,30 43 0 0 0,-25-42 24 0 0,-21-33-306 0 0,13 23 131 0 0,2-1 0 0 0,25 29-1 0 0,-38-48-133 0 0,1 1 0 0 0,0-1 0 0 0,1 0 0 0 0,-1 0 0 0 0,1 0 0 0 0,-1-1-1 0 0,1 0 1 0 0,0 1 0 0 0,1-2 0 0 0,-1 1 0 0 0,0-1 0 0 0,1 0 0 0 0,0 0 0 0 0,-1 0-1 0 0,1-1 1 0 0,0 0 0 0 0,11 1 0 0 0,-13-2-9 0 0,-1-1 0 0 0,0 1 0 0 0,0-1-1 0 0,1 0 1 0 0,-1 0 0 0 0,0-1 0 0 0,0 1 0 0 0,0-1 0 0 0,0 1-1 0 0,0-1 1 0 0,-1 0 0 0 0,1 0 0 0 0,0 0 0 0 0,-1 0 0 0 0,0-1-1 0 0,1 1 1 0 0,-1-1 0 0 0,0 1 0 0 0,0-1 0 0 0,0 0-1 0 0,-1 0 1 0 0,1 0 0 0 0,-1 0 0 0 0,1 0 0 0 0,-1 0 0 0 0,1-5-1 0 0,1-2 42 0 0,-1 1 0 0 0,0 0 0 0 0,-1-1 0 0 0,0 0 0 0 0,0 1 0 0 0,-1-1 0 0 0,0 0 0 0 0,-2-9 0 0 0,-4-16-11 0 0,-2 1-1 0 0,-1 1 1 0 0,-1 0 0 0 0,-2 0-1 0 0,-2 1 1 0 0,-1 1 0 0 0,-1 0-1 0 0,-1 1 1 0 0,-29-37-1 0 0,46 67-67 0 0,-21-22-706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4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 9218 0 0,'1'-2'372'0'0,"-1"1"-1"0"0,1 0 1 0 0,-1 0 0 0 0,1-1 0 0 0,-1 1-1 0 0,1 0 1 0 0,0 0 0 0 0,0 0 0 0 0,-1 0-1 0 0,1 0 1 0 0,0 0 0 0 0,0 0-1 0 0,0 0 1 0 0,0 1 0 0 0,0-1 0 0 0,0 0-1 0 0,0 0 1 0 0,1 1 0 0 0,-1-1 0 0 0,0 1-1 0 0,0-1 1 0 0,0 1 0 0 0,2-1-1 0 0,-1 1-168 0 0,-1 1-1 0 0,0-1 0 0 0,0 0 1 0 0,1 1-1 0 0,-1-1 0 0 0,0 1 1 0 0,0 0-1 0 0,0-1 0 0 0,0 1 0 0 0,0 0 1 0 0,1-1-1 0 0,-1 1 0 0 0,-1 0 1 0 0,1 0-1 0 0,0 0 0 0 0,0 0 0 0 0,0 0 1 0 0,1 2-1 0 0,4 7 52 0 0,0 1-1 0 0,-1-1 1 0 0,8 21 0 0 0,-12-28-168 0 0,20 54 280 0 0,3 0-136 0 0,-4 2 0 0 0,-1 1-1 0 0,17 106 1 0 0,-28-30-119 0 0,-7-88-852 0 0,13 86 0 0 0,-6-114-1406 0 0,-5-18 1364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3:55.3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236 25 5985 0 0,'-1'-1'403'0'0,"0"-1"-1"0"0,1 0 0 0 0,-1 1 0 0 0,0 0 1 0 0,0-1-1 0 0,0 1 0 0 0,0-1 0 0 0,0 1 1 0 0,0 0-1 0 0,-1 0 0 0 0,1 0 1 0 0,0-1-1 0 0,0 1 0 0 0,-1 0 0 0 0,1 1 1 0 0,-1-1-1 0 0,1 0 0 0 0,-1 0 0 0 0,-2 0 1 0 0,2 1-166 0 0,0 0 1 0 0,0 0-1 0 0,1 0 1 0 0,-1 0-1 0 0,0 0 1 0 0,1 1-1 0 0,-1-1 1 0 0,0 0-1 0 0,1 1 1 0 0,-1 0-1 0 0,1-1 1 0 0,-1 1-1 0 0,1 0 1 0 0,-1 0-1 0 0,1 0 1 0 0,-2 1-1 0 0,-7 7 174 0 0,2 0 0 0 0,-1 0 0 0 0,1 0 0 0 0,-10 17 0 0 0,6-9 130 0 0,-14 16 32 0 0,8-13-189 0 0,2 1 0 0 0,0 1 0 0 0,-19 37 0 0 0,34-58-360 0 0,1 0 1 0 0,-1 0-1 0 0,1 0 1 0 0,-1 0-1 0 0,1 1 0 0 0,0-1 1 0 0,-1 0-1 0 0,1 0 1 0 0,0 0-1 0 0,0 1 1 0 0,0-1-1 0 0,0 0 0 0 0,0 0 1 0 0,0 0-1 0 0,0 1 1 0 0,0-1-1 0 0,1 0 1 0 0,-1 0-1 0 0,0 0 0 0 0,1 1 1 0 0,-1-1-1 0 0,1 0 1 0 0,-1 0-1 0 0,1 1 1 0 0,1 0-2 0 0,0-1 0 0 0,-1 1 0 0 0,1-1 1 0 0,0 0-1 0 0,-1 1 0 0 0,1-1 1 0 0,0 0-1 0 0,0 0 0 0 0,0 0 0 0 0,0 0 1 0 0,0-1-1 0 0,4 2 0 0 0,7 0 75 0 0,1 1-1 0 0,0-2 0 0 0,21 0 1 0 0,-23-1 71 0 0,122 0 291 0 0,-118-1-527 0 0,0-1 0 0 0,0 0 0 0 0,0-2 1 0 0,-1 1-1 0 0,0-2 0 0 0,21-8 0 0 0,-22 5-301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4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52 7370 0 0,'-16'-51'12449'0'0,"18"66"-10346"0"0,0-3-2040 0 0,10 67 535 0 0,60 472 235 0 0,-71-547-1011 0 0,11 93-312 0 0,-3-57-6083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4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70 12443 0 0,'1'-7'335'0'0,"1"0"1"0"0,-1 1-1 0 0,1-1 1 0 0,1 1-1 0 0,-1 0 1 0 0,6-10-1 0 0,-7 15-224 0 0,-1 0-1 0 0,1 0 1 0 0,-1 0 0 0 0,1 0-1 0 0,0 0 1 0 0,0 0 0 0 0,-1 1-1 0 0,1-1 1 0 0,0 0 0 0 0,0 0-1 0 0,0 1 1 0 0,0-1 0 0 0,0 1-1 0 0,0-1 1 0 0,0 1 0 0 0,0-1-1 0 0,0 1 1 0 0,0-1 0 0 0,0 1-1 0 0,0 0 1 0 0,0 0 0 0 0,1-1-1 0 0,-1 1 1 0 0,0 0 0 0 0,0 0-1 0 0,0 0 1 0 0,0 0 0 0 0,0 0-1 0 0,0 1 1 0 0,1-1 0 0 0,-1 0-1 0 0,0 0 1 0 0,0 1 0 0 0,0-1-1 0 0,0 1 1 0 0,0-1 0 0 0,0 1-1 0 0,0-1 1 0 0,0 1 0 0 0,0 0-1 0 0,0 0 1 0 0,0-1 0 0 0,-1 1-1 0 0,1 0 1 0 0,0 0 0 0 0,0 0-1 0 0,-1 0 1 0 0,1 0 0 0 0,0 1-1 0 0,4 4 158 0 0,0 0 0 0 0,-1 1-1 0 0,0 0 1 0 0,0 0-1 0 0,0 0 1 0 0,-1 0 0 0 0,4 13-1 0 0,12 60 355 0 0,-13-53-424 0 0,7 46-615 0 0,-3 0 0 0 0,-4 0 0 0 0,-2 76 0 0 0,-4-137-1597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5.1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11 126 4145 0 0,'-11'-14'8803'0'0,"11"12"-8528"0"0,1 1 164 0 0,-1-1 0 0 0,1 0 0 0 0,0 0 0 0 0,0 0 0 0 0,0 0 0 0 0,0 1-1 0 0,0-1 1 0 0,0 0 0 0 0,0 1 0 0 0,3-3 0 0 0,42-36 2023 0 0,-40 35-2359 0 0,4-2-393 0 0,0 1 1 0 0,0 0-1 0 0,0 0 0 0 0,17-6 0 0 0,-7 5-649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5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0 298 13827 0 0,'2'0'119'0'0,"-1"0"0"0"0,1 0 0 0 0,-1 0 0 0 0,0 0 0 0 0,1 0 0 0 0,-1 0 0 0 0,0 0 0 0 0,1 0 0 0 0,-1-1 0 0 0,1 1 0 0 0,-1-1 0 0 0,0 1 0 0 0,0-1 0 0 0,1 1 0 0 0,-1-1 0 0 0,0 0 0 0 0,0 0 0 0 0,0 1 0 0 0,0-1 0 0 0,0 0 0 0 0,2-2 0 0 0,24-25 885 0 0,-24 26-909 0 0,9-12 87 0 0,0-1-1 0 0,-1 0 1 0 0,-1 0 0 0 0,0-1 0 0 0,12-28 0 0 0,-20 38-184 0 0,0 0 0 0 0,0 0 1 0 0,0 0-1 0 0,-1 0 0 0 0,0-1 1 0 0,0 1-1 0 0,0 0 0 0 0,-2-13 1 0 0,1 15 23 0 0,-1 1 1 0 0,1-1-1 0 0,-1 0 1 0 0,0 1 0 0 0,-1-1-1 0 0,1 1 1 0 0,-1 0-1 0 0,1-1 1 0 0,-1 1 0 0 0,0 0-1 0 0,0 0 1 0 0,0 0 0 0 0,-1 0-1 0 0,1 1 1 0 0,-1-1-1 0 0,-4-4 1 0 0,5 6-20 0 0,1 0-1 0 0,0 0 1 0 0,-1 0-1 0 0,1 0 1 0 0,-1 0 0 0 0,1 0-1 0 0,-1 1 1 0 0,0-1 0 0 0,1 0-1 0 0,-1 1 1 0 0,0-1-1 0 0,1 1 1 0 0,-1 0 0 0 0,0-1-1 0 0,0 1 1 0 0,1 0-1 0 0,-1 0 1 0 0,0 0 0 0 0,0 0-1 0 0,1 1 1 0 0,-4 0-1 0 0,2 0 20 0 0,1 0-1 0 0,0 0 0 0 0,-1 1 1 0 0,1-1-1 0 0,0 1 0 0 0,0-1 0 0 0,0 1 1 0 0,0 0-1 0 0,0 0 0 0 0,0 0 1 0 0,0 0-1 0 0,-2 5 0 0 0,0-2 58 0 0,1 1 0 0 0,0 0 0 0 0,0 0 1 0 0,1 0-1 0 0,-1 1 0 0 0,1-1 0 0 0,1 1 0 0 0,-1-1 0 0 0,1 1 0 0 0,0 11 0 0 0,1-12-80 0 0,1 1 0 0 0,-1-1 0 0 0,1 1 0 0 0,1-1 0 0 0,-1 0 0 0 0,1 1 0 0 0,0-1 0 0 0,1 0 0 0 0,0 0 0 0 0,0 0-1 0 0,0 0 1 0 0,0-1 0 0 0,1 0 0 0 0,0 1 0 0 0,0-1 0 0 0,0 0 0 0 0,1-1 0 0 0,0 1 0 0 0,0-1 0 0 0,9 6 0 0 0,-8-6-310 0 0,0-1 1 0 0,1 0 0 0 0,0 0 0 0 0,-1-1 0 0 0,1 0-1 0 0,0 0 1 0 0,0 0 0 0 0,0-1 0 0 0,1 0-1 0 0,-1-1 1 0 0,0 1 0 0 0,8-2 0 0 0,12-1-5649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5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95 126 5617 0 0,'9'-11'353'0'0,"-1"-1"-1"0"0,1 0 0 0 0,8-18 0 0 0,-15 24 600 0 0,1 0 0 0 0,-1 0 0 0 0,0 0 0 0 0,0-1 0 0 0,-1 1 0 0 0,1-7 0 0 0,-2 12-864 0 0,0 1 0 0 0,0 0 0 0 0,0 0 0 0 0,0-1 0 0 0,0 1 1 0 0,0 0-1 0 0,1-1 0 0 0,-1 1 0 0 0,0 0 0 0 0,0 0 1 0 0,0-1-1 0 0,0 1 0 0 0,0 0 0 0 0,0-1 0 0 0,-1 1 0 0 0,1 0 1 0 0,0-1-1 0 0,0 1 0 0 0,0 0 0 0 0,0 0 0 0 0,0-1 0 0 0,0 1 1 0 0,0 0-1 0 0,-1 0 0 0 0,1-1 0 0 0,0 1 0 0 0,0 0 1 0 0,0 0-1 0 0,-1-1 0 0 0,1 1 0 0 0,0 0 0 0 0,0 0 0 0 0,-1 0 1 0 0,1 0-1 0 0,0-1 0 0 0,0 1 0 0 0,-1 0 0 0 0,1 0 0 0 0,0 0 1 0 0,0 0-1 0 0,-1 0 0 0 0,1 0 0 0 0,-1 0 0 0 0,-13 7 1738 0 0,-13 18-354 0 0,13-8-1222 0 0,1 1 0 0 0,1 1 0 0 0,1 0 0 0 0,0 0 0 0 0,-8 23 0 0 0,14-31-240 0 0,1 1 0 0 0,0-1 0 0 0,1 1 0 0 0,0 0 0 0 0,1 1 0 0 0,0-1 0 0 0,1 0 0 0 0,1 0 0 0 0,0 1 0 0 0,2 18 0 0 0,-2-30-17 0 0,0 0-1 0 0,0 1 1 0 0,0-1 0 0 0,1 1 0 0 0,-1-1 0 0 0,0 1 0 0 0,1-1-1 0 0,-1 0 1 0 0,1 1 0 0 0,-1-1 0 0 0,1 0 0 0 0,0 1-1 0 0,0-1 1 0 0,0 0 0 0 0,-1 0 0 0 0,1 0 0 0 0,0 0-1 0 0,0 0 1 0 0,1 0 0 0 0,-1 0 0 0 0,2 1 0 0 0,-2-1-29 0 0,0-1 1 0 0,1 0 0 0 0,-1 0 0 0 0,0 0 0 0 0,0 0-1 0 0,0 0 1 0 0,1 0 0 0 0,-1-1 0 0 0,0 1 0 0 0,0 0-1 0 0,0-1 1 0 0,0 1 0 0 0,1-1 0 0 0,-1 1-1 0 0,0-1 1 0 0,0 1 0 0 0,0-1 0 0 0,0 0 0 0 0,1-1-1 0 0,5-4-115 0 0,0-1 0 0 0,0 0-1 0 0,-1 0 1 0 0,-1 0-1 0 0,7-10 1 0 0,2-9 121 0 0,16-36-1 0 0,2-5 456 0 0,-32 66-390 0 0,0 0 0 0 0,1 0 0 0 0,-1 0 1 0 0,0 1-1 0 0,1-1 0 0 0,-1 0 0 0 0,1 0 0 0 0,-1 0 0 0 0,1 1 1 0 0,0-1-1 0 0,-1 0 0 0 0,1 1 0 0 0,0-1 0 0 0,-1 1 1 0 0,1-1-1 0 0,0 1 0 0 0,0-1 0 0 0,0 1 0 0 0,-1-1 0 0 0,1 1 1 0 0,0 0-1 0 0,0-1 0 0 0,0 1 0 0 0,0 0 0 0 0,0 0 1 0 0,0 0-1 0 0,0 0 0 0 0,1 0 0 0 0,-1 0 0 0 0,1 1 1 0 0,-1 0-1 0 0,1-1 0 0 0,-1 1 0 0 0,1 0 1 0 0,-1 0-1 0 0,0 0 0 0 0,1 0 0 0 0,-1 0 1 0 0,0 1-1 0 0,0-1 0 0 0,0 0 0 0 0,0 0 1 0 0,2 3-1 0 0,3 6 50 0 0,1 1 0 0 0,-2 1 1 0 0,6 12-1 0 0,-10-21-65 0 0,13 33 53 0 0,-2-5 47 0 0,23 43 0 0 0,-31-66-226 0 0,0-1 1 0 0,0-1 0 0 0,1 1-1 0 0,0-1 1 0 0,0 1 0 0 0,1-2-1 0 0,-1 1 1 0 0,1 0 0 0 0,1-1-1 0 0,-1 0 1 0 0,11 5 0 0 0,-15-9-118 0 0,0 0 1 0 0,1 0 0 0 0,-1 0-1 0 0,0 0 1 0 0,1 0 0 0 0,-1-1-1 0 0,1 1 1 0 0,-1-1 0 0 0,1 0-1 0 0,-1 0 1 0 0,1 0 0 0 0,0 0-1 0 0,-1 0 1 0 0,1 0 0 0 0,-1-1 0 0 0,1 1-1 0 0,-1-1 1 0 0,1 0 0 0 0,-1 0-1 0 0,0 0 1 0 0,1 0 0 0 0,-1 0-1 0 0,3-2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6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14715 0 0,'1'-18'390'0'0,"-2"13"-175"0"0,2-1 0 0 0,-1 1 0 0 0,0 0 0 0 0,1 0 0 0 0,0 0 0 0 0,0-1 0 0 0,1 1 0 0 0,-1 0 0 0 0,1 1 0 0 0,4-9 0 0 0,-6 13-132 0 0,0 0-1 0 0,0-1 0 0 0,1 1 1 0 0,-1 0-1 0 0,0 0 1 0 0,0-1-1 0 0,0 1 0 0 0,1 0 1 0 0,-1 0-1 0 0,0 0 0 0 0,0-1 1 0 0,1 1-1 0 0,-1 0 1 0 0,0 0-1 0 0,1 0 0 0 0,-1 0 1 0 0,0-1-1 0 0,0 1 0 0 0,1 0 1 0 0,-1 0-1 0 0,0 0 0 0 0,1 0 1 0 0,-1 0-1 0 0,0 0 1 0 0,1 0-1 0 0,-1 0 0 0 0,0 0 1 0 0,1 0-1 0 0,-1 0 0 0 0,0 0 1 0 0,1 0-1 0 0,-1 0 0 0 0,0 1 1 0 0,1-1-1 0 0,9 10 1239 0 0,4 19-570 0 0,-14-28-697 0 0,72 236 1879 0 0,-17-42-948 0 0,-7-63-2030 0 0,4-1-3564 0 0,-46-119 2845 0 0,-2-5-300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6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15 159 11522 0 0,'-1'-1'199'0'0,"0"0"0"0"0,0 0 0 0 0,0 0 0 0 0,0 0 0 0 0,0 0 0 0 0,0 0 0 0 0,0-1 0 0 0,0 1 0 0 0,0 0 0 0 0,0 0 0 0 0,1-1 0 0 0,-1 1 0 0 0,1 0 0 0 0,-1-1 0 0 0,1 1 0 0 0,-1-1 0 0 0,1 1 0 0 0,0 0 0 0 0,0-1 0 0 0,-1 1 0 0 0,1-1 0 0 0,1-2 0 0 0,0 2 46 0 0,0 0 0 0 0,0 0 0 0 0,0 0 0 0 0,1 0 0 0 0,-1 1 0 0 0,1-1 0 0 0,0 0 1 0 0,-1 0-1 0 0,1 1 0 0 0,0-1 0 0 0,0 1 0 0 0,0 0 0 0 0,0 0 0 0 0,3-2 0 0 0,27-15 88 0 0,0 1 0 0 0,52-19 1 0 0,-65 29-955 0 0,-1 1 0 0 0,2 1 0 0 0,-1 1 0 0 0,0 1 1 0 0,1 1-1 0 0,25-1 0 0 0,-14 5 515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6.9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42 12443 0 0,'-1'0'142'0'0,"0"0"0"0"0,0 1 1 0 0,0-1-1 0 0,0 0 0 0 0,0 0 0 0 0,0 1 1 0 0,0-1-1 0 0,0 0 0 0 0,0 1 1 0 0,0-1-1 0 0,0 1 0 0 0,1-1 0 0 0,-1 1 1 0 0,0 0-1 0 0,0-1 0 0 0,0 1 1 0 0,1 0-1 0 0,-1-1 0 0 0,0 1 0 0 0,1 0 1 0 0,-2 2-1 0 0,-8 26 1445 0 0,8-17-960 0 0,0 1-1 0 0,2 23 1 0 0,1-28-486 0 0,0 1 0 0 0,0-1 1 0 0,1 1-1 0 0,1-1 0 0 0,-1 0 0 0 0,1 0 0 0 0,1 0 1 0 0,-1 0-1 0 0,1-1 0 0 0,1 1 0 0 0,-1-1 1 0 0,1 0-1 0 0,1 0 0 0 0,7 7 0 0 0,-10-10-96 0 0,1-1 0 0 0,-1 1 0 0 0,1-1 0 0 0,0 0 0 0 0,0-1-1 0 0,0 1 1 0 0,0-1 0 0 0,0 1 0 0 0,0-1 0 0 0,1 0 0 0 0,-1-1 0 0 0,1 1 0 0 0,0-1 0 0 0,-1 0-1 0 0,1 0 1 0 0,0 0 0 0 0,0-1 0 0 0,0 0 0 0 0,-1 0 0 0 0,1 0 0 0 0,0 0 0 0 0,0-1 0 0 0,0 0-1 0 0,-1 0 1 0 0,1 0 0 0 0,8-3 0 0 0,-6 0-41 0 0,-1 0 0 0 0,1-1 0 0 0,-1 1 0 0 0,1-1 0 0 0,-2-1-1 0 0,1 1 1 0 0,0-1 0 0 0,-1 0 0 0 0,0 0 0 0 0,8-13 0 0 0,3-10 15 0 0,18-38-1 0 0,-23 43-15 0 0,-5 8 27 0 0,-5 12-14 0 0,0 0 0 0 0,1 0 0 0 0,-1 0 1 0 0,1 0-1 0 0,0 0 0 0 0,0 1 0 0 0,0-1 0 0 0,1 0 0 0 0,-1 1 1 0 0,1 0-1 0 0,5-6 0 0 0,-6 9-16 0 0,-1 0 0 0 0,0 0 0 0 0,1 0 0 0 0,-1 0 0 0 0,1 0 0 0 0,-1 1 0 0 0,1-1 0 0 0,-1 1 0 0 0,0-1 0 0 0,1 1 0 0 0,-1-1 0 0 0,0 1 0 0 0,0 0 0 0 0,1-1 0 0 0,-1 1 0 0 0,0 0 0 0 0,0 0 0 0 0,0 0 0 0 0,0 0 0 0 0,0 0 0 0 0,1 2 0 0 0,20 25-32 0 0,-7 0 57 0 0,-9-16 12 0 0,0-1 0 0 0,0 1 0 0 0,1-1 0 0 0,0-1-1 0 0,1 0 1 0 0,9 10 0 0 0,-15-18-31 0 0,1 0 0 0 0,-1-1 0 0 0,0 1 0 0 0,0-1-1 0 0,1 1 1 0 0,-1-1 0 0 0,1 0 0 0 0,-1 0 0 0 0,1 0 0 0 0,0 0 0 0 0,-1-1 0 0 0,1 1-1 0 0,0-1 1 0 0,-1 1 0 0 0,1-1 0 0 0,0 0 0 0 0,0 0 0 0 0,-1 0 0 0 0,1 0-1 0 0,0-1 1 0 0,0 1 0 0 0,-1-1 0 0 0,1 0 0 0 0,0 1 0 0 0,-1-1 0 0 0,1-1 0 0 0,-1 1-1 0 0,1 0 1 0 0,-1 0 0 0 0,0-1 0 0 0,1 0 0 0 0,-1 1 0 0 0,4-5 0 0 0,1-1 13 0 0,1-1 0 0 0,-1 0 0 0 0,0 0 1 0 0,-1-1-1 0 0,0 0 0 0 0,0 0 0 0 0,-1-1 0 0 0,6-16 1 0 0,-8 18-4 0 0,1 0 0 0 0,0-1 0 0 0,0 1 1 0 0,1 1-1 0 0,-1-1 0 0 0,2 1 0 0 0,-1 0 1 0 0,1 0-1 0 0,0 0 0 0 0,1 1 0 0 0,-1 0 0 0 0,10-6 1 0 0,-15 11-4 0 0,0 1 0 0 0,1 0 1 0 0,-1 0-1 0 0,1 0 0 0 0,-1 0 0 0 0,1 0 1 0 0,-1 0-1 0 0,1 0 0 0 0,-1 0 0 0 0,1 1 1 0 0,-1-1-1 0 0,0 0 0 0 0,1 1 1 0 0,-1-1-1 0 0,1 1 0 0 0,-1 0 0 0 0,0-1 1 0 0,0 1-1 0 0,1 0 0 0 0,-1 0 1 0 0,0 0-1 0 0,0 0 0 0 0,0 0 0 0 0,0 0 1 0 0,0 0-1 0 0,0 0 0 0 0,0 0 0 0 0,1 2 1 0 0,25 37 232 0 0,-10-7-135 0 0,-1 1 0 0 0,-2 0 0 0 0,16 59 0 0 0,13 114 51 0 0,-40-192-419 0 0,-1 0 0 0 0,0 0 0 0 0,-2 0 0 0 0,1 0 0 0 0,-2 0 0 0 0,0 0 0 0 0,-6 28 0 0 0,3-29-415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7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8290 0 0,'8'-6'463'0'0,"0"-1"-1"0"0,0 1 1 0 0,1 1 0 0 0,0 0 0 0 0,0 0-1 0 0,1 1 1 0 0,-1 0 0 0 0,1 1 0 0 0,0 0-1 0 0,0 0 1 0 0,18-2 0 0 0,-12 3 190 0 0,0 0-1 0 0,0 1 1 0 0,0 1 0 0 0,0 0-1 0 0,0 2 1 0 0,29 5 0 0 0,-40-6-528 0 0,0 0 1 0 0,0 1-1 0 0,0 0 0 0 0,0 0 0 0 0,0 0 1 0 0,-1 1-1 0 0,1 0 0 0 0,-1 0 1 0 0,0 0-1 0 0,0 0 0 0 0,0 0 0 0 0,0 1 1 0 0,0 0-1 0 0,4 7 0 0 0,-6-9-71 0 0,0 1 0 0 0,-1 0 0 0 0,1 0 0 0 0,-1 1 0 0 0,0-1 0 0 0,0 0 0 0 0,0 0 0 0 0,0 0 0 0 0,-1 1 0 0 0,1-1 0 0 0,-1 0 0 0 0,0 1 0 0 0,0-1 0 0 0,0 1-1 0 0,-1-1 1 0 0,1 0 0 0 0,-1 1 0 0 0,0-1 0 0 0,1 0 0 0 0,-2 0 0 0 0,1 0 0 0 0,0 1 0 0 0,-3 3 0 0 0,-2 4 25 0 0,-1-1 0 0 0,0 0 0 0 0,0 0 0 0 0,-1 0 0 0 0,-1-1 0 0 0,0 0 0 0 0,0-1 0 0 0,-19 14 0 0 0,-22 6-6553 0 0,34-21-323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8.3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203 80 6449 0 0,'-203'48'12505'0'0,"208"-47"-11047"0"0,17 1-291 0 0,28-2-751 0 0,681-60 634 0 0,-516 23-1046 0 0,-37 4-51 0 0,-178 33 55 0 0,6-1-796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18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4145 0 0,'0'-1'325'0'0,"0"0"0"0"0,0 0-1 0 0,0 0 1 0 0,0 0 0 0 0,1 0 0 0 0,-1 0 0 0 0,0 0 0 0 0,0 0-1 0 0,1 0 1 0 0,-1 0 0 0 0,0 0 0 0 0,1 0 0 0 0,-1 0 0 0 0,1 0-1 0 0,-1 0 1 0 0,1 0 0 0 0,-1 1 0 0 0,2-3 649 0 0,-1 3-649 0 0,0-1 0 0 0,0 0 0 0 0,0 1 0 0 0,1-1-1 0 0,0 0 138 0 0,0 0-1 0 0,0 1 0 0 0,1-1 0 0 0,-1 1 0 0 0,0-1 0 0 0,0 1 0 0 0,1 0 0 0 0,-1 0 0 0 0,0 0 0 0 0,0 0 1 0 0,3 1-1 0 0,7 2 497 0 0,0 0 0 0 0,0 1 0 0 0,15 6 1 0 0,-24-9-1009 0 0,11 6 169 0 0,0 0-1 0 0,0 0 0 0 0,0 2 0 0 0,-1-1 0 0 0,-1 2 0 0 0,0-1 1 0 0,0 2-1 0 0,-1 0 0 0 0,14 17 0 0 0,-20-22-96 0 0,1 1-1 0 0,-2-1 0 0 0,1 1 1 0 0,-1 1-1 0 0,0-1 1 0 0,-1 1-1 0 0,1-1 0 0 0,-1 1 1 0 0,-1 0-1 0 0,0 0 1 0 0,0 0-1 0 0,0 0 0 0 0,-1 1 1 0 0,-1-1-1 0 0,1 0 0 0 0,-1 1 1 0 0,-1-1-1 0 0,1 0 1 0 0,-3 11-1 0 0,2-17-7 0 0,0 1-1 0 0,0 0 1 0 0,0-1-1 0 0,-1 1 1 0 0,1-1 0 0 0,-1 1-1 0 0,1-1 1 0 0,-1 0 0 0 0,0 1-1 0 0,0-1 1 0 0,0 0-1 0 0,0 0 1 0 0,0 0 0 0 0,0 0-1 0 0,-1-1 1 0 0,1 1-1 0 0,-1-1 1 0 0,-2 2 0 0 0,-18 5-6613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20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534 52 10594 0 0,'-30'68'3346'0'0,"20"-47"-2712"0"0,0-1-1 0 0,-2-1 0 0 0,0 0 1 0 0,-1 0-1 0 0,-1-1 0 0 0,-1-1 1 0 0,-23 22-1 0 0,31-33-480 0 0,0 0 0 0 0,0 0-1 0 0,0-1 1 0 0,-1 0 0 0 0,0-1 0 0 0,1 0 0 0 0,-2 0-1 0 0,1-1 1 0 0,0 1 0 0 0,-1-2 0 0 0,0 1 0 0 0,1-1 0 0 0,-1-1-1 0 0,0 0 1 0 0,0 0 0 0 0,0-1 0 0 0,0 0 0 0 0,0 0-1 0 0,0-1 1 0 0,0 0 0 0 0,-16-4 0 0 0,12 1-143 0 0,-1-1 1 0 0,1 0-1 0 0,0-1 1 0 0,0 0-1 0 0,1-1 1 0 0,0 0-1 0 0,0-1 1 0 0,0-1-1 0 0,-16-15 1 0 0,24 20 4 0 0,0 0 0 0 0,1-1 0 0 0,-1 1 0 0 0,1-1 1 0 0,0 1-1 0 0,0-1 0 0 0,1 0 0 0 0,0 0 0 0 0,0 0 0 0 0,0 0 1 0 0,0-1-1 0 0,1 1 0 0 0,0-1 0 0 0,0 1 0 0 0,0 0 0 0 0,1-1 0 0 0,0 1 1 0 0,0-1-1 0 0,0 0 0 0 0,0 1 0 0 0,1-1 0 0 0,0 1 0 0 0,1 0 1 0 0,-1-1-1 0 0,1 1 0 0 0,0 0 0 0 0,4-8 0 0 0,-2 5-13 0 0,1 1 0 0 0,-1-1 0 0 0,2 1 0 0 0,-1 0 0 0 0,1 1 0 0 0,0-1-1 0 0,0 1 1 0 0,1 0 0 0 0,0 1 0 0 0,0 0 0 0 0,0 0 0 0 0,1 0 0 0 0,0 1 0 0 0,-1 0 0 0 0,1 0-1 0 0,1 1 1 0 0,-1 0 0 0 0,0 1 0 0 0,1 0 0 0 0,0 0 0 0 0,-1 1 0 0 0,1 0 0 0 0,17 0 0 0 0,-12 1 0 0 0,-1 0-1 0 0,1 2 1 0 0,0-1 0 0 0,-1 1 0 0 0,1 1 0 0 0,-1 1 0 0 0,0 0 0 0 0,0 0 0 0 0,0 1 0 0 0,-1 1 0 0 0,0 0 0 0 0,0 1 0 0 0,0 0 0 0 0,19 17 0 0 0,-17-11 36 0 0,-1 2 0 0 0,0 0 0 0 0,-1 0 1 0 0,-1 1-1 0 0,0 0 0 0 0,-1 1 0 0 0,-1 0 0 0 0,0 1 0 0 0,-2 0 1 0 0,0 0-1 0 0,6 28 0 0 0,-10-35-14 0 0,-1-1 0 0 0,0 1 0 0 0,-1 0 0 0 0,0 0 0 0 0,0 0-1 0 0,-2 0 1 0 0,1 0 0 0 0,-1 0 0 0 0,-1 0 0 0 0,0 0 0 0 0,0-1 0 0 0,-1 1 0 0 0,-1-1 0 0 0,0 1 0 0 0,0-1 0 0 0,-1 0 0 0 0,0-1-1 0 0,-1 1 1 0 0,0-1 0 0 0,0 0 0 0 0,-13 13 0 0 0,-1-1 194 0 0,11-11-68 0 0,1 0 0 0 0,-2-1-1 0 0,1 0 1 0 0,-1-1 0 0 0,-1 0 0 0 0,1 0-1 0 0,-1-1 1 0 0,-17 8 0 0 0,25-15-220 0 0,1 0 0 0 0,0 1 0 0 0,-1-1 0 0 0,1 0 1 0 0,0 0-1 0 0,-1 0 0 0 0,1 0 0 0 0,0-1 0 0 0,-1 1 0 0 0,1-1 0 0 0,0 1 1 0 0,0-1-1 0 0,-1 0 0 0 0,1 0 0 0 0,0 0 0 0 0,0 0 0 0 0,0 0 0 0 0,0-1 1 0 0,0 1-1 0 0,-2-3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20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7834 0 0,'21'1'11828'0'0,"-20"0"-11553"0"0,12 27 1994 0 0,-1 41-1177 0 0,8 119-1 0 0,-4-14-781 0 0,-7-129-229 0 0,3-1-1 0 0,1 0 1 0 0,2-1 0 0 0,2 0 0 0 0,27 49 0 0 0,-40-83-51 0 0,0-1 0 0 0,0 1 0 0 0,3 16 0 0 0,-6-21-220 0 0,0-1 0 0 0,-1 1-1 0 0,0-1 1 0 0,0 1 0 0 0,0-1 0 0 0,0 1 0 0 0,0-1 0 0 0,-1 1 0 0 0,1-1 0 0 0,-1 0 0 0 0,0 1-1 0 0,0-1 1 0 0,-3 5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20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305 28 1376 0 0,'15'-28'13400'0'0,"-29"45"-11127"0"0,-36 27-293 0 0,3-1-1276 0 0,-89 61-1 0 0,134-103-682 0 0,-7 5 158 0 0,0-1 0 0 0,0 2 0 0 0,1-1-1 0 0,0 1 1 0 0,0 0 0 0 0,-10 12 0 0 0,18-19-152 0 0,0 1 1 0 0,0-1 0 0 0,-1 1 0 0 0,1 0 0 0 0,0-1-1 0 0,0 1 1 0 0,0 0 0 0 0,0-1 0 0 0,0 1-1 0 0,0-1 1 0 0,0 1 0 0 0,0 0 0 0 0,0-1-1 0 0,0 1 1 0 0,0 0 0 0 0,0-1 0 0 0,1 1 0 0 0,-1 0-1 0 0,0-1 1 0 0,0 1 0 0 0,1-1 0 0 0,-1 1-1 0 0,0 0 1 0 0,1-1 0 0 0,-1 1 0 0 0,1-1-1 0 0,-1 1 1 0 0,0-1 0 0 0,1 0 0 0 0,-1 1 0 0 0,1-1-1 0 0,-1 1 1 0 0,1-1 0 0 0,0 0 0 0 0,-1 1-1 0 0,1-1 1 0 0,-1 0 0 0 0,2 1 0 0 0,29 12 99 0 0,-25-11-81 0 0,44 17 99 0 0,0-3-1 0 0,59 11 1 0 0,-80-21-45 0 0,1-2 1 0 0,0-1-1 0 0,0-2 0 0 0,1-1 1 0 0,35-4-1 0 0,-49 0-1762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3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92 5529 0 0,'-32'14'9577'0'0,"46"-13"-7475"0"0,63-10 138 0 0,132-33 0 0 0,-92 15-1227 0 0,-88 21-1083 0 0,3-1-554 0 0,1 1 0 0 0,59-4 0 0 0,-80 10-859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4.0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0,'7'0'10665'0'0,"8"32"-10055"0"0,-1 1 0 0 0,-2 0 1 0 0,14 65-1 0 0,7 113-28 0 0,-29-160-1014 0 0,-2-16 663 0 0,9 45 0 0 0,-9-69-1658 0 0,1 0-1 0 0,1 0 0 0 0,0 0 1 0 0,7 15-1 0 0,1-7-5768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4.4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0 397 5529 0 0,'0'1'46'0'0,"0"-1"-1"0"0,1 3 1458 0 0,-1-3-1458 0 0,1 0 1 0 0,-1 0-1 0 0,0 0 1 0 0,0 0-1 0 0,0 0 1 0 0,0 0-1 0 0,0 0 1 0 0,0 0 0 0 0,0 0-1 0 0,1 0 1 0 0,-1 0-1 0 0,0 0 1 0 0,0 0-1 0 0,0 0 1 0 0,0 0-1 0 0,0 0 1 0 0,0 0-1 0 0,1 0 1 0 0,-1 0-1 0 0,13-1 1533 0 0,12-6 237 0 0,-11 1-1296 0 0,0 0-1 0 0,0-2 1 0 0,0 1-1 0 0,-1-2 0 0 0,0 0 1 0 0,0 0-1 0 0,-1-1 1 0 0,-1-1-1 0 0,0 0 0 0 0,0-1 1 0 0,-1 0-1 0 0,15-23 0 0 0,-20 28-475 0 0,-1-1-1 0 0,0 1 0 0 0,-1-1 0 0 0,0 0 0 0 0,0 0 1 0 0,0-1-1 0 0,-1 1 0 0 0,-1 0 0 0 0,1-1 0 0 0,-1 1 0 0 0,-1-1 1 0 0,1 0-1 0 0,-1 1 0 0 0,-1-1 0 0 0,0 1 0 0 0,0-1 1 0 0,-1 1-1 0 0,0-1 0 0 0,0 1 0 0 0,-1 0 0 0 0,0 0 1 0 0,0 0-1 0 0,-1 0 0 0 0,-8-12 0 0 0,11 17-42 0 0,-1 1 0 0 0,1 0-1 0 0,-1-1 1 0 0,0 1 0 0 0,0 0 0 0 0,1 0-1 0 0,-1 1 1 0 0,-1-1 0 0 0,1 0-1 0 0,0 0 1 0 0,0 1 0 0 0,-1 0 0 0 0,1-1-1 0 0,0 1 1 0 0,-6-2 0 0 0,7 3 9 0 0,-1 0-1 0 0,1 0 1 0 0,-1 0 0 0 0,1 0-1 0 0,-1 1 1 0 0,1-1 0 0 0,-1 0 0 0 0,1 1-1 0 0,-1-1 1 0 0,1 1 0 0 0,0 0 0 0 0,-1-1-1 0 0,1 1 1 0 0,0 0 0 0 0,-1 0-1 0 0,1 0 1 0 0,0 0 0 0 0,0 0 0 0 0,0 0-1 0 0,0 0 1 0 0,0 0 0 0 0,0 0-1 0 0,0 0 1 0 0,0 1 0 0 0,0-1 0 0 0,1 0-1 0 0,-1 1 1 0 0,1-1 0 0 0,-2 3-1 0 0,-2 7 66 0 0,0 1 0 0 0,0-1 0 0 0,1 1 0 0 0,1 0-1 0 0,0 0 1 0 0,0 0 0 0 0,1 0 0 0 0,1 0-1 0 0,0 1 1 0 0,1-1 0 0 0,0 0 0 0 0,1 0 0 0 0,0 0-1 0 0,5 16 1 0 0,-5-21-16 0 0,0-1 0 0 0,1 0-1 0 0,-1 1 1 0 0,1-1 0 0 0,0 0-1 0 0,1 0 1 0 0,-1 0 0 0 0,1-1-1 0 0,0 0 1 0 0,1 1 0 0 0,-1-1-1 0 0,1-1 1 0 0,0 1 0 0 0,0-1-1 0 0,1 1 1 0 0,-1-2 0 0 0,1 1 0 0 0,0-1-1 0 0,0 1 1 0 0,0-2 0 0 0,0 1-1 0 0,1-1 1 0 0,-1 0 0 0 0,1 0-1 0 0,0 0 1 0 0,-1-1 0 0 0,8 0-1 0 0,-7-1-153 0 0,0 0 0 0 0,-1 0 0 0 0,1-1-1 0 0,0 0 1 0 0,6-2 0 0 0,17-8-6469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5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 3225 0 0,'0'0'95'0'0,"0"-1"0"0"0,1 1 0 0 0,-1-1 0 0 0,0 1 0 0 0,0-1 0 0 0,0 1 0 0 0,1 0 0 0 0,-1-1 0 0 0,0 1 1 0 0,1-1-1 0 0,-1 1 0 0 0,0 0 0 0 0,1-1 0 0 0,-1 1 0 0 0,0 0 0 0 0,1-1 0 0 0,-1 1 0 0 0,1 0 0 0 0,-1 0 0 0 0,1-1 0 0 0,-1 1 0 0 0,1 0 1 0 0,-1 0-1 0 0,0 0 0 0 0,1 0 0 0 0,-1-1 0 0 0,1 1 0 0 0,-1 0 0 0 0,1 0 0 0 0,-1 0 0 0 0,1 0 0 0 0,-1 0 0 0 0,1 0 0 0 0,-1 1 1 0 0,1-1-1 0 0,-1 0 0 0 0,1 0 0 0 0,-1 0 0 0 0,1 0 0 0 0,-1 0 0 0 0,1 1 0 0 0,-1-1 0 0 0,1 0 0 0 0,-1 0 0 0 0,1 1 0 0 0,23 10 5007 0 0,-21-8-4566 0 0,1 0-1 0 0,-1 0 1 0 0,1 1 0 0 0,-1-1 0 0 0,0 1-1 0 0,0 0 1 0 0,0 0 0 0 0,-1 0-1 0 0,1 0 1 0 0,-1 0 0 0 0,0 0-1 0 0,1 5 1 0 0,0 0-153 0 0,-1-1 1 0 0,0 0-1 0 0,-1 1 0 0 0,0-1 0 0 0,0 1 1 0 0,-1 9-1 0 0,-2 12-303 0 0,-2-1 0 0 0,-14 55 0 0 0,13-62 154 0 0,1 3-303 0 0,6-17-267 0 0,6-18-282 0 0,-4 3 302 0 0,0-1 1 0 0,-1 1-1 0 0,0-1 1 0 0,-1 0-1 0 0,1 0 1 0 0,-1-1-1 0 0,1-10 0 0 0,1-63-1960 0 0,0 8 668 0 0,-3 62 1574 0 0,1 0 1 0 0,1 1 0 0 0,0-1 0 0 0,8-20 0 0 0,-10 29 169 0 0,0 0 0 0 0,0 1 0 0 0,1-1 1 0 0,-1 1-1 0 0,1-1 0 0 0,-1 1 0 0 0,1 0 0 0 0,0-1 1 0 0,0 1-1 0 0,0 0 0 0 0,0 0 0 0 0,1 0 0 0 0,-1 1 1 0 0,0-1-1 0 0,1 1 0 0 0,0-1 0 0 0,-1 1 0 0 0,1 0 1 0 0,-1 0-1 0 0,1 0 0 0 0,0 0 0 0 0,0 0 0 0 0,0 1 1 0 0,0-1-1 0 0,4 1 0 0 0,-5 0-61 0 0,-1 0 0 0 0,1 1 0 0 0,-1 0 0 0 0,1-1 1 0 0,-1 1-1 0 0,1 0 0 0 0,-1 0 0 0 0,0 0 0 0 0,1 0 0 0 0,-1 0 0 0 0,0 0 0 0 0,0 0 0 0 0,0 0 0 0 0,0 0 0 0 0,0 0 1 0 0,0 1-1 0 0,0-1 0 0 0,0 1 0 0 0,0-1 0 0 0,-1 0 0 0 0,1 1 0 0 0,0-1 0 0 0,-1 1 0 0 0,1 0 0 0 0,-1-1 1 0 0,0 1-1 0 0,0-1 0 0 0,1 3 0 0 0,5 46 772 0 0,-5-26-777 0 0,0 9 149 0 0,1 0-1 0 0,1 0 1 0 0,15 60-1 0 0,-7-61-218 0 0,-11-31 0 0 0,0-2-16 0 0,-4 0-61 0 0,-2 0-140 0 0,-9-2 344 0 0,3 2-4549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5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5 178 1840 0 0,'-1'-3'344'0'0,"0"0"0"0"0,0 0 1 0 0,0-1-1 0 0,1 1 0 0 0,0 0 0 0 0,-1-1 0 0 0,1 1 0 0 0,1 0 0 0 0,-1-1 0 0 0,0 1 0 0 0,1-1 0 0 0,-1 1 0 0 0,1 0 0 0 0,0 0 0 0 0,0 0 0 0 0,1-1 0 0 0,-1 1 0 0 0,1 0 0 0 0,-1 0 0 0 0,5-5 0 0 0,1-2 692 0 0,0-1 0 0 0,1 1 0 0 0,1 1 0 0 0,10-10-1 0 0,-13 13-682 0 0,0 1 0 0 0,0 0-1 0 0,1 1 1 0 0,-1 0-1 0 0,1 0 1 0 0,0 0 0 0 0,1 1-1 0 0,10-4 1 0 0,-15 6-238 0 0,0 0 0 0 0,0 1-1 0 0,0-1 1 0 0,0 1 0 0 0,-1-1 0 0 0,1 1 0 0 0,0 0 0 0 0,0 0 0 0 0,0 0 0 0 0,0 1 0 0 0,0-1 0 0 0,0 1 0 0 0,0 0 0 0 0,0-1 0 0 0,0 1-1 0 0,-1 1 1 0 0,1-1 0 0 0,0 0 0 0 0,-1 1 0 0 0,1-1 0 0 0,-1 1 0 0 0,1-1 0 0 0,-1 1 0 0 0,0 0 0 0 0,3 3 0 0 0,4 9 91 0 0,0 0 1 0 0,-1 0-1 0 0,0 1 1 0 0,-1-1-1 0 0,-1 2 1 0 0,-1-1 0 0 0,5 20-1 0 0,18 45-579 0 0,-22-65-381 0 0,0-1-229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5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0,'0'0'542'0'0,"4"5"435"0"0,-1-1-1 0 0,0 0 1 0 0,0 1 0 0 0,0-1 0 0 0,0 1-1 0 0,-1 0 1 0 0,3 8 0 0 0,11 38 3191 0 0,-10-27-2902 0 0,59 294 2197 0 0,-30-122-3651 0 0,-26-168-797 0 0,-5-24 157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6.1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15 159 6913 0 0,'0'-5'192'0'0,"1"-1"-1"0"0,0 1 0 0 0,-1 0 0 0 0,2 0 1 0 0,-1 0-1 0 0,0 0 0 0 0,1 0 0 0 0,0 0 1 0 0,0 0-1 0 0,1 0 0 0 0,-1 1 0 0 0,1-1 1 0 0,0 1-1 0 0,5-6 0 0 0,0 1 391 0 0,1 1 0 0 0,0 0 0 0 0,0 0 1 0 0,1 1-1 0 0,12-8 0 0 0,-15 11-236 0 0,-1 1 1 0 0,1 0-1 0 0,0 0 1 0 0,0 1-1 0 0,0-1 1 0 0,0 2 0 0 0,0-1-1 0 0,1 1 1 0 0,-1 0-1 0 0,0 0 1 0 0,1 1-1 0 0,7 0 1 0 0,-12 1-202 0 0,1-1-1 0 0,0 0 1 0 0,-1 1 0 0 0,1 0 0 0 0,-1 0 0 0 0,1 0 0 0 0,-1 0 0 0 0,0 0 0 0 0,1 1 0 0 0,-1 0 0 0 0,0-1 0 0 0,0 1-1 0 0,0 0 1 0 0,0 1 0 0 0,0-1 0 0 0,-1 0 0 0 0,1 1 0 0 0,-1 0 0 0 0,1 0 0 0 0,-1-1 0 0 0,0 1 0 0 0,0 0 0 0 0,0 1-1 0 0,0-1 1 0 0,2 7 0 0 0,-4-7-110 0 0,1 1-1 0 0,-1 0 1 0 0,0 0 0 0 0,0 0-1 0 0,0 0 1 0 0,0 0 0 0 0,0-1-1 0 0,-1 1 1 0 0,0 0-1 0 0,0 0 1 0 0,0 0 0 0 0,0-1-1 0 0,-1 1 1 0 0,1-1-1 0 0,-1 1 1 0 0,0-1 0 0 0,0 0-1 0 0,0 1 1 0 0,-1-1 0 0 0,1 0-1 0 0,-1 0 1 0 0,1-1-1 0 0,-7 5 1 0 0,-5 6-15 0 0,0-1-1 0 0,-1-1 1 0 0,-24 14 0 0 0,25-17-147 0 0,0 0 0 0 0,0 0 0 0 0,-1-2 0 0 0,0 0 1 0 0,0 0-1 0 0,0-1 0 0 0,-1-1 0 0 0,-30 4 0 0 0,36-9-832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6.3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0 4609 0 0,'4'5'408'0'0,"1"-1"-328"0"0,-4 5 2505 0 0,-1-4-1145 0 0,0 1 16 0 0,-1 1 385 0 0,-1 2 79 0 0,-2 1 8 0 0,-1-6 9 0 0,-1-1-1801 0 0,0-1-360 0 0,0-2-64 0 0,1 0-24 0 0,4-2 312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5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0 216 920 0 0,'5'-32'23'0'0,"13"-64"3114"0"0,-15 82-1670 0 0,2 0 1 0 0,-1-1 0 0 0,2 2 0 0 0,13-18 3813 0 0,-19 30-5223 0 0,2 15 1479 0 0,-1 16-434 0 0,-26 308 2943 0 0,4-84-3795 0 0,18 1-3486 0 0,7-234-2874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6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0 149 5065 0 0,'1'-2'209'0'0,"0"1"1"0"0,0 0-1 0 0,0 0 0 0 0,0-1 0 0 0,0 1 1 0 0,0 0-1 0 0,0 0 0 0 0,0 0 1 0 0,1 0-1 0 0,-1 1 0 0 0,0-1 0 0 0,1 0 1 0 0,-1 0-1 0 0,0 1 0 0 0,1-1 0 0 0,-1 1 1 0 0,1-1-1 0 0,-1 1 0 0 0,1 0 0 0 0,-1-1 1 0 0,1 1-1 0 0,-1 0 0 0 0,1 0 1 0 0,-1 0-1 0 0,1 0 0 0 0,-1 0 0 0 0,1 1 1 0 0,-1-1-1 0 0,1 0 0 0 0,-1 1 0 0 0,3 0 1 0 0,1 1 178 0 0,0 0-1 0 0,0 0 1 0 0,0 0 0 0 0,-1 0 0 0 0,1 1 0 0 0,-1-1 0 0 0,0 1 0 0 0,5 4 0 0 0,11 13 444 0 0,-1 1 0 0 0,-1 1 1 0 0,-1 0-1 0 0,15 26 0 0 0,49 101 682 0 0,-16-27-1096 0 0,-63-118-416 0 0,37 55 9 0 0,-37-55-11 0 0,1 0 0 0 0,0-1 0 0 0,0 0-1 0 0,1 1 1 0 0,-1-1 0 0 0,1 0 0 0 0,-1-1 0 0 0,1 1-1 0 0,0-1 1 0 0,0 1 0 0 0,0-1 0 0 0,8 3 0 0 0,-11-5-11 0 0,1 0 0 0 0,-1 0 0 0 0,0-1 0 0 0,1 1 0 0 0,-1 0 0 0 0,0 0 0 0 0,0-1 0 0 0,1 1 0 0 0,-1 0 0 0 0,0-1 0 0 0,0 0 0 0 0,0 1 0 0 0,1-1 0 0 0,-1 0 0 0 0,0 1 0 0 0,0-1 0 0 0,0 0 0 0 0,0 0 0 0 0,0 0 0 0 0,0 0 0 0 0,-1 0 0 0 0,1 0 0 0 0,0 0 0 0 0,0 0 0 0 0,-1 0 0 0 0,1 0 0 0 0,-1-1 0 0 0,1 1 0 0 0,0-2 0 0 0,14-46-508 0 0,-13 40 438 0 0,32-185-760 0 0,-6 18 846 0 0,-22 153 89 0 0,0 0-1 0 0,2 0 1 0 0,0 1-1 0 0,2 0 1 0 0,16-28-1 0 0,-24 45-10 0 0,1 1-1 0 0,0 0 0 0 0,-1 0 0 0 0,2 1 1 0 0,-1-1-1 0 0,0 1 0 0 0,1-1 1 0 0,-1 1-1 0 0,1 0 0 0 0,0 0 1 0 0,0 1-1 0 0,0-1 0 0 0,7-2 0 0 0,-9 4-34 0 0,1 1 0 0 0,-1-1-1 0 0,1 1 1 0 0,-1 0-1 0 0,0 0 1 0 0,1 0-1 0 0,-1 0 1 0 0,0 0 0 0 0,1 1-1 0 0,-1-1 1 0 0,1 1-1 0 0,-1-1 1 0 0,0 1-1 0 0,0 0 1 0 0,1 0 0 0 0,-1 0-1 0 0,0 0 1 0 0,0 0-1 0 0,0 0 1 0 0,0 1-1 0 0,0-1 1 0 0,0 1 0 0 0,-1 0-1 0 0,1-1 1 0 0,0 1-1 0 0,-1 0 1 0 0,1 0-1 0 0,-1 0 1 0 0,1 2 0 0 0,13 18 66 0 0,-1 2 0 0 0,-1-1 1 0 0,-1 1-1 0 0,-1 1 1 0 0,13 45-1 0 0,24 138-327 0 0,-34-137 64 0 0,-8-42 45 0 0,7 29-1360 0 0,-4-19-3592 0 0,3 0-2006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6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189 100 4145 0 0,'-4'-27'3'0'0,"2"19"927"0"0,0 0 0 0 0,0 0 0 0 0,-1 0 0 0 0,-4-8 0 0 0,7 14-749 0 0,-1 1 0 0 0,1 0 0 0 0,-1-1 0 0 0,0 1 0 0 0,1 0 0 0 0,-1 0 0 0 0,0-1 0 0 0,0 1 0 0 0,0 0 0 0 0,0 0 0 0 0,0 0 0 0 0,0 0 0 0 0,0 0 0 0 0,0 0 0 0 0,-1 0 0 0 0,1 1 0 0 0,0-1 0 0 0,0 0 0 0 0,-1 1 0 0 0,1-1 0 0 0,-1 0 0 0 0,1 1 0 0 0,0 0 0 0 0,-1-1-1 0 0,1 1 1 0 0,-1 0 0 0 0,1 0 0 0 0,-1 0 0 0 0,1 0 0 0 0,-1 0 0 0 0,1 0 0 0 0,-1 0 0 0 0,1 0 0 0 0,0 1 0 0 0,-1-1 0 0 0,1 1 0 0 0,-1-1 0 0 0,1 1 0 0 0,0-1 0 0 0,-1 1 0 0 0,1 0 0 0 0,0 0 0 0 0,0-1 0 0 0,0 1 0 0 0,-1 0 0 0 0,1 0 0 0 0,0 0 0 0 0,0 0 0 0 0,-1 2-1 0 0,-9 8 206 0 0,1 0-1 0 0,1 0 0 0 0,-1 1 0 0 0,2 0 1 0 0,0 1-1 0 0,0 0 0 0 0,1 0 0 0 0,-9 25 0 0 0,11-26-402 0 0,1 0 0 0 0,1-1 0 0 0,0 2-1 0 0,1-1 1 0 0,0 0 0 0 0,1 0-1 0 0,0 1 1 0 0,1-1 0 0 0,0 0-1 0 0,1 1 1 0 0,2 13 0 0 0,-2-24-32 0 0,-1 1 0 0 0,1-1-1 0 0,0 1 1 0 0,0 0 0 0 0,0-1 0 0 0,0 0 0 0 0,0 1 0 0 0,0-1-1 0 0,1 0 1 0 0,-1 1 0 0 0,1-1 0 0 0,-1 0 0 0 0,1 0 0 0 0,0 0 0 0 0,0-1-1 0 0,0 1 1 0 0,3 2 0 0 0,-3-3-49 0 0,1 0 1 0 0,-1 0-1 0 0,0-1 1 0 0,0 1-1 0 0,0-1 1 0 0,0 1-1 0 0,0-1 1 0 0,1 0-1 0 0,-1 0 1 0 0,0 0-1 0 0,0 0 1 0 0,0 0-1 0 0,1-1 1 0 0,-1 1-1 0 0,0 0 0 0 0,4-3 1 0 0,0 1-21 0 0,0-1 1 0 0,0 0-1 0 0,0-1 1 0 0,0 1-1 0 0,-1-1 0 0 0,0 0 1 0 0,0 0-1 0 0,0-1 1 0 0,0 0-1 0 0,-1 0 0 0 0,0 0 1 0 0,7-10-1 0 0,-3 0 138 0 0,-1-1-1 0 0,-1 0 0 0 0,-1 0 1 0 0,0-1-1 0 0,3-18 0 0 0,-4 17 206 0 0,0 1 1 0 0,1-1-1 0 0,1 1 0 0 0,10-20 0 0 0,-16 36-182 0 0,1 0 1 0 0,-1 1-1 0 0,0-1 1 0 0,1 0-1 0 0,-1 0 1 0 0,1 1-1 0 0,-1-1 1 0 0,1 0-1 0 0,-1 1 1 0 0,1-1-1 0 0,0 0 0 0 0,-1 1 1 0 0,1-1-1 0 0,0 1 1 0 0,-1-1-1 0 0,1 1 1 0 0,0-1-1 0 0,-1 1 1 0 0,1 0-1 0 0,0-1 1 0 0,0 1-1 0 0,0 0 1 0 0,0 0-1 0 0,-1 0 0 0 0,1-1 1 0 0,0 1-1 0 0,0 0 1 0 0,1 0-1 0 0,-1 1 16 0 0,1-1-1 0 0,-1 1 1 0 0,1 0 0 0 0,-1-1-1 0 0,1 1 1 0 0,-1 0-1 0 0,0 0 1 0 0,1 0-1 0 0,-1 0 1 0 0,0 0 0 0 0,0 1-1 0 0,0-1 1 0 0,2 2-1 0 0,2 5 137 0 0,1 1 0 0 0,-1-1-1 0 0,6 16 1 0 0,7 22-37 0 0,-7-17 73 0 0,2 1 0 0 0,18 29 1 0 0,-26-50-624 0 0,1 0 1 0 0,0-1 0 0 0,0 0 0 0 0,1 0 0 0 0,0-1 0 0 0,1 0 0 0 0,-1 0 0 0 0,1-1 0 0 0,1 0 0 0 0,14 9 0 0 0,-3-6-6116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7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8754 0 0,'9'52'9715'0'0,"2"3"-7238"0"0,-6-16-1925 0 0,11 97-71 0 0,67 254 1 0 0,-70-353-2122 0 0,20 38 0 0 0,-1-4-6883 0 0,-32-70 8492 0 0,0-1 1 0 0,1 0-1 0 0,-1 0 0 0 0,0 0 0 0 0,0 0 0 0 0,0 0 0 0 0,0 0 0 0 0,1 1 1 0 0,-1-1-1 0 0,0 0 0 0 0,0 0 0 0 0,0 0 0 0 0,0 1 0 0 0,0-1 0 0 0,0 0 1 0 0,1 0-1 0 0,-1 0 0 0 0,0 1 0 0 0,0-1 0 0 0,0 0 0 0 0,0 0 0 0 0,0 0 1 0 0,0 1-1 0 0,0-1 0 0 0,0 0 0 0 0,0 0 0 0 0,0 1 0 0 0,0-1 0 0 0,0 0 1 0 0,0 0-1 0 0,0 0 0 0 0,0 1 0 0 0,-1-1 0 0 0,1 0 0 0 0,0 0 0 0 0,0 0 1 0 0,0 1-1 0 0,0-1 0 0 0,0 0 0 0 0,0 0 0 0 0,0 0 0 0 0,-1 0 0 0 0,1 1 1 0 0,0-1-1 0 0,0 0 0 0 0,0 0 0 0 0,0 0 0 0 0,-1 0 0 0 0,1 0 0 0 0,0 0 1 0 0,0 1-1 0 0,0-1 0 0 0,-1 0 0 0 0,1 0 0 0 0,0 0 0 0 0,-13-6-792 0 0,12 5 814 0 0,-11-6 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7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56 265 8754 0 0,'-5'-3'317'0'0,"1"-1"0"0"0,-1 0 0 0 0,1-1 0 0 0,0 1 0 0 0,0-1 0 0 0,0 0 0 0 0,1 1 0 0 0,0-2 0 0 0,0 1 1 0 0,0 0-1 0 0,0-1 0 0 0,1 1 0 0 0,0-1 0 0 0,0 0 0 0 0,1 1 0 0 0,0-1 0 0 0,0 0 0 0 0,0 0 0 0 0,0 0 0 0 0,1 0 0 0 0,0 0 0 0 0,0 0 0 0 0,2-8 0 0 0,-1 8-63 0 0,0 1-1 0 0,1-1 1 0 0,0 0-1 0 0,0 1 1 0 0,0 0-1 0 0,1-1 1 0 0,0 1-1 0 0,0 0 1 0 0,0 0-1 0 0,0 0 0 0 0,1 1 1 0 0,0-1-1 0 0,0 1 1 0 0,0 0-1 0 0,0 0 1 0 0,7-4-1 0 0,-4 3-404 0 0,1 0-1 0 0,0 0 1 0 0,-1 1 0 0 0,11-4 0 0 0,-9 5-1166 0 0,0 0 1 0 0,0 1 0 0 0,15-3 0 0 0,0 3-4973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7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7834 0 0,'7'-3'890'0'0,"-1"-1"1"0"0,1 1-1 0 0,-1-1 1 0 0,0 0 0 0 0,0-1-1 0 0,0 1 1 0 0,5-7-1 0 0,-4 5-229 0 0,4-4-84 0 0,1 0 0 0 0,-2-1-1 0 0,0 0 1 0 0,0-1-1 0 0,-1 0 1 0 0,0-1 0 0 0,-1 0-1 0 0,8-16 1 0 0,-13 22-544 0 0,0 0 0 0 0,-1 0 0 0 0,1 0 0 0 0,-1-1 0 0 0,0 1 0 0 0,-1 0 0 0 0,0-1 0 0 0,0 0 0 0 0,-1 1 0 0 0,0-1 0 0 0,0 0 0 0 0,-1 1 0 0 0,0-1 0 0 0,0 1 0 0 0,-1-1 0 0 0,0 1 1 0 0,0 0-1 0 0,-4-9 0 0 0,6 15-36 0 0,-1-1 1 0 0,0 0-1 0 0,1 1 0 0 0,-1-1 1 0 0,0 0-1 0 0,0 1 1 0 0,0-1-1 0 0,0 1 1 0 0,0-1-1 0 0,-1 1 1 0 0,1 0-1 0 0,0-1 1 0 0,-1 1-1 0 0,1 0 1 0 0,-1 0-1 0 0,1 0 1 0 0,-1 0-1 0 0,1 0 0 0 0,-1 0 1 0 0,0 1-1 0 0,0-1 1 0 0,1 0-1 0 0,-1 1 1 0 0,0 0-1 0 0,0-1 1 0 0,0 1-1 0 0,1 0 1 0 0,-4 0-1 0 0,3 0-10 0 0,0 1 0 0 0,0 0 0 0 0,0 0 0 0 0,0 0-1 0 0,0 0 1 0 0,0 0 0 0 0,0 0 0 0 0,0 0 0 0 0,0 1 0 0 0,1-1-1 0 0,-1 1 1 0 0,0-1 0 0 0,1 1 0 0 0,0 0 0 0 0,-1 0 0 0 0,1-1-1 0 0,0 1 1 0 0,0 0 0 0 0,0 0 0 0 0,0 0 0 0 0,0 0 0 0 0,-1 3 0 0 0,-2 9-6 0 0,0 0 1 0 0,1 0-1 0 0,0 0 1 0 0,1 1 0 0 0,0-1-1 0 0,2 1 1 0 0,-1-1 0 0 0,2 1-1 0 0,0-1 1 0 0,1 0 0 0 0,0 1-1 0 0,1-1 1 0 0,7 20 0 0 0,-8-28-44 0 0,0 0 1 0 0,0 0 0 0 0,1-1-1 0 0,0 1 1 0 0,0 0-1 0 0,1-1 1 0 0,-1 0 0 0 0,1 1-1 0 0,0-2 1 0 0,1 1 0 0 0,-1 0-1 0 0,1-1 1 0 0,0 0 0 0 0,0 0-1 0 0,0 0 1 0 0,0-1-1 0 0,1 0 1 0 0,0 0 0 0 0,0 0-1 0 0,-1 0 1 0 0,1-1 0 0 0,1 0-1 0 0,-1-1 1 0 0,0 1 0 0 0,0-1-1 0 0,1 0 1 0 0,-1-1-1 0 0,0 1 1 0 0,1-1 0 0 0,-1 0-1 0 0,1-1 1 0 0,7-1 0 0 0,-1-1-1192 0 0,-2 0-270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7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3 296 7834 0 0,'-1'1'232'0'0,"1"0"1"0"0,0-1 0 0 0,-1 1-1 0 0,1 0 1 0 0,0 0 0 0 0,0 0-1 0 0,-1 0 1 0 0,1 0 0 0 0,0 0-1 0 0,0 0 1 0 0,0 0 0 0 0,0-1-1 0 0,0 1 1 0 0,0 0 0 0 0,0 0-1 0 0,1 0 1 0 0,-1 0 0 0 0,0 0-1 0 0,0 0 1 0 0,1 0 0 0 0,-1-1-1 0 0,0 1 1 0 0,1 1 0 0 0,13 25 2652 0 0,-8-18-1748 0 0,12 25-446 0 0,2-2 1 0 0,1 0-1 0 0,2-1 1 0 0,1-1-1 0 0,31 30 1 0 0,-74-128 473 0 0,14 44-1130 0 0,1-1-1 0 0,1 0 1 0 0,1 0-1 0 0,1 0 1 0 0,2 0 0 0 0,0 0-1 0 0,2 0 1 0 0,10-47-1 0 0,-6 47-565 0 0,0 1 1 0 0,2 0-1 0 0,1 0 0 0 0,0 1 0 0 0,16-24 0 0 0,-21 40-464 0 0,0 0 0 0 0,0 0 0 0 0,1 1 1 0 0,0 0-1 0 0,0 0 0 0 0,12-8 0 0 0,-17 12 822 0 0,1 1 1 0 0,-1 0-1 0 0,0 0 0 0 0,1 0 1 0 0,0 0-1 0 0,-1 0 1 0 0,1 0-1 0 0,0 0 0 0 0,-1 0 1 0 0,1 1-1 0 0,0-1 1 0 0,0 1-1 0 0,-1-1 0 0 0,1 1 1 0 0,0 0-1 0 0,0 0 0 0 0,0 0 1 0 0,0 0-1 0 0,-1 0 1 0 0,1 0-1 0 0,0 0 0 0 0,0 1 1 0 0,0-1-1 0 0,0 1 1 0 0,-1-1-1 0 0,1 1 0 0 0,0 0 1 0 0,-1-1-1 0 0,1 1 1 0 0,0 0-1 0 0,-1 0 0 0 0,1 0 1 0 0,-1 0-1 0 0,1 1 1 0 0,-1-1-1 0 0,2 3 0 0 0,1 2 161 0 0,-3 3-48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8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0,'7'7'729'0'0,"-1"1"0"0"0,0 0 1 0 0,0 0-1 0 0,0 0 0 0 0,-1 1 0 0 0,-1 0 0 0 0,1 0 1 0 0,-2 0-1 0 0,5 13 0 0 0,0 9-371 0 0,6 50 1 0 0,-9-50-1098 0 0,13 52 0 0 0,-12-65-415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8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 11522 0 0,'-2'-5'513'0'0,"2"4"95"0"0,0-1-480 0 0,0 4-128 0 0,2-1 296 0 0,-2 2 40 0 0,1 5 8 0 0,1 2 0 0 0,-1 4-248 0 0,1 3-96 0 0,-1-1 64 0 0,2 2-64 0 0,3 2 0 0 0,0 0 0 0 0,2-1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8.8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3 9674 0 0,'-5'-1'238'0'0,"0"0"0"0"0,-1 1 0 0 0,1 0 0 0 0,-1 0 1 0 0,1 0-1 0 0,-1 1 0 0 0,1-1 0 0 0,0 1 0 0 0,-1 1 0 0 0,1-1 0 0 0,0 1 0 0 0,0 0 0 0 0,0 0 0 0 0,0 0 1 0 0,0 1-1 0 0,-6 4 0 0 0,-8 6 909 0 0,-1 0 0 0 0,-23 23 1 0 0,31-26-926 0 0,1 2 1 0 0,0 0-1 0 0,1 0 1 0 0,0 1 0 0 0,1 0-1 0 0,0 0 1 0 0,1 1 0 0 0,-10 27-1 0 0,16-36-227 0 0,0 0 1 0 0,0 1-1 0 0,1-1 0 0 0,0 1 1 0 0,0-1-1 0 0,1 1 0 0 0,0-1 1 0 0,0 1-1 0 0,0-1 0 0 0,0 1 0 0 0,1-1 1 0 0,2 9-1 0 0,-2-10-15 0 0,1 0-1 0 0,0 0 1 0 0,0 0 0 0 0,0 0-1 0 0,1-1 1 0 0,-1 1 0 0 0,1-1-1 0 0,0 1 1 0 0,0-1 0 0 0,0 0-1 0 0,0 0 1 0 0,1 0 0 0 0,-1 0-1 0 0,1-1 1 0 0,0 0 0 0 0,-1 1-1 0 0,9 2 1 0 0,-10-4-38 0 0,0 0-1 0 0,0 1 1 0 0,1-1-1 0 0,-1 0 1 0 0,0 0 0 0 0,1-1-1 0 0,-1 1 1 0 0,1 0-1 0 0,-1-1 1 0 0,1 1 0 0 0,-1-1-1 0 0,1 0 1 0 0,0 0-1 0 0,-1 0 1 0 0,1 0 0 0 0,-1-1-1 0 0,1 1 1 0 0,-1-1-1 0 0,1 1 1 0 0,-1-1-1 0 0,1 0 1 0 0,-1 0 0 0 0,1 0-1 0 0,-1 0 1 0 0,0 0-1 0 0,0-1 1 0 0,0 1 0 0 0,0-1-1 0 0,0 0 1 0 0,0 1-1 0 0,0-1 1 0 0,0 0 0 0 0,0 0-1 0 0,-1 0 1 0 0,3-4-1 0 0,2-5-41 0 0,-1 0 0 0 0,-1 0 0 0 0,0-1 0 0 0,0 1 0 0 0,-1-1 0 0 0,1-13 0 0 0,-4 24 182 0 0,1-1 1 0 0,-1 0-1 0 0,0 1 1 0 0,0-1 0 0 0,1 0-1 0 0,-1 1 1 0 0,1-1-1 0 0,0 0 1 0 0,-1 1-1 0 0,1-1 1 0 0,0 1 0 0 0,0-1-1 0 0,0 1 1 0 0,0-1-1 0 0,0 1 1 0 0,0 0-1 0 0,1 0 1 0 0,-1 0 0 0 0,0-1-1 0 0,1 1 1 0 0,-1 0-1 0 0,2-1 1 0 0,-1 2-30 0 0,-1 0 1 0 0,1 1-1 0 0,-1-1 1 0 0,1 0-1 0 0,-1 0 1 0 0,1 1-1 0 0,-1-1 0 0 0,1 1 1 0 0,-1-1-1 0 0,1 1 1 0 0,-1-1-1 0 0,0 1 1 0 0,1 0-1 0 0,-1 0 1 0 0,0 0-1 0 0,0 0 1 0 0,1 0-1 0 0,-1 0 0 0 0,0 0 1 0 0,0 0-1 0 0,0 0 1 0 0,0 1-1 0 0,0-1 1 0 0,1 3-1 0 0,7 10 59 0 0,0-2 142 0 0,0 1-1 0 0,0-2 1 0 0,1 1-1 0 0,20 17 1 0 0,-29-28-322 0 0,0 1 1 0 0,1-1 0 0 0,0 0 0 0 0,-1 0-1 0 0,1 0 1 0 0,0 0 0 0 0,-1 0-1 0 0,1 0 1 0 0,0 0 0 0 0,0 0-1 0 0,0-1 1 0 0,0 1 0 0 0,0-1-1 0 0,0 1 1 0 0,0-1 0 0 0,0 0-1 0 0,0 0 1 0 0,0 0 0 0 0,0 0-1 0 0,0 0 1 0 0,0 0 0 0 0,0-1-1 0 0,-1 1 1 0 0,1-1 0 0 0,0 1-1 0 0,0-1 1 0 0,0 0 0 0 0,0 0 0 0 0,0 0-1 0 0,-1 0 1 0 0,1 0 0 0 0,0 0-1 0 0,-1 0 1 0 0,1 0 0 0 0,-1-1-1 0 0,1 1 1 0 0,-1-1 0 0 0,0 1-1 0 0,0-1 1 0 0,1 1 0 0 0,-1-1-1 0 0,0 0 1 0 0,0 1 0 0 0,1-5-1 0 0,5-10-1391 0 0,0-3-249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9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1 237 1840 0 0,'9'-167'7025'0'0,"-2"98"-1582"0"0,-5 86 1043 0 0,3 27-4817 0 0,4 45-1247 0 0,46 248 556 0 0,-34-229-828 0 0,-9-46-233 0 0,33 95 1 0 0,-27-108-105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49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10594 0 0,'1'-23'1283'0'0,"1"1"0"0"0,2-1-1 0 0,0 1 1 0 0,7-22 0 0 0,-11 44-1253 0 0,0 0 1 0 0,0 0 0 0 0,0 0-1 0 0,0-1 1 0 0,0 1 0 0 0,0 0 0 0 0,0 0-1 0 0,0 0 1 0 0,0 0 0 0 0,0 0-1 0 0,0 0 1 0 0,0-1 0 0 0,0 1 0 0 0,0 0-1 0 0,0 0 1 0 0,1 0 0 0 0,-1 0-1 0 0,0 0 1 0 0,0 0 0 0 0,0 0 0 0 0,0-1-1 0 0,0 1 1 0 0,0 0 0 0 0,0 0-1 0 0,0 0 1 0 0,0 0 0 0 0,1 0 0 0 0,-1 0-1 0 0,0 0 1 0 0,0 0 0 0 0,0 0-1 0 0,0 0 1 0 0,0 0 0 0 0,0 0-1 0 0,0 0 1 0 0,1 0 0 0 0,-1-1 0 0 0,0 1-1 0 0,0 0 1 0 0,0 0 0 0 0,0 0-1 0 0,0 0 1 0 0,1 0 0 0 0,-1 1 0 0 0,0-1-1 0 0,0 0 1 0 0,0 0 0 0 0,0 0-1 0 0,0 0 1 0 0,0 0 0 0 0,1 0 0 0 0,-1 0-1 0 0,0 0 1 0 0,0 0 0 0 0,0 0-1 0 0,0 0 1 0 0,0 0 0 0 0,0 0 0 0 0,0 0-1 0 0,0 1 1 0 0,1-1 0 0 0,-1 0-1 0 0,7 13 784 0 0,3 17-134 0 0,7 54-99 0 0,-4 1 0 0 0,4 152 0 0 0,0 6-586 0 0,-11-196 61 0 0,2 0 0 0 0,2 0-1 0 0,18 47 1 0 0,25 26 509 0 0,-27-67-1698 0 0,-3 2-4685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0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22 241 3681 0 0,'-21'6'8770'0'0,"22"-5"-8619"0"0,0-1 1 0 0,0 1 0 0 0,0 0 0 0 0,1 0 0 0 0,-1 0-1 0 0,0 0 1 0 0,0 1 0 0 0,-1-1 0 0 0,1 0 0 0 0,0 0 0 0 0,1 3-1 0 0,0 0 117 0 0,3 0 102 0 0,-1 0 0 0 0,1 0-1 0 0,0 0 1 0 0,0-1-1 0 0,1 1 1 0 0,-1-1 0 0 0,1 0-1 0 0,-1-1 1 0 0,12 4-1 0 0,55 11 1873 0 0,-58-15-1788 0 0,5 2-113 0 0,0-1-1 0 0,0-2 0 0 0,0 1 0 0 0,0-2 0 0 0,0-1 0 0 0,35-5 0 0 0,-44 4-260 0 0,-1 0 0 0 0,1-1 0 0 0,-1-1 0 0 0,0 1 0 0 0,0-1 0 0 0,0-1-1 0 0,0 0 1 0 0,-1 0 0 0 0,1-1 0 0 0,-1 0 0 0 0,-1 0 0 0 0,1-1 0 0 0,-1 0 0 0 0,11-14 0 0 0,1-7 148 0 0,-2 0 0 0 0,-1-1-1 0 0,16-39 1 0 0,8-17-2065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0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89 10138 0 0,'-1'-1'6'0'0,"-5"-9"758"0"0,0-1 0 0 0,-1 1 0 0 0,0 0 0 0 0,-1 1 0 0 0,-14-14 0 0 0,20 21-634 0 0,1 1 0 0 0,-1-1 0 0 0,0 1 0 0 0,0 0 0 0 0,0 0 0 0 0,0 0 0 0 0,0 0 0 0 0,0 0 0 0 0,0 0 0 0 0,0 1 0 0 0,0-1 0 0 0,0 1 0 0 0,0-1 0 0 0,-1 1 0 0 0,1 0-1 0 0,0 0 1 0 0,0 0 0 0 0,0 0 0 0 0,-1 0 0 0 0,1 1 0 0 0,0-1 0 0 0,0 1 0 0 0,0-1 0 0 0,0 1 0 0 0,0 0 0 0 0,0-1 0 0 0,0 1 0 0 0,0 0 0 0 0,0 1 0 0 0,0-1 0 0 0,0 0 0 0 0,0 0 0 0 0,1 1 0 0 0,-1-1-1 0 0,1 1 1 0 0,-1 0 0 0 0,1-1 0 0 0,-2 4 0 0 0,-4 4 3 0 0,1-1-1 0 0,0 2 1 0 0,0-1-1 0 0,1 1 1 0 0,1 0-1 0 0,0 0 1 0 0,0 0 0 0 0,1 0-1 0 0,-4 19 1 0 0,2 4-53 0 0,-3 62 0 0 0,7-70-77 0 0,2 1 0 0 0,0-1 0 0 0,2 1 0 0 0,1-1 0 0 0,0 0 0 0 0,2 0 0 0 0,1 0 0 0 0,13 30 1 0 0,-15-44-15 0 0,1 1 0 0 0,0-1 1 0 0,0-1-1 0 0,1 1 1 0 0,1-1-1 0 0,-1 0 1 0 0,2-1-1 0 0,-1 1 1 0 0,1-2-1 0 0,1 1 1 0 0,-1-2-1 0 0,2 1 1 0 0,-1-1-1 0 0,1 0 1 0 0,0-1-1 0 0,0-1 1 0 0,0 0-1 0 0,22 7 1 0 0,-29-11 2 0 0,0 0-1 0 0,1-1 1 0 0,-1 0 0 0 0,0 0 0 0 0,0 0 0 0 0,0 0-1 0 0,1 0 1 0 0,-1-1 0 0 0,0 0 0 0 0,0 0 0 0 0,0 0-1 0 0,0 0 1 0 0,0-1 0 0 0,0 1 0 0 0,0-1 0 0 0,-1 0-1 0 0,1 0 1 0 0,-1 0 0 0 0,1-1 0 0 0,-1 1 0 0 0,0-1-1 0 0,0 0 1 0 0,0 0 0 0 0,0 0 0 0 0,5-7 0 0 0,4-8-428 0 0,0 0 1 0 0,-1-1 0 0 0,15-35 0 0 0,-17 35-532 0 0,4-9-1224 0 0,1-1-3773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1.3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0,'9'6'6850'0'0,"0"9"-4878"0"0,5 17-1033 0 0,19 75 2077 0 0,4 11-1327 0 0,-30-101-1671 0 0,0-2 1 0 0,1 1 0 0 0,1-1 0 0 0,0 0-1 0 0,15 17 1 0 0,-24-32-48 0 0,0 0 0 0 0,0 0 1 0 0,1 0-1 0 0,-1 1 0 0 0,0-1 0 0 0,0 0 0 0 0,0 0 0 0 0,1 0 0 0 0,-1 0 0 0 0,0 0 1 0 0,0 0-1 0 0,0 0 0 0 0,1 0 0 0 0,-1 0 0 0 0,0 1 0 0 0,0-1 0 0 0,0 0 0 0 0,1 0 0 0 0,-1 0 1 0 0,0 0-1 0 0,0 0 0 0 0,1 0 0 0 0,-1 0 0 0 0,0-1 0 0 0,0 1 0 0 0,1 0 0 0 0,-1 0 1 0 0,0 0-1 0 0,0 0 0 0 0,0 0 0 0 0,1 0 0 0 0,-1 0 0 0 0,0 0 0 0 0,0-1 0 0 0,0 1 0 0 0,0 0 1 0 0,1 0-1 0 0,-1-1 0 0 0,10-11-585 0 0,6-19-191 0 0,-15 29 687 0 0,19-47-390 0 0,16-35 376 0 0,-32 77 268 0 0,0 0-1 0 0,0 1 0 0 0,1-1 1 0 0,0 1-1 0 0,0 0 1 0 0,0 0-1 0 0,1 1 0 0 0,12-10 1 0 0,-18 14-70 0 0,1 0 0 0 0,0 1 0 0 0,0-1 0 0 0,0 1 0 0 0,0-1 0 0 0,0 1-1 0 0,0-1 1 0 0,0 1 0 0 0,0 0 0 0 0,0-1 0 0 0,0 1 0 0 0,0 0 0 0 0,0 0 0 0 0,0 0 0 0 0,0 0 0 0 0,0 0 0 0 0,0 0 0 0 0,1 0 0 0 0,-1 0 0 0 0,0 0 0 0 0,0 0 0 0 0,0 1 0 0 0,0-1 0 0 0,0 0 0 0 0,0 1 0 0 0,0-1-1 0 0,1 1 1 0 0,0 1 39 0 0,0 0-1 0 0,-1 0 0 0 0,1-1 1 0 0,0 1-1 0 0,-1 1 1 0 0,1-1-1 0 0,-1 0 0 0 0,0 0 1 0 0,1 0-1 0 0,-1 1 0 0 0,1 2 1 0 0,2 9 136 0 0,0 0 0 0 0,-1 0 0 0 0,2 16 1 0 0,-4-27-243 0 0,1 19-249 0 0,2-1 0 0 0,1 0-1 0 0,1 0 1 0 0,8 21 0 0 0,-9-33-864 0 0,-1 0 0 0 0,1 0 0 0 0,9 12-1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2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109 163 6913 0 0,'7'-20'1173'0'0,"9"-38"0"0"0,-15 54-815 0 0,0-1 1 0 0,0 0-1 0 0,-1 0 0 0 0,0 0 0 0 0,1 0 1 0 0,-2 0-1 0 0,1 0 0 0 0,-1 0 1 0 0,1 0-1 0 0,-1 0 0 0 0,-1 0 0 0 0,1 1 1 0 0,-4-10-1 0 0,4 14-258 0 0,0-1 1 0 0,1 0-1 0 0,-1 1 0 0 0,0-1 1 0 0,1 1-1 0 0,-1-1 0 0 0,0 1 1 0 0,0-1-1 0 0,1 1 1 0 0,-1-1-1 0 0,0 1 0 0 0,0 0 1 0 0,0-1-1 0 0,0 1 0 0 0,1 0 1 0 0,-1 0-1 0 0,0 0 0 0 0,0 0 1 0 0,0 0-1 0 0,0 0 0 0 0,0 0 1 0 0,0 0-1 0 0,0 0 0 0 0,1 0 1 0 0,-1 0-1 0 0,0 0 0 0 0,0 1 1 0 0,0-1-1 0 0,0 0 0 0 0,1 1 1 0 0,-1-1-1 0 0,0 0 0 0 0,0 1 1 0 0,0-1-1 0 0,1 1 1 0 0,-1 0-1 0 0,0-1 0 0 0,1 1 1 0 0,-2 1-1 0 0,-26 26 1485 0 0,20-15-1385 0 0,0 0 1 0 0,0 1 0 0 0,2 0-1 0 0,0 0 1 0 0,0 0 0 0 0,1 1-1 0 0,1 0 1 0 0,1 0 0 0 0,-4 24 0 0 0,6-29-207 0 0,0 0 1 0 0,1 0 0 0 0,0-1 0 0 0,0 1-1 0 0,1 0 1 0 0,0-1 0 0 0,0 1 0 0 0,2 0-1 0 0,-1-1 1 0 0,1 0 0 0 0,0 0 0 0 0,1 1-1 0 0,0-2 1 0 0,0 1 0 0 0,1 0 0 0 0,7 9-1 0 0,-10-15-55 0 0,0-1 0 0 0,-1 0 0 0 0,1 0-1 0 0,0-1 1 0 0,0 1 0 0 0,0 0 0 0 0,0 0-1 0 0,0-1 1 0 0,0 1 0 0 0,1-1 0 0 0,-1 0 0 0 0,0 0-1 0 0,1 0 1 0 0,-1 0 0 0 0,1 0 0 0 0,-1 0-1 0 0,1-1 1 0 0,0 1 0 0 0,-1-1 0 0 0,5 0-1 0 0,-5 0-38 0 0,1-1 1 0 0,0 0-1 0 0,-1 0 0 0 0,1 0 0 0 0,0 0 0 0 0,-1 0 0 0 0,1 0 0 0 0,-1-1 0 0 0,0 1 0 0 0,1-1 0 0 0,-1 0 0 0 0,0 1 0 0 0,0-1 0 0 0,0 0 0 0 0,3-5 1 0 0,3-4-34 0 0,-1 0 0 0 0,-1 0 0 0 0,0-1 0 0 0,0 0 0 0 0,-1 0 0 0 0,6-22 0 0 0,-5 13 250 0 0,14-48 361 0 0,-19 65-413 0 0,1-1 1 0 0,0 1-1 0 0,0 0 0 0 0,0 0 0 0 0,1 0 0 0 0,-1 0 0 0 0,1 0 0 0 0,0 0 0 0 0,0 1 0 0 0,0-1 0 0 0,8-5 0 0 0,-10 9-46 0 0,-1 0 0 0 0,1 0 0 0 0,0-1-1 0 0,0 1 1 0 0,0 0 0 0 0,0 0 0 0 0,0 0 0 0 0,-1 0 0 0 0,1 0-1 0 0,0 0 1 0 0,0 0 0 0 0,0 0 0 0 0,0 0 0 0 0,0 1 0 0 0,-1-1-1 0 0,1 0 1 0 0,0 0 0 0 0,0 1 0 0 0,0-1 0 0 0,-1 1 0 0 0,1-1-1 0 0,0 0 1 0 0,-1 1 0 0 0,1-1 0 0 0,0 1 0 0 0,-1 0-1 0 0,1-1 1 0 0,0 1 0 0 0,-1 0 0 0 0,1-1 0 0 0,-1 1 0 0 0,1 0-1 0 0,-1-1 1 0 0,0 1 0 0 0,1 1 0 0 0,17 34 1084 0 0,-15-28-935 0 0,3 3-52 0 0,0-1 0 0 0,1 1 0 0 0,14 17 1 0 0,6 6 42 0 0,-27-33-169 0 0,1 0 0 0 0,-1-1 0 0 0,1 1 0 0 0,0-1 0 0 0,-1 1 0 0 0,1-1 0 0 0,0 1 0 0 0,0-1 0 0 0,-1 1 0 0 0,1-1 0 0 0,0 1 0 0 0,0-1 0 0 0,0 0 0 0 0,0 0 0 0 0,-1 1 0 0 0,1-1 0 0 0,0 0 0 0 0,0 0 0 0 0,0 0 0 0 0,0 0 0 0 0,0 0 0 0 0,0 0 0 0 0,-1 0 0 0 0,1 0 0 0 0,0 0-1 0 0,0-1 1 0 0,0 1 0 0 0,0 0 0 0 0,0-1 0 0 0,-1 1 0 0 0,1 0 0 0 0,0-1 0 0 0,0 1 0 0 0,-1-1 0 0 0,1 1 0 0 0,0-1 0 0 0,1-1 0 0 0,29-25-544 0 0,-27 22 492 0 0,38-47-326 0 0,-37 44 390 0 0,1-1-1 0 0,0 1 1 0 0,1-1-1 0 0,0 2 1 0 0,0-1-1 0 0,0 1 1 0 0,1 0-1 0 0,0 1 0 0 0,1 0 1 0 0,12-7-1 0 0,-19 11 44 0 0,1 1-1 0 0,0 0 0 0 0,-1 0 0 0 0,1 0 1 0 0,0 1-1 0 0,0-1 0 0 0,-1 1 0 0 0,1-1 1 0 0,0 1-1 0 0,0 0 0 0 0,0 0 1 0 0,0 0-1 0 0,-1 0 0 0 0,1 1 0 0 0,0-1 1 0 0,0 1-1 0 0,0 0 0 0 0,-1-1 0 0 0,1 1 1 0 0,0 0-1 0 0,-1 1 0 0 0,1-1 0 0 0,-1 0 1 0 0,1 1-1 0 0,-1 0 0 0 0,0-1 0 0 0,0 1 1 0 0,1 0-1 0 0,2 5 0 0 0,2 3 37 0 0,-1 0-1 0 0,0 1 0 0 0,-1-1 1 0 0,-1 1-1 0 0,1 1 0 0 0,2 11 1 0 0,-4-12-60 0 0,0-1 1 0 0,1 0 0 0 0,0 0-1 0 0,0 0 1 0 0,10 14 0 0 0,-13-23-19 0 0,0 0-1 0 0,0 0 1 0 0,-1 0 0 0 0,1 0-1 0 0,0 0 1 0 0,0 0 0 0 0,0 0-1 0 0,0 0 1 0 0,0 0 0 0 0,0 0 0 0 0,0-1-1 0 0,1 1 1 0 0,-1 0 0 0 0,0-1-1 0 0,0 1 1 0 0,1-1 0 0 0,-1 0-1 0 0,0 1 1 0 0,0-1 0 0 0,1 0-1 0 0,-1 0 1 0 0,0 0 0 0 0,1 0 0 0 0,-1 0-1 0 0,3 0 1 0 0,-2-1-1 0 0,0 0 1 0 0,0 0-1 0 0,0 0 1 0 0,0 0-1 0 0,0 0 1 0 0,-1-1-1 0 0,1 1 1 0 0,0-1-1 0 0,-1 1 0 0 0,1-1 1 0 0,-1 0-1 0 0,0 0 1 0 0,1 1-1 0 0,0-3 1 0 0,5-9 23 0 0,-1 0 1 0 0,0 0 0 0 0,6-22-1 0 0,-12 34-23 0 0,8-28 257 0 0,-2 6-137 0 0,1 1-1 0 0,13-27 1 0 0,-18 44-137 0 0,0 1 0 0 0,0-1 0 0 0,1 1 0 0 0,-1 0 1 0 0,1 0-1 0 0,0 0 0 0 0,0 0 0 0 0,1 1 0 0 0,-1-1 0 0 0,1 1 0 0 0,0 0 0 0 0,0 0 0 0 0,0 0 1 0 0,0 0-1 0 0,0 1 0 0 0,8-4 0 0 0,-10 6 26 0 0,0-1 1 0 0,0 1-1 0 0,0 0 1 0 0,0 0-1 0 0,0-1 1 0 0,0 1-1 0 0,1 1 1 0 0,-1-1-1 0 0,0 0 1 0 0,0 0-1 0 0,0 1 1 0 0,0-1-1 0 0,0 1 1 0 0,0 0-1 0 0,0-1 1 0 0,0 1-1 0 0,-1 0 0 0 0,1 0 1 0 0,0 0-1 0 0,0 1 1 0 0,-1-1-1 0 0,1 0 1 0 0,-1 1-1 0 0,1-1 1 0 0,-1 1-1 0 0,1-1 1 0 0,-1 1-1 0 0,2 2 1 0 0,3 7 18 0 0,1-1 1 0 0,-2 1 0 0 0,9 22-1 0 0,-2-5-146 0 0,-4-12-616 0 0,1-1-1 0 0,0 0 1 0 0,22 26-1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2.6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52 6449 0 0,'-4'-1'351'0'0,"0"0"-1"0"0,-1 0 1 0 0,1-1-1 0 0,0 1 0 0 0,0-1 1 0 0,0 0-1 0 0,0 0 0 0 0,0 0 1 0 0,0-1-1 0 0,1 1 1 0 0,-5-4-1 0 0,3 2 545 0 0,0 0-1 0 0,0 1 1 0 0,-1 0 0 0 0,1 0-1 0 0,-9-3 1 0 0,13 5-783 0 0,0 1 0 0 0,0-1 0 0 0,-1 1 0 0 0,1-1 0 0 0,0 1 0 0 0,0 0-1 0 0,-1 0 1 0 0,1-1 0 0 0,0 1 0 0 0,-1 0 0 0 0,1 0 0 0 0,0 0 0 0 0,-1 0 0 0 0,1 0 0 0 0,0 1 0 0 0,-1-1-1 0 0,1 0 1 0 0,0 1 0 0 0,0-1 0 0 0,-1 1 0 0 0,1-1 0 0 0,0 1 0 0 0,0 0 0 0 0,0-1 0 0 0,0 1 0 0 0,0 0 0 0 0,-1 0-1 0 0,1 0 1 0 0,1-1 0 0 0,-1 1 0 0 0,0 0 0 0 0,0 1 0 0 0,0-1 0 0 0,0 0 0 0 0,1 0 0 0 0,-1 0 0 0 0,1 0-1 0 0,-1 0 1 0 0,1 1 0 0 0,-1-1 0 0 0,1 0 0 0 0,0 1 0 0 0,-1-1 0 0 0,1 0 0 0 0,0 1 0 0 0,0-1 0 0 0,0 0 0 0 0,0 1-1 0 0,0 1 1 0 0,1 3-79 0 0,-1 1-1 0 0,1-1 0 0 0,0 1 1 0 0,0-1-1 0 0,1 0 0 0 0,0 0 1 0 0,0 1-1 0 0,1-1 0 0 0,3 6 1 0 0,76 104-81 0 0,-60-89 28 0 0,-1 1 0 0 0,-2 0 0 0 0,29 58 0 0 0,-45-70 36 0 0,-3-11 8 0 0,-4-10 13 0 0,4 4 132 0 0,0 0-164 0 0,0-1-1 0 0,0 1 0 0 0,0-1 1 0 0,0 1-1 0 0,0-1 1 0 0,0 1-1 0 0,0-1 0 0 0,1 1 1 0 0,-1-1-1 0 0,1 1 0 0 0,-1-1 1 0 0,1 1-1 0 0,-1-1 0 0 0,1 1 1 0 0,0 0-1 0 0,0-1 1 0 0,0 1-1 0 0,0 0 0 0 0,0 0 1 0 0,0 0-1 0 0,0 0 0 0 0,0 0 1 0 0,0 0-1 0 0,0 0 1 0 0,1 0-1 0 0,-1 0 0 0 0,0 0 1 0 0,1 1-1 0 0,-1-1 0 0 0,3-1 1 0 0,2 1 18 0 0,0 1-1 0 0,-1-1 1 0 0,1 1 0 0 0,0 0 0 0 0,0 0 0 0 0,8 2 0 0 0,7-1 3 0 0,-18-4-872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3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7 6913 0 0,'-4'0'212'0'0,"0"1"-1"0"0,1 0 0 0 0,-1 0 0 0 0,0 0 0 0 0,1 0 0 0 0,-1 1 1 0 0,1-1-1 0 0,0 1 0 0 0,0 0 0 0 0,-1 0 0 0 0,1 0 1 0 0,0 1-1 0 0,-5 4 0 0 0,-31 37 1884 0 0,30-32-1519 0 0,0 2 0 0 0,0-1 0 0 0,1 1 0 0 0,1 1 0 0 0,1-1-1 0 0,0 1 1 0 0,-4 16 0 0 0,8-24-383 0 0,0 0 0 0 0,1 1-1 0 0,-1-1 1 0 0,1 0 0 0 0,1 1 0 0 0,-1-1-1 0 0,2 1 1 0 0,-1-1 0 0 0,1 0 0 0 0,0 1-1 0 0,0-1 1 0 0,1 0 0 0 0,-1 1 0 0 0,2-1-1 0 0,-1 0 1 0 0,1-1 0 0 0,5 9 0 0 0,-7-12-164 0 0,1-1 0 0 0,-1 1 0 0 0,1-1 0 0 0,0 0 0 0 0,0 0 0 0 0,0 1 0 0 0,0-1 0 0 0,1-1 0 0 0,-1 1 0 0 0,0 0 0 0 0,1 0 1 0 0,-1-1-1 0 0,1 0 0 0 0,0 1 0 0 0,-1-1 0 0 0,1 0 0 0 0,0 0 0 0 0,0-1 0 0 0,0 1 0 0 0,0 0 0 0 0,0-1 0 0 0,0 0 0 0 0,0 0 1 0 0,0 0-1 0 0,-1 0 0 0 0,1 0 0 0 0,0 0 0 0 0,0-1 0 0 0,0 1 0 0 0,0-1 0 0 0,0 0 0 0 0,0 0 0 0 0,-1 0 0 0 0,4-2 0 0 0,1-1-7 0 0,-1 0-1 0 0,0 0 0 0 0,0 0 0 0 0,0-1 0 0 0,0 0 1 0 0,-1 0-1 0 0,0 0 0 0 0,0-1 0 0 0,0 1 1 0 0,-1-1-1 0 0,0 0 0 0 0,6-11 0 0 0,-1-4 25 0 0,0 1-1 0 0,-2-1 1 0 0,0 0 0 0 0,-1-1-1 0 0,-1 0 1 0 0,-2 0-1 0 0,0 0 1 0 0,-1 0-1 0 0,-1 0 1 0 0,-3-33 0 0 0,-3 32 123 0 0,5 23-159 0 0,0 0 0 0 0,0 0 0 0 0,0 0 0 0 0,-1 0 0 0 0,1 0 0 0 0,0 0 0 0 0,0 0 1 0 0,0 0-1 0 0,-1 0 0 0 0,1 0 0 0 0,0 0 0 0 0,0 0 0 0 0,0 0 0 0 0,0 0 0 0 0,-1 1 1 0 0,1-1-1 0 0,0 0 0 0 0,0 0 0 0 0,0 0 0 0 0,0 0 0 0 0,0 0 0 0 0,-1 0 0 0 0,1 1 1 0 0,0-1-1 0 0,0 0 0 0 0,0 0 0 0 0,0 0 0 0 0,0 0 0 0 0,0 0 0 0 0,0 1 0 0 0,0-1 1 0 0,0 0-1 0 0,0 0 0 0 0,0 0 0 0 0,-1 1 0 0 0,1-1 0 0 0,0 0 0 0 0,0 0 0 0 0,0 0 0 0 0,0 0 1 0 0,0 1-1 0 0,0-1 0 0 0,1 0 0 0 0,-1 0 0 0 0,0 0 0 0 0,0 1 0 0 0,0-1 0 0 0,0 0 1 0 0,-3 46 580 0 0,28 130-335 0 0,1 22-30 0 0,-25-173-221 0 0,-1 0-1 0 0,-1 0 1 0 0,-1 0 0 0 0,-1 0-1 0 0,-2 0 1 0 0,-7 27 0 0 0,5-32 18 0 0,0 0 1 0 0,-2 0-1 0 0,0-1 1 0 0,-17 27-1 0 0,24-41-17 0 0,-2 0 0 0 0,1 0 0 0 0,-1 0 1 0 0,0 0-1 0 0,0-1 0 0 0,0 0 0 0 0,0 0 0 0 0,-1 0 0 0 0,1 0 0 0 0,-1-1 0 0 0,0 1 0 0 0,0-1 0 0 0,-1-1 0 0 0,1 1 1 0 0,-1-1-1 0 0,1 0 0 0 0,-1 0 0 0 0,0 0 0 0 0,0-1 0 0 0,-9 1 0 0 0,12-2-147 0 0,1 0 0 0 0,-1 0 0 0 0,1-1 0 0 0,0 1 0 0 0,-1-1 0 0 0,1 0 0 0 0,0 1 0 0 0,-1-1 0 0 0,1 0 0 0 0,0-1 0 0 0,0 1 0 0 0,0 0 0 0 0,0-1 0 0 0,0 1 0 0 0,0-1 0 0 0,0 1 0 0 0,1-1 0 0 0,-4-3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3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66 343 6913 0 0,'3'-3'420'0'0,"-1"1"0"0"0,1 0 0 0 0,0-1 0 0 0,-1 0-1 0 0,0 1 1 0 0,0-1 0 0 0,0 0 0 0 0,0 0-1 0 0,0 0 1 0 0,0 0 0 0 0,-1-1 0 0 0,1 1 0 0 0,-1 0-1 0 0,0-1 1 0 0,1-4 0 0 0,9-55 1809 0 0,-8 37-1897 0 0,-1 1-1 0 0,-1 0 1 0 0,-1 0-1 0 0,-1-1 1 0 0,-1 1-1 0 0,-8-31 1 0 0,10 55-317 0 0,0 0 0 0 0,-1-1 0 0 0,1 1 0 0 0,0 0 0 0 0,-1 0 0 0 0,1 1 0 0 0,0-1 0 0 0,-1 0 0 0 0,0 0 0 0 0,1 0 0 0 0,-1 0 0 0 0,1 0 0 0 0,-1 0 0 0 0,0 1 0 0 0,0-1 0 0 0,1 0 0 0 0,-1 0 0 0 0,0 1 0 0 0,0-1 0 0 0,0 1 0 0 0,0-1 0 0 0,-1 0 0 0 0,1 1 10 0 0,0 0 0 0 0,0 0 0 0 0,0 0 0 0 0,0 0 0 0 0,0 1 0 0 0,0-1 0 0 0,0 0 0 0 0,0 0 0 0 0,1 1 0 0 0,-1-1 0 0 0,0 0 0 0 0,0 1 0 0 0,0-1 0 0 0,0 1 0 0 0,0-1 0 0 0,0 1 0 0 0,1 0 0 0 0,-2 0 0 0 0,-3 4 114 0 0,0 0 1 0 0,1 0-1 0 0,0 1 0 0 0,0-1 1 0 0,-4 10-1 0 0,1-4-73 0 0,2 1 0 0 0,0 0-1 0 0,0 1 1 0 0,1-1 0 0 0,1 1 0 0 0,0 0-1 0 0,1 0 1 0 0,0 0 0 0 0,1 0 0 0 0,0 15-1 0 0,1-21-5 0 0,1 0 0 0 0,0 0 0 0 0,0-1 0 0 0,0 1 1 0 0,1 0-1 0 0,0 0 0 0 0,0-1 0 0 0,1 1 0 0 0,0-1 0 0 0,0 0 0 0 0,0 0 0 0 0,1 0 0 0 0,0 0 0 0 0,0-1 0 0 0,0 1 0 0 0,1-1 0 0 0,0 0 0 0 0,0 0 1 0 0,0-1-1 0 0,11 7 0 0 0,-8-5 46 0 0,1-2 1 0 0,0 1-1 0 0,0-2 1 0 0,0 1-1 0 0,0-1 1 0 0,1 0-1 0 0,9 1 1 0 0,18-4-6619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4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1 10594 0 0,'-9'7'5973'0'0,"-9"13"-3048"0"0,12-11-2660 0 0,0 0 1 0 0,1 1-1 0 0,0-1 0 0 0,1 1 0 0 0,0 0 1 0 0,1 0-1 0 0,0 1 0 0 0,0-1 0 0 0,1 1 1 0 0,0-1-1 0 0,1 1 0 0 0,1 0 0 0 0,-1-1 1 0 0,3 16-1 0 0,-1-17-276 0 0,1-1 0 0 0,0 1 0 0 0,0 0 1 0 0,1-1-1 0 0,1 1 0 0 0,-1-1 0 0 0,1 0 1 0 0,1 0-1 0 0,-1 0 0 0 0,1-1 0 0 0,1 0 1 0 0,-1 0-1 0 0,1 0 0 0 0,0 0 0 0 0,1-1 1 0 0,0 0-1 0 0,10 7 0 0 0,-7-6 11 0 0,-5-5 0 0 0,-1 1 0 0 0,0 0 0 0 0,0 0 0 0 0,0 1 0 0 0,7 7 0 0 0,-11-11 0 0 0,1 1 0 0 0,-1 0 0 0 0,1 0 0 0 0,-1 0 0 0 0,0 0 0 0 0,1 0 0 0 0,-1 0 0 0 0,0 0 0 0 0,1-1 0 0 0,-1 1 0 0 0,0 0 0 0 0,0 0 0 0 0,0 0 0 0 0,0 0 0 0 0,0 0 0 0 0,0 0 0 0 0,0 0 0 0 0,0 0 0 0 0,0 0 0 0 0,-1 0 0 0 0,1 0 0 0 0,0 0 0 0 0,-1 0 0 0 0,1 0 0 0 0,0 0 0 0 0,-1-1 0 0 0,1 1 0 0 0,-1 0 0 0 0,0 0 0 0 0,1 0 0 0 0,-1-1 0 0 0,0 1 0 0 0,1 0 0 0 0,-1-1 0 0 0,0 1 0 0 0,0-1 0 0 0,0 2 0 0 0,-9 5-374 0 0,0-1 1 0 0,0 0-1 0 0,0 0 1 0 0,-1-1-1 0 0,0 0 1 0 0,0 0-1 0 0,-13 2 0 0 0,-1-1-6983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4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49 920 0 0,'7'3'868'0'0,"11"1"5469"0"0,-3-2-3550 0 0,-7 2-2249 0 0,1 0 0 0 0,-1 0 0 0 0,0 0 0 0 0,0 1 0 0 0,-1 0 0 0 0,1 0 0 0 0,-1 1 0 0 0,0 0 0 0 0,0 1 0 0 0,-1-1 0 0 0,0 1 1 0 0,7 11-1 0 0,8 13 100 0 0,29 60 1 0 0,-15-25-324 0 0,-3-15-101 0 0,33 62 2054 0 0,-72-130-2028 0 0,1 0 0 0 0,1-1 0 0 0,0 0 0 0 0,1 1-1 0 0,1-2 1 0 0,1 1 0 0 0,0 0 0 0 0,2-31 0 0 0,2 9-548 0 0,1 1 1 0 0,3 0-1 0 0,10-40 0 0 0,-12 63-262 0 0,0 1-1 0 0,13-27 1 0 0,-1 13-880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4.9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2 358 7370 0 0,'0'1'49'0'0,"0"1"1"0"0,-1-1-1 0 0,1 0 1 0 0,0 0-1 0 0,0 0 1 0 0,0 0-1 0 0,0 1 1 0 0,0-1-1 0 0,0 0 1 0 0,0 0-1 0 0,0 0 1 0 0,0 0-1 0 0,1 1 1 0 0,-1-1-1 0 0,1 0 1 0 0,-1 0-1 0 0,1 0 1 0 0,-1 0-1 0 0,1 0 1 0 0,-1 0-1 0 0,1 0 1 0 0,0 0-1 0 0,0 1 1 0 0,1-2 77 0 0,-1 1 0 0 0,0-1 0 0 0,0 1 0 0 0,0-1 0 0 0,0 0 0 0 0,0 0 0 0 0,1 1 0 0 0,-1-1 0 0 0,0 0 0 0 0,0 0 0 0 0,0 0 0 0 0,0 0 0 0 0,1-1 0 0 0,-1 1 0 0 0,0 0 0 0 0,0 0 0 0 0,0-1 0 0 0,2 0 0 0 0,3-1 220 0 0,-1-1-1 0 0,1 0 1 0 0,-1 0 0 0 0,0 0-1 0 0,0 0 1 0 0,0-1 0 0 0,8-8-1 0 0,-1-2 172 0 0,-1-1 0 0 0,-1-1-1 0 0,-1 1 1 0 0,0-2 0 0 0,0 1 0 0 0,7-25-1 0 0,-7 14-62 0 0,-1-1 0 0 0,-1-1 0 0 0,5-37 0 0 0,-12 61-436 0 0,0 0 0 0 0,0 0 0 0 0,0 1 0 0 0,-1-1 0 0 0,1 0 0 0 0,-1 0 0 0 0,0 1 0 0 0,0-1 0 0 0,-3-5 0 0 0,4 9-25 0 0,-1 0 0 0 0,1 1 0 0 0,0-1 1 0 0,-1 0-1 0 0,1 0 0 0 0,-1 0 0 0 0,1 0 1 0 0,-1 1-1 0 0,0-1 0 0 0,1 0 0 0 0,-1 1 0 0 0,0-1 1 0 0,0 0-1 0 0,1 1 0 0 0,-1-1 0 0 0,0 1 0 0 0,0-1 1 0 0,0 1-1 0 0,1-1 0 0 0,-1 1 0 0 0,0 0 1 0 0,0-1-1 0 0,0 1 0 0 0,0 0 0 0 0,0 0 0 0 0,0 0 1 0 0,0 0-1 0 0,0 0 0 0 0,0 0 0 0 0,0 0 0 0 0,0 0 1 0 0,0 0-1 0 0,0 0 0 0 0,0 0 0 0 0,0 1 1 0 0,0-1-1 0 0,1 0 0 0 0,-1 1 0 0 0,0-1 0 0 0,0 1 1 0 0,0-1-1 0 0,0 1 0 0 0,1-1 0 0 0,-1 1 0 0 0,0-1 1 0 0,0 1-1 0 0,1 0 0 0 0,-1-1 0 0 0,0 1 1 0 0,0 1-1 0 0,-3 2-40 0 0,1 1-1 0 0,-1-1 1 0 0,1 1 0 0 0,0-1 0 0 0,1 1-1 0 0,-1 0 1 0 0,1 0 0 0 0,0 0 0 0 0,0 1 0 0 0,0-1-1 0 0,1 0 1 0 0,0 1 0 0 0,0-1 0 0 0,0 8-1 0 0,-1 7 15 0 0,2 1-1 0 0,3 29 1 0 0,-1-29 160 0 0,0 0 0 0 0,2 0 1 0 0,8 26-1 0 0,-9-38-279 0 0,1-1 0 0 0,-1 0 1 0 0,1 1-1 0 0,6 7 0 0 0,-6-11-446 0 0,-1 0 1 0 0,1-1-1 0 0,-1 0 0 0 0,1 0 1 0 0,1 0-1 0 0,-1 0 0 0 0,8 4 1 0 0,3 1-5112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5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58 456 0 0,'-2'-15'1428'0'0,"1"10"637"0"0,0 0 1 0 0,0 0-1 0 0,-1-4 2065 0 0,-8-9 1198 0 0,9 18-5157 0 0,1 0 1 0 0,-1 0 0 0 0,1 0 0 0 0,0 0-1 0 0,-1 0 1 0 0,1 0 0 0 0,-1 0 0 0 0,1 0-1 0 0,-1 0 1 0 0,0 0-165 0 0,0 1-1 0 0,-1 0 1 0 0,1-1 0 0 0,0 1-1 0 0,0 0 1 0 0,0 0 0 0 0,-1 0-1 0 0,1 0 1 0 0,0 0 0 0 0,0 0-1 0 0,1 0 1 0 0,-1 0-1 0 0,-1 1 1 0 0,-1 2 371 0 0,-12 17 541 0 0,14-21-878 0 0,1 1 0 0 0,0-1-1 0 0,-1 1 1 0 0,1 0 0 0 0,0-1 0 0 0,-1 1 0 0 0,1 0 0 0 0,0-1 0 0 0,-1 1-1 0 0,1 0 1 0 0,0 0 0 0 0,0-1 0 0 0,0 1 0 0 0,0 0 0 0 0,0 0-1 0 0,0-1 1 0 0,0 1 0 0 0,0 0 0 0 0,0 0 0 0 0,0-1 0 0 0,0 1 0 0 0,1 0-1 0 0,-1 0 1 0 0,0-1 0 0 0,0 1 0 0 0,1 0 0 0 0,0 0 0 0 0,-1-1-10 0 0,1 1 0 0 0,0-1 1 0 0,0 0-1 0 0,-1 0 0 0 0,1 0 1 0 0,0 0-1 0 0,0 0 0 0 0,-1 0 0 0 0,1 0 1 0 0,0 0-1 0 0,0 0 0 0 0,-1 0 1 0 0,1 0-1 0 0,0 0 0 0 0,0-1 1 0 0,-1 1-1 0 0,1 0 0 0 0,0 0 1 0 0,-1-1-1 0 0,1 1 0 0 0,0-1 1 0 0,-1 1-1 0 0,1 0 0 0 0,0-2 1 0 0,22-14-21 0 0,-18 12 3 0 0,-15 15 36 0 0,0 0 0 0 0,1 0 1 0 0,0 2-1 0 0,1-1 0 0 0,0 1 1 0 0,-9 22-1 0 0,15-32-46 0 0,1 1 0 0 0,0 0 0 0 0,0 0 1 0 0,0 0-1 0 0,0 0 0 0 0,1 0 0 0 0,-1 0 0 0 0,1-1 0 0 0,0 1 1 0 0,0 0-1 0 0,1 0 0 0 0,-1 0 0 0 0,1 0 0 0 0,0 0 0 0 0,0 0 1 0 0,0 0-1 0 0,0-1 0 0 0,1 1 0 0 0,0 0 0 0 0,3 5 0 0 0,0-3-19 0 0,-1-1 0 0 0,1 0 0 0 0,1 0-1 0 0,-1 0 1 0 0,1 0 0 0 0,-1-1 0 0 0,1 0 0 0 0,1 0-1 0 0,-1-1 1 0 0,11 5 0 0 0,2 0-70 0 0,-10-4 41 0 0,1 0-1 0 0,-1 0 1 0 0,0 1 0 0 0,-1 0-1 0 0,1 0 1 0 0,8 8 0 0 0,-15-11 34 0 0,0-1 1 0 0,-1 1 0 0 0,1 0 0 0 0,-1 0-1 0 0,1 1 1 0 0,-1-1 0 0 0,0 0 0 0 0,0 0 0 0 0,0 1-1 0 0,0-1 1 0 0,0 0 0 0 0,0 1 0 0 0,-1-1-1 0 0,1 1 1 0 0,-1-1 0 0 0,0 1 0 0 0,0-1-1 0 0,0 1 1 0 0,0-1 0 0 0,0 1 0 0 0,0-1 0 0 0,-1 1-1 0 0,1-1 1 0 0,-1 1 0 0 0,0-1 0 0 0,1 1-1 0 0,-1-1 1 0 0,0 0 0 0 0,-3 4 0 0 0,-1 4-173 0 0,0-1 0 0 0,-1 0 0 0 0,0 0 0 0 0,-1 0 0 0 0,0-1 0 0 0,0 0 0 0 0,-1 0 0 0 0,0-1 0 0 0,0 0 0 0 0,-1 0 0 0 0,1-1 0 0 0,-2 0 0 0 0,1-1 0 0 0,-1 0 0 0 0,-12 5 0 0 0,7-6-1187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5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11058 0 0,'3'1'293'0'0,"0"0"1"0"0,0 1-1 0 0,0-1 0 0 0,0 1 0 0 0,-1 0 0 0 0,1 0 0 0 0,-1 0 0 0 0,1 0 1 0 0,-1 1-1 0 0,1-1 0 0 0,-1 0 0 0 0,0 1 0 0 0,0 0 0 0 0,-1-1 0 0 0,1 1 0 0 0,0 0 1 0 0,-1 0-1 0 0,0 0 0 0 0,0 0 0 0 0,2 5 0 0 0,3 11 995 0 0,-1 0-1 0 0,3 21 1 0 0,-6-33-1128 0 0,2 24 256 0 0,-2 0 0 0 0,0 0 0 0 0,-4 34 0 0 0,1-4-2036 0 0,1-61 1593 0 0,0 0 0 0 0,0 0 0 0 0,0 0 1 0 0,0 0-1 0 0,0-1 0 0 0,0 1 1 0 0,1 0-1 0 0,-1 0 0 0 0,0 0 0 0 0,0 0 1 0 0,0 0-1 0 0,0 0 0 0 0,0 0 1 0 0,1 0-1 0 0,-1 0 0 0 0,0 0 0 0 0,0 0 1 0 0,0 0-1 0 0,0 0 0 0 0,0 0 0 0 0,1 0 1 0 0,-1 0-1 0 0,0 0 0 0 0,0 0 1 0 0,0 1-1 0 0,0-1 0 0 0,0 0 0 0 0,1 0 1 0 0,-1 0-1 0 0,0 0 0 0 0,0 0 1 0 0,0 0-1 0 0,0 0 0 0 0,0 0 0 0 0,0 0 1 0 0,0 1-1 0 0,1-1 0 0 0,-1 0 1 0 0,0 0-1 0 0,0 0 0 0 0,0 0 0 0 0,0 0 1 0 0,0 1-1 0 0,0-1 0 0 0,0 0 1 0 0,0 0-1 0 0,0 0 0 0 0,0 0 0 0 0,0 0 1 0 0,0 1-1 0 0,0-1 0 0 0,0 0 1 0 0,0 0-1 0 0,0 0 0 0 0,0 0 0 0 0,0 0 1 0 0,0 1-1 0 0,0-1 0 0 0,0 0 0 0 0,0 0 1 0 0,0 0-1 0 0,0 0 0 0 0,0 0 1 0 0,-1 1-1 0 0,1-1 0 0 0,0 0 0 0 0,0 0 1 0 0,0 0-1 0 0,6-9-105 0 0,-3 0 79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5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10 8754 0 0,'-2'-5'776'0'0,"2"2"-616"0"0,0 2-160 0 0,0 2 480 0 0,-1 1 64 0 0,1 2 8 0 0,-2 2 9 0 0,1 5-882 0 0,-2 4-167 0 0,0 8-40 0 0,-2 1-8 0 0,0 3 440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6.3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1 9674 0 0,'-2'1'359'0'0,"0"0"-1"0"0,0 0 0 0 0,0 0 1 0 0,0 0-1 0 0,0 0 1 0 0,1 1-1 0 0,-1-1 1 0 0,0 1-1 0 0,1-1 1 0 0,-1 1-1 0 0,1-1 1 0 0,-2 3-1 0 0,-21 27 1085 0 0,21-28-1090 0 0,-2 4-205 0 0,-8 11 362 0 0,0 0 0 0 0,-20 38 0 0 0,31-52-479 0 0,0 0-1 0 0,0 0 0 0 0,1 0 0 0 0,-1 0 0 0 0,1 1 0 0 0,0-1 1 0 0,0 0-1 0 0,0 1 0 0 0,0-1 0 0 0,1 1 0 0 0,0-1 0 0 0,0 1 1 0 0,0-1-1 0 0,1 0 0 0 0,-1 1 0 0 0,1-1 0 0 0,0 1 0 0 0,0-1 0 0 0,1 0 1 0 0,-1 0-1 0 0,4 6 0 0 0,-3-7-74 0 0,1 0 0 0 0,0 0 1 0 0,0 0-1 0 0,0 0 0 0 0,0-1 0 0 0,0 1 1 0 0,0-1-1 0 0,1 0 0 0 0,-1 0 0 0 0,1 0 1 0 0,0 0-1 0 0,-1-1 0 0 0,7 2 0 0 0,58 12-937 0 0,-30-8 715 0 0,-32-6 282 0 0,-1 1 0 0 0,1 0 0 0 0,0 0 0 0 0,0 0 0 0 0,-1 1 0 0 0,1 0 0 0 0,-1 0 0 0 0,6 4 1 0 0,-10-6-11 0 0,0 0 1 0 0,0-1 0 0 0,-1 1 0 0 0,1 0 0 0 0,0 0-1 0 0,-1 0 1 0 0,1 0 0 0 0,0 0 0 0 0,-1 0 0 0 0,1 0 0 0 0,-1 0-1 0 0,1 0 1 0 0,-1 0 0 0 0,0 1 0 0 0,1-1 0 0 0,-1 0-1 0 0,0 0 1 0 0,0 0 0 0 0,0 2 0 0 0,0-1 2 0 0,-1 0-1 0 0,1 0 1 0 0,-1 0 0 0 0,0 0-1 0 0,0 0 1 0 0,1-1 0 0 0,-1 1-1 0 0,0 0 1 0 0,-1 0 0 0 0,1-1-1 0 0,0 1 1 0 0,0 0 0 0 0,-1-1-1 0 0,1 0 1 0 0,-2 2 0 0 0,-12 10 598 0 0,-1 0 0 0 0,-28 18 0 0 0,-11-4-2542 0 0,39-22-4181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6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13395 0 0,'1'0'101'0'0,"0"0"-1"0"0,-1-1 1 0 0,1 1 0 0 0,-1 0 0 0 0,1 0-1 0 0,-1 0 1 0 0,1 0 0 0 0,0 0 0 0 0,-1 0-1 0 0,1 0 1 0 0,0 0 0 0 0,-1 0 0 0 0,1 0-1 0 0,-1 0 1 0 0,1 0 0 0 0,-1 0 0 0 0,1 1-1 0 0,0-1 1 0 0,-1 0 0 0 0,1 0 0 0 0,-1 1-1 0 0,1-1 1 0 0,-1 0 0 0 0,1 1 0 0 0,-1-1 0 0 0,1 0-1 0 0,-1 1 1 0 0,1-1 0 0 0,-1 1 0 0 0,1 0-1 0 0,19 13 2579 0 0,-13-7-2278 0 0,-1 1 0 0 0,0-1 0 0 0,0 1 0 0 0,-1 0 0 0 0,0 1-1 0 0,0 0 1 0 0,-1-1 0 0 0,0 1 0 0 0,5 19 0 0 0,0 9-86 0 0,6 47 0 0 0,-10-48-77 0 0,6 25-139 0 0,24 74 0 0 0,-25-104-516 0 0,1-2 1 0 0,1 0 0 0 0,2 0-1 0 0,23 36 1 0 0,-30-55-775 0 0,-2-2-268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6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16 107 3681 0 0,'-15'-17'5479'0'0,"27"7"-1073"0"0,3 3-4731 0 0,7-3 700 0 0,1 1 0 0 0,29-7-1 0 0,100-14-4335 0 0,-132 27 3582 0 0,12-2 340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7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230 19 3681 0 0,'-4'-3'344'0'0,"0"1"0"0"0,0 0 0 0 0,0 0 0 0 0,0 0 0 0 0,-1 0 0 0 0,1 1 0 0 0,-1 0 0 0 0,1 0 0 0 0,-1 0 0 0 0,1 0 0 0 0,-1 1 0 0 0,1 0 0 0 0,-1 0 0 0 0,1 0 0 0 0,-1 0 0 0 0,1 1 0 0 0,-6 1 0 0 0,4-1 16 0 0,1 0-1 0 0,0 1 1 0 0,-1 0-1 0 0,1 0 1 0 0,0 0-1 0 0,0 1 1 0 0,0-1-1 0 0,1 1 0 0 0,-1 1 1 0 0,1-1-1 0 0,-1 0 1 0 0,1 1-1 0 0,-7 8 1 0 0,2 0 90 0 0,1 2 1 0 0,0-1-1 0 0,0 1 0 0 0,2 0 1 0 0,0 1-1 0 0,0 0 1 0 0,1 0-1 0 0,1 0 0 0 0,1 0 1 0 0,0 1-1 0 0,1-1 0 0 0,0 1 1 0 0,2 18-1 0 0,-1-33-450 0 0,2 1-1 0 0,-1 0 1 0 0,0 0-1 0 0,0 0 0 0 0,0 0 1 0 0,1 0-1 0 0,-1 0 1 0 0,1 0-1 0 0,0-1 1 0 0,0 1-1 0 0,-1 0 0 0 0,1 0 1 0 0,0-1-1 0 0,0 1 1 0 0,1-1-1 0 0,0 2 1 0 0,-1-2-52 0 0,0 0 0 0 0,0-1 1 0 0,0 1-1 0 0,0-1 1 0 0,0 1-1 0 0,0-1 1 0 0,0 1-1 0 0,0-1 1 0 0,0 0-1 0 0,0 0 0 0 0,0 1 1 0 0,0-1-1 0 0,0 0 1 0 0,1 0-1 0 0,-1 0 1 0 0,0 0-1 0 0,0 0 0 0 0,0-1 1 0 0,0 1-1 0 0,2 0 1 0 0,1-2-85 0 0,1 0 1 0 0,-1 0 0 0 0,1 0 0 0 0,-1-1-1 0 0,0 1 1 0 0,1-1 0 0 0,-2 0-1 0 0,1-1 1 0 0,0 1 0 0 0,5-6 0 0 0,2-5 142 0 0,-1-1 0 0 0,-1 0 0 0 0,0-1 0 0 0,0 0 1 0 0,-2 0-1 0 0,7-20 0 0 0,-4 11 251 0 0,22-40-1 0 0,-32 64-240 0 0,0 1-1 0 0,0 0 1 0 0,0-1 0 0 0,0 1-1 0 0,1 0 1 0 0,-1 0 0 0 0,0-1-1 0 0,0 1 1 0 0,1 0 0 0 0,-1 0-1 0 0,0-1 1 0 0,0 1 0 0 0,1 0-1 0 0,-1 0 1 0 0,0-1 0 0 0,1 1-1 0 0,-1 0 1 0 0,0 0 0 0 0,1 0-1 0 0,-1 0 1 0 0,0 0 0 0 0,1 0-1 0 0,-1-1 1 0 0,0 1 0 0 0,1 0-1 0 0,-1 0 1 0 0,0 0 0 0 0,1 0-1 0 0,-1 0 1 0 0,0 0 0 0 0,1 0-1 0 0,-1 1 1 0 0,0-1 0 0 0,1 0-1 0 0,-1 0 1 0 0,1 0 0 0 0,-1 0-1 0 0,0 0 1 0 0,0 0 0 0 0,1 1-1 0 0,-1-1 1 0 0,0 0 0 0 0,1 0-1 0 0,-1 1 1 0 0,0-1 0 0 0,0 0-1 0 0,1 0 1 0 0,-1 1 0 0 0,0-1-1 0 0,0 0 1 0 0,0 0 0 0 0,1 1-1 0 0,-1-1 1 0 0,0 0 0 0 0,0 1-1 0 0,0-1 1 0 0,0 0 0 0 0,0 1-1 0 0,0-1 1 0 0,1 0 0 0 0,-1 1-1 0 0,0 0 1 0 0,11 31 610 0 0,-7-22-390 0 0,-2-3-219 0 0,7 17 101 0 0,2-1 0 0 0,12 23 0 0 0,-20-40-102 0 0,1-1 0 0 0,-1 1 0 0 0,1-1 1 0 0,0 0-1 0 0,1 0 0 0 0,-1 0 0 0 0,1-1 0 0 0,0 0 0 0 0,0 1 0 0 0,1-2 0 0 0,-1 1 0 0 0,1-1 1 0 0,7 4-1 0 0,-12-7-21 0 0,1 1 1 0 0,-1-1 0 0 0,0 0-1 0 0,0 0 1 0 0,1 0 0 0 0,-1 0 0 0 0,0 0-1 0 0,0 0 1 0 0,1 0 0 0 0,-1 0-1 0 0,0 0 1 0 0,0-1 0 0 0,1 1-1 0 0,-1 0 1 0 0,0-1 0 0 0,0 1 0 0 0,0-1-1 0 0,0 0 1 0 0,0 1 0 0 0,0-1-1 0 0,0 0 1 0 0,0 0 0 0 0,0 1-1 0 0,0-1 1 0 0,0 0 0 0 0,0 0 0 0 0,0 0-1 0 0,0 0 1 0 0,-1 0 0 0 0,1 0-1 0 0,-1 0 1 0 0,2-2 0 0 0,3-7-41 0 0,-1 0 0 0 0,0 1 0 0 0,4-14 0 0 0,0-1 1 0 0,-5 19 52 0 0,0 0 1 0 0,0 0-1 0 0,1 0 1 0 0,-1 0-1 0 0,1 1 1 0 0,0-1-1 0 0,0 1 1 0 0,0 0 0 0 0,1 1-1 0 0,0-1 1 0 0,8-5-1 0 0,-12 8-5 0 0,1 1-1 0 0,0-1 0 0 0,-1 0 0 0 0,1 0 1 0 0,0 1-1 0 0,0-1 0 0 0,0 1 0 0 0,-1-1 1 0 0,1 1-1 0 0,0 0 0 0 0,0 0 0 0 0,0 0 1 0 0,0 0-1 0 0,0 0 0 0 0,-1 0 1 0 0,1 0-1 0 0,0 1 0 0 0,0-1 0 0 0,0 0 1 0 0,0 1-1 0 0,-1 0 0 0 0,1-1 0 0 0,0 1 1 0 0,-1 0-1 0 0,1 0 0 0 0,0 0 0 0 0,-1 0 1 0 0,1 0-1 0 0,-1 1 0 0 0,0-1 1 0 0,1 0-1 0 0,-1 1 0 0 0,0-1 0 0 0,0 1 1 0 0,0-1-1 0 0,0 1 0 0 0,0-1 0 0 0,0 1 1 0 0,1 3-1 0 0,-1-2 0 0 0,5 9 69 0 0,1 0-1 0 0,0 0 1 0 0,9 11 0 0 0,-15-21-62 0 0,1 0 1 0 0,0 0 0 0 0,-1 0 0 0 0,1 0 0 0 0,0 0 0 0 0,0 0-1 0 0,1 0 1 0 0,-1-1 0 0 0,0 1 0 0 0,0-1 0 0 0,1 1 0 0 0,-1-1-1 0 0,1 0 1 0 0,-1 0 0 0 0,1 0 0 0 0,0-1 0 0 0,-1 1 0 0 0,1-1-1 0 0,0 1 1 0 0,-1-1 0 0 0,1 0 0 0 0,3 0 0 0 0,-4-1-11 0 0,1 1 0 0 0,0-1 0 0 0,-1 0 0 0 0,1-1 0 0 0,-1 1 0 0 0,0 0 0 0 0,1-1 0 0 0,-1 1 0 0 0,0-1 0 0 0,0 0 0 0 0,0 0 0 0 0,0 0 0 0 0,0 0 0 0 0,2-4 0 0 0,24-39 0 0 0,-18 29 0 0 0,-3 5 0 0 0,1-1 0 0 0,1 2 0 0 0,0-1 0 0 0,12-10 0 0 0,-19 18 0 0 0,1 0 0 0 0,0 1 0 0 0,0-1 0 0 0,0 1 0 0 0,0 0 0 0 0,0 0 0 0 0,0 0 0 0 0,0 0 0 0 0,1 1 0 0 0,-1-1 0 0 0,1 1 0 0 0,-1 0 0 0 0,1 0 0 0 0,0 0 0 0 0,-1 1 0 0 0,1-1 0 0 0,0 1 0 0 0,-1 0 0 0 0,1 0 0 0 0,5 1 0 0 0,-7 0 23 0 0,1 0 0 0 0,-1 0-1 0 0,0 1 1 0 0,1-1 0 0 0,-1 1 0 0 0,0-1 0 0 0,0 1 0 0 0,0 0 0 0 0,0 0 0 0 0,0 0 0 0 0,-1 0-1 0 0,1 1 1 0 0,1 1 0 0 0,19 19 41 0 0,-14-18-691 0 0,0-1-242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8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223 120 10594 0 0,'1'-25'698'0'0,"0"18"7"0"0,0-1 1 0 0,-1 0-1 0 0,0 0 0 0 0,-1 1 1 0 0,0-1-1 0 0,-2-13 1 0 0,2 19-566 0 0,0 1 1 0 0,0-1 0 0 0,0 0 0 0 0,0 1-1 0 0,0-1 1 0 0,0 1 0 0 0,0-1 0 0 0,0 1 0 0 0,-1-1-1 0 0,1 1 1 0 0,0 0 0 0 0,-1 0 0 0 0,1 0 0 0 0,-1 0-1 0 0,0 0 1 0 0,1 0 0 0 0,-1 0 0 0 0,0 0 0 0 0,1 1-1 0 0,-1-1 1 0 0,0 1 0 0 0,0-1 0 0 0,0 1 0 0 0,0-1-1 0 0,1 1 1 0 0,-1 0 0 0 0,0 0 0 0 0,0 0 0 0 0,0 0-1 0 0,0 1 1 0 0,0-1 0 0 0,0 0 0 0 0,-3 2-1 0 0,-3 0-20 0 0,-1 0 0 0 0,1 1 0 0 0,-1 0 0 0 0,1 0 0 0 0,0 1 0 0 0,0 0 0 0 0,1 0-1 0 0,-1 1 1 0 0,1 0 0 0 0,0 0 0 0 0,0 1 0 0 0,1 0 0 0 0,-1 0 0 0 0,1 1 0 0 0,1-1-1 0 0,-7 10 1 0 0,8-10-104 0 0,0 0 0 0 0,0 1 0 0 0,0 0 0 0 0,1-1 0 0 0,0 1 0 0 0,0 0 0 0 0,1 1 0 0 0,0-1 0 0 0,0 0 0 0 0,1 1 0 0 0,0-1 0 0 0,0 1-1 0 0,1-1 1 0 0,0 1 0 0 0,0-1 0 0 0,1 1 0 0 0,0-1 0 0 0,0 1 0 0 0,3 7 0 0 0,-1-6-307 0 0,0 0 0 0 0,1-1 0 0 0,0 0 0 0 0,1 0 1 0 0,0 0-1 0 0,0 0 0 0 0,1-1 0 0 0,13 14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2:5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0 457 5529 0 0,'16'-6'1050'0'0,"0"1"0"0"0,0-2 0 0 0,-1 0 0 0 0,0-1 0 0 0,0-1 0 0 0,-1 0 0 0 0,0-1 0 0 0,0 0-1 0 0,-1-1 1 0 0,21-24 0 0 0,-19 18-658 0 0,-2-1 0 0 0,0 0-1 0 0,-2-1 1 0 0,0-1-1 0 0,-1 1 1 0 0,-1-2 0 0 0,0 1-1 0 0,-2-1 1 0 0,0 0-1 0 0,6-44 1 0 0,-12 61-386 0 0,-1-1 1 0 0,0 1 0 0 0,0-1-1 0 0,-1 1 1 0 0,1-1-1 0 0,-1 1 1 0 0,0-1-1 0 0,0 1 1 0 0,-1-1 0 0 0,1 1-1 0 0,-5-7 1 0 0,6 10-1 0 0,-1-1 1 0 0,0 1 0 0 0,0 0-1 0 0,1 0 1 0 0,-1-1 0 0 0,0 1-1 0 0,0 0 1 0 0,0 0 0 0 0,0 0-1 0 0,0 0 1 0 0,-1 0 0 0 0,1 1-1 0 0,0-1 1 0 0,0 0 0 0 0,-1 0-1 0 0,1 1 1 0 0,0-1 0 0 0,-1 1-1 0 0,1-1 1 0 0,0 1 0 0 0,-1 0-1 0 0,1-1 1 0 0,-1 1 0 0 0,1 0-1 0 0,-1 0 1 0 0,1 0 0 0 0,0 0-1 0 0,-1 0 1 0 0,1 0 0 0 0,-1 1-1 0 0,1-1 1 0 0,-1 0 0 0 0,1 1-1 0 0,0-1 1 0 0,-1 1 0 0 0,1-1-1 0 0,0 1 1 0 0,-1 0 0 0 0,1 0-1 0 0,-2 1 1 0 0,-1 1 14 0 0,0 1 0 0 0,0-1 0 0 0,0 1 0 0 0,1 0 0 0 0,-1 0 0 0 0,1 0 0 0 0,0 1 0 0 0,0-1 0 0 0,1 1 0 0 0,-1 0 0 0 0,1 0 0 0 0,-3 9 0 0 0,-1 8 32 0 0,-7 35 0 0 0,13-54-45 0 0,-3 11 44 0 0,1 0 1 0 0,1 0-1 0 0,1 0 1 0 0,0 0-1 0 0,0 1 1 0 0,2-1-1 0 0,-1 0 1 0 0,2 0-1 0 0,0 0 1 0 0,1-1-1 0 0,5 15 1 0 0,-6-22-22 0 0,0 0 1 0 0,0 0-1 0 0,0 0 1 0 0,1 0 0 0 0,0 0-1 0 0,0-1 1 0 0,1 0-1 0 0,-1 0 1 0 0,1 0 0 0 0,0 0-1 0 0,1-1 1 0 0,-1 0 0 0 0,1 0-1 0 0,0 0 1 0 0,0-1-1 0 0,0 1 1 0 0,0-2 0 0 0,0 1-1 0 0,1-1 1 0 0,-1 0 0 0 0,1 0-1 0 0,0 0 1 0 0,-1-1-1 0 0,14 1 1 0 0,-7-2-288 0 0,1-1 0 0 0,0 0 0 0 0,0-1 0 0 0,-1 0 1 0 0,1-1-1 0 0,-1 0 0 0 0,17-7 0 0 0,7-6-7463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38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57 378 3681 0 0,'-24'-94'1215'0'0,"13"41"1970"0"0,3 1 0 0 0,-3-67 0 0 0,11 108-2220 0 0,-1 7-499 0 0,0 1-1 0 0,1-1 0 0 0,0 0 0 0 0,-1 0 1 0 0,2 1-1 0 0,-1-1 0 0 0,0 0 0 0 0,1 1 0 0 0,-1-1 1 0 0,1 0-1 0 0,2-3 0 0 0,2 44 1216 0 0,26 177-1411 0 0,-3-29-142 0 0,5 198-1 0 0,-31-127-50 0 0,9 240 33 0 0,-2-385 121 0 0,5-1 0 0 0,40 160 0 0 0,-25-153 443 0 0,-4 0 0 0 0,9 138 0 0 0,-34-243-651 0 0,0 0 0 0 0,-1-1-1 0 0,-2 16 1 0 0,-2 20-922 0 0,16-56-2479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39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90 414 5529 0 0,'-6'-3'973'0'0,"-1"1"-1"0"0,1-1 1 0 0,-1 1-1 0 0,1 1 1 0 0,-1-1 0 0 0,0 1-1 0 0,1 0 1 0 0,-1 1-1 0 0,0-1 1 0 0,-16 2 2873 0 0,38-1-1512 0 0,44 0-2237 0 0,-1-4-1 0 0,0-1 0 0 0,96-23 1 0 0,117-13 179 0 0,-63 12-184 0 0,255-22-44 0 0,-238 31-32 0 0,306-28-16 0 0,-260 27 37 0 0,109-11 43 0 0,41 18 402 0 0,-212 14 39 0 0,-119-7-220 0 0,-2-4 1 0 0,124-31-1 0 0,-199 39-419 0 0,42-11-2032 0 0,-53 13 1850 0 0,1 0 1 0 0,0 0-1 0 0,0 0 0 0 0,-1 0 1 0 0,1 0-1 0 0,-1-1 0 0 0,1 0 1 0 0,-1 1-1 0 0,0-1 0 0 0,1 0 1 0 0,-1 0-1 0 0,0 0 0 0 0,0 0 1 0 0,0 0-1 0 0,1-4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0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68 348 6449 0 0,'-4'-6'1069'0'0,"0"1"0"0"0,0-1-1 0 0,0 1 1 0 0,1-1-1 0 0,0 0 1 0 0,0 0 0 0 0,0 0-1 0 0,1-1 1 0 0,-3-10-1 0 0,-10-64 2445 0 0,12 61-2716 0 0,-1-9-173 0 0,0 9-523 0 0,1-1 0 0 0,1 1-1 0 0,0-1 1 0 0,2 0 0 0 0,2-21 0 0 0,-1 39-434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7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74 2304 0 0,'-4'-25'1281'0'0,"5"22"-906"0"0,-1 1 0 0 0,0 0 0 0 0,1-1 0 0 0,-1 1 0 0 0,1 0-1 0 0,0 0 1 0 0,-1-1 0 0 0,1 1 0 0 0,0 0 0 0 0,0 0 0 0 0,1 0 0 0 0,-1 0 0 0 0,0 0 0 0 0,1 0-1 0 0,-1 1 1 0 0,1-1 0 0 0,0 0 0 0 0,-1 1 0 0 0,1-1 0 0 0,0 1 0 0 0,0 0 0 0 0,0-1 0 0 0,0 1 0 0 0,3-1-1 0 0,-4 2-218 0 0,1-1 0 0 0,-1 1 0 0 0,0 0-1 0 0,0 0 1 0 0,0 0 0 0 0,1 1 0 0 0,-1-1-1 0 0,0 0 1 0 0,0 0 0 0 0,0 1-1 0 0,0-1 1 0 0,0 1 0 0 0,1-1 0 0 0,-1 1-1 0 0,0-1 1 0 0,0 1 0 0 0,0-1 0 0 0,0 1-1 0 0,0 0 1 0 0,-1 0 0 0 0,1 0-1 0 0,0-1 1 0 0,0 1 0 0 0,0 0 0 0 0,-1 0-1 0 0,1 0 1 0 0,0 0 0 0 0,-1 0 0 0 0,1 0-1 0 0,0 2 1 0 0,14 33 1591 0 0,-5 11-819 0 0,-2 0-1 0 0,4 83 1 0 0,-8-70-839 0 0,11 60 0 0 0,-8-90-222 0 0,8 47 357 0 0,-15-71-475 0 0,1 1 1 0 0,-1-1 0 0 0,0 0-1 0 0,0 1 1 0 0,-1-1 0 0 0,0 0-1 0 0,0 1 1 0 0,0-1 0 0 0,-3 8-1 0 0,-4-49-10708 0 0,9 11 10120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8.2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0 187 1840 0 0,'1'-6'186'0'0,"1"1"-1"0"0,-1-1 0 0 0,1 1 1 0 0,0 0-1 0 0,0-1 0 0 0,1 1 1 0 0,-1 0-1 0 0,1 1 0 0 0,0-1 0 0 0,1 0 1 0 0,-1 1-1 0 0,1 0 0 0 0,0 0 1 0 0,0 0-1 0 0,0 0 0 0 0,8-5 1 0 0,8-5 1008 0 0,1 0 1 0 0,32-14-1 0 0,-44 24-978 0 0,4-4 517 0 0,2 2-1 0 0,-1 0 1 0 0,1 1 0 0 0,0 0 0 0 0,27-5-1 0 0,-39 10-534 0 0,1 0 1 0 0,-1-1-1 0 0,1 1 0 0 0,0 1 0 0 0,-1-1 0 0 0,1 0 0 0 0,-1 1 0 0 0,1 0 0 0 0,-1-1 1 0 0,1 2-1 0 0,-1-1 0 0 0,1 0 0 0 0,3 3 0 0 0,-4-2-113 0 0,-1-1-1 0 0,0 1 0 0 0,0 0 1 0 0,0 0-1 0 0,0 0 0 0 0,-1 1 1 0 0,1-1-1 0 0,-1 0 1 0 0,1 1-1 0 0,-1-1 0 0 0,0 1 1 0 0,1-1-1 0 0,-1 1 0 0 0,-1 0 1 0 0,1-1-1 0 0,0 1 1 0 0,-1 0-1 0 0,1 0 0 0 0,-1 4 1 0 0,0 4 31 0 0,0 0 1 0 0,-1-1 0 0 0,-1 1-1 0 0,1 0 1 0 0,-2-1 0 0 0,0 0-1 0 0,0 1 1 0 0,0-1 0 0 0,-1 0-1 0 0,-1-1 1 0 0,-6 12 0 0 0,-12 16 11 0 0,-35 46 1 0 0,53-77-90 0 0,-7 9 100 0 0,-16 22 136 0 0,27-35-211 0 0,0 0 0 0 0,0 0 0 0 0,0 0 0 0 0,0 0 0 0 0,0 0 0 0 0,0 0 0 0 0,1 0 0 0 0,-1 0 0 0 0,1 0 0 0 0,-1 0 0 0 0,1 0 0 0 0,0 1 0 0 0,0-1 0 0 0,0 0 0 0 0,0 0 0 0 0,0 0 0 0 0,1 3 0 0 0,0-3-27 0 0,0-1 1 0 0,1 1-1 0 0,-1-1 0 0 0,0 1 1 0 0,1-1-1 0 0,-1 0 0 0 0,1 1 1 0 0,-1-1-1 0 0,1 0 0 0 0,-1 0 1 0 0,1 0-1 0 0,0 0 0 0 0,0 0 1 0 0,-1-1-1 0 0,1 1 1 0 0,0 0-1 0 0,0-1 0 0 0,0 0 1 0 0,0 1-1 0 0,0-1 0 0 0,0 0 1 0 0,0 0-1 0 0,0 0 0 0 0,2 0 1 0 0,49-3 313 0 0,83-24-1643 0 0,-118 24 129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0 370 5529 0 0,'5'0'563'0'0,"0"1"-1"0"0,-1 0 1 0 0,1-1-1 0 0,0 0 0 0 0,-1 0 1 0 0,1-1-1 0 0,7-1 1 0 0,4-1-26 0 0,-1-2 1 0 0,0 0-1 0 0,0 0 1 0 0,0-2 0 0 0,0 0-1 0 0,-1 0 1 0 0,0-2-1 0 0,-1 1 1 0 0,1-2-1 0 0,-2 0 1 0 0,16-15-1 0 0,-19 16-514 0 0,0 0-1 0 0,-1-1 0 0 0,0 0 0 0 0,-1 0 1 0 0,0-1-1 0 0,0 0 0 0 0,-1 0 1 0 0,-1 0-1 0 0,0-1 0 0 0,-1 0 0 0 0,0 0 1 0 0,0 0-1 0 0,-2-1 0 0 0,1 1 0 0 0,0-14 1 0 0,-3 23-23 0 0,0-1 0 0 0,0 1 1 0 0,-1-1-1 0 0,1 1 0 0 0,-1-1 0 0 0,0 1 1 0 0,1-1-1 0 0,-2 1 0 0 0,1 0 1 0 0,0 0-1 0 0,-1-1 0 0 0,1 1 1 0 0,-1 0-1 0 0,0 0 0 0 0,0 1 1 0 0,0-1-1 0 0,0 0 0 0 0,-1 1 0 0 0,1-1 1 0 0,-4-2-1 0 0,4 4 9 0 0,0 0-1 0 0,0 0 1 0 0,0 0-1 0 0,1 0 1 0 0,-1 0 0 0 0,0 1-1 0 0,0-1 1 0 0,0 1-1 0 0,0-1 1 0 0,0 1 0 0 0,0 0-1 0 0,0 0 1 0 0,0 0-1 0 0,0 0 1 0 0,0 0 0 0 0,-1 1-1 0 0,1-1 1 0 0,0 0-1 0 0,1 1 1 0 0,-1-1 0 0 0,0 1-1 0 0,0 0 1 0 0,0 0-1 0 0,0 0 1 0 0,0 0 0 0 0,1 0-1 0 0,-1 0 1 0 0,0 0-1 0 0,1 1 1 0 0,-1-1 0 0 0,1 0-1 0 0,-1 1 1 0 0,1-1-1 0 0,0 1 1 0 0,-2 2 0 0 0,-3 5 36 0 0,0 0 1 0 0,1 0-1 0 0,0 1 1 0 0,1-1-1 0 0,0 1 1 0 0,0 0-1 0 0,1 0 1 0 0,0 0-1 0 0,1 1 1 0 0,0-1-1 0 0,1 1 1 0 0,-1 10 0 0 0,2-7 71 0 0,0-1 1 0 0,0 1 0 0 0,2-1 0 0 0,-1 1-1 0 0,2-1 1 0 0,0 0 0 0 0,0 0 0 0 0,1 0 0 0 0,6 13-1 0 0,-5-16-89 0 0,1 1-1 0 0,0-1 0 0 0,1-1 1 0 0,0 1-1 0 0,0-1 0 0 0,10 9 0 0 0,14 6-5476 0 0,-16-15-428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8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8 6449 0 0,'0'0'60'0'0,"0"0"0"0"0,1 0-1 0 0,-1 0 1 0 0,0 0 0 0 0,0 0 0 0 0,0 0-1 0 0,0 0 1 0 0,1 0 0 0 0,0-1 358 0 0,-1 1-359 0 0,0 0 1 0 0,0-1 0 0 0,0 1-1 0 0,0 0 1 0 0,0 0 0 0 0,0 0-1 0 0,0 0 1 0 0,0-1 0 0 0,0 1 0 0 0,0 0-1 0 0,1 0 1 0 0,-1 0 0 0 0,0 0-1 0 0,0-1 1 0 0,0 1 0 0 0,0 0-1 0 0,0 0 1 0 0,0 0 0 0 0,0-1 0 0 0,0 1-1 0 0,-1 0 1 0 0,1 0 0 0 0,0 0-1 0 0,0 0 1 0 0,0-1 0 0 0,0 1-1 0 0,0 0 1 0 0,0 0 0 0 0,0 0 0 0 0,-1-1 298 0 0,1 1-298 0 0,-14 0 2753 0 0,-16 9 203 0 0,25-7-2784 0 0,1 0 0 0 0,-1 0 0 0 0,1 1 0 0 0,0 0 0 0 0,0 0 0 0 0,1 0 0 0 0,-1 0 0 0 0,0 1 0 0 0,1-1 0 0 0,0 1-1 0 0,0 0 1 0 0,0 0 0 0 0,0 0 0 0 0,1 0 0 0 0,0 1 0 0 0,-4 8 0 0 0,5-10-170 0 0,0 1-1 0 0,0 0 1 0 0,1 0 0 0 0,0-1 0 0 0,-1 1-1 0 0,1 0 1 0 0,0 0 0 0 0,1 0 0 0 0,-1-1-1 0 0,1 1 1 0 0,0 0 0 0 0,-1 0 0 0 0,2-1-1 0 0,-1 1 1 0 0,0 0 0 0 0,1-1 0 0 0,0 0-1 0 0,0 1 1 0 0,0-1 0 0 0,0 0 0 0 0,4 6-1 0 0,48 40 162 0 0,-42-40-122 0 0,0 1 1 0 0,-1 0-1 0 0,0 1 0 0 0,-1 0 1 0 0,14 20-1 0 0,-22-28-89 0 0,-1 0 0 0 0,1 0 0 0 0,-1 0 0 0 0,1 1 0 0 0,-1-1 0 0 0,0 1 0 0 0,0-1 0 0 0,-1 1 0 0 0,1-1 0 0 0,-1 1 1 0 0,0-1-1 0 0,0 1 0 0 0,0-1 0 0 0,0 1 0 0 0,0 0 0 0 0,-1-1 0 0 0,0 1 0 0 0,0-1 0 0 0,0 0 0 0 0,0 1 0 0 0,0-1 0 0 0,-1 0 0 0 0,1 1 0 0 0,-1-1 0 0 0,0 0 0 0 0,0 0 1 0 0,0 0-1 0 0,-3 3 0 0 0,-3 2-692 0 0,0 1-1 0 0,0-1 1 0 0,-1 0 0 0 0,0-1 0 0 0,0 0 0 0 0,-1 0 0 0 0,0-1 0 0 0,-20 9-1 0 0,4-4-6112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9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8290 0 0,'12'-13'1110'0'0,"0"1"0"0"0,0 0 0 0 0,2 1 1 0 0,-1 0-1 0 0,17-9 0 0 0,-13 9 448 0 0,-15 9-1333 0 0,-1 1 0 0 0,1 0-1 0 0,0-1 1 0 0,0 1 0 0 0,0 0 0 0 0,0 1 0 0 0,1-1-1 0 0,-1 0 1 0 0,0 0 0 0 0,5 0 0 0 0,-7 1-123 0 0,1 0 1 0 0,0 0-1 0 0,0 0 1 0 0,0 1 0 0 0,0-1-1 0 0,0 0 1 0 0,0 0-1 0 0,-1 0 1 0 0,1 1-1 0 0,0-1 1 0 0,0 1-1 0 0,0-1 1 0 0,-1 0-1 0 0,1 1 1 0 0,0-1-1 0 0,0 1 1 0 0,-1 0-1 0 0,1-1 1 0 0,0 2-1 0 0,2 2 52 0 0,-1 0 1 0 0,0 1-1 0 0,0-1 0 0 0,0 1 1 0 0,-1-1-1 0 0,0 1 0 0 0,0-1 0 0 0,1 10 1 0 0,62 578 881 0 0,-61-565-1024 0 0,-2-8-471 0 0,2 15 983 0 0,8 44-1 0 0,6-24-1924 0 0,-13-47 392 0 0,-1-1 1 0 0,1 1-1 0 0,0 0 1 0 0,1-1-1 0 0,5 6 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49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47 888 0 0,'1'-16'-683'0'0,"-5"-9"10086"0"0,-4 41-8005 0 0,-92 191 1505 0 0,21-53-2604 0 0,79-153-262 0 0,0 0 0 0 0,0 0-1 0 0,-1 0 1 0 0,1-1 0 0 0,0 1 0 0 0,-1 0-1 0 0,1 0 1 0 0,0-1 0 0 0,-1 1-1 0 0,1 0 1 0 0,-1 0 0 0 0,1-1-1 0 0,-1 1 1 0 0,0-1 0 0 0,1 1-1 0 0,-1 0 1 0 0,0-1 0 0 0,1 1 0 0 0,-1-1-1 0 0,0 0 1 0 0,0 1 0 0 0,1-1-1 0 0,-1 1 1 0 0,-1-1 0 0 0,1 0 10 0 0,0-1 0 0 0,1 1-1 0 0,-1-1 1 0 0,1 1 0 0 0,-1-1 0 0 0,0 1 0 0 0,1-1 0 0 0,-1 1 0 0 0,1-1 0 0 0,-1 0 0 0 0,1 1 0 0 0,0-1 0 0 0,-1 0 0 0 0,1 0 0 0 0,0 1-1 0 0,-1-1 1 0 0,1 0 0 0 0,0 0 0 0 0,0 1 0 0 0,-1-2 0 0 0,0-4 103 0 0,0-1 0 0 0,0 1 0 0 0,0-1 0 0 0,0 1 1 0 0,1-11-1 0 0,3 2-69 0 0,1 0 1 0 0,0 1 0 0 0,1-1 0 0 0,0 1-1 0 0,10-19 1 0 0,43-66 250 0 0,-25 45 22 0 0,-29 48-246 0 0,24-37 437 0 0,-26 40-366 0 0,0 1 0 0 0,0-1 0 0 0,0 1 0 0 0,0 0 0 0 0,1 0 0 0 0,-1 0 0 0 0,1 0 0 0 0,-1 0 0 0 0,1 1 0 0 0,0-1 0 0 0,0 1 0 0 0,-1 0 0 0 0,6-2 0 0 0,-4 4-53 0 0,1 0-1 0 0,-1 0 1 0 0,0 0-1 0 0,1 0 1 0 0,-1 1-1 0 0,0 0 1 0 0,0 0 0 0 0,0 0-1 0 0,0 0 1 0 0,6 6-1 0 0,8 3-76 0 0,112 61-2712 0 0,-90-48-4624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50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1002 3225 0 0,'17'-22'1031'0'0,"-13"18"-975"0"0,0 0 1 0 0,-1 0 0 0 0,1 0-1 0 0,-1 0 1 0 0,0-1 0 0 0,0 0-1 0 0,-1 1 1 0 0,1-1 0 0 0,-1 0-1 0 0,-4-23 12054 0 0,0 21-11730 0 0,0 0 0 0 0,0 0 0 0 0,1 0 1 0 0,0 0-1 0 0,0 0 0 0 0,1 0 0 0 0,0-13 0 0 0,0 9-157 0 0,0-1-1 0 0,-1 1 1 0 0,-4-21-1 0 0,-11-33 724 0 0,-15-107 0 0 0,27 133-869 0 0,2 0 0 0 0,2-1 1 0 0,1 1-1 0 0,8-44 0 0 0,4 21-80 0 0,-8 41-41 0 0,-1 1 0 0 0,-1-1 0 0 0,0 1 0 0 0,-1-31 0 0 0,-3 44-132 0 0,-1 0 0 0 0,1 0 0 0 0,-1 0-1 0 0,-5-11 1 0 0,-2-7-2106 0 0,5 1-4166 0 0,4 19 4583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50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238 3 1296 0 0,'-2'5'764'0'0,"-1"0"0"0"0,0 0 0 0 0,1 0 0 0 0,-2 0 0 0 0,1-1 0 0 0,0 1 0 0 0,-1-1-1 0 0,0 0 1 0 0,0 0 0 0 0,0 0 0 0 0,0 0 0 0 0,-7 3 0 0 0,3-1 264 0 0,1 0 0 0 0,0 1 0 0 0,-11 13 0 0 0,-32 55-544 0 0,-46 91 0 0 0,97-176-203 0 0,1 0-1 0 0,0 0 0 0 0,6-16 0 0 0,56-101 570 0 0,-54 111-574 0 0,0 0 0 0 0,2 0-1 0 0,-1 1 1 0 0,2 1 0 0 0,20-20-1 0 0,-26 28-85 0 0,0 1-1 0 0,1-1 1 0 0,0 1-1 0 0,0 1 1 0 0,0 0-1 0 0,0 0 1 0 0,0 0-1 0 0,1 1 1 0 0,17-4-1 0 0,-23 7-151 0 0,0-1 0 0 0,0 1 1 0 0,0 0-1 0 0,0-1 0 0 0,0 2 0 0 0,-1-1 0 0 0,1 0 0 0 0,0 0 1 0 0,0 1-1 0 0,0 0 0 0 0,0 0 0 0 0,0 0 0 0 0,0 0 1 0 0,-1 0-1 0 0,1 0 0 0 0,0 0 0 0 0,-1 1 0 0 0,1 0 0 0 0,-1-1 1 0 0,1 1-1 0 0,-1 0 0 0 0,0 0 0 0 0,0 0 0 0 0,0 1 0 0 0,0-1 1 0 0,0 0-1 0 0,-1 1 0 0 0,1-1 0 0 0,-1 1 0 0 0,1 0 0 0 0,-1-1 1 0 0,0 1-1 0 0,1 4 0 0 0,9 27-305 0 0,-8-22 421 0 0,1-1 0 0 0,0 1 0 0 0,8 15 0 0 0,-9-22-1272 0 0,0 0 1 0 0,1-1-1 0 0,-1 1 1 0 0,1 0-1 0 0,9 7 1 0 0,5 2-6090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4:53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 2761 0 0,'-35'1'14865'0'0,"35"-1"-14710"0"0,7 8-168 0 0,-4-4 391 0 0,1 1 0 0 0,-1-1 1 0 0,1 0-1 0 0,1 0 0 0 0,-1 0 1 0 0,0-1-1 0 0,1 0 0 0 0,9 5 1 0 0,42 7 679 0 0,-45-12-1025 0 0,0 1 0 0 0,0 0 0 0 0,-1 0-1 0 0,0 1 1 0 0,0 1 0 0 0,0 0 0 0 0,0 0-1 0 0,12 11 1 0 0,32 19 78 0 0,218 138-111 0 0,-69-40 0 0 0,-139-95 0 0 0,163 89 0 0 0,235 74 268 0 0,-40-9 72 0 0,-363-168-339 0 0,0-2 0 0 0,82 19 1 0 0,-81-25 11 0 0,83 17 204 0 0,35 12 53 0 0,-129-32-270 0 0,72 10 0 0 0,-20-5 0 0 0,119 12 251 0 0,-72-13-99 0 0,129 11 299 0 0,-120-15-150 0 0,-64-9-215 0 0,1-4-1 0 0,0-4 1 0 0,149-25 0 0 0,-200 19-2636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00.51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0 1 6385 0 0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01.22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54 456 0 0,'0'-3'131'0'0,"0"1"1"0"0,0-1-1 0 0,0 1 1 0 0,0-1-1 0 0,1 1 0 0 0,-1-1 1 0 0,1 1-1 0 0,0-1 1 0 0,-1 1-1 0 0,1-1 0 0 0,0 1 1 0 0,1 0-1 0 0,-1-1 0 0 0,0 1 1 0 0,8-7 741 0 0,-7 8-625 0 0,0 0-1 0 0,0 0 0 0 0,-1 0 1 0 0,1 0-1 0 0,0 1 1 0 0,0-1-1 0 0,0 0 0 0 0,0 1 1 0 0,0 0-1 0 0,0-1 0 0 0,0 1 1 0 0,0 0-1 0 0,0 0 1 0 0,0 0-1 0 0,0 1 0 0 0,0-1 1 0 0,0 0-1 0 0,2 1 0 0 0,2 0 254 0 0,0 1-1 0 0,0-1 0 0 0,0 1 0 0 0,0 0 1 0 0,9 4-1 0 0,-13-4-386 0 0,1 0 1 0 0,-1 0-1 0 0,0 0 1 0 0,1 0-1 0 0,-1 0 1 0 0,0 0-1 0 0,0 1 0 0 0,-1-1 1 0 0,1 1-1 0 0,0-1 1 0 0,-1 1-1 0 0,0 0 1 0 0,2 3-1 0 0,4 8 68 0 0,0 0 0 0 0,0 0 0 0 0,2-1 0 0 0,0-1 0 0 0,0 1 0 0 0,1-2 0 0 0,0 1 0 0 0,16 12 0 0 0,12 7-247 0 0,53 34-1 0 0,25 20 38 0 0,-82-55 71 0 0,152 122 355 0 0,-44-56 577 0 0,33 25-271 0 0,-115-79-422 0 0,98 52 0 0 0,75 21 720 0 0,-73-38-623 0 0,137 43-136 0 0,-231-96-241 0 0,10 8 365 0 0,135 79 0 0 0,-130-65-293 0 0,93 39 1 0 0,216 42 54 0 0,-8-3 17 0 0,53 21 691 0 0,-278-95-448 0 0,79 19 337 0 0,-85-41-1139 0 0,187 9-1 0 0,-292-33-36 0 0,0 1-20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0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141 203 13043 0 0,'-7'2'139'0'0,"-14"5"626"0"0,1 1-1 0 0,0 0 1 0 0,1 2-1 0 0,-34 21 1 0 0,118-45 2332 0 0,199-55-1851 0 0,275-33 0 0 0,-490 94-1226 0 0,369-53-2230 0 0,-371 59 427 0 0,-36 3 865 0 0,1-1 0 0 0,-1-1 0 0 0,0 0 0 0 0,20-5 0 0 0,-20 0 362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0.9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0,'1'13'649'0'0,"1"1"-1"0"0,0-1 1 0 0,1 0 0 0 0,1 0 0 0 0,6 16-1 0 0,3 9 897 0 0,36 155 4412 0 0,-37-132-4988 0 0,5 76 0 0 0,-10 48-772 0 0,6 57-166 0 0,-9-197-149 0 0,3 0-1 0 0,2 0 1 0 0,18 54 0 0 0,-14-64-734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1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1 453 10594 0 0,'24'-7'2610'0'0,"-14"3"-2091"0"0,0 0 0 0 0,0-1 0 0 0,-1 0 0 0 0,0-1 0 0 0,0 0 0 0 0,0 0 0 0 0,-1-1-1 0 0,0 0 1 0 0,0-1 0 0 0,-1 0 0 0 0,0 0 0 0 0,6-9 0 0 0,-7 8-416 0 0,-1 0-1 0 0,0-1 1 0 0,-1 0 0 0 0,0 1-1 0 0,-1-1 1 0 0,0-1 0 0 0,0 1-1 0 0,-1 0 1 0 0,-1-1 0 0 0,0 1-1 0 0,0-1 1 0 0,-1-13 0 0 0,-1 6-43 0 0,0 0 0 0 0,-8-34 0 0 0,8 47-51 0 0,0 1 1 0 0,-1-1 0 0 0,1 0 0 0 0,-1 0-1 0 0,0 1 1 0 0,0-1 0 0 0,0 1 0 0 0,-1 0-1 0 0,0 0 1 0 0,0 0 0 0 0,0 0 0 0 0,0 0-1 0 0,0 0 1 0 0,-1 1 0 0 0,-6-5 0 0 0,9 7-11 0 0,1 0-1 0 0,-1 1 1 0 0,0-1 0 0 0,0 1 0 0 0,0-1 0 0 0,0 1 0 0 0,0 0 0 0 0,0-1 0 0 0,0 1 0 0 0,-1 0-1 0 0,1 0 1 0 0,0-1 0 0 0,0 1 0 0 0,0 0 0 0 0,0 0 0 0 0,0 0 0 0 0,0 1 0 0 0,0-1 0 0 0,0 0 0 0 0,0 0-1 0 0,0 1 1 0 0,0-1 0 0 0,0 0 0 0 0,0 1 0 0 0,0-1 0 0 0,-1 1 0 0 0,0 1-5 0 0,0-1-1 0 0,1 1 1 0 0,-1 0 0 0 0,1 0 0 0 0,-1-1-1 0 0,1 1 1 0 0,0 0 0 0 0,0 0 0 0 0,0 0-1 0 0,0 0 1 0 0,-1 5 0 0 0,0 2-27 0 0,-1 0 0 0 0,2 1 1 0 0,0-1-1 0 0,0 0 0 0 0,0 11 0 0 0,2-10-12 0 0,0 0 0 0 0,1 0 0 0 0,0 0 0 0 0,0-1 0 0 0,1 1 0 0 0,0-1 0 0 0,1 0 0 0 0,0 1 0 0 0,1-2-1 0 0,0 1 1 0 0,0 0 0 0 0,0-1 0 0 0,1 0 0 0 0,1-1 0 0 0,-1 1 0 0 0,1-1 0 0 0,1 0 0 0 0,-1-1 0 0 0,1 1 0 0 0,0-2 0 0 0,0 1 0 0 0,1-1-1 0 0,0 0 1 0 0,0-1 0 0 0,0 0 0 0 0,0-1 0 0 0,1 0 0 0 0,-1 0 0 0 0,16 2 0 0 0,-21-4 49 0 0,0-1-1 0 0,0 0 1 0 0,0 0-1 0 0,0 0 1 0 0,0 0 0 0 0,0-1-1 0 0,0 1 1 0 0,0-1-1 0 0,0 0 1 0 0,0 0 0 0 0,0-1-1 0 0,-1 1 1 0 0,7-4 0 0 0,-3 1-42 0 0,-1-1 1 0 0,1 0 0 0 0,-1 0 0 0 0,0 0 0 0 0,0-1-1 0 0,7-9 1 0 0,3-7 45 0 0,-1 0 0 0 0,-1-2 0 0 0,11-25 0 0 0,-22 44 55 0 0,4-10 14 0 0,-5 8-14 0 0,1 0 0 0 0,0 1 0 0 0,1-1 0 0 0,-1 1 1 0 0,1 0-1 0 0,0 0 0 0 0,1 0 0 0 0,-1 1 0 0 0,1-1 1 0 0,0 1-1 0 0,11-7 0 0 0,-15 11-24 0 0,0 1 0 0 0,0 0 1 0 0,1-1-1 0 0,-1 1 0 0 0,0 0 0 0 0,1 0 0 0 0,-1 0 1 0 0,0 0-1 0 0,1 0 0 0 0,-1 1 0 0 0,0-1 0 0 0,0 0 0 0 0,1 1 1 0 0,-1-1-1 0 0,0 0 0 0 0,0 1 0 0 0,0 0 0 0 0,1-1 0 0 0,-1 1 1 0 0,0 0-1 0 0,0-1 0 0 0,0 1 0 0 0,0 0 0 0 0,0 0 1 0 0,0 0-1 0 0,0 0 0 0 0,-1 0 0 0 0,1 0 0 0 0,1 2 0 0 0,22 36 452 0 0,-22-35-458 0 0,5 11 1 0 0,-1 2 1 0 0,0-1-1 0 0,-1 0 0 0 0,-1 1 1 0 0,-1 0-1 0 0,2 18 0 0 0,8 40 41 0 0,-3-103-75 0 0,2-30 0 0 0,-6 24 0 0 0,16-48 0 0 0,-19 73 0 0 0,0 0 0 0 0,1 0 0 0 0,0 0 0 0 0,1 1 0 0 0,0 0 0 0 0,0 0 0 0 0,1 0 0 0 0,0 0 0 0 0,13-12 0 0 0,-15 17 16 0 0,-1 0 0 0 0,1 1-1 0 0,0-1 1 0 0,0 1 0 0 0,0 0 0 0 0,0 0 0 0 0,0 1 0 0 0,1-1-1 0 0,-1 1 1 0 0,0 0 0 0 0,1 0 0 0 0,-1 0 0 0 0,1 1 0 0 0,-1 0-1 0 0,1 0 1 0 0,-1 0 0 0 0,1 0 0 0 0,-1 0 0 0 0,1 1 0 0 0,-1 0-1 0 0,0 0 1 0 0,1 0 0 0 0,-1 1 0 0 0,0 0 0 0 0,5 2 0 0 0,1 1 19 0 0,0 0 0 0 0,-1 1 0 0 0,1 0 0 0 0,-1 1-1 0 0,-1 0 1 0 0,1 0 0 0 0,-1 1 0 0 0,-1 0 0 0 0,8 9 0 0 0,72 120-40 0 0,-86-137 3 0 0,-1 1 0 0 0,0-1 1 0 0,1 0-1 0 0,-1 0 0 0 0,0 0 0 0 0,1 1 0 0 0,-1-1 1 0 0,1 0-1 0 0,-1 0 0 0 0,0 0 0 0 0,1 0 1 0 0,-1 0-1 0 0,1 0 0 0 0,-1 0 0 0 0,0 0 0 0 0,1 0 1 0 0,-1 0-1 0 0,1 0 0 0 0,-1 0 0 0 0,0 0 0 0 0,1 0 1 0 0,-1-1-1 0 0,0 1 0 0 0,1 0 0 0 0,-1 0 1 0 0,1 0-1 0 0,-1 0 0 0 0,0-1 0 0 0,1 1 0 0 0,-1 0 1 0 0,0 0-1 0 0,0-1 0 0 0,1 1 0 0 0,-1 0 0 0 0,0-1 1 0 0,1 1-1 0 0,-1 0 0 0 0,0-1 0 0 0,0 1 0 0 0,0 0 1 0 0,0-1-1 0 0,1 1 0 0 0,-1 0 0 0 0,0-1 1 0 0,0 1-1 0 0,0-1 0 0 0,0 1 0 0 0,0-1 0 0 0,12-23 115 0 0,-12 21-55 0 0,9-18-84 0 0,37-81-156 0 0,-41 92 187 0 0,1 0 0 0 0,0 0-1 0 0,1 0 1 0 0,0 1 0 0 0,1 0 0 0 0,0 1 0 0 0,12-11-1 0 0,-19 18 5 0 0,1 0-1 0 0,0 0 1 0 0,-1 0-1 0 0,1 0 1 0 0,0 0-1 0 0,0 0 1 0 0,0 1-1 0 0,0-1 1 0 0,-1 1-1 0 0,1-1 1 0 0,0 1-1 0 0,0 0 1 0 0,0 0-1 0 0,0 0 1 0 0,0 0-1 0 0,0 0 1 0 0,0 0-1 0 0,0 0 1 0 0,0 1-1 0 0,0-1 1 0 0,0 1-1 0 0,0-1 1 0 0,0 1-1 0 0,-1 0 1 0 0,1 0-1 0 0,0 0 1 0 0,-1 0-1 0 0,1 0 1 0 0,0 0-1 0 0,-1 0 1 0 0,1 1-1 0 0,-1-1 1 0 0,1 0-1 0 0,-1 1 1 0 0,0-1-1 0 0,0 1 1 0 0,2 2-1 0 0,6 8 96 0 0,-1 1 0 0 0,0 0 0 0 0,12 25 1 0 0,-13-22-74 0 0,-2-5-408 0 0,0 0-1 0 0,1 0 1 0 0,0-1-1 0 0,1 1 1 0 0,0-2-1 0 0,1 1 0 0 0,0-1 1 0 0,0 0-1 0 0,1 0 1 0 0,0-1-1 0 0,14 10 1 0 0,-9-11-950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2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10594 0 0,'-2'12'1091'0'0,"1"0"-1"0"0,0 0 1 0 0,1 0 0 0 0,0 0-1 0 0,1 0 1 0 0,0 0 0 0 0,5 17-1 0 0,-4-16-339 0 0,8 42 176 0 0,3-1 1 0 0,2-1 0 0 0,25 58 0 0 0,38 61-5123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2.2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1 272 5905 0 0,'4'-25'49'0'0,"-4"16"-6"0"0,1-1 0 0 0,1 1 0 0 0,0-1 0 0 0,0 1 0 0 0,1 0 0 0 0,0 0 0 0 0,0 0 0 0 0,1 1 0 0 0,0-1 0 0 0,1 1 0 0 0,0 0 0 0 0,9-13 0 0 0,1 6 863 0 0,1 1-1 0 0,0 0 0 0 0,1 0 0 0 0,1 2 0 0 0,37-21 1 0 0,-50 31-652 0 0,0-1 1 0 0,1 1-1 0 0,0 0 1 0 0,0 0 0 0 0,-1 0-1 0 0,1 1 1 0 0,0 0 0 0 0,0 0-1 0 0,0 0 1 0 0,1 1 0 0 0,-1 0-1 0 0,0 0 1 0 0,0 1 0 0 0,0 0-1 0 0,0 0 1 0 0,0 0-1 0 0,0 1 1 0 0,-1 0 0 0 0,1 0-1 0 0,0 0 1 0 0,-1 1 0 0 0,1-1-1 0 0,-1 1 1 0 0,0 1 0 0 0,9 7-1 0 0,-11-9-158 0 0,0 0 0 0 0,-1 1 0 0 0,1-1 0 0 0,-1 1 0 0 0,1 0 0 0 0,-1 0 0 0 0,0 0-1 0 0,-1 0 1 0 0,1 0 0 0 0,0 0 0 0 0,-1 1 0 0 0,1-1 0 0 0,-1 0 0 0 0,0 1 0 0 0,-1-1-1 0 0,1 1 1 0 0,0 0 0 0 0,-1-1 0 0 0,0 1 0 0 0,0-1 0 0 0,0 1 0 0 0,0-1 0 0 0,0 1 0 0 0,-1 0-1 0 0,0-1 1 0 0,0 1 0 0 0,0-1 0 0 0,0 1 0 0 0,0-1 0 0 0,0 0 0 0 0,-3 4 0 0 0,0 0-211 0 0,0 0 0 0 0,-1 0 0 0 0,0 0 0 0 0,0-1 0 0 0,-8 9 0 0 0,5-7-1266 0 0,0-1-1 0 0,-1 0 0 0 0,-11 8 1 0 0,-3-1-5243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2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1 309 5065 0 0,'27'-15'1986'0'0,"0"-1"1"0"0,-1-1-1 0 0,-1-1 0 0 0,-1-1 1 0 0,-1-1-1 0 0,36-40 0 0 0,-56 56-1820 0 0,0 0-1 0 0,1 0 1 0 0,-2-1-1 0 0,1 0 1 0 0,0 0-1 0 0,-1 1 1 0 0,0-1-1 0 0,0-1 1 0 0,-1 1-1 0 0,1 0 1 0 0,-1 0-1 0 0,0-1 1 0 0,-1 1-1 0 0,1-6 0 0 0,-1 8-127 0 0,0 0-1 0 0,0 1 0 0 0,-1-1 1 0 0,1 0-1 0 0,-1 0 0 0 0,0 1 1 0 0,0-1-1 0 0,0 1 0 0 0,0-1 0 0 0,0 1 1 0 0,0-1-1 0 0,-1 1 0 0 0,1 0 1 0 0,-1-1-1 0 0,0 1 0 0 0,0 0 0 0 0,0 0 1 0 0,0 0-1 0 0,0 0 0 0 0,0 1 1 0 0,0-1-1 0 0,0 0 0 0 0,-1 1 0 0 0,1 0 1 0 0,-1 0-1 0 0,1-1 0 0 0,-1 1 1 0 0,1 1-1 0 0,-5-2 0 0 0,6 1-35 0 0,-1 1 0 0 0,1 0 0 0 0,-1-1 0 0 0,1 1-1 0 0,-1 0 1 0 0,1 0 0 0 0,-1 0 0 0 0,1 0 0 0 0,-1 0 0 0 0,1 0-1 0 0,-1 1 1 0 0,1-1 0 0 0,-1 0 0 0 0,1 1 0 0 0,-1-1 0 0 0,1 1 0 0 0,-1-1-1 0 0,1 1 1 0 0,0 0 0 0 0,-1 0 0 0 0,-1 1 0 0 0,0 1 4 0 0,1-1 0 0 0,0 0 1 0 0,0 1-1 0 0,1 0 0 0 0,-1-1 0 0 0,0 1 1 0 0,1 0-1 0 0,0 0 0 0 0,-1 0 0 0 0,0 3 1 0 0,0 4 8 0 0,-1 0 1 0 0,2 0-1 0 0,-1 0 1 0 0,1 1-1 0 0,1 16 1 0 0,1-14-99 0 0,0-1 1 0 0,1 0-1 0 0,1 1 1 0 0,-1-1 0 0 0,2 0-1 0 0,0 0 1 0 0,0-1-1 0 0,1 1 1 0 0,1-1-1 0 0,0 0 1 0 0,0-1-1 0 0,1 1 1 0 0,0-1-1 0 0,1 0 1 0 0,0-1 0 0 0,1 0-1 0 0,0 0 1 0 0,0-1-1 0 0,1 0 1 0 0,0-1-1 0 0,0 0 1 0 0,0 0-1 0 0,1-1 1 0 0,0-1-1 0 0,1 0 1 0 0,-1 0 0 0 0,1-1-1 0 0,16 4 1 0 0,4-2-7265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2.8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1 276 12123 0 0,'1'3'186'0'0,"0"-1"0"0"0,1 1 0 0 0,0 0 1 0 0,-1 0-1 0 0,1-1 0 0 0,0 1 0 0 0,1-1 1 0 0,-1 0-1 0 0,0 0 0 0 0,1 1 0 0 0,-1-2 0 0 0,4 4 1 0 0,1 0 686 0 0,143 138 5897 0 0,-161-209-5480 0 0,8 39-1160 0 0,1 0 0 0 0,1 0 0 0 0,2 0-1 0 0,0 0 1 0 0,7-29 0 0 0,-6 41-417 0 0,1 1-1 0 0,1 0 1 0 0,0 1 0 0 0,1-1 0 0 0,1 1-1 0 0,0 0 1 0 0,0 0 0 0 0,1 0-1 0 0,1 1 1 0 0,0 0 0 0 0,12-12-1 0 0,1 6-4911 0 0,0 6-1536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3.3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9 4145 0 0,'-4'-6'2650'0'0,"4"6"-2461"0"0,-1-1 0 0 0,1 1 1 0 0,-1 0-1 0 0,1 0 0 0 0,-1-1 1 0 0,1 1-1 0 0,-1 0 0 0 0,1 0 0 0 0,-1 0 1 0 0,1 0-1 0 0,-1 0 0 0 0,1 0 1 0 0,-1 0-1 0 0,1 0 0 0 0,-1 0 0 0 0,0 0 1 0 0,1 0-1 0 0,-1 0 0 0 0,1 0 0 0 0,-1 0 1 0 0,1 0-1 0 0,-1 0 0 0 0,0 1 1 0 0,-19 3 3148 0 0,10 1-2850 0 0,1 0 0 0 0,0 0-1 0 0,0 0 1 0 0,0 1 0 0 0,1 1-1 0 0,0-1 1 0 0,0 1-1 0 0,1 1 1 0 0,0-1 0 0 0,-10 15-1 0 0,10-12-415 0 0,0 0-1 0 0,1 0 1 0 0,0 1 0 0 0,1-1-1 0 0,0 1 1 0 0,0 1-1 0 0,1-1 1 0 0,-4 23-1 0 0,7-32-70 0 0,1 1 0 0 0,0-1 0 0 0,0 1 0 0 0,0-1 0 0 0,0 0-1 0 0,0 1 1 0 0,0-1 0 0 0,0 1 0 0 0,1-1 0 0 0,-1 0 0 0 0,1 1-1 0 0,0-1 1 0 0,0 0 0 0 0,2 4 0 0 0,-2-4-85 0 0,0-1 1 0 0,0 0-1 0 0,0 0 0 0 0,0 0 1 0 0,0 0-1 0 0,0 0 0 0 0,1 0 1 0 0,-1 0-1 0 0,0 0 0 0 0,1-1 1 0 0,-1 1-1 0 0,0 0 0 0 0,1-1 1 0 0,-1 1-1 0 0,1-1 0 0 0,-1 1 1 0 0,1-1-1 0 0,1 0 0 0 0,0 0-87 0 0,0 0-1 0 0,1 0 0 0 0,-1 0 0 0 0,0-1 1 0 0,1 1-1 0 0,-1-1 0 0 0,0 0 0 0 0,0 0 1 0 0,0 0-1 0 0,0 0 0 0 0,0-1 0 0 0,0 1 1 0 0,0-1-1 0 0,0 0 0 0 0,-1 0 0 0 0,1 0 1 0 0,-1 0-1 0 0,1 0 0 0 0,-1-1 0 0 0,3-2 1 0 0,1-4 83 0 0,-1 0 0 0 0,0 1 0 0 0,0-2-1 0 0,-1 1 1 0 0,0 0 0 0 0,-1-1 0 0 0,4-16 0 0 0,-4 12 977 0 0,2 1-1 0 0,9-22 0 0 0,-14 34-822 0 0,0 1-1 0 0,0 0 1 0 0,0-1-1 0 0,0 1 1 0 0,0 0-1 0 0,1-1 1 0 0,-1 1-1 0 0,0 0 1 0 0,0 0-1 0 0,0-1 1 0 0,1 1-1 0 0,-1 0 1 0 0,0 0-1 0 0,0-1 1 0 0,1 1-1 0 0,-1 0 1 0 0,0 0-1 0 0,0 0 1 0 0,1 0-1 0 0,-1-1 1 0 0,0 1-1 0 0,1 0 1 0 0,-1 0-1 0 0,0 0 1 0 0,1 0-1 0 0,-1 0 1 0 0,0 0-1 0 0,1 0 1 0 0,-1 0-1 0 0,0 0 1 0 0,1 0-1 0 0,-1 0 1 0 0,0 0-1 0 0,1 0 0 0 0,10 10 1100 0 0,9 21-413 0 0,-18-26-561 0 0,9 14 56 0 0,1 0 0 0 0,20 24 0 0 0,-27-36-548 0 0,1-1-1 0 0,0 0 1 0 0,0-1 0 0 0,1 1 0 0 0,0-1 0 0 0,0-1 0 0 0,0 1 0 0 0,0-1 0 0 0,13 5 0 0 0,2-2-6807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53 17972 0 0,'-2'-53'1972'0'0,"16"78"-93"0"0,27 116-282 0 0,120 333-1035 0 0,-113-374-4498 0 0,-37-80-3403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4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1 190 5409 0 0,'2'-3'77'0'0,"0"-1"0"0"0,1 0 0 0 0,-1 1 0 0 0,1-1 0 0 0,0 1 0 0 0,0 0-1 0 0,0 0 1 0 0,6-3 0 0 0,11-8 913 0 0,0 1-1 0 0,2 1 0 0 0,35-15 1 0 0,76-21 1047 0 0,-67 25-1048 0 0,-63 22-1107 0 0,7-3 653 0 0,0 1 1 0 0,0 0-1 0 0,0 0 1 0 0,0 1-1 0 0,19-2 0 0 0,-26 4-346 0 0,-1 0 0 0 0,0 1 0 0 0,1-1 0 0 0,-1 0 0 0 0,1 1 0 0 0,-1 0 0 0 0,1-1 0 0 0,-1 1 0 0 0,0 0-1 0 0,0 0 1 0 0,1 0 0 0 0,-1 0 0 0 0,0 1 0 0 0,0-1 0 0 0,0 1 0 0 0,0-1 0 0 0,0 1 0 0 0,-1 0 0 0 0,1-1-1 0 0,0 1 1 0 0,-1 0 0 0 0,1 0 0 0 0,-1 0 0 0 0,0 1 0 0 0,1-1 0 0 0,-1 0 0 0 0,0 0 0 0 0,-1 1 0 0 0,1-1-1 0 0,0 3 1 0 0,13 65 549 0 0,-13-55-624 0 0,2 1 0 0 0,0-1 0 0 0,0 0 0 0 0,2 0 0 0 0,10 27 0 0 0,-13-39-118 0 0,0 1 0 0 0,0-1 0 0 0,0 0 0 0 0,1 0 1 0 0,-1 0-1 0 0,1-1 0 0 0,0 1 0 0 0,0-1 0 0 0,0 1 0 0 0,0-1 0 0 0,0 0 1 0 0,0 0-1 0 0,0 0 0 0 0,1 0 0 0 0,-1-1 0 0 0,1 1 0 0 0,-1-1 0 0 0,1 0 0 0 0,0 0 1 0 0,-1-1-1 0 0,1 1 0 0 0,0-1 0 0 0,0 1 0 0 0,0-1 0 0 0,-1 0 0 0 0,1-1 1 0 0,0 1-1 0 0,0-1 0 0 0,3 0 0 0 0,-2 0-3 0 0,-1 0-1 0 0,0 0 1 0 0,1 0 0 0 0,-1 0-1 0 0,0-1 1 0 0,0 0-1 0 0,0 0 1 0 0,0 0 0 0 0,0 0-1 0 0,-1 0 1 0 0,1-1 0 0 0,-1 0-1 0 0,1 0 1 0 0,-1 0-1 0 0,5-6 1 0 0,-1-1 13 0 0,-1 0 0 0 0,0 0 0 0 0,-1 0 0 0 0,6-17 0 0 0,-8 18 47 0 0,1 0-1 0 0,0 0 1 0 0,0 0-1 0 0,1 0 0 0 0,0 1 1 0 0,0 0-1 0 0,1 0 1 0 0,9-9-1 0 0,-14 16-43 0 0,1 0 0 0 0,-1 0 1 0 0,1 0-1 0 0,-1 0 0 0 0,1 0 0 0 0,-1 0 0 0 0,1 0 1 0 0,0 1-1 0 0,-1-1 0 0 0,1 0 0 0 0,0 1 0 0 0,0 0 1 0 0,0-1-1 0 0,-1 1 0 0 0,1 0 0 0 0,0 0 0 0 0,0 0 1 0 0,0 0-1 0 0,0 0 0 0 0,-1 1 0 0 0,1-1 0 0 0,0 1 1 0 0,0-1-1 0 0,-1 1 0 0 0,1-1 0 0 0,0 1 0 0 0,-1 0 1 0 0,1 0-1 0 0,0 0 0 0 0,-1 0 0 0 0,1 0 1 0 0,-1 0-1 0 0,0 0 0 0 0,1 1 0 0 0,-1-1 0 0 0,1 2 1 0 0,8 7 94 0 0,-1 1 1 0 0,0 0 0 0 0,13 21 0 0 0,-11-15-65 0 0,4 5-175 0 0,2 2-887 0 0,0 0-1 0 0,29 29 1 0 0,-39-47 765 0 0,-1 0 0 0 0,1 0 1 0 0,0-1-1 0 0,0 0 0 0 0,1 0 0 0 0,0-1 1 0 0,0 0-1 0 0,0 0 0 0 0,0-1 0 0 0,0 0 1 0 0,1 0-1 0 0,12 2 0 0 0,-1-3-1717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4.3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0 124 456 0 0,'3'-1'965'0'0,"1"0"0"0"0,-1 0 0 0 0,0 0 0 0 0,1 0-1 0 0,-1 1 1 0 0,0-1 0 0 0,1 1 0 0 0,-1 0 0 0 0,6 0 131 0 0,-4 0-379 0 0,1 1 0 0 0,-1-1 0 0 0,0 1 1 0 0,-1 0-1 0 0,1 1 0 0 0,0-1 1 0 0,0 1-1 0 0,0 0 0 0 0,8 4 1 0 0,-6-1-111 0 0,0-1 1 0 0,0 1-1 0 0,-1 1 1 0 0,0-1-1 0 0,9 10 1 0 0,-6-4-323 0 0,-1 0 1 0 0,-1 0 0 0 0,1 0 0 0 0,-2 1 0 0 0,1 0 0 0 0,-2 0 0 0 0,5 15 0 0 0,-7-18-161 0 0,-1 0 0 0 0,0 1 0 0 0,0-1 0 0 0,-1 1 0 0 0,0 12-1 0 0,-16-52 575 0 0,13 14-844 0 0,0-1-1 0 0,2 0 0 0 0,-1 0 0 0 0,2 1 0 0 0,1-1 1 0 0,0 1-1 0 0,1-1 0 0 0,0 1 0 0 0,1 0 0 0 0,1 0 1 0 0,1 0-1 0 0,0 1 0 0 0,2-1 0 0 0,-1 1 1 0 0,19-26-1 0 0,-8 21-674 0 0,0 4-5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4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1 339 10970 0 0,'1'1'99'0'0,"0"0"-1"0"0,0-1 0 0 0,0 1 0 0 0,1 0 0 0 0,-1-1 0 0 0,0 0 1 0 0,0 1-1 0 0,1-1 0 0 0,-1 1 0 0 0,0-1 0 0 0,0 0 0 0 0,1 0 1 0 0,-1 0-1 0 0,0 0 0 0 0,1 0 0 0 0,-1 0 0 0 0,0 0 0 0 0,1 0 1 0 0,-1-1-1 0 0,0 1 0 0 0,1 0 0 0 0,-1-1 0 0 0,0 1 0 0 0,0-1 1 0 0,0 0-1 0 0,1 1 0 0 0,-1-1 0 0 0,0 0 0 0 0,0 1 0 0 0,1-3 1 0 0,38-31 4229 0 0,-33 27-3635 0 0,6-6-420 0 0,0-1 0 0 0,-1 0 1 0 0,0-1-1 0 0,-1 0 0 0 0,-1-1 1 0 0,0 0-1 0 0,-2 0 0 0 0,1-1 0 0 0,-2 0 1 0 0,0-1-1 0 0,-2 0 0 0 0,0 0 1 0 0,5-29-1 0 0,-10 45-271 0 0,1 1 1 0 0,-1-1 0 0 0,0 1-1 0 0,0-1 1 0 0,0 1-1 0 0,0-1 1 0 0,0 1-1 0 0,0-1 1 0 0,0 1-1 0 0,0-1 1 0 0,0 1-1 0 0,-1 0 1 0 0,1-1 0 0 0,0 1-1 0 0,-1-1 1 0 0,0 1-1 0 0,1 0 1 0 0,-1-1-1 0 0,0 1 1 0 0,1 0-1 0 0,-1 0 1 0 0,0-1-1 0 0,0 1 1 0 0,0 0 0 0 0,0 0-1 0 0,0 0 1 0 0,-1 0-1 0 0,1 0 1 0 0,-1 0-1 0 0,-1 0-2 0 0,1 1 1 0 0,-1 0-1 0 0,1 0 0 0 0,-1 0 0 0 0,1 1 0 0 0,-1-1 1 0 0,1 0-1 0 0,0 1 0 0 0,-1 0 0 0 0,1-1 0 0 0,0 1 1 0 0,-1 0-1 0 0,1 0 0 0 0,0 1 0 0 0,0-1 1 0 0,0 0-1 0 0,-3 3 0 0 0,-2 1-2 0 0,-1 1-1 0 0,2 0 1 0 0,-1 1-1 0 0,1-1 1 0 0,-1 1 0 0 0,2 0-1 0 0,-1 1 1 0 0,1 0-1 0 0,0-1 1 0 0,1 1 0 0 0,0 1-1 0 0,0-1 1 0 0,1 1-1 0 0,0 0 1 0 0,0-1 0 0 0,1 1-1 0 0,0 0 1 0 0,1 1-1 0 0,0-1 1 0 0,0 0 0 0 0,1 0-1 0 0,0 0 1 0 0,1 1-1 0 0,0-1 1 0 0,0 0 0 0 0,1 0-1 0 0,0 0 1 0 0,1 0-1 0 0,0-1 1 0 0,0 1 0 0 0,1-1-1 0 0,0 1 1 0 0,0-1-1 0 0,1 0 1 0 0,0-1 0 0 0,1 1-1 0 0,-1-1 1 0 0,11 10 0 0 0,-2-6 13 0 0,-1-1 0 0 0,1 0 0 0 0,1-1 1 0 0,-1-1-1 0 0,2 0 0 0 0,-1-1 1 0 0,23 7-1 0 0,-13-6-348 0 0,1-1 0 0 0,-1-2 0 0 0,1-1 0 0 0,29 2 0 0 0,5-5-7265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6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519 259 12443 0 0,'-4'-6'318'0'0,"0"0"0"0"0,0 0 0 0 0,0 0 0 0 0,-1 0 0 0 0,0 1 0 0 0,0-1 0 0 0,0 1 0 0 0,-1 0 0 0 0,0 1 0 0 0,0 0 0 0 0,0 0 1 0 0,0 0-1 0 0,-1 0 0 0 0,1 1 0 0 0,-1 0 0 0 0,0 1 0 0 0,0 0 0 0 0,0 0 0 0 0,0 0 0 0 0,0 0 0 0 0,-10 1 0 0 0,3-1-93 0 0,1 2 0 0 0,-1 0-1 0 0,1 1 1 0 0,-1 0-1 0 0,1 1 1 0 0,-1 0 0 0 0,1 1-1 0 0,0 1 1 0 0,0 0 0 0 0,-20 9-1 0 0,19-5-155 0 0,1 1-1 0 0,0-1 0 0 0,0 2 0 0 0,1 0 0 0 0,0 1 1 0 0,1 0-1 0 0,0 0 0 0 0,1 1 0 0 0,-17 25 1 0 0,16-19-63 0 0,0 1 1 0 0,1 0-1 0 0,1 0 1 0 0,1 1-1 0 0,1 0 1 0 0,-9 38 0 0 0,14-47-55 0 0,0-1 0 0 0,1 1 1 0 0,1 0-1 0 0,-1 0 1 0 0,2-1-1 0 0,-1 1 1 0 0,2 0-1 0 0,-1 0 0 0 0,2-1 1 0 0,-1 1-1 0 0,1-1 1 0 0,8 16-1 0 0,-8-19-50 0 0,1 0 0 0 0,0 0 1 0 0,1-1-1 0 0,-1 1 0 0 0,1-1 0 0 0,1 0 0 0 0,-1-1 0 0 0,1 0 0 0 0,0 1 0 0 0,0-2 0 0 0,1 1 0 0 0,-1-1 1 0 0,1 0-1 0 0,0 0 0 0 0,0-1 0 0 0,0 0 0 0 0,15 5 0 0 0,-8-5 70 0 0,-1 0 0 0 0,1-1 0 0 0,0 0 1 0 0,-1-1-1 0 0,1 0 0 0 0,0-1 0 0 0,0-1 0 0 0,0 0 0 0 0,-1-1 1 0 0,1-1-1 0 0,0 0 0 0 0,14-5 0 0 0,-10 1 32 0 0,0-1 0 0 0,-1-1-1 0 0,0 0 1 0 0,0-1 0 0 0,-1-1 0 0 0,-1-1 0 0 0,0 0-1 0 0,14-15 1 0 0,-6 3 99 0 0,-1-1-1 0 0,-2-1 1 0 0,0-1 0 0 0,-2 0-1 0 0,-1-2 1 0 0,-1 0 0 0 0,-2-1-1 0 0,0 0 1 0 0,17-64 0 0 0,-25 69 82 0 0,-1 0 1 0 0,-2 0 0 0 0,2-33-1 0 0,-5 44-81 0 0,-1 0 0 0 0,1 0 0 0 0,-2 1 0 0 0,0-1 0 0 0,-1 1 0 0 0,0-1 0 0 0,-9-21-1 0 0,11 33-86 0 0,1 0 0 0 0,-1 0 0 0 0,0 1 0 0 0,1-1-1 0 0,-1 0 1 0 0,0 0 0 0 0,0 1 0 0 0,-1-1 0 0 0,1 1-1 0 0,0-1 1 0 0,0 1 0 0 0,-1-1 0 0 0,1 1 0 0 0,-1 0-1 0 0,1 0 1 0 0,-1 0 0 0 0,0-1 0 0 0,1 2 0 0 0,-1-1-1 0 0,0 0 1 0 0,0 0 0 0 0,0 0 0 0 0,0 1 0 0 0,1-1-1 0 0,-5 1 1 0 0,5 0-4 0 0,-1 1-1 0 0,0-1 1 0 0,1 1 0 0 0,-1 0-1 0 0,1-1 1 0 0,-1 1-1 0 0,1 0 1 0 0,-1 0-1 0 0,1 0 1 0 0,-1 0 0 0 0,1 1-1 0 0,0-1 1 0 0,0 0-1 0 0,0 1 1 0 0,0-1-1 0 0,0 0 1 0 0,0 1 0 0 0,0-1-1 0 0,0 1 1 0 0,0 0-1 0 0,1-1 1 0 0,-1 1 0 0 0,1 0-1 0 0,-1-1 1 0 0,1 1-1 0 0,-1 0 1 0 0,1-1-1 0 0,0 3 1 0 0,-3 16-5 0 0,1-1 1 0 0,1 1-1 0 0,1 0 0 0 0,1-1 1 0 0,1 1-1 0 0,0 0 0 0 0,9 33 1 0 0,-1-19-24 0 0,1 0 0 0 0,1-1 1 0 0,25 46-1 0 0,-28-63 11 0 0,1 0 0 0 0,0-1 1 0 0,1 0-1 0 0,0-1 0 0 0,2-1 0 0 0,21 20 0 0 0,-28-28-205 0 0,0 1 0 0 0,1-1 0 0 0,-1-1 0 0 0,1 1 0 0 0,0-1 0 0 0,1 0 0 0 0,-1-1 0 0 0,1 0 0 0 0,0 0 0 0 0,-1-1 0 0 0,1 0 0 0 0,0 0 0 0 0,0 0-1 0 0,1-1 1 0 0,-1-1 0 0 0,16 0 0 0 0,-19-1 13 0 0,0 0 0 0 0,-1 0 0 0 0,1-1 0 0 0,0 1 0 0 0,0-1 0 0 0,-1 0 0 0 0,1-1 0 0 0,-1 1 0 0 0,0-1 0 0 0,0 0 0 0 0,0 0 0 0 0,0 0 0 0 0,0-1 0 0 0,-1 1 0 0 0,1-1 0 0 0,-1 0 0 0 0,0 0 0 0 0,0 0 0 0 0,4-9 0 0 0,3-6 456 0 0,-2 0-1 0 0,0-1 0 0 0,7-31 1 0 0,-1 5 1414 0 0,-4 15-479 0 0,9-25 442 0 0,-18 52-1501 0 0,1 0 0 0 0,0 1 0 0 0,0-1 0 0 0,0 0 0 0 0,1 1 1 0 0,-1 0-1 0 0,1-1 0 0 0,0 1 0 0 0,0 0 0 0 0,6-4 0 0 0,-8 6-106 0 0,1 0 1 0 0,-1 0-1 0 0,1 0 0 0 0,-1 0 1 0 0,1 0-1 0 0,0 1 1 0 0,-1-1-1 0 0,1 1 0 0 0,0-1 1 0 0,0 1-1 0 0,-1 0 1 0 0,1 0-1 0 0,0 0 1 0 0,0 0-1 0 0,0 0 0 0 0,-1 0 1 0 0,1 0-1 0 0,0 0 1 0 0,0 1-1 0 0,2 0 0 0 0,-1 0-28 0 0,0 1 0 0 0,0 0 0 0 0,0 0-1 0 0,0 0 1 0 0,0 0 0 0 0,0 0 0 0 0,-1 0 0 0 0,1 1-1 0 0,4 4 1 0 0,1 5-38 0 0,1 1 0 0 0,-2-1 0 0 0,12 25 0 0 0,-19-35 56 0 0,12 24-517 0 0,-5-9 570 0 0,1-1-1 0 0,16 26 0 0 0,-19-36-1264 0 0,-1 0-1 0 0,1 0 1 0 0,1 0-1 0 0,-1-1 1 0 0,11 8-1 0 0,1-1-5679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6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214 134 6273 0 0,'1'-5'207'0'0,"0"0"0"0"0,-1 0 0 0 0,0-1 0 0 0,0 1 0 0 0,0 0-1 0 0,-1 0 1 0 0,0 0 0 0 0,0 0 0 0 0,0 0 0 0 0,0 0 0 0 0,-1 0-1 0 0,0 0 1 0 0,-3-6 0 0 0,3 7 220 0 0,0 0 0 0 0,0 0-1 0 0,0 0 1 0 0,0 1 0 0 0,-1-1-1 0 0,1 1 1 0 0,-1-1 0 0 0,0 1 0 0 0,0 0-1 0 0,-1 0 1 0 0,1 0 0 0 0,-1 1 0 0 0,1-1-1 0 0,-1 1 1 0 0,0 0 0 0 0,-4-2 0 0 0,5 3-261 0 0,0 1 1 0 0,0 0 0 0 0,0 0 0 0 0,0 0-1 0 0,0 0 1 0 0,0 1 0 0 0,0-1 0 0 0,0 1-1 0 0,0-1 1 0 0,0 1 0 0 0,0 0 0 0 0,0 0-1 0 0,0 1 1 0 0,1-1 0 0 0,-1 1 0 0 0,0-1-1 0 0,1 1 1 0 0,-1 0 0 0 0,1 0 0 0 0,0 0 0 0 0,0 0-1 0 0,-1 0 1 0 0,1 0 0 0 0,-2 5 0 0 0,-5 4 49 0 0,1 0 0 0 0,0 1 1 0 0,-11 23-1 0 0,13-22-153 0 0,1 0 1 0 0,0-1-1 0 0,1 1 1 0 0,0 1-1 0 0,1-1 0 0 0,-2 22 1 0 0,4-31-93 0 0,1-1 0 0 0,0 0-1 0 0,0 0 1 0 0,0 0 0 0 0,0 0 0 0 0,0 1 0 0 0,1-1 0 0 0,-1 0 0 0 0,1 0-1 0 0,0 0 1 0 0,0 0 0 0 0,0 0 0 0 0,0 0 0 0 0,0 0 0 0 0,1 0 0 0 0,-1-1-1 0 0,1 1 1 0 0,0 0 0 0 0,0-1 0 0 0,0 1 0 0 0,0-1 0 0 0,0 0 0 0 0,1 0-1 0 0,-1 0 1 0 0,1 0 0 0 0,-1 0 0 0 0,1 0 0 0 0,0-1 0 0 0,0 1 0 0 0,-1-1-1 0 0,1 0 1 0 0,0 0 0 0 0,0 0 0 0 0,6 1 0 0 0,-6-2-4 0 0,-1 0 1 0 0,1 0-1 0 0,-1 0 1 0 0,1 0-1 0 0,-1-1 0 0 0,1 1 1 0 0,-1-1-1 0 0,1 0 1 0 0,-1 0-1 0 0,0 0 1 0 0,1 0-1 0 0,-1 0 0 0 0,0 0 1 0 0,0 0-1 0 0,0-1 1 0 0,0 1-1 0 0,0-1 1 0 0,0 0-1 0 0,0 0 0 0 0,-1 1 1 0 0,3-4-1 0 0,5-6-216 0 0,-1 0 0 0 0,11-19 0 0 0,-15 23 227 0 0,27-50 329 0 0,-20 35-88 0 0,0 2-1 0 0,2-1 0 0 0,17-22 0 0 0,-29 41-203 0 0,0 1-1 0 0,0 0 1 0 0,1-1-1 0 0,-1 1 0 0 0,0 0 1 0 0,0 0-1 0 0,1 0 0 0 0,-1 0 1 0 0,1 0-1 0 0,-1 0 0 0 0,1 0 1 0 0,-1 0-1 0 0,1 0 1 0 0,0 1-1 0 0,-1-1 0 0 0,1 1 1 0 0,0-1-1 0 0,-1 1 0 0 0,1 0 1 0 0,2 0-1 0 0,-2 0-1 0 0,0 0-1 0 0,-1 1 1 0 0,1-1 0 0 0,-1 1-1 0 0,1 0 1 0 0,0 0 0 0 0,-1-1-1 0 0,0 1 1 0 0,1 0-1 0 0,-1 0 1 0 0,1 1 0 0 0,-1-1-1 0 0,0 0 1 0 0,0 0 0 0 0,0 1-1 0 0,2 2 1 0 0,4 6 26 0 0,-1 1 1 0 0,-1 0-1 0 0,0 0 0 0 0,6 20 1 0 0,-7-19-35 0 0,17 35-408 0 0,-20-44 379 0 0,0 0 1 0 0,1-1 0 0 0,-1 1-1 0 0,1-1 1 0 0,0 1-1 0 0,0-1 1 0 0,0 0-1 0 0,0 0 1 0 0,0 0 0 0 0,0 0-1 0 0,0 0 1 0 0,1 0-1 0 0,-1-1 1 0 0,5 3-1 0 0,-6-4 23 0 0,1 0 0 0 0,-1 0 0 0 0,0 0 0 0 0,1 0 0 0 0,-1 0 0 0 0,0 0 0 0 0,1-1 0 0 0,-1 1 0 0 0,0 0 0 0 0,0-1 0 0 0,1 1 0 0 0,-1-1 0 0 0,0 1 0 0 0,0-1 0 0 0,0 0 0 0 0,1 0 0 0 0,-1 1 0 0 0,0-1-1 0 0,0 0 1 0 0,0 0 0 0 0,-1 0 0 0 0,1 0 0 0 0,0 0 0 0 0,0 0 0 0 0,0 0 0 0 0,0-2 0 0 0,22-39-32 0 0,-13 24 41 0 0,-5 8 191 0 0,2 0 0 0 0,-1 1 0 0 0,1 0 0 0 0,1 0 1 0 0,0 0-1 0 0,13-11 0 0 0,-18 18-153 0 0,-1 1 0 0 0,1-1-1 0 0,0 0 1 0 0,0 1 0 0 0,0 0 0 0 0,0 0 0 0 0,0-1 0 0 0,0 2 0 0 0,0-1-1 0 0,0 0 1 0 0,1 1 0 0 0,-1-1 0 0 0,0 1 0 0 0,0 0 0 0 0,1 0 0 0 0,-1 1-1 0 0,0-1 1 0 0,0 0 0 0 0,0 1 0 0 0,1 0 0 0 0,-1 0 0 0 0,0 0 0 0 0,0 0 0 0 0,0 0-1 0 0,0 1 1 0 0,0-1 0 0 0,4 5 0 0 0,38 30 288 0 0,-37-29-340 0 0,-1 0 0 0 0,1 0 0 0 0,1-1 1 0 0,13 8-1 0 0,-18-12 6 0 0,0-1 0 0 0,0 1 0 0 0,0-1 0 0 0,0 0 0 0 0,0 0 0 0 0,0 0 0 0 0,0-1-1 0 0,0 0 1 0 0,0 1 0 0 0,1-1 0 0 0,-1-1 0 0 0,0 1 0 0 0,0-1 0 0 0,0 1 0 0 0,6-3 0 0 0,32-16 127 0 0,-38 16-143 0 0,0 0 0 0 0,0 1 0 0 0,1-1-1 0 0,-1 1 1 0 0,1 0 0 0 0,0 0 0 0 0,0 1 0 0 0,-1-1-1 0 0,1 1 1 0 0,0 0 0 0 0,0 1 0 0 0,0-1 0 0 0,0 1-1 0 0,0 0 1 0 0,9 1 0 0 0,-2 6-2139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7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203 62 11979 0 0,'0'-3'207'0'0,"0"1"0"0"0,0-1 0 0 0,0 1 0 0 0,-1-1 0 0 0,1 1 0 0 0,-1-1 0 0 0,1 1 0 0 0,-1 0 0 0 0,0-1 0 0 0,0 1 0 0 0,0 0 0 0 0,0 0 0 0 0,0 0 0 0 0,-1-1 0 0 0,1 1 0 0 0,-1 1 0 0 0,1-1 0 0 0,-1 0 0 0 0,0 0 0 0 0,1 0 0 0 0,-1 1 0 0 0,0-1 0 0 0,0 1 0 0 0,0 0 0 0 0,-1-1 0 0 0,1 1 0 0 0,0 0 0 0 0,0 0 0 0 0,-1 1 0 0 0,1-1 0 0 0,-4-1 0 0 0,2 2-17 0 0,0-1 0 0 0,0 1 0 0 0,0 0 0 0 0,0 0 0 0 0,0 0 0 0 0,0 0 0 0 0,1 1 0 0 0,-1 0 0 0 0,0-1 0 0 0,0 2-1 0 0,0-1 1 0 0,1 0 0 0 0,-1 1 0 0 0,0-1 0 0 0,1 1 0 0 0,0 0 0 0 0,-1 0 0 0 0,1 0 0 0 0,-4 4 0 0 0,-3 4-81 0 0,1 0 0 0 0,0 1 1 0 0,1 0-1 0 0,0 0 0 0 0,-8 16 0 0 0,14-22-102 0 0,-1-1-1 0 0,1 0 1 0 0,0 0 0 0 0,1 1-1 0 0,-1-1 1 0 0,1 0 0 0 0,0 1-1 0 0,0 0 1 0 0,0-1 0 0 0,0 1-1 0 0,1 0 1 0 0,0-1 0 0 0,0 1-1 0 0,0 0 1 0 0,1 0 0 0 0,-1-1-1 0 0,1 1 1 0 0,3 8 0 0 0,-3-12 6 0 0,-1 1 1 0 0,1-1 0 0 0,0 1 0 0 0,-1-1-1 0 0,1 1 1 0 0,0-1 0 0 0,0 0 0 0 0,0 0-1 0 0,0 1 1 0 0,1-1 0 0 0,-1 0 0 0 0,0 0-1 0 0,0 0 1 0 0,1 0 0 0 0,-1 0 0 0 0,3 0 0 0 0,-4 0-22 0 0,1-1 1 0 0,0 0-1 0 0,0 0 1 0 0,0 0-1 0 0,0 0 1 0 0,0 0-1 0 0,0-1 1 0 0,-1 1-1 0 0,1 0 1 0 0,0 0-1 0 0,0 0 1 0 0,0-1-1 0 0,0 1 1 0 0,-1 0-1 0 0,1-1 1 0 0,0 1-1 0 0,0-1 1 0 0,-1 1-1 0 0,1-1 1 0 0,0 1-1 0 0,1-2 1 0 0,3-5-95 0 0,1 0 0 0 0,-1 0 1 0 0,-1 0-1 0 0,1-1 1 0 0,3-8-1 0 0,6-10 184 0 0,-13 24-69 0 0,0 1 1 0 0,1-1 0 0 0,-1 1-1 0 0,0-1 1 0 0,0 1 0 0 0,1 0-1 0 0,-1 0 1 0 0,1-1-1 0 0,-1 1 1 0 0,1 0 0 0 0,0 0-1 0 0,-1 0 1 0 0,1 1-1 0 0,0-1 1 0 0,0 0 0 0 0,0 1-1 0 0,-1-1 1 0 0,1 1 0 0 0,0-1-1 0 0,0 1 1 0 0,0 0-1 0 0,2 0 1 0 0,-2 0 10 0 0,0 1-1 0 0,0 0 1 0 0,0 0 0 0 0,0 0 0 0 0,-1 0-1 0 0,1 0 1 0 0,0 0 0 0 0,0 0 0 0 0,-1 0-1 0 0,1 1 1 0 0,-1-1 0 0 0,1 1 0 0 0,-1-1-1 0 0,0 1 1 0 0,1-1 0 0 0,1 4 0 0 0,3 8 117 0 0,1 0 1 0 0,-2 0 0 0 0,0 0 0 0 0,5 20 0 0 0,-9-33-139 0 0,2 12-5 0 0,46 188 470 0 0,-45-176-384 0 0,0 0 0 0 0,-2 0 0 0 0,-1 0 0 0 0,-1 0 0 0 0,-1 1 0 0 0,-6 33 0 0 0,3-45-43 0 0,1 0-1 0 0,-2 0 1 0 0,0 0-1 0 0,0 0 1 0 0,-1-1 0 0 0,-1 0-1 0 0,0 0 1 0 0,-14 17 0 0 0,14-20-110 0 0,0-1 0 0 0,-1 0 0 0 0,1 0 0 0 0,-2-1 1 0 0,1 0-1 0 0,-1-1 0 0 0,0 0 0 0 0,0 0 0 0 0,-1-1 1 0 0,0 0-1 0 0,-13 4 0 0 0,10-6-483 0 0,2-4-151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7.5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1 212 14283 0 0,'4'2'300'0'0,"0"0"1"0"0,0 0-1 0 0,0 0 0 0 0,0-1 1 0 0,0 0-1 0 0,1 0 0 0 0,-1 0 0 0 0,0 0 1 0 0,1-1-1 0 0,-1 1 0 0 0,1-1 1 0 0,-1 0-1 0 0,1-1 0 0 0,-1 1 1 0 0,7-2-1 0 0,-5 1 22 0 0,-1-1 0 0 0,0 1 1 0 0,1-1-1 0 0,-1 0 0 0 0,0 0 1 0 0,0-1-1 0 0,0 1 0 0 0,0-1 1 0 0,0-1-1 0 0,-1 1 0 0 0,8-7 1 0 0,-7 4-277 0 0,0 0 0 0 0,-1-1 0 0 0,0 1 0 0 0,0-1 0 0 0,0 0 1 0 0,-1 0-1 0 0,0 0 0 0 0,-1 0 0 0 0,1 0 0 0 0,-1-1 0 0 0,-1 1 1 0 0,1-1-1 0 0,-1 0 0 0 0,0-8 0 0 0,-1 13-47 0 0,0 0 1 0 0,0 0-1 0 0,0 0 0 0 0,-1 0 1 0 0,1 0-1 0 0,-1 0 0 0 0,0 0 1 0 0,0 1-1 0 0,0-1 0 0 0,0 0 0 0 0,0 0 1 0 0,0 1-1 0 0,-1-1 0 0 0,0 0 1 0 0,1 1-1 0 0,-1 0 0 0 0,0-1 1 0 0,0 1-1 0 0,0 0 0 0 0,0 0 1 0 0,-1 0-1 0 0,1 0 0 0 0,0 0 0 0 0,-1 1 1 0 0,0-1-1 0 0,1 1 0 0 0,-1 0 1 0 0,0 0-1 0 0,1-1 0 0 0,-1 2 1 0 0,0-1-1 0 0,0 0 0 0 0,0 1 0 0 0,0-1 1 0 0,0 1-1 0 0,0 0 0 0 0,0 0 1 0 0,-4 0-1 0 0,3 1-14 0 0,0-1 0 0 0,0 1-1 0 0,0-1 1 0 0,0 1 0 0 0,0 0 0 0 0,1 1 0 0 0,-1-1-1 0 0,0 1 1 0 0,1 0 0 0 0,-1-1 0 0 0,1 1-1 0 0,-1 1 1 0 0,1-1 0 0 0,0 1 0 0 0,0-1 0 0 0,0 1-1 0 0,0 0 1 0 0,1 0 0 0 0,-1 0 0 0 0,1 0 0 0 0,0 0-1 0 0,0 1 1 0 0,0-1 0 0 0,0 1 0 0 0,0 0-1 0 0,1-1 1 0 0,0 1 0 0 0,-1 0 0 0 0,1 0 0 0 0,1 0-1 0 0,-1 0 1 0 0,1 0 0 0 0,-1 0 0 0 0,1 0 0 0 0,0 0-1 0 0,1 0 1 0 0,-1-1 0 0 0,1 1 0 0 0,-1 0-1 0 0,1 0 1 0 0,0 0 0 0 0,1 0 0 0 0,-1 0 0 0 0,1-1-1 0 0,0 1 1 0 0,-1-1 0 0 0,1 1 0 0 0,5 4 0 0 0,2 3 28 0 0,0-1 0 0 0,1 0 0 0 0,0-1 0 0 0,1 0-1 0 0,0 0 1 0 0,0-1 0 0 0,1-1 0 0 0,12 7 0 0 0,7 1 98 0 0,-1-2-1 0 0,40 12 1 0 0,-29-14-1553 0 0,1-3-6349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8.4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462 139 15235 0 0,'-70'4'2510'0'0,"-132"24"0"0"0,131-16-1436 0 0,-47 11 638 0 0,173-25-1277 0 0,-18 2-442 0 0,302-33-9 0 0,-116 7 45 0 0,1020-71 1497 0 0,-564 107-1321 0 0,-678-10-235 0 0,0 0-1 0 0,0 0 0 0 0,0 0 1 0 0,1 0-1 0 0,-1 0 0 0 0,0 0 0 0 0,0 0 1 0 0,0 0-1 0 0,0-1 0 0 0,0 1 1 0 0,0 0-1 0 0,1-1 0 0 0,-1 1 0 0 0,0-1 1 0 0,1 0-1 0 0,-1 1-21 0 0,-1-1 0 0 0,0 1 0 0 0,0-1 0 0 0,1 1 0 0 0,-1 0-1 0 0,0-1 1 0 0,0 1 0 0 0,0-1 0 0 0,0 1 0 0 0,1-1 0 0 0,-1 1 0 0 0,0-1 0 0 0,0 1 0 0 0,0-1 0 0 0,0 1 0 0 0,0-1 0 0 0,0 1-1 0 0,0 0 1 0 0,0-1 0 0 0,0 1 0 0 0,-1-1 0 0 0,1 1 0 0 0,0-1 0 0 0,0 1 0 0 0,-1-1 0 0 0,-21-32-4525 0 0,14 25 2590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8.8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 25 8698 0 0,'-45'1'671'0'0,"-25"1"2432"0"0,62-3-2001 0 0,0 1-1 0 0,0-2 0 0 0,0 1 1 0 0,0-1-1 0 0,0 0 0 0 0,-9-4 1 0 0,17 6-1063 0 0,0 1 0 0 0,0-1 0 0 0,0 0 0 0 0,0 0 0 0 0,0 0 0 0 0,-1 0 1 0 0,1 0-1 0 0,0 0 0 0 0,0 0 0 0 0,0-1 0 0 0,0 1 0 0 0,0 0 0 0 0,-1 0 0 0 0,1 0 1 0 0,0 0-1 0 0,0 0 0 0 0,0 0 0 0 0,0 0 0 0 0,0 0 0 0 0,0 0 0 0 0,0 0 1 0 0,-1 0-1 0 0,1 0 0 0 0,0-1 0 0 0,0 1 0 0 0,0 0 0 0 0,0 0 0 0 0,0 0 0 0 0,0 0 1 0 0,0 0-1 0 0,0 0 0 0 0,0 0 0 0 0,0-1 0 0 0,0 1 0 0 0,-1 0 0 0 0,1 0 1 0 0,0 0-1 0 0,0 0 0 0 0,0 0 0 0 0,0-1 0 0 0,0 1 0 0 0,0 0 0 0 0,0 0 0 0 0,0 0 1 0 0,0 0-1 0 0,0 0 0 0 0,0-1 0 0 0,1 1 0 0 0,-1 0 0 0 0,0 0 0 0 0,0 0 0 0 0,0 0 1 0 0,0 0-1 0 0,0-1 0 0 0,0 1 0 0 0,0 0 0 0 0,0 0 0 0 0,0 0 0 0 0,0 0 0 0 0,13-5 761 0 0,16 2-431 0 0,-10 6-338 0 0,0 1 0 0 0,0 2 0 0 0,-1-1 0 0 0,1 2 0 0 0,-2 0-1 0 0,1 2 1 0 0,25 15 0 0 0,44 19 37 0 0,23-6-20 0 0,-67-24-48 0 0,51 22 0 0 0,-90-33 22 0 0,1-1 1 0 0,-1 1-1 0 0,0 1 0 0 0,1-1 1 0 0,-1 1-1 0 0,-1-1 0 0 0,1 1 1 0 0,0 0-1 0 0,-1 1 0 0 0,1-1 1 0 0,-1 1-1 0 0,0-1 0 0 0,0 1 1 0 0,0 0-1 0 0,-1 0 0 0 0,1 0 1 0 0,-1 0-1 0 0,0 1 0 0 0,0-1 1 0 0,-1 1-1 0 0,1-1 0 0 0,-1 1 1 0 0,0 0-1 0 0,0-1 0 0 0,-1 1 1 0 0,1 0-1 0 0,-1-1 0 0 0,0 1 1 0 0,0 0-1 0 0,-1 0 0 0 0,1 0 1 0 0,-1-1-1 0 0,0 1 0 0 0,0 0 0 0 0,-1-1 1 0 0,0 1-1 0 0,1-1 0 0 0,-1 0 1 0 0,-1 1-1 0 0,1-1 0 0 0,-1 0 1 0 0,1 0-1 0 0,-1-1 0 0 0,0 1 1 0 0,-7 6-1 0 0,-7 5 116 0 0,-1 0 0 0 0,0-2-1 0 0,-1 0 1 0 0,0-1 0 0 0,-1-1 0 0 0,-33 14-1 0 0,-25 14 115 0 0,60-28-270 0 0,5-3-103 0 0,0 0 0 0 0,-1-1 0 0 0,0-1 0 0 0,-25 9 0 0 0,38-15 33 0 0,0 0 0 0 0,0 0 0 0 0,1 0-1 0 0,-1 0 1 0 0,0 0 0 0 0,0 0-1 0 0,1 0 1 0 0,-1 0 0 0 0,0 0-1 0 0,1 0 1 0 0,-1 0 0 0 0,0 0 0 0 0,0 0-1 0 0,1 0 1 0 0,-1-1 0 0 0,0 1-1 0 0,1 0 1 0 0,-2-1 0 0 0,1-2-527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9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65 130 13739 0 0,'-15'-36'708'0'0,"11"23"-98"0"0,-1 2 0 0 0,0-1 0 0 0,-1 1 0 0 0,0-1 0 0 0,-1 1 0 0 0,-10-13 0 0 0,20 29-229 0 0,0-1-1 0 0,0 1 0 0 0,-1 0 0 0 0,0-1 0 0 0,0 1 0 0 0,2 7 1 0 0,3 6-119 0 0,14 34 103 0 0,-3 0 1 0 0,-2 2 0 0 0,13 69 0 0 0,8 169 135 0 0,-32-236-379 0 0,24 100 1 0 0,-21-129-564 0 0,1 0 1 0 0,0-1-1 0 0,2 0 1 0 0,1 0 0 0 0,25 37-1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5:59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1 165 8898 0 0,'3'-11'372'0'0,"1"0"0"0"0,1 0 1 0 0,0 1-1 0 0,0-1 0 0 0,1 1 0 0 0,0 0 0 0 0,1 1 1 0 0,0 0-1 0 0,15-15 0 0 0,-18 19-85 0 0,0 1 0 0 0,1 0 0 0 0,-1 0 0 0 0,1 0 1 0 0,0 1-1 0 0,0-1 0 0 0,0 1 0 0 0,1 0 0 0 0,-1 1 0 0 0,1-1 0 0 0,0 1 0 0 0,-1 0 0 0 0,1 1 1 0 0,0-1-1 0 0,0 1 0 0 0,0 0 0 0 0,0 1 0 0 0,0-1 0 0 0,1 1 0 0 0,6 1 0 0 0,-8 0-225 0 0,-1 1-1 0 0,1-1 1 0 0,-1 1-1 0 0,0 0 0 0 0,0 1 1 0 0,0-1-1 0 0,0 1 0 0 0,0-1 1 0 0,0 1-1 0 0,-1 0 1 0 0,0 0-1 0 0,1 1 0 0 0,-1-1 1 0 0,0 1-1 0 0,0 0 1 0 0,-1-1-1 0 0,1 1 0 0 0,-1 1 1 0 0,0-1-1 0 0,0 0 1 0 0,0 0-1 0 0,-1 1 0 0 0,0-1 1 0 0,1 1-1 0 0,-1-1 1 0 0,0 8-1 0 0,1 1 82 0 0,-1 0 1 0 0,0 0-1 0 0,-1 0 0 0 0,-1 0 0 0 0,0 0 1 0 0,-1 0-1 0 0,0 0 0 0 0,-5 17 1 0 0,0-9-134 0 0,-2-1 1 0 0,1-1-1 0 0,-2 0 1 0 0,-1 0 0 0 0,-14 19-1 0 0,-70 79 122 0 0,31-42-53 0 0,65-74-33 0 0,0-1-1 0 0,-1 1 0 0 0,1-1 1 0 0,0 1-1 0 0,0-1 0 0 0,0 1 1 0 0,-1-1-1 0 0,1 1 1 0 0,0-1-1 0 0,0 0 0 0 0,0 1 1 0 0,0-1-1 0 0,0 0 0 0 0,0 0 1 0 0,0 0-1 0 0,0 0 0 0 0,0 0 1 0 0,0 0-1 0 0,1 0 0 0 0,26 3 174 0 0,260 0 692 0 0,-165-14-7597 0 0,-80 4-718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0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1 338 9674 0 0,'1'0'150'0'0,"0"1"0"0"0,0 0 0 0 0,0 0 0 0 0,-1-1 1 0 0,1 1-1 0 0,1-1 0 0 0,-1 1 0 0 0,0-1 0 0 0,0 1 0 0 0,0-1 0 0 0,0 0 0 0 0,0 1 0 0 0,0-1 0 0 0,0 0 1 0 0,1 0-1 0 0,-1 0 0 0 0,0 0 0 0 0,0 0 0 0 0,0 0 0 0 0,0 0 0 0 0,1 0 0 0 0,-1 0 0 0 0,0-1 0 0 0,0 1 1 0 0,0 0-1 0 0,0-1 0 0 0,0 1 0 0 0,2-2 0 0 0,35-13 3580 0 0,-25 9-2924 0 0,0-1-1 0 0,-1 0 0 0 0,-1-1 1 0 0,18-15-1 0 0,-18 13-727 0 0,0 0 0 0 0,-1-1 0 0 0,0 0 0 0 0,-1-1 0 0 0,0 1 0 0 0,-1-2 0 0 0,-1 1 1 0 0,0-1-1 0 0,0-1 0 0 0,-1 1 0 0 0,-1-1 0 0 0,0 0 0 0 0,3-19 0 0 0,-7 30-69 0 0,-1 1 0 0 0,1-1 1 0 0,-1 1-1 0 0,0-1 0 0 0,0 0 1 0 0,0 1-1 0 0,0-1 0 0 0,0 0 1 0 0,-1 1-1 0 0,1-1 0 0 0,-1 1 0 0 0,0-1 1 0 0,0 1-1 0 0,1-1 0 0 0,-2 1 1 0 0,1 0-1 0 0,0-1 0 0 0,0 1 0 0 0,-1 0 1 0 0,1 0-1 0 0,-1 0 0 0 0,0 0 1 0 0,0 0-1 0 0,1 0 0 0 0,-1 0 1 0 0,0 1-1 0 0,-1-1 0 0 0,1 1 0 0 0,0-1 1 0 0,0 1-1 0 0,-1 0 0 0 0,1 0 1 0 0,0 0-1 0 0,-5-1 0 0 0,3 1 3 0 0,0 1-1 0 0,-1-1 1 0 0,1 1-1 0 0,-1-1 1 0 0,1 1 0 0 0,0 1-1 0 0,-1-1 1 0 0,1 1-1 0 0,-1-1 1 0 0,1 1-1 0 0,0 1 1 0 0,0-1 0 0 0,-1 1-1 0 0,1-1 1 0 0,0 1-1 0 0,0 0 1 0 0,1 0-1 0 0,-1 1 1 0 0,0-1-1 0 0,-3 4 1 0 0,0 2-16 0 0,0 0 0 0 0,0 0 0 0 0,1 1 0 0 0,0-1 0 0 0,1 1 0 0 0,0 1 0 0 0,0-1 0 0 0,1 1 0 0 0,0-1 0 0 0,1 1 0 0 0,0 1 0 0 0,-3 15 0 0 0,3-9 0 0 0,1 1 0 0 0,1 0 0 0 0,0 0 0 0 0,1 0 0 0 0,1-1 0 0 0,5 29 0 0 0,-4-37-53 0 0,1 0 0 0 0,0-1 0 0 0,0 1 0 0 0,1-1 0 0 0,0 1 0 0 0,0-1 0 0 0,1-1 0 0 0,0 1-1 0 0,0-1 1 0 0,1 1 0 0 0,0-2 0 0 0,0 1 0 0 0,0-1 0 0 0,1 0 0 0 0,0 0 0 0 0,1 0 0 0 0,-1-1 0 0 0,1-1 0 0 0,0 1 0 0 0,17 6 0 0 0,-11-6-100 0 0,1 0 0 0 0,0 0 0 0 0,0-2 0 0 0,0 0 0 0 0,1-1 1 0 0,-1 0-1 0 0,1-1 0 0 0,-1-1 0 0 0,1 0 0 0 0,-1-1 0 0 0,24-5 0 0 0,-26 3-175 0 0,0 0 0 0 0,-1-1 0 0 0,1 0 0 0 0,-1-1 0 0 0,0-1 0 0 0,20-12 0 0 0,-2 1-292 0 0,1 1-844 0 0,-1-2 0 0 0,0-1 0 0 0,-1-1 0 0 0,-2-1-1 0 0,0-2 1 0 0,-1-1 0 0 0,-1-1 0 0 0,-2-1 0 0 0,35-48 0 0 0,-40 49 1672 0 0,31-48 784 0 0,-45 65-70 0 0,1-1 0 0 0,-1 0 0 0 0,4-15 0 0 0,-8 23-777 0 0,1 1-1 0 0,-1-1 1 0 0,0 1 0 0 0,0 0 0 0 0,0-1 0 0 0,1 1-1 0 0,-1-1 1 0 0,0 1 0 0 0,0-1 0 0 0,0 1-1 0 0,0-1 1 0 0,0 1 0 0 0,0-1 0 0 0,0 1-1 0 0,0-1 1 0 0,0 1 0 0 0,0 0 0 0 0,0-1 0 0 0,-1 1-1 0 0,1-1 1 0 0,0 1 0 0 0,0-1 0 0 0,0 1-1 0 0,-1-1 1 0 0,1 1 0 0 0,0 0 0 0 0,0-1-1 0 0,-1 1 1 0 0,1 0 0 0 0,0-1 0 0 0,-1 1 0 0 0,1 0-1 0 0,0-1 1 0 0,-1 1 0 0 0,1 0 0 0 0,-1 0-1 0 0,1-1 1 0 0,-1 1 0 0 0,-21 3 3144 0 0,-22 18-475 0 0,20-6-2264 0 0,0 1 1 0 0,1 1-1 0 0,-26 24 1 0 0,41-34-418 0 0,1 1 1 0 0,0-1-1 0 0,0 1 0 0 0,1 0 1 0 0,0 1-1 0 0,1-1 1 0 0,-1 1-1 0 0,2 0 1 0 0,-1 1-1 0 0,1-1 1 0 0,1 1-1 0 0,-4 14 1 0 0,6-19-133 0 0,1-1 1 0 0,0 0-1 0 0,0 0 0 0 0,0 0 1 0 0,1 0-1 0 0,-1 0 0 0 0,1 1 1 0 0,0-1-1 0 0,0 0 1 0 0,1 0-1 0 0,-1-1 0 0 0,1 1 1 0 0,-1 0-1 0 0,1 0 0 0 0,1-1 1 0 0,-1 1-1 0 0,0-1 1 0 0,1 0-1 0 0,0 0 0 0 0,-1 1 1 0 0,1-2-1 0 0,1 1 0 0 0,-1 0 1 0 0,0-1-1 0 0,1 1 1 0 0,-1-1-1 0 0,5 2 0 0 0,11 6-18 0 0,1-1 0 0 0,0 0 1 0 0,41 10-1 0 0,-36-11 22 0 0,8 1 64 0 0,29 9 8 0 0,-58-16-89 0 0,1 0 1 0 0,-1 0 0 0 0,0 0-1 0 0,0 0 1 0 0,0 1-1 0 0,0-1 1 0 0,0 1-1 0 0,-1 0 1 0 0,1 0-1 0 0,3 5 1 0 0,-6-6 12 0 0,0 0 0 0 0,0-1 1 0 0,-1 1-1 0 0,1 0 0 0 0,-1-1 0 0 0,1 1 1 0 0,-1 0-1 0 0,0 0 0 0 0,0 0 0 0 0,1-1 1 0 0,-1 1-1 0 0,-1 0 0 0 0,1 0 0 0 0,0 0 1 0 0,0-1-1 0 0,-1 1 0 0 0,1 0 0 0 0,-1 0 1 0 0,1-1-1 0 0,-1 1 0 0 0,0 0 0 0 0,0-1 1 0 0,0 1-1 0 0,1-1 0 0 0,-2 1 0 0 0,1-1 1 0 0,0 1-1 0 0,0-1 0 0 0,-2 2 0 0 0,-5 5-73 0 0,0 1 0 0 0,0-2-1 0 0,-11 9 1 0 0,-2-1-315 0 0,-36 20-1 0 0,23-17-5581 0 0,15-7-754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0.6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11979 0 0,'5'5'644'0'0,"-1"1"1"0"0,1 0 0 0 0,-2 0-1 0 0,1 0 1 0 0,-1 1 0 0 0,0-1 0 0 0,0 1-1 0 0,0-1 1 0 0,-1 1 0 0 0,2 10 0 0 0,3 5 32 0 0,17 61 2159 0 0,-16-53-3387 0 0,14 38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0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20 15667 0 0,'0'-6'1393'0'0,"0"1"-1113"0"0,0 2-280 0 0,0 5 552 0 0,-1-2 56 0 0,1-2 16 0 0,0-1 0 0 0,-3 0 368 0 0,15 24-5825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1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20 10538 0 0,'0'0'27'0'0,"0"0"-1"0"0,1-1 1 0 0,-1 1 0 0 0,0-1-1 0 0,0 1 1 0 0,0 0-1 0 0,1-1 1 0 0,-1 1 0 0 0,0-1-1 0 0,0 1 1 0 0,0-1-1 0 0,0 1 1 0 0,0 0 0 0 0,0-1-1 0 0,0 1 1 0 0,0-1-1 0 0,0 1 1 0 0,0-1 0 0 0,0 1-1 0 0,0-1 1 0 0,-1 1 0 0 0,1 0-1 0 0,0-1 1 0 0,0 1-1 0 0,0-1 1 0 0,-1 1 0 0 0,1 0-1 0 0,0-1 1 0 0,0 1-1 0 0,-1-1 1 0 0,1 1 0 0 0,0 0-1 0 0,-1 0 1 0 0,1-1-1 0 0,-19-5 1046 0 0,-21 8 2086 0 0,31 1-2755 0 0,0-1 0 0 0,1 1 0 0 0,-1 0 0 0 0,1 0 0 0 0,-1 1 0 0 0,1 1 0 0 0,1-1 0 0 0,-1 1 0 0 0,1 0 0 0 0,-1 1 0 0 0,2 0 0 0 0,-1 0-1 0 0,1 1 1 0 0,-9 9 0 0 0,13-12-383 0 0,-1-1-1 0 0,1 1 0 0 0,0 0 0 0 0,0 0 0 0 0,0 0 0 0 0,0 0 1 0 0,1 0-1 0 0,0 0 0 0 0,0 0 0 0 0,0 0 0 0 0,0 1 0 0 0,0-1 1 0 0,1 0-1 0 0,0 1 0 0 0,0-1 0 0 0,0 0 0 0 0,0 1 0 0 0,1-1 1 0 0,0 0-1 0 0,0 1 0 0 0,0-1 0 0 0,0 0 0 0 0,1 0 0 0 0,0 0 1 0 0,-1 0-1 0 0,1 0 0 0 0,1 0 0 0 0,-1-1 0 0 0,0 1 0 0 0,1-1 1 0 0,5 6-1 0 0,39 36-976 0 0,-28-28 529 0 0,29 32 0 0 0,-44-44 424 0 0,0-1 0 0 0,-1 1 0 0 0,0 0 0 0 0,1 1 0 0 0,-2-1 0 0 0,1 0 0 0 0,-1 1 0 0 0,0 0-1 0 0,0-1 1 0 0,0 1 0 0 0,-1 0 0 0 0,2 8 0 0 0,-4-11-20 0 0,1 0 0 0 0,0 0 0 0 0,0 0 0 0 0,-1-1 1 0 0,0 1-1 0 0,0 0 0 0 0,1 0 0 0 0,-1 0 0 0 0,-1 0 0 0 0,1-1 0 0 0,0 1 0 0 0,-1-1 0 0 0,0 1 0 0 0,1-1 0 0 0,-1 1 0 0 0,0-1 1 0 0,0 0-1 0 0,0 0 0 0 0,0 0 0 0 0,-1 0 0 0 0,1 0 0 0 0,-1-1 0 0 0,-2 3 0 0 0,-3 0-20 0 0,-1 1 0 0 0,1-1 0 0 0,-1-1 0 0 0,0 1 0 0 0,-18 3 1 0 0,5-3-791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1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 17052 0 0,'0'-5'1351'0'0,"-1"8"-320"0"0,-3 18 335 0 0,-1 33 416 0 0,8-4-1561 0 0,3-1-1 0 0,1 0 1 0 0,19 65 0 0 0,61 136 399 0 0,-27-114-3564 0 0,-53-123 1855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1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2 108 13827 0 0,'-1'-1'74'0'0,"1"1"1"0"0,0-1-1 0 0,0 1 1 0 0,0-1-1 0 0,-1 1 1 0 0,1-1-1 0 0,0 1 1 0 0,0-1-1 0 0,0 1 1 0 0,0-1-1 0 0,0 1 1 0 0,0-1-1 0 0,0 1 1 0 0,0-1-1 0 0,0 0 1 0 0,0 1-1 0 0,0-1 1 0 0,1 1-1 0 0,-1-1 1 0 0,0 1-1 0 0,0-1 1 0 0,0 1-1 0 0,1-1 1 0 0,-1 1-1 0 0,0 0 0 0 0,1-1 1 0 0,-1 1-1 0 0,1-1 1 0 0,18-15 1172 0 0,23-5 779 0 0,30 0-1333 0 0,1 7-3871 0 0,-4 1-2644 0 0,-37 6 2871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2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9 4609 0 0,'0'0'68'0'0,"0"-1"0"0"0,0 1 0 0 0,0 0 0 0 0,0 0 0 0 0,0-1 0 0 0,0 1 0 0 0,0 0 0 0 0,0-1 0 0 0,0 1 0 0 0,0 0 0 0 0,0 0 0 0 0,0-1 0 0 0,0 1 0 0 0,0 0 0 0 0,-1 0 1 0 0,1-1-1 0 0,0 1 0 0 0,0 0 0 0 0,0 0 0 0 0,0-1 0 0 0,0 1 0 0 0,-1 0 0 0 0,1 0 0 0 0,0 0 0 0 0,0-1 0 0 0,0 1 0 0 0,-1 0 0 0 0,1 0 0 0 0,0 0 0 0 0,0 0 0 0 0,-1 0 0 0 0,1-1 0 0 0,0 1 0 0 0,0 0 0 0 0,-1 0 0 0 0,1 0 0 0 0,0 0 0 0 0,0 0 0 0 0,-1 0 0 0 0,1 0 0 0 0,0 0 0 0 0,-1 0 0 0 0,1 0 0 0 0,0 0 1 0 0,0 0-1 0 0,-1 0 0 0 0,1 0 0 0 0,-19 10 2967 0 0,-16 20 1340 0 0,22-18-3575 0 0,1 2 0 0 0,0 0 1 0 0,1 0-1 0 0,-16 29 0 0 0,19-28-807 0 0,1 0-1 0 0,0 0 1 0 0,1 0-1 0 0,0 1 1 0 0,1 0-1 0 0,1 0 0 0 0,1 0 1 0 0,0 1-1 0 0,0 21 1 0 0,3-37-47 0 0,0 0 1 0 0,0 1 0 0 0,0-1 0 0 0,0 0-1 0 0,0 1 1 0 0,0-1 0 0 0,0 0-1 0 0,0 0 1 0 0,1 1 0 0 0,-1-1-1 0 0,1 0 1 0 0,-1 0 0 0 0,1 1 0 0 0,-1-1-1 0 0,1 0 1 0 0,-1 0 0 0 0,1 0-1 0 0,0 0 1 0 0,0 0 0 0 0,1 2-1 0 0,-1-3 9 0 0,0 1 0 0 0,0-1 0 0 0,0 0 0 0 0,0 1 0 0 0,1-1-1 0 0,-1 0 1 0 0,0 0 0 0 0,0 0 0 0 0,0 0 0 0 0,0 0 0 0 0,0 0-1 0 0,0 0 1 0 0,0 0 0 0 0,0-1 0 0 0,0 1 0 0 0,0 0-1 0 0,0 0 1 0 0,0-1 0 0 0,2 0 0 0 0,6-4-58 0 0,0 0 1 0 0,-1-1-1 0 0,0 1 0 0 0,10-10 1 0 0,-13 11 228 0 0,76-75 105 0 0,-57 54 709 0 0,46-37 0 0 0,-70 61-862 0 0,1 0 0 0 0,0 1 0 0 0,-1-1 0 0 0,1 0 0 0 0,0 1 0 0 0,0-1 0 0 0,-1 1 0 0 0,1-1 0 0 0,0 1 0 0 0,0 0 0 0 0,0-1 0 0 0,0 1 0 0 0,0 0 0 0 0,-1 0 0 0 0,1-1 0 0 0,0 1 0 0 0,0 0 0 0 0,0 0 0 0 0,0 0 0 0 0,0 0 0 0 0,0 0 0 0 0,0 0 0 0 0,1 1 0 0 0,-1-1-23 0 0,0 1 1 0 0,-1 0-1 0 0,1-1 0 0 0,-1 1 0 0 0,1 0 1 0 0,-1 0-1 0 0,0-1 0 0 0,1 1 0 0 0,-1 0 1 0 0,0 0-1 0 0,1 0 0 0 0,-1 0 0 0 0,0 0 0 0 0,0-1 1 0 0,0 1-1 0 0,0 0 0 0 0,0 0 0 0 0,0 0 1 0 0,0 2-1 0 0,-12 54 802 0 0,10-46-734 0 0,0-2 23 0 0,0 0 0 0 0,1 0-1 0 0,0 19 1 0 0,0-27-160 0 0,1 1 0 0 0,0 0 0 0 0,0-1-1 0 0,0 1 1 0 0,1 0 0 0 0,-1-1 0 0 0,0 1-1 0 0,0-1 1 0 0,1 1 0 0 0,-1-1 0 0 0,1 1 0 0 0,0-1-1 0 0,-1 1 1 0 0,1-1 0 0 0,0 1 0 0 0,0-1-1 0 0,0 0 1 0 0,0 1 0 0 0,0-1 0 0 0,0 0-1 0 0,0 0 1 0 0,0 0 0 0 0,0 0 0 0 0,1 0 0 0 0,-1 0-1 0 0,0 0 1 0 0,1 0 0 0 0,-1 0 0 0 0,1-1-1 0 0,-1 1 1 0 0,3 0 0 0 0,-2-1-5 0 0,1 0 0 0 0,-1-1 0 0 0,0 1 0 0 0,0-1 0 0 0,1 0 0 0 0,-1 0 0 0 0,0 0 0 0 0,0 0 0 0 0,0 0 0 0 0,0 0 0 0 0,0 0 0 0 0,0-1 0 0 0,0 1 0 0 0,0-1 0 0 0,0 0 0 0 0,-1 1 0 0 0,3-3 0 0 0,26-34 321 0 0,-4-9-383 0 0,15-22-26 0 0,-38 64 110 0 0,1 0-1 0 0,0 0 1 0 0,0 1-1 0 0,0-1 1 0 0,0 1-1 0 0,1 0 1 0 0,0 0-1 0 0,0 1 1 0 0,0 0-1 0 0,7-4 1 0 0,-10 6-3 0 0,0 1 0 0 0,-1-1 0 0 0,1 0 1 0 0,0 1-1 0 0,0 0 0 0 0,-1-1 0 0 0,1 1 0 0 0,0 0 1 0 0,0 0-1 0 0,0 0 0 0 0,-1 0 0 0 0,1 0 0 0 0,0 1 1 0 0,0-1-1 0 0,-1 0 0 0 0,1 1 0 0 0,0 0 0 0 0,0-1 1 0 0,-1 1-1 0 0,1 0 0 0 0,-1 0 0 0 0,1 0 0 0 0,0 0 1 0 0,-1 0-1 0 0,0 0 0 0 0,1 0 0 0 0,-1 0 0 0 0,0 0 0 0 0,0 1 1 0 0,1-1-1 0 0,-1 1 0 0 0,0-1 0 0 0,0 1 0 0 0,0 1 1 0 0,5 8 67 0 0,0 1 1 0 0,-2-1-1 0 0,1 1 1 0 0,2 13-1 0 0,3 4 268 0 0,-9-25-351 0 0,1 0-1 0 0,0 0 1 0 0,0-1-1 0 0,0 1 1 0 0,0-1-1 0 0,1 1 1 0 0,0-1-1 0 0,-1 0 1 0 0,1 0 0 0 0,0 0-1 0 0,1 0 1 0 0,-1 0-1 0 0,0-1 1 0 0,1 0-1 0 0,-1 1 1 0 0,1-1-1 0 0,5 2 1 0 0,-6-3 7 0 0,0-1 0 0 0,0 1 1 0 0,-1-1-1 0 0,1 0 0 0 0,0 1 1 0 0,0-1-1 0 0,-1 0 0 0 0,1-1 1 0 0,0 1-1 0 0,0 0 0 0 0,-1-1 1 0 0,1 0-1 0 0,0 0 0 0 0,-1 1 1 0 0,1-1-1 0 0,-1-1 0 0 0,1 1 1 0 0,-1 0-1 0 0,1-1 0 0 0,-1 1 1 0 0,0-1-1 0 0,0 0 0 0 0,0 0 1 0 0,0 1-1 0 0,0-1 0 0 0,0-1 1 0 0,2-1-1 0 0,5-7 21 0 0,0 1-1 0 0,1 1 1 0 0,0 0 0 0 0,1 0 0 0 0,0 1-1 0 0,0 0 1 0 0,1 1 0 0 0,14-7 0 0 0,-19 11-9 0 0,-1 0 1 0 0,1 1-1 0 0,-1-1 1 0 0,1 1 0 0 0,0 1-1 0 0,0-1 1 0 0,0 1-1 0 0,0 0 1 0 0,0 1 0 0 0,0 0-1 0 0,0 0 1 0 0,0 0-1 0 0,0 1 1 0 0,0 0 0 0 0,0 1-1 0 0,-1-1 1 0 0,12 5-1 0 0,-11-2 112 0 0,0 0 0 0 0,-1 0 0 0 0,1 1 0 0 0,10 9 0 0 0,9 7-1518 0 0,-6-10-3914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2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210 104 5065 0 0,'1'-6'467'0'0,"0"0"0"0"0,0 1 0 0 0,-1-1 1 0 0,0 0-1 0 0,0 0 0 0 0,0 0 0 0 0,-1 0 0 0 0,1 0 0 0 0,-1 1 0 0 0,-1-1 0 0 0,-2-9 0 0 0,3 14-234 0 0,0-1 1 0 0,0 0-1 0 0,1 1 0 0 0,-1-1 0 0 0,0 1 0 0 0,-1 0 0 0 0,1-1 0 0 0,0 1 0 0 0,0 0 0 0 0,-1-1 0 0 0,1 1 0 0 0,0 0 0 0 0,-1 0 0 0 0,1 0 0 0 0,-1 0 0 0 0,-3-1 1 0 0,3 2-44 0 0,0-1 0 0 0,-1 1 1 0 0,1 0-1 0 0,0 0 1 0 0,-1-1-1 0 0,1 2 1 0 0,-1-1-1 0 0,1 0 1 0 0,0 0-1 0 0,-1 1 1 0 0,1 0-1 0 0,0-1 0 0 0,-1 1 1 0 0,1 0-1 0 0,-4 2 1 0 0,-4 2 153 0 0,0 1 0 0 0,0 0 1 0 0,0 1-1 0 0,1-1 0 0 0,0 2 1 0 0,1-1-1 0 0,0 1 0 0 0,0 1 1 0 0,0 0-1 0 0,1 0 0 0 0,1 0 1 0 0,-1 1-1 0 0,-9 20 0 0 0,13-23-374 0 0,1-1-1 0 0,0 1 0 0 0,0 0 0 0 0,0 0 0 0 0,1 0 0 0 0,0 0 0 0 0,1 0 0 0 0,-1 0 0 0 0,1 0 0 0 0,1 9 0 0 0,0-10-421 0 0,1 1-1 0 0,-1-1 1 0 0,1 0 0 0 0,0 0-1 0 0,1 0 1 0 0,-1 0 0 0 0,1 0-1 0 0,0-1 1 0 0,1 1 0 0 0,-1-1-1 0 0,1 0 1 0 0,7 8-1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2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1 275 6913 0 0,'2'2'130'0'0,"1"-1"0"0"0,-1 0-1 0 0,1 1 1 0 0,0-1-1 0 0,0 0 1 0 0,-1-1-1 0 0,1 1 1 0 0,0 0-1 0 0,0-1 1 0 0,0 0 0 0 0,0 1-1 0 0,-1-1 1 0 0,1-1-1 0 0,0 1 1 0 0,5-1-1 0 0,44-8 3745 0 0,-42 6-3274 0 0,0 1 0 0 0,-1-1-1 0 0,1-1 1 0 0,-1 0 0 0 0,0 0 0 0 0,0-1-1 0 0,0 0 1 0 0,-1-1 0 0 0,0 0 0 0 0,0 0 0 0 0,0-1-1 0 0,8-8 1 0 0,-13 10-512 0 0,1 1-1 0 0,-1-1 1 0 0,0 1-1 0 0,0-1 1 0 0,-1 0-1 0 0,1 0 1 0 0,-1 0-1 0 0,0 0 1 0 0,-1-1-1 0 0,1 1 0 0 0,-1-1 1 0 0,0 1-1 0 0,0-1 1 0 0,-1 1-1 0 0,1-1 1 0 0,-1 1-1 0 0,-1-1 1 0 0,1 1-1 0 0,-1-1 1 0 0,0 1-1 0 0,0-1 1 0 0,0 1-1 0 0,-5-10 1 0 0,5 11-68 0 0,-1 0 1 0 0,0-1-1 0 0,0 1 1 0 0,-1 0-1 0 0,1 0 1 0 0,-1 1-1 0 0,0-1 0 0 0,1 0 1 0 0,-2 1-1 0 0,1 0 1 0 0,0 0-1 0 0,-1 0 1 0 0,0 0-1 0 0,1 0 1 0 0,-1 1-1 0 0,0 0 0 0 0,0-1 1 0 0,-1 1-1 0 0,-5-2 1 0 0,6 4-24 0 0,0-1 0 0 0,0 0-1 0 0,1 1 1 0 0,-1 0 0 0 0,0 0 0 0 0,0 0 0 0 0,0 0 0 0 0,1 1 0 0 0,-1-1 0 0 0,0 1-1 0 0,1 0 1 0 0,-1 0 0 0 0,0 0 0 0 0,1 1 0 0 0,-1-1 0 0 0,1 1 0 0 0,0 0-1 0 0,-1 0 1 0 0,1 0 0 0 0,0 0 0 0 0,0 1 0 0 0,1-1 0 0 0,-1 1 0 0 0,-3 3 0 0 0,0 1 7 0 0,0 1 1 0 0,0 0 0 0 0,0 0-1 0 0,1 1 1 0 0,0 0 0 0 0,1 0-1 0 0,0 0 1 0 0,1 0 0 0 0,-1 1 0 0 0,2-1-1 0 0,-1 1 1 0 0,1 0 0 0 0,1 0-1 0 0,0-1 1 0 0,0 1 0 0 0,1 0-1 0 0,0 0 1 0 0,1 0 0 0 0,0 0 0 0 0,5 19-1 0 0,-3-18 3 0 0,1 1 0 0 0,0 0 0 0 0,1-1-1 0 0,0 0 1 0 0,1 0 0 0 0,0-1 0 0 0,1 1-1 0 0,0-1 1 0 0,0-1 0 0 0,1 1-1 0 0,0-2 1 0 0,1 1 0 0 0,0-1 0 0 0,1 0-1 0 0,-1 0 1 0 0,19 9 0 0 0,-3-4-318 0 0,0-2 0 0 0,0-1-1 0 0,1-1 1 0 0,1-1 0 0 0,37 7 0 0 0,-9-7-7376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3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394 224 7370 0 0,'-1'-4'369'0'0,"-1"0"1"0"0,0 1-1 0 0,-1-1 0 0 0,1 1 1 0 0,-1-1-1 0 0,1 1 1 0 0,-1 0-1 0 0,0 0 1 0 0,0 0-1 0 0,0 0 1 0 0,0 1-1 0 0,-1-1 1 0 0,1 1-1 0 0,-1 0 1 0 0,0 0-1 0 0,1 0 1 0 0,-1 1-1 0 0,0-1 1 0 0,0 1-1 0 0,0 0 0 0 0,-5-1 1 0 0,-1 0 34 0 0,0 0-1 0 0,0 1 1 0 0,-1 0-1 0 0,1 1 1 0 0,0 0-1 0 0,0 0 1 0 0,-17 4 0 0 0,16-2-190 0 0,0 2 0 0 0,1-1 0 0 0,-1 1 0 0 0,1 1 1 0 0,0 0-1 0 0,0 0 0 0 0,0 1 0 0 0,1 1 0 0 0,0-1 1 0 0,0 2-1 0 0,0-1 0 0 0,-9 11 0 0 0,9-7-125 0 0,0 0 1 0 0,0 1-1 0 0,1 0 0 0 0,1 0 0 0 0,0 1 0 0 0,1 0 0 0 0,0 0 0 0 0,1 0 0 0 0,-5 19 1 0 0,7-21-89 0 0,1 0 0 0 0,0 1 0 0 0,1-1 0 0 0,0 0 0 0 0,1 0 0 0 0,0 1 0 0 0,1-1 0 0 0,0 0 0 0 0,1 0 0 0 0,0 0 1 0 0,7 20-1 0 0,-6-23 7 0 0,1 1 1 0 0,0-1 0 0 0,1-1 0 0 0,-1 1-1 0 0,2 0 1 0 0,-1-1 0 0 0,1 0 0 0 0,0-1 0 0 0,0 1-1 0 0,1-1 1 0 0,0 0 0 0 0,0-1 0 0 0,0 0-1 0 0,1 0 1 0 0,0 0 0 0 0,9 3 0 0 0,-3-2 6 0 0,2-1 1 0 0,-1 0-1 0 0,0-2 1 0 0,1 1 0 0 0,0-2-1 0 0,-1 0 1 0 0,1-1-1 0 0,0-1 1 0 0,0 0-1 0 0,0-1 1 0 0,0-1-1 0 0,0 0 1 0 0,-1-1-1 0 0,1-1 1 0 0,-1 0-1 0 0,22-10 1 0 0,0-1 3 0 0,-2-3-1 0 0,0 0 1 0 0,-1-2 0 0 0,-1-2-1 0 0,45-37 1 0 0,-58 41-21 0 0,0 0 0 0 0,-2-1 0 0 0,0-1 0 0 0,-1-1 0 0 0,-1 0 0 0 0,-1-1 0 0 0,22-44 0 0 0,-30 50 63 0 0,0-1 0 0 0,0 1 0 0 0,-2-1 0 0 0,0-1 0 0 0,-1 1 0 0 0,-1-1 0 0 0,0 0 0 0 0,-2 1 0 0 0,0-1 0 0 0,-1 0 0 0 0,0 0 0 0 0,-5-28 0 0 0,4 44-56 0 0,1 0 0 0 0,0 0 0 0 0,-1 0-1 0 0,1-1 1 0 0,-1 1 0 0 0,0 0 0 0 0,0 0-1 0 0,0 0 1 0 0,0 0 0 0 0,0 0 0 0 0,0 0-1 0 0,0 0 1 0 0,-1 1 0 0 0,1-1 0 0 0,-1 0-1 0 0,1 1 1 0 0,-1-1 0 0 0,0 1 0 0 0,1-1-1 0 0,-1 1 1 0 0,-3-2 0 0 0,4 3 0 0 0,1 0 1 0 0,-1 0-1 0 0,0 0 0 0 0,0 0 0 0 0,0 0 1 0 0,1 0-1 0 0,-1 0 0 0 0,0 0 1 0 0,0 0-1 0 0,0 0 0 0 0,1 0 1 0 0,-1 0-1 0 0,0 1 0 0 0,0-1 0 0 0,1 0 1 0 0,-1 1-1 0 0,0-1 0 0 0,0 0 1 0 0,1 1-1 0 0,-1-1 0 0 0,-1 2 1 0 0,0 0-4 0 0,1 0 0 0 0,-1 0 1 0 0,1 0-1 0 0,-1 0 0 0 0,1 0 1 0 0,0 0-1 0 0,0 0 0 0 0,0 1 0 0 0,0-1 1 0 0,-1 4-1 0 0,0 2-2 0 0,0 1 0 0 0,0 0 0 0 0,1 0 0 0 0,0 0 0 0 0,1 0 0 0 0,0 0 0 0 0,1 0 0 0 0,1 13 0 0 0,5 10 0 0 0,10 33 0 0 0,5 24 0 0 0,-15-30-1 0 0,-5-36 0 0 0,1 0-1 0 0,0-1 0 0 0,2 1 0 0 0,1-1 0 0 0,15 39 0 0 0,-21-60-15 0 0,1 1 0 0 0,0-1-1 0 0,-1 1 1 0 0,1-1 0 0 0,0 0 0 0 0,0 1 0 0 0,0-1-1 0 0,0 0 1 0 0,0 0 0 0 0,0 0 0 0 0,0 0-1 0 0,1 0 1 0 0,-1 0 0 0 0,0 0 0 0 0,0 0-1 0 0,1 0 1 0 0,-1-1 0 0 0,1 1 0 0 0,-1 0 0 0 0,1-1-1 0 0,-1 1 1 0 0,1-1 0 0 0,2 1 0 0 0,-1-1 0 0 0,-1-1 0 0 0,1 1 0 0 0,0-1 0 0 0,-1 1 0 0 0,1-1-1 0 0,0 0 1 0 0,-1 0 0 0 0,1 0 0 0 0,-1 0 0 0 0,0-1 0 0 0,1 1 0 0 0,3-4 0 0 0,7-6-9 0 0,-1 0-1 0 0,0-1 1 0 0,17-22 0 0 0,-21 24 26 0 0,21-26 3 0 0,26-30-5 0 0,-50 61 15 0 0,1-1 0 0 0,1 1 0 0 0,-1 0 0 0 0,1 0 0 0 0,0 1 0 0 0,0 0 0 0 0,0 0-1 0 0,10-3 1 0 0,-15 6 5 0 0,1 0 0 0 0,0 0 0 0 0,0 0 0 0 0,-1 1 0 0 0,1 0 0 0 0,0-1 0 0 0,0 1 0 0 0,0 0 0 0 0,0 0 0 0 0,0 1 0 0 0,-1-1-1 0 0,1 0 1 0 0,0 1 0 0 0,0 0 0 0 0,0 0 0 0 0,-1 0 0 0 0,1 0 0 0 0,0 0 0 0 0,-1 0 0 0 0,1 1 0 0 0,3 2 0 0 0,3 4 72 0 0,-1-1 0 0 0,-1 1 0 0 0,1 1 0 0 0,9 13 0 0 0,-13-16-73 0 0,0 0 0 0 0,0 0 0 0 0,1 0 0 0 0,0-1 0 0 0,0 0 0 0 0,0 0 0 0 0,1 0 0 0 0,-1 0 0 0 0,1-1 0 0 0,0 0 0 0 0,7 3 0 0 0,-6-5-372 0 0,0 0 1 0 0,0 0-1 0 0,1-1 1 0 0,-1 0 0 0 0,0-1-1 0 0,11 1 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4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362 3 6913 0 0,'-8'-1'208'0'0,"0"0"-1"0"0,-1 0 1 0 0,1 1-1 0 0,0 1 1 0 0,-1 0-1 0 0,1 0 1 0 0,0 0-1 0 0,0 1 0 0 0,0 0 1 0 0,-12 5-1 0 0,-10 4 738 0 0,1 2-1 0 0,0 1 1 0 0,-28 18-1 0 0,47-26-684 0 0,0 1 0 0 0,1 0 0 0 0,0 0 0 0 0,0 1 1 0 0,0 1-1 0 0,1-1 0 0 0,0 1 0 0 0,1 1 0 0 0,0-1 0 0 0,0 1 0 0 0,-7 17 0 0 0,12-23-132 0 0,1 0 0 0 0,0 0-1 0 0,0 1 1 0 0,0-1 0 0 0,0 0-1 0 0,1 0 1 0 0,0 1 0 0 0,0-1-1 0 0,0 0 1 0 0,0 1 0 0 0,1-1 0 0 0,-1 0-1 0 0,1 0 1 0 0,0 1 0 0 0,0-1-1 0 0,4 6 1 0 0,-5-8-90 0 0,1 0 1 0 0,1 0-1 0 0,-1 0 1 0 0,0 0-1 0 0,0-1 1 0 0,1 1-1 0 0,-1-1 0 0 0,1 1 1 0 0,-1-1-1 0 0,1 1 1 0 0,0-1-1 0 0,-1 0 1 0 0,1 0-1 0 0,0 0 0 0 0,0 0 1 0 0,0 0-1 0 0,0 0 1 0 0,0-1-1 0 0,0 1 0 0 0,0 0 1 0 0,0-1-1 0 0,0 0 1 0 0,0 1-1 0 0,0-1 1 0 0,0 0-1 0 0,0 0 0 0 0,1 0 1 0 0,-1-1-1 0 0,0 1 1 0 0,0 0-1 0 0,0-1 1 0 0,0 1-1 0 0,0-1 0 0 0,0 0 1 0 0,3-1-1 0 0,5-3 20 0 0,0 1 0 0 0,0-2-1 0 0,0 0 1 0 0,-1 0 0 0 0,0 0-1 0 0,0-1 1 0 0,0-1 0 0 0,13-15-1 0 0,0-4 87 0 0,28-45 0 0 0,-33 47-1 0 0,0 1 0 0 0,32-36 0 0 0,-48 59-116 0 0,0-1-1 0 0,1 1 1 0 0,-1 0-1 0 0,0 0 1 0 0,0 0-1 0 0,1 0 1 0 0,-1 0-1 0 0,0 0 1 0 0,1 0-1 0 0,-1 0 1 0 0,1 0 0 0 0,0 1-1 0 0,-1-1 1 0 0,1 1-1 0 0,-1-1 1 0 0,1 1-1 0 0,0-1 1 0 0,-1 1-1 0 0,1 0 1 0 0,0 0-1 0 0,2 0 1 0 0,-2 1 2 0 0,-1-1 1 0 0,1 1 0 0 0,-1 0 0 0 0,1 0 0 0 0,-1 0 0 0 0,1 0 0 0 0,-1 0 0 0 0,0 0 0 0 0,1 0 0 0 0,-1 1 0 0 0,0-1 0 0 0,0 0 0 0 0,0 1 0 0 0,0-1 0 0 0,0 0 0 0 0,0 1 0 0 0,0 2 0 0 0,4 8 84 0 0,-1 0 0 0 0,0 1 0 0 0,-1 0 0 0 0,3 17 0 0 0,-5-23-118 0 0,1 5 32 0 0,1-1 1 0 0,0 1-1 0 0,1 0 1 0 0,1-1-1 0 0,-1 0 0 0 0,2 0 1 0 0,8 14-1 0 0,-12-22-53 0 0,0 1 0 0 0,1-1 0 0 0,-1 0 0 0 0,0 0 0 0 0,1 0 0 0 0,0 0-1 0 0,0-1 1 0 0,0 1 0 0 0,0-1 0 0 0,0 1 0 0 0,0-1 0 0 0,1 0 0 0 0,-1-1 0 0 0,1 1 0 0 0,-1 0-1 0 0,1-1 1 0 0,0 0 0 0 0,-1 0 0 0 0,1 0 0 0 0,0 0 0 0 0,0-1 0 0 0,0 1 0 0 0,0-1-1 0 0,0 0 1 0 0,0 0 0 0 0,7-2 0 0 0,-9 2 31 0 0,0-1 0 0 0,1 0 0 0 0,-1 0 0 0 0,0 0 0 0 0,0 0 0 0 0,0 0 0 0 0,0 0 0 0 0,0 0 0 0 0,0-1 0 0 0,0 1 0 0 0,0-1 0 0 0,-1 0 0 0 0,1 1 0 0 0,0-1-1 0 0,-1 0 1 0 0,0 0 0 0 0,1 0 0 0 0,0-2 0 0 0,2-4 73 0 0,-1 0-1 0 0,0 0 0 0 0,4-15 0 0 0,-6 16-20 0 0,0 1 0 0 0,1 0 0 0 0,0 0 0 0 0,1 0 1 0 0,-1 0-1 0 0,7-9 0 0 0,-8 13-51 0 0,1 0 1 0 0,-1 1 0 0 0,1-1 0 0 0,0 1-1 0 0,-1-1 1 0 0,1 1 0 0 0,0 0 0 0 0,0 0 0 0 0,0 0-1 0 0,0 0 1 0 0,0 0 0 0 0,0 0 0 0 0,0 1-1 0 0,0-1 1 0 0,1 1 0 0 0,-1-1 0 0 0,0 1 0 0 0,0 0-1 0 0,0 0 1 0 0,1 0 0 0 0,-1 0 0 0 0,0 0-1 0 0,0 0 1 0 0,3 1 0 0 0,4 2 4 0 0,1-1 1 0 0,-2 1-1 0 0,1 0 1 0 0,0 1-1 0 0,-1 0 0 0 0,1 0 1 0 0,-1 1-1 0 0,-1 0 0 0 0,1 0 1 0 0,0 1-1 0 0,11 13 1 0 0,-6-9 9 0 0,-1 1 1 0 0,25 14-1 0 0,-35-24-21 0 0,0 0-1 0 0,1 0 1 0 0,-1 0-1 0 0,0-1 1 0 0,0 1 0 0 0,1-1-1 0 0,-1 1 1 0 0,0-1 0 0 0,0 0-1 0 0,1 0 1 0 0,-1 0-1 0 0,0 0 1 0 0,1 0 0 0 0,-1 0-1 0 0,0-1 1 0 0,1 1 0 0 0,-1-1-1 0 0,0 0 1 0 0,0 1-1 0 0,0-1 1 0 0,0 0 0 0 0,1 0-1 0 0,-1-1 1 0 0,2-1-1 0 0,5-4 9 0 0,1 0-1 0 0,-1-1 1 0 0,13-16-1 0 0,8-5 16 0 0,-21 21 0 0 0,31-22 116 0 0,-39 29-135 0 0,1-1-1 0 0,0 1 1 0 0,0 0-1 0 0,-1 0 1 0 0,1 1-1 0 0,0-1 1 0 0,0 0 0 0 0,0 1-1 0 0,0-1 1 0 0,0 1-1 0 0,0-1 1 0 0,0 1-1 0 0,0 0 1 0 0,0 0-1 0 0,1 0 1 0 0,-1 0-1 0 0,0 0 1 0 0,0 1 0 0 0,2 0-1 0 0,-2 1 12 0 0,0 0-1 0 0,1 0 1 0 0,-1 1-1 0 0,0-1 1 0 0,0 1-1 0 0,-1 0 1 0 0,1 0-1 0 0,-1 0 1 0 0,1-1-1 0 0,-1 1 1 0 0,0 0-1 0 0,0 1 1 0 0,1 2 0 0 0,9 22 86 0 0,-9-26-244 0 0,0 1 0 0 0,1-1 0 0 0,-1 0 0 0 0,1 1 0 0 0,-1-1 0 0 0,1 0-1 0 0,0 0 1 0 0,0-1 0 0 0,0 1 0 0 0,0-1 0 0 0,0 1 0 0 0,0-1 0 0 0,0 0 0 0 0,0 0 0 0 0,1 0 0 0 0,-1-1-1 0 0,0 1 1 0 0,1-1 0 0 0,4 1 0 0 0,5-2-798 0 0,1 1-1 0 0,0-1 1 0 0,18-5-1 0 0,-16 3-905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4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288 66 5529 0 0,'-4'-6'1471'0'0,"0"-1"0"0"0,-1 1 0 0 0,0 0-1 0 0,0 0 1 0 0,0 0 0 0 0,-1 1 0 0 0,-8-7 0 0 0,11 10-1214 0 0,0 1 1 0 0,0-1 0 0 0,-1 1 0 0 0,1 0 0 0 0,0 0 0 0 0,-1 0 0 0 0,1 0 0 0 0,-1 1 0 0 0,1-1-1 0 0,-1 1 1 0 0,1 0 0 0 0,-1 0 0 0 0,0 0 0 0 0,1 0 0 0 0,-1 1 0 0 0,1-1 0 0 0,0 1 0 0 0,-7 3-1 0 0,-4 0-146 0 0,1 1-1 0 0,0 0 0 0 0,0 1 1 0 0,1 0-1 0 0,0 2 1 0 0,0-1-1 0 0,0 1 0 0 0,1 1 1 0 0,0 0-1 0 0,1 0 0 0 0,-16 20 1 0 0,25-29-114 0 0,0 1 0 0 0,0 0 1 0 0,1 0-1 0 0,-1 0 0 0 0,0 0 1 0 0,1 0-1 0 0,-1 0 1 0 0,0 0-1 0 0,1 0 0 0 0,-1 0 1 0 0,1 0-1 0 0,0 0 0 0 0,-1 1 1 0 0,1-1-1 0 0,0 0 0 0 0,0 0 1 0 0,0 0-1 0 0,-1 0 0 0 0,1 1 1 0 0,1-1-1 0 0,-1 0 0 0 0,0 0 1 0 0,0 0-1 0 0,0 1 0 0 0,1-1 1 0 0,-1 0-1 0 0,0 0 1 0 0,1 0-1 0 0,-1 0 0 0 0,1 0 1 0 0,-1 0-1 0 0,1 0 0 0 0,0 0 1 0 0,-1 0-1 0 0,1 0 0 0 0,0 0 1 0 0,0 0-1 0 0,0 0 0 0 0,0-1 1 0 0,0 1-1 0 0,0 0 0 0 0,0 0 1 0 0,0-1-1 0 0,0 1 1 0 0,0-1-1 0 0,0 1 0 0 0,0-1 1 0 0,0 0-1 0 0,2 1 0 0 0,1 0-45 0 0,1 0-1 0 0,-1 0 1 0 0,1 0-1 0 0,0-1 1 0 0,-1 1-1 0 0,1-1 1 0 0,0 0-1 0 0,-1-1 0 0 0,1 1 1 0 0,0-1-1 0 0,5-2 1 0 0,4-2-81 0 0,-1-2 0 0 0,-1 0 0 0 0,19-12 1 0 0,-22 12 139 0 0,-1 1-1 0 0,1 1 1 0 0,0 0 0 0 0,1 0 0 0 0,-1 1 0 0 0,1 0 0 0 0,0 0 0 0 0,11-1-1 0 0,-19 4 12 0 0,1 2 0 0 0,-1-1 0 0 0,1 0 0 0 0,-1 0-1 0 0,0 1 1 0 0,1-1 0 0 0,-1 1 0 0 0,0 0 0 0 0,1 0-1 0 0,-1 0 1 0 0,0 0 0 0 0,0 0 0 0 0,0 0 0 0 0,0 1-1 0 0,0-1 1 0 0,0 1 0 0 0,0-1 0 0 0,0 1-1 0 0,0 0 1 0 0,-1 0 0 0 0,1-1 0 0 0,-1 1 0 0 0,1 1-1 0 0,-1-1 1 0 0,0 0 0 0 0,0 0 0 0 0,0 0 0 0 0,0 0-1 0 0,0 1 1 0 0,0 2 0 0 0,4 10 102 0 0,-1 0 1 0 0,0 1-1 0 0,2 21 1 0 0,-5-31-100 0 0,8 57 148 0 0,-2 0-1 0 0,-3 82 1 0 0,-4-125-163 0 0,-1 1 1 0 0,-2-1-1 0 0,0 0 1 0 0,-1 1-1 0 0,-1-1 1 0 0,-1-1-1 0 0,-1 1 0 0 0,0-1 1 0 0,-1 0-1 0 0,-2-1 1 0 0,-12 20-1 0 0,14-27 37 0 0,0-1-1 0 0,-1 0 1 0 0,0 0 0 0 0,-1-1-1 0 0,0 0 1 0 0,-15 9-1 0 0,19-13-18 0 0,-1-1-1 0 0,1-1 0 0 0,-1 1 0 0 0,0-1 1 0 0,0 0-1 0 0,0-1 0 0 0,0 1 0 0 0,-1-2 0 0 0,1 1 1 0 0,-1-1-1 0 0,1 0 0 0 0,-12 0 0 0 0,16-1-82 0 0,0-1-1 0 0,0 1 0 0 0,0-1 0 0 0,1 0 0 0 0,-1 0 1 0 0,0 0-1 0 0,0 0 0 0 0,1 0 0 0 0,-1-1 0 0 0,1 1 1 0 0,-1-1-1 0 0,1 0 0 0 0,0 1 0 0 0,-1-1 0 0 0,1 0 1 0 0,0-1-1 0 0,-2-2 0 0 0,-3-6-516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5.3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0 156 6913 0 0,'6'4'664'0'0,"1"-1"-1"0"0,-1 1 1 0 0,1-1-1 0 0,-1 0 0 0 0,1-1 1 0 0,0 0-1 0 0,0 0 1 0 0,0 0-1 0 0,0-1 0 0 0,0 0 1 0 0,0 0-1 0 0,1-1 1 0 0,-1 0-1 0 0,0 0 0 0 0,10-2 1 0 0,-13 1-321 0 0,0 0-1 0 0,0 0 1 0 0,0-1 0 0 0,0 1 0 0 0,0-1-1 0 0,-1 0 1 0 0,1 0 0 0 0,0 0 0 0 0,-1 0-1 0 0,0 0 1 0 0,1-1 0 0 0,-1 0 0 0 0,0 0-1 0 0,-1 0 1 0 0,4-3 0 0 0,-3 2-374 0 0,-1 0 0 0 0,0 0 0 0 0,0 0 0 0 0,0-1-1 0 0,0 1 1 0 0,0 0 0 0 0,-1-1 0 0 0,0 0 0 0 0,1-7 0 0 0,-1 4 58 0 0,-1 0 0 0 0,0 0 0 0 0,0 0 0 0 0,-1 0 0 0 0,-2-12 0 0 0,3 19-24 0 0,0-1 1 0 0,0 1-1 0 0,0-1 0 0 0,-1 1 0 0 0,1-1 1 0 0,0 1-1 0 0,-1-1 0 0 0,1 1 1 0 0,-1 0-1 0 0,0-1 0 0 0,1 1 1 0 0,-1 0-1 0 0,0-1 0 0 0,0 1 1 0 0,0 0-1 0 0,0 0 0 0 0,0 0 1 0 0,0 0-1 0 0,0 0 0 0 0,0 0 1 0 0,0 0-1 0 0,-1 0 0 0 0,1 0 0 0 0,0 1 1 0 0,-1-1-1 0 0,1 0 0 0 0,0 1 1 0 0,-1-1-1 0 0,1 1 0 0 0,-1-1 1 0 0,1 1-1 0 0,-1 0 0 0 0,1 0 1 0 0,-1 0-1 0 0,1 0 0 0 0,-1 0 1 0 0,-1 0-1 0 0,1 1-1 0 0,-1 0-1 0 0,1 0 1 0 0,-1 0-1 0 0,1 1 1 0 0,0-1-1 0 0,0 1 1 0 0,0-1 0 0 0,0 1-1 0 0,0 0 1 0 0,0 0-1 0 0,0 0 1 0 0,0 0 0 0 0,1 0-1 0 0,-1 0 1 0 0,1 1-1 0 0,-1-1 1 0 0,0 3 0 0 0,-18 47 78 0 0,17-45-61 0 0,-3 15 74 0 0,0 0-1 0 0,2 0 1 0 0,0 0-1 0 0,1 1 1 0 0,1 30 0 0 0,2-38-23 0 0,1 0 0 0 0,0 0 0 0 0,1 0 1 0 0,1 0-1 0 0,0 0 0 0 0,1 0 1 0 0,1-1-1 0 0,12 27 0 0 0,-15-37-89 0 0,0-1-1 0 0,0 0 1 0 0,1 1-1 0 0,-1-1 1 0 0,1 0-1 0 0,0-1 0 0 0,0 1 1 0 0,0 0-1 0 0,0-1 1 0 0,0 0-1 0 0,1 0 1 0 0,-1 0-1 0 0,1 0 1 0 0,-1 0-1 0 0,1 0 1 0 0,0-1-1 0 0,0 0 1 0 0,0 0-1 0 0,0 0 0 0 0,-1 0 1 0 0,1-1-1 0 0,0 1 1 0 0,0-1-1 0 0,0 0 1 0 0,0-1-1 0 0,0 1 1 0 0,0 0-1 0 0,7-3 1 0 0,9-2-489 0 0,0 0 0 0 0,0-2 0 0 0,-1 0 0 0 0,23-13 1 0 0,-33 16 138 0 0,70-35-3628 0 0,-37 16-2323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6:05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2304 0 0,'14'0'2186'0'0,"-6"0"-654"0"0,-1 1-1 0 0,1 0 0 0 0,-1 0 1 0 0,1 1-1 0 0,11 3 1 0 0,-17-4-1171 0 0,0-1 1 0 0,-1 1 0 0 0,1 0-1 0 0,0 0 1 0 0,0 0 0 0 0,0 0 0 0 0,0 0-1 0 0,-1 0 1 0 0,1 0 0 0 0,0 0 0 0 0,-1 0-1 0 0,1 1 1 0 0,-1-1 0 0 0,1 1 0 0 0,-1-1-1 0 0,0 1 1 0 0,0 0 0 0 0,0 0-1 0 0,0-1 1 0 0,0 1 0 0 0,0 0 0 0 0,0 0-1 0 0,0 0 1 0 0,-1 0 0 0 0,1 3 0 0 0,6-20-2876 0 0,-3-3 1444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06.7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 11979 0 0,'0'-2'442'0'0,"0"0"1"0"0,0-1 0 0 0,0 1-1 0 0,1 0 1 0 0,-1 0 0 0 0,1 0-1 0 0,-1 0 1 0 0,1 0-1 0 0,0 0 1 0 0,0 0 0 0 0,0 0-1 0 0,3-4 1 0 0,-4 6-353 0 0,0 0 1 0 0,0 0-1 0 0,1-1 0 0 0,-1 1 0 0 0,0 0 1 0 0,0 0-1 0 0,1-1 0 0 0,-1 1 0 0 0,0 0 1 0 0,0 0-1 0 0,1 0 0 0 0,-1 0 0 0 0,0 0 1 0 0,1-1-1 0 0,-1 1 0 0 0,0 0 0 0 0,1 0 1 0 0,-1 0-1 0 0,0 0 0 0 0,1 0 0 0 0,-1 0 1 0 0,0 0-1 0 0,1 0 0 0 0,-1 0 0 0 0,1 0 1 0 0,-1 0-1 0 0,0 0 0 0 0,1 0 0 0 0,-1 1 1 0 0,11 14 1049 0 0,-1 15-813 0 0,-2 0 0 0 0,0 1 0 0 0,3 40 1 0 0,2 97-146 0 0,-9-101-89 0 0,3 30 7 0 0,18 228 75 0 0,26-3 126 0 0,-38-267-489 0 0,36 181 653 0 0,-32-78-4436 0 0,-17-138-3345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07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336 1 4145 0 0,'-14'0'473'0'0,"1"2"1"0"0,0-1-1 0 0,-1 2 0 0 0,1 0 1 0 0,-24 9-1 0 0,-63 32 2556 0 0,46-19-1255 0 0,34-16-1011 0 0,11-6-122 0 0,1 0 1 0 0,-1 1-1 0 0,1 0 1 0 0,-15 11-1 0 0,23-15-485 0 0,0 0-130 0 0,-1 0 0 0 0,1 1 0 0 0,0-1 0 0 0,0 0 0 0 0,0 0 0 0 0,0 0 0 0 0,0 0 0 0 0,0 0 1 0 0,0 0-1 0 0,0 0 0 0 0,0 0 0 0 0,0 0 0 0 0,0 0 0 0 0,0 0 0 0 0,0 1 0 0 0,0-1 0 0 0,0 0 0 0 0,0 0 0 0 0,0 0 0 0 0,0 0 0 0 0,0 0 0 0 0,0 0 0 0 0,0 0 0 0 0,0 0 0 0 0,0 0 0 0 0,0 0 0 0 0,0 0 0 0 0,0 1 0 0 0,0-1 0 0 0,1 0 130 0 0,-1 0-130 0 0,0 0 0 0 0,0 0 0 0 0,0 0 1 0 0,0 0-1 0 0,0 0 0 0 0,0 0 0 0 0,0 0 0 0 0,0 0 0 0 0,0 0 0 0 0,1 0 0 0 0,-1 0 0 0 0,0 0 0 0 0,0 0 0 0 0,0 0 0 0 0,0 0 0 0 0,0 0 0 0 0,0 0 0 0 0,0 0 0 0 0,0 0 0 0 0,0 0 0 0 0,0 0 0 0 0,1 0 0 0 0,-1 0 0 0 0,0 0 0 0 0,12 1 675 0 0,13-2-140 0 0,80-11 670 0 0,177 2 0 0 0,-251 10-1214 0 0,-19 0-10 0 0,-1 0-1 0 0,1 0 0 0 0,-1 1 1 0 0,1 0-1 0 0,-1 1 0 0 0,0 1 1 0 0,1-1-1 0 0,12 6 1 0 0,-24-7-10 0 0,1-1 0 0 0,0 0 0 0 0,-1 1 0 0 0,1-1 0 0 0,0 1 0 0 0,-1-1 0 0 0,1 1 0 0 0,-1-1 0 0 0,1 1 1 0 0,-1-1-1 0 0,1 1 0 0 0,-1-1 0 0 0,1 1 0 0 0,-1 0 0 0 0,0-1 0 0 0,1 1 0 0 0,-1 0 0 0 0,0-1 0 0 0,1 1 1 0 0,-1 0-1 0 0,0 0 0 0 0,0-1 0 0 0,0 1 0 0 0,0 0 0 0 0,0 0 0 0 0,0-1 0 0 0,0 2 0 0 0,0 0-14 0 0,-1 0-1 0 0,1 0 0 0 0,-1-1 0 0 0,1 1 0 0 0,-1 0 1 0 0,0 0-1 0 0,0 0 0 0 0,0-1 0 0 0,0 1 1 0 0,-2 2-1 0 0,-39 35-425 0 0,36-34 384 0 0,-81 60-770 0 0,64-50 858 0 0,0 1 0 0 0,1 0 1 0 0,1 2-1 0 0,1 1 0 0 0,-31 37 0 0 0,50-55-29 0 0,0 0 1 0 0,0 1-1 0 0,0-1 0 0 0,0 0 0 0 0,0 0 0 0 0,0 1 0 0 0,1-1 1 0 0,-1 0-1 0 0,1 1 0 0 0,-1-1 0 0 0,1 0 0 0 0,-1 1 1 0 0,1-1-1 0 0,0 1 0 0 0,-1-1 0 0 0,1 1 0 0 0,0-1 0 0 0,0 1 1 0 0,0-1-1 0 0,0 1 0 0 0,1 1 0 0 0,-1-2 0 0 0,1 0-1 0 0,0-1 1 0 0,0 1-1 0 0,-1 0 1 0 0,1 0 0 0 0,0-1-1 0 0,0 1 1 0 0,0 0-1 0 0,0-1 1 0 0,0 1-1 0 0,0-1 1 0 0,0 1 0 0 0,0-1-1 0 0,0 0 1 0 0,0 1-1 0 0,0-1 1 0 0,0 0-1 0 0,0 0 1 0 0,0 0-1 0 0,0 0 1 0 0,2 0 0 0 0,9 0 64 0 0,-1-1 1 0 0,1 0 0 0 0,21-5-1 0 0,-31 5-29 0 0,52-11 100 0 0,56-12 323 0 0,-98 22-419 0 0,0 1-1 0 0,0 1 1 0 0,0-1 0 0 0,0 2 0 0 0,-1 0 0 0 0,25 4-1 0 0,-36-5-41 0 0,1 1-1 0 0,0-1 0 0 0,0 0 0 0 0,0 0 0 0 0,-1 1 0 0 0,1-1 0 0 0,0 0 1 0 0,0 1-1 0 0,-1-1 0 0 0,1 1 0 0 0,0-1 0 0 0,0 1 0 0 0,-1-1 0 0 0,1 1 1 0 0,-1-1-1 0 0,1 1 0 0 0,0 0 0 0 0,-1-1 0 0 0,0 1 0 0 0,1 0 0 0 0,-1 0 0 0 0,1-1 1 0 0,-1 1-1 0 0,0 0 0 0 0,1 1 0 0 0,-1 0-15 0 0,0-1 0 0 0,0 1 0 0 0,0 0 1 0 0,0 0-1 0 0,0-1 0 0 0,-1 1 0 0 0,1 0 0 0 0,-1-1 0 0 0,1 1 1 0 0,-1 0-1 0 0,1-1 0 0 0,-2 3 0 0 0,-4 5-127 0 0,0 0-1 0 0,0 0 1 0 0,-11 11-1 0 0,13-15 68 0 0,-37 40-313 0 0,-63 53 1 0 0,58-57 1556 0 0,-52 60 0 0 0,89-90-924 0 0,-26 32 270 0 0,34-41-507 0 0,0-1 0 0 0,0 1 1 0 0,-1 0-1 0 0,2 0 0 0 0,-1-1 1 0 0,0 1-1 0 0,0 0 1 0 0,1 0-1 0 0,-1 0 0 0 0,1 0 1 0 0,-1 0-1 0 0,1 0 0 0 0,0 0 1 0 0,0 0-1 0 0,0 0 0 0 0,0 0 1 0 0,0 0-1 0 0,0 0 0 0 0,0 0 1 0 0,1 0-1 0 0,-1 0 0 0 0,2 2 1 0 0,-1-3-41 0 0,-1-1-1 0 0,1 1 1 0 0,0 0 0 0 0,0 0 0 0 0,0-1 0 0 0,0 1-1 0 0,0-1 1 0 0,0 1 0 0 0,0-1 0 0 0,0 1-1 0 0,0-1 1 0 0,1 0 0 0 0,-1 1 0 0 0,0-1 0 0 0,0 0-1 0 0,0 0 1 0 0,0 0 0 0 0,0 0 0 0 0,1 0-1 0 0,-1 0 1 0 0,0 0 0 0 0,0 0 0 0 0,0 0 0 0 0,2-1-1 0 0,32-9-659 0 0,-29 8 565 0 0,59-20-859 0 0,-36 11-4597 0 0,-13 5-478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07.8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11058 0 0,'5'0'326'0'0,"-2"0"275"0"0,0-1 1 0 0,0 1 0 0 0,0 1-1 0 0,0-1 1 0 0,0 0 0 0 0,0 1-1 0 0,0-1 1 0 0,-1 1 0 0 0,7 2-1 0 0,-8-2-419 0 0,0 0-1 0 0,0 0 1 0 0,0 1-1 0 0,0-1 1 0 0,0 0-1 0 0,0 1 1 0 0,0-1 0 0 0,-1 0-1 0 0,1 1 1 0 0,0-1-1 0 0,-1 1 1 0 0,1 0-1 0 0,-1-1 1 0 0,1 1-1 0 0,-1-1 1 0 0,0 1-1 0 0,0 0 1 0 0,0-1-1 0 0,0 1 1 0 0,0-1-1 0 0,0 4 1 0 0,4 77 437 0 0,4 0-1 0 0,19 84 1 0 0,-1-7-88 0 0,81 385-531 0 0,-106-538 1 0 0,54 236 95 0 0,-50-211-422 0 0,-2 0 0 0 0,-1-1 0 0 0,-1 1-1 0 0,-2 0 1 0 0,-1 0 0 0 0,-6 30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08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46 4609 0 0,'-15'0'46'0'0,"-16"4"13299"0"0,51-10-11681 0 0,32-7-1200 0 0,1 2-1 0 0,0 3 0 0 0,1 1 0 0 0,91 2 1 0 0,-142 5-470 0 0,-1 0 1 0 0,1 1-1 0 0,-1-1 1 0 0,0 0-1 0 0,1 1 1 0 0,-1-1-1 0 0,0 1 1 0 0,1 0-1 0 0,-1-1 1 0 0,0 1-1 0 0,3 2 1 0 0,-5-3 0 0 0,1 1-1 0 0,-1 0 1 0 0,0 0-1 0 0,1-1 1 0 0,-1 1 0 0 0,0 0-1 0 0,1-1 1 0 0,-1 1-1 0 0,0 0 1 0 0,0 0 0 0 0,0 0-1 0 0,0-1 1 0 0,0 1-1 0 0,0 0 1 0 0,0 0 0 0 0,0-1-1 0 0,0 1 1 0 0,0 0-1 0 0,-1 0 1 0 0,1 0 0 0 0,0-1-1 0 0,0 1 1 0 0,-1 0-1 0 0,1-1 1 0 0,0 1 0 0 0,-1 0-1 0 0,1-1 1 0 0,-1 1-1 0 0,1 0 1 0 0,-1-1 0 0 0,1 1-1 0 0,-1-1 1 0 0,1 1-1 0 0,-1-1 1 0 0,0 1 0 0 0,-1 0-1 0 0,-155 154-2504 0 0,103-107 1930 0 0,-76 90 0 0 0,128-137 608 0 0,1 0 0 0 0,0 1 0 0 0,0-1 0 0 0,0 1 0 0 0,0 0-1 0 0,0-1 1 0 0,0 1 0 0 0,1 0 0 0 0,-1 0 0 0 0,1 0 0 0 0,-1 3 0 0 0,0-5 0 0 0,1 1 0 0 0,1 0 1 0 0,-1 0-1 0 0,0-1 1 0 0,0 1-1 0 0,0 0 0 0 0,0-1 1 0 0,0 1-1 0 0,1 0 1 0 0,-1-1-1 0 0,0 1 1 0 0,1 0-1 0 0,-1-1 0 0 0,0 1 1 0 0,1 0-1 0 0,-1-1 1 0 0,1 1-1 0 0,-1-1 0 0 0,1 1 1 0 0,-1-1-1 0 0,1 1 1 0 0,2 1 25 0 0,0-1 1 0 0,0 1 0 0 0,0-1 0 0 0,0 0 0 0 0,0 0 0 0 0,0-1-1 0 0,0 1 1 0 0,0-1 0 0 0,1 1 0 0 0,-1-1 0 0 0,0 0 0 0 0,5-1 0 0 0,75-10 393 0 0,-65 7-315 0 0,0 1 0 0 0,0 1 0 0 0,0 1 0 0 0,0 0 0 0 0,24 2 0 0 0,-41-1-143 0 0,0 0 0 0 0,-1 1 0 0 0,1-1 0 0 0,0 0 0 0 0,-1 0 0 0 0,1 0 0 0 0,0 0 0 0 0,0 0-1 0 0,-1 1 1 0 0,1-1 0 0 0,-1 0 0 0 0,1 1 0 0 0,0-1 0 0 0,-1 1 0 0 0,1-1 0 0 0,-1 0-1 0 0,1 1 1 0 0,0-1 0 0 0,-1 1 0 0 0,0-1 0 0 0,1 1 0 0 0,-1 0 0 0 0,1-1 0 0 0,-1 1-1 0 0,0-1 1 0 0,1 1 0 0 0,-1 0 0 0 0,0-1 0 0 0,1 2 0 0 0,-1 0-45 0 0,0-1 0 0 0,0 1 0 0 0,-1 0-1 0 0,1-1 1 0 0,0 1 0 0 0,-1 0 0 0 0,1-1 0 0 0,-1 1 0 0 0,1 0 0 0 0,-1-1 0 0 0,0 1 0 0 0,-1 1 0 0 0,-33 42-1449 0 0,32-42 1387 0 0,-44 46-1832 0 0,18-19 905 0 0,2 0 1 0 0,-44 64-1 0 0,69-91 1084 0 0,0-1 0 0 0,1 0 1 0 0,-1 1-1 0 0,1 0 0 0 0,0-1 0 0 0,0 1 0 0 0,0 0 0 0 0,0 0 0 0 0,1-1 0 0 0,-1 1 0 0 0,1 0 1 0 0,-1 0-1 0 0,1 0 0 0 0,0 0 0 0 0,0 0 0 0 0,1 0 0 0 0,0 5 0 0 0,0-6 24 0 0,0-1 0 0 0,0 1 0 0 0,0-1 0 0 0,0 1-1 0 0,0-1 1 0 0,0 1 0 0 0,1-1 0 0 0,-1 0 0 0 0,1 0-1 0 0,-1 0 1 0 0,1 0 0 0 0,-1 0 0 0 0,1 0 0 0 0,-1 0-1 0 0,1 0 1 0 0,0 0 0 0 0,0-1 0 0 0,-1 1 0 0 0,1-1-1 0 0,0 1 1 0 0,0-1 0 0 0,0 0 0 0 0,-1 0 0 0 0,1 0-1 0 0,0 0 1 0 0,0 0 0 0 0,0 0 0 0 0,2-1 0 0 0,15-2-38 0 0,-1-1 0 0 0,0-1 0 0 0,0 0 0 0 0,-1-1 0 0 0,1-1 0 0 0,-1-1 0 0 0,23-15 0 0 0,12-3-1112 0 0,-42 21 843 0 0,-1 0-814 0 0,1 1 0 0 0,0 0 0 0 0,20-5 0 0 0,-18 7-2922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09.1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1 656 0 0,'-30'56'14621'0'0,"60"-50"-9783"0"0,-25-3-4580 0 0,0 0 0 0 0,-1 0 0 0 0,0 1 0 0 0,0 0 0 0 0,0 0 0 0 0,0 0 0 0 0,0 0-1 0 0,-1 1 1 0 0,0-1 0 0 0,4 7 0 0 0,26 54 132 0 0,-27-51-183 0 0,16 36 82 0 0,-3 1 0 0 0,19 77 0 0 0,10 112-29 0 0,-15-69-275 0 0,17 28 127 0 0,-24-100 110 0 0,27 192 0 0 0,-47-230-237 0 0,-1-25-322 0 0,-2 0 0 0 0,-1 1 0 0 0,-2 0 0 0 0,-7 64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0.4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129 242 8754 0 0,'-23'7'1252'0'0,"1"1"0"0"0,0 0 1 0 0,-37 21-1 0 0,59-29-1234 0 0,0 0-1 0 0,0 0 1 0 0,0 0 0 0 0,0 0-1 0 0,0 0 1 0 0,0 0 0 0 0,0 0-1 0 0,-1 0 1 0 0,1 0 0 0 0,0 0 0 0 0,0 0-1 0 0,0 0 1 0 0,0 0 0 0 0,0 0-1 0 0,0 0 1 0 0,0 0 0 0 0,0 0-1 0 0,-1 0 1 0 0,1 0 0 0 0,0 0-1 0 0,0 1 1 0 0,0-1 0 0 0,0 0 0 0 0,0 0-1 0 0,0 0 1 0 0,0 0 0 0 0,0 0-1 0 0,0 0 1 0 0,0 0 0 0 0,0 1-1 0 0,0-1 1 0 0,0 0 0 0 0,0 0-1 0 0,0 0 1 0 0,0 0 0 0 0,0 0 0 0 0,0 0-1 0 0,0 0 1 0 0,0 1 0 0 0,0-1-1 0 0,0 0 1 0 0,0 0 0 0 0,0 0-1 0 0,0 0 1 0 0,0 0 0 0 0,0 0-1 0 0,0 0 1 0 0,0 1 0 0 0,0-1-1 0 0,0 0 1 0 0,0 0 0 0 0,0 0 0 0 0,0 0-1 0 0,0 0 1 0 0,1 0 0 0 0,-1 0-1 0 0,0 0 1 0 0,0 0 0 0 0,0 0-1 0 0,0 1 1 0 0,0-1 0 0 0,0 0-1 0 0,0 0 1 0 0,0 0 0 0 0,1 0 0 0 0,12 2 468 0 0,18-2-5 0 0,49-10 1116 0 0,94-26 1 0 0,-17 3-71 0 0,361-72 214 0 0,-315 61-1393 0 0,-87 15-519 0 0,-72 17-33 0 0,0 1-1 0 0,0 3 1 0 0,61-5 0 0 0,-83 14-370 0 0,-3 2-9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1.6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4 920 0 0,'-4'-1'148'0'0,"1"0"1"0"0,-1 0-1 0 0,1 1 0 0 0,-1-1 0 0 0,1 1 0 0 0,-1 0 0 0 0,1 0 1 0 0,-1 0-1 0 0,1 1 0 0 0,-1-1 0 0 0,1 1 0 0 0,-6 1 0 0 0,2 0 622 0 0,-1 0-1 0 0,0 1 1 0 0,1 0-1 0 0,-11 5 0 0 0,17-7-506 0 0,0-1 0 0 0,0 1 0 0 0,0-1 0 0 0,0 1 0 0 0,0 0 0 0 0,-1 0 0 0 0,1-1-1 0 0,0 1 1 0 0,1 0 0 0 0,-1 0 0 0 0,0 0 0 0 0,0 0 0 0 0,0 0 0 0 0,0 0 0 0 0,1 0-1 0 0,-1 0 1 0 0,1 1 0 0 0,-1-1 0 0 0,1 0 0 0 0,-1 0 0 0 0,1 0 0 0 0,-1 1 0 0 0,1 1-1 0 0,0-2-70 0 0,1 1 0 0 0,-1-1 0 0 0,1 0 0 0 0,-1 0 0 0 0,1 1 0 0 0,0-1 0 0 0,-1 0 0 0 0,1 0 0 0 0,0 0 0 0 0,0 0 0 0 0,0 0 0 0 0,0 0 0 0 0,0 0 0 0 0,0 0 0 0 0,0 0 0 0 0,0-1 0 0 0,0 1 0 0 0,2 1 0 0 0,5 2 252 0 0,0-1 1 0 0,0 1 0 0 0,0-1 0 0 0,1 0 0 0 0,13 2 0 0 0,30 2 523 0 0,-1-3 0 0 0,1-2 0 0 0,53-4 1 0 0,157-25-4047 0 0,-225 22 1429 0 0,-25 4 156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2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10138 0 0,'5'5'803'0'0,"1"-2"1"0"0,-1 1-1 0 0,1-1 0 0 0,0 0 0 0 0,0 0 1 0 0,12 4-1 0 0,9 4 664 0 0,-6 0-572 0 0,0 1 1 0 0,-1 1 0 0 0,0 1-1 0 0,-1 1 1 0 0,-1 1-1 0 0,32 35 1 0 0,-19-13-751 0 0,-1 2 1 0 0,33 60-1 0 0,-59-93-159 0 0,14 24 38 0 0,29 37 0 0 0,-42-61-60 0 0,1 1-1 0 0,1-1 1 0 0,0 0 0 0 0,0-1-1 0 0,0 0 1 0 0,0 0 0 0 0,1 0 0 0 0,0-1-1 0 0,0 0 1 0 0,11 4 0 0 0,-1-4-279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2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327 0 10138 0 0,'-3'4'455'0'0,"0"0"1"0"0,1 0-1 0 0,-1 0 0 0 0,1 0 1 0 0,0 0-1 0 0,-2 9 0 0 0,-7 11 370 0 0,-129 199 4434 0 0,2-6-5092 0 0,119-182-7140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3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126 558 3313 0 0,'-10'-3'809'0'0,"0"-1"0"0"0,0 1 0 0 0,0-2-1 0 0,-16-9 1 0 0,-33-26 10534 0 0,88 65-10703 0 0,-1 2 0 0 0,-1 2 0 0 0,29 38 0 0 0,-26-30-24 0 0,1-1 1 0 0,50 44-1 0 0,-74-74-585 0 0,0-1 0 0 0,0 1 0 0 0,1-1 0 0 0,0-1 0 0 0,0 0 0 0 0,0 0 0 0 0,1 0 0 0 0,14 4 0 0 0,-20-8-18 0 0,0 1 0 0 0,0-1-1 0 0,0 0 1 0 0,1 1 0 0 0,-1-1-1 0 0,0-1 1 0 0,0 1 0 0 0,1 0 0 0 0,-1-1-1 0 0,0 0 1 0 0,0 0 0 0 0,0 0-1 0 0,0 0 1 0 0,0 0 0 0 0,0 0-1 0 0,0-1 1 0 0,0 1 0 0 0,-1-1 0 0 0,1 0-1 0 0,0 0 1 0 0,-1 0 0 0 0,1 0-1 0 0,-1-1 1 0 0,0 1 0 0 0,0-1-1 0 0,0 1 1 0 0,3-5 0 0 0,1-4 81 0 0,0 0 1 0 0,-1 0-1 0 0,0-1 1 0 0,-1 1-1 0 0,0-1 1 0 0,4-24-1 0 0,6-79 357 0 0,-12 84-343 0 0,69-481-348 0 0,-70 507-276 0 0,7-28 750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4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17972 0 0,'0'0'50'0'0,"0"0"0"0"0,1 0 1 0 0,-1 0-1 0 0,0 0 0 0 0,0 0 0 0 0,1-1 1 0 0,-1 1-1 0 0,0 0 0 0 0,0 0 0 0 0,0 0 1 0 0,1 0-1 0 0,-1 0 0 0 0,0 0 1 0 0,0 0-1 0 0,1 0 0 0 0,-1 0 0 0 0,0 0 1 0 0,0 0-1 0 0,1 0 0 0 0,-1 0 0 0 0,0 0 1 0 0,0 0-1 0 0,1 0 0 0 0,-1 0 0 0 0,0 0 1 0 0,0 1-1 0 0,1-1 0 0 0,-1 0 0 0 0,0 0 1 0 0,0 0-1 0 0,0 0 0 0 0,1 0 0 0 0,-1 1 1 0 0,0-1-1 0 0,0 0 0 0 0,0 0 1 0 0,1 1-1 0 0,8 12 319 0 0,3 15 58 0 0,-6-5 183 0 0,-1 0 1 0 0,-2 1-1 0 0,2 40 0 0 0,-3-31-743 0 0,6 34 0 0 0,-6-57-372 0 0,1 1 1 0 0,0-1 0 0 0,0-1 0 0 0,1 1-1 0 0,0 0 1 0 0,0-1 0 0 0,9 14 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4.2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85 6913 0 0,'4'-5'105'0'0,"0"0"0"0"0,0 0 0 0 0,1 0 0 0 0,-1 1-1 0 0,1 0 1 0 0,0 0 0 0 0,0 0 0 0 0,1 0-1 0 0,-1 1 1 0 0,1 0 0 0 0,0 0 0 0 0,0 0-1 0 0,0 1 1 0 0,6-2 0 0 0,13-3 556 0 0,0 2 0 0 0,30-4 0 0 0,-48 8-471 0 0,15-1 795 0 0,-1 0 0 0 0,1 1 0 0 0,43 5 1 0 0,-57-3-740 0 0,0 0 0 0 0,-1 0 0 0 0,0 1 0 0 0,1 0 0 0 0,-1 0 0 0 0,0 1 0 0 0,0-1 0 0 0,0 2 0 0 0,0-1 0 0 0,-1 1 1 0 0,1 0-1 0 0,-1 0 0 0 0,0 1 0 0 0,0 0 0 0 0,5 6 0 0 0,-8-7-203 0 0,-1 1 0 0 0,1-1 0 0 0,-1 1 0 0 0,0 0-1 0 0,-1 0 1 0 0,1-1 0 0 0,-1 1 0 0 0,0 1 0 0 0,0-1 0 0 0,0 0 0 0 0,-1 0 0 0 0,0 0 0 0 0,0 0-1 0 0,0 0 1 0 0,0 0 0 0 0,-1 1 0 0 0,0-1 0 0 0,0 0 0 0 0,-1 0 0 0 0,-3 9 0 0 0,-4 9 65 0 0,-1 0 1 0 0,-24 40 0 0 0,32-60-100 0 0,-63 93-354 0 0,44-70-214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4.5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0 9242 0 0,'0'1'120'0'0,"-1"-1"0"0"0,1 0 0 0 0,0 1 0 0 0,-1-1 0 0 0,1 0 0 0 0,0 1 0 0 0,-1-1 0 0 0,1 1 0 0 0,0-1 0 0 0,0 1 0 0 0,-1-1 0 0 0,1 1 0 0 0,0-1 0 0 0,0 1 0 0 0,0-1 0 0 0,0 1 0 0 0,0-1-1 0 0,0 1 1 0 0,0-1 0 0 0,0 1 0 0 0,0-1 0 0 0,0 1 0 0 0,0-1 0 0 0,0 1 0 0 0,0-1 0 0 0,0 1 0 0 0,0-1 0 0 0,0 1 0 0 0,0-1 0 0 0,1 1 0 0 0,-1-1 0 0 0,0 1 0 0 0,1 0 0 0 0,8 30 3055 0 0,-4-15-2289 0 0,8 47 1319 0 0,8 122-1 0 0,6 30-3089 0 0,-15-164-1844 0 0,-8-29-3926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4.7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4 194 1376 0 0,'-2'-11'151'0'0,"1"1"1"0"0,0-1-1 0 0,2-14 0 0 0,-1 19 433 0 0,2 0 0 0 0,-1 0 0 0 0,0 0 0 0 0,1 0-1 0 0,0 1 1 0 0,1-1 0 0 0,4-8 0 0 0,-3 7-83 0 0,0 1 1 0 0,0 1-1 0 0,1-1 0 0 0,0 1 0 0 0,0 0 0 0 0,0 0 1 0 0,1 0-1 0 0,-1 1 0 0 0,1-1 0 0 0,0 2 1 0 0,1-1-1 0 0,-1 1 0 0 0,0-1 0 0 0,1 2 0 0 0,0-1 1 0 0,0 1-1 0 0,0 0 0 0 0,0 0 0 0 0,0 1 1 0 0,0 0-1 0 0,14 0 0 0 0,-9 1-207 0 0,-1 0 0 0 0,1 1 0 0 0,-1 0 0 0 0,1 1 0 0 0,-1 1 0 0 0,0-1-1 0 0,0 2 1 0 0,0 0 0 0 0,0 0 0 0 0,0 1 0 0 0,-1 0 0 0 0,0 1 0 0 0,13 8 0 0 0,-20-11-237 0 0,1 0 0 0 0,0 1 0 0 0,-1-1 0 0 0,1 0-1 0 0,-1 1 1 0 0,0 0 0 0 0,0 0 0 0 0,-1 0 0 0 0,1 0 0 0 0,-1 0 0 0 0,0 1 0 0 0,0-1 0 0 0,0 1-1 0 0,0-1 1 0 0,-1 1 0 0 0,0 0 0 0 0,0 0 0 0 0,0-1 0 0 0,-1 1 0 0 0,0 0 0 0 0,0 0 0 0 0,0 0 0 0 0,0 0-1 0 0,-1-1 1 0 0,1 1 0 0 0,-1 0 0 0 0,0 0 0 0 0,-3 5 0 0 0,-1 4-52 0 0,-1-1 0 0 0,0 1 0 0 0,-1-1 0 0 0,-1-1 0 0 0,0 1 0 0 0,-1-1 0 0 0,0-1 0 0 0,-12 13 0 0 0,-7 5-105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6.0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83 12555 0 0,'-2'-19'928'0'0,"-5"-23"612"0"0,6 40-1216 0 0,0 0 1 0 0,1 0-1 0 0,-1 1 0 0 0,0-1 1 0 0,0 0-1 0 0,0 1 1 0 0,0-1-1 0 0,0 1 1 0 0,0-1-1 0 0,-1 1 1 0 0,-1-2-1 0 0,3 3-258 0 0,0 0-1 0 0,-1 0 1 0 0,1 0 0 0 0,-1 0-1 0 0,1 0 1 0 0,-1 0 0 0 0,1 0-1 0 0,-1 0 1 0 0,1 0 0 0 0,0 1-1 0 0,-1-1 1 0 0,1 0 0 0 0,-1 0 0 0 0,1 0-1 0 0,0 1 1 0 0,-1-1 0 0 0,1 0-1 0 0,0 1 1 0 0,-1-1 0 0 0,1 0-1 0 0,0 0 1 0 0,-1 1 0 0 0,1-1-1 0 0,0 1 1 0 0,0-1 0 0 0,-1 0-1 0 0,1 1 1 0 0,0-1 0 0 0,0 1-1 0 0,0-1 1 0 0,0 0 0 0 0,-1 1-1 0 0,1-1 1 0 0,0 1 0 0 0,0 0-1 0 0,-7 18 717 0 0,-6 28-288 0 0,3 0 0 0 0,-6 59-1 0 0,1 99-778 0 0,12-155 367 0 0,3 1-1 0 0,1 0 1 0 0,17 99-1 0 0,-14-131-112 0 0,2 0 0 0 0,0-1-1 0 0,0 1 1 0 0,2-1-1 0 0,17 29 1 0 0,-18-36-61 0 0,0-1 0 0 0,0 0 1 0 0,1-1-1 0 0,1 1 1 0 0,0-1-1 0 0,0-1 0 0 0,1 0 1 0 0,0 0-1 0 0,21 11 0 0 0,2-3-5330 0 0,0-6-1905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6.5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10 152 3225 0 0,'-1'-1'377'0'0,"0"-1"-1"0"0,0 1 1 0 0,0-1 0 0 0,0 1 0 0 0,1-1 0 0 0,-1 0 0 0 0,0 1 0 0 0,1-1-1 0 0,-1 0 1 0 0,1 1 0 0 0,-1-1 0 0 0,1 0 0 0 0,0 0 0 0 0,0 1-1 0 0,0-1 1 0 0,0 0 0 0 0,0 0 0 0 0,0 0 0 0 0,1 1 0 0 0,-1-1 0 0 0,0 0-1 0 0,1 0 1 0 0,-1 1 0 0 0,1-1 0 0 0,0 0 0 0 0,0 1 0 0 0,0-1 0 0 0,-1 1-1 0 0,1-1 1 0 0,2-1 0 0 0,2-5 829 0 0,1 0 0 0 0,0 1 0 0 0,14-14 0 0 0,-13 15-964 0 0,0 0 0 0 0,0 1 0 0 0,0 0 0 0 0,0 0 0 0 0,1 0 0 0 0,0 1 0 0 0,0 0-1 0 0,0 0 1 0 0,0 1 0 0 0,10-2 0 0 0,-15 4-224 0 0,0 0 0 0 0,0 1 0 0 0,0 0 0 0 0,1 0 0 0 0,-1 0 0 0 0,0 0 0 0 0,0 0-1 0 0,0 0 1 0 0,0 1 0 0 0,0-1 0 0 0,0 1 0 0 0,0 0 0 0 0,0 0 0 0 0,0 0 0 0 0,0 1 0 0 0,0-1 0 0 0,-1 1-1 0 0,1-1 1 0 0,0 1 0 0 0,-1 0 0 0 0,0 0 0 0 0,1 0 0 0 0,-1 0 0 0 0,0 1 0 0 0,0-1 0 0 0,0 0-1 0 0,0 1 1 0 0,0 0 0 0 0,-1-1 0 0 0,1 1 0 0 0,1 5 0 0 0,2 3-54 0 0,-1-1 0 0 0,-1 1 1 0 0,1 0-1 0 0,-2 0 0 0 0,0 0 1 0 0,0 1-1 0 0,-1-1 0 0 0,0 21 0 0 0,-4-2 59 0 0,-11 58 0 0 0,-1-3-19 0 0,14-84-5 0 0,1 0 1 0 0,0 0-1 0 0,0 0 1 0 0,0 0-1 0 0,0 0 1 0 0,0 0-1 0 0,0 0 0 0 0,0 0 1 0 0,0 0-1 0 0,1 0 1 0 0,-1 0-1 0 0,0 0 1 0 0,0 0-1 0 0,1 0 1 0 0,-1 0-1 0 0,1 0 0 0 0,-1-1 1 0 0,1 1-1 0 0,-1 0 1 0 0,1 0-1 0 0,0 0 1 0 0,-1 0-1 0 0,1-1 1 0 0,0 1-1 0 0,0 0 0 0 0,-1-1 1 0 0,1 1-1 0 0,0-1 1 0 0,0 1-1 0 0,0-1 1 0 0,0 1-1 0 0,0-1 1 0 0,0 1-1 0 0,0-1 1 0 0,0 0-1 0 0,0 0 0 0 0,0 1 1 0 0,0-1-1 0 0,0 0 1 0 0,0 0-1 0 0,0 0 1 0 0,0 0-1 0 0,0 0 1 0 0,0 0-1 0 0,0-1 0 0 0,2 1 1 0 0,8-2-25 0 0,1 0 0 0 0,-1-1 0 0 0,18-6 1 0 0,-6 2-17 0 0,-15 5 24 0 0,0 1-1 0 0,0 0 1 0 0,0 1-1 0 0,0 0 1 0 0,0 0-1 0 0,0 1 1 0 0,0 0-1 0 0,0 0 1 0 0,-1 0-1 0 0,1 1 1 0 0,0 1-1 0 0,0-1 1 0 0,-1 1-1 0 0,10 6 0 0 0,-13-7 16 0 0,-1-1-1 0 0,0 1 0 0 0,0 1 0 0 0,-1-1 0 0 0,1 0 0 0 0,0 1 0 0 0,-1-1 0 0 0,0 1 0 0 0,1 0 0 0 0,-1 0 0 0 0,0 0 0 0 0,0 0 0 0 0,-1 0 1 0 0,1 0-1 0 0,-1 1 0 0 0,1-1 0 0 0,-1 1 0 0 0,0-1 0 0 0,0 1 0 0 0,-1-1 0 0 0,1 1 0 0 0,-1-1 0 0 0,0 1 0 0 0,0-1 0 0 0,0 1 0 0 0,0 0 0 0 0,0-1 1 0 0,-1 1-1 0 0,0-1 0 0 0,0 1 0 0 0,0-1 0 0 0,0 1 0 0 0,0-1 0 0 0,-2 4 0 0 0,-1 1 49 0 0,-1 0 0 0 0,0 0 0 0 0,0 0 0 0 0,0-1 0 0 0,-1 0 0 0 0,0 0 0 0 0,0 0 0 0 0,0-1 0 0 0,-14 10 0 0 0,8-8-447 0 0,1 0-1 0 0,-1-1 0 0 0,-1 0 1 0 0,1-1-1 0 0,-24 8 0 0 0,23-12-327 0 0,0-5 410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6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13363 0 0,'-1'5'1141'0'0,"1"0"-1"0"0,-1 0 1 0 0,-1 1 0 0 0,1-1 0 0 0,-1 0 0 0 0,0 0-1 0 0,-3 6 1 0 0,-20 31-4122 0 0,29-54 2645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7.2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30 115 2304 0 0,'-2'-1'486'0'0,"0"0"-1"0"0,0 0 1 0 0,1 0-1 0 0,-1 0 1 0 0,0 0-1 0 0,1 0 1 0 0,-1 0-1 0 0,0 0 0 0 0,1-1 1 0 0,-1 1-1 0 0,1-1 1 0 0,0 1-1 0 0,0-1 1 0 0,-1 0-1 0 0,1 1 1 0 0,0-1-1 0 0,0 0 0 0 0,1 0 1 0 0,-2-2-1 0 0,2 3-214 0 0,0-1 0 0 0,0 0 0 0 0,0 1 0 0 0,0-1-1 0 0,0 1 1 0 0,1-1 0 0 0,-1 1 0 0 0,0-1 0 0 0,1 0 0 0 0,0 1-1 0 0,-1 0 1 0 0,1-1 0 0 0,0 1 0 0 0,-1-1 0 0 0,1 1 0 0 0,0 0-1 0 0,0 0 1 0 0,3-3 0 0 0,2-2 129 0 0,0 1 0 0 0,1 0 0 0 0,-1 0-1 0 0,1 1 1 0 0,1-1 0 0 0,-1 1 0 0 0,15-5 0 0 0,-16 7-227 0 0,1 0 1 0 0,0 0-1 0 0,-1 0 1 0 0,1 1-1 0 0,0 0 1 0 0,0 0-1 0 0,-1 1 0 0 0,1 0 1 0 0,0 0-1 0 0,0 1 1 0 0,10 1-1 0 0,-14-1-154 0 0,0 0 1 0 0,0 0-1 0 0,0 0 0 0 0,0 1 0 0 0,0-1 0 0 0,-1 1 0 0 0,1 0 0 0 0,0-1 0 0 0,-1 1 0 0 0,0 0 1 0 0,1 1-1 0 0,-1-1 0 0 0,0 0 0 0 0,0 1 0 0 0,0-1 0 0 0,0 1 0 0 0,-1-1 0 0 0,1 1 0 0 0,-1 0 0 0 0,1 0 1 0 0,-1 0-1 0 0,0 0 0 0 0,0 0 0 0 0,-1 0 0 0 0,1 0 0 0 0,0 0 0 0 0,-1 5 0 0 0,1 2-58 0 0,-1 1 0 0 0,0-1-1 0 0,-1 0 1 0 0,0 1-1 0 0,0-1 1 0 0,-1 0 0 0 0,-1 0-1 0 0,-4 15 1 0 0,-6 5-236 0 0,-21 39 1 0 0,21-43 97 0 0,0-1 0 0 0,-10 34 1 0 0,22-59 173 0 0,1 1 0 0 0,0-1 1 0 0,-1 1-1 0 0,1-1 1 0 0,0 1-1 0 0,0-1 0 0 0,0 1 1 0 0,-1-1-1 0 0,1 1 1 0 0,0-1-1 0 0,0 1 0 0 0,0-1 1 0 0,0 1-1 0 0,0-1 1 0 0,0 1-1 0 0,0-1 0 0 0,0 1 1 0 0,0-1-1 0 0,0 1 0 0 0,0 0 1 0 0,0-1-1 0 0,0 1 1 0 0,1-1-1 0 0,-1 1 0 0 0,0-1 1 0 0,0 1-1 0 0,1-1 1 0 0,-1 0-1 0 0,0 1 0 0 0,0-1 1 0 0,1 1-1 0 0,-1-1 1 0 0,0 1-1 0 0,1-1 0 0 0,-1 0 1 0 0,1 1-1 0 0,-1-1 1 0 0,1 0-1 0 0,-1 1 0 0 0,1-1 1 0 0,-1 0-1 0 0,1 0 1 0 0,-1 0-1 0 0,1 1 0 0 0,-1-1 1 0 0,1 0-1 0 0,-1 0 1 0 0,1 0-1 0 0,-1 0 0 0 0,1 0 1 0 0,-1 0-1 0 0,1 0 1 0 0,-1 0-1 0 0,1 0 0 0 0,-1 0 1 0 0,1 0-1 0 0,-1 0 0 0 0,1 0 1 0 0,-1-1-1 0 0,1 1 1 0 0,-1 0-1 0 0,1 0 0 0 0,-1-1 1 0 0,1 1-1 0 0,0-1 1 0 0,41-18-347 0 0,-35 15 315 0 0,4-2-3 0 0,0 0 0 0 0,0 1 0 0 0,0 1-1 0 0,1 0 1 0 0,0 0 0 0 0,0 2 0 0 0,23-4 0 0 0,-30 6 28 0 0,-1 0 0 0 0,0 0 0 0 0,1 1 0 0 0,-1-1 0 0 0,0 1-1 0 0,1 0 1 0 0,-1 0 0 0 0,0 1 0 0 0,0-1 0 0 0,0 1 0 0 0,0 0 0 0 0,0 0 0 0 0,0 0 0 0 0,-1 0 0 0 0,1 1-1 0 0,-1 0 1 0 0,1 0 0 0 0,-1 0 0 0 0,0 0 0 0 0,0 0 0 0 0,0 0 0 0 0,-1 1 0 0 0,1 0 0 0 0,-1-1-1 0 0,3 8 1 0 0,-2-6-28 0 0,-1 1 0 0 0,0-1-1 0 0,0 1 1 0 0,0 0 0 0 0,-1 0-1 0 0,0-1 1 0 0,0 1 0 0 0,0 0-1 0 0,-1 0 1 0 0,0 0 0 0 0,0 0 0 0 0,-1 0-1 0 0,1 0 1 0 0,-1 0 0 0 0,-3 10-1 0 0,1-7-310 0 0,0-1 0 0 0,-1 0-1 0 0,0 0 1 0 0,0 0 0 0 0,-1 0-1 0 0,1-1 1 0 0,-2 0-1 0 0,1 0 1 0 0,-1 0 0 0 0,-6 6-1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7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47 10802 0 0,'-1'-1'98'0'0,"0"0"0"0"0,0 0 0 0 0,1 0 0 0 0,-1 0 0 0 0,1-1 0 0 0,-1 1 0 0 0,1 0 0 0 0,-1 0-1 0 0,1 0 1 0 0,0-1 0 0 0,-1 1 0 0 0,1 0 0 0 0,0 0 0 0 0,0-1 0 0 0,0 1 0 0 0,0 0 0 0 0,0 0 0 0 0,0-1-1 0 0,0 1 1 0 0,1 0 0 0 0,-1 0 0 0 0,0-1 0 0 0,1 1 0 0 0,-1 0 0 0 0,1 0 0 0 0,-1 0 0 0 0,1 0 0 0 0,0 0-1 0 0,-1 0 1 0 0,1 0 0 0 0,0 0 0 0 0,1-1 0 0 0,-1 1 162 0 0,1 0 0 0 0,0 0 1 0 0,0 0-1 0 0,0 0 0 0 0,-1 0 0 0 0,1 1 1 0 0,0-1-1 0 0,0 1 0 0 0,0 0 0 0 0,0-1 0 0 0,0 1 1 0 0,0 0-1 0 0,0 0 0 0 0,1 0 0 0 0,-1 0 0 0 0,0 1 1 0 0,0-1-1 0 0,0 1 0 0 0,-1-1 0 0 0,5 2 1 0 0,3 2 39 0 0,0 0 0 0 0,0 1 0 0 0,-1 0 0 0 0,1 1 1 0 0,-1 0-1 0 0,0 0 0 0 0,-1 0 0 0 0,1 1 1 0 0,-1 0-1 0 0,6 9 0 0 0,11 15 18 0 0,23 38 0 0 0,-33-47-228 0 0,-2 0 0 0 0,0 1 0 0 0,-2 0 0 0 0,0 1 0 0 0,-2 0 0 0 0,-1 1 0 0 0,0-1 0 0 0,-2 2 0 0 0,-1-1 0 0 0,-1 0 0 0 0,-1 48 0 0 0,-4-41-60 0 0,-1-1-1 0 0,-2 1 1 0 0,-1-2 0 0 0,-1 1 0 0 0,-2-1-1 0 0,-1 0 1 0 0,-1 0 0 0 0,-2-1 0 0 0,-21 35-1 0 0,8-20-29 0 0,0-3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8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1692 262 3681 0 0,'26'-34'882'0'0,"3"0"0"0"0,0 2 0 0 0,57-47 0 0 0,-71 66-243 0 0,74-57 13891 0 0,-133 104-14335 0 0,2 1 0 0 0,1 3 1 0 0,-39 45-1 0 0,37-38-149 0 0,-464 565-46 0 0,181-200 0 0 0,100-131 0 0 0,51-59 0 0 0,-32-5-8 0 0,11-13 99 0 0,172-176-50 0 0,14-16-42 0 0,1 1-1 0 0,0 0 1 0 0,0 1 0 0 0,-8 15-1 0 0,30-45-6732 0 0,-3-2-396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9.4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421 107 4145 0 0,'-245'67'3874'0'0,"69"-21"2928"0"0,308-89-357 0 0,99-44-5590 0 0,-45 16-499 0 0,-176 67-356 0 0,0 1-1 0 0,1 0 1 0 0,-1 0 0 0 0,1 1 0 0 0,19-1 0 0 0,-27 2 0 0 0,0 1 1 0 0,0 1-1 0 0,-1-1 0 0 0,1 0 1 0 0,0 1-1 0 0,-1-1 1 0 0,1 1-1 0 0,-1 0 0 0 0,1 0 1 0 0,0 0-1 0 0,-1 0 1 0 0,0 0-1 0 0,1 0 0 0 0,-1 1 1 0 0,0-1-1 0 0,0 1 1 0 0,1 0-1 0 0,-1-1 0 0 0,-1 1 1 0 0,1 0-1 0 0,0 0 1 0 0,0 1-1 0 0,-1-1 0 0 0,1 0 1 0 0,-1 0-1 0 0,0 1 1 0 0,1-1-1 0 0,0 5 0 0 0,2 7 25 0 0,0 0-1 0 0,-2 0 0 0 0,1 1 0 0 0,-2-1 1 0 0,0 1-1 0 0,0-1 0 0 0,-2 1 0 0 0,0-1 0 0 0,-3 18 1 0 0,-6 22 126 0 0,-19 56 0 0 0,18-71-130 0 0,5-19 19 0 0,-2 5-402 0 0,2 1 0 0 0,0 0-1 0 0,2 0 1 0 0,-2 31 0 0 0,7-35-7261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19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43 11522 0 0,'-6'-12'784'0'0,"-14"-18"3856"0"0,20 45-1036 0 0,3 15-2880 0 0,40 146 809 0 0,-18-82-1232 0 0,12 74 133 0 0,26 97-106 0 0,-60-255-534 0 0,0 0-1 0 0,1-1 0 0 0,0 1 0 0 0,0-1 0 0 0,1 0 0 0 0,1 0 1 0 0,-1 0-1 0 0,1-1 0 0 0,9 10 0 0 0,-10-14-735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0.3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0 274 6449 0 0,'4'-10'306'0'0,"-1"1"-1"0"0,1-1 1 0 0,1 1-1 0 0,0 0 0 0 0,0 1 1 0 0,0-1-1 0 0,1 1 1 0 0,1 0-1 0 0,-1 0 1 0 0,14-11-1 0 0,6-4 2113 0 0,51-34-1 0 0,-59 44-1369 0 0,0 1-1 0 0,2 0 1 0 0,-1 2-1 0 0,1 0 1 0 0,1 1-1 0 0,28-8 1 0 0,-47 16-1040 0 0,0 1 0 0 0,-1-1 0 0 0,1 1 0 0 0,-1-1 0 0 0,1 1 1 0 0,0 0-1 0 0,-1 0 0 0 0,1 0 0 0 0,0 0 0 0 0,-1 0 0 0 0,1 0 0 0 0,0 0 1 0 0,-1 0-1 0 0,1 1 0 0 0,0-1 0 0 0,-1 0 0 0 0,1 1 0 0 0,-1 0 1 0 0,1-1-1 0 0,-1 1 0 0 0,1 0 0 0 0,-1 0 0 0 0,1 0 0 0 0,-1 0 0 0 0,0 0 1 0 0,1 0-1 0 0,-1 0 0 0 0,0 0 0 0 0,0 0 0 0 0,0 1 0 0 0,0-1 0 0 0,0 0 1 0 0,0 1-1 0 0,0-1 0 0 0,-1 1 0 0 0,1-1 0 0 0,0 1 0 0 0,-1 0 0 0 0,1-1 1 0 0,-1 1-1 0 0,0-1 0 0 0,1 1 0 0 0,-1 0 0 0 0,0-1 0 0 0,0 1 1 0 0,0 0-1 0 0,0 2 0 0 0,-1 4 22 0 0,0 0 0 0 0,0 0-1 0 0,0-1 1 0 0,-1 1 0 0 0,0 0 0 0 0,-1 0 0 0 0,0-1 0 0 0,-6 12 0 0 0,-18 23-30 0 0,-2-1 0 0 0,-56 62 0 0 0,49-63 0 0 0,2 2 0 0 0,-29 48 0 0 0,61-88 19 0 0,1 0 0 0 0,-1 1 0 0 0,1-1 1 0 0,0 1-1 0 0,0-1 0 0 0,0 1 0 0 0,0-1 0 0 0,0 1 1 0 0,0 0-1 0 0,1-1 0 0 0,-1 1 0 0 0,1 0 0 0 0,0 0 1 0 0,0 3-1 0 0,1-4-3 0 0,-1 0-1 0 0,1-1 1 0 0,0 1-1 0 0,0-1 1 0 0,0 1 0 0 0,0-1-1 0 0,0 1 1 0 0,1-1 0 0 0,-1 1-1 0 0,0-1 1 0 0,1 0 0 0 0,-1 0-1 0 0,1 0 1 0 0,-1 0-1 0 0,1 0 1 0 0,-1 0 0 0 0,1 0-1 0 0,0 0 1 0 0,-1-1 0 0 0,1 1-1 0 0,3 0 1 0 0,31 9 188 0 0,0-3 0 0 0,0 0 0 0 0,0-3 1 0 0,49 1-1 0 0,-50-3-73 0 0,61 1 5 0 0,56 5-1313 0 0,-151-8 898 0 0,1 0 0 0 0,-1 0 1 0 0,1 0-1 0 0,-1 0 1 0 0,1 0-1 0 0,-1 1 0 0 0,1-1 1 0 0,-1 1-1 0 0,1-1 0 0 0,-1 1 1 0 0,0-1-1 0 0,1 1 0 0 0,-1 0 1 0 0,0 0-1 0 0,0-1 1 0 0,1 1-1 0 0,-1 0 0 0 0,0 0 1 0 0,0 1-1 0 0,0-1 0 0 0,0 0 1 0 0,0 0-1 0 0,0 0 1 0 0,0 1-1 0 0,-1-1 0 0 0,1 0 1 0 0,0 2-1 0 0,0 6-2352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0.6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31 5985 0 0,'-54'5'13372'0'0,"81"-6"-11278"0"0,154-15-689 0 0,-104 7-562 0 0,100 1-1 0 0,-144 9-929 0 0,22 1-1980 0 0,69-6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0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11522 0 0,'3'7'1009'0'0,"1"1"0"0"0,0 0-1 0 0,0-1 1 0 0,1 0 0 0 0,5 7-1 0 0,18 30 2540 0 0,-22-27-3059 0 0,0 0 0 0 0,-2 1 0 0 0,0-1 0 0 0,-1 1 0 0 0,-1 0 0 0 0,0 0 0 0 0,-2 0 0 0 0,-2 28 0 0 0,1-14 313 0 0,5 44-1 0 0,-3-68-931 0 0,-1-1 1 0 0,2 0 0 0 0,-1 0-1 0 0,1 0 1 0 0,0 0 0 0 0,0-1-1 0 0,1 1 1 0 0,0-1 0 0 0,0 1-1 0 0,1-1 1 0 0,-1 0-1 0 0,1 0 1 0 0,1 0 0 0 0,6 7-1 0 0,12 4-8884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6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 34 8754 0 0,'0'-1'266'0'0,"0"-1"0"0"0,-1 0 0 0 0,1 0 0 0 0,-1 1 0 0 0,0-1 0 0 0,0 0 1 0 0,0 1-1 0 0,0-1 0 0 0,0 1 0 0 0,0-1 0 0 0,0 1 0 0 0,0-1 0 0 0,0 1 0 0 0,-1 0 0 0 0,1 0 0 0 0,-1-1 1 0 0,1 1-1 0 0,-1 0 0 0 0,1 0 0 0 0,-1 1 0 0 0,0-1 0 0 0,1 0 0 0 0,-1 0 0 0 0,0 1 0 0 0,-2-1 0 0 0,2 1-126 0 0,-1 0 0 0 0,1 0-1 0 0,-1 1 1 0 0,1-1-1 0 0,-1 1 1 0 0,1 0-1 0 0,-1 0 1 0 0,1 0 0 0 0,0 0-1 0 0,0 0 1 0 0,-1 0-1 0 0,1 0 1 0 0,0 1 0 0 0,0-1-1 0 0,0 1 1 0 0,0 0-1 0 0,1-1 1 0 0,-1 1-1 0 0,-1 2 1 0 0,-7 8-1 0 0,1 0 0 0 0,1 1 0 0 0,0 0 0 0 0,1 0 0 0 0,1 0 0 0 0,0 1 0 0 0,-7 22 0 0 0,-21 106 294 0 0,33-132-391 0 0,-19 102 420 0 0,-8 172-1 0 0,26-205-276 0 0,3 0 1 0 0,4 0-1 0 0,15 82 0 0 0,-14-130-153 0 0,2 0 0 0 0,0 0-1 0 0,2-1 1 0 0,2 0 0 0 0,0-1-1 0 0,2 0 1 0 0,1-1 0 0 0,2-1-1 0 0,0 0 1 0 0,2-2 0 0 0,1 0-1 0 0,0 0 1 0 0,2-2 0 0 0,1-1-1 0 0,1-1 1 0 0,1-1 0 0 0,0-1-1 0 0,2-1 1 0 0,40 21 0 0 0,-3-10-1142 0 0,3-6-4010 0 0,-1-5-1813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6.6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31 158 8290 0 0,'-10'4'907'0'0,"9"-4"-1304"0"0,-1 1 1 0 0,1 0-1 0 0,-1 0 0 0 0,1 0 1 0 0,0 0-1 0 0,-1 0 1 0 0,1 0-1 0 0,0 1 1 0 0,0-1-1 0 0,0 0 1 0 0,0 1-1 0 0,0-1 0 0 0,-2 3 1 0 0,1 7 1912 0 0,3-11-1346 0 0,-1 1 1 0 0,1-1-1 0 0,-1 1 0 0 0,1-1 1 0 0,-1 0-1 0 0,0 1 0 0 0,1-1 1 0 0,-1 1-1 0 0,1-1 0 0 0,0 0 1 0 0,-1 0-1 0 0,1 1 1 0 0,-1-1-1 0 0,1 0 0 0 0,-1 0 1 0 0,1 0-1 0 0,0 1 0 0 0,-1-1 1 0 0,1 0-1 0 0,-1 0 0 0 0,1 0 1 0 0,0 0-1 0 0,-1 0 0 0 0,1 0 1 0 0,0-1-1 0 0,-1 1 0 0 0,1 0 1 0 0,-1 0-1 0 0,1 0 0 0 0,-1 0 1 0 0,2-1-1 0 0,22-5 1647 0 0,-23 6-1675 0 0,211-79 7759 0 0,-25 7-5970 0 0,-161 64-2056 0 0,46-14 126 0 0,-24 15-2999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6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9674 0 0,'4'24'3986'0'0,"22"165"4876"0"0,-16-108-9559 0 0,24 107 1 0 0,-26-162-6910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7.2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 7370 0 0,'-3'7'7141'0'0,"1"35"-4719"0"0,13 170-215 0 0,-6-177-1844 0 0,1 0 0 0 0,1 0 1 0 0,2-1-1 0 0,14 34 0 0 0,-22-65-366 0 0,20 42-292 0 0,-20-43 271 0 0,0 0 0 0 0,1 0 0 0 0,-1 0 0 0 0,1 1 0 0 0,-1-1-1 0 0,1 0 1 0 0,0-1 0 0 0,0 1 0 0 0,0 0 0 0 0,0 0 0 0 0,0-1 0 0 0,0 0 0 0 0,0 1 0 0 0,0-1-1 0 0,5 2 1 0 0,-5-3-28 0 0,-1 0-1 0 0,0 0 1 0 0,1 0-1 0 0,-1-1 0 0 0,0 1 1 0 0,1 0-1 0 0,-1-1 1 0 0,0 1-1 0 0,1-1 1 0 0,-1 1-1 0 0,0-1 0 0 0,0 0 1 0 0,0 1-1 0 0,0-1 1 0 0,0 0-1 0 0,0 0 1 0 0,0 0-1 0 0,0 0 0 0 0,0 0 1 0 0,0 0-1 0 0,0 0 1 0 0,0 0-1 0 0,-1 0 0 0 0,2-2 1 0 0,17-35-462 0 0,-15 29 411 0 0,31-83-470 0 0,6-11 424 0 0,-36 91 164 0 0,2 1-1 0 0,-1 0 1 0 0,1 0-1 0 0,1 1 1 0 0,0 0 0 0 0,12-13-1 0 0,-18 21 63 0 0,0 0 0 0 0,0 0 0 0 0,0 0 0 0 0,0 0 0 0 0,1 1 0 0 0,-1-1 0 0 0,1 1 0 0 0,-1-1 0 0 0,1 1 0 0 0,0 0 0 0 0,-1 0-1 0 0,1 0 1 0 0,0 0 0 0 0,0 0 0 0 0,-1 1 0 0 0,1-1 0 0 0,0 1 0 0 0,0 0 0 0 0,0 0 0 0 0,0 0 0 0 0,0 0 0 0 0,0 0 0 0 0,4 2 0 0 0,-3-1 84 0 0,-1 1 1 0 0,1 0 0 0 0,-1 0-1 0 0,0 0 1 0 0,0 1 0 0 0,0-1-1 0 0,0 1 1 0 0,0-1-1 0 0,0 1 1 0 0,-1 0 0 0 0,1 0-1 0 0,-1 0 1 0 0,0 1-1 0 0,0-1 1 0 0,0 0 0 0 0,0 1-1 0 0,1 4 1 0 0,66 141 178 0 0,-39-85-6979 0 0,-18-40-313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7.6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0 267 5065 0 0,'7'-1'242'0'0,"0"0"0"0"0,0 0-1 0 0,-1 0 1 0 0,1-1 0 0 0,0 0 0 0 0,-1 0 0 0 0,0-1-1 0 0,0 0 1 0 0,1 0 0 0 0,-2 0 0 0 0,1-1 0 0 0,7-5-1 0 0,-4 1 31 0 0,0 1 1 0 0,0-1-1 0 0,-1-1 0 0 0,0 1 0 0 0,-1-2 0 0 0,9-11 0 0 0,-12 14 73 0 0,-1 0 1 0 0,0-1-1 0 0,0 1 0 0 0,0-1 1 0 0,-1 1-1 0 0,0-1 0 0 0,1-9 1 0 0,-2 12 2 0 0,0 0 1 0 0,-1 0-1 0 0,0 0 1 0 0,0-1 0 0 0,0 1-1 0 0,-1 0 1 0 0,1 0 0 0 0,-1 1-1 0 0,-1-1 1 0 0,1 0-1 0 0,0 0 1 0 0,-5-7 0 0 0,6 10-302 0 0,-1 1 1 0 0,0 0 0 0 0,0 0 0 0 0,0 0 0 0 0,1-1-1 0 0,-1 1 1 0 0,0 0 0 0 0,-1 0 0 0 0,1 0-1 0 0,0 0 1 0 0,0 1 0 0 0,0-1 0 0 0,0 0 0 0 0,-1 0-1 0 0,1 1 1 0 0,0-1 0 0 0,-1 1 0 0 0,1-1-1 0 0,-1 1 1 0 0,1 0 0 0 0,0-1 0 0 0,-1 1-1 0 0,1 0 1 0 0,-3 0 0 0 0,1 0-52 0 0,0 1 1 0 0,0-1-1 0 0,-1 1 1 0 0,1 0-1 0 0,0 0 1 0 0,0 1-1 0 0,0-1 0 0 0,0 0 1 0 0,0 1-1 0 0,-4 2 1 0 0,-1 3-173 0 0,-1 0 0 0 0,1 0 0 0 0,0 1 0 0 0,1-1 1 0 0,-12 16-1 0 0,17-19 129 0 0,-1 0 0 0 0,1 0 0 0 0,0 0-1 0 0,0 1 1 0 0,0-1 0 0 0,0 0 0 0 0,1 1 0 0 0,-1 0 0 0 0,1-1 0 0 0,0 1 0 0 0,1 0 0 0 0,-1 0 0 0 0,1-1 0 0 0,0 1 0 0 0,0 0 0 0 0,1 0 0 0 0,1 8 0 0 0,0-7 168 0 0,0 1 0 0 0,1-1 0 0 0,0 0 0 0 0,0 0 0 0 0,0 0 0 0 0,0 0 1 0 0,1 0-1 0 0,0-1 0 0 0,1 0 0 0 0,-1 1 0 0 0,9 6 0 0 0,-5-5-52 0 0,0-1 0 0 0,1 0 0 0 0,0 0 0 0 0,-1-1 0 0 0,2 0 0 0 0,-1 0 0 0 0,1-1-1 0 0,-1-1 1 0 0,16 5 0 0 0,-18-7-347 0 0,0 0 0 0 0,0 0-1 0 0,0 0 1 0 0,0-1 0 0 0,0 0-1 0 0,0 0 1 0 0,0-1 0 0 0,10-1-1 0 0,0-3-1355 0 0,0-1 1 0 0,28-12-1 0 0,-25 6-2665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7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1 141 5529 0 0,'0'0'250'0'0,"24"13"5287"0"0,19 26 629 0 0,-33-29-5561 0 0,-1 1 0 0 0,0 0-1 0 0,-1 0 1 0 0,0 1 0 0 0,0 0 0 0 0,-2 0 0 0 0,11 24 0 0 0,-18-39-594 0 0,-5-13 296 0 0,0 0 0 0 0,2-1 0 0 0,0 0-1 0 0,1 0 1 0 0,-1-30 0 0 0,5 22-827 0 0,1-1 0 0 0,1 1 0 0 0,2-1 0 0 0,7-25 0 0 0,-6 30-7266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8.6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 2304 0 0,'2'0'514'0'0,"0"1"-1"0"0,-1 0 1 0 0,1-1-1 0 0,0 1 1 0 0,0 0-1 0 0,-1 0 1 0 0,1 0-1 0 0,-1 0 1 0 0,1 0-1 0 0,-1 0 1 0 0,1 0-1 0 0,-1 1 1 0 0,0-1-1 0 0,1 1 0 0 0,-1-1 1 0 0,0 1-1 0 0,0-1 1 0 0,0 1-1 0 0,1 3 1 0 0,17 35 4713 0 0,-18-38-5044 0 0,55 172 3699 0 0,-50-154-3799 0 0,-6-20-84 0 0,0 0 1 0 0,0 1-1 0 0,0-1 1 0 0,0 0 0 0 0,0 1-1 0 0,0-1 1 0 0,0 0-1 0 0,0 1 1 0 0,0-1-1 0 0,1 0 1 0 0,-1 0 0 0 0,0 1-1 0 0,0-1 1 0 0,0 0-1 0 0,0 0 1 0 0,1 1-1 0 0,-1-1 1 0 0,0 0 0 0 0,0 0-1 0 0,1 0 1 0 0,-1 1-1 0 0,0-1 1 0 0,0 0-1 0 0,1 0 1 0 0,-1 0-1 0 0,0 0 1 0 0,0 0 0 0 0,1 0-1 0 0,-1 1 1 0 0,0-1-1 0 0,1 0 1 0 0,-1 0-1 0 0,0 0 1 0 0,1 0 0 0 0,-1 0-1 0 0,0 0 1 0 0,0 0-1 0 0,1 0 1 0 0,-1 0-1 0 0,14-10-141 0 0,7-20-258 0 0,-20 30 382 0 0,29-53-230 0 0,-23 38 170 0 0,1 1 1 0 0,0 0-1 0 0,2 0 1 0 0,-1 1-1 0 0,1 0 1 0 0,13-12-1 0 0,-21 24 105 0 0,0 0-1 0 0,-1 0 0 0 0,1 0 1 0 0,0 0-1 0 0,0 1 0 0 0,0-1 1 0 0,0 1-1 0 0,0-1 0 0 0,0 1 0 0 0,0 0 1 0 0,0-1-1 0 0,0 1 0 0 0,0 0 1 0 0,0 0-1 0 0,0 0 0 0 0,-1 1 1 0 0,1-1-1 0 0,0 0 0 0 0,0 1 1 0 0,0 0-1 0 0,0-1 0 0 0,0 1 0 0 0,0 0 1 0 0,0 0-1 0 0,-1 0 0 0 0,1 0 1 0 0,0 0-1 0 0,-1 0 0 0 0,1 0 1 0 0,-1 1-1 0 0,1-1 0 0 0,1 3 1 0 0,2 1 81 0 0,0 0 1 0 0,0 0-1 0 0,0 1 1 0 0,0 0-1 0 0,-1 0 1 0 0,0 0-1 0 0,5 12 1 0 0,0 4-128 0 0,-7-14 0 0 0,1 0-1 0 0,0 0 0 0 0,0 0 0 0 0,1 0 0 0 0,0 0 0 0 0,1-1 0 0 0,6 9 0 0 0,5-57-1643 0 0,-8 20 1600 0 0,1 2 0 0 0,1-1 0 0 0,1 1 0 0 0,1 1 0 0 0,0 0 0 0 0,1 0 0 0 0,1 2-1 0 0,26-25 1 0 0,-38 39 121 0 0,-1 1 0 0 0,1-1 1 0 0,-1 1-1 0 0,1-1 0 0 0,0 1 0 0 0,0 0 0 0 0,0 0 0 0 0,0 0 0 0 0,0 0 0 0 0,0 0 0 0 0,0 0 0 0 0,0 0 0 0 0,0 1 0 0 0,1-1 1 0 0,-1 1-1 0 0,0 0 0 0 0,0-1 0 0 0,0 1 0 0 0,1 0 0 0 0,-1 0 0 0 0,0 1 0 0 0,0-1 0 0 0,1 0 0 0 0,-1 1 0 0 0,0-1 1 0 0,0 1-1 0 0,0 0 0 0 0,0 0 0 0 0,0-1 0 0 0,0 2 0 0 0,0-1 0 0 0,0 0 0 0 0,0 0 0 0 0,0 0 0 0 0,2 3 0 0 0,4 5 97 0 0,1 0 0 0 0,-2 1 0 0 0,1 0 0 0 0,-1 1 0 0 0,8 15 0 0 0,10 15-367 0 0,-4-21-851 0 0,-10-11-51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8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6449 0 0,'2'1'363'0'0,"0"-1"0"0"0,0 1 1 0 0,1-1-1 0 0,-1 1 0 0 0,0 0 0 0 0,-1 0 0 0 0,1 0 0 0 0,0 0 0 0 0,0 1 0 0 0,0-1 0 0 0,-1 0 0 0 0,1 1 0 0 0,0-1 0 0 0,-1 1 0 0 0,1 0 0 0 0,-1-1 0 0 0,0 1 0 0 0,2 3 0 0 0,19 35 3823 0 0,-15-22-3365 0 0,-1 0-1 0 0,-1 0 1 0 0,0 1-1 0 0,-2 0 1 0 0,2 22-1 0 0,6 29-7121 0 0,-7-52-636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9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14747 0 0,'11'29'4061'0'0,"-2"9"-3355"0"0,1 46-6713 0 0,-10-65 5383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9.2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18 4609 0 0,'0'0'111'0'0,"0"-1"1"0"0,0 0-1 0 0,0 0 0 0 0,-1 0 1 0 0,1 0-1 0 0,0 1 0 0 0,0-1 1 0 0,-1 0-1 0 0,1 0 0 0 0,-1 1 1 0 0,1-1-1 0 0,-1 0 0 0 0,1 1 1 0 0,-1-1-1 0 0,1 1 0 0 0,-1-1 1 0 0,1 0-1 0 0,-1 1 0 0 0,0-1 0 0 0,1 1 1 0 0,-1-1-1 0 0,0 1 0 0 0,0 0 1 0 0,1-1-1 0 0,-1 1 0 0 0,0 0 1 0 0,0 0-1 0 0,0-1 0 0 0,1 1 1 0 0,-1 0-1 0 0,0 0 0 0 0,0 0 1 0 0,0 0-1 0 0,0 0 0 0 0,1 0 1 0 0,-1 0-1 0 0,0 0 0 0 0,0 0 1 0 0,0 1-1 0 0,1-1 0 0 0,-1 0 1 0 0,0 0-1 0 0,-1 1 0 0 0,-36 13 2465 0 0,24-5-1904 0 0,0-1 0 0 0,1 2 0 0 0,-14 12 0 0 0,23-18-562 0 0,0 0 0 0 0,0-1-1 0 0,0 2 1 0 0,1-1-1 0 0,-1 0 1 0 0,1 1-1 0 0,0-1 1 0 0,0 1-1 0 0,1 0 1 0 0,-1 0-1 0 0,1 0 1 0 0,-2 10-1 0 0,4-13-78 0 0,0 1-1 0 0,0-1 1 0 0,0 0-1 0 0,1 0 1 0 0,-1 0-1 0 0,1 0 1 0 0,0 0-1 0 0,0-1 1 0 0,-1 1-1 0 0,1 0 1 0 0,0 0-1 0 0,1 0 1 0 0,-1-1-1 0 0,0 1 1 0 0,0 0-1 0 0,1-1 1 0 0,-1 1-1 0 0,1-1 0 0 0,-1 0 1 0 0,4 3-1 0 0,40 24 600 0 0,-36-23-419 0 0,-2-1-110 0 0,0 0 1 0 0,-1 1-1 0 0,1 0 0 0 0,-1 0 1 0 0,0 0-1 0 0,-1 1 1 0 0,1 0-1 0 0,-1 0 1 0 0,9 13-1 0 0,-12-14-341 0 0,1 0 0 0 0,-1 0 0 0 0,0 1 0 0 0,0-1-1 0 0,0 0 1 0 0,-1 1 0 0 0,1-1 0 0 0,-2 1 0 0 0,1 0 0 0 0,0-1 0 0 0,-1 1 0 0 0,0 0 0 0 0,-1-1 0 0 0,-1 11 0 0 0,-2 1-5311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9.5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9218 0 0,'0'8'5294'0'0,"2"25"-2326"0"0,4 58 486 0 0,10 108-1026 0 0,-10-163-2371 0 0,0 0 1 0 0,3 0-1 0 0,19 51 1 0 0,-11-45-788 0 0,-6-14-5298 0 0,-1-7-1204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29.7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1 212 7370 0 0,'3'-3'441'0'0,"0"0"0"0"0,0 0 0 0 0,1 1 0 0 0,-1-1 0 0 0,1 1 0 0 0,0 0 1 0 0,-1 0-1 0 0,1 0 0 0 0,0 1 0 0 0,0-1 0 0 0,8-1 0 0 0,4-3 40 0 0,129-63 2758 0 0,-45 19-3711 0 0,2 9-3927 0 0,-68 30 2798 0 0,-4 5 948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0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5 2761 0 0,'-9'6'2327'0'0,"1"2"1"0"0,0-1 0 0 0,-9 12-1 0 0,11-11-1604 0 0,0 0 0 0 0,0 1 0 0 0,1 0 0 0 0,-5 10-1 0 0,7-15-625 0 0,2 0 0 0 0,-1 0 0 0 0,0 0 0 0 0,1 1 0 0 0,0-1 0 0 0,-1 0 0 0 0,2 1 0 0 0,-1-1 0 0 0,1 1 0 0 0,-1-1 0 0 0,1 1 0 0 0,0-1 1 0 0,1 1-1 0 0,-1-1 0 0 0,1 1 0 0 0,0-1 0 0 0,0 1 0 0 0,0-1 0 0 0,1 0 0 0 0,-1 0 0 0 0,1 0 0 0 0,0 0 0 0 0,1 0 0 0 0,3 6 0 0 0,-4-8-15 0 0,1 1 0 0 0,-1-1 0 0 0,1 0 0 0 0,0 0 0 0 0,0 0 0 0 0,-1-1 0 0 0,1 1 0 0 0,0-1 0 0 0,0 1 0 0 0,1-1 0 0 0,-1 0 0 0 0,0 0 1 0 0,0 0-1 0 0,0-1 0 0 0,1 1 0 0 0,-1-1 0 0 0,0 0 0 0 0,1 0 0 0 0,-1 0 0 0 0,0 0 0 0 0,1 0 0 0 0,-1-1 0 0 0,0 0 0 0 0,1 1 1 0 0,-1-1-1 0 0,0 0 0 0 0,0-1 0 0 0,0 1 0 0 0,0-1 0 0 0,0 1 0 0 0,0-1 0 0 0,0 0 0 0 0,-1 0 0 0 0,1 0 0 0 0,-1 0 0 0 0,1-1 0 0 0,-1 1 1 0 0,0-1-1 0 0,0 1 0 0 0,0-1 0 0 0,0 0 0 0 0,0 0 0 0 0,-1 1 0 0 0,1-1 0 0 0,-1-1 0 0 0,0 1 0 0 0,0 0 0 0 0,0 0 0 0 0,0 0 1 0 0,0-1-1 0 0,-1 1 0 0 0,1-5 0 0 0,-2 2-56 0 0,1 0 1 0 0,-1 0-1 0 0,0 1 1 0 0,-1-1-1 0 0,1 0 1 0 0,-1 1-1 0 0,0-1 1 0 0,-1 1-1 0 0,1 0 1 0 0,-1-1 0 0 0,0 1-1 0 0,0 0 1 0 0,-1 1-1 0 0,1-1 1 0 0,-1 1-1 0 0,0-1 1 0 0,-5-3-1 0 0,-2-1-644 0 0,0 0 0 0 0,-1 0 0 0 0,0 1 1 0 0,-1 1-1 0 0,-24-11 0 0 0,31 16 607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0.2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1 164 2304 0 0,'0'0'73'0'0,"16"8"2706"0"0,0 0 0 0 0,0 1 0 0 0,-1 0 1 0 0,0 1-1 0 0,23 22 0 0 0,-42-37-2405 0 0,0 0 0 0 0,1 0 1 0 0,0 0-1 0 0,0 0 0 0 0,0-1 0 0 0,0 1 1 0 0,1-1-1 0 0,0 0 0 0 0,0 0 0 0 0,1 0 0 0 0,0 0 1 0 0,0 0-1 0 0,0 0 0 0 0,0 0 0 0 0,2-11 0 0 0,-1 9-486 0 0,0 1-1 0 0,1 0 1 0 0,0-1 0 0 0,1 1-1 0 0,-1 0 1 0 0,1 0-1 0 0,1 0 1 0 0,-1 0-1 0 0,1 0 1 0 0,1 1-1 0 0,-1-1 1 0 0,1 1-1 0 0,8-11 1 0 0,4 2-5596 0 0,2 0-1927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0.6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 12443 0 0,'0'0'132'0'0,"0"0"1"0"0,-1 1 0 0 0,1-1 0 0 0,0 0 0 0 0,-1 1 0 0 0,1-1-1 0 0,0 1 1 0 0,0-1 0 0 0,-1 0 0 0 0,1 1 0 0 0,0-1 0 0 0,0 1-1 0 0,0-1 1 0 0,0 1 0 0 0,0-1 0 0 0,-1 1 0 0 0,1-1 0 0 0,0 0-1 0 0,0 1 1 0 0,0-1 0 0 0,0 1 0 0 0,0-1 0 0 0,1 1 0 0 0,-1-1-1 0 0,0 1 1 0 0,0-1 0 0 0,0 1 0 0 0,0-1 0 0 0,0 1-1 0 0,1-1 1 0 0,-1 0 0 0 0,0 1 0 0 0,0-1 0 0 0,1 1 0 0 0,7 19 1532 0 0,14 20 267 0 0,33 43-1 0 0,-1-1-1258 0 0,64 126 303 0 0,-91-154-739 0 0,-2 1-1 0 0,17 61 0 0 0,-33-85-184 0 0,-1 1-1 0 0,-1 0 0 0 0,-2-1 0 0 0,-2 2 0 0 0,0 42 1 0 0,-4-51-78 0 0,-1-1 1 0 0,-1 1-1 0 0,-1-1 1 0 0,-1 0-1 0 0,-1 0 1 0 0,-1-1-1 0 0,-1 0 1 0 0,-14 28-1 0 0,-13 11-315 0 0,-9-2-97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4.0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43 10594 0 0,'-8'-42'10319'0'0,"16"66"-9053"0"0,25 98-629 0 0,25 180-1 0 0,6 29-930 0 0,-61-316-395 0 0,2-1-1 0 0,0 0 1 0 0,1 0-1 0 0,8 14 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4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88 10594 0 0,'-7'-26'1141'0'0,"6"21"-532"0"0,0 0 1 0 0,0 0 0 0 0,0 0 0 0 0,-1 0 0 0 0,1 1 0 0 0,-1-1 0 0 0,-1 0 0 0 0,1 1 0 0 0,0 0 0 0 0,-1-1-1 0 0,-4-4 1 0 0,6 9-546 0 0,1 0-1 0 0,-1 0 1 0 0,1 0-1 0 0,-1 0 1 0 0,1 0 0 0 0,-1 0-1 0 0,1 0 1 0 0,-1 1-1 0 0,1-1 1 0 0,0 0-1 0 0,-1 0 1 0 0,1 0-1 0 0,-1 1 1 0 0,1-1-1 0 0,-1 0 1 0 0,1 0-1 0 0,0 1 1 0 0,-1-1-1 0 0,1 1 1 0 0,0-1-1 0 0,-1 0 1 0 0,1 1-1 0 0,0-1 1 0 0,0 0-1 0 0,-1 1 1 0 0,1-1-1 0 0,0 1 1 0 0,0-1-1 0 0,0 1 1 0 0,-1-1-1 0 0,1 1 1 0 0,0-1-1 0 0,0 1 1 0 0,0-1-1 0 0,0 1 1 0 0,0 0 0 0 0,-6 21 402 0 0,-3 25-366 0 0,3 0 1 0 0,2 0-1 0 0,1 0 0 0 0,9 90 0 0 0,-5-121-204 0 0,2-1-1 0 0,0 1 0 0 0,1-1 1 0 0,0 0-1 0 0,1 0 0 0 0,1 0 0 0 0,1-1 1 0 0,0 0-1 0 0,0 0 0 0 0,2 0 0 0 0,12 15 1 0 0,-16-23-9 0 0,0 0 0 0 0,0-1 0 0 0,1 0 0 0 0,-1 0 0 0 0,1 0 0 0 0,0-1 0 0 0,0 0 0 0 0,1 0 0 0 0,-1-1 0 0 0,1 1 0 0 0,0-1 0 0 0,0-1 0 0 0,0 0 0 0 0,0 0 0 0 0,1 0 0 0 0,-1 0 0 0 0,0-1 0 0 0,1-1 0 0 0,-1 1 0 0 0,1-1 0 0 0,-1 0 0 0 0,0-1 0 0 0,1 0 0 0 0,-1 0 0 0 0,13-4 0 0 0,0-3 80 0 0,0 0 0 0 0,0-2 0 0 0,-1 0 0 0 0,-1-1 0 0 0,0 0 0 0 0,-1-2 1 0 0,0 0-1 0 0,0-1 0 0 0,-2-1 0 0 0,0-1 0 0 0,0 0 0 0 0,-2 0 0 0 0,13-20 0 0 0,-22 28 153 0 0,0 1 0 0 0,0-2 0 0 0,-1 1 0 0 0,0 0 1 0 0,0 0-1 0 0,-1-1 0 0 0,0 0 0 0 0,-1 1 0 0 0,0-1 0 0 0,0 0 0 0 0,0 0 1 0 0,-1 1-1 0 0,-1-1 0 0 0,0 0 0 0 0,0 0 0 0 0,0 1 0 0 0,-1-1 0 0 0,-1 0 1 0 0,1 1-1 0 0,-2 0 0 0 0,1 0 0 0 0,-1 0 0 0 0,-8-13 0 0 0,4 8-9 0 0,0 0 0 0 0,-2 1 0 0 0,1 0 0 0 0,-2 1 0 0 0,0 0 0 0 0,0 0 0 0 0,0 2 0 0 0,-2-1 0 0 0,1 1 0 0 0,-1 1 0 0 0,0 0 0 0 0,-26-10 0 0 0,22 11-258 0 0,0 1 1 0 0,-1 1-1 0 0,-33-6 1 0 0,8 12-2575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4.7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13363 0 0,'-1'15'5552'0'0,"7"24"-3663"0"0,-3-24-1018 0 0,12 201 986 0 0,-13-138-1817 0 0,20 118 0 0 0,-18-178-723 0 0,2-1 0 0 0,0 1-1 0 0,0-1 1 0 0,11 18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5.0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272 1 12755 0 0,'-54'44'6222'0'0,"12"-5"-5519"0"0,3 2 0 0 0,0 1 0 0 0,-41 60 0 0 0,78-99-645 0 0,0 0 1 0 0,0 0 0 0 0,0 0 0 0 0,1 0 0 0 0,-1 0-1 0 0,1 0 1 0 0,0 0 0 0 0,0 1 0 0 0,0-1-1 0 0,0 1 1 0 0,0-1 0 0 0,1 1 0 0 0,-1-1 0 0 0,1 1-1 0 0,0-1 1 0 0,0 1 0 0 0,1-1 0 0 0,-1 1-1 0 0,2 3 1 0 0,-1-2-21 0 0,1-1 0 0 0,0 0 0 0 0,0 1 0 0 0,1-1 0 0 0,-1 0 0 0 0,1 0 1 0 0,0-1-1 0 0,0 1 0 0 0,0-1 0 0 0,1 1 0 0 0,-1-1 0 0 0,7 4 0 0 0,3 2 34 0 0,0-1-1 0 0,1-1 1 0 0,0 0 0 0 0,0-1 0 0 0,1 0 0 0 0,0-1-1 0 0,24 4 1 0 0,-24-7-54 0 0,1-1 0 0 0,-1-1 0 0 0,1 0-1 0 0,0-1 1 0 0,-1-1 0 0 0,0 0 0 0 0,1-1-1 0 0,18-6 1 0 0,30-6-2453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5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264 1 13827 0 0,'-18'19'714'0'0,"2"0"-1"0"0,0 2 1 0 0,2 0 0 0 0,0 1-1 0 0,-17 35 1 0 0,9-6-258 0 0,-25 80 0 0 0,24-55-133 0 0,4 1-1 0 0,3 0 1 0 0,3 2 0 0 0,4 0-1 0 0,3 0 1 0 0,8 127-1 0 0,1-178-117 0 0,0 0-1 0 0,3 0 1 0 0,0 0-1 0 0,1-1 1 0 0,2 0-1 0 0,1 0 1 0 0,1-1-1 0 0,1 0 1 0 0,20 30-1 0 0,-22-41-294 0 0,1 0 0 0 0,1-1-1 0 0,0-1 1 0 0,0 0 0 0 0,1-1-1 0 0,25 18 1 0 0,-26-22-573 0 0,2 0-1 0 0,-1 0 1 0 0,1-1 0 0 0,0-1-1 0 0,1-1 1 0 0,-1 0 0 0 0,1-1 0 0 0,23 4-1 0 0,16-2-6520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6.0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 53 15203 0 0,'-1'-4'405'0'0,"0"0"0"0"0,0 0-1 0 0,-1 0 1 0 0,1 0 0 0 0,-1 0 0 0 0,0 0-1 0 0,0 1 1 0 0,0-1 0 0 0,0 1-1 0 0,-4-4 1 0 0,6 6-329 0 0,-1 0 0 0 0,0 1 0 0 0,0-1 0 0 0,0 0 1 0 0,0 1-1 0 0,0-1 0 0 0,0 1 0 0 0,0-1 0 0 0,0 1 0 0 0,0-1 0 0 0,0 1 0 0 0,0 0 0 0 0,0 0 0 0 0,0-1 0 0 0,0 1 0 0 0,0 0 0 0 0,0 0 0 0 0,0 0 0 0 0,0 0 1 0 0,0 0-1 0 0,0 0 0 0 0,0 1 0 0 0,0-1 0 0 0,0 0 0 0 0,0 0 0 0 0,-1 1 0 0 0,1-1 0 0 0,1 1 0 0 0,-1-1 0 0 0,0 1 0 0 0,0-1 0 0 0,0 1 0 0 0,0 0 1 0 0,0-1-1 0 0,0 1 0 0 0,1 0 0 0 0,-1 0 0 0 0,0-1 0 0 0,0 1 0 0 0,1 0 0 0 0,-1 0 0 0 0,1 0 0 0 0,-1 0 0 0 0,0 1 0 0 0,-7 10 17 0 0,0 0 0 0 0,1 1 0 0 0,0 0 0 0 0,1 1 0 0 0,1-1 0 0 0,-8 27 0 0 0,6-7 43 0 0,-8 64 0 0 0,13-64-65 0 0,1 0 0 0 0,2 0 0 0 0,1 0 1 0 0,1 0-1 0 0,2-1 0 0 0,2 1 0 0 0,0-1 0 0 0,2 0 0 0 0,2-1 0 0 0,1 0 0 0 0,1-1 0 0 0,33 55 0 0 0,-20-41-208 0 0,30 70 0 0 0,-47-92-1062 0 0,-1 1-1 0 0,9 45 0 0 0,-14-48-6425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6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1 179 1376 0 0,'0'-1'246'0'0,"0"-1"-1"0"0,0 1 1 0 0,1 0-1 0 0,-1 0 1 0 0,1 0-1 0 0,-1 0 1 0 0,1 0-1 0 0,0 0 0 0 0,-1 0 1 0 0,1 0-1 0 0,0 0 1 0 0,0 1-1 0 0,-1-1 1 0 0,1 0-1 0 0,0 0 1 0 0,0 1-1 0 0,0-1 1 0 0,0 0-1 0 0,2 0 0 0 0,27-14 4258 0 0,-17 9-3063 0 0,105-62 4649 0 0,-30 16-8141 0 0,-55 34-3867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0 11522 0 0,'-1'1'251'0'0,"0"0"-1"0"0,0 0 1 0 0,0 0-1 0 0,1 0 1 0 0,-1 0-1 0 0,0 0 1 0 0,1 0-1 0 0,-1 0 1 0 0,1 1-1 0 0,-1-1 1 0 0,1 0-1 0 0,-1 0 1 0 0,1 0-1 0 0,0 1 1 0 0,-1-1-1 0 0,1 0 1 0 0,0 2-1 0 0,-2 32 2869 0 0,2-18-2354 0 0,-6 32 125 0 0,-4 73 2167 0 0,13-62-4477 0 0,-1-49-25 0 0,0-1 0 0 0,0 0-1 0 0,6 15 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6.5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62 3209 0 0,'-27'-61'16592'0'0,"27"79"-14285"0"0,0 28-4735 0 0,7-4-1147 0 0,-2-22 1721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6.8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13 13363 0 0,'0'0'35'0'0,"0"0"0"0"0,0 0 0 0 0,-1 0 0 0 0,1 0 1 0 0,0 0-1 0 0,0-1 0 0 0,0 1 0 0 0,-1 0 0 0 0,1 0 0 0 0,0 0 0 0 0,0-1 0 0 0,0 1 1 0 0,-1 0-1 0 0,1 0 0 0 0,0-1 0 0 0,0 1 0 0 0,0 0 0 0 0,0 0 0 0 0,0-1 1 0 0,0 1-1 0 0,0 0 0 0 0,0 0 0 0 0,0-1 0 0 0,0 1 0 0 0,0 0 0 0 0,0-1 0 0 0,0 1 1 0 0,0 0-1 0 0,0 0 0 0 0,0-1 0 0 0,0 1 0 0 0,0 0 0 0 0,0 0 0 0 0,0-1 1 0 0,0 1-1 0 0,0 0 0 0 0,0 0 0 0 0,0-1 0 0 0,1 1 0 0 0,11-3 1201 0 0,18 5 725 0 0,-22 1-1628 0 0,-1 0 1 0 0,0 0-1 0 0,0 1 0 0 0,0 0 1 0 0,-1 0-1 0 0,1 1 0 0 0,-1 0 1 0 0,0 0-1 0 0,0 0 0 0 0,-1 1 1 0 0,1-1-1 0 0,4 9 0 0 0,10 13 230 0 0,25 47 0 0 0,-13-19-182 0 0,-24-43-450 0 0,0 0-1 0 0,0-1 1 0 0,1 1 0 0 0,1-2-1 0 0,0 1 1 0 0,0-1 0 0 0,1-1-1 0 0,0 0 1 0 0,1 0 0 0 0,0-1-1 0 0,14 7 1 0 0,-7-7-315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7.0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437 13 7370 0 0,'-1'-1'306'0'0,"0"0"1"0"0,1 0-1 0 0,-1 0 1 0 0,0 0 0 0 0,0 1-1 0 0,0-1 1 0 0,0 0 0 0 0,0 0-1 0 0,0 1 1 0 0,0-1 0 0 0,0 0-1 0 0,0 1 1 0 0,0 0 0 0 0,-1-1-1 0 0,1 1 1 0 0,0-1-1 0 0,0 1 1 0 0,0 0 0 0 0,-1 0-1 0 0,1 0 1 0 0,0 0 0 0 0,-3 0-1 0 0,0 0 134 0 0,0 1 0 0 0,0 0 0 0 0,0 0 0 0 0,0 0 0 0 0,0 1 0 0 0,-8 3-1 0 0,-3 3 287 0 0,0 2-1 0 0,-19 13 1 0 0,34-22-689 0 0,-30 22 354 0 0,2 2 1 0 0,1 1-1 0 0,1 1 1 0 0,1 1-1 0 0,2 1 1 0 0,0 1-1 0 0,-19 36 1 0 0,27-39-679 0 0,1 1 1 0 0,2 0-1 0 0,1 1 0 0 0,1 0 1 0 0,-9 41-1 0 0,14-40-7277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7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103 224 4145 0 0,'11'10'5802'0'0,"-10"-10"-5356"0"0,0 1 1 0 0,0-1-1 0 0,0 1 0 0 0,0-1 1 0 0,0 0-1 0 0,0 0 0 0 0,1 0 1 0 0,-1 1-1 0 0,2-1 0 0 0,27 2 2822 0 0,-27-2-3233 0 0,-1-1 0 0 0,1 1-1 0 0,0-1 1 0 0,-1 1-1 0 0,1-1 1 0 0,-1 0 0 0 0,1 0-1 0 0,-1 0 1 0 0,0-1 0 0 0,1 1-1 0 0,-1-1 1 0 0,0 1-1 0 0,0-1 1 0 0,0 0 0 0 0,0 1-1 0 0,0-1 1 0 0,2-4-1 0 0,-1 2 80 0 0,0 0 0 0 0,0-1-1 0 0,-1 0 1 0 0,0 0-1 0 0,0 0 1 0 0,0 0-1 0 0,0 0 1 0 0,0-8-1 0 0,0 3 25 0 0,-1 0 0 0 0,0 1 0 0 0,-1-1-1 0 0,0 0 1 0 0,0 0 0 0 0,-1 0-1 0 0,-1 0 1 0 0,1 0 0 0 0,-5-10-1 0 0,6 17-141 0 0,-1 0 0 0 0,0 0 0 0 0,-1 1 0 0 0,1-1 0 0 0,0 0 0 0 0,-1 0 0 0 0,1 1 0 0 0,-1-1 0 0 0,0 1 0 0 0,0 0 0 0 0,0-1 0 0 0,0 1 0 0 0,-1 0 0 0 0,1 0 0 0 0,0 0 0 0 0,-1 1 0 0 0,1-1 0 0 0,-1 0 0 0 0,0 1 0 0 0,0 0 0 0 0,1 0 0 0 0,-1-1 0 0 0,0 2 0 0 0,0-1 0 0 0,0 0 0 0 0,0 1-1 0 0,0-1 1 0 0,0 1 0 0 0,0 0 0 0 0,0 0 0 0 0,0 0 0 0 0,0 0 0 0 0,-1 1 0 0 0,1-1 0 0 0,1 1 0 0 0,-1 0 0 0 0,0 0 0 0 0,-6 2 0 0 0,2 0-8 0 0,-1 1-1 0 0,1 0 1 0 0,0 0 0 0 0,0 0-1 0 0,0 1 1 0 0,1 0-1 0 0,0 0 1 0 0,0 1 0 0 0,0-1-1 0 0,0 1 1 0 0,1 1-1 0 0,0-1 1 0 0,-7 14 0 0 0,8-13 3 0 0,1 0 0 0 0,0 1 0 0 0,0-1 0 0 0,1 1 0 0 0,0 0 0 0 0,0 0 0 0 0,1 0 0 0 0,0 0 0 0 0,1 0 0 0 0,-1 0 0 0 0,1 0 0 0 0,1 0 0 0 0,0 0 0 0 0,0 0 0 0 0,0-1 0 0 0,1 1 0 0 0,0 0 0 0 0,1 0 0 0 0,0-1 1 0 0,0 1-1 0 0,0-1 0 0 0,1 0 0 0 0,6 8 0 0 0,-4-6-287 0 0,1-1 0 0 0,0 0 1 0 0,1 0-1 0 0,0-1 1 0 0,0 0-1 0 0,0 0 0 0 0,1-1 1 0 0,0 0-1 0 0,0-1 1 0 0,1 0-1 0 0,-1 0 0 0 0,1-1 1 0 0,0 0-1 0 0,0-1 1 0 0,1 0-1 0 0,-1 0 0 0 0,12 0 1 0 0,15 1-1000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7.8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253 546 2304 0 0,'7'-6'554'0'0,"-1"-1"0"0"0,0 1-1 0 0,0-1 1 0 0,-1 0-1 0 0,0 0 1 0 0,0-1 0 0 0,0 1-1 0 0,-1-1 1 0 0,5-13-1 0 0,-9 20-457 0 0,0 1-1 0 0,0 0 0 0 0,0 0 0 0 0,0-1 1 0 0,0 1-1 0 0,0 0 0 0 0,0-1 1 0 0,0 1-1 0 0,0 0 0 0 0,0-1 0 0 0,0 1 1 0 0,0 0-1 0 0,0 0 0 0 0,0-1 1 0 0,0 1-1 0 0,0 0 0 0 0,0-1 0 0 0,-1 1 1 0 0,1 0-1 0 0,0 0 0 0 0,0-1 0 0 0,0 1 1 0 0,-1 0 190 0 0,1-1-191 0 0,0 1 0 0 0,-1 0 0 0 0,1 0 1 0 0,0 0-1 0 0,0 0 0 0 0,-1-1 1 0 0,1 1-1 0 0,0 0 0 0 0,-1 0 0 0 0,-14 1 2049 0 0,-19 10 212 0 0,30-9-1876 0 0,-22 8 636 0 0,1 1 1 0 0,1 1-1 0 0,0 1 0 0 0,-39 29 1 0 0,56-37-1050 0 0,0 1 1 0 0,0 0 0 0 0,0 0-1 0 0,0 1 1 0 0,1 0-1 0 0,0 0 1 0 0,1 1 0 0 0,0-1-1 0 0,0 1 1 0 0,0 0 0 0 0,1 1-1 0 0,1-1 1 0 0,-1 1-1 0 0,1 0 1 0 0,0-1 0 0 0,1 1-1 0 0,-2 16 1 0 0,4-23-60 0 0,0 0 1 0 0,-1 1-1 0 0,1-1 1 0 0,0 0-1 0 0,1 1 1 0 0,-1-1-1 0 0,0 0 1 0 0,1 1-1 0 0,-1-1 1 0 0,1 0-1 0 0,0 0 1 0 0,0 1-1 0 0,0-1 1 0 0,0 0-1 0 0,0 0 1 0 0,2 3-1 0 0,-2-4-28 0 0,0 0 1 0 0,1 0-1 0 0,-1 0 0 0 0,0-1 1 0 0,0 1-1 0 0,0 0 1 0 0,1-1-1 0 0,-1 1 0 0 0,0-1 1 0 0,1 0-1 0 0,-1 1 0 0 0,0-1 1 0 0,1 0-1 0 0,-1 0 0 0 0,1 0 1 0 0,-1 0-1 0 0,0 0 0 0 0,1 0 1 0 0,-1 0-1 0 0,3-1 1 0 0,3-1-150 0 0,0 0 0 0 0,0-1 0 0 0,0 0 0 0 0,0 0 0 0 0,0 0 0 0 0,-1-1 0 0 0,1 0 0 0 0,8-8 1 0 0,1-2-480 0 0,-1 1 0 0 0,-1-2 0 0 0,0 0 0 0 0,-1-1 0 0 0,-1 0 1 0 0,0-1-1 0 0,-1-1 0 0 0,-1 1 0 0 0,-1-2 0 0 0,0 1 1 0 0,5-21-1 0 0,-8 22 531 0 0,-2-1 1 0 0,0 1 0 0 0,-1-1-1 0 0,-1 0 1 0 0,-1 1 0 0 0,0-1-1 0 0,-4-35 1 0 0,-6-11 2937 0 0,-2 1-1 0 0,-39-118 1 0 0,41 164-1276 0 0,8 19-719 0 0,4 10-554 0 0,58 209 968 0 0,2 7-252 0 0,-49-189-918 0 0,1-1 0 0 0,2-1 0 0 0,40 65-1 0 0,19 2-2025 0 0,-58-80 1277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8.5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0 216 9674 0 0,'0'-5'5586'0'0,"1"5"-5502"0"0,13 3 3873 0 0,2 4-3458 0 0,-1 0 0 0 0,1 1-1 0 0,-2 0 1 0 0,1 1 0 0 0,21 18-1 0 0,-31-23-475 0 0,0 1 0 0 0,0 0 0 0 0,-1 0 0 0 0,1 0 0 0 0,-1 0 0 0 0,0 1 0 0 0,-1 0 0 0 0,1 0 0 0 0,-1 0 0 0 0,0 0 0 0 0,-1 0 0 0 0,1 1 0 0 0,-1-1-1 0 0,-1 1 1 0 0,1-1 0 0 0,-1 1 0 0 0,1 12 0 0 0,-4 45-1709 0 0,2-114 2609 0 0,-1 3-532 0 0,2-1 0 0 0,8-56 0 0 0,-6 90-390 0 0,1-15-4 0 0,15-48-1 0 0,-17 71-137 0 0,1-1 1 0 0,-1 0-1 0 0,1 1 1 0 0,0 0-1 0 0,1-1 0 0 0,-1 1 1 0 0,1 0-1 0 0,1 1 0 0 0,-1-1 1 0 0,1 1-1 0 0,0 0 1 0 0,10-8-1 0 0,-4 7-1746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8.8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1 306 14283 0 0,'2'2'81'0'0,"0"-1"0"0"0,0 1-1 0 0,0 0 1 0 0,0-1 0 0 0,1 1 0 0 0,-1-1 0 0 0,0 0-1 0 0,1 0 1 0 0,-1 0 0 0 0,1 0 0 0 0,-1 0 0 0 0,1 0-1 0 0,0-1 1 0 0,-1 1 0 0 0,1-1 0 0 0,0 0-1 0 0,-1 0 1 0 0,4 0 0 0 0,-1-1-9 0 0,1 0-1 0 0,-1 0 1 0 0,0 0-1 0 0,1-1 1 0 0,-1 1-1 0 0,0-1 1 0 0,0-1 0 0 0,8-4-1 0 0,-5 2 20 0 0,1-1-1 0 0,-1 0 0 0 0,-1 0 1 0 0,1-1-1 0 0,-1 0 1 0 0,-1 0-1 0 0,1-1 1 0 0,-1 0-1 0 0,9-14 0 0 0,-9 9-70 0 0,-1 0-1 0 0,-1-1 1 0 0,0 1-1 0 0,0-1 1 0 0,1-19-1 0 0,-3 23-8 0 0,-1 1 0 0 0,-1 0-1 0 0,0-1 1 0 0,0 1 0 0 0,-1-1 0 0 0,0 1-1 0 0,-1 0 1 0 0,-5-19 0 0 0,7 27-3 0 0,0 0 0 0 0,-1 0 0 0 0,1 0 0 0 0,-1 0 0 0 0,1 0 0 0 0,-1 0 0 0 0,0 0 0 0 0,0 0 0 0 0,1 0 1 0 0,-1 0-1 0 0,0 0 0 0 0,0 1 0 0 0,0-1 0 0 0,0 0 0 0 0,0 0 0 0 0,0 1 0 0 0,0-1 0 0 0,0 0 0 0 0,0 1 0 0 0,0-1 0 0 0,0 1 0 0 0,0 0 1 0 0,0-1-1 0 0,0 1 0 0 0,0 0 0 0 0,-2 0 0 0 0,0 0 33 0 0,1 0-1 0 0,-1 0 1 0 0,0 1 0 0 0,1-1 0 0 0,-1 1-1 0 0,0 0 1 0 0,1 0 0 0 0,-1 0 0 0 0,1 0-1 0 0,0 1 1 0 0,-3 1 0 0 0,-4 3 92 0 0,0 0 1 0 0,1 1-1 0 0,0 0 1 0 0,1 0 0 0 0,-8 10-1 0 0,9-9-92 0 0,0 1 0 0 0,0 0-1 0 0,1 0 1 0 0,0 1 0 0 0,0 0 0 0 0,1 0-1 0 0,1 0 1 0 0,-1 0 0 0 0,2 1 0 0 0,0-1-1 0 0,0 1 1 0 0,0-1 0 0 0,1 20 0 0 0,1-23-114 0 0,1-1 0 0 0,0 0 1 0 0,-1 0-1 0 0,2 0 1 0 0,-1 0-1 0 0,1 0 1 0 0,0 0-1 0 0,0 0 0 0 0,1-1 1 0 0,0 1-1 0 0,0-1 1 0 0,0 1-1 0 0,0-1 1 0 0,1 0-1 0 0,0 0 0 0 0,0-1 1 0 0,0 1-1 0 0,1-1 1 0 0,-1 0-1 0 0,1 0 1 0 0,0-1-1 0 0,0 1 1 0 0,1-1-1 0 0,-1 0 0 0 0,8 3 1 0 0,12 3-528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9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274 127 7834 0 0,'4'-10'1257'0'0,"-1"0"0"0"0,0 0-1 0 0,0 0 1 0 0,-1 0 0 0 0,0 0 0 0 0,1-17 0 0 0,-3 25-1059 0 0,0 0 0 0 0,0 0 1 0 0,-1 0-1 0 0,1 0 0 0 0,0 1 0 0 0,-1-1 0 0 0,1 0 0 0 0,-1 0 0 0 0,1 1 0 0 0,-1-1 1 0 0,0 0-1 0 0,0 0 0 0 0,1 1 0 0 0,-1-1 0 0 0,0 1 0 0 0,-1-1 0 0 0,-1-2 0 0 0,1 3-137 0 0,0 0-1 0 0,1 1 1 0 0,-1-1-1 0 0,0 0 0 0 0,0 1 1 0 0,0-1-1 0 0,0 1 1 0 0,0 0-1 0 0,0-1 0 0 0,0 1 1 0 0,0 0-1 0 0,0 0 1 0 0,0 0-1 0 0,0 0 0 0 0,0 1 1 0 0,1-1-1 0 0,-1 1 1 0 0,0-1-1 0 0,0 1 0 0 0,0-1 1 0 0,-2 2-1 0 0,-15 7 22 0 0,1 0 0 0 0,0 2-1 0 0,0 0 1 0 0,1 0 0 0 0,1 2-1 0 0,0 0 1 0 0,1 1 0 0 0,0 0-1 0 0,1 2 1 0 0,0-1 0 0 0,-11 20-1 0 0,20-29-69 0 0,2 0-1 0 0,-1 0 0 0 0,1 0 0 0 0,-1 0 1 0 0,2 1-1 0 0,-1 0 0 0 0,1-1 0 0 0,0 1 1 0 0,-2 12-1 0 0,4-17-42 0 0,0 0 0 0 0,0 0 0 0 0,0 0 0 0 0,1 0 0 0 0,-1 0 0 0 0,0 1 0 0 0,1-1 0 0 0,0 0 1 0 0,-1 0-1 0 0,1-1 0 0 0,0 1 0 0 0,0 0 0 0 0,0 0 0 0 0,0 0 0 0 0,0 0 0 0 0,1-1 0 0 0,-1 1 0 0 0,0-1 0 0 0,1 1 0 0 0,-1-1 0 0 0,1 1 0 0 0,0-1 0 0 0,-1 0 0 0 0,1 0 1 0 0,0 0-1 0 0,0 0 0 0 0,0 0 0 0 0,0 0 0 0 0,-1 0 0 0 0,1-1 0 0 0,0 1 0 0 0,1-1 0 0 0,-1 1 0 0 0,0-1 0 0 0,0 0 0 0 0,3 0 0 0 0,18 2-124 0 0,1-1 0 0 0,-1-1 0 0 0,1-1-1 0 0,0-1 1 0 0,23-6 0 0 0,-22 4 10 0 0,0 1 1 0 0,0 0-1 0 0,0 2 0 0 0,31 3 0 0 0,-53-2 153 0 0,-1 0-1 0 0,0 0 1 0 0,0 0-1 0 0,1 1 1 0 0,-1-1-1 0 0,0 1 1 0 0,0-1-1 0 0,0 1 1 0 0,1 0-1 0 0,-1 0 1 0 0,0 0-1 0 0,0 0 1 0 0,-1 0-1 0 0,1 0 1 0 0,0 1-1 0 0,0-1 1 0 0,0 0-1 0 0,-1 1 1 0 0,1 0-1 0 0,-1-1 1 0 0,1 1-1 0 0,-1 0 1 0 0,0 0-1 0 0,0 0 0 0 0,1 0 1 0 0,-1 0-1 0 0,-1 0 1 0 0,1 0-1 0 0,0 0 1 0 0,0 0-1 0 0,0 4 1 0 0,-1-1 17 0 0,0 0 0 0 0,-1 0 1 0 0,0 0-1 0 0,1-1 0 0 0,-2 1 1 0 0,1 0-1 0 0,0-1 0 0 0,-1 1 0 0 0,0 0 1 0 0,0-1-1 0 0,0 0 0 0 0,-1 1 0 0 0,-5 6 1 0 0,0 0 104 0 0,-1 1 1 0 0,0-1 0 0 0,-1-1 0 0 0,-1 0-1 0 0,-14 11 1 0 0,-13 2-2694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9.3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 11522 0 0,'1'-1'106'0'0,"0"0"0"0"0,-1 0 0 0 0,1 0 0 0 0,0 1 0 0 0,0-1 0 0 0,0 0 0 0 0,0 0 0 0 0,0 1 0 0 0,0-1 0 0 0,0 1 0 0 0,0-1 0 0 0,0 1 0 0 0,0-1 0 0 0,0 1 0 0 0,0-1 0 0 0,1 1 0 0 0,-1 0 0 0 0,0 0 0 0 0,0 0-1 0 0,0-1 1 0 0,0 1 0 0 0,1 0 0 0 0,-1 1 0 0 0,0-1 0 0 0,0 0 0 0 0,0 0 0 0 0,0 0 0 0 0,1 1 0 0 0,-1-1 0 0 0,0 1 0 0 0,2 0 0 0 0,0 1 330 0 0,0 1 0 0 0,0 0 0 0 0,0 0 1 0 0,0 0-1 0 0,-1 0 0 0 0,1 0 0 0 0,-1 0 0 0 0,3 7 1 0 0,0-1-61 0 0,-1 1 1 0 0,-1 0-1 0 0,1 0 1 0 0,-2 0-1 0 0,1 0 1 0 0,-2 0 0 0 0,1 1-1 0 0,-1-1 1 0 0,-1 1-1 0 0,-1 20 1 0 0,2 28-6850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9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26 18436 0 0,'-1'-4'363'0'0,"1"3"-241"0"0,-1-1-1 0 0,1 1 1 0 0,0 0 0 0 0,0 0 0 0 0,-1-1-1 0 0,1 1 1 0 0,0-1 0 0 0,0 1-1 0 0,0 0 1 0 0,1-1 0 0 0,-1 1 0 0 0,0 0-1 0 0,1-3 1 0 0,1 6 147 0 0,1-1 1 0 0,-1 1-1 0 0,0 0 1 0 0,1 0-1 0 0,-1 1 0 0 0,0-1 1 0 0,3 5-1 0 0,0 3-665 0 0,1 1-1 0 0,-2 0 1 0 0,6 16 0 0 0,0 1-238 0 0,-4-14 607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39.8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 42 7370 0 0,'6'-41'11515'0'0,"-10"45"-10776"0"0,-45 38 1012 0 0,-25 22-634 0 0,65-56-1059 0 0,1 1 1 0 0,0 0-1 0 0,1 0 0 0 0,0 1 1 0 0,-10 19-1 0 0,16-27-91 0 0,0 0 1 0 0,0 1-1 0 0,0-1 0 0 0,0 0 1 0 0,1 1-1 0 0,-1-1 0 0 0,1 1 0 0 0,0-1 1 0 0,0 1-1 0 0,-1-1 0 0 0,2 1 0 0 0,-1-1 1 0 0,0 1-1 0 0,0-1 0 0 0,1 1 0 0 0,-1-1 1 0 0,1 1-1 0 0,0-1 0 0 0,0 0 0 0 0,0 1 1 0 0,0-1-1 0 0,0 0 0 0 0,1 0 0 0 0,-1 0 1 0 0,0 0-1 0 0,1 0 0 0 0,0 0 0 0 0,-1 0 1 0 0,1 0-1 0 0,0-1 0 0 0,3 3 0 0 0,7 4-301 0 0,0 0-1 0 0,1-1 0 0 0,-1 0 0 0 0,21 7 0 0 0,-10-4-65 0 0,4 2 194 0 0,-6-3 124 0 0,-1 1 1 0 0,21 13 0 0 0,-36-20 76 0 0,-1 0-1 0 0,0 0 1 0 0,0 0-1 0 0,0 1 1 0 0,0-1-1 0 0,0 1 1 0 0,-1 0-1 0 0,1 1 1 0 0,-1-1-1 0 0,0 0 1 0 0,0 1 0 0 0,-1 0-1 0 0,0-1 1 0 0,3 8-1 0 0,-5-10 25 0 0,1 1 0 0 0,-1 0 0 0 0,0-1 0 0 0,1 1 1 0 0,-1 0-1 0 0,0-1 0 0 0,-1 1 0 0 0,1 0 0 0 0,-1-1 0 0 0,1 1 0 0 0,-1 0 0 0 0,0-1 0 0 0,0 1 0 0 0,0-1 0 0 0,0 1 1 0 0,0-1-1 0 0,0 0 0 0 0,-1 0 0 0 0,1 1 0 0 0,-4 2 0 0 0,-18 17-866 0 0,-3-5-3937 0 0,3-5-1204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40.0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1 2761 0 0,'-16'20'10703'0'0,"14"-14"-9880"0"0,-1 1 403 0 0,-4 6-438 0 0,1 1 1 0 0,1-1-1 0 0,0 1 0 0 0,1 0 1 0 0,1 1-1 0 0,-2 15 1 0 0,2-9-247 0 0,2 1 0 0 0,1 0 1 0 0,3 32-1 0 0,7 7-233 0 0,35 116 0 0 0,-29-123 195 0 0,32 100-2785 0 0,-40-130-5654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40.8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80 7834 0 0,'-8'0'-775'0'0,"-20"-8"8321"0"0,40 0-5181 0 0,12-2-2710 0 0,0 1 0 0 0,0 1 0 0 0,1 1 0 0 0,0 1 0 0 0,32-2 0 0 0,130-3-4107 0 0,-87 8 5665 0 0,100 2-1492 0 0,-183 4 212 0 0,-17-3 64 0 0,0 0-1 0 0,0 0 1 0 0,0 0-1 0 0,0 0 1 0 0,0 0-1 0 0,0 1 1 0 0,1-1-1 0 0,-1 0 0 0 0,0 0 1 0 0,0 0-1 0 0,0 0 1 0 0,0 0-1 0 0,0 0 1 0 0,0 0-1 0 0,0 0 1 0 0,0 1-1 0 0,0-1 0 0 0,0 0 1 0 0,0 0-1 0 0,0 0 1 0 0,0 0-1 0 0,0 0 1 0 0,0 0-1 0 0,0 1 1 0 0,0-1-1 0 0,0 0 1 0 0,0 0-1 0 0,0 0 0 0 0,0 0 1 0 0,0 0-1 0 0,0 0 1 0 0,0 0-1 0 0,-1 0 1 0 0,1 1-1 0 0,0-1 1 0 0,0 0-1 0 0,0 0 0 0 0,0 0 1 0 0,0 0-1 0 0,0 0 1 0 0,0 0-1 0 0,0 0 1 0 0,0 0-1 0 0,0 0 1 0 0,-1 0-1 0 0,1 0 0 0 0,0 0 1 0 0,0 0-1 0 0,0 1 1 0 0,0-1-1 0 0,0 0 1 0 0,0 0-1 0 0,0 0 1 0 0,-1 0-1 0 0,-27 7-26 0 0,20-6 1061 0 0,0 0-1 0 0,0 1 0 0 0,1 0 0 0 0,-1 0 1 0 0,0 1-1 0 0,1 0 0 0 0,-15 7 0 0 0,12-4-374 0 0,1 1 1 0 0,-1 0-1 0 0,1 0 0 0 0,1 1 0 0 0,-11 10 1 0 0,11-8-598 0 0,0-1 1 0 0,1 1 0 0 0,0 1-1 0 0,0-1 1 0 0,1 1-1 0 0,1 0 1 0 0,0 1 0 0 0,0-1-1 0 0,1 1 1 0 0,0 0-1 0 0,-2 15 1 0 0,6-26-73 0 0,0 0-1 0 0,-1 0 0 0 0,1 0 1 0 0,0 0-1 0 0,0 0 0 0 0,0 0 1 0 0,0 0-1 0 0,0 1 1 0 0,0-1-1 0 0,0 0 0 0 0,0 0 1 0 0,0 0-1 0 0,1 0 1 0 0,-1 0-1 0 0,0 0 0 0 0,1 0 1 0 0,-1 0-1 0 0,1 0 1 0 0,-1 0-1 0 0,1 0 0 0 0,0 0 1 0 0,-1 0-1 0 0,1 0 1 0 0,0 0-1 0 0,1 1 0 0 0,-1-2-1 0 0,0 1 0 0 0,0-1 0 0 0,1 0 0 0 0,-1 1 0 0 0,1-1 0 0 0,-1 0 0 0 0,0 0-1 0 0,1 0 1 0 0,-1 0 0 0 0,1 0 0 0 0,-1 0 0 0 0,0 0 0 0 0,1-1 0 0 0,-1 1 0 0 0,0 0 0 0 0,1-1 0 0 0,0 0-1 0 0,5-2-32 0 0,0 0-1 0 0,-1 0 0 0 0,1-1 0 0 0,-1 0 1 0 0,0 0-1 0 0,9-8 0 0 0,34-47-78 0 0,-35 41 108 0 0,30-30 0 0 0,-44 47 19 0 0,0 1 0 0 0,1-1 1 0 0,-1 1-1 0 0,0-1 0 0 0,1 1 0 0 0,-1-1 1 0 0,1 1-1 0 0,-1-1 0 0 0,1 1 0 0 0,-1-1 1 0 0,1 1-1 0 0,-1 0 0 0 0,1-1 0 0 0,0 1 1 0 0,-1 0-1 0 0,1-1 0 0 0,-1 1 0 0 0,1 0 1 0 0,0 0-1 0 0,-1 0 0 0 0,1-1 0 0 0,0 1 1 0 0,-1 0-1 0 0,1 0 0 0 0,0 0 0 0 0,-1 0 1 0 0,1 0-1 0 0,0 0 0 0 0,-1 1 0 0 0,1-1 1 0 0,0 0-1 0 0,-1 0 0 0 0,1 0 0 0 0,-1 1 1 0 0,1-1-1 0 0,0 0 0 0 0,-1 0 0 0 0,1 1 1 0 0,-1-1-1 0 0,1 1 0 0 0,-1-1 0 0 0,1 0 1 0 0,-1 1-1 0 0,1-1 0 0 0,-1 1 0 0 0,1-1 1 0 0,-1 1-1 0 0,0 0 0 0 0,1-1 0 0 0,-1 1 1 0 0,0-1-1 0 0,1 1 0 0 0,-1 0 0 0 0,0 0 0 0 0,3 8 32 0 0,-1-1-1 0 0,0 1 1 0 0,1 16-1 0 0,1 7 33 0 0,-3-30-106 0 0,-1 1 0 0 0,1-1 1 0 0,0 1-1 0 0,0-1 0 0 0,0 0 1 0 0,0 0-1 0 0,1 1 1 0 0,-1-1-1 0 0,1 0 0 0 0,-1 0 1 0 0,1 0-1 0 0,-1 0 0 0 0,1 0 1 0 0,0-1-1 0 0,0 1 1 0 0,0-1-1 0 0,0 1 0 0 0,0-1 1 0 0,1 0-1 0 0,-1 1 0 0 0,0-1 1 0 0,1 0-1 0 0,-1 0 1 0 0,0-1-1 0 0,1 1 0 0 0,-1-1 1 0 0,1 1-1 0 0,0-1 0 0 0,-1 0 1 0 0,1 1-1 0 0,-1-1 1 0 0,1-1-1 0 0,-1 1 0 0 0,1 0 1 0 0,-1-1-1 0 0,1 1 0 0 0,-1-1 1 0 0,1 0-1 0 0,-1 0 0 0 0,0 0 1 0 0,1 0-1 0 0,-1 0 1 0 0,0 0-1 0 0,0 0 0 0 0,0-1 1 0 0,0 0-1 0 0,0 1 0 0 0,0-1 1 0 0,0 0-1 0 0,0 0 1 0 0,-1 0-1 0 0,1 0 0 0 0,-1 0 1 0 0,1 0-1 0 0,0-3 0 0 0,0 2 83 0 0,7-14 151 0 0,1 0 0 0 0,1 0 0 0 0,14-17 0 0 0,-21 30-166 0 0,0 0-1 0 0,0 0 1 0 0,0 1 0 0 0,0-1-1 0 0,0 1 1 0 0,1 0 0 0 0,6-3-1 0 0,-9 5-23 0 0,0 0-1 0 0,1 0 1 0 0,-1 0 0 0 0,0 1-1 0 0,1-1 1 0 0,-1 1-1 0 0,1-1 1 0 0,-1 1-1 0 0,1 0 1 0 0,-1 0-1 0 0,1 0 1 0 0,-1 0-1 0 0,1 1 1 0 0,-1-1 0 0 0,1 1-1 0 0,3 1 1 0 0,-2 0 29 0 0,0 0-1 0 0,-1 1 1 0 0,1 0 0 0 0,-1 0 0 0 0,1 0 0 0 0,-1 0 0 0 0,0 0 0 0 0,0 1 0 0 0,-1-1 0 0 0,1 1 0 0 0,-1 0 0 0 0,1 0 0 0 0,-1 0 0 0 0,2 6-1 0 0,-1-4 12 0 0,-1 0 0 0 0,1-1 0 0 0,1 0-1 0 0,-1 0 1 0 0,1 0 0 0 0,0 0-1 0 0,8 7 1 0 0,-10-10-79 0 0,0 0-1 0 0,0-1 1 0 0,0 1-1 0 0,0-1 1 0 0,1 1-1 0 0,-1-1 1 0 0,1 0-1 0 0,-1 0 1 0 0,1 0-1 0 0,-1-1 0 0 0,1 1 1 0 0,-1 0-1 0 0,1-1 1 0 0,0 0-1 0 0,-1 0 1 0 0,1 1-1 0 0,0-2 1 0 0,-1 1-1 0 0,1 0 1 0 0,0 0-1 0 0,-1-1 1 0 0,1 0-1 0 0,-1 1 1 0 0,1-1-1 0 0,-1 0 1 0 0,1 0-1 0 0,-1 0 1 0 0,0-1-1 0 0,1 1 1 0 0,3-4-1 0 0,4-3-7 0 0,-1-2 0 0 0,0 1 1 0 0,-1-1-1 0 0,0 0 0 0 0,9-16 0 0 0,14-17 521 0 0,-29 42-441 0 0,-1-1 1 0 0,0 1-1 0 0,1 0 0 0 0,-1-1 1 0 0,1 1-1 0 0,0 0 0 0 0,0 0 1 0 0,-1 0-1 0 0,1 0 0 0 0,0 0 1 0 0,0 0-1 0 0,0 1 1 0 0,0-1-1 0 0,0 0 0 0 0,0 1 1 0 0,0 0-1 0 0,0-1 0 0 0,0 1 1 0 0,0 0-1 0 0,0 0 0 0 0,0 0 1 0 0,0 0-1 0 0,0 1 0 0 0,0-1 1 0 0,0 1-1 0 0,0-1 0 0 0,0 1 1 0 0,0-1-1 0 0,0 1 1 0 0,0 0-1 0 0,0 0 0 0 0,-1 0 1 0 0,1 0-1 0 0,3 3 0 0 0,6 5 62 0 0,-1 0 0 0 0,0 0 0 0 0,-1 1 0 0 0,12 15 0 0 0,1 1 281 0 0,-20-24-487 0 0,-1-1-11 0 0,0 1 0 0 0,1-1 1 0 0,-1 0-1 0 0,0 1 0 0 0,1-1 1 0 0,-1 0-1 0 0,1 0 0 0 0,-1 0 1 0 0,1 0-1 0 0,-1 0 1 0 0,1-1-1 0 0,0 1 0 0 0,-1 0 1 0 0,3 0-1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41.1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254 30 6913 0 0,'-1'-2'376'0'0,"0"0"-1"0"0,0 0 1 0 0,0 1-1 0 0,-1-1 1 0 0,1 0-1 0 0,0 1 1 0 0,-1-1-1 0 0,1 1 0 0 0,-1 0 1 0 0,0 0-1 0 0,1-1 1 0 0,-1 1-1 0 0,0 0 1 0 0,0 0-1 0 0,0 1 0 0 0,1-1 1 0 0,-1 0-1 0 0,0 1 1 0 0,0-1-1 0 0,0 1 1 0 0,-4-1-1 0 0,0 0 306 0 0,0 0 0 0 0,0 0 0 0 0,0 1-1 0 0,1 0 1 0 0,-1 0 0 0 0,-10 2 0 0 0,8 0-472 0 0,0 1 0 0 0,1 0 0 0 0,-1 1 0 0 0,1 0 0 0 0,0 0 0 0 0,0 1 0 0 0,1 0 0 0 0,-1 0 0 0 0,1 0 0 0 0,0 1 0 0 0,0 0 0 0 0,-8 12 0 0 0,4-6-60 0 0,1 1 0 0 0,1 0 0 0 0,0 1-1 0 0,1 0 1 0 0,-9 26 0 0 0,13-33-108 0 0,2 0 1 0 0,-1 0-1 0 0,1 0 1 0 0,0 0-1 0 0,0 1 1 0 0,1-1-1 0 0,0 0 0 0 0,0 1 1 0 0,1-1-1 0 0,2 10 1 0 0,-2-12-115 0 0,1 0 1 0 0,-1 0 0 0 0,1-1-1 0 0,0 1 1 0 0,0-1-1 0 0,0 1 1 0 0,1-1 0 0 0,-1 0-1 0 0,1 0 1 0 0,0 0-1 0 0,0 0 1 0 0,1-1 0 0 0,-1 1-1 0 0,1-1 1 0 0,0 0 0 0 0,4 3-1 0 0,9 4-616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41.4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5 227 7370 0 0,'11'2'8464'0'0,"15"2"-5231"0"0,-21-4-3045 0 0,1 0-1 0 0,0-1 1 0 0,-1 1 0 0 0,1-1 0 0 0,-1 0-1 0 0,0 0 1 0 0,1-1 0 0 0,-1 0 0 0 0,0 0-1 0 0,0 0 1 0 0,0 0 0 0 0,0-1 0 0 0,0 0-1 0 0,-1 0 1 0 0,1 0 0 0 0,-1-1 0 0 0,0 1-1 0 0,0-1 1 0 0,0 0 0 0 0,0 0 0 0 0,5-8-1 0 0,-7 7-189 0 0,1 0-1 0 0,-1 1 0 0 0,0-1 0 0 0,-1 0 0 0 0,1 0 1 0 0,-1 0-1 0 0,0 0 0 0 0,0 0 0 0 0,-1-1 0 0 0,1 1 1 0 0,-1 0-1 0 0,0 0 0 0 0,-1 0 0 0 0,1 0 0 0 0,-1 0 1 0 0,0-1-1 0 0,0 1 0 0 0,-1 0 0 0 0,1 1 0 0 0,-1-1 1 0 0,0 0-1 0 0,-1 0 0 0 0,-2-4 0 0 0,2 4 12 0 0,0 1-1 0 0,0-1 0 0 0,0 1 0 0 0,-1 0 1 0 0,1 0-1 0 0,-1 1 0 0 0,0-1 1 0 0,0 1-1 0 0,0-1 0 0 0,-7-2 1 0 0,10 5-7 0 0,-1 0 0 0 0,1 0 0 0 0,-1 1 0 0 0,0-1 0 0 0,1 1 0 0 0,-1-1 0 0 0,0 1 0 0 0,0 0 0 0 0,1-1 0 0 0,-1 1 0 0 0,0 0 0 0 0,0 0 0 0 0,1 0 0 0 0,-1 0 0 0 0,0 1 0 0 0,0-1 0 0 0,1 0 0 0 0,-1 1 0 0 0,0-1 0 0 0,1 1 0 0 0,-1 0 0 0 0,0 0 1 0 0,1-1-1 0 0,-1 1 0 0 0,1 0 0 0 0,-1 0 0 0 0,1 0 0 0 0,0 1 0 0 0,-1-1 0 0 0,1 0 0 0 0,0 0 0 0 0,0 1 0 0 0,0-1 0 0 0,-2 3 0 0 0,-3 5-95 0 0,0 1-1 0 0,0 0 1 0 0,1 0-1 0 0,0 1 1 0 0,1 0-1 0 0,0-1 1 0 0,1 1-1 0 0,0 0 1 0 0,1 1 0 0 0,0-1-1 0 0,1 0 1 0 0,0 1-1 0 0,1-1 1 0 0,0 1-1 0 0,0-1 1 0 0,2 1-1 0 0,1 11 1 0 0,-1-15-109 0 0,0 0 1 0 0,1-1-1 0 0,0 1 0 0 0,0 0 1 0 0,0-1-1 0 0,1 0 1 0 0,0 0-1 0 0,0 0 0 0 0,1-1 1 0 0,0 1-1 0 0,0-1 0 0 0,1 0 1 0 0,-1 0-1 0 0,1-1 1 0 0,1 0-1 0 0,-1 0 0 0 0,1 0 1 0 0,-1-1-1 0 0,1 0 0 0 0,1 0 1 0 0,-1-1-1 0 0,0 1 0 0 0,1-2 1 0 0,15 4-1 0 0,3-1-6918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41.6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17972 0 0,'-1'0'109'0'0,"-1"0"1"0"0,1 0-1 0 0,-1 1 1 0 0,1-1-1 0 0,0 0 1 0 0,-1 1-1 0 0,1 0 1 0 0,0-1 0 0 0,-1 1-1 0 0,1 0 1 0 0,0-1-1 0 0,0 1 1 0 0,0 0-1 0 0,0 0 1 0 0,0 0-1 0 0,0 0 1 0 0,0 0-1 0 0,0 0 1 0 0,0 1-1 0 0,0-1 1 0 0,0 0-1 0 0,1 0 1 0 0,-2 2-1 0 0,2 0 26 0 0,0 1 0 0 0,0-1 0 0 0,0 0 0 0 0,1 0 0 0 0,-1 0 0 0 0,1 0 0 0 0,0 0 0 0 0,0 0 0 0 0,0 0 0 0 0,3 5 0 0 0,8 23 326 0 0,7 11-243 0 0,-3 0 0 0 0,-1 1 1 0 0,-2 1-1 0 0,9 58 0 0 0,-12 36-201 0 0,-10-64-138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0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285 709 5985 0 0,'-275'72'9040'0'0,"266"-69"-7434"0"0,20-5-369 0 0,-10 1-885 0 0,3 1-15 0 0,62-12 805 0 0,-1 1-778 0 0,81-25 1 0 0,16-11-139 0 0,278-46 0 0 0,272-30 888 0 0,-32-14-631 0 0,-430 97-344 0 0,11-3-134 0 0,131-29 74 0 0,-74 16-46 0 0,-231 41-33 0 0,-48 10 0 0 0,-2-2 0 0 0,43-13 0 0 0,-6 4 0 0 0,-73 15-91 0 0,0 0 1 0 0,0 1 0 0 0,0-1-1 0 0,-1 0 1 0 0,1 1 0 0 0,0-1-1 0 0,0 0 1 0 0,-1 0-1 0 0,1 0 1 0 0,-1 1 0 0 0,1-1-1 0 0,-1 0 1 0 0,1 0-1 0 0,-1 0 1 0 0,1 0 0 0 0,-1 0-1 0 0,0 0 1 0 0,0 0 0 0 0,1 0-1 0 0,-1 0 1 0 0,0-2-1 0 0,2-23-3937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2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67 5065 0 0,'-16'-13'1430'0'0,"10"8"-585"0"0,-1-1 0 0 0,1 1 0 0 0,-1 0 0 0 0,0 1 1 0 0,0 0-1 0 0,0 0 0 0 0,-1 0 0 0 0,1 1 0 0 0,-1 0 0 0 0,0 1 0 0 0,0-1 0 0 0,0 1 0 0 0,0 1 0 0 0,0 0 0 0 0,-9-1 0 0 0,12 2-491 0 0,1 0-1 0 0,-1 0 1 0 0,1 1-1 0 0,-1-1 0 0 0,1 1 1 0 0,-7 2-1 0 0,11-3-322 0 0,-1 0 1 0 0,1 0-1 0 0,0 0 0 0 0,-1 1 0 0 0,1-1 1 0 0,0 0-1 0 0,-1 0 0 0 0,1 0 0 0 0,0 1 1 0 0,-1-1-1 0 0,1 0 0 0 0,0 1 0 0 0,0-1 1 0 0,-1 0-1 0 0,1 1 0 0 0,0-1 0 0 0,0 0 0 0 0,0 1 1 0 0,0-1-1 0 0,-1 0 0 0 0,1 1 0 0 0,0-1 1 0 0,0 0-1 0 0,0 1 0 0 0,0-1 0 0 0,0 1 1 0 0,0-1-1 0 0,0 0 0 0 0,0 1 0 0 0,12 17-270 0 0,-9-15 256 0 0,1 0 1 0 0,0 0 0 0 0,0-1-1 0 0,0 1 1 0 0,1-1-1 0 0,-1 0 1 0 0,1 0 0 0 0,-1-1-1 0 0,1 1 1 0 0,6 0 0 0 0,54 8-464 0 0,-36-7 555 0 0,31 6-163 0 0,64 17 1 0 0,-104-21 105 0 0,0 2 1 0 0,-1 1 0 0 0,1 0-1 0 0,-2 1 1 0 0,1 1 0 0 0,33 24-1 0 0,-12 10 118 0 0,-61-15 266 0 0,-2 10-156 0 0,-105 159-91 0 0,112-177-146 0 0,0 2 0 0 0,-13 25 1 0 0,23-44-591 0 0,18-17 240 0 0,-1-2 1 0 0,-1 1-1 0 0,0-2 1 0 0,12-25-1 0 0,-9 16 329 0 0,20-29-1 0 0,-11 21 84 0 0,-1-1 0 0 0,-2-1-1 0 0,18-45 1 0 0,-31 58 353 0 0,-6 21-441 0 0,0 1-1 0 0,0-1 1 0 0,0 1 0 0 0,0 0-1 0 0,0-1 1 0 0,0 1-1 0 0,0-1 1 0 0,0 1 0 0 0,0-1-1 0 0,0 1 1 0 0,0-1-1 0 0,0 1 1 0 0,0-1 0 0 0,0 1-1 0 0,0 0 1 0 0,0-1 0 0 0,0 1-1 0 0,-1-1 1 0 0,1 1-1 0 0,0-1 1 0 0,0 1 0 0 0,0 0-1 0 0,-1-1 1 0 0,1 1 0 0 0,0 0-1 0 0,-1-1 1 0 0,1 1-1 0 0,0 0 1 0 0,-1-1 0 0 0,1 1-1 0 0,-1 0 1 0 0,1 0-1 0 0,0-1 1 0 0,-1 1 0 0 0,1 0-1 0 0,-1 0 1 0 0,1 0 0 0 0,0-1-1 0 0,-1 1 1 0 0,-1 1-8 0 0,1 0 0 0 0,-1 0 0 0 0,1 0-1 0 0,0 0 1 0 0,0 1 0 0 0,-1-1 0 0 0,1 0 0 0 0,0 0 0 0 0,0 1 0 0 0,-1 2 0 0 0,1-3-1 0 0,-80 95-77 0 0,-55 59-99 0 0,106-125 92 0 0,13-11 29 0 0,-1-2 0 0 0,0 0 0 0 0,-29 20 0 0 0,54-44-53 0 0,0 0-1 0 0,0-1 1 0 0,-1 0-1 0 0,7-12 1 0 0,1 0-14 0 0,36-40 92 0 0,72-68 0 0 0,-7 9 553 0 0,-107 111-751 0 0,-12 13 313 0 0,1 0-120 0 0,2-4 229 0 0,-1 4-128 0 0,-29 69-225 0 0,24-53 92 0 0,-1 0-1 0 0,-1-1 0 0 0,0 0 0 0 0,-2-1 0 0 0,0 0 1 0 0,-27 34-1 0 0,-14-4-377 0 0,57-100 90 0 0,-4 46 367 0 0,-1 0 0 0 0,1-1 0 0 0,-1 1 0 0 0,0-1 0 0 0,0 1 0 0 0,0 0 0 0 0,-1-1 0 0 0,0 1 0 0 0,0-1 0 0 0,-2-6 0 0 0,-25-49-256 0 0,22 50 29 0 0,0 0 1 0 0,1 0-1 0 0,0-1 0 0 0,1 0 0 0 0,-5-18 0 0 0,3-58-193 0 0,6 64 330 0 0,-2-1 0 0 0,-6-35 0 0 0,8 59 82 0 0,0 0 1 0 0,-1 0-1 0 0,1 0 1 0 0,0 0 0 0 0,0 0-1 0 0,0 0 1 0 0,-1 1-1 0 0,1-1 1 0 0,0 0 0 0 0,-1 0-1 0 0,1 0 1 0 0,-1 0-1 0 0,1 0 1 0 0,-1 1-1 0 0,0-1 1 0 0,1 0 0 0 0,-1 1-1 0 0,0-1 1 0 0,1 0-1 0 0,-1 1 1 0 0,0-1 0 0 0,0 1-1 0 0,1-1 1 0 0,-1 1-1 0 0,0-1 1 0 0,0 1-1 0 0,0 0 1 0 0,0-1 0 0 0,0 1-1 0 0,0 0 1 0 0,0 0-1 0 0,0 0 1 0 0,0-1 0 0 0,0 1-1 0 0,1 0 1 0 0,-1 0-1 0 0,0 0 1 0 0,0 1-1 0 0,0-1 1 0 0,0 0 0 0 0,0 0-1 0 0,0 0 1 0 0,0 1-1 0 0,0-1 1 0 0,0 1 0 0 0,0-1-1 0 0,1 0 1 0 0,-1 1-1 0 0,0-1 1 0 0,0 1-1 0 0,1 0 1 0 0,-2 0 0 0 0,-1 1 50 0 0,0 0 0 0 0,0 1 1 0 0,1-1-1 0 0,-1 0 1 0 0,0 1-1 0 0,1 0 0 0 0,0 0 1 0 0,0 0-1 0 0,0 0 1 0 0,0 0-1 0 0,0 0 0 0 0,-2 7 1 0 0,2 4 17 0 0,1 1 0 0 0,1 0 0 0 0,0 0 0 0 0,1 0 0 0 0,1 0 0 0 0,0-1 0 0 0,6 21 0 0 0,3 25 95 0 0,-5 20-97 0 0,-4-45 1 0 0,1-1 0 0 0,10 39 0 0 0,-9-121-1303 0 0,-6-2 1321 0 0,-3 0 0 0 0,-2 0 0 0 0,-15-56 0 0 0,21 102-42 0 0,0 0-2 0 0,0-1 1 0 0,1 1-1 0 0,-2 0 1 0 0,1 0-1 0 0,0 0 0 0 0,-1 0 1 0 0,0 0-1 0 0,0 0 0 0 0,-5-6 1 0 0,7 32 604 0 0,22 56-626 0 0,-15-61-137 0 0,-2 0 0 0 0,0 0-1 0 0,-1 1 1 0 0,0 0 0 0 0,1 26 0 0 0,-6-50 101 0 0,0 0 0 0 0,-1-1 0 0 0,1 1 1 0 0,-1 0-1 0 0,-5-10 0 0 0,-3-15 105 0 0,5 3-158 0 0,-1-7 140 0 0,4 29-397 0 0,1 16-464 0 0,1 4-98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3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110 113 2761 0 0,'1'-1'216'0'0,"0"1"1"0"0,0-1 0 0 0,0 0-1 0 0,0 1 1 0 0,0-1 0 0 0,-1 0 0 0 0,1 0-1 0 0,0 0 1 0 0,0 0 0 0 0,-1 0 0 0 0,1 0-1 0 0,-1 0 1 0 0,1 0 0 0 0,-1 0-1 0 0,0 0 1 0 0,1 0 0 0 0,-1 0 0 0 0,0 0-1 0 0,1 0 1 0 0,-1 0 0 0 0,0-1 0 0 0,0 1-1 0 0,0 0 1 0 0,0 0 0 0 0,0 0-1 0 0,-1 0 1 0 0,1 0 0 0 0,0 0 0 0 0,0-1-1 0 0,-1 1 1 0 0,1 0 0 0 0,-1 0-1 0 0,1 0 1 0 0,-1 0 0 0 0,1 0 0 0 0,-1 0-1 0 0,-1-1 1 0 0,1 0 64 0 0,0 1 1 0 0,0 0-1 0 0,0-1 1 0 0,0 1-1 0 0,0 0 0 0 0,-1 0 1 0 0,1 0-1 0 0,0 0 1 0 0,-1 0-1 0 0,1 0 0 0 0,-1 0 1 0 0,1 1-1 0 0,-1-1 0 0 0,1 0 1 0 0,-1 1-1 0 0,1-1 1 0 0,-1 1-1 0 0,0 0 0 0 0,1-1 1 0 0,-1 1-1 0 0,0 0 0 0 0,1 0 1 0 0,-1 0-1 0 0,0 0 1 0 0,-2 1-1 0 0,1 0-243 0 0,0 0 0 0 0,1 0 0 0 0,-1 0 0 0 0,1 1 1 0 0,-1-1-1 0 0,1 1 0 0 0,-1 0 0 0 0,1-1 0 0 0,0 1 0 0 0,0 0 0 0 0,0 0 0 0 0,0 1 0 0 0,0-1 1 0 0,1 0-1 0 0,-3 4 0 0 0,1 0 99 0 0,0 0 0 0 0,1 0 0 0 0,-1 0 0 0 0,1 1 0 0 0,1-1 0 0 0,-3 10 0 0 0,3-2 76 0 0,-1 0-1 0 0,2 0 1 0 0,0 1-1 0 0,1-1 1 0 0,4 24 0 0 0,-5-34-208 0 0,1-1 0 0 0,0 0 0 0 0,0 0 0 0 0,0 0 0 0 0,1 0 0 0 0,-1 0 0 0 0,1 0 0 0 0,0 0 0 0 0,-1 0 0 0 0,1 0 0 0 0,1-1 0 0 0,-1 1 0 0 0,0-1 0 0 0,0 1 0 0 0,1-1 0 0 0,3 3 1 0 0,-4-4-2 0 0,0-1 0 0 0,-1 1 0 0 0,1 0 0 0 0,0 0 0 0 0,0-1 0 0 0,0 1 0 0 0,0-1 0 0 0,-1 0 0 0 0,1 0 0 0 0,0 0 0 0 0,0 1 0 0 0,0-2 0 0 0,0 1 0 0 0,0 0 1 0 0,0 0-1 0 0,0-1 0 0 0,0 1 0 0 0,-1-1 0 0 0,1 1 0 0 0,0-1 0 0 0,0 0 0 0 0,-1 0 0 0 0,1 1 0 0 0,0-1 0 0 0,-1-1 0 0 0,1 1 0 0 0,-1 0 0 0 0,1 0 1 0 0,1-3-1 0 0,4-3-9 0 0,-1 0 0 0 0,0 0 1 0 0,0-1-1 0 0,-1 0 0 0 0,0 0 1 0 0,0-1-1 0 0,-1 1 0 0 0,0-1 1 0 0,-1 0-1 0 0,0 0 0 0 0,0-1 1 0 0,-1 1-1 0 0,2-15 0 0 0,-3 18 30 0 0,0-1 1 0 0,-1 0-1 0 0,1 0 0 0 0,-2 0 1 0 0,1 1-1 0 0,-1-1 0 0 0,0 0 0 0 0,0 0 1 0 0,-1 1-1 0 0,0-1 0 0 0,0 1 0 0 0,0-1 1 0 0,-1 1-1 0 0,0 0 0 0 0,0 0 1 0 0,-1 0-1 0 0,0 0 0 0 0,0 1 0 0 0,-8-9 1 0 0,8 11-1 0 0,1 1 0 0 0,-2-1 0 0 0,1 1 0 0 0,0 0 0 0 0,0 0 0 0 0,-1 1 0 0 0,1-1 0 0 0,-1 1 0 0 0,1 0 0 0 0,-1 0 0 0 0,0 0 0 0 0,1 1 0 0 0,-1 0 1 0 0,0-1-1 0 0,0 2 0 0 0,-7 0 0 0 0,10-1-18 0 0,0 0 0 0 0,0 0 1 0 0,0 1-1 0 0,0-1 0 0 0,0 1 1 0 0,0-1-1 0 0,0 1 0 0 0,0 0 1 0 0,0-1-1 0 0,0 1 0 0 0,1 0 1 0 0,-1 0-1 0 0,0 1 0 0 0,0-1 1 0 0,1 0-1 0 0,-1 0 0 0 0,1 1 1 0 0,-1-1-1 0 0,1 1 0 0 0,0 0 1 0 0,-1-1-1 0 0,1 1 0 0 0,0 0 1 0 0,0 0-1 0 0,0-1 0 0 0,0 1 1 0 0,1 0-1 0 0,-1 0 0 0 0,0 0 1 0 0,1 0-1 0 0,-1 0 0 0 0,1 0 1 0 0,0 0-1 0 0,0 0 1 0 0,0 1-1 0 0,0-1 0 0 0,0 0 1 0 0,1 3-1 0 0,0-1 1 0 0,0-1 0 0 0,0 1 1 0 0,1-1-1 0 0,0 0 0 0 0,-1 0 0 0 0,1 1 1 0 0,0-1-1 0 0,1-1 0 0 0,-1 1 0 0 0,0 0 1 0 0,1 0-1 0 0,0-1 0 0 0,0 0 0 0 0,-1 1 1 0 0,1-1-1 0 0,0 0 0 0 0,1 0 0 0 0,-1-1 1 0 0,0 1-1 0 0,0-1 0 0 0,1 0 0 0 0,-1 1 1 0 0,1-2-1 0 0,-1 1 0 0 0,1 0 0 0 0,0-1 1 0 0,-1 1-1 0 0,1-1 0 0 0,0 0 0 0 0,-1 0 1 0 0,7-1-1 0 0,-7 1-2 0 0,-1 0 0 0 0,1-1 0 0 0,0 1 0 0 0,0 0 1 0 0,-1-1-1 0 0,1 1 0 0 0,0-1 0 0 0,-1 0 0 0 0,1 0 0 0 0,-1 0 0 0 0,1 0 1 0 0,-1-1-1 0 0,1 1 0 0 0,-1-1 0 0 0,0 1 0 0 0,0-1 0 0 0,0 0 0 0 0,0 0 1 0 0,0 0-1 0 0,0 0 0 0 0,0 0 0 0 0,-1 0 0 0 0,1 0 0 0 0,-1-1 0 0 0,1 1 1 0 0,-1-1-1 0 0,0 1 0 0 0,0-1 0 0 0,0 1 0 0 0,0-1 0 0 0,-1 0 0 0 0,1 1 1 0 0,-1-1-1 0 0,1 0 0 0 0,-1 0 0 0 0,0 1 0 0 0,0-1 0 0 0,0 0 0 0 0,-1 0 0 0 0,1 1 1 0 0,-1-1-1 0 0,0-3 0 0 0,0 4-25 0 0,0 0 0 0 0,0 0 0 0 0,0-1 0 0 0,0 1 1 0 0,0 0-1 0 0,-1 0 0 0 0,1 0 0 0 0,-1 0 0 0 0,1 0 0 0 0,-3-2 0 0 0,-13-8-6130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4.4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1 401 10594 0 0,'1'-7'8152'0'0,"9"18"-4660"0"0,-6-6-4803 0 0,45 80 2348 0 0,-35-57-1048 0 0,1-1-1 0 0,2-1 1 0 0,36 44 0 0 0,-25-40 39 0 0,2-2-1 0 0,62 47 0 0 0,-73-61 39 0 0,0-2-1 0 0,1-1 1 0 0,0 0 0 0 0,1-1-1 0 0,0-2 1 0 0,39 11 0 0 0,-57-18-36 0 0,0 0 0 0 0,0 0 0 0 0,-1-1 0 0 0,1 1 0 0 0,0-1 0 0 0,0 0 0 0 0,0 0 0 0 0,0 0 0 0 0,0 0 0 0 0,0-1 0 0 0,0 1 0 0 0,0-1 0 0 0,-1 0 1 0 0,1 0-1 0 0,0 0 0 0 0,0 0 0 0 0,-1 0 0 0 0,1 0 0 0 0,-1-1 0 0 0,1 1 0 0 0,2-3 0 0 0,-2 0 43 0 0,0 1 1 0 0,-1 0-1 0 0,1-1 0 0 0,-1 1 1 0 0,0-1-1 0 0,0 0 1 0 0,-1 0-1 0 0,1 0 0 0 0,-1 1 1 0 0,0-1-1 0 0,0-1 0 0 0,0 1 1 0 0,0 0-1 0 0,-1-6 1 0 0,5-72 610 0 0,-9-107 0 0 0,1-35-862 0 0,5 191 47 0 0,1 1 0 0 0,2 0 0 0 0,1 0-1 0 0,19-57 1 0 0,-22 80-49 0 0,1-1-1 0 0,1 1 1 0 0,-1 0-1 0 0,9-10 0 0 0,4-2-6800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4.7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19 8754 0 0,'-3'-3'426'0'0,"0"1"-1"0"0,0 0 1 0 0,0 0 0 0 0,0 1 0 0 0,0-1-1 0 0,-1 1 1 0 0,1-1 0 0 0,0 1 0 0 0,-8-1-1 0 0,9 2-249 0 0,1 0 0 0 0,-1 1 0 0 0,0-1 0 0 0,0 1 0 0 0,1-1-1 0 0,-1 1 1 0 0,0 0 0 0 0,1 0 0 0 0,-1-1 0 0 0,1 1 0 0 0,-1 0-1 0 0,1 0 1 0 0,0 1 0 0 0,-1-1 0 0 0,1 0 0 0 0,0 0 0 0 0,-1 1-1 0 0,1-1 1 0 0,0 1 0 0 0,0-1 0 0 0,0 1 0 0 0,-1 2 0 0 0,-9 15 77 0 0,0 1 1 0 0,2 1 0 0 0,0 0 0 0 0,1 0-1 0 0,1 1 1 0 0,1-1 0 0 0,1 2-1 0 0,1-1 1 0 0,1 0 0 0 0,1 1 0 0 0,1 40-1 0 0,2-57-240 0 0,0 1-1 0 0,0-1 0 0 0,1 0 1 0 0,0 0-1 0 0,0 0 1 0 0,1-1-1 0 0,-1 1 0 0 0,1 0 1 0 0,1-1-1 0 0,-1 0 0 0 0,1 1 1 0 0,0-2-1 0 0,0 1 1 0 0,0 0-1 0 0,1-1 0 0 0,-1 0 1 0 0,1 0-1 0 0,0 0 0 0 0,9 5 1 0 0,-10-7 24 0 0,-1 0 1 0 0,1-1-1 0 0,-1 1 1 0 0,1-1-1 0 0,0 0 1 0 0,0 0-1 0 0,-1 0 1 0 0,1 0-1 0 0,0-1 1 0 0,0 0-1 0 0,0 1 1 0 0,0-2-1 0 0,0 1 1 0 0,0 0-1 0 0,0-1 1 0 0,-1 1-1 0 0,1-1 0 0 0,0 0 1 0 0,0-1-1 0 0,-1 1 1 0 0,1 0-1 0 0,0-1 1 0 0,-1 0-1 0 0,0 0 1 0 0,1 0-1 0 0,-1 0 1 0 0,0-1-1 0 0,0 1 1 0 0,0-1-1 0 0,0 0 1 0 0,-1 0-1 0 0,4-4 1 0 0,0-2 17 0 0,0 0 0 0 0,-1 0 0 0 0,0-1-1 0 0,0 0 1 0 0,-1 0 0 0 0,0 0 0 0 0,-1 0 0 0 0,0-1 0 0 0,-1 1 0 0 0,0-1 0 0 0,-1 0 0 0 0,0 0 0 0 0,0 0 0 0 0,-2-11 0 0 0,1 15-28 0 0,0-1 0 0 0,-1 1 0 0 0,0 0 0 0 0,-1 0 1 0 0,1-1-1 0 0,-1 1 0 0 0,-1 0 0 0 0,1 0 0 0 0,-1 0 0 0 0,-1 1 0 0 0,1-1 0 0 0,-1 1 0 0 0,0 0 0 0 0,0 0 0 0 0,-1 0 0 0 0,0 0 1 0 0,0 1-1 0 0,0 0 0 0 0,-1 0 0 0 0,0 0 0 0 0,-9-5 0 0 0,12 8-151 0 0,1 1 1 0 0,-2 0 0 0 0,1-1-1 0 0,0 1 1 0 0,0 0-1 0 0,0 1 1 0 0,0-1 0 0 0,-1 0-1 0 0,-3 1 1 0 0,-18 4-6247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5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5065 0 0,'0'-1'232'0'0,"-1"45"6500"0"0,0-15-3578 0 0,3 35 1 0 0,-1-54-2857 0 0,1 0 0 0 0,0-1 1 0 0,0 1-1 0 0,1-1 0 0 0,0 0 1 0 0,1 1-1 0 0,7 13 0 0 0,-8-18-206 0 0,1 1-1 0 0,-1-1 1 0 0,1 0-1 0 0,0-1 0 0 0,0 1 1 0 0,0 0-1 0 0,8 5 0 0 0,-10-9-85 0 0,-1 0-1 0 0,0 0 1 0 0,0-1-1 0 0,0 1 0 0 0,0-1 1 0 0,1 1-1 0 0,-1-1 1 0 0,0 1-1 0 0,1-1 0 0 0,-1 0 1 0 0,0 1-1 0 0,1-1 1 0 0,-1 0-1 0 0,0 0 0 0 0,1 0 1 0 0,-1 0-1 0 0,0 0 1 0 0,1 0-1 0 0,-1-1 0 0 0,0 1 1 0 0,1 0-1 0 0,-1-1 0 0 0,0 1 1 0 0,1-1-1 0 0,-1 1 1 0 0,0-1-1 0 0,0 0 0 0 0,0 1 1 0 0,0-1-1 0 0,1 0 1 0 0,-1 0-1 0 0,0 0 0 0 0,0 0 1 0 0,-1 0-1 0 0,1 0 1 0 0,0 0-1 0 0,0 0 0 0 0,0 0 1 0 0,-1 0-1 0 0,2-2 1 0 0,5-9 118 0 0,-1-1 0 0 0,0 1 0 0 0,-1-1 1 0 0,8-27-1 0 0,-8 22-47 0 0,1 1 1 0 0,8-18-1 0 0,-13 33-66 0 0,-1 0 0 0 0,1 1 0 0 0,0-1 0 0 0,0 0-1 0 0,0 0 1 0 0,0 1 0 0 0,0-1 0 0 0,1 0 0 0 0,-1 1 0 0 0,0-1 0 0 0,1 1-1 0 0,-1 0 1 0 0,1-1 0 0 0,-1 1 0 0 0,1 0 0 0 0,0 0 0 0 0,-1 0 0 0 0,1 0 0 0 0,0 0-1 0 0,0 0 1 0 0,0 1 0 0 0,0-1 0 0 0,0 0 0 0 0,0 1 0 0 0,3-1 0 0 0,-2 2 3 0 0,0 0 0 0 0,-1 0 0 0 0,1 0 0 0 0,0 0 0 0 0,0 0 0 0 0,-1 0 0 0 0,1 1 0 0 0,-1 0 0 0 0,1-1 1 0 0,-1 1-1 0 0,0 0 0 0 0,0 0 0 0 0,0 0 0 0 0,0 0 0 0 0,0 1 0 0 0,0-1 0 0 0,2 3 0 0 0,13 21 22 0 0,-10-16-2 0 0,0 0-1 0 0,1 0 0 0 0,-1-1 1 0 0,2 0-1 0 0,10 10 0 0 0,-16-17-74 0 0,0 0 0 0 0,0 0-1 0 0,0-1 1 0 0,0 1-1 0 0,0-1 1 0 0,0 1 0 0 0,0-1-1 0 0,1 0 1 0 0,-1 0-1 0 0,1 0 1 0 0,-1-1 0 0 0,0 1-1 0 0,1-1 1 0 0,-1 0-1 0 0,1 0 1 0 0,-1 0 0 0 0,1 0-1 0 0,-1-1 1 0 0,1 1-1 0 0,-1-1 1 0 0,0 0 0 0 0,1 0-1 0 0,3-2 1 0 0,1 0-347 0 0,0-1 0 0 0,-1 0 1 0 0,1 0-1 0 0,-1-1 1 0 0,0 0-1 0 0,0 0 0 0 0,-1-1 1 0 0,6-6-1 0 0,5-8-1124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5.3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4 161 7834 0 0,'-4'-85'1734'0'0,"5"69"443"0"0,0 0 0 0 0,1 0 0 0 0,8-11 3743 0 0,4 75-5030 0 0,1 3-594 0 0,1-1 0 0 0,3-1 0 0 0,30 58 0 0 0,88 133-264 0 0,-91-154-3391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7:55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2 285 8754 0 0,'0'-1'130'0'0,"-1"1"0"0"0,1-1 0 0 0,0 1 0 0 0,0-1 0 0 0,0 0 0 0 0,0 1 0 0 0,-1-1 0 0 0,1 1 0 0 0,0-1 0 0 0,0 1 0 0 0,0-1 0 0 0,0 0 0 0 0,0 1 0 0 0,0-1 0 0 0,0 1 0 0 0,1-1 0 0 0,-1 1 0 0 0,0-1 0 0 0,0 0 0 0 0,0 1 0 0 0,1-1 0 0 0,-1 1 0 0 0,0-1 0 0 0,0 1 0 0 0,1-1 0 0 0,-1 1 0 0 0,0 0 0 0 0,1-1 0 0 0,-1 1 0 0 0,1-1 0 0 0,-1 1 0 0 0,0 0 0 0 0,1-1 0 0 0,-1 1 0 0 0,1 0 0 0 0,-1-1 0 0 0,1 1 0 0 0,-1 0 0 0 0,1 0 0 0 0,0-1 0 0 0,-1 1 0 0 0,1 0 0 0 0,32-16 3518 0 0,-26 13-3592 0 0,83-36 2051 0 0,98-29-1 0 0,103-16-2785 0 0,-229 67 571 0 0,78-20-370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1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5985 0 0,'-4'18'563'0'0,"1"-1"0"0"0,1 0 0 0 0,0 1 0 0 0,1 0 0 0 0,3 33 0 0 0,-1 7 540 0 0,2 35-103 0 0,4 0 0 0 0,27 132 1 0 0,-7-52-634 0 0,-8-35-217 0 0,40 319 846 0 0,-28 5 481 0 0,17 670-186 0 0,2-45-267 0 0,-9-109-200 0 0,-38-927-824 0 0,120 1449 0 0 0,44-511 359 0 0,-122-761-303 0 0,58 235 70 0 0,-11-48 31 0 0,-24 6-79 0 0,-13 320-78 0 0,-17-170 0 0 0,-10-241 39 0 0,54 556 138 0 0,-47-591-131 0 0,46 548 501 0 0,-25 158-61 0 0,26-315 692 0 0,-32-346-956 0 0,5 27 137 0 0,-37-280-342 0 0,-8-41 48 0 0,-1 0-1 0 0,5 84 1 0 0,-15-117-65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3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0,'1'49'7135'0'0,"3"28"-3924"0"0,1 31-2277 0 0,16 305 904 0 0,-8-192-3319 0 0,-12-192-562 0 0,0 1-4998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4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44 6913 0 0,'-13'2'251'0'0,"-17"2"2530"0"0,12-3 2677 0 0,63-12-326 0 0,-9 1-4656 0 0,23-1 107 0 0,-35 5-523 0 0,0 1 1 0 0,0 2-1 0 0,0 0 1 0 0,0 1-1 0 0,32 3 1 0 0,-55-1-61 0 0,0 0 1 0 0,0 0 0 0 0,0 0 0 0 0,0 0 0 0 0,1 0-1 0 0,-1 1 1 0 0,0-1 0 0 0,0 0 0 0 0,0 1 0 0 0,0-1-1 0 0,0 1 1 0 0,0-1 0 0 0,0 1 0 0 0,0-1-1 0 0,0 1 1 0 0,0 0 0 0 0,0-1 0 0 0,0 1 0 0 0,1 2-1 0 0,-2-3-15 0 0,0 1-1 0 0,1 0 0 0 0,-1 0 0 0 0,0-1 0 0 0,0 1 0 0 0,0 0 0 0 0,-1 0 0 0 0,1-1 1 0 0,0 1-1 0 0,0 0 0 0 0,0-1 0 0 0,0 1 0 0 0,-1 0 0 0 0,1-1 0 0 0,0 1 0 0 0,-1 0 1 0 0,1-1-1 0 0,0 1 0 0 0,-1 0 0 0 0,1-1 0 0 0,-1 1 0 0 0,0 0 0 0 0,-6 6-198 0 0,0-1 0 0 0,-1 0 0 0 0,-12 9-1 0 0,13-11 161 0 0,-41 29-44 0 0,-53 38-176 0 0,88-60 244 0 0,-1 0-1 0 0,1 1 1 0 0,1 1 0 0 0,-18 25-1 0 0,28-37 35 0 0,1 0 0 0 0,0 0 0 0 0,0 0 1 0 0,0 1-1 0 0,1-1 0 0 0,-1 0 0 0 0,0 1 0 0 0,0-1 0 0 0,1 1 0 0 0,-1-1 0 0 0,1 1 0 0 0,-1-1 0 0 0,1 1 0 0 0,-1-1 0 0 0,1 1 0 0 0,0-1 0 0 0,0 1 0 0 0,0 0 0 0 0,0-1 1 0 0,0 1-1 0 0,0-1 0 0 0,0 1 0 0 0,1-1 0 0 0,-1 1 0 0 0,1 0 0 0 0,-1-1 0 0 0,1 1 0 0 0,-1-1 0 0 0,1 0 0 0 0,0 1 0 0 0,0-1 0 0 0,0 0 0 0 0,-1 1 0 0 0,1-1 0 0 0,1 0 0 0 0,-1 0 1 0 0,0 0-1 0 0,0 0 0 0 0,0 0 0 0 0,1 0 0 0 0,-1 0 0 0 0,0 0 0 0 0,1 0 0 0 0,-1 0 0 0 0,1-1 0 0 0,-1 1 0 0 0,1-1 0 0 0,-1 1 0 0 0,1-1 0 0 0,1 1 0 0 0,12 3 61 0 0,-1-1-1 0 0,1-1 0 0 0,0 0 1 0 0,19 0-1 0 0,-24-1-33 0 0,13 0 48 0 0,65 7 445 0 0,-78-6-475 0 0,0-1-1 0 0,-1 2 1 0 0,0-1 0 0 0,1 1 0 0 0,-1 1 0 0 0,14 7 0 0 0,-22-11-50 0 0,-1 1 1 0 0,1-1-1 0 0,-1 1 1 0 0,1-1 0 0 0,-1 1-1 0 0,1-1 1 0 0,-1 1-1 0 0,1-1 1 0 0,-1 1-1 0 0,1-1 1 0 0,-1 1 0 0 0,0 0-1 0 0,1-1 1 0 0,-1 1-1 0 0,0 0 1 0 0,1-1 0 0 0,-1 1-1 0 0,0 0 1 0 0,0 0-1 0 0,0-1 1 0 0,0 1-1 0 0,0 0 1 0 0,0 0 0 0 0,0-1-1 0 0,0 1 1 0 0,0 0-1 0 0,0-1 1 0 0,0 1 0 0 0,0 0-1 0 0,-1 0 1 0 0,1-1-1 0 0,0 1 1 0 0,0 0 0 0 0,-1-1-1 0 0,1 1 1 0 0,-1 0-1 0 0,1-1 1 0 0,0 1-1 0 0,-1-1 1 0 0,1 1 0 0 0,-1-1-1 0 0,1 1 1 0 0,-1-1-1 0 0,0 1 1 0 0,1-1 0 0 0,-1 1-1 0 0,0 0 1 0 0,-36 25-55 0 0,31-22 38 0 0,-34 22-118 0 0,24-18 59 0 0,1 1 0 0 0,0 1 1 0 0,0 1-1 0 0,2 0 0 0 0,-1 0 1 0 0,1 2-1 0 0,-20 24 0 0 0,32-36 77 0 0,0-1-1 0 0,1 1 0 0 0,-1 0 0 0 0,1 0 0 0 0,-1 0 0 0 0,1-1 0 0 0,-1 1 0 0 0,1 0 0 0 0,0 0 1 0 0,-1 0-1 0 0,1 0 0 0 0,0 0 0 0 0,0 0 0 0 0,0 0 0 0 0,0 0 0 0 0,-1 0 0 0 0,1 0 0 0 0,1 0 1 0 0,-1 0-1 0 0,0 0 0 0 0,0 0 0 0 0,0 0 0 0 0,0 0 0 0 0,1 0 0 0 0,-1 0 0 0 0,0 0 1 0 0,1-1-1 0 0,-1 1 0 0 0,1 0 0 0 0,-1 0 0 0 0,1 0 0 0 0,-1 0 0 0 0,1-1 0 0 0,0 1 0 0 0,-1 0 1 0 0,1-1-1 0 0,0 1 0 0 0,0 0 0 0 0,-1-1 0 0 0,1 1 0 0 0,0-1 0 0 0,0 1 0 0 0,0-1 0 0 0,0 0 1 0 0,0 1-1 0 0,0-1 0 0 0,0 0 0 0 0,0 1 0 0 0,-1-1 0 0 0,1 0 0 0 0,2 0 0 0 0,7 2-78 0 0,1 0 0 0 0,-1-1 0 0 0,21 0 1 0 0,-19-1-184 0 0,16 4-404 0 0,-15 3-1165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4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0 456 0 0,'5'2'1112'0'0,"1"1"0"0"0,-1-1 0 0 0,0 1 0 0 0,0-1 1 0 0,0 1-1 0 0,0 1 0 0 0,0-1 0 0 0,-1 1 0 0 0,0 0 0 0 0,1 0 0 0 0,3 5 0 0 0,-3-2-240 0 0,0 0-1 0 0,0 1 1 0 0,-1-1 0 0 0,0 1-1 0 0,-1 0 1 0 0,5 15-1 0 0,-1 6-393 0 0,-1 1-1 0 0,-2 0 0 0 0,1 43 1 0 0,-2-27 139 0 0,21 350 183 0 0,-9-143-325 0 0,-15-240-700 0 0,1 1-1 0 0,0-1 1 0 0,1 0 0 0 0,1 0 0 0 0,0-1 0 0 0,0 1 0 0 0,1 0 0 0 0,1-1 0 0 0,9 19 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5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18 3681 0 0,'0'-1'238'0'0,"0"0"-1"0"0,0 1 1 0 0,0-1 0 0 0,0 0-1 0 0,0 0 1 0 0,-1 1 0 0 0,1-1 0 0 0,0 0-1 0 0,0 0 1 0 0,-1 1 0 0 0,1-1-1 0 0,-1 0 1 0 0,1 1 0 0 0,0-1 0 0 0,-1 1-1 0 0,1-1 1 0 0,-1 0 0 0 0,0 1 0 0 0,1-1-1 0 0,-1 1 1 0 0,1-1 0 0 0,-1 1-1 0 0,0 0 1 0 0,0-1 0 0 0,1 1 0 0 0,-1 0-1 0 0,0-1 1 0 0,1 1 0 0 0,-1 0 0 0 0,0 0-1 0 0,0-1 1 0 0,0 1 0 0 0,1 0-1 0 0,-1 0 1 0 0,-1 0 0 0 0,-32 3 2295 0 0,32-3-2495 0 0,-43 13 1957 0 0,43-13-1845 0 0,-1 1 0 0 0,1 0 0 0 0,0 0 0 0 0,0 1 0 0 0,0-1 0 0 0,-1 0 0 0 0,1 1 0 0 0,0-1 0 0 0,0 1 0 0 0,1 0 0 0 0,-1-1 0 0 0,0 1 0 0 0,1 0 0 0 0,-1 0 0 0 0,-2 4 0 0 0,5-5-121 0 0,-1-1 0 0 0,0 1-1 0 0,1-1 1 0 0,-1 1-1 0 0,1-1 1 0 0,-1 1 0 0 0,1-1-1 0 0,-1 0 1 0 0,1 1-1 0 0,-1-1 1 0 0,1 0 0 0 0,-1 0-1 0 0,1 1 1 0 0,-1-1-1 0 0,1 0 1 0 0,0 0 0 0 0,-1 0-1 0 0,1 0 1 0 0,-1 0-1 0 0,1 0 1 0 0,0 0-1 0 0,-1 0 1 0 0,1 0 0 0 0,-1 0-1 0 0,1 0 1 0 0,0 0-1 0 0,0 0 1 0 0,20-1 265 0 0,88-16 632 0 0,-79 11-703 0 0,0 1 0 0 0,1 1 0 0 0,-1 1 0 0 0,60 4 0 0 0,-86-1-212 0 0,-1 1-1 0 0,1-1 1 0 0,0 1 0 0 0,-1 0 0 0 0,1 1-1 0 0,-1-1 1 0 0,0 0 0 0 0,1 1 0 0 0,-1 0-1 0 0,0 0 1 0 0,0 0 0 0 0,5 4 0 0 0,-7-5-12 0 0,0 1 0 0 0,0-1 1 0 0,0 0-1 0 0,0 1 0 0 0,0-1 0 0 0,0 0 1 0 0,0 1-1 0 0,-1-1 0 0 0,1 1 0 0 0,0-1 1 0 0,-1 1-1 0 0,0 0 0 0 0,1-1 1 0 0,-1 1-1 0 0,0-1 0 0 0,0 1 0 0 0,0 0 1 0 0,0-1-1 0 0,0 1 0 0 0,0 0 0 0 0,0-1 1 0 0,-1 1-1 0 0,1-1 0 0 0,0 1 1 0 0,-1 0-1 0 0,1-1 0 0 0,-1 1 0 0 0,0-1 1 0 0,0 1-1 0 0,0 1 0 0 0,-13 18-105 0 0,-1-1 0 0 0,0 0-1 0 0,-35 33 1 0 0,-18 23 227 0 0,61-67-77 0 0,1 1 0 0 0,-1 0 1 0 0,1 1-1 0 0,1-1 0 0 0,0 1 0 0 0,-5 17 0 0 0,9-26-48 0 0,1 0 0 0 0,-1-1-1 0 0,1 1 1 0 0,0 0-1 0 0,-1-1 1 0 0,1 1 0 0 0,0 0-1 0 0,0-1 1 0 0,0 1-1 0 0,0 0 1 0 0,0-1 0 0 0,1 1-1 0 0,-1 0 1 0 0,1-1-1 0 0,-1 1 1 0 0,1 0 0 0 0,-1-1-1 0 0,1 1 1 0 0,0-1 0 0 0,-1 1-1 0 0,1-1 1 0 0,0 0-1 0 0,0 1 1 0 0,0-1 0 0 0,1 0-1 0 0,-1 1 1 0 0,0-1-1 0 0,0 0 1 0 0,1 0 0 0 0,-1 0-1 0 0,0 0 1 0 0,1 0-1 0 0,-1-1 1 0 0,1 1 0 0 0,-1 0-1 0 0,1-1 1 0 0,0 1-1 0 0,-1-1 1 0 0,1 1 0 0 0,0-1-1 0 0,-1 0 1 0 0,1 1-1 0 0,2-1 1 0 0,10 1-53 0 0,0 0 0 0 0,0-1 0 0 0,0-1 0 0 0,16-2 0 0 0,-18 2 45 0 0,4-1 1 0 0,-9 0 39 0 0,0 1 0 0 0,0 1 0 0 0,0-1 0 0 0,0 1-1 0 0,0 0 1 0 0,0 0 0 0 0,0 1 0 0 0,10 2 0 0 0,-18 0-44 0 0,-1-1 0 0 0,1 0 0 0 0,-1 1-1 0 0,1-1 1 0 0,-1 0 0 0 0,0 0 0 0 0,1 0 0 0 0,-1 0 0 0 0,-1 0 0 0 0,1 0 0 0 0,-4 2 0 0 0,3-1 1 0 0,-37 28-285 0 0,31-25 144 0 0,0 1 1 0 0,0 0-1 0 0,1 0 0 0 0,0 0 1 0 0,-14 18-1 0 0,22-24 77 0 0,-2 2-1131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5.7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1840 0 0,'1'4'1219'0'0,"0"0"-1"0"0,0 0 0 0 0,1 0 1 0 0,-1 0-1 0 0,1 0 0 0 0,0 0 1 0 0,0-1-1 0 0,0 1 0 0 0,4 4 1 0 0,9 20 2768 0 0,-4 6-1932 0 0,8 44 0 0 0,8 97-1175 0 0,-16-89-428 0 0,34 193 521 0 0,20 156-762 0 0,-58-368-540 0 0,4 39 672 0 0,4-36-7785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6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189 28 9218 0 0,'-37'4'2525'0'0,"-1"2"0"0"0,1 2 0 0 0,-40 18 2910 0 0,121-22-4874 0 0,301-19 1522 0 0,-97 1-1238 0 0,-69 3-1920 0 0,-142 7 614 0 0,0-2 0 0 0,65-19-1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6.4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11979 0 0,'12'11'1617'0'0,"2"0"-1"0"0,-1-1 1 0 0,18 9 0 0 0,2 2-91 0 0,15 14 788 0 0,61 56-1 0 0,34 52-2179 0 0,-131-130-1175 0 0,1-1 0 0 0,19 14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6.5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285 0 6449 0 0,'-3'3'878'0'0,"1"1"-1"0"0,0-1 0 0 0,0 1 1 0 0,0-1-1 0 0,1 1 0 0 0,-3 6 1 0 0,-4 9 1922 0 0,-79 153 3665 0 0,-40 90-5140 0 0,109-223-1086 0 0,2-6-166 0 0,4-4-1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8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21 5985 0 0,'-1'-2'93'0'0,"0"0"1"0"0,1 1-1 0 0,-1-1 0 0 0,0 1 0 0 0,-1 0 0 0 0,1-1 0 0 0,0 1 0 0 0,0 0 0 0 0,-1 0 1 0 0,1 0-1 0 0,0 0 0 0 0,-1 0 0 0 0,-2-2 0 0 0,3 3 116 0 0,0 0-1 0 0,0-1 1 0 0,1 1-1 0 0,-1 0 1 0 0,0 0-1 0 0,0 0 1 0 0,1 0-1 0 0,-1 0 1 0 0,0 0-1 0 0,0 0 1 0 0,1 0-1 0 0,-1 0 1 0 0,0 1-1 0 0,0-1 1 0 0,1 0-1 0 0,-1 0 1 0 0,0 1-1 0 0,1-1 1 0 0,-1 0 0 0 0,0 1-1 0 0,1-1 1 0 0,-2 1-1 0 0,1 1 177 0 0,0-1 0 0 0,0 0-1 0 0,-1 1 1 0 0,1-1 0 0 0,0 1 0 0 0,1-1 0 0 0,-1 1-1 0 0,0-1 1 0 0,0 1 0 0 0,1-1 0 0 0,-1 1-1 0 0,1 0 1 0 0,-1 2 0 0 0,1 19 155 0 0,9 16 966 0 0,2-1 0 0 0,17 37 1 0 0,7 26-729 0 0,25 169 455 0 0,-36-88-3536 0 0,-21-162-5685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8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 5065 0 0,'-2'0'258'0'0,"1"0"-1"0"0,0 0 1 0 0,-1 0 0 0 0,1 0-1 0 0,0 0 1 0 0,-1 0 0 0 0,1 0-1 0 0,0 0 1 0 0,-1 1-1 0 0,1-1 1 0 0,0 1 0 0 0,0-1-1 0 0,-1 1 1 0 0,1-1 0 0 0,0 1-1 0 0,0 0 1 0 0,0-1-1 0 0,-1 1 1 0 0,1 0 0 0 0,-1 2-1 0 0,-26 18 2200 0 0,19-11-1917 0 0,0 0 1 0 0,0 0-1 0 0,1 0 0 0 0,1 1 1 0 0,0 0-1 0 0,0 1 0 0 0,1 0 1 0 0,1 0-1 0 0,0 0 0 0 0,0 0 1 0 0,2 1-1 0 0,-1 0 0 0 0,-1 18 1 0 0,3-21-422 0 0,1 0 0 0 0,0-1 0 0 0,1 1 0 0 0,0 0 0 0 0,1 0 0 0 0,0 0-1 0 0,0 0 1 0 0,1 0 0 0 0,0-1 0 0 0,1 1 0 0 0,0-1 0 0 0,1 0 0 0 0,-1 0 0 0 0,2 0 0 0 0,-1 0 0 0 0,2 0 0 0 0,-1-1 0 0 0,11 12 0 0 0,-14-17-113 0 0,0 0 0 0 0,1-1 0 0 0,-1 1 0 0 0,1-1 0 0 0,0 0 0 0 0,0 0 0 0 0,0 0 0 0 0,0 0 1 0 0,0 0-1 0 0,1 0 0 0 0,-1-1 0 0 0,0 0 0 0 0,1 1 0 0 0,-1-1 0 0 0,1-1 0 0 0,-1 1 0 0 0,1 0 0 0 0,-1-1 0 0 0,1 0 0 0 0,0 0 0 0 0,-1 0 1 0 0,1 0-1 0 0,0-1 0 0 0,-1 1 0 0 0,1-1 0 0 0,-1 0 0 0 0,1 0 0 0 0,-1 0 0 0 0,0 0 0 0 0,1-1 0 0 0,-1 1 0 0 0,0-1 0 0 0,0 0 0 0 0,0 0 1 0 0,0 0-1 0 0,0-1 0 0 0,0 1 0 0 0,-1 0 0 0 0,1-1 0 0 0,-1 0 0 0 0,0 0 0 0 0,1 0 0 0 0,-1 0 0 0 0,-1 0 0 0 0,1 0 0 0 0,0 0 0 0 0,-1-1 1 0 0,0 1-1 0 0,1 0 0 0 0,-1-1 0 0 0,-1 1 0 0 0,1-1 0 0 0,0-4 0 0 0,0-3-131 0 0,-1 1 0 0 0,0 0 1 0 0,0 0-1 0 0,-1 0 0 0 0,0 0 0 0 0,-1 0 1 0 0,0 0-1 0 0,-1 1 0 0 0,0-1 0 0 0,0 1 1 0 0,-1-1-1 0 0,0 1 0 0 0,-1 0 0 0 0,0 0 1 0 0,-8-10-1 0 0,-2 0-311 0 0,0 1 0 0 0,-1 1 1 0 0,-1 0-1 0 0,0 1 0 0 0,-28-19 1 0 0,31 25-804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9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0,'1'7'600'0'0,"1"1"0"0"0,0-1 0 0 0,0 0 0 0 0,0 1 1 0 0,1-1-1 0 0,0 0 0 0 0,7 9 0 0 0,3 12 506 0 0,50 141 1679 0 0,26 60-4418 0 0,-80-209-6010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49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17 8290 0 0,'-1'-1'166'0'0,"1"0"1"0"0,-1 0-1 0 0,0 0 1 0 0,1 0 0 0 0,-1 0-1 0 0,0 0 1 0 0,0 0-1 0 0,0 0 1 0 0,0 1-1 0 0,0-1 1 0 0,0 0 0 0 0,0 0-1 0 0,0 1 1 0 0,0-1-1 0 0,0 1 1 0 0,0-1-1 0 0,0 1 1 0 0,0-1 0 0 0,-1 1-1 0 0,1 0 1 0 0,0-1-1 0 0,0 1 1 0 0,0 0-1 0 0,-1 0 1 0 0,1 0 0 0 0,-2 0-1 0 0,1 1 109 0 0,-1-1 0 0 0,0 1 1 0 0,0 0-1 0 0,0 1 0 0 0,1-1 0 0 0,-1 0 0 0 0,0 1 0 0 0,1-1 1 0 0,-1 1-1 0 0,-3 3 0 0 0,-3 4 405 0 0,0-1 0 0 0,1 2 0 0 0,0-1 0 0 0,-10 16-1 0 0,14-18-449 0 0,0 0-1 0 0,0 0 1 0 0,1 0-1 0 0,-1 0 1 0 0,2 1-1 0 0,-1-1 0 0 0,1 1 1 0 0,0 0-1 0 0,1 0 1 0 0,0 0-1 0 0,0 0 1 0 0,0 13-1 0 0,2-17-166 0 0,0 1-1 0 0,0 0 1 0 0,0 0-1 0 0,0 0 1 0 0,1-1-1 0 0,0 1 1 0 0,0-1-1 0 0,0 1 1 0 0,0-1-1 0 0,1 0 1 0 0,0 0-1 0 0,0 0 1 0 0,0 0-1 0 0,0 0 1 0 0,0-1 0 0 0,1 1-1 0 0,0-1 1 0 0,0 0-1 0 0,-1 0 1 0 0,2 0-1 0 0,6 3 1 0 0,-4-3-77 0 0,0 0 1 0 0,-1-1 0 0 0,1 0-1 0 0,0 0 1 0 0,1-1 0 0 0,-1 0-1 0 0,0 0 1 0 0,0-1-1 0 0,0 0 1 0 0,1 0 0 0 0,8-1-1 0 0,23-5-6743 0 0,-18 2-407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0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986 61 2761 0 0,'-10'-4'106'0'0,"0"0"1"0"0,-1 1 0 0 0,1 0 0 0 0,-1 0-1 0 0,0 1 1 0 0,0 1 0 0 0,-17-1-1 0 0,-81 6 819 0 0,87-2-727 0 0,-47 5 1639 0 0,-112 26 0 0 0,-64 34 2853 0 0,139-36-2648 0 0,90-26-1583 0 0,-1 0 0 0 0,1-1 0 0 0,0-1 0 0 0,-1-1 0 0 0,0-1 0 0 0,-32 0 0 0 0,49-1-431 0 0,0 0-1 0 0,-1 0 1 0 0,1 0-1 0 0,0 0 1 0 0,0 0-1 0 0,0 0 1 0 0,0 0 0 0 0,0 0-1 0 0,0 0 1 0 0,0 0-1 0 0,0 0 1 0 0,0 0-1 0 0,-1 0 1 0 0,1 0 0 0 0,0 0-1 0 0,0 0 1 0 0,0 0-1 0 0,0 0 1 0 0,0 0-1 0 0,0 0 1 0 0,0 0 0 0 0,0-1-1 0 0,0 1 1 0 0,0 0-1 0 0,-1 0 1 0 0,1 0-1 0 0,0 0 1 0 0,0 0 0 0 0,0 0-1 0 0,0 0 1 0 0,0 0-1 0 0,0 0 1 0 0,0 0-1 0 0,0 0 1 0 0,0 0 0 0 0,0 0-1 0 0,0-1 1 0 0,0 1-1 0 0,0 0 1 0 0,0 0 0 0 0,0 0-1 0 0,0 0 1 0 0,0 0-1 0 0,0 0 1 0 0,0 0-1 0 0,0 0 1 0 0,0 0 0 0 0,0-1-1 0 0,0 1 1 0 0,0 0-1 0 0,0 0 1 0 0,0 0-1 0 0,0 0 1 0 0,0 0 0 0 0,0 0-1 0 0,0 0 1 0 0,0 0-1 0 0,0 0 1 0 0,0-1-1 0 0,0 1 1 0 0,0 0 0 0 0,0 0-1 0 0,8-6 752 0 0,13-3-244 0 0,59-13-106 0 0,1 3 0 0 0,115-12 0 0 0,169 3-274 0 0,-356 27-128 0 0,719-51 261 0 0,-380 26-1891 0 0,-300 23-3660 0 0,-7 1-1745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1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93 1840 0 0,'-13'-1'1724'0'0,"1"-1"-1"0"0,0 0 0 0 0,-30-13 9071 0 0,50 7-9065 0 0,11-3-938 0 0,1 1-579 0 0,0 2 0 0 0,1 0-1 0 0,1 1 1 0 0,-1 1-1 0 0,1 1 1 0 0,0 1 0 0 0,0 1-1 0 0,41 0 1 0 0,-62 3-212 0 0,0 0 1 0 0,0 0-1 0 0,0 0 1 0 0,0 0-1 0 0,0 1 1 0 0,0-1-1 0 0,0 0 1 0 0,0 0-1 0 0,0 1 1 0 0,0-1-1 0 0,0 0 1 0 0,0 1-1 0 0,0-1 1 0 0,0 1-1 0 0,0 0 1 0 0,0-1-1 0 0,0 1 1 0 0,0 0-1 0 0,-1-1 1 0 0,1 1-1 0 0,0 0 1 0 0,-1 0-1 0 0,1 0 1 0 0,0 0-1 0 0,-1 0 0 0 0,1-1 1 0 0,0 3-1 0 0,-1-1 1 0 0,1 0-1 0 0,-1 1 1 0 0,0-1-1 0 0,0 0 0 0 0,0 1 1 0 0,0-1-1 0 0,0 1 1 0 0,-1-1-1 0 0,1 0 0 0 0,-1 1 1 0 0,-1 3-1 0 0,-3 8-3 0 0,-1-1 0 0 0,0 1 0 0 0,-10 13 0 0 0,13-22-1 0 0,-47 66-110 0 0,37-55 95 0 0,1 1 1 0 0,0 1-1 0 0,1 0 0 0 0,1 0 0 0 0,-9 24 1 0 0,18-42 18 0 0,1 1 0 0 0,0-1 0 0 0,0 1 0 0 0,0 0 0 0 0,-1-1 0 0 0,1 1 0 0 0,0 0 0 0 0,0-1 0 0 0,0 1 0 0 0,0 0 0 0 0,0-1 0 0 0,0 1 0 0 0,0 0 0 0 0,0-1 0 0 0,0 1 0 0 0,0-1 0 0 0,1 1 0 0 0,-1 0 0 0 0,0-1 0 0 0,0 1 1 0 0,1-1-1 0 0,-1 1 0 0 0,0 0 0 0 0,1-1 0 0 0,-1 1 0 0 0,0-1 0 0 0,1 1 0 0 0,0 0 0 0 0,1 0 0 0 0,-1 0 0 0 0,0-1-1 0 0,1 1 1 0 0,-1-1 0 0 0,1 1 0 0 0,0-1 0 0 0,-1 1-1 0 0,1-1 1 0 0,-1 0 0 0 0,1 0 0 0 0,2 0 0 0 0,50-7 8 0 0,-46 5 1 0 0,14-2 86 0 0,41-7 73 0 0,-59 10-156 0 0,0 1-1 0 0,0 0 1 0 0,0 0-1 0 0,0 0 1 0 0,0 1-1 0 0,0-1 1 0 0,0 1-1 0 0,0 0 1 0 0,0 0-1 0 0,0 0 1 0 0,0 0 0 0 0,3 3-1 0 0,-5-3-11 0 0,-1 0 1 0 0,0 0-1 0 0,0 0 0 0 0,0 1 1 0 0,-1-1-1 0 0,1 0 0 0 0,0 0 1 0 0,0 1-1 0 0,-1-1 0 0 0,1 1 1 0 0,-1-1-1 0 0,1 0 0 0 0,-1 1 0 0 0,0-1 1 0 0,1 1-1 0 0,-1-1 0 0 0,0 1 1 0 0,0-1-1 0 0,0 1 0 0 0,0-1 1 0 0,0 1-1 0 0,0-1 0 0 0,-1 1 1 0 0,1-1-1 0 0,-1 1 0 0 0,1-1 0 0 0,-1 1 1 0 0,0 0-1 0 0,-18 41 62 0 0,9-28 55 0 0,0 0 0 0 0,-1-1 0 0 0,0-1 0 0 0,-1 0-1 0 0,-1 0 1 0 0,-18 14 0 0 0,-30 16-1036 0 0,-2-6-5206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1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0 12443 0 0,'0'2'1104'0'0,"-2"-1"-880"0"0,2 1-224 0 0,-1 1 792 0 0,-1 0 112 0 0,1 1 25 0 0,-4 3 7 0 0,1 2-440 0 0,-1-2-88 0 0,1-1-24 0 0,-1-1 0 0 0,2-4-1472 0 0,14-14-3433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1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8754 0 0,'1'-1'159'0'0,"-1"1"0"0"0,1-1 1 0 0,0 0-1 0 0,0 1 0 0 0,-1-1 1 0 0,1 0-1 0 0,0 1 0 0 0,0-1 0 0 0,0 1 1 0 0,0 0-1 0 0,0-1 0 0 0,0 1 1 0 0,0 0-1 0 0,0-1 0 0 0,0 1 0 0 0,0 0 1 0 0,0 0-1 0 0,0 0 0 0 0,0 0 1 0 0,0 0-1 0 0,1 0 0 0 0,27-1 2091 0 0,-28 1-2138 0 0,14 0 1181 0 0,34 1 1288 0 0,-46-1-2498 0 0,0 0 1 0 0,0 1-1 0 0,0 0 0 0 0,-1-1 1 0 0,1 1-1 0 0,0 0 1 0 0,0 0-1 0 0,0 0 1 0 0,-1 1-1 0 0,1-1 1 0 0,-1 1-1 0 0,5 3 1 0 0,-6-4-75 0 0,0 0 0 0 0,-1 1 0 0 0,1-1 0 0 0,0 0 0 0 0,-1 1 0 0 0,1-1 1 0 0,-1 1-1 0 0,0-1 0 0 0,1 1 0 0 0,-1-1 0 0 0,0 1 0 0 0,0-1 0 0 0,0 1 0 0 0,0-1 0 0 0,0 1 0 0 0,0-1 0 0 0,-1 1 1 0 0,1-1-1 0 0,-1 2 0 0 0,-10 34 103 0 0,8-28-6 0 0,-6 17 154 0 0,5-19-194 0 0,1 1 1 0 0,1 0 0 0 0,0 0-1 0 0,0 0 1 0 0,-2 14-1 0 0,5-19-60 0 0,-1-1 0 0 0,0 1 0 0 0,0-1 0 0 0,1 1 0 0 0,-1-1 0 0 0,1 1 0 0 0,0-1 0 0 0,0 0 0 0 0,-1 1 0 0 0,2-1-1 0 0,-1 0 1 0 0,0 0 0 0 0,0 0 0 0 0,1 0 0 0 0,-1 0 0 0 0,1 0 0 0 0,0 0 0 0 0,-1 0 0 0 0,1-1 0 0 0,0 1 0 0 0,0 0 0 0 0,0-1 0 0 0,4 2-1 0 0,37 20 79 0 0,-31-17 39 0 0,0 0 1 0 0,0 1-1 0 0,0 0 0 0 0,-1 1 1 0 0,15 13-1 0 0,-23-18-99 0 0,0 0 0 0 0,0 0 0 0 0,-1 1 0 0 0,0-1 0 0 0,0 0 0 0 0,0 1 0 0 0,0 0 0 0 0,0 0 0 0 0,-1-1 0 0 0,1 1 0 0 0,-1 0 0 0 0,0 0 0 0 0,0 0 0 0 0,-1 0 1 0 0,1 1-1 0 0,-1-1 0 0 0,0 0 0 0 0,0 0 0 0 0,0 0 0 0 0,-1 0 0 0 0,1 0 0 0 0,-3 8 0 0 0,0-3-3 0 0,0 0 1 0 0,0 0 0 0 0,-1 0 0 0 0,-1-1-1 0 0,1 1 1 0 0,-1-1 0 0 0,-1 0 0 0 0,0 0-1 0 0,-12 12 1 0 0,6-8-215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2.2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5 8290 0 0,'-1'1'303'0'0,"0"0"0"0"0,0 0 1 0 0,0 0-1 0 0,1 0 0 0 0,-1 1 0 0 0,0-1 1 0 0,1 0-1 0 0,-1 1 0 0 0,1-1 1 0 0,-1 0-1 0 0,1 1 0 0 0,0-1 0 0 0,-1 0 1 0 0,1 1-1 0 0,0-1 0 0 0,0 0 1 0 0,0 1-1 0 0,0-1 0 0 0,0 1 0 0 0,0-1 1 0 0,1 0-1 0 0,-1 1 0 0 0,1 2 0 0 0,10 40 2731 0 0,-9-39-2536 0 0,0 3-170 0 0,55 159 3051 0 0,-50-150-3302 0 0,1-1-1 0 0,1 1 1 0 0,0-1 0 0 0,1 0 0 0 0,1-1-1 0 0,0-1 1 0 0,19 20 0 0 0,-29-33-53 0 0,1 1 0 0 0,-1-1 0 0 0,1 1 1 0 0,-1-1-1 0 0,1 0 0 0 0,0 0 0 0 0,-1 1 0 0 0,1-1 0 0 0,0-1 1 0 0,0 1-1 0 0,0 0 0 0 0,0 0 0 0 0,0-1 0 0 0,0 1 0 0 0,0-1 0 0 0,0 1 1 0 0,0-1-1 0 0,0 0 0 0 0,3 0 0 0 0,-3-1 32 0 0,0 1-1 0 0,0-1 1 0 0,-1 0-1 0 0,1 0 1 0 0,-1 0-1 0 0,1 0 1 0 0,-1-1-1 0 0,1 1 1 0 0,-1 0-1 0 0,0-1 1 0 0,1 1-1 0 0,-1-1 1 0 0,0 1-1 0 0,0-1 1 0 0,0 1-1 0 0,0-1 1 0 0,0 0-1 0 0,-1 0 1 0 0,1 1-1 0 0,0-1 1 0 0,0-2-1 0 0,36-136 1669 0 0,-31 108-2158 0 0,1 1 1 0 0,2 0 0 0 0,1 0 0 0 0,1 1-1 0 0,20-37 1 0 0,-13 36-8309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3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3 7834 0 0,'-20'-1'1053'0'0,"-26"0"-608"0"0,44 1-449 0 0,0 0 1 0 0,0 0-1 0 0,0 0 0 0 0,0 1 0 0 0,0-1 1 0 0,1 1-1 0 0,-1-1 0 0 0,0 1 1 0 0,0 0-1 0 0,1 0 0 0 0,-1 0 1 0 0,0 0-1 0 0,1 0 0 0 0,-1 0 0 0 0,1 0 1 0 0,-1 0-1 0 0,1 1 0 0 0,0-1 1 0 0,-2 2-1 0 0,3-2 41 0 0,-1 0 0 0 0,1 1 0 0 0,0-1 0 0 0,-1 0 1 0 0,1 0-1 0 0,0 1 0 0 0,0-1 0 0 0,0 0 0 0 0,0 0 0 0 0,0 1 0 0 0,0-1 0 0 0,0 0 0 0 0,0 0 1 0 0,1 0-1 0 0,-1 1 0 0 0,0-1 0 0 0,1 0 0 0 0,-1 0 0 0 0,1 0 0 0 0,-1 0 0 0 0,1 0 0 0 0,0 0 1 0 0,-1 0-1 0 0,1 0 0 0 0,0 0 0 0 0,0 0 0 0 0,0 0 0 0 0,0 0 0 0 0,0 0 0 0 0,2 1 0 0 0,-2-1 147 0 0,1 1-1 0 0,-1-1 0 0 0,1 0 0 0 0,0 0 1 0 0,0 1-1 0 0,0-1 0 0 0,0-1 0 0 0,0 1 1 0 0,0 0-1 0 0,0 0 0 0 0,0-1 0 0 0,0 1 1 0 0,0-1-1 0 0,0 0 0 0 0,0 1 0 0 0,1-1 1 0 0,2-1-1 0 0,-5 1-159 0 0,1 0-1 0 0,-1 0 1 0 0,1 0 0 0 0,-1-1 0 0 0,0 1 0 0 0,1 0-1 0 0,-1-1 1 0 0,1 1 0 0 0,-1 0 0 0 0,0-1 0 0 0,1 1-1 0 0,-1-1 1 0 0,0 1 0 0 0,1 0 0 0 0,-1-1-1 0 0,0 1 1 0 0,0-1 0 0 0,0 1 0 0 0,1-1 0 0 0,-1 1-1 0 0,0-1 1 0 0,0 1 0 0 0,0-1 0 0 0,0 1-1 0 0,0-1 1 0 0,0 1 0 0 0,0-1 0 0 0,0 1 0 0 0,0-1-1 0 0,0 1 1 0 0,0-1 0 0 0,0 1 0 0 0,0-1 0 0 0,0 1-1 0 0,-1-1 1 0 0,1 1 0 0 0,0-1 0 0 0,0 1-1 0 0,-1-1 1 0 0,1 1 0 0 0,0-1 0 0 0,0 1 0 0 0,-1 0-1 0 0,1-1 1 0 0,0 1 0 0 0,-1-1 0 0 0,1 1-1 0 0,-1-1 1 0 0,-18-20 5 0 0,15 19-15 0 0,0 0 0 0 0,0 0 0 0 0,0 0 0 0 0,-1 0 0 0 0,1 0 0 0 0,0 1 0 0 0,-1 0 0 0 0,1 0 0 0 0,-1 0 0 0 0,0 0 0 0 0,1 1 1 0 0,-1 0-1 0 0,0 0 0 0 0,1 0 0 0 0,-1 0 0 0 0,-8 3 0 0 0,10-3 70 0 0,-1 1 1 0 0,1 0-1 0 0,0 0 1 0 0,0 0-1 0 0,0 1 0 0 0,0-1 1 0 0,0 1-1 0 0,0 0 1 0 0,0-1-1 0 0,1 1 1 0 0,-1 0-1 0 0,1 1 0 0 0,-1-1 1 0 0,1 0-1 0 0,0 1 1 0 0,0-1-1 0 0,0 1 0 0 0,0 0 1 0 0,0 0-1 0 0,0 0 1 0 0,1 0-1 0 0,0 0 1 0 0,-1 0-1 0 0,0 4 0 0 0,2-6-54 0 0,0 0 0 0 0,-1 0-1 0 0,1-1 1 0 0,0 1 0 0 0,0 0-1 0 0,0 0 1 0 0,0-1 0 0 0,0 1-1 0 0,0 0 1 0 0,0 0 0 0 0,0-1-1 0 0,1 1 1 0 0,-1 0 0 0 0,0 0-1 0 0,0-1 1 0 0,0 1 0 0 0,1 0-1 0 0,-1-1 1 0 0,0 1 0 0 0,1 0-1 0 0,-1-1 1 0 0,1 1 0 0 0,-1 0-1 0 0,1-1 1 0 0,-1 1 0 0 0,1-1-1 0 0,-1 1 1 0 0,1-1 0 0 0,0 1-1 0 0,1 0 61 0 0,0 0 0 0 0,0-1-1 0 0,0 1 1 0 0,0 0 0 0 0,0-1-1 0 0,0 0 1 0 0,0 1 0 0 0,0-1-1 0 0,0 0 1 0 0,0 0 0 0 0,2-1-1 0 0,1 1 119 0 0,-1 0 0 0 0,0-1 0 0 0,0 0 0 0 0,0 0 0 0 0,1 0 0 0 0,-1 0 0 0 0,0-1 0 0 0,-1 1-1 0 0,1-1 1 0 0,7-4 0 0 0,-11 5-204 0 0,1 1-1 0 0,0-1 0 0 0,-1 1 0 0 0,1-1 1 0 0,-1 1-1 0 0,0-1 0 0 0,1 1 0 0 0,-1-1 1 0 0,1 0-1 0 0,-1 1 0 0 0,0-1 1 0 0,1 1-1 0 0,-1-1 0 0 0,0 0 0 0 0,0 1 1 0 0,0-1-1 0 0,1 0 0 0 0,-1 1 1 0 0,0-1-1 0 0,0 0 0 0 0,0 1 0 0 0,0-1 1 0 0,0 0-1 0 0,0 0 0 0 0,0 1 0 0 0,0-1 1 0 0,-1 0-1 0 0,1 1 0 0 0,0-1 1 0 0,0 0-1 0 0,-1 1 0 0 0,1-1 0 0 0,0 1 1 0 0,-1-2-1 0 0,0 2-166 0 0,0-1-1 0 0,1 0 1 0 0,-1 1 0 0 0,0-1-1 0 0,0 1 1 0 0,0-1 0 0 0,0 1-1 0 0,0-1 1 0 0,1 1 0 0 0,-1 0-1 0 0,0-1 1 0 0,0 1-1 0 0,0 0 1 0 0,0 0 0 0 0,0 0-1 0 0,0 0 1 0 0,0 0 0 0 0,0 0-1 0 0,0 0 1 0 0,0 0 0 0 0,0 0-1 0 0,0 0 1 0 0,0 1 0 0 0,-1-1-1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3.7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313 290 2016 0 0,'-22'0'491'0'0,"-1"2"0"0"0,-31 7 0 0 0,-95 30 8949 0 0,141-36-8729 0 0,-48 17 6413 0 0,111-13-5035 0 0,37-12-1859 0 0,153-27 0 0 0,-79 7-234 0 0,1154-99-49 0 0,168 4-33 0 0,-1003 76 97 0 0,-434 36-11 0 0,-81 3-238 0 0,6-1-68 0 0,12 6-237 0 0,1 0 0 0 0,-1 0-1 0 0,-15 3 1 0 0,18-1-245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4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18 4145 0 0,'-1'-1'344'0'0,"0"1"1"0"0,0 0-1 0 0,0-1 1 0 0,0 1-1 0 0,-1 0 1 0 0,1 0-1 0 0,0-1 0 0 0,0 1 1 0 0,0 0-1 0 0,-1 0 1 0 0,1 1-1 0 0,0-1 1 0 0,0 0-1 0 0,0 0 1 0 0,0 0-1 0 0,-1 1 1 0 0,1-1-1 0 0,0 1 0 0 0,0-1 1 0 0,0 1-1 0 0,0-1 1 0 0,0 1-1 0 0,0 0 1 0 0,-1 0-1 0 0,-1 2 140 0 0,0-1 0 0 0,0 1 0 0 0,1 0-1 0 0,-1 0 1 0 0,1 0 0 0 0,0 0 0 0 0,0 0 0 0 0,-3 5-1 0 0,4-5-280 0 0,-1-1-1 0 0,1 1 0 0 0,-1 0 1 0 0,1 0-1 0 0,0 0 1 0 0,0 0-1 0 0,0 0 0 0 0,1 0 1 0 0,-1 0-1 0 0,1 0 0 0 0,-1 0 1 0 0,1 0-1 0 0,0 1 0 0 0,0-1 1 0 0,1 0-1 0 0,-1 0 0 0 0,1 0 1 0 0,-1 0-1 0 0,1 0 1 0 0,0 0-1 0 0,0 0 0 0 0,2 3 1 0 0,-2-4-182 0 0,1-1 0 0 0,0 1 0 0 0,0-1 0 0 0,-1 1 0 0 0,1-1 0 0 0,0 0 0 0 0,1 0 0 0 0,-1 0 0 0 0,0 0 0 0 0,0 0 0 0 0,0 0 0 0 0,0-1 0 0 0,1 1 0 0 0,-1-1 0 0 0,0 1 0 0 0,1-1 0 0 0,-1 0 0 0 0,0 0 0 0 0,1 0 0 0 0,-1 0 0 0 0,0 0 0 0 0,1-1 0 0 0,-1 1 0 0 0,0-1 0 0 0,0 0 0 0 0,1 1 0 0 0,-1-1 0 0 0,0 0 0 0 0,0 0 0 0 0,0 0 0 0 0,3-3 0 0 0,-1 2 10 0 0,0-1 0 0 0,0 0 0 0 0,-1 1 0 0 0,1-1 0 0 0,-1 0 0 0 0,0-1 0 0 0,1 1 0 0 0,-2-1 0 0 0,1 1 0 0 0,0-1 0 0 0,-1 0 0 0 0,0 0 0 0 0,0 0 0 0 0,0 0 0 0 0,2-6 0 0 0,-3 7-24 0 0,-1 0 0 0 0,1 0 0 0 0,-1 0 0 0 0,1 0 0 0 0,-1 0 0 0 0,0 0 0 0 0,0 0 0 0 0,-1 1 0 0 0,1-1 0 0 0,-1 0 0 0 0,1 0 0 0 0,-1 0 0 0 0,0 0 0 0 0,0 0 0 0 0,0 1 0 0 0,-3-6 0 0 0,3 6-1 0 0,-1 1-1 0 0,1 0 0 0 0,-1-1 1 0 0,1 1-1 0 0,-1 0 0 0 0,1 0 1 0 0,-1 0-1 0 0,0 0 0 0 0,1 0 1 0 0,-1 0-1 0 0,0 0 1 0 0,0 1-1 0 0,0-1 0 0 0,0 1 1 0 0,0-1-1 0 0,0 1 0 0 0,0 0 1 0 0,0 0-1 0 0,1 0 0 0 0,-1 0 1 0 0,0 0-1 0 0,0 0 1 0 0,0 0-1 0 0,0 1 0 0 0,-3 0 1 0 0,-14 2 573 0 0,11-3-2028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4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1 250 2449 0 0,'3'-23'-235'0'0,"-3"19"1550"0"0,0 0 1 0 0,1-1-1 0 0,-1 1 0 0 0,1 0 1 0 0,0-1-1 0 0,0 1 0 0 0,1 0 0 0 0,-1 0 1 0 0,1 0-1 0 0,2-5 0 0 0,-2 9-1153 0 0,-1-1-1 0 0,0 1 1 0 0,0-1-1 0 0,0 1 0 0 0,1 0 1 0 0,-1-1-1 0 0,0 1 1 0 0,0 0-1 0 0,1 0 1 0 0,-1 0-1 0 0,0 0 0 0 0,0 0 1 0 0,1 0-1 0 0,-1 0 1 0 0,0 0-1 0 0,1 0 1 0 0,-1 1-1 0 0,0-1 0 0 0,0 1 1 0 0,0-1-1 0 0,1 1 1 0 0,-1-1-1 0 0,0 1 1 0 0,0-1-1 0 0,0 1 0 0 0,0 0 1 0 0,0 0-1 0 0,0 0 1 0 0,0 0-1 0 0,0 0 1 0 0,0-1-1 0 0,1 3 0 0 0,29 33 163 0 0,-13-10-223 0 0,-2 1 0 0 0,-1 1 0 0 0,11 30 0 0 0,27 49 278 0 0,-46-96-359 0 0,1 1 1 0 0,0-1 0 0 0,1 0 0 0 0,0-1-1 0 0,1 1 1 0 0,15 11 0 0 0,-22-19-17 0 0,-1-1 0 0 0,1 0 1 0 0,0 0-1 0 0,1 0 0 0 0,-1 0 0 0 0,0 0 1 0 0,1-1-1 0 0,-1 0 0 0 0,1 1 0 0 0,-1-1 0 0 0,1 0 1 0 0,-1-1-1 0 0,1 1 0 0 0,0-1 0 0 0,-1 1 1 0 0,1-1-1 0 0,0 0 0 0 0,-1-1 0 0 0,1 1 1 0 0,0-1-1 0 0,3 0 0 0 0,-2-1 35 0 0,1-1-1 0 0,-1 1 1 0 0,-1-1-1 0 0,1 0 1 0 0,0 0-1 0 0,-1-1 1 0 0,1 1-1 0 0,-1-1 1 0 0,0 0-1 0 0,0 0 1 0 0,-1 0-1 0 0,1-1 1 0 0,3-5-1 0 0,1-4 70 0 0,1-1 0 0 0,-2 0 0 0 0,0 0 0 0 0,-1 0 0 0 0,-1-1 0 0 0,6-27 0 0 0,10-104 111 0 0,-8 45-178 0 0,16-38-2657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4.9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0 5529 0 0,'-6'1'364'0'0,"0"0"0"0"0,1 0 0 0 0,-1 1 1 0 0,1-1-1 0 0,-1 1 0 0 0,1 0 0 0 0,0 1 0 0 0,-1-1 0 0 0,1 1 0 0 0,1 0 0 0 0,-1 1 0 0 0,0-1 0 0 0,1 1 1 0 0,-1 0-1 0 0,-3 5 0 0 0,-1 0 70 0 0,1 0 1 0 0,0 1 0 0 0,0 0 0 0 0,1 1-1 0 0,-11 22 1 0 0,15-28-299 0 0,2 0 0 0 0,-1 0 0 0 0,0 0 0 0 0,1 0 0 0 0,0 0 0 0 0,0 0 0 0 0,1 0 0 0 0,-1 1 0 0 0,1-1 0 0 0,0 0 0 0 0,0 0 0 0 0,1 1 0 0 0,0-1 0 0 0,0 0 0 0 0,0 0 0 0 0,0 0 0 0 0,1 0 0 0 0,0 0 0 0 0,0 0 0 0 0,0 0 0 0 0,1-1 0 0 0,0 1 0 0 0,-1-1 0 0 0,2 0 0 0 0,-1 0 0 0 0,0 0 0 0 0,1 0 0 0 0,0 0 0 0 0,0-1 0 0 0,0 1 0 0 0,0-1 0 0 0,0 0 0 0 0,1 0 0 0 0,-1-1 0 0 0,1 0 0 0 0,0 1 0 0 0,0-1 0 0 0,0-1 0 0 0,0 1 0 0 0,0-1 0 0 0,0 0 0 0 0,0 0 0 0 0,1 0 0 0 0,8-1 0 0 0,-10 0-96 0 0,-1 1 0 0 0,1-1 1 0 0,0-1-1 0 0,-1 1 0 0 0,1 0 0 0 0,0-1 1 0 0,-1 0-1 0 0,1 1 0 0 0,-1-2 0 0 0,1 1 1 0 0,-1 0-1 0 0,0-1 0 0 0,1 1 0 0 0,-1-1 1 0 0,0 0-1 0 0,0 0 0 0 0,0 0 0 0 0,0 0 1 0 0,-1-1-1 0 0,1 1 0 0 0,-1-1 0 0 0,1 0 1 0 0,-1 0-1 0 0,0 0 0 0 0,0 0 0 0 0,0 0 1 0 0,0 0-1 0 0,-1 0 0 0 0,1-1 0 0 0,-1 1 1 0 0,0-1-1 0 0,0 1 0 0 0,0-1 0 0 0,0 1 1 0 0,-1-1-1 0 0,1 0 0 0 0,-1 1 0 0 0,0-5 1 0 0,0-1-108 0 0,0 0 0 0 0,-1 0 1 0 0,0 0-1 0 0,0 0 0 0 0,-1 0 1 0 0,0 0-1 0 0,-1 1 0 0 0,1-1 0 0 0,-2 1 1 0 0,1-1-1 0 0,-1 1 0 0 0,-1 0 1 0 0,1 0-1 0 0,-10-10 0 0 0,11 14-300 0 0,0 1 0 0 0,0 0 0 0 0,0 0 0 0 0,-1 0-1 0 0,0 0 1 0 0,0 0 0 0 0,0 1 0 0 0,-6-3 0 0 0,-4-2-5987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5529 0 0,'-2'16'5311'0'0,"8"17"-2436"0"0,-3-14-1463 0 0,-1-4-862 0 0,0-1-1 0 0,0 1 0 0 0,1-1 1 0 0,1 0-1 0 0,0 0 1 0 0,8 15-1 0 0,-11-27-504 0 0,0 1 0 0 0,0-1 0 0 0,1 1 1 0 0,-1-1-1 0 0,1 1 0 0 0,-1-1 0 0 0,1 0 0 0 0,0 0 0 0 0,0 1 0 0 0,0-1 0 0 0,0-1 0 0 0,0 1 1 0 0,0 0-1 0 0,1 0 0 0 0,-1-1 0 0 0,1 1 0 0 0,-1-1 0 0 0,1 0 0 0 0,-1 0 0 0 0,1 0 0 0 0,0 0 1 0 0,0 0-1 0 0,-1-1 0 0 0,1 1 0 0 0,0-1 0 0 0,0 0 0 0 0,0 0 0 0 0,-1 0 0 0 0,1 0 0 0 0,0 0 1 0 0,0-1-1 0 0,0 1 0 0 0,0-1 0 0 0,-1 1 0 0 0,1-1 0 0 0,0 0 0 0 0,-1 0 0 0 0,4-2 0 0 0,1-2-32 0 0,0 1 0 0 0,0-1 0 0 0,-1 0-1 0 0,0-1 1 0 0,0 0 0 0 0,0 0 0 0 0,0 0-1 0 0,-1 0 1 0 0,0-1 0 0 0,4-8 0 0 0,-5 8 5 0 0,1 0 0 0 0,0 0 0 0 0,0 1 0 0 0,0-1 0 0 0,1 1 1 0 0,0 1-1 0 0,0-1 0 0 0,1 1 0 0 0,0 0 0 0 0,10-6 1 0 0,-16 11-1 0 0,0-1 0 0 0,0 1 0 0 0,0 0 0 0 0,0 0 0 0 0,0 0 0 0 0,0 0 0 0 0,0 1 0 0 0,0-1 0 0 0,0 0 0 0 0,0 0 1 0 0,0 1-1 0 0,0-1 0 0 0,0 0 0 0 0,0 1 0 0 0,0-1 0 0 0,0 1 0 0 0,0-1 0 0 0,0 1 0 0 0,-1-1 0 0 0,1 1 1 0 0,0 0-1 0 0,0 0 0 0 0,-1-1 0 0 0,1 1 0 0 0,1 1 0 0 0,20 28 478 0 0,-13-18-332 0 0,-6-8-217 0 0,0-1-1 0 0,0 1 0 0 0,1-1 0 0 0,-1 0 0 0 0,1 0 0 0 0,0 0 0 0 0,0-1 0 0 0,0 1 0 0 0,0-1 0 0 0,0 0 0 0 0,1 0 1 0 0,-1 0-1 0 0,1-1 0 0 0,-1 1 0 0 0,1-1 0 0 0,-1 0 0 0 0,1-1 0 0 0,0 1 0 0 0,0-1 0 0 0,-1 0 0 0 0,10-1 1 0 0,-9 0-425 0 0,0 0 0 0 0,0 0 0 0 0,-1-1 0 0 0,1 0 0 0 0,-1 0 0 0 0,0 0 1 0 0,1 0-1 0 0,-1-1 0 0 0,0 1 0 0 0,0-1 0 0 0,-1 0 0 0 0,1 0 0 0 0,0-1 0 0 0,2-3 1 0 0,5-5-1258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5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1 205 5985 0 0,'1'-35'73'0'0,"1"-53"2905"0"0,-1 67-602 0 0,2 1 0 0 0,4-21-1 0 0,-6 52 1161 0 0,4 34-2112 0 0,-2 4-1123 0 0,3 0 0 0 0,2 0 0 0 0,2 0-1 0 0,2-1 1 0 0,2-1 0 0 0,28 63 0 0 0,-35-92-733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5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1 218 7834 0 0,'-1'-4'144'0'0,"2"1"1"0"0,-1 0 0 0 0,0 0 0 0 0,1 0 0 0 0,-1 0-1 0 0,1-1 1 0 0,0 1 0 0 0,0 0 0 0 0,0 0-1 0 0,0 0 1 0 0,1 1 0 0 0,-1-1 0 0 0,4-4-1 0 0,-1 2 576 0 0,1 0 0 0 0,0 0-1 0 0,0 0 1 0 0,1 1-1 0 0,8-5 1 0 0,7-4 305 0 0,1 1 0 0 0,0 1 0 0 0,0 1 0 0 0,1 1 1 0 0,28-7-1 0 0,125-21-304 0 0,-77 18-1088 0 0,-49 8 104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6.7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122 625 5233 0 0,'1'-81'469'0'0,"1"18"1512"0"0,-3 0 0 0 0,-11-78 0 0 0,10 134-1766 0 0,1 0 0 0 0,-1 0 0 0 0,0 0 0 0 0,-1 1-1 0 0,0-1 1 0 0,0 1 0 0 0,0 0 0 0 0,-1-1 0 0 0,-5-6 0 0 0,8 12-107 0 0,0-1 0 0 0,0 1 0 0 0,-1-1 0 0 0,1 1-1 0 0,-1 0 1 0 0,1 0 0 0 0,0 0 0 0 0,-1 0 0 0 0,0 0 0 0 0,1 0 0 0 0,-1 0 0 0 0,0 0 0 0 0,1 1 0 0 0,-1-1 0 0 0,0 1 0 0 0,0-1 0 0 0,0 1 0 0 0,1 0 0 0 0,-1-1 0 0 0,0 1 0 0 0,0 0 0 0 0,0 0 0 0 0,0 0 0 0 0,1 1 0 0 0,-1-1 0 0 0,0 0 0 0 0,0 1-1 0 0,0-1 1 0 0,1 1 0 0 0,-1 0 0 0 0,0-1 0 0 0,1 1 0 0 0,-1 0 0 0 0,0 0 0 0 0,1 0 0 0 0,-1 0 0 0 0,1 0 0 0 0,0 1 0 0 0,-1-1 0 0 0,0 2 0 0 0,0-2 17 0 0,1 1 0 0 0,0 0 0 0 0,0 0-1 0 0,0 0 1 0 0,0-1 0 0 0,0 1 0 0 0,0 0 0 0 0,0 0 0 0 0,1 1 0 0 0,-1-1 0 0 0,1 0-1 0 0,-1 0 1 0 0,1 0 0 0 0,0 0 0 0 0,0 0 0 0 0,0 1 0 0 0,0-1 0 0 0,0 0-1 0 0,0 0 1 0 0,1 0 0 0 0,-1 0 0 0 0,1 0 0 0 0,-1 0 0 0 0,1 0 0 0 0,0 0 0 0 0,1 3-1 0 0,4 8 68 0 0,0 0 0 0 0,14 20 0 0 0,-15-25-49 0 0,84 145 249 0 0,73 110 335 0 0,-142-236-764 0 0,34 37-1 0 0,-47-57 32 0 0,0 0 1 0 0,1 0-1 0 0,0-1 0 0 0,0 0 0 0 0,1 0 1 0 0,-1 0-1 0 0,1-1 0 0 0,0-1 1 0 0,14 5-1 0 0,-21-8 30 0 0,0-1 1 0 0,-1 1-1 0 0,1-1 1 0 0,0 0-1 0 0,0 0 1 0 0,0 0-1 0 0,0 0 1 0 0,0 0-1 0 0,-1 0 1 0 0,1-1-1 0 0,0 1 0 0 0,0 0 1 0 0,0-1-1 0 0,0 1 1 0 0,-1-1-1 0 0,1 0 1 0 0,0 0-1 0 0,-1 0 1 0 0,1 0-1 0 0,-1 0 0 0 0,1 0 1 0 0,-1 0-1 0 0,1 0 1 0 0,-1-1-1 0 0,0 1 1 0 0,1 0-1 0 0,-1-1 1 0 0,0 1-1 0 0,0-1 1 0 0,0 0-1 0 0,0 1 0 0 0,-1-1 1 0 0,1 0-1 0 0,1-2 1 0 0,2-8 116 0 0,0 0 0 0 0,-1 0 0 0 0,0-1 0 0 0,1-13 0 0 0,-2 12-74 0 0,56-440 1272 0 0,-42 311-3631 0 0,1 0-4011 0 0,-13 106-1300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7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6913 0 0,'0'0'184'0'0,"-1"0"-1"0"0,0 1 0 0 0,0-1 0 0 0,0 1 0 0 0,1-1 0 0 0,-1 1 0 0 0,0-1 0 0 0,0 1 0 0 0,1 0 0 0 0,-1-1 0 0 0,1 1 0 0 0,-1 0 0 0 0,0 0 0 0 0,1-1 0 0 0,-1 1 0 0 0,1 0 0 0 0,0 0 1 0 0,-1 0-1 0 0,1 0 0 0 0,0 0 0 0 0,-1 0 0 0 0,1-1 0 0 0,0 1 0 0 0,0 1 0 0 0,-6 28 1628 0 0,6-25-1357 0 0,-4 15 304 0 0,2 0 1 0 0,1 0-1 0 0,0 0 1 0 0,1 0-1 0 0,1 0 1 0 0,1 0-1 0 0,9 36 1 0 0,-10-50-678 0 0,1 0 0 0 0,0 0 0 0 0,1 0 0 0 0,-1 0 0 0 0,1-1 0 0 0,0 1 1 0 0,0 0-1 0 0,1-1 0 0 0,0 0 0 0 0,0 0 0 0 0,0 0 0 0 0,0-1 0 0 0,1 1 0 0 0,-1-1 1 0 0,1 0-1 0 0,1 0 0 0 0,-1-1 0 0 0,0 1 0 0 0,1-1 0 0 0,0 0 0 0 0,-1-1 0 0 0,1 0 1 0 0,0 0-1 0 0,1 0 0 0 0,-1 0 0 0 0,0-1 0 0 0,0 0 0 0 0,11 0 0 0 0,-14 0-60 0 0,0-1-1 0 0,0 0 0 0 0,0 0 1 0 0,0 0-1 0 0,0 0 0 0 0,0-1 0 0 0,0 1 1 0 0,0-1-1 0 0,0 0 0 0 0,0 0 0 0 0,0 0 1 0 0,-1 0-1 0 0,1 0 0 0 0,0-1 1 0 0,-1 1-1 0 0,1-1 0 0 0,-1 1 0 0 0,1-1 1 0 0,-1 0-1 0 0,3-3 0 0 0,-3 2-11 0 0,0-1 0 0 0,0 1 0 0 0,-1 0 0 0 0,1-1 0 0 0,-1 1 0 0 0,0-1 0 0 0,1 1-1 0 0,-2-1 1 0 0,1 0 0 0 0,0 1 0 0 0,-1-1 0 0 0,0 0 0 0 0,0 0 0 0 0,0-4 0 0 0,-1-6-8 0 0,-2-1 0 0 0,1 1 1 0 0,-2 0-1 0 0,0 0 0 0 0,0 0 0 0 0,-1 0 1 0 0,-9-15-1 0 0,0 6-379 0 0,-1-1 1 0 0,-1 2-1 0 0,-21-23 0 0 0,31 37-28 0 0,-3-7-1755 0 0,10 11 1050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7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8754 0 0,'0'6'4853'0'0,"4"19"-2538"0"0,-1-13-1519 0 0,4 18 1027 0 0,16 41 0 0 0,-20-63-1744 0 0,0-1-1 0 0,0 0 1 0 0,1-1 0 0 0,0 1 0 0 0,0 0-1 0 0,1-1 1 0 0,-1 0 0 0 0,2 0-1 0 0,-1-1 1 0 0,0 1 0 0 0,9 5 0 0 0,-13-10-89 0 0,0 0-1 0 0,1 0 1 0 0,-1 0 0 0 0,0-1 0 0 0,0 1 0 0 0,1-1 0 0 0,-1 1 0 0 0,1-1 0 0 0,-1 1 0 0 0,0-1 0 0 0,1 0 0 0 0,-1 1 0 0 0,1-1 0 0 0,-1 0 0 0 0,1 0 0 0 0,-1 0 0 0 0,1-1 0 0 0,-1 1 0 0 0,0 0-1 0 0,1 0 1 0 0,-1-1 0 0 0,1 1 0 0 0,1-1 0 0 0,-1-1-57 0 0,1 0 0 0 0,-1 1 0 0 0,1-1 1 0 0,-1 0-1 0 0,0 0 0 0 0,0 0 0 0 0,0-1 0 0 0,0 1 0 0 0,0 0 0 0 0,2-5 0 0 0,3-6-282 0 0,-1-1 0 0 0,0 1-1 0 0,6-23 1 0 0,-10 31 307 0 0,6-34-282 0 0,-7 31 406 0 0,0 0 1 0 0,1 1 0 0 0,0-1-1 0 0,0 0 1 0 0,1 1-1 0 0,0 0 1 0 0,0-1-1 0 0,0 1 1 0 0,1 0 0 0 0,6-7-1 0 0,-10 14-23 0 0,1-1 0 0 0,-1 1 1 0 0,1 0-1 0 0,0 0 0 0 0,-1 0 0 0 0,1 0 0 0 0,0 0 0 0 0,-1 1 0 0 0,1-1 1 0 0,-1 0-1 0 0,1 0 0 0 0,0 0 0 0 0,-1 0 0 0 0,1 1 0 0 0,-1-1 1 0 0,1 0-1 0 0,-1 1 0 0 0,1-1 0 0 0,-1 0 0 0 0,1 1 0 0 0,-1-1 0 0 0,1 1 1 0 0,-1-1-1 0 0,1 1 0 0 0,-1-1 0 0 0,0 1 0 0 0,1-1 0 0 0,-1 1 0 0 0,0-1 1 0 0,1 1-1 0 0,-1-1 0 0 0,0 1 0 0 0,0-1 0 0 0,0 1 0 0 0,1 0 1 0 0,13 27 695 0 0,-13-27-654 0 0,4 12 56 0 0,2 0-1 0 0,0-1 1 0 0,0 0 0 0 0,11 12-1 0 0,-16-21-396 0 0,0 0 0 0 0,0 0-1 0 0,1-1 1 0 0,0 1 0 0 0,-1-1 0 0 0,1 0-1 0 0,0 0 1 0 0,0 0 0 0 0,0 0-1 0 0,0 0 1 0 0,1-1 0 0 0,-1 1-1 0 0,0-1 1 0 0,1 0 0 0 0,-1 0-1 0 0,1 0 1 0 0,-1 0 0 0 0,1-1-1 0 0,-1 0 1 0 0,1 1 0 0 0,5-2 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7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2304 0 0,'3'24'9370'0'0,"3"8"-3972"0"0,48 151-331 0 0,90 159-2206 0 0,-134-320-3088 0 0,1 0 1 0 0,1 0-1 0 0,26 34 0 0 0,-26-40-445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7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1 193 4145 0 0,'29'-7'6781'0'0,"-11"2"-5085"0"0,-1 0 0 0 0,24-11 0 0 0,68-42-17 0 0,-32 16-1814 0 0,-46 27-2156 0 0,50-17 0 0 0,-40 20 533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8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50 9218 0 0,'-17'8'458'0'0,"-20"8"1188"0"0,15-12 2617 0 0,29-11-1920 0 0,14-10-3245 0 0,-3 7-1096 0 0,1 1 0 0 0,0 1 0 0 0,0 0 0 0 0,27-6 0 0 0,-30 9 1195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8:58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40 8754 0 0,'-1'3'214'0'0,"-1"-1"0"0"0,1 0-1 0 0,0 1 1 0 0,0 0 0 0 0,0-1 0 0 0,0 1 0 0 0,1-1 0 0 0,-1 1-1 0 0,0 5 1 0 0,1-8-154 0 0,0 0-1 0 0,1 1 1 0 0,-1-1-1 0 0,0 0 1 0 0,0 1-1 0 0,0-1 0 0 0,0 0 1 0 0,0 0-1 0 0,0 1 1 0 0,1-1-1 0 0,-1 0 1 0 0,0 0-1 0 0,0 1 1 0 0,0-1-1 0 0,1 0 0 0 0,-1 0 1 0 0,0 0-1 0 0,0 1 1 0 0,1-1-1 0 0,-1 0 1 0 0,0 0-1 0 0,0 0 1 0 0,1 0-1 0 0,-1 0 1 0 0,0 1-1 0 0,1-1 0 0 0,-1 0 1 0 0,0 0-1 0 0,1 0 1 0 0,-1 0-1 0 0,1 0 1 0 0,19-5 264 0 0,26-15-415 0 0,-11 5-1 0 0,40-12-1 0 0,-47 18 29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4.4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1149 304 1376 0 0,'22'-27'1278'0'0,"-1"0"0"0"0,32-53 0 0 0,-45 65-193 0 0,0-1 0 0 0,-1 0 0 0 0,0 0 0 0 0,-2 0 0 0 0,0-1 1 0 0,-1 0-1 0 0,4-25 0 0 0,-8 42-969 0 0,0 0 1 0 0,0-1-1 0 0,0 1 0 0 0,1-1 0 0 0,-1 1 1 0 0,0 0-1 0 0,0-1 0 0 0,0 1 0 0 0,0-1 1 0 0,0 1-1 0 0,0 0 0 0 0,0-1 0 0 0,0 1 1 0 0,0-1-1 0 0,0 1 0 0 0,0-1 1 0 0,0 1-1 0 0,0 0 0 0 0,0-1 0 0 0,-1 1 1 0 0,1-1-1 0 0,0 1 0 0 0,0 0 0 0 0,0-1 1 0 0,-1 1-1 0 0,1 0 0 0 0,0-1 0 0 0,0 1 1 0 0,-1 0-1 0 0,1-1 0 0 0,0 1 1 0 0,-1 0-1 0 0,1-1 0 0 0,0 1 0 0 0,-1 0 1 0 0,1 0-1 0 0,0 0 0 0 0,-1-1 0 0 0,1 1 1 0 0,-1 0-1 0 0,1 0 0 0 0,0 0 0 0 0,-1 0 1 0 0,0 0-1 0 0,-21 12 1507 0 0,-21 34-1469 0 0,41-45 5 0 0,-108 136 51 0 0,-130 215 0 0 0,-27 37 20 0 0,37-72-141 0 0,113-152-28 0 0,13-35 229 0 0,88-112-239 0 0,-1-2 0 0 0,-1 0 0 0 0,0-1 1 0 0,-40 25-1 0 0,57-39-87 0 0,-1-1 0 0 0,1 1 1 0 0,0 0-1 0 0,0-1 0 0 0,0 1 0 0 0,-1-1 1 0 0,1 1-1 0 0,0-1 0 0 0,-1 0 0 0 0,1 0 1 0 0,0 1-1 0 0,-1-1 0 0 0,-1 0 0 0 0,3 0-13 0 0,-1 0 1 0 0,1-1-1 0 0,0 1 0 0 0,-1 0 0 0 0,1 0 0 0 0,0 0 1 0 0,-1 0-1 0 0,1-1 0 0 0,0 1 0 0 0,-1 0 0 0 0,1 0 1 0 0,0-1-1 0 0,-1 1 0 0 0,1 0 0 0 0,0-1 0 0 0,0 1 1 0 0,0 0-1 0 0,-1-1 0 0 0,1 1 0 0 0,0 0 0 0 0,0-1 1 0 0,0 1-1 0 0,0-1 0 0 0,-1 1 0 0 0,1 0 0 0 0,0-1 1 0 0,0 1-1 0 0,0-1 0 0 0,0-3-673 0 0,0-1-1 0 0,1 1 1 0 0,-1 0 0 0 0,1 0-1 0 0,0 0 1 0 0,2-7 0 0 0,4-7-5917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4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44 5329 0 0,'1'-1'61'0'0,"-1"-1"-1"0"0,0 1 0 0 0,0 0 1 0 0,0-1-1 0 0,0 1 1 0 0,0-1-1 0 0,0 1 1 0 0,0-1-1 0 0,0 1 1 0 0,0 0-1 0 0,-1-1 0 0 0,1 1 1 0 0,-1-1-1 0 0,1 1 1 0 0,-1 0-1 0 0,1 0 1 0 0,-1-1-1 0 0,0 1 0 0 0,0 0 1 0 0,0 0-1 0 0,1 0 1 0 0,-1 0-1 0 0,0-1 1 0 0,0 2-1 0 0,-1-1 1 0 0,1 0-1 0 0,0 0 0 0 0,0 0 1 0 0,-2-1-1 0 0,-1 1 145 0 0,1 0 0 0 0,-1 0 1 0 0,1 0-1 0 0,-1 0 0 0 0,1 1 0 0 0,-1 0 0 0 0,1 0 0 0 0,-1 0 0 0 0,0 0 0 0 0,1 0 0 0 0,-6 1 0 0 0,1 1 89 0 0,-1 1-1 0 0,1 0 1 0 0,0 0-1 0 0,1 0 1 0 0,-1 1-1 0 0,0 0 0 0 0,1 0 1 0 0,0 1-1 0 0,-12 10 1 0 0,10-7 39 0 0,0 0 0 0 0,1 1 1 0 0,0 0-1 0 0,0 1 0 0 0,1-1 1 0 0,-8 15-1 0 0,14-23-298 0 0,1 0-1 0 0,-1 0 1 0 0,1-1-1 0 0,-1 1 1 0 0,1 0-1 0 0,0 0 0 0 0,-1 0 1 0 0,1-1-1 0 0,0 1 1 0 0,0 0-1 0 0,0 0 1 0 0,0 0-1 0 0,-1 0 1 0 0,1-1-1 0 0,0 1 1 0 0,0 0-1 0 0,0 0 1 0 0,1 0-1 0 0,-1 0 0 0 0,0 0 1 0 0,0-1-1 0 0,0 1 1 0 0,1 0-1 0 0,-1 0 1 0 0,0 0-1 0 0,1 0 1 0 0,0 0-1 0 0,0 0 4 0 0,0 0 0 0 0,0 0-1 0 0,1 0 1 0 0,-1 0-1 0 0,0-1 1 0 0,1 1 0 0 0,-1-1-1 0 0,1 1 1 0 0,-1-1 0 0 0,0 1-1 0 0,1-1 1 0 0,-1 0 0 0 0,1 1-1 0 0,1-1 1 0 0,7 0 153 0 0,0 0-1 0 0,0 0 1 0 0,16-4 0 0 0,12-5 850 0 0,0-1 0 0 0,59-25 0 0 0,-70 23-875 0 0,0 2 0 0 0,1 1 0 0 0,0 1 0 0 0,0 1 0 0 0,1 1 0 0 0,41-2 0 0 0,-64 8-163 0 0,0 0 1 0 0,0 0-1 0 0,0 1 1 0 0,0 0-1 0 0,0 0 1 0 0,0 0-1 0 0,0 1 1 0 0,-1 0-1 0 0,1 0 1 0 0,0 0-1 0 0,-1 1 1 0 0,1 0-1 0 0,-1 0 1 0 0,0 0-1 0 0,0 1 1 0 0,0 0 0 0 0,-1 0-1 0 0,1 0 1 0 0,-1 0-1 0 0,0 1 1 0 0,0-1-1 0 0,-1 1 1 0 0,5 7-1 0 0,-4-3 49 0 0,0 1-1 0 0,0-1 1 0 0,-1 1-1 0 0,0-1 1 0 0,-1 1-1 0 0,0 0 1 0 0,0 0-1 0 0,-1 0 1 0 0,0 0-1 0 0,-1 0 1 0 0,0 0-1 0 0,-1 0 1 0 0,-2 13-1 0 0,-6 17-195 0 0,-1-1-1 0 0,-17 39 1 0 0,26-73 48 0 0,-8 20-593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5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10138 0 0,'4'-13'8634'0'0,"13"26"-7114"0"0,-11-2-1308 0 0,1-1-1 0 0,-2 2 1 0 0,1-1 0 0 0,-2 0-1 0 0,1 1 1 0 0,-2 0-1 0 0,0 0 1 0 0,0 0-1 0 0,2 22 1 0 0,-2-15-93 0 0,17 146 310 0 0,1 4-155 0 0,-15-140-355 0 0,1 0 1 0 0,1 0 0 0 0,22 49 0 0 0,-28-75-141 0 0,3 12-281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5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0 243 2304 0 0,'6'-15'1001'0'0,"0"0"0"0"0,1 1 0 0 0,1-1 0 0 0,0 2 0 0 0,12-17 0 0 0,-8 12-98 0 0,-2 3 96 0 0,0 1 1 0 0,1 0-1 0 0,1 0 1 0 0,20-18 0 0 0,-28 29-784 0 0,-1-1 0 0 0,1 1 1 0 0,0 0-1 0 0,0 1 0 0 0,0-1 0 0 0,0 1 1 0 0,0-1-1 0 0,1 1 0 0 0,-1 1 1 0 0,1-1-1 0 0,-1 1 0 0 0,1-1 1 0 0,0 1-1 0 0,0 1 0 0 0,-1-1 1 0 0,1 1-1 0 0,0-1 0 0 0,0 1 0 0 0,0 1 1 0 0,-1-1-1 0 0,9 2 0 0 0,-11-1-184 0 0,0 0 1 0 0,0 0-1 0 0,0 0 0 0 0,0 1 0 0 0,-1-1 0 0 0,1 0 0 0 0,0 1 0 0 0,-1-1 0 0 0,1 1 0 0 0,-1 0 0 0 0,0 0 0 0 0,1-1 0 0 0,-1 1 0 0 0,0 0 0 0 0,0 0 0 0 0,0 0 0 0 0,0 0 1 0 0,0 0-1 0 0,-1 0 0 0 0,1 0 0 0 0,-1 0 0 0 0,1 1 0 0 0,-1-1 0 0 0,0 0 0 0 0,0 0 0 0 0,0 0 0 0 0,0 1 0 0 0,0-1 0 0 0,0 0 0 0 0,-2 4 0 0 0,1 5-19 0 0,-1 1-1 0 0,-1-1 1 0 0,0 1-1 0 0,-6 12 1 0 0,-6 8 64 0 0,-36 60 0 0 0,7-17 211 0 0,34-56-230 0 0,3-8 54 0 0,1 0 1 0 0,0 0-1 0 0,1 1 0 0 0,1 0 1 0 0,-5 18-1 0 0,8-28-94 0 0,1 0 0 0 0,-1 1 0 0 0,1-1 0 0 0,0 0 0 0 0,0 1 0 0 0,0-1 1 0 0,0 0-1 0 0,1 0 0 0 0,-1 1 0 0 0,1-1 0 0 0,-1 0 0 0 0,1 0 0 0 0,0 1 0 0 0,0-1 0 0 0,0 0 0 0 0,0 0 0 0 0,0 0 0 0 0,0 0 0 0 0,0 0 0 0 0,1 0 1 0 0,-1-1-1 0 0,1 1 0 0 0,-1 0 0 0 0,1-1 0 0 0,0 1 0 0 0,0-1 0 0 0,0 0 0 0 0,0 1 0 0 0,0-1 0 0 0,0 0 0 0 0,0 0 0 0 0,0 0 0 0 0,0 0 0 0 0,0-1 1 0 0,0 1-1 0 0,4 0 0 0 0,17 3 98 0 0,1-1 0 0 0,-1-1 0 0 0,1 0 1 0 0,-1-2-1 0 0,1-1 0 0 0,27-5 0 0 0,28 0-113 0 0,-23 4-146 0 0,40 0-458 0 0,-31 2-3285 0 0,-43 2-2775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5.9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6449 0 0,'2'-3'415'0'0,"1"1"-1"0"0,0-1 1 0 0,0 1 0 0 0,0 0-1 0 0,0 0 1 0 0,0 0-1 0 0,1 0 1 0 0,-1 1-1 0 0,0-1 1 0 0,1 1-1 0 0,4-1 1 0 0,2-2 280 0 0,29-13 2101 0 0,108-48 3280 0 0,2 6-8820 0 0,-141 56 628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36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3945 0 0,'-1'10'652'0'0,"-1"0"1"0"0,1 0-1 0 0,1 0 1 0 0,0 0-1 0 0,0 0 0 0 0,1 0 1 0 0,1 0-1 0 0,-1 0 1 0 0,2-1-1 0 0,-1 1 1 0 0,7 16-1 0 0,7 10 3133 0 0,32 57 0 0 0,-26-55-2141 0 0,-18-30-1521 0 0,0 0-124 0 0,0 0 0 0 0,0 0 0 0 0,1-1 0 0 0,-1 0 0 0 0,2 0 0 0 0,-1 0 0 0 0,1-1 0 0 0,0 0 0 0 0,11 10 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0.0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305 19 10594 0 0,'-3'-3'85'0'0,"0"1"0"0"0,0 1 0 0 0,0-1-1 0 0,0 0 1 0 0,0 1 0 0 0,0-1 0 0 0,0 1-1 0 0,0 0 1 0 0,-1 0 0 0 0,1 0 0 0 0,0 0-1 0 0,-1 1 1 0 0,1 0 0 0 0,-1-1 0 0 0,1 1 0 0 0,0 0-1 0 0,-1 1 1 0 0,-6 0 0 0 0,3 1 179 0 0,-1 1 0 0 0,1 0 0 0 0,0 0 0 0 0,0 0 0 0 0,0 1-1 0 0,0 0 1 0 0,-8 6 0 0 0,4 0 7 0 0,0-1 0 0 0,0 2-1 0 0,1-1 1 0 0,1 1-1 0 0,0 1 1 0 0,0 0 0 0 0,1 0-1 0 0,0 1 1 0 0,1 0-1 0 0,1 0 1 0 0,0 0 0 0 0,1 1-1 0 0,-6 22 1 0 0,-1 18 59 0 0,2 0 0 0 0,-3 69 0 0 0,11-100-248 0 0,-7 102 234 0 0,5 1 0 0 0,6 1-1 0 0,5-2 1 0 0,6 1 0 0 0,5-1-1 0 0,6-2 1 0 0,5 0 0 0 0,5-2-1 0 0,92 213 1 0 0,57 22-152 0 0,-36-75-25 0 0,-127-240-115 0 0,-3 1 0 0 0,-1 1 0 0 0,-2 0 0 0 0,-2 1 0 0 0,-2 0 0 0 0,-2 1 0 0 0,-1 0-1 0 0,-1 64 1 0 0,-6-80-23 0 0,-2 1 0 0 0,-1-1 0 0 0,-1 0-1 0 0,-1 0 1 0 0,-2 0 0 0 0,-1 0-1 0 0,-1-1 1 0 0,-2 0 0 0 0,0-1-1 0 0,-2-1 1 0 0,-1 1 0 0 0,-1-2 0 0 0,-36 46-1 0 0,13-29-1601 0 0,-3-4-6017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0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15 122 8754 0 0,'-14'17'6094'0'0,"27"-14"-554"0"0,3-3-4981 0 0,10-3-351 0 0,0-2 0 0 0,-1 0 0 0 0,0-2 0 0 0,0-1 0 0 0,-1-1 0 0 0,0 0 0 0 0,0-2 0 0 0,-1-1 1 0 0,36-25-1 0 0,-10 1-375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1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200 109 2304 0 0,'-3'-9'382'0'0,"-1"0"0"0"0,1 0 0 0 0,-2 0 0 0 0,1 1 0 0 0,-1-1 0 0 0,-7-7-1 0 0,-19-24 15907 0 0,23 53-14729 0 0,-5 14-1749 0 0,-14 59 271 0 0,3 1 0 0 0,4 1-1 0 0,-17 174 1 0 0,35-228-55 0 0,0 1-1 0 0,2-1 1 0 0,2 1-1 0 0,1-1 1 0 0,2 0 0 0 0,1 0-1 0 0,2 0 1 0 0,1-1-1 0 0,19 45 1 0 0,-19-58-10 0 0,1 0 0 0 0,0 0 0 0 0,2-1 0 0 0,0-1 0 0 0,2 0 0 0 0,0-1 0 0 0,0 0 0 0 0,2-1 0 0 0,0 0 0 0 0,1-2 0 0 0,0 0 0 0 0,1-1 0 0 0,1 0 0 0 0,0-2 0 0 0,32 15 0 0 0,-32-18-319 0 0,2-1 1 0 0,-1-1-1 0 0,1 0 1 0 0,0-2-1 0 0,0 0 1 0 0,21 1-1 0 0,-13-4-7373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2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69 3681 0 0,'-4'-2'389'0'0,"0"-1"-1"0"0,0 0 1 0 0,0 0 0 0 0,0 0 0 0 0,0 0-1 0 0,1 0 1 0 0,0-1 0 0 0,-1 0 0 0 0,1 1 0 0 0,0-1-1 0 0,1-1 1 0 0,-1 1 0 0 0,1 0 0 0 0,0-1 0 0 0,-2-11 6249 0 0,11 30-5104 0 0,2 4-1111 0 0,-2 8 95 0 0,-2 0 1 0 0,-1 0 0 0 0,-1 0-1 0 0,-1 1 1 0 0,-1 0-1 0 0,-1-1 1 0 0,-5 29 0 0 0,3-17-403 0 0,1 0 0 0 0,5 49 0 0 0,2-28 341 0 0,-3-32-1680 0 0,0-1-4550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3.3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2 109 3169 0 0,'0'-2'113'0'0,"-1"0"1"0"0,1 1 0 0 0,0-1-1 0 0,0 0 1 0 0,0 0 0 0 0,0 1-1 0 0,0-1 1 0 0,0 0 0 0 0,1 0-1 0 0,-1 1 1 0 0,1-1 0 0 0,-1 0-1 0 0,1 1 1 0 0,0-1 0 0 0,-1 0-1 0 0,1 1 1 0 0,0-1 0 0 0,0 1-1 0 0,0 0 1 0 0,0-1 0 0 0,0 1-1 0 0,0 0 1 0 0,1-1 0 0 0,-1 1-1 0 0,3-2 1 0 0,1-2 709 0 0,1 0-1 0 0,-1 0 1 0 0,1 1-1 0 0,0 0 1 0 0,10-6 0 0 0,-4 5-47 0 0,0-1 0 0 0,0 2 0 0 0,0 0 0 0 0,1 0 0 0 0,-1 1 0 0 0,1 1 0 0 0,0 0 0 0 0,22 0 0 0 0,-34 2-752 0 0,1 0 1 0 0,0 1-1 0 0,-1-1 0 0 0,1 0 1 0 0,-1 1-1 0 0,1 0 0 0 0,0-1 1 0 0,-1 1-1 0 0,1 0 0 0 0,-1 0 1 0 0,0 0-1 0 0,1 0 0 0 0,-1 0 1 0 0,0 0-1 0 0,1 0 0 0 0,-1 0 1 0 0,0 0-1 0 0,0 1 0 0 0,1 1 1 0 0,1 1-5 0 0,-1 0 1 0 0,0 0 0 0 0,-1 0 0 0 0,1 0-1 0 0,-1 1 1 0 0,1-1 0 0 0,0 6 0 0 0,-1 1 25 0 0,0-1 1 0 0,0 1-1 0 0,-1-1 1 0 0,0 1-1 0 0,-3 17 1 0 0,1-20-20 0 0,0-1-1 0 0,-1 1 1 0 0,0-1-1 0 0,0 0 1 0 0,0 0-1 0 0,-1 0 1 0 0,0 0 0 0 0,-10 12-1 0 0,-2-1 60 0 0,-28 26-1 0 0,30-32 16 0 0,2 0-1 0 0,0 0 0 0 0,0 1 0 0 0,-16 25 0 0 0,27-36-79 0 0,0-1 0 0 0,0 0 1 0 0,1 0-1 0 0,-1 1 0 0 0,1-1 0 0 0,-1 0 1 0 0,1 1-1 0 0,-1-1 0 0 0,1 0 0 0 0,0 1 0 0 0,0-1 1 0 0,-1 1-1 0 0,1-1 0 0 0,0 1 0 0 0,0-1 1 0 0,1 0-1 0 0,-1 1 0 0 0,0-1 0 0 0,0 1 1 0 0,1-1-1 0 0,-1 0 0 0 0,1 1 0 0 0,0 1 1 0 0,1-1 25 0 0,0 1 0 0 0,-1-1 0 0 0,1 0 0 0 0,0 0 0 0 0,0-1 0 0 0,1 1 0 0 0,-1 0 0 0 0,0-1 0 0 0,0 1 0 0 0,1-1 0 0 0,3 2 0 0 0,9 3 196 0 0,0-1-1 0 0,0-1 1 0 0,23 3-1 0 0,-29-5-140 0 0,82 13 714 0 0,-15-3-1765 0 0,-27-3-4932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3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44 2304 0 0,'-21'2'13723'0'0,"31"-4"-12636"0"0,58-13 2892 0 0,-33 6-3649 0 0,0 2 0 0 0,0 1 0 0 0,42-1 0 0 0,-54 9-4480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3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0,'0'4'714'0'0,"0"-1"0"0"0,0 0-1 0 0,0 0 1 0 0,0 1 0 0 0,1-1 0 0 0,-1 0 0 0 0,1 0-1 0 0,-1 1 1 0 0,1-1 0 0 0,0 0 0 0 0,1 0-1 0 0,1 4 1 0 0,6 25 2163 0 0,-8 2-2000 0 0,-9 67 1 0 0,4-74-1393 0 0,2 0 0 0 0,0 1 0 0 0,2-1 0 0 0,4 32 0 0 0,6-22-3529 0 0,-4-20-2328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19:54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6449 0 0,'22'11'2657'0'0,"-5"2"-1735"0"0,0 0-1 0 0,-1 1 1 0 0,0 1 0 0 0,-1 0 0 0 0,-1 1-1 0 0,-1 1 1 0 0,0 0 0 0 0,-1 1-1 0 0,14 26 1 0 0,1 11 184 0 0,-3 0-1 0 0,20 62 0 0 0,-27-64-945 0 0,-2 0 0 0 0,-3 0-1 0 0,9 79 1 0 0,-18-97-98 0 0,-2-1-1 0 0,-2 1 1 0 0,-1-1-1 0 0,-1 1 1 0 0,-2-1-1 0 0,-15 55 1 0 0,-3-12-540 0 0,13-43-52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6.2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126 200 11522 0 0,'-27'6'1102'0'0,"7"-2"-322"0"0,1 1-1 0 0,-37 14 1 0 0,53-16-113 0 0,9-1-246 0 0,14 0 69 0 0,71-10 911 0 0,107-21 0 0 0,-108 13-844 0 0,-72 13-539 0 0,1145-170 2501 0 0,-1096 166-4794 0 0,0 2 0 0 0,119 8 1 0 0,-143 1-4441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6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2761 0 0,'0'8'6345'0'0,"9"18"-3604"0"0,-3-6-1339 0 0,1 11 1283 0 0,3 51-1 0 0,-6 94-193 0 0,-4-129-1966 0 0,-8 347 866 0 0,16 402-195 0 0,38-412-733 0 0,-1-15-1061 0 0,-44-293-1571 0 0,-4-40-5729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279 1 5065 0 0,'-108'25'2328'0'0,"59"-15"1728"0"0,-70 25 396 0 0,119-35-4422 0 0,0 0 1 0 0,0 0-1 0 0,0 0 1 0 0,0 0-1 0 0,0 0 0 0 0,0 0 1 0 0,0 0-1 0 0,0 1 1 0 0,0-1-1 0 0,0 0 1 0 0,0 0-1 0 0,0 0 1 0 0,0 0-1 0 0,0 0 1 0 0,0 0-1 0 0,0 0 1 0 0,0 0-1 0 0,0 0 0 0 0,0 0 1 0 0,0 1-1 0 0,0-1 1 0 0,0 0-1 0 0,-1 1 336 0 0,1-1-336 0 0,0 0 1 0 0,0 0-1 0 0,0 0 1 0 0,0 0-1 0 0,0 0 1 0 0,0 0-1 0 0,0 0 1 0 0,0 0-1 0 0,-1 0 0 0 0,1 0 1 0 0,0 0-1 0 0,0 0 1 0 0,0 0-1 0 0,0 0 1 0 0,0 0-1 0 0,0 0 1 0 0,0 0-1 0 0,0 0 1 0 0,0 0-1 0 0,0 0 1 0 0,-1 0-1 0 0,12 3 980 0 0,15 1-127 0 0,154-11 1379 0 0,-34-1-508 0 0,-146 8-1760 0 0,1-1 0 0 0,-1 1-1 0 0,1 0 1 0 0,-1 0-1 0 0,0 0 1 0 0,1 0 0 0 0,-1 0-1 0 0,1 0 1 0 0,-1 0 0 0 0,1 0-1 0 0,-1 0 1 0 0,1 0-1 0 0,-1 0 1 0 0,0 0 0 0 0,1 0-1 0 0,-1 0 1 0 0,1 0 0 0 0,-1 0-1 0 0,1 1 1 0 0,-1-1-1 0 0,0 0 1 0 0,1 0 0 0 0,-1 0-1 0 0,0 1 1 0 0,1-1 0 0 0,-1 0-1 0 0,0 1 1 0 0,1-1-1 0 0,-1 0 1 0 0,0 1 0 0 0,1-1-1 0 0,-1 0 1 0 0,0 1 0 0 0,0-1-1 0 0,1 0 1 0 0,-1 1-1 0 0,0-1 1 0 0,0 1 0 0 0,0-1-1 0 0,0 0 1 0 0,0 1 0 0 0,1 0-1 0 0,-17 19-100 0 0,-39 22 3 0 0,48-38 48 0 0,-19 14-36 0 0,-65 49-243 0 0,80-59 238 0 0,1 2 0 0 0,0-1-1 0 0,1 2 1 0 0,0-1 0 0 0,-14 23 0 0 0,22-32 81 0 0,0 1-1 0 0,0-1 0 0 0,0 1 0 0 0,0-1 1 0 0,1 1-1 0 0,-1 0 0 0 0,1-1 1 0 0,-1 1-1 0 0,1 0 0 0 0,0 0 0 0 0,-1-1 1 0 0,1 1-1 0 0,0 0 0 0 0,0 0 0 0 0,0-1 1 0 0,1 1-1 0 0,-1 0 0 0 0,0 0 1 0 0,1-1-1 0 0,-1 1 0 0 0,2 2 0 0 0,-1-1-6 0 0,1-1-1 0 0,-1 0 0 0 0,1 0 0 0 0,0 0 1 0 0,0 0-1 0 0,0 0 0 0 0,0 0 0 0 0,0 0 1 0 0,0 0-1 0 0,1-1 0 0 0,-1 1 0 0 0,4 1 1 0 0,9 3-4 0 0,0-1 0 0 0,0 0 0 0 0,30 5 0 0 0,-30-7 150 0 0,-6-1-89 0 0,2 0 62 0 0,1 1 1 0 0,-1 0-1 0 0,0 0 1 0 0,0 2-1 0 0,10 4 1 0 0,-19-8-91 0 0,0 1 1 0 0,0-1-1 0 0,0 0 1 0 0,0 1-1 0 0,0 0 0 0 0,0-1 1 0 0,0 1-1 0 0,0 0 1 0 0,-1 0-1 0 0,1 0 0 0 0,-1 0 1 0 0,1 0-1 0 0,-1 0 1 0 0,0 0-1 0 0,0 1 0 0 0,0-1 1 0 0,0 0-1 0 0,0 1 1 0 0,-1-1-1 0 0,1 1 0 0 0,-1-1 1 0 0,1 1-1 0 0,-1-1 1 0 0,0 1-1 0 0,0-1 1 0 0,0 1-1 0 0,-1-1 0 0 0,0 6 1 0 0,-4 9-141 0 0,0 0 1 0 0,-1 0-1 0 0,-1 0 0 0 0,-1-1 1 0 0,0 0-1 0 0,-13 17 0 0 0,9-14 199 0 0,1 1 0 0 0,1 0 0 0 0,-11 29 0 0 0,21-46-26 0 0,-1 0 1 0 0,0 0 0 0 0,1 0 0 0 0,-1-1-1 0 0,1 1 1 0 0,0 0 0 0 0,0 0 0 0 0,0 0-1 0 0,1 0 1 0 0,-1 0 0 0 0,0 0 0 0 0,1 0-1 0 0,0 0 1 0 0,0-1 0 0 0,0 1 0 0 0,0 0-1 0 0,0-1 1 0 0,1 1 0 0 0,-1-1 0 0 0,1 1-1 0 0,-1-1 1 0 0,1 1 0 0 0,0-1 0 0 0,0 0 0 0 0,0 0-1 0 0,0 0 1 0 0,1 0 0 0 0,-1 0 0 0 0,5 2-1 0 0,-4-2-247 0 0,0-1 0 0 0,1 1 0 0 0,-1-1 0 0 0,0 0 0 0 0,1 0 0 0 0,-1 0 0 0 0,0-1 0 0 0,1 1-1 0 0,6 0 1 0 0,-8-2 32 0 0,-1 1-1 0 0,1 0 0 0 0,-1 0 0 0 0,1 0 0 0 0,-1-1 1 0 0,1 1-1 0 0,-1-1 0 0 0,1 1 0 0 0,-1-1 0 0 0,0 0 1 0 0,3-1-1 0 0,-3 1 172 0 0,-1 1 1 0 0,1 0 0 0 0,0-1-1 0 0,-1 1 1 0 0,1-1 0 0 0,0 1-1 0 0,-1 0 1 0 0,1 0 0 0 0,0-1-1 0 0,0 1 1 0 0,-1 0 0 0 0,1 0-1 0 0,0 0 1 0 0,0 0 0 0 0,-1 0-1 0 0,1 0 1 0 0,0 0 0 0 0,0 0-1 0 0,-1 0 1 0 0,1 0 0 0 0,0 0-1 0 0,0 0 1 0 0,-1 1 0 0 0,1-1-1 0 0,0 0 1 0 0,-1 0 0 0 0,1 1-1 0 0,0-1 1 0 0,-1 1 0 0 0,1-1-1 0 0,0 1 1 0 0,-1-1 0 0 0,1 1-1 0 0,-1-1 1 0 0,1 1 0 0 0,-1-1-1 0 0,1 1 1 0 0,-1 0 0 0 0,1 0-1 0 0,2 3 69 0 0,1 0 0 0 0,-2 0 1 0 0,1 1-1 0 0,0-1 0 0 0,-1 1 0 0 0,0-1 0 0 0,0 1 0 0 0,0 0 0 0 0,-1 0 0 0 0,0 0 0 0 0,2 10 0 0 0,2 62 2613 0 0,-5-56-2287 0 0,29 270 1541 0 0,-14-178-1401 0 0,0 115 1 0 0,-16-122-417 0 0,10 305 116 0 0,-2 49-254 0 0,-8-171-157 0 0,2-255-92 0 0,1 1 0 0 0,1-1 0 0 0,15 64 0 0 0,-15-92-1556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8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51 3681 0 0,'5'2'6985'0'0,"20"-1"-3912"0"0,122-26 3887 0 0,15-2-4842 0 0,-161 27-2119 0 0,-1 0 1 0 0,1-1-1 0 0,-1 1 1 0 0,1 0-1 0 0,-1 0 1 0 0,1 0-1 0 0,-1 0 1 0 0,1 0-1 0 0,-1 0 1 0 0,1-1-1 0 0,-1 1 1 0 0,1 0-1 0 0,-1 1 1 0 0,1-1-1 0 0,0 0 1 0 0,-1 0-1 0 0,1 0 1 0 0,-1 0-1 0 0,1 0 1 0 0,-1 0-1 0 0,1 1 1 0 0,-1-1-1 0 0,1 0 1 0 0,-1 1-1 0 0,1-1 1 0 0,-1 0-1 0 0,0 0 0 0 0,1 1 1 0 0,-1-1-1 0 0,1 1 1 0 0,-1 0-1 0 0,-10 13-177 0 0,-42 23-258 0 0,38-27 375 0 0,-88 59-287 0 0,49-35-38 0 0,-87 74-1 0 0,136-104 372 0 0,-1 0-1 0 0,1 0 0 0 0,0 1 0 0 0,0 0 0 0 0,0-1 0 0 0,1 2 0 0 0,-4 6 0 0 0,6-10 10 0 0,1-1-1 0 0,-1 0 1 0 0,1 1-1 0 0,0-1 1 0 0,-1 1-1 0 0,1-1 0 0 0,0 1 1 0 0,0-1-1 0 0,0 1 1 0 0,0-1-1 0 0,0 0 0 0 0,1 1 1 0 0,-1-1-1 0 0,0 1 1 0 0,1-1-1 0 0,-1 1 1 0 0,0-1-1 0 0,1 0 0 0 0,0 1 1 0 0,-1-1-1 0 0,1 0 1 0 0,0 0-1 0 0,0 1 0 0 0,0-1 1 0 0,0 0-1 0 0,0 0 1 0 0,0 0-1 0 0,0 0 0 0 0,0 0 1 0 0,0 0-1 0 0,0-1 1 0 0,1 1-1 0 0,-1 0 1 0 0,0 0-1 0 0,3 0 0 0 0,12 5-132 0 0,1 0-1 0 0,-1-1 1 0 0,1-1-1 0 0,0 0 1 0 0,0-2-1 0 0,1 0 1 0 0,28 0-1 0 0,11 2 255 0 0,-16-1 241 0 0,-21-2-231 0 0,0 1-1 0 0,-1 0 1 0 0,0 2 0 0 0,1 0-1 0 0,19 8 1 0 0,-38-12-153 0 0,0 0 0 0 0,1 1 0 0 0,-1 0 0 0 0,0-1 0 0 0,0 1-1 0 0,0 0 1 0 0,1-1 0 0 0,-1 1 0 0 0,0 0 0 0 0,0 0 0 0 0,0 0 0 0 0,0 0 0 0 0,0 0 0 0 0,-1 0 0 0 0,1 0-1 0 0,0 0 1 0 0,0 1 0 0 0,-1-1 0 0 0,1 0 0 0 0,-1 0 0 0 0,1 1 0 0 0,-1-1 0 0 0,1 3 0 0 0,-1-2-38 0 0,0 1 1 0 0,0-1 0 0 0,-1 1-1 0 0,1-1 1 0 0,-1 1-1 0 0,1-1 1 0 0,-1 0 0 0 0,0 1-1 0 0,0-1 1 0 0,0 0 0 0 0,0 1-1 0 0,-2 1 1 0 0,-4 7 18 0 0,-2 0-1 0 0,1-1 1 0 0,-18 16 0 0 0,25-25 80 0 0,-31 28 439 0 0,19-18-221 0 0,0 0 0 0 0,1 1 0 0 0,0 0 1 0 0,-12 18-1 0 0,24-29-245 0 0,-1-1 0 0 0,1 0 0 0 0,0 1 0 0 0,0-1 0 0 0,-1 0 0 0 0,1 1 0 0 0,0-1 0 0 0,0 1 0 0 0,0-1 0 0 0,-1 1 0 0 0,1-1 0 0 0,0 0 0 0 0,0 1 0 0 0,0-1 0 0 0,0 1 0 0 0,0-1 0 0 0,0 1 0 0 0,0-1-1 0 0,0 1 1 0 0,0-1 0 0 0,0 0 0 0 0,0 1 0 0 0,1-1 0 0 0,-1 1 0 0 0,0-1 0 0 0,0 0 0 0 0,0 1 0 0 0,0-1 0 0 0,1 1 0 0 0,-1-1 0 0 0,0 0 0 0 0,0 1 0 0 0,1-1 0 0 0,-1 0 0 0 0,0 1 0 0 0,1-1 0 0 0,20 8-105 0 0,23-7-414 0 0,-30-1-310 0 0,0-1 954 0 0,0 0 0 0 0,25 3 0 0 0,-35-1-828 0 0,0-1 1 0 0,0 1-1 0 0,0 0 0 0 0,-1 0 0 0 0,1 1 0 0 0,0-1 1 0 0,-1 1-1 0 0,7 4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9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1 10594 0 0,'-16'2'1118'0'0,"1"1"-1"0"0,-1 0 0 0 0,-22 14 2152 0 0,38-17-3230 0 0,0 0 1 0 0,0 0 0 0 0,0 0 0 0 0,0 0 0 0 0,-1 0 0 0 0,1 0-1 0 0,0 0 1 0 0,0 0 0 0 0,0 0 0 0 0,0 0 0 0 0,0 0 0 0 0,0 0 0 0 0,13 3 1050 0 0,19 0-126 0 0,185-8 1926 0 0,-130 0-2380 0 0,130 10 0 0 0,-199-4-933 0 0,-1 2 1 0 0,1 0-1 0 0,0 1 0 0 0,28 11 0 0 0,-30-7-900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9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10594 0 0,'1'4'635'0'0,"1"0"0"0"0,0 0 0 0 0,1 0-1 0 0,-1 0 1 0 0,1-1 0 0 0,0 1 0 0 0,0-1 0 0 0,0 0 0 0 0,7 6-1 0 0,-8-7-404 0 0,120 113 5347 0 0,55 58-3626 0 0,-162-156-1231 0 0,-4-4-1467 0 0,0-1 1 0 0,1-1-1 0 0,0 0 0 0 0,15 11 0 0 0,-22-19 486 0 0,-1 0 0 0 0,1 0-1 0 0,0-1 1 0 0,1 0 0 0 0,-1 0-1 0 0,0 0 1 0 0,0-1 0 0 0,1 0-1 0 0,-1 0 1 0 0,1 0 0 0 0,-1 0-1 0 0,1-1 1 0 0,0 0 0 0 0,-1 0-1 0 0,1-1 1 0 0,6-1 0 0 0,4-2 213 0 0,0 0 0 0 0,0-1 0 0 0,28-13 0 0 0,-13 2-40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39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561 17 8754 0 0,'5'-17'828'0'0,"-12"19"1710"0"0,-18 27 2555 0 0,18-20-4808 0 0,-158 166 5649 0 0,102-113-5273 0 0,3 3 1 0 0,-53 74-1 0 0,95-113-624 0 0,-10 13-129 0 0,-40 77 0 0 0,57-92-212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0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477 206 10594 0 0,'-18'4'74'0'0,"-380"100"3184"0"0,385-100-2963 0 0,8-3-67 0 0,0 0 0 0 0,0 1-1 0 0,0 0 1 0 0,0 0-1 0 0,0 0 1 0 0,0 1 0 0 0,-8 5-1 0 0,16-7-35 0 0,0 0-1 0 0,0 0 0 0 0,0 0 1 0 0,0 0-1 0 0,0 0 1 0 0,0-1-1 0 0,0 1 1 0 0,5-1-1 0 0,41-1 126 0 0,0-2-1 0 0,69-13 1 0 0,-8 0-119 0 0,1523-114 2917 0 0,-1496 121-3074 0 0,1083-32 718 0 0,-504 24-367 0 0,-209-13-232 0 0,-333 17-114 0 0,-157 12-76 0 0,122-13 115 0 0,-123 11-210 0 0,0 0-1 0 0,0-1 0 0 0,-1-1 1 0 0,1-1-1 0 0,-1 0 1 0 0,19-11-1 0 0,-19 7-747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1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38 183 920 0 0,'-36'-19'15811'0'0,"49"33"-14030"0"0,-7-6-1256 0 0,53 66 1881 0 0,-53-66-2272 0 0,2-1-1 0 0,-1 0 0 0 0,1-1 1 0 0,0 0-1 0 0,0 0 0 0 0,1-1 1 0 0,11 7-1 0 0,-18-12-130 0 0,0 1 0 0 0,-1 0 0 0 0,1-1 0 0 0,0 1 0 0 0,0-1 0 0 0,-1 1 0 0 0,1-1 0 0 0,0 0 0 0 0,0 0 0 0 0,0 0 0 0 0,0 0 0 0 0,-1 0 0 0 0,1 0 0 0 0,0-1 0 0 0,0 1 0 0 0,0 0-1 0 0,-1-1 1 0 0,1 0 0 0 0,0 1 0 0 0,0-1 0 0 0,-1 0 0 0 0,1 0 0 0 0,-1 0 0 0 0,1 0 0 0 0,-1 0 0 0 0,1 0 0 0 0,-1 0 0 0 0,1 0 0 0 0,-1-1 0 0 0,0 1 0 0 0,0-1 0 0 0,0 1 0 0 0,0-1 0 0 0,0 1 0 0 0,0-1 0 0 0,0 0 0 0 0,0 1 0 0 0,-1-1 0 0 0,1 0 0 0 0,0-2 0 0 0,3-9-7 0 0,0 0 0 0 0,-1-1 1 0 0,-1 1-1 0 0,2-17 0 0 0,-3 20 12 0 0,1-8 67 0 0,-1 1 1 0 0,-1-1-1 0 0,-2-19 0 0 0,2 31-48 0 0,-1 0 0 0 0,0-1 0 0 0,0 1 0 0 0,-1 0 0 0 0,0-1 0 0 0,0 1 0 0 0,0 0-1 0 0,-1 0 1 0 0,0 1 0 0 0,0-1 0 0 0,-6-8 0 0 0,-14-3 558 0 0,16 12-1734 0 0,23 15-5780 0 0,-15-9 6758 0 0,0 1-1 0 0,0-1 1 0 0,0 0 0 0 0,0 1 0 0 0,0-1 0 0 0,0 1 0 0 0,-1-1 0 0 0,1 1 0 0 0,0 0 0 0 0,-1-1-1 0 0,1 1 1 0 0,-1-1 0 0 0,0 1 0 0 0,1 0 0 0 0,-1 0 0 0 0,0 1 0 0 0,0 16 3381 0 0,0-19-3122 0 0,0 1-1 0 0,0-1 1 0 0,0 0 0 0 0,-1 0-1 0 0,1 0 1 0 0,0 0-1 0 0,0 0 1 0 0,0 0 0 0 0,-1 0-1 0 0,1 0 1 0 0,0 0 0 0 0,0 0-1 0 0,-1 0 1 0 0,1 0-1 0 0,0-1 1 0 0,-14 4-653 0 0,8-1 799 0 0,0 0 1 0 0,0 0-1 0 0,1 1 0 0 0,-1 0 0 0 0,1 0 0 0 0,-1 0 1 0 0,1 1-1 0 0,0 0 0 0 0,1 0 0 0 0,-7 6 0 0 0,-37 48 498 0 0,42-50-669 0 0,-6 7 21 0 0,1 2-1 0 0,0-1 0 0 0,-8 21 0 0 0,17-34-73 0 0,0 0 0 0 0,1 0 0 0 0,-1 0 0 0 0,1 1 0 0 0,0-1-1 0 0,0 1 1 0 0,0-1 0 0 0,0 1 0 0 0,1-1 0 0 0,0 1 0 0 0,0 0 0 0 0,0-1 0 0 0,0 1 0 0 0,0-1 0 0 0,0 1 0 0 0,1 0-1 0 0,0-1 1 0 0,0 1 0 0 0,0-1 0 0 0,0 0 0 0 0,1 1 0 0 0,-1-1 0 0 0,1 0 0 0 0,2 4 0 0 0,-2-5 17 0 0,1 0 0 0 0,-1 0 0 0 0,1 0 1 0 0,0 0-1 0 0,0-1 0 0 0,-1 1 0 0 0,1-1 1 0 0,0 1-1 0 0,0-1 0 0 0,0 0 0 0 0,1-1 1 0 0,-1 1-1 0 0,0 0 0 0 0,0-1 0 0 0,0 0 1 0 0,1 1-1 0 0,-1-2 0 0 0,0 1 0 0 0,0 0 0 0 0,1 0 1 0 0,3-2-1 0 0,1 1 64 0 0,-1-1 1 0 0,1 0-1 0 0,-1 0 1 0 0,1-1-1 0 0,-1 0 1 0 0,0 0-1 0 0,12-8 1 0 0,-14 6-42 0 0,0 1 0 0 0,-1-1 1 0 0,1-1-1 0 0,-1 1 0 0 0,0 0 0 0 0,-1-1 1 0 0,1 0-1 0 0,-1 0 0 0 0,0 0 0 0 0,-1 0 1 0 0,1-1-1 0 0,-1 1 0 0 0,-1-1 0 0 0,1 1 1 0 0,0-13-1 0 0,-1 15-15 0 0,0 0-1 0 0,-1 0 1 0 0,1 0 0 0 0,-1 0-1 0 0,0 0 1 0 0,-1 0 0 0 0,1 0 0 0 0,-1 0-1 0 0,1 0 1 0 0,-1 0 0 0 0,0 0 0 0 0,-1 0-1 0 0,1 0 1 0 0,-1 1 0 0 0,1-1-1 0 0,-1 1 1 0 0,0-1 0 0 0,-1 1 0 0 0,1-1-1 0 0,0 1 1 0 0,-1 0 0 0 0,0 0-1 0 0,0 0 1 0 0,0 1 0 0 0,0-1 0 0 0,0 1-1 0 0,-5-3 1 0 0,7 4-35 0 0,-1 0 0 0 0,1 1 0 0 0,0-1 0 0 0,0 1 0 0 0,0 0 0 0 0,0-1 0 0 0,-1 1 0 0 0,1 0 0 0 0,0 0 0 0 0,0-1 0 0 0,-1 1 0 0 0,1 0 0 0 0,0 0 0 0 0,0 1 0 0 0,-1-1 0 0 0,1 0 0 0 0,0 0 0 0 0,0 1 0 0 0,0-1 0 0 0,-1 0 0 0 0,1 1 0 0 0,0-1 0 0 0,0 1 0 0 0,-1 0-1 0 0,0 1-1 0 0,1-1-1 0 0,0 1 0 0 0,-1-1 0 0 0,1 1 0 0 0,0-1 0 0 0,0 1 0 0 0,0 0 0 0 0,0 0 0 0 0,1-1 0 0 0,-1 1 0 0 0,0 0 0 0 0,1 0 0 0 0,-1 4 0 0 0,0-1-19 0 0,0 1-1 0 0,1 0 0 0 0,0 0 0 0 0,0 0 1 0 0,0 0-1 0 0,1 0 0 0 0,-1 0 0 0 0,2-1 1 0 0,2 10-1 0 0,-2-10 20 0 0,1-1-1 0 0,0 1 1 0 0,1-1 0 0 0,-1 0 0 0 0,1 0 0 0 0,0 0-1 0 0,0-1 1 0 0,0 1 0 0 0,0-1 0 0 0,0 0 0 0 0,1 0 0 0 0,0 0-1 0 0,0-1 1 0 0,-1 1 0 0 0,1-1 0 0 0,0-1 0 0 0,1 1 0 0 0,-1-1-1 0 0,0 1 1 0 0,9-1 0 0 0,-2 1-17 0 0,0 0 0 0 0,0-1 0 0 0,0-1 1 0 0,0 0-1 0 0,1-1 0 0 0,-1 0 0 0 0,0-1 0 0 0,14-4 0 0 0,-24 6 32 0 0,0-1-1 0 0,1 1 1 0 0,-1-1 0 0 0,0 0-1 0 0,0 0 1 0 0,0 0-1 0 0,0 0 1 0 0,0 0 0 0 0,0 0-1 0 0,0-1 1 0 0,0 1-1 0 0,-1 0 1 0 0,1-1-1 0 0,0 0 1 0 0,-1 1 0 0 0,1-1-1 0 0,-1 0 1 0 0,0 0-1 0 0,1 0 1 0 0,-1 0-1 0 0,0 0 1 0 0,0 0 0 0 0,0 0-1 0 0,0-3 1 0 0,-1 3-2 0 0,0 0 1 0 0,0 0 0 0 0,-1 0 0 0 0,1 0-1 0 0,-1 0 1 0 0,1 0 0 0 0,-1 0-1 0 0,0 0 1 0 0,0 0 0 0 0,0 0 0 0 0,0 0-1 0 0,0 0 1 0 0,0 0 0 0 0,0 1 0 0 0,-1-1-1 0 0,1 0 1 0 0,-1 1 0 0 0,1-1-1 0 0,-1 1 1 0 0,1 0 0 0 0,-1-1 0 0 0,0 1-1 0 0,0 0 1 0 0,0 0 0 0 0,0 0-1 0 0,-2-1 1 0 0,-3-1-206 0 0,-1 0 1 0 0,1 0-1 0 0,-1 1 0 0 0,0 0 1 0 0,0 0-1 0 0,1 0 0 0 0,-1 1 0 0 0,0 1 1 0 0,0-1-1 0 0,-1 1 0 0 0,-8 1 1 0 0,-10 3-7616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2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38 344 11979 0 0,'-6'-13'965'0'0,"2"0"1"0"0,-1 0-1 0 0,2 0 1 0 0,-3-16 0 0 0,-8-26 2966 0 0,22 76-3767 0 0,1 0 0 0 0,1-1 0 0 0,1-1-1 0 0,0 0 1 0 0,2 0 0 0 0,24 28 0 0 0,-16-24 11 0 0,0-1 0 0 0,2-1 0 0 0,0-1 0 0 0,36 24 0 0 0,-53-40-110 0 0,1 0 0 0 0,-1 0-1 0 0,1-1 1 0 0,0 0 0 0 0,-1 0 0 0 0,12 3 0 0 0,-16-6-52 0 0,-1 1 0 0 0,1-1 0 0 0,-1 0 0 0 0,1 0 1 0 0,-1 0-1 0 0,1 0 0 0 0,-1 0 0 0 0,1 0 0 0 0,-1-1 0 0 0,1 1 0 0 0,-1 0 1 0 0,1-1-1 0 0,-1 1 0 0 0,0-1 0 0 0,1 1 0 0 0,-1-1 0 0 0,0 0 0 0 0,1 0 0 0 0,-1 0 1 0 0,0 1-1 0 0,0-1 0 0 0,0 0 0 0 0,0 0 0 0 0,0-1 0 0 0,0 1 0 0 0,0 0 0 0 0,0 0 1 0 0,0 0-1 0 0,0-1 0 0 0,-1 1 0 0 0,1 0 0 0 0,0-1 0 0 0,-1 1 0 0 0,1 0 1 0 0,-1-1-1 0 0,0 1 0 0 0,1-1 0 0 0,-1-2 0 0 0,2-13 147 0 0,-1 0 0 0 0,0-1-1 0 0,-1 1 1 0 0,-1 0 0 0 0,-1-1 0 0 0,-5-22 0 0 0,-2-21-33 0 0,7 33-231 0 0,-2-10-214 0 0,1-55 0 0 0,3 83 76 0 0,1 0 0 0 0,0 1 0 0 0,1-1 0 0 0,0 0 0 0 0,0 0 0 0 0,1 1 0 0 0,0-1 0 0 0,1 1 0 0 0,0 0 0 0 0,9-15 0 0 0,0 9-1828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2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40 10138 0 0,'-4'0'417'0'0,"0"1"-1"0"0,0-1 0 0 0,0 0 1 0 0,0-1-1 0 0,0 1 1 0 0,0-1-1 0 0,0 0 0 0 0,0 0 1 0 0,-4-1-1 0 0,-1 0 256 0 0,7 1-500 0 0,-1 0 0 0 0,0 1 1 0 0,1 0-1 0 0,-1-1 0 0 0,0 1 0 0 0,0 0 1 0 0,1 1-1 0 0,-1-1 0 0 0,0 0 0 0 0,0 1 1 0 0,1-1-1 0 0,-1 1 0 0 0,0 0 0 0 0,1 0 1 0 0,-1 0-1 0 0,1 0 0 0 0,-1 1 0 0 0,1-1 1 0 0,0 1-1 0 0,-1-1 0 0 0,1 1 1 0 0,0 0-1 0 0,0 0 0 0 0,-2 2 0 0 0,3-2-130 0 0,0 0 1 0 0,0 0-1 0 0,0 1 0 0 0,0-1 0 0 0,1 0 0 0 0,-1 1 0 0 0,1-1 0 0 0,-1 1 1 0 0,1-1-1 0 0,0 0 0 0 0,0 1 0 0 0,0-1 0 0 0,0 1 0 0 0,0-1 0 0 0,0 1 1 0 0,1-1-1 0 0,0 0 0 0 0,-1 1 0 0 0,1-1 0 0 0,0 0 0 0 0,0 1 0 0 0,0-1 1 0 0,0 0-1 0 0,0 0 0 0 0,1 0 0 0 0,-1 0 0 0 0,3 3 0 0 0,1 1 59 0 0,1 0 0 0 0,0 0-1 0 0,0 0 1 0 0,0-1 0 0 0,1 0-1 0 0,0 0 1 0 0,0-1 0 0 0,0 1-1 0 0,0-2 1 0 0,15 7 0 0 0,-20-9-84 0 0,1 0-1 0 0,0 0 1 0 0,0 0 0 0 0,0 0-1 0 0,0-1 1 0 0,0 1 0 0 0,0-1 0 0 0,0 0-1 0 0,0 1 1 0 0,-1-1 0 0 0,1-1 0 0 0,0 1-1 0 0,0 0 1 0 0,0-1 0 0 0,0 0 0 0 0,0 1-1 0 0,0-1 1 0 0,0 0 0 0 0,0 0-1 0 0,-1-1 1 0 0,1 1 0 0 0,-1-1 0 0 0,1 1-1 0 0,-1-1 1 0 0,1 0 0 0 0,-1 0 0 0 0,0 0-1 0 0,0 0 1 0 0,0 0 0 0 0,0 0 0 0 0,0-1-1 0 0,0 1 1 0 0,1-4 0 0 0,-2 3-34 0 0,1-1 1 0 0,-1 1-1 0 0,-1-1 1 0 0,1 0 0 0 0,0 1-1 0 0,-1-1 1 0 0,0 0-1 0 0,0 0 1 0 0,0 1 0 0 0,0-1-1 0 0,-1 0 1 0 0,1 1-1 0 0,-1-1 1 0 0,0 0 0 0 0,0 1-1 0 0,0-1 1 0 0,-1 1-1 0 0,1-1 1 0 0,-1 1-1 0 0,0 0 1 0 0,0-1 0 0 0,0 1-1 0 0,0 0 1 0 0,-4-4-1 0 0,1 2-141 0 0,1 0-1 0 0,-1 0 1 0 0,0 0-1 0 0,0 0 0 0 0,0 1 1 0 0,0 0-1 0 0,-1 0 0 0 0,0 1 1 0 0,0-1-1 0 0,0 1 0 0 0,0 0 1 0 0,-13-3-1 0 0,4 4-773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2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53 7346 0 0,'0'0'61'0'0,"1"-1"0"0"0,0 0 1 0 0,-1 1-1 0 0,1-1 0 0 0,0 0 1 0 0,0 1-1 0 0,0-1 0 0 0,-1 1 1 0 0,1-1-1 0 0,0 1 0 0 0,0 0 1 0 0,0-1-1 0 0,0 1 1 0 0,0 0-1 0 0,0-1 0 0 0,0 1 1 0 0,0 0-1 0 0,0 0 0 0 0,0 0 1 0 0,0 0-1 0 0,0 0 0 0 0,0 0 1 0 0,0 0-1 0 0,0 0 0 0 0,0 1 1 0 0,0-1-1 0 0,0 0 0 0 0,0 1 1 0 0,0-1-1 0 0,-1 0 1 0 0,2 1-1 0 0,-1 1 169 0 0,0-1-1 0 0,0 1 1 0 0,0-1 0 0 0,0 1 0 0 0,0 0-1 0 0,-1-1 1 0 0,1 1 0 0 0,-1 0 0 0 0,1 0 0 0 0,-1-1-1 0 0,0 1 1 0 0,1 0 0 0 0,-1 0 0 0 0,0 0-1 0 0,0-1 1 0 0,-1 5 0 0 0,0 12 1620 0 0,-1-8-1108 0 0,1 0 0 0 0,1-1-1 0 0,0 1 1 0 0,0 0 0 0 0,1 0-1 0 0,3 12 1 0 0,-4-20-678 0 0,0-1 0 0 0,1 1 0 0 0,0-1 0 0 0,-1 0 0 0 0,1 1-1 0 0,0-1 1 0 0,0 1 0 0 0,0-1 0 0 0,0 0 0 0 0,0 0 0 0 0,0 1 0 0 0,0-1 0 0 0,0 0 0 0 0,0 0 0 0 0,1 0-1 0 0,-1 0 1 0 0,0 0 0 0 0,3 0 0 0 0,-2 0-56 0 0,1 0 0 0 0,-1-1 0 0 0,1 1 0 0 0,0-1-1 0 0,-1 0 1 0 0,1 0 0 0 0,0 0 0 0 0,-1 0 0 0 0,1 0-1 0 0,-1-1 1 0 0,1 1 0 0 0,0-1 0 0 0,-1 0 0 0 0,5-1 0 0 0,1-2-234 0 0,0 1 1 0 0,0-1 0 0 0,0 0 0 0 0,0-1 0 0 0,-1 0-1 0 0,0 0 1 0 0,0-1 0 0 0,0 1 0 0 0,-1-2 0 0 0,0 1-1 0 0,8-11 1 0 0,0-3-830 0 0,-1 0 1 0 0,-1-1-1 0 0,9-22 0 0 0,-21 41 1087 0 0,1 1 1 0 0,-1-1-1 0 0,1 1 0 0 0,-1 0 0 0 0,1-1 1 0 0,0 1-1 0 0,0 0 0 0 0,-1-1 0 0 0,1 1 0 0 0,0 0 1 0 0,0 0-1 0 0,0 0 0 0 0,0 0 0 0 0,1 0 1 0 0,-1 0-1 0 0,0 0 0 0 0,0 0 0 0 0,1 1 1 0 0,-1-1-1 0 0,0 0 0 0 0,1 1 0 0 0,-1-1 0 0 0,1 1 1 0 0,1-1-1 0 0,-1 1 31 0 0,0 1 0 0 0,-1-1-1 0 0,1 1 1 0 0,0-1 0 0 0,-1 1 0 0 0,1 0 0 0 0,0 0-1 0 0,-1-1 1 0 0,1 1 0 0 0,-1 0 0 0 0,1 1 0 0 0,-1-1-1 0 0,0 0 1 0 0,0 0 0 0 0,1 0 0 0 0,-1 1 0 0 0,1 1-1 0 0,6 9 365 0 0,0 0 0 0 0,-1 0-1 0 0,10 24 1 0 0,-17-35-418 0 0,10 23 456 0 0,-7-15-332 0 0,1 1 1 0 0,0-1-1 0 0,0 0 1 0 0,1 0-1 0 0,0 0 1 0 0,0 0-1 0 0,1-1 1 0 0,0 0-1 0 0,15 14 1 0 0,-14-17-481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3.1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8290 0 0,'-1'3'404'0'0,"0"-1"1"0"0,1 0 0 0 0,0 1-1 0 0,-1-1 1 0 0,1 1-1 0 0,0-1 1 0 0,0 0-1 0 0,0 1 1 0 0,1-1 0 0 0,-1 1-1 0 0,1 2 1 0 0,0-3-28 0 0,6 58 2770 0 0,6 41 240 0 0,27 108 0 0 0,-32-179-3520 0 0,1 0 0 0 0,2-1 0 0 0,0-1 0 0 0,2 0-1 0 0,1 0 1 0 0,1-2 0 0 0,1 1 0 0 0,23 25 0 0 0,-24-34-851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3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33 142 8754 0 0,'-8'-1'95'0'0,"-15"-5"1809"0"0,22 1 161 0 0,11-3 894 0 0,6 1-1438 0 0,0 0 0 0 0,28-6 0 0 0,80-11-156 0 0,-74 15-769 0 0,87-18-333 0 0,-46 6-6456 0 0,-35 7-832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4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22 14747 0 0,'-11'-7'1564'0'0,"9"5"-1165"0"0,-1 0 0 0 0,0 0-1 0 0,1 1 1 0 0,-1-1 0 0 0,0 1 0 0 0,0 0 0 0 0,0 0 0 0 0,-6-2-1 0 0,9 3-360 0 0,0 0-1 0 0,-1 0 1 0 0,1 0-1 0 0,-1 1 1 0 0,1-1-1 0 0,0 0 1 0 0,-1 0-1 0 0,1 0 1 0 0,-1 0-1 0 0,1 0 1 0 0,0 1-1 0 0,-1-1 1 0 0,1 0-1 0 0,0 0 1 0 0,-1 0-1 0 0,1 1 1 0 0,0-1-1 0 0,-1 0 1 0 0,1 1-1 0 0,0-1 1 0 0,0 0-1 0 0,-1 1 1 0 0,1-1-1 0 0,0 0 1 0 0,0 1-1 0 0,0-1 1 0 0,-1 1-1 0 0,-1 22 624 0 0,37 178 631 0 0,-3-24-774 0 0,-21-61-396 0 0,5 52-367 0 0,-11-139 145 0 0,1 0 0 0 0,1 0 0 0 0,17 43 0 0 0,-20-62-358 0 0,1 0-1 0 0,0-1 1 0 0,1 1-1 0 0,-1-1 1 0 0,9 8-1 0 0,-3-4-580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4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68 109 12067 0 0,'8'-11'564'0'0,"0"1"0"0"0,1 0 0 0 0,0 0 0 0 0,0 1 0 0 0,1 0 0 0 0,0 1 0 0 0,14-9 0 0 0,-19 14-356 0 0,-1 0-1 0 0,1 0 1 0 0,0 1-1 0 0,-1-1 1 0 0,1 1-1 0 0,0 0 1 0 0,0 1 0 0 0,1-1-1 0 0,-1 1 1 0 0,0 0-1 0 0,0 0 1 0 0,1 1-1 0 0,-1-1 1 0 0,0 1-1 0 0,1 0 1 0 0,-1 1 0 0 0,0 0-1 0 0,1-1 1 0 0,-1 1-1 0 0,8 3 1 0 0,-11-3-162 0 0,0 0 0 0 0,0 0 0 0 0,0 1 0 0 0,0-1 0 0 0,0 0 1 0 0,0 1-1 0 0,0-1 0 0 0,-1 1 0 0 0,1 0 0 0 0,0 0 0 0 0,-1-1 0 0 0,0 1 0 0 0,1 0 1 0 0,-1 0-1 0 0,0 0 0 0 0,0 1 0 0 0,0-1 0 0 0,1 3 0 0 0,-1-1-22 0 0,0 1-1 0 0,-1 0 1 0 0,1 0-1 0 0,-1-1 1 0 0,0 1 0 0 0,0 0-1 0 0,0 0 1 0 0,-2 7-1 0 0,-1 4-50 0 0,-2-1-1 0 0,0 1 1 0 0,0-1-1 0 0,-11 19 1 0 0,-7 7-217 0 0,-1-2 0 0 0,-3-1-1 0 0,-48 55 1 0 0,-33 45 6 0 0,107-136 272 0 0,0-1-1 0 0,0 0 1 0 0,0 1 0 0 0,0-1 0 0 0,0 1-1 0 0,0 0 1 0 0,0-1 0 0 0,1 1 0 0 0,-1 0-1 0 0,1-1 1 0 0,-1 1 0 0 0,1 0 0 0 0,-1 0-1 0 0,1-1 1 0 0,0 1 0 0 0,0 0 0 0 0,0 0-1 0 0,0 0 1 0 0,0-1 0 0 0,1 4 0 0 0,0-4 8 0 0,0 0-1 0 0,0 0 1 0 0,-1 0 0 0 0,1 0 0 0 0,0 0 0 0 0,0 0 0 0 0,0 0 0 0 0,1 0-1 0 0,-1 0 1 0 0,0 0 0 0 0,0-1 0 0 0,0 1 0 0 0,1-1 0 0 0,-1 1-1 0 0,0-1 1 0 0,1 1 0 0 0,-1-1 0 0 0,0 0 0 0 0,1 1 0 0 0,1-1-1 0 0,8 1 74 0 0,0-1 0 0 0,1 0-1 0 0,-1 0 1 0 0,0-1-1 0 0,12-3 1 0 0,101-23 922 0 0,-62 13-1979 0 0,1 1-5402 0 0,-37 8-834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5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70 16788 0 0,'5'1'196'0'0,"0"0"1"0"0,0-1-1 0 0,1 1 1 0 0,-1-1-1 0 0,0 0 1 0 0,0-1-1 0 0,1 1 1 0 0,-1-1-1 0 0,8-2 1 0 0,5 0 494 0 0,124-18 2491 0 0,-1-14-6121 0 0,-118 26-4193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5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7834 0 0,'-1'7'496'0'0,"1"-1"0"0"0,0 1 0 0 0,0-1 0 0 0,0 1 0 0 0,1-1 0 0 0,3 12 0 0 0,0 10 930 0 0,16 288 5715 0 0,-7-71-4316 0 0,-5-172-4321 0 0,-2-41-6079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5.7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1147 1 15667 0 0,'0'0'69'0'0,"1"0"-1"0"0,-1 0 0 0 0,0 0 0 0 0,0 0 1 0 0,1-1-1 0 0,-1 1 0 0 0,0 0 1 0 0,1 0-1 0 0,-1 0 0 0 0,0 0 0 0 0,0 0 1 0 0,1 0-1 0 0,-1 0 0 0 0,0 0 0 0 0,1 0 1 0 0,-1 0-1 0 0,0 0 0 0 0,0 0 0 0 0,1 0 1 0 0,-1 0-1 0 0,0 0 0 0 0,1 1 1 0 0,-1-1-1 0 0,0 0 0 0 0,0 0 0 0 0,1 0 1 0 0,-1 0-1 0 0,0 0 0 0 0,0 1 0 0 0,1-1 1 0 0,-1 0-1 0 0,0 0 0 0 0,0 0 1 0 0,0 1-1 0 0,1-1 0 0 0,-1 0 0 0 0,0 0 1 0 0,0 1-1 0 0,0-1 0 0 0,0 0 0 0 0,0 0 1 0 0,1 1-1 0 0,-1-1 0 0 0,0 0 0 0 0,0 1 1 0 0,0-1-1 0 0,0 0 0 0 0,0 0 1 0 0,0 1-1 0 0,0-1 0 0 0,0 0 0 0 0,0 1 1 0 0,0-1-1 0 0,0 0 0 0 0,0 0 0 0 0,0 1 1 0 0,0-1-1 0 0,-1 1 0 0 0,-2 19 863 0 0,-12 20-428 0 0,-1-1 0 0 0,-2 0 0 0 0,-2-1 0 0 0,-33 48 0 0 0,23-39-304 0 0,-140 213-32 0 0,-7 10-357 0 0,134-198 193 0 0,-400 634-2 0 0,367-592-1259 0 0,33-48-760 0 0,-1-1-3825 0 0,39-60 4052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46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453 70 5529 0 0,'1'-5'28'0'0,"1"3"58"0"0,-1-1 1 0 0,0 0-1 0 0,0 0 1 0 0,0 0-1 0 0,0 1 1 0 0,-1-1-1 0 0,1 0 1 0 0,-1-5-1 0 0,0 7-19 0 0,0 0 0 0 0,-1 0 0 0 0,1 0 0 0 0,-1 0 0 0 0,1 1 0 0 0,-1-1 0 0 0,1 0 0 0 0,-1 0 0 0 0,1 0 0 0 0,-1 1 0 0 0,0-1 0 0 0,1 0 0 0 0,-1 1 0 0 0,0-1 0 0 0,0 0 0 0 0,1 1 0 0 0,-1-1 0 0 0,0 1 0 0 0,0-1 0 0 0,0 1 0 0 0,0 0 0 0 0,0-1-1 0 0,0 1 1 0 0,0 0 0 0 0,0 0 0 0 0,0 0 0 0 0,0-1 0 0 0,0 1 0 0 0,0 0 0 0 0,-1 1 0 0 0,-9-2 199 0 0,0 1 1 0 0,1 0-1 0 0,-1 1 1 0 0,1 0-1 0 0,-1 1 0 0 0,1 0 1 0 0,0 1-1 0 0,-12 4 0 0 0,-82 38 711 0 0,75-32-850 0 0,-31 16 132 0 0,-78 33 2272 0 0,169-88 1584 0 0,4-4-3408 0 0,2 4-85 0 0,2 2-1 0 0,43-20 0 0 0,-71 38-496 0 0,1 1-1 0 0,-1 1 0 0 0,1 0 1 0 0,0 0-1 0 0,0 1 0 0 0,0 1 1 0 0,0 0-1 0 0,1 0 0 0 0,-1 2 1 0 0,1-1-1 0 0,-1 1 1 0 0,21 4-1 0 0,-27-3-58 0 0,0 1-1 0 0,-1 0 1 0 0,1 0 0 0 0,-1 0-1 0 0,0 1 1 0 0,1 0 0 0 0,-1 0-1 0 0,0 0 1 0 0,-1 0 0 0 0,1 1-1 0 0,-1 0 1 0 0,1 0 0 0 0,5 8 0 0 0,-2-2-298 0 0,-1 1 1 0 0,-1 0-1 0 0,0 0 1 0 0,0 1-1 0 0,4 14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1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15 6913 0 0,'-6'-15'9777'0'0,"8"31"-9721"0"0,5 62 1113 0 0,4 0 0 0 0,36 136-1 0 0,-8-83-974 0 0,31 199-1 0 0,-32-154 102 0 0,77 223 0 0 0,28 114 1145 0 0,-128-416-1110 0 0,-4 1 0 0 0,-5 1 0 0 0,-6 118 0 0 0,3-128-193 0 0,-5-90-554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3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1193 94 6449 0 0,'3'-8'611'0'0,"0"1"0"0"0,1-1-1 0 0,-1 1 1 0 0,2 0 0 0 0,-1 0 0 0 0,1 1-1 0 0,0-1 1 0 0,0 1 0 0 0,1 0-1 0 0,0 1 1 0 0,0-1 0 0 0,12-7-1 0 0,-44 54 4138 0 0,11-13-4121 0 0,-241 343 1101 0 0,-13 6-1409 0 0,10-13-248 0 0,210-301-54 0 0,-285 388 226 0 0,276-349-1191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3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41 1840 0 0,'-41'3'918'0'0,"-45"6"7212"0"0,173-25-2927 0 0,92-14-1545 0 0,-144 26-3168 0 0,1 2 0 0 0,-1 1 0 0 0,39 4 0 0 0,-70-2-453 0 0,0-1 0 0 0,0 0 0 0 0,-1 1 0 0 0,1 0 1 0 0,0 0-1 0 0,-1 0 0 0 0,1 0 0 0 0,-1 1 1 0 0,1 0-1 0 0,-1-1 0 0 0,1 1 0 0 0,-1 0 0 0 0,0 1 1 0 0,0-1-1 0 0,0 0 0 0 0,3 4 0 0 0,-4-2-22 0 0,0-1 1 0 0,1 1-1 0 0,-2 0 0 0 0,1 0 0 0 0,0 0 0 0 0,-1 0 0 0 0,0 0 1 0 0,0 0-1 0 0,0 0 0 0 0,0 0 0 0 0,-1 0 0 0 0,1 1 0 0 0,-1-1 1 0 0,-1 7-1 0 0,-4 37 42 0 0,-2 0 1 0 0,-2 0-1 0 0,-2-1 1 0 0,-18 48-1 0 0,-9 39-371 0 0,33-110-127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3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18 13827 0 0,'-11'-15'1570'0'0,"11"15"-1519"0"0,0 0 0 0 0,0 0-1 0 0,1-1 1 0 0,-1 1 0 0 0,0 0-1 0 0,0 0 1 0 0,0 0 0 0 0,0 0-1 0 0,1-1 1 0 0,-1 1 0 0 0,0 0 0 0 0,0 0-1 0 0,0 0 1 0 0,1 0 0 0 0,-1 0-1 0 0,0 0 1 0 0,0 0 0 0 0,0-1-1 0 0,1 1 1 0 0,-1 0 0 0 0,0 0 0 0 0,0 0-1 0 0,0 0 1 0 0,1 0 0 0 0,-1 0-1 0 0,0 0 1 0 0,0 0 0 0 0,1 0-1 0 0,-1 0 1 0 0,0 0 0 0 0,0 0-1 0 0,0 1 1 0 0,1-1 0 0 0,-1 0 0 0 0,0 0-1 0 0,0 0 1 0 0,1 0 0 0 0,-1 0-1 0 0,4 1 243 0 0,0 1 0 0 0,-1-1 0 0 0,1 1-1 0 0,-1 0 1 0 0,1 0 0 0 0,-1 0-1 0 0,4 3 1 0 0,2 3-27 0 0,-1 0 1 0 0,-1 1-1 0 0,1 1 0 0 0,-1-1 1 0 0,-1 1-1 0 0,0 0 0 0 0,6 13 0 0 0,29 79 345 0 0,-38-96-543 0 0,12 46 127 0 0,-1 0-1 0 0,7 60 1 0 0,15 59-91 0 0,-33-161-286 0 0,1 0 0 0 0,0 0 1 0 0,7 12-1 0 0,11 8-3456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4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0 158 9994 0 0,'1'-5'166'0'0,"0"1"0"0"0,0-1 1 0 0,0 0-1 0 0,1 0 0 0 0,-1 1 0 0 0,1-1 0 0 0,1 1 0 0 0,-1-1 0 0 0,0 1 1 0 0,1 0-1 0 0,0 0 0 0 0,0 0 0 0 0,0 0 0 0 0,1 1 0 0 0,-1-1 0 0 0,1 1 0 0 0,0 0 1 0 0,5-4-1 0 0,10-6 1461 0 0,0 0 1 0 0,33-14-1 0 0,-45 23-1357 0 0,1 0 1 0 0,-1 1-1 0 0,1 1 0 0 0,0-1 0 0 0,0 1 0 0 0,0 1 0 0 0,1-1 1 0 0,-1 1-1 0 0,0 1 0 0 0,0-1 0 0 0,1 1 0 0 0,10 2 1 0 0,-15-1-260 0 0,-1 0 1 0 0,1 0 0 0 0,-1 0 0 0 0,1 0-1 0 0,-1 1 1 0 0,1-1 0 0 0,-1 1 0 0 0,0 0-1 0 0,0 0 1 0 0,0 0 0 0 0,0 0 0 0 0,0 1-1 0 0,-1-1 1 0 0,1 1 0 0 0,-1 0 0 0 0,1-1-1 0 0,-1 1 1 0 0,0 0 0 0 0,0 1 0 0 0,-1-1-1 0 0,1 0 1 0 0,0 0 0 0 0,-1 1 0 0 0,0-1-1 0 0,0 1 1 0 0,0-1 0 0 0,0 1 0 0 0,-1-1 0 0 0,1 1-1 0 0,-1 4 1 0 0,0 2-94 0 0,0 0-1 0 0,0 0 1 0 0,-1 0-1 0 0,-1 0 1 0 0,0 0 0 0 0,0 0-1 0 0,-1 0 1 0 0,0-1 0 0 0,-9 19-1 0 0,-6 7-415 0 0,-27 39 0 0 0,25-43 316 0 0,-27 40-74 0 0,-23 40 2105 0 0,69-111-1801 0 0,1 1 0 0 0,0-1 0 0 0,-1 1 0 0 0,1-1 0 0 0,0 1 0 0 0,0-1 0 0 0,-1 1 0 0 0,1-1 0 0 0,0 1 0 0 0,0 0 1 0 0,0-1-1 0 0,0 1 0 0 0,0 0 0 0 0,0-1 0 0 0,-1 1 0 0 0,2-1 0 0 0,-1 1 0 0 0,0 0 0 0 0,0-1 0 0 0,0 1 0 0 0,0 0 0 0 0,0-1 1 0 0,0 1-1 0 0,1-1 0 0 0,-1 1 0 0 0,0-1 0 0 0,0 1 0 0 0,1 0 0 0 0,0 0 0 0 0,0 0-7 0 0,0 0 0 0 0,0-1-1 0 0,1 1 1 0 0,-1 0 0 0 0,0-1 0 0 0,1 1-1 0 0,-1-1 1 0 0,0 1 0 0 0,1-1 0 0 0,-1 0-1 0 0,1 1 1 0 0,2-1 0 0 0,47-2 74 0 0,-48 1-67 0 0,60-9-1326 0 0,113-36 1 0 0,-148 38-6329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4.4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42 111 5729 0 0,'-6'0'106'0'0,"3"1"-61"0"0,0-1 0 0 0,0 0 0 0 0,1 0 0 0 0,-1 0 0 0 0,0 0 0 0 0,0 0 0 0 0,0 0 0 0 0,0-1 0 0 0,1 1-1 0 0,-4-2 1 0 0,6 2 52 0 0,0-1 0 0 0,-1 1 0 0 0,1-1 0 0 0,0 1 0 0 0,0-1 0 0 0,0 1 0 0 0,0-1 0 0 0,0 1 0 0 0,0-1 0 0 0,0 1 0 0 0,0-1 0 0 0,0 1 0 0 0,0-1-1 0 0,0 1 1 0 0,0-1 0 0 0,1 1 0 0 0,-1-1 0 0 0,0 1 0 0 0,0-1 0 0 0,0 1 0 0 0,1 0 0 0 0,-1-1 0 0 0,0 1 0 0 0,0-1 0 0 0,1 1 0 0 0,-1 0 0 0 0,0-1 0 0 0,1 1 0 0 0,-1 0-1 0 0,1-1 1 0 0,-1 1 0 0 0,0 0 0 0 0,1 0 0 0 0,-1-1 0 0 0,1 1 0 0 0,-1 0 0 0 0,1 0 0 0 0,-1 0 0 0 0,1 0 0 0 0,0-1 0 0 0,19-8 4814 0 0,-20 9-4887 0 0,24-9 2073 0 0,2 1-1 0 0,31-6 0 0 0,112-8 206 0 0,-23 5-2026 0 0,-50 3-3346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4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5585 0 0,'-14'20'16044'0'0,"16"-13"-14563"0"0,13 35-3143 0 0,-3-5 2548 0 0,-2 1 0 0 0,-2 0 0 0 0,6 66 0 0 0,-13-64-872 0 0,-1-23-42 0 0,0 0 1 0 0,1 0-1 0 0,0 0 1 0 0,2 0-1 0 0,0 0 1 0 0,1 0 0 0 0,1-1-1 0 0,10 27 1 0 0,-4-26-527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8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25 412 9218 0 0,'-4'-2'634'0'0,"-16"-13"1274"0"0,20 14-1751 0 0,0 1 0 0 0,0 0 1 0 0,0-1-1 0 0,0 1 0 0 0,-1-1 1 0 0,1 1-1 0 0,0 0 0 0 0,0-1 0 0 0,0 1 1 0 0,0-1-1 0 0,0 1 0 0 0,0 0 1 0 0,0-1-1 0 0,0 1 0 0 0,0-1 1 0 0,0 1-1 0 0,0 0 0 0 0,1-1 0 0 0,-1 1-48 0 0,1 0-1 0 0,0-1 1 0 0,-1 1-1 0 0,1 0 1 0 0,-1 0-1 0 0,1 0 1 0 0,0 0-1 0 0,-1 1 1 0 0,1-1-1 0 0,0 0 1 0 0,-1 0-1 0 0,1 0 1 0 0,-1 0-1 0 0,1 1 1 0 0,-1-1-1 0 0,1 0 1 0 0,0 1-1 0 0,-1-1 1 0 0,1 0-1 0 0,-1 1 1 0 0,1-1-1 0 0,-1 0 1 0 0,0 1-1 0 0,1-1 1 0 0,0 1-1 0 0,14 12 699 0 0,20 24-118 0 0,58 77 1 0 0,-70-82-363 0 0,2-1-1 0 0,1 0 1 0 0,1-2 0 0 0,43 34 0 0 0,-67-60-299 0 0,1 0 1 0 0,0 0 0 0 0,0-1 0 0 0,0 0-1 0 0,0 1 1 0 0,0-2 0 0 0,0 1 0 0 0,1 0 0 0 0,-1-1-1 0 0,1 0 1 0 0,-1 0 0 0 0,1 0 0 0 0,-1 0 0 0 0,1-1-1 0 0,-1 0 1 0 0,1 0 0 0 0,0 0 0 0 0,-1-1-1 0 0,1 1 1 0 0,6-3 0 0 0,-6 1 13 0 0,0 0-1 0 0,0-1 1 0 0,0 0-1 0 0,0 0 1 0 0,0 0-1 0 0,-1 0 1 0 0,1-1 0 0 0,-1 0-1 0 0,0 0 1 0 0,0 0-1 0 0,0 0 1 0 0,-1-1-1 0 0,0 1 1 0 0,0-1-1 0 0,0 0 1 0 0,3-7 0 0 0,5-13 151 0 0,0 0 0 0 0,-2-1 0 0 0,-1 0 0 0 0,-2 0 0 0 0,7-51 1 0 0,-2-141 243 0 0,-10 147-1111 0 0,15-115 1 0 0,-14 172-1157 0 0,-6 51-2472 0 0,8-20 4289 0 0,1-1 13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8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 7834 0 0,'0'-2'183'0'0,"1"1"0"0"0,0-1 0 0 0,0 1 0 0 0,0-1 0 0 0,0 1 0 0 0,0-1 0 0 0,0 1 0 0 0,0 0 0 0 0,0 0 0 0 0,1-1 0 0 0,2-1 0 0 0,-4 3 50 0 0,1 0 0 0 0,-1 0-1 0 0,1-1 1 0 0,0 1 0 0 0,-1 0-1 0 0,1 0 1 0 0,0 0-1 0 0,-1 0 1 0 0,1 0 0 0 0,-1 0-1 0 0,1 0 1 0 0,0 0-1 0 0,-1 0 1 0 0,1 0 0 0 0,-1 0-1 0 0,1 0 1 0 0,0 0 0 0 0,-1 0-1 0 0,1 1 1 0 0,-1-1-1 0 0,1 0 1 0 0,0 1 0 0 0,1 0 210 0 0,-1 0 0 0 0,1 0 0 0 0,-1 0-1 0 0,0 1 1 0 0,0-1 0 0 0,0 0 0 0 0,0 1 0 0 0,0-1 0 0 0,0 1 0 0 0,0-1 0 0 0,1 3 0 0 0,4 13-561 0 0,0 22 1238 0 0,4 54 0 0 0,-9-65-1033 0 0,2 1-1 0 0,0-1 0 0 0,2 0 1 0 0,15 47-1 0 0,-13-58-65 0 0,0 0 1 0 0,1 0-1 0 0,13 18 0 0 0,-18-29-145 0 0,1-1 1 0 0,0 0-1 0 0,0 0 0 0 0,0-1 1 0 0,0 1-1 0 0,1-1 1 0 0,0 0-1 0 0,-1 0 1 0 0,2-1-1 0 0,-1 1 0 0 0,0-1 1 0 0,1 0-1 0 0,8 3 1 0 0,-13-6-15 0 0,0 0 1 0 0,0 1 0 0 0,1-1 0 0 0,-1 0-1 0 0,0 0 1 0 0,0 0 0 0 0,1 0-1 0 0,-1 0 1 0 0,0 0 0 0 0,1 0 0 0 0,-1 0-1 0 0,0 0 1 0 0,2-1 0 0 0,4-3-1318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9.2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11 103 5985 0 0,'32'-17'856'0'0,"-25"12"-484"0"0,1 0 0 0 0,-1 1 0 0 0,1 0 1 0 0,0 0-1 0 0,1 1 0 0 0,-1 0 0 0 0,1 0 0 0 0,-1 1 0 0 0,15-2 0 0 0,-22 4-326 0 0,-1 0 0 0 0,0 0 0 0 0,1 0 0 0 0,-1 0 0 0 0,1 0 0 0 0,-1 1 0 0 0,1-1 0 0 0,-1 0 0 0 0,1 0 0 0 0,-1 0 0 0 0,0 1 0 0 0,1-1 0 0 0,-1 0 0 0 0,1 0 0 0 0,-1 1 0 0 0,0-1 0 0 0,1 0 0 0 0,-1 1 0 0 0,0-1 0 0 0,0 1 0 0 0,1-1 0 0 0,-1 0 0 0 0,0 1 0 0 0,0-1 0 0 0,0 1 0 0 0,1-1 0 0 0,-1 1 0 0 0,0-1 0 0 0,0 0 0 0 0,0 1 0 0 0,0-1 0 0 0,0 1 0 0 0,0-1-1 0 0,0 1 1 0 0,0-1 0 0 0,0 1 0 0 0,0-1 0 0 0,0 1 0 0 0,0-1 0 0 0,0 1 0 0 0,0-1 0 0 0,0 0 0 0 0,-1 1 0 0 0,1-1 0 0 0,0 1 0 0 0,0-1 0 0 0,-1 1 0 0 0,1-1 0 0 0,0 0 0 0 0,-1 1 0 0 0,1 1 102 0 0,-1-1 0 0 0,0 1 1 0 0,0-1-1 0 0,1 1 0 0 0,-1-1 0 0 0,0 1 0 0 0,0-1 1 0 0,-1 0-1 0 0,1 1 0 0 0,0-1 0 0 0,0 0 0 0 0,-1 0 1 0 0,1 0-1 0 0,-2 1 0 0 0,-19 0-3980 0 0,-6-8 3645 0 0,26 6 449 0 0,0-1-1 0 0,0 1 0 0 0,0-1 0 0 0,1 1 1 0 0,-1-1-1 0 0,0 0 0 0 0,1 0 0 0 0,-1 1 1 0 0,1-1-1 0 0,-1-1 0 0 0,1 1 0 0 0,-1 0 1 0 0,1 0-1 0 0,0 0 0 0 0,0-1 0 0 0,-1 1 1 0 0,1 0-1 0 0,0-1 0 0 0,0 1 0 0 0,0-1 1 0 0,0 0-1 0 0,1 1 0 0 0,-1-1 0 0 0,0 0 1 0 0,0-2-1 0 0,2 2-145 0 0,-1 0 1 0 0,1 0 0 0 0,-1 1-1 0 0,1-1 1 0 0,0 0 0 0 0,0 0-1 0 0,0 0 1 0 0,0 1 0 0 0,0-1-1 0 0,0 1 1 0 0,0-1 0 0 0,1 1-1 0 0,-1-1 1 0 0,1 1 0 0 0,-1 0-1 0 0,1-1 1 0 0,-1 1 0 0 0,1 0-1 0 0,0 0 1 0 0,-1 0 0 0 0,1 0-1 0 0,2 0 1 0 0,3-2-30 0 0,0 0-1 0 0,0 0 1 0 0,0 1 0 0 0,11-3-1 0 0,-5 4 4 0 0,0 0 0 0 0,0 1 0 0 0,0 1-1 0 0,1 0 1 0 0,-1 0 0 0 0,20 6 0 0 0,-9-1 98 0 0,0 1 0 0 0,35 16 0 0 0,-56-22-191 0 0,-1 0-1 0 0,1 0 1 0 0,-1 1 0 0 0,0-1 0 0 0,1 1 0 0 0,-1-1 0 0 0,0 1 0 0 0,0 0 0 0 0,0 0-1 0 0,0 0 1 0 0,0 0 0 0 0,0 0 0 0 0,-1 0 0 0 0,1 0 0 0 0,-1 1 0 0 0,1-1 0 0 0,-1 0-1 0 0,0 1 1 0 0,0-1 0 0 0,0 1 0 0 0,0 0 0 0 0,-1-1 0 0 0,1 1 0 0 0,-1 0 0 0 0,0-1-1 0 0,1 1 1 0 0,-1 0 0 0 0,0 0 0 0 0,-1-1 0 0 0,1 1 0 0 0,0 0 0 0 0,-1-1 0 0 0,1 1-1 0 0,-1 0 1 0 0,0-1 0 0 0,0 1 0 0 0,0-1 0 0 0,-3 5 0 0 0,-3 8-28 0 0,-1-2 1 0 0,-1 1 0 0 0,0-1-1 0 0,-1 0 1 0 0,-15 14 0 0 0,-176 158-675 0 0,112-109-619 0 0,78-67 440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9.4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3225 0 0,'2'0'151'0'0,"0"0"0"0"0,1-1 1 0 0,-1 1-1 0 0,0 0 0 0 0,1 0 1 0 0,-1 1-1 0 0,0-1 0 0 0,0 0 1 0 0,1 1-1 0 0,-1-1 0 0 0,0 1 1 0 0,0 0-1 0 0,0 0 0 0 0,0 0 1 0 0,0 0-1 0 0,0 0 0 0 0,0 0 1 0 0,0 0-1 0 0,0 1 0 0 0,0-1 1 0 0,2 3-1 0 0,-2 0 382 0 0,1-1 0 0 0,-1 1 1 0 0,0 0-1 0 0,0 0 0 0 0,0-1 0 0 0,-1 2 0 0 0,1-1 0 0 0,-1 0 0 0 0,0 0 1 0 0,1 8-1 0 0,2 33 1713 0 0,-1-1 0 0 0,-5 55 1 0 0,0-65-1994 0 0,2 0 0 0 0,1 1 0 0 0,1-1 0 0 0,2 1 0 0 0,9 36 0 0 0,0-39-1153 0 0,2-15-3258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0:59.6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2 101 1840 0 0,'-1'-4'281'0'0,"1"1"0"0"0,-1-1 0 0 0,1 0-1 0 0,0 1 1 0 0,0-1 0 0 0,1 0-1 0 0,-1 1 1 0 0,1-1 0 0 0,0 0 0 0 0,0 1-1 0 0,0-1 1 0 0,0 1 0 0 0,1-1 0 0 0,-1 1-1 0 0,1 0 1 0 0,0 0 0 0 0,0 0-1 0 0,0 0 1 0 0,1 0 0 0 0,-1 0 0 0 0,0 0-1 0 0,1 1 1 0 0,0-1 0 0 0,0 1 0 0 0,0 0-1 0 0,0 0 1 0 0,0 0 0 0 0,0 0-1 0 0,0 0 1 0 0,1 1 0 0 0,-1-1 0 0 0,1 1-1 0 0,-1 0 1 0 0,1 0 0 0 0,-1 0 0 0 0,1 1-1 0 0,0-1 1 0 0,-1 1 0 0 0,1 0-1 0 0,0 0 1 0 0,0 0 0 0 0,-1 0 0 0 0,1 1-1 0 0,-1 0 1 0 0,1-1 0 0 0,0 1 0 0 0,6 3-1 0 0,0 0 10 0 0,0 1-1 0 0,-1 0 1 0 0,1 0 0 0 0,-1 1-1 0 0,0 0 1 0 0,0 1 0 0 0,-1 0-1 0 0,0 0 1 0 0,0 1-1 0 0,-1 0 1 0 0,0 0 0 0 0,0 1-1 0 0,-1 0 1 0 0,0 0-1 0 0,-1 1 1 0 0,6 12 0 0 0,-7-13-206 0 0,-1-1 0 0 0,0 1 1 0 0,-1 0-1 0 0,0-1 0 0 0,0 1 1 0 0,-1 0-1 0 0,0 0 1 0 0,-1 0-1 0 0,0 0 0 0 0,0 1 1 0 0,-1-1-1 0 0,0 0 0 0 0,0 0 1 0 0,-1-1-1 0 0,-1 1 1 0 0,1 0-1 0 0,-1-1 0 0 0,-1 1 1 0 0,-7 13-1 0 0,2-8-113 0 0,0 0-1 0 0,-20 21 1 0 0,-8 1-5887 0 0,11-15-916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0.8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121 454 8754 0 0,'-15'-13'1172'0'0,"1"0"0"0"0,-20-24 0 0 0,1 1 626 0 0,23 25-1524 0 0,-2 0 2886 0 0,12 12-3089 0 0,0-1 0 0 0,-1 1-1 0 0,1-1 1 0 0,0 0 0 0 0,0 1 0 0 0,-1-1 0 0 0,1 1-1 0 0,0 0 1 0 0,0-1 0 0 0,0 1 0 0 0,0-1-1 0 0,0 1 1 0 0,-1-1 0 0 0,1 1 0 0 0,0-1 0 0 0,0 1-1 0 0,0-1 1 0 0,1 1 0 0 0,-1-1 0 0 0,0 1 0 0 0,0-1-1 0 0,0 1 1 0 0,0 0 0 0 0,0-1 0 0 0,1 1-1 0 0,-1-1 1 0 0,0 0 0 0 0,0 1 0 0 0,1 0 0 0 0,6 36 150 0 0,3 65 0 0 0,-9-66 20 0 0,3 0-1 0 0,10 47 0 0 0,-11-73-209 0 0,0 1 0 0 0,0 0 1 0 0,2-1-1 0 0,-1 0 0 0 0,1 0 1 0 0,1 0-1 0 0,-1-1 0 0 0,2 1 1 0 0,-1-1-1 0 0,1-1 0 0 0,15 14 1 0 0,-15-15 18 0 0,1-1 1 0 0,0-1 0 0 0,0 1 0 0 0,0-1-1 0 0,1-1 1 0 0,-1 0 0 0 0,1 0 0 0 0,0-1-1 0 0,1 0 1 0 0,-1 0 0 0 0,0-1 0 0 0,1 0 0 0 0,18 1-1 0 0,-22-3-15 0 0,0 0 0 0 0,1-1 1 0 0,-1 1-1 0 0,0-1 0 0 0,0 0 0 0 0,0-1 0 0 0,0 1 0 0 0,0-1 0 0 0,0 0 0 0 0,0-1 0 0 0,-1 1 0 0 0,1-1 0 0 0,-1-1 0 0 0,0 1 1 0 0,0-1-1 0 0,0 1 0 0 0,0-1 0 0 0,0-1 0 0 0,-1 1 0 0 0,0-1 0 0 0,0 1 0 0 0,5-9 0 0 0,0-4 146 0 0,0 0-1 0 0,-1-1 1 0 0,0 0-1 0 0,-2 0 1 0 0,6-27-1 0 0,13-101 426 0 0,-9 45-452 0 0,-7 55-388 0 0,2 0 0 0 0,1 1-1 0 0,3 0 1 0 0,1 1 0 0 0,3 1-1 0 0,29-51 1 0 0,-36 79-370 0 0,-5 11-1085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1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16 115 8290 0 0,'-1'-2'158'0'0,"-10"-48"2487"0"0,8 17 2127 0 0,18 55-3289 0 0,3 26-506 0 0,-12-28-821 0 0,1-1 0 0 0,1-1-1 0 0,1 1 1 0 0,20 30 0 0 0,-26-44-157 0 0,1-1 0 0 0,0 0 1 0 0,0 0-1 0 0,0 0 0 0 0,0 0 1 0 0,0 0-1 0 0,1-1 0 0 0,0 0 1 0 0,-1 0-1 0 0,1 0 0 0 0,0-1 1 0 0,1 0-1 0 0,-1 0 0 0 0,0 0 0 0 0,1 0 1 0 0,-1-1-1 0 0,1 0 0 0 0,-1 0 1 0 0,1 0-1 0 0,0-1 0 0 0,-1 0 1 0 0,8-1-1 0 0,-7 1 17 0 0,-1 0 1 0 0,0-1-1 0 0,0 0 0 0 0,0 0 1 0 0,0 0-1 0 0,0-1 0 0 0,0 0 1 0 0,0 0-1 0 0,0 0 0 0 0,-1 0 0 0 0,1-1 1 0 0,-1 0-1 0 0,1 0 0 0 0,-1 0 1 0 0,0 0-1 0 0,0-1 0 0 0,-1 0 1 0 0,1 0-1 0 0,-1 0 0 0 0,0 0 0 0 0,0 0 1 0 0,0 0-1 0 0,4-10 0 0 0,-5 8-31 0 0,0 1-1 0 0,-1-1 0 0 0,1 1 0 0 0,-1-1 0 0 0,-1 1 0 0 0,1-1 0 0 0,-1 0 0 0 0,0 0 0 0 0,0 1 0 0 0,-1-1 0 0 0,0 0 1 0 0,0 1-1 0 0,0-1 0 0 0,0 1 0 0 0,-1-1 0 0 0,0 1 0 0 0,0 0 0 0 0,-1 0 0 0 0,1-1 0 0 0,-1 2 0 0 0,-6-10 0 0 0,1 5-323 0 0,1 1 0 0 0,-1 0 0 0 0,0 0-1 0 0,-1 0 1 0 0,0 1 0 0 0,-18-11 0 0 0,24 16 110 0 0,0 0 1 0 0,0 1-1 0 0,-1 0 0 0 0,1-1 1 0 0,0 1-1 0 0,-1 0 1 0 0,1 1-1 0 0,-1-1 0 0 0,1 0 1 0 0,-1 1-1 0 0,-5 0 1 0 0,7 0 86 0 0,0 1 0 0 0,0-1 0 0 0,0 1 1 0 0,0-1-1 0 0,0 1 0 0 0,1 0 1 0 0,-1 0-1 0 0,0 0 0 0 0,0 0 1 0 0,1 0-1 0 0,-1 0 0 0 0,1 0 1 0 0,-1 1-1 0 0,1-1 0 0 0,-1 1 1 0 0,1-1-1 0 0,0 1 0 0 0,0-1 1 0 0,0 1-1 0 0,-1 0 0 0 0,2-1 1 0 0,-2 3-1 0 0,-1 12 111 0 0,4-12-49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1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5985 0 0,'0'0'464'0'0,"0"19"3066"0"0,-2 5-1913 0 0,1-1-1 0 0,1 1 0 0 0,1-1 1 0 0,6 33-1 0 0,-6-48-1580 0 0,1 0 0 0 0,0-1 0 0 0,0 1 1 0 0,1 0-1 0 0,0-1 0 0 0,0 1 0 0 0,1-1 0 0 0,0 0 0 0 0,0 0 1 0 0,1-1-1 0 0,-1 1 0 0 0,2-1 0 0 0,-1 0 0 0 0,1 0 1 0 0,-1-1-1 0 0,12 9 0 0 0,-16-13-68 0 0,1-1 0 0 0,-1 1 1 0 0,0 0-1 0 0,1-1 0 0 0,-1 1 0 0 0,1-1 1 0 0,-1 0-1 0 0,0 1 0 0 0,1-1 0 0 0,-1 0 0 0 0,1 0 1 0 0,-1 0-1 0 0,1 0 0 0 0,-1 0 0 0 0,1 0 0 0 0,-1 0 1 0 0,1 0-1 0 0,-1-1 0 0 0,1 1 0 0 0,1-1 1 0 0,0-1-53 0 0,1 0 0 0 0,-1 0 0 0 0,0 0 0 0 0,1 0 0 0 0,-1 0 0 0 0,0 0 0 0 0,5-6 0 0 0,2-5-220 0 0,0 0 0 0 0,16-26 0 0 0,-23 34 266 0 0,8-14-117 0 0,-2 2 430 0 0,2 0 1 0 0,12-14-1 0 0,-21 28-68 0 0,0 0 0 0 0,0 0 1 0 0,0 1-1 0 0,1-1 0 0 0,0 1 0 0 0,-1 0 0 0 0,1-1 0 0 0,0 1 1 0 0,0 1-1 0 0,0-1 0 0 0,0 0 0 0 0,0 1 0 0 0,1-1 0 0 0,-1 1 1 0 0,0 0-1 0 0,1 0 0 0 0,5 0 0 0 0,-7 1-146 0 0,0 0 0 0 0,0 0-1 0 0,0 1 1 0 0,0-1 0 0 0,0 1 0 0 0,0-1-1 0 0,0 1 1 0 0,0 0 0 0 0,-1 0 0 0 0,1 0-1 0 0,0 0 1 0 0,-1 0 0 0 0,1 0 0 0 0,-1 1-1 0 0,1-1 1 0 0,-1 0 0 0 0,1 1 0 0 0,-1-1-1 0 0,0 1 1 0 0,0-1 0 0 0,0 1 0 0 0,0 0-1 0 0,0 0 1 0 0,0-1 0 0 0,0 1 0 0 0,1 4-1 0 0,1 5-86 0 0,1 1 0 0 0,-2-1-1 0 0,2 18 1 0 0,-1-11 3 0 0,-1-7-355 0 0,1 4 259 0 0,0 0-1 0 0,8 21 0 0 0,-10-32-662 0 0,1 0 0 0 0,0 0 0 0 0,0-1 0 0 0,0 1 0 0 0,0-1 0 0 0,1 1 0 0 0,-1-1 0 0 0,5 4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1.7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7370 0 0,'1'-3'113'0'0,"4"-12"503"0"0,-1 14 31 0 0,1 10 558 0 0,56 181 7906 0 0,-12 5-7365 0 0,-16-61-2602 0 0,-27-106-3995 0 0,-1-1-1640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1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1 170 8754 0 0,'0'-2'142'0'0,"1"1"-1"0"0,-1-1 1 0 0,1 0 0 0 0,0 1 0 0 0,-1 0-1 0 0,1-1 1 0 0,0 1 0 0 0,0-1-1 0 0,0 1 1 0 0,0 0 0 0 0,0 0 0 0 0,0 0-1 0 0,0-1 1 0 0,1 1 0 0 0,1-1 0 0 0,28-20 1389 0 0,-18 14-1231 0 0,4-5 73 0 0,1 1 0 0 0,21-9 0 0 0,-8 7-1230 0 0,1 1-1 0 0,1 1 1 0 0,62-12-1 0 0,-61 16 846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2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69 11058 0 0,'-16'10'1236'0'0,"15"-9"-931"0"0,4-4-199 0 0,1 0-160 0 0,13-9-957 0 0,-8 4 805 0 0,1 1 0 0 0,0-1 0 0 0,1 2 0 0 0,-1 0 0 0 0,1 0 0 0 0,1 1 0 0 0,-1 0 0 0 0,17-4 0 0 0,-15 8 206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2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5985 0 0,'0'8'264'0'0,"0"-5"56"0"0,3 0-256 0 0,-2 0-64 0 0,-1-2 0 0 0,2 1 0 0 0,-1 1 505 0 0,2 0 79 0 0,3 3 24 0 0,3-1 0 0 0,0 1-88 0 0,2-3-8 0 0,-2-3-8 0 0,3-2 0 0 0,0-2-424 0 0,2-4-80 0 0,4 0 0 0 0,-2-4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2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7370 0 0,'3'-1'240'0'0,"-1"1"0"0"0,1-1 0 0 0,-1 1 1 0 0,1 0-1 0 0,-1 0 0 0 0,1 0 0 0 0,-1 0 0 0 0,1 0 1 0 0,-1 0-1 0 0,1 1 0 0 0,-1-1 0 0 0,1 1 1 0 0,-1 0-1 0 0,1 0 0 0 0,-1 0 0 0 0,0 0 1 0 0,1 0-1 0 0,-1 0 0 0 0,0 1 0 0 0,0-1 1 0 0,0 1-1 0 0,3 2 0 0 0,2 2 219 0 0,-1-1 0 0 0,0 1 0 0 0,-1 0 0 0 0,1 0 0 0 0,-1 0 0 0 0,4 8-1 0 0,-3-3-262 0 0,-1 0 1 0 0,-1 0-1 0 0,0 0 0 0 0,0 1 0 0 0,-2-1 0 0 0,1 1 0 0 0,-1 0 0 0 0,-1 0 0 0 0,0 0 0 0 0,-1-1 0 0 0,-1 19 0 0 0,-4 14-190 0 0,-18 77 0 0 0,9-54 205 0 0,10-45-143 0 0,1 0 0 0 0,1 1 0 0 0,0 22 0 0 0,7 4-5313 0 0,-1-28-631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02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16131 0 0,'0'17'713'0'0,"0"-8"151"0"0,3 0-696 0 0,-1-2-168 0 0,-1-1 0 0 0,2-1 0 0 0,0-1 224 0 0,2 7 0 0 0,3 5 8 0 0,-1 1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8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317 96 9674 0 0,'6'-21'954'0'0,"-4"17"-569"0"0,0 0 0 0 0,0-1 0 0 0,-1 1 0 0 0,0-1 0 0 0,0 1 0 0 0,0 0 0 0 0,0-1 0 0 0,-1 0 0 0 0,0 1 0 0 0,0-1 0 0 0,0 1 0 0 0,0-1 0 0 0,-1 1 0 0 0,0-6 1 0 0,0 10-301 0 0,1 0 0 0 0,-1-1 0 0 0,1 1 0 0 0,-1 0 0 0 0,1 0 0 0 0,-1-1 0 0 0,1 1 0 0 0,-1 0 0 0 0,0 0 0 0 0,1 0 0 0 0,-1 0 1 0 0,1 0-1 0 0,-1 0 0 0 0,1 0 0 0 0,-1 0 0 0 0,1 0 0 0 0,-1 0 0 0 0,0 0 0 0 0,1 0 0 0 0,-1 0 0 0 0,1 0 0 0 0,-1 1 1 0 0,1-1-1 0 0,-1 0 0 0 0,1 0 0 0 0,-1 1 0 0 0,1-1 0 0 0,-1 0 0 0 0,1 1 0 0 0,0-1 0 0 0,-1 0 0 0 0,1 1 0 0 0,-1-1 0 0 0,1 1 1 0 0,0-1-1 0 0,-1 0 0 0 0,1 1 0 0 0,0-1 0 0 0,-1 2 0 0 0,-18 19 513 0 0,18-20-507 0 0,-15 20 200 0 0,1 1 1 0 0,1 1-1 0 0,1 0 0 0 0,-18 48 0 0 0,-27 104 18 0 0,54-163-265 0 0,-41 146 189 0 0,-27 176 1 0 0,62-264-123 0 0,2-1 0 0 0,4 1 0 0 0,3 0 0 0 0,2 1 0 0 0,15 85 0 0 0,-11-128-41 0 0,1 0 0 0 0,2 0-1 0 0,0-1 1 0 0,2 0 0 0 0,1 0-1 0 0,2-1 1 0 0,0-1 0 0 0,31 44-1 0 0,-23-43 0 0 0,0-1 0 0 0,2-1 0 0 0,0-1 0 0 0,1-1-1 0 0,2-1 1 0 0,0-1 0 0 0,42 23 0 0 0,-16-14 9 0 0,0-3 0 0 0,2-2 0 0 0,1-2 0 0 0,0-3-1 0 0,2-2 1 0 0,0-2 0 0 0,0-4 0 0 0,2-1 0 0 0,-1-3 0 0 0,1-3 0 0 0,76-4 0 0 0,-63-7-2831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9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33 8754 0 0,'-6'-32'12224'0'0,"10"50"-11804"0"0,52 391 1539 0 0,-23-125-983 0 0,-27-250-1483 0 0,16 59-1 0 0,-22-87-496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9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14283 0 0,'0'-1'106'0'0,"0"0"0"0"0,1 0 1 0 0,-1 1-1 0 0,1-1 0 0 0,-1 0 0 0 0,0 0 0 0 0,1 1 0 0 0,-1-1 0 0 0,1 0 1 0 0,0 0-1 0 0,-1 1 0 0 0,1-1 0 0 0,0 1 0 0 0,-1-1 0 0 0,1 1 0 0 0,0-1 1 0 0,0 1-1 0 0,-1-1 0 0 0,1 1 0 0 0,0-1 0 0 0,0 1 0 0 0,0 0 1 0 0,1-1-1 0 0,26-6 1125 0 0,-22 5-970 0 0,13-3 84 0 0,1 0 0 0 0,-1 2 0 0 0,0 0 0 0 0,22 0 0 0 0,-34 3-817 0 0,0 1 0 0 0,0 0 0 0 0,1 0 0 0 0,-1 0 0 0 0,12 5 0 0 0,-13-4-388 0 0,0 1 1 0 0,0 0 0 0 0,-1 0 0 0 0,1 0 0 0 0,-1 1 0 0 0,0-1-1 0 0,7 8 1 0 0,4 5 15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3 126 12899 0 0,'0'0'33'0'0,"-1"0"1"0"0,1 1-1 0 0,0-1 1 0 0,0 0-1 0 0,0 0 1 0 0,-1 1-1 0 0,1-1 1 0 0,0 0-1 0 0,0 0 1 0 0,0 1-1 0 0,0-1 1 0 0,0 0-1 0 0,0 1 1 0 0,-1-1-1 0 0,1 0 1 0 0,0 1-1 0 0,0-1 1 0 0,0 0 0 0 0,0 1-1 0 0,0-1 1 0 0,0 0-1 0 0,0 1 1 0 0,0-1-1 0 0,1 0 1 0 0,-1 1-1 0 0,0-1 1 0 0,0 0-1 0 0,0 0 1 0 0,0 1-1 0 0,0-1 1 0 0,0 0-1 0 0,1 1 1 0 0,-1-1-1 0 0,0 0 1 0 0,0 0-1 0 0,0 1 1 0 0,1-1-1 0 0,-1 0 1 0 0,0 0-1 0 0,0 0 1 0 0,1 1-1 0 0,-1-1 1 0 0,0 0-1 0 0,1 0 1 0 0,18-1 1011 0 0,22-14 299 0 0,51-32-239 0 0,-70 34-1704 0 0,0 1 0 0 0,1 1 1 0 0,0 1-1 0 0,42-13 0 0 0,-42 18 487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9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231 70 10594 0 0,'-2'-6'167'0'0,"0"1"1"0"0,-1 0-1 0 0,0 0 0 0 0,0 0 0 0 0,0 0 0 0 0,0 1 0 0 0,-1-1 0 0 0,0 1 1 0 0,0 0-1 0 0,-7-6 0 0 0,8 9-17 0 0,1-1 0 0 0,0 1 0 0 0,-1 0 0 0 0,1-1 0 0 0,-1 1 0 0 0,0 0 0 0 0,1 1 0 0 0,-1-1 1 0 0,0 0-1 0 0,0 1 0 0 0,1 0 0 0 0,-1-1 0 0 0,0 1 0 0 0,0 0 0 0 0,0 1 0 0 0,1-1 0 0 0,-1 0 0 0 0,0 1 0 0 0,0-1 0 0 0,1 1 0 0 0,-1 0 1 0 0,0 0-1 0 0,1 0 0 0 0,-4 2 0 0 0,0 1 183 0 0,-1 1 0 0 0,1 0 0 0 0,-1 0 0 0 0,1 0 0 0 0,1 1 1 0 0,-1-1-1 0 0,1 1 0 0 0,0 1 0 0 0,0-1 0 0 0,1 1 0 0 0,0 0 0 0 0,-4 8 1 0 0,0 1-92 0 0,1 1 0 0 0,1 0 1 0 0,1 0-1 0 0,-5 24 0 0 0,6-11-46 0 0,1 0 0 0 0,1 0 0 0 0,2-1 0 0 0,1 1 0 0 0,2 0 0 0 0,10 50-1 0 0,58 170 344 0 0,-50-193-395 0 0,36 64-1 0 0,-3-7-94 0 0,-51-108-148 0 0,0 1 0 0 0,0-1 1 0 0,-1 0-1 0 0,0 1 0 0 0,0-1 0 0 0,-1 1 0 0 0,1 0 0 0 0,-2 0 0 0 0,1-1 1 0 0,-1 1-1 0 0,0 0 0 0 0,0 0 0 0 0,-1 0 0 0 0,0 0 0 0 0,-2 10 0 0 0,-3-5-631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39.9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1 165 6449 0 0,'6'-4'735'0'0,"1"0"1"0"0,-1 0-1 0 0,1 0 0 0 0,0 1 0 0 0,0 0 0 0 0,0 0 0 0 0,0 1 0 0 0,1 0 0 0 0,13-2 0 0 0,11-4 792 0 0,142-53 4560 0 0,-60 12-6993 0 0,-84 35-6415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0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30 14283 0 0,'-4'-1'289'0'0,"0"0"0"0"0,0 0 0 0 0,0-1 0 0 0,0 0-1 0 0,0 1 1 0 0,0-1 0 0 0,1-1 0 0 0,-1 1 0 0 0,1-1 0 0 0,-1 1 0 0 0,1-1 0 0 0,-3-4 0 0 0,16 29 782 0 0,-2 1 0 0 0,0 0 0 0 0,-1 1 1 0 0,-1-1-1 0 0,3 27 0 0 0,8 129-1172 0 0,-9-64 556 0 0,6-23-552 0 0,3 0 0 0 0,34 104 0 0 0,-51-193-38 0 0,8 38-2416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0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9 365 456 0 0,'-8'-53'446'0'0,"8"39"711"0"0,0 0 1 0 0,1-1 0 0 0,0 1 0 0 0,1 0-1 0 0,1 0 1 0 0,0 0 0 0 0,1 1 0 0 0,8-20-1 0 0,18-22 862 0 0,-23 45-1360 0 0,1 1-1 0 0,-1 0 0 0 0,2 1 0 0 0,-1 0 1 0 0,1 0-1 0 0,0 1 0 0 0,1 0 1 0 0,-1 1-1 0 0,20-9 0 0 0,-21 11-420 0 0,0 0 0 0 0,1 1 0 0 0,0 0 0 0 0,0 0 0 0 0,-1 1 0 0 0,2 0-1 0 0,-1 1 1 0 0,0 0 0 0 0,0 0 0 0 0,0 1 0 0 0,1 0 0 0 0,15 3 0 0 0,-23-3-229 0 0,1 1 1 0 0,0-1 0 0 0,-1 1-1 0 0,1 0 1 0 0,-1 0 0 0 0,1 0-1 0 0,-1 0 1 0 0,1 1 0 0 0,-1-1-1 0 0,0 1 1 0 0,0-1 0 0 0,0 1-1 0 0,0 0 1 0 0,0 0 0 0 0,0 0-1 0 0,0 0 1 0 0,0 0 0 0 0,-1 0-1 0 0,1 0 1 0 0,-1 1 0 0 0,0-1 0 0 0,1 0-1 0 0,-1 1 1 0 0,0 0 0 0 0,-1-1-1 0 0,1 1 1 0 0,0-1 0 0 0,-1 1-1 0 0,1 0 1 0 0,-1-1 0 0 0,0 1-1 0 0,0 0 1 0 0,0-1 0 0 0,0 1-1 0 0,-1 0 1 0 0,1 0 0 0 0,-2 3-1 0 0,-1 11-20 0 0,-2 0-1 0 0,0 0 0 0 0,-1 0 0 0 0,-13 23 0 0 0,14-29 13 0 0,-35 70 84 0 0,22-47 18 0 0,1 1 1 0 0,2 0-1 0 0,-16 57 1 0 0,30-90-77 0 0,0 1 1 0 0,1-1-1 0 0,-1 1 0 0 0,1-1 1 0 0,0 1-1 0 0,-1-1 0 0 0,1 1 1 0 0,1-1-1 0 0,-1 1 1 0 0,0-1-1 0 0,0 1 0 0 0,1-1 1 0 0,0 1-1 0 0,-1-1 0 0 0,3 4 1 0 0,-2-4-4 0 0,0-1 0 0 0,0 0 0 0 0,0 1 0 0 0,1-1 0 0 0,-1 0 0 0 0,0 0 1 0 0,1 0-1 0 0,-1 0 0 0 0,0 0 0 0 0,1 0 0 0 0,-1 0 0 0 0,1-1 0 0 0,0 1 0 0 0,-1 0 0 0 0,1-1 1 0 0,-1 1-1 0 0,4-1 0 0 0,6 1 38 0 0,1-1 1 0 0,-1 0-1 0 0,0-1 0 0 0,0 0 1 0 0,19-5-1 0 0,1 0-295 0 0,-10 5-220 0 0,-1 0-1 0 0,0 0 0 0 0,38 6 1 0 0,-8 5-6420 0 0,-24-2-83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0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55 2304 0 0,'15'5'10795'0'0,"9"-3"-4314"0"0,42-5-2500 0 0,74-18-4176 0 0,-77 6 172 0 0,34-7-3489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1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0,'-1'1'89'0'0,"1"0"0"0"0,-1 0 1 0 0,1 0-1 0 0,-1 0 0 0 0,1 0 0 0 0,0 1 0 0 0,-1-1 0 0 0,1 0 0 0 0,0 0 0 0 0,0 0 0 0 0,0 1 0 0 0,0-1 0 0 0,0 0 0 0 0,0 0 1 0 0,0 0-1 0 0,0 1 0 0 0,1-1 0 0 0,-1 0 0 0 0,0 0 0 0 0,2 2 0 0 0,11 31 1621 0 0,-5-16-966 0 0,21 99 4805 0 0,-24-86-5113 0 0,3 0 1 0 0,0 0 0 0 0,2-1 0 0 0,1 0 0 0 0,20 38 0 0 0,-29-65-659 0 0,-1 0 0 0 0,1-1 0 0 0,0 1 0 0 0,0-1 1 0 0,1 1-1 0 0,-1-1 0 0 0,4 3 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1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12899 0 0,'0'0'58'0'0,"0"0"0"0"0,0 0 1 0 0,0 0-1 0 0,0 1 1 0 0,0-1-1 0 0,0 0 0 0 0,0 0 1 0 0,0 0-1 0 0,0 0 0 0 0,0 1 1 0 0,0-1-1 0 0,1 1 351 0 0,-1-1-351 0 0,0 0 1 0 0,0 0-1 0 0,1 0 0 0 0,-1 0 1 0 0,0 0-1 0 0,0 0 0 0 0,0 0 1 0 0,0 1-1 0 0,1-1 0 0 0,-1 0 1 0 0,0 0-1 0 0,0 0 1 0 0,0 0-1 0 0,0 0 0 0 0,1 0 1 0 0,-1 0-1 0 0,0 0 0 0 0,0 0 1 0 0,0 0-1 0 0,1 0 1 0 0,-1 0-1 0 0,0 0 0 0 0,0-1 1 0 0,0 1-1 0 0,0 0 0 0 0,1 0 1 0 0,-1 0-1 0 0,0 0 0 0 0,1-1 351 0 0,-1 1-351 0 0,0 0 1 0 0,0 0-1 0 0,0 0 1 0 0,0 0-1 0 0,0-1 0 0 0,0 1 1 0 0,1 0-1 0 0,-1 0 0 0 0,0 0 1 0 0,0 0-1 0 0,0-1 0 0 0,0 1 1 0 0,0 0-1 0 0,0 0 1 0 0,10 24 1950 0 0,6 33-183 0 0,-6 3-1028 0 0,-2 2-1 0 0,-1 72 0 0 0,0 10-1028 0 0,-4-122-821 0 0,2 0-4420 0 0,-1-2-1607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1.6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13 14283 0 0,'-7'2'632'0'0,"2"-2"136"0"0,2 0-616 0 0,2 0-152 0 0,-1 0 0 0 0,4 0 80 0 0,-1 0-80 0 0,2 0 64 0 0,5-2-880 0 0,15-6-1208 0 0,-5 5 984 0 0,6 2 848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2.1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0 9218 0 0,'-1'0'199'0'0,"0"0"0"0"0,0 1 0 0 0,-1-1 1 0 0,1 0-1 0 0,0 1 0 0 0,0-1 0 0 0,0 1 0 0 0,0-1 0 0 0,-1 1 1 0 0,1-1-1 0 0,0 1 0 0 0,0 0 0 0 0,0 0 0 0 0,0-1 0 0 0,0 1 1 0 0,-1 2-1 0 0,-18 15 776 0 0,19-18-903 0 0,-7 7 183 0 0,0 1-1 0 0,1 0 1 0 0,0 0-1 0 0,0 1 1 0 0,1 0 0 0 0,0 0-1 0 0,0 0 1 0 0,-4 12-1 0 0,9-18-196 0 0,0 0 0 0 0,0 0 0 0 0,0 0-1 0 0,1-1 1 0 0,-1 1 0 0 0,1 0 0 0 0,0 0-1 0 0,0 0 1 0 0,0 0 0 0 0,0 0 0 0 0,0 0-1 0 0,0 0 1 0 0,1 0 0 0 0,0 0 0 0 0,-1-1 0 0 0,1 1-1 0 0,0 0 1 0 0,0 0 0 0 0,1-1 0 0 0,-1 1-1 0 0,1 0 1 0 0,-1-1 0 0 0,1 0 0 0 0,0 1-1 0 0,0-1 1 0 0,0 0 0 0 0,0 0 0 0 0,0 0-1 0 0,0 0 1 0 0,1 0 0 0 0,-1-1 0 0 0,1 1-1 0 0,-1-1 1 0 0,5 3 0 0 0,54 20 618 0 0,-52-22-597 0 0,-1 1 0 0 0,0 0 0 0 0,0 0 0 0 0,0 0 0 0 0,0 1 0 0 0,0 0 1 0 0,-1 1-1 0 0,0 0 0 0 0,0 0 0 0 0,0 0 0 0 0,0 1 0 0 0,8 10 0 0 0,-14-15-57 0 0,0 1-1 0 0,0 0 1 0 0,0-1-1 0 0,0 1 1 0 0,0 0-1 0 0,0 0 1 0 0,-1 0-1 0 0,1 0 1 0 0,-1-1-1 0 0,0 1 1 0 0,1 0-1 0 0,-1 0 1 0 0,0 0-1 0 0,0 0 1 0 0,0 0-1 0 0,0 0 1 0 0,-1 0-1 0 0,1 0 1 0 0,0 0-1 0 0,-2 3 1 0 0,0 0 40 0 0,0-1 0 0 0,0 0 0 0 0,-1 0 0 0 0,1-1 0 0 0,-1 1 0 0 0,0 0 0 0 0,0-1 1 0 0,-7 6-1 0 0,1-1 71 0 0,0-1 1 0 0,-1-1 0 0 0,0 1 0 0 0,0-1 0 0 0,0-1-1 0 0,-16 6 1 0 0,-25 1-1425 0 0,25-8-5950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3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256 357 6937 0 0,'0'-1'21'0'0,"0"-1"-1"0"0,0 0 1 0 0,0 1-1 0 0,0-1 1 0 0,0 0-1 0 0,0 1 0 0 0,-1-1 1 0 0,1 1-1 0 0,-1-1 1 0 0,1 0-1 0 0,-1 1 1 0 0,1-1-1 0 0,-1 1 0 0 0,0-1 1 0 0,0 1-1 0 0,0 0 1 0 0,0-1-1 0 0,0 1 0 0 0,0 0 1 0 0,0 0-1 0 0,-3-3 1 0 0,-13-19 4769 0 0,17 21-4510 0 0,-1 1-1 0 0,1-1 1 0 0,-1 1-1 0 0,0 0 0 0 0,1-1 1 0 0,-1 1-1 0 0,0 0 1 0 0,0 0-1 0 0,0-1 0 0 0,0 1 1 0 0,0 0-1 0 0,0 0 1 0 0,-1 0-1 0 0,1 0 1 0 0,0 0-1 0 0,0 1 0 0 0,-1-1 1 0 0,1 0-1 0 0,-1 0 1 0 0,1 1-1 0 0,0-1 1 0 0,-4 0-1 0 0,3 1-106 0 0,-1 0-1 0 0,1 0 1 0 0,-1 1 0 0 0,1-1 0 0 0,-1 0 0 0 0,1 1-1 0 0,-1 0 1 0 0,1-1 0 0 0,0 1 0 0 0,-1 0-1 0 0,1 0 1 0 0,-4 3 0 0 0,-3 2-31 0 0,1 0-1 0 0,0 0 1 0 0,0 1-1 0 0,1 0 1 0 0,-13 15-1 0 0,6-3-59 0 0,0 1-1 0 0,2 0 1 0 0,0 0-1 0 0,1 1 1 0 0,-13 38-1 0 0,21-51-114 0 0,0 0-1 0 0,1 0 1 0 0,0 1-1 0 0,0-1 0 0 0,1 1 1 0 0,0-1-1 0 0,1 1 1 0 0,0-1-1 0 0,0 1 0 0 0,1-1 1 0 0,0 1-1 0 0,0-1 1 0 0,1 0-1 0 0,0 1 1 0 0,0-1-1 0 0,1 0 0 0 0,0 0 1 0 0,1-1-1 0 0,5 10 1 0 0,-6-13 15 0 0,1 1 0 0 0,-1-1 0 0 0,1 0 0 0 0,0 0 1 0 0,1 0-1 0 0,-1 0 0 0 0,1-1 0 0 0,0 0 1 0 0,0 0-1 0 0,0 0 0 0 0,0-1 0 0 0,0 1 0 0 0,0-1 1 0 0,1 0-1 0 0,-1-1 0 0 0,1 0 0 0 0,-1 1 0 0 0,1-2 1 0 0,0 1-1 0 0,-1-1 0 0 0,1 1 0 0 0,0-2 1 0 0,0 1-1 0 0,-1-1 0 0 0,1 1 0 0 0,0-2 0 0 0,6-1 1 0 0,5-2-54 0 0,0 0 0 0 0,-1-2 0 0 0,0 0 0 0 0,0 0 1 0 0,0-2-1 0 0,-1 0 0 0 0,22-16 0 0 0,-20 11-52 0 0,0 0 0 0 0,0 0-1 0 0,-2-2 1 0 0,0 0 0 0 0,0-1-1 0 0,-2 0 1 0 0,0-1 0 0 0,-1 0 0 0 0,-1-1-1 0 0,-1 0 1 0 0,0-1 0 0 0,-2 0-1 0 0,0-1 1 0 0,5-25 0 0 0,2-26 157 0 0,5-75 0 0 0,-2 9 1419 0 0,-22 172-1128 0 0,1 0 0 0 0,2 0-1 0 0,1 0 1 0 0,2 0-1 0 0,1 0 1 0 0,2-1 0 0 0,14 55-1 0 0,-6-43-325 0 0,2-1 0 0 0,2 0-1 0 0,2-2 1 0 0,1 0-1 0 0,31 44 1 0 0,-50-83-36 0 0,1 0 0 0 0,0-1 0 0 0,0 0 0 0 0,-1 1 0 0 0,1-1 1 0 0,1 0-1 0 0,-1 0 0 0 0,0 0 0 0 0,0 0 0 0 0,1 0 0 0 0,-1-1 0 0 0,5 3 1 0 0,-6-4 17 0 0,0 0 0 0 0,0 0 0 0 0,0 0 0 0 0,0 0 0 0 0,0 0 0 0 0,0 0 0 0 0,0 0 0 0 0,0 0 0 0 0,0 0 0 0 0,0-1 0 0 0,0 1 0 0 0,0 0 0 0 0,0-1 0 0 0,0 1 0 0 0,0-1 0 0 0,0 1 0 0 0,0-1 1 0 0,0 0-1 0 0,-1 1 0 0 0,1-1 0 0 0,0 0 0 0 0,0 1 0 0 0,-1-1 0 0 0,1 0 0 0 0,0 0 0 0 0,-1 0 0 0 0,1 0 0 0 0,-1 1 0 0 0,1-1 0 0 0,-1 0 0 0 0,1 0 0 0 0,-1 0 0 0 0,0 0 0 0 0,1 0 0 0 0,-1 0 1 0 0,0-2-1 0 0,21-53-167 0 0,-8 19 200 0 0,26-52 0 0 0,-34 80 42 0 0,0 0 0 0 0,1 0 0 0 0,0 1 0 0 0,0-1 0 0 0,1 1 0 0 0,0 0 0 0 0,0 1 0 0 0,1 0 0 0 0,0 0 0 0 0,13-8 0 0 0,-19 13-25 0 0,0 1 0 0 0,1 0-1 0 0,0-1 1 0 0,-1 1 0 0 0,1 0-1 0 0,0 0 1 0 0,-1 0-1 0 0,1 0 1 0 0,0 1 0 0 0,0-1-1 0 0,0 1 1 0 0,-1 0 0 0 0,1 0-1 0 0,0 0 1 0 0,3 0 0 0 0,-4 1-12 0 0,0-1 0 0 0,0 1 1 0 0,0 0-1 0 0,-1 0 1 0 0,1 0-1 0 0,0 0 0 0 0,-1 0 1 0 0,1 0-1 0 0,0 0 1 0 0,-1 0-1 0 0,1 1 1 0 0,-1-1-1 0 0,0 1 0 0 0,0-1 1 0 0,1 1-1 0 0,-1-1 1 0 0,1 3-1 0 0,3 7 51 0 0,-1 0 0 0 0,0 0 0 0 0,-1 1 0 0 0,0-1 0 0 0,3 24-1 0 0,0-2 49 0 0,-5-26-147 0 0,1 0 0 0 0,0-1 0 0 0,1 0 0 0 0,-1 0 0 0 0,1 1 0 0 0,0-2 0 0 0,1 1 0 0 0,-1 0 0 0 0,1-1 0 0 0,7 8 0 0 0,-8-11-1000 0 0,0 1 0 0 0,0 0 0 0 0,0-1 0 0 0,0 0 0 0 0,1 0 0 0 0,6 4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3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62 5065 0 0,'1'-2'83'0'0,"-1"1"0"0"0,0-1 0 0 0,0 1 0 0 0,0 0 0 0 0,-1-1 0 0 0,1 1 0 0 0,0-1 0 0 0,-1 1 0 0 0,1 0-1 0 0,0-1 1 0 0,-1 1 0 0 0,0 0 0 0 0,1-1 0 0 0,-1 1 0 0 0,0 0 0 0 0,1 0 0 0 0,-1-1 0 0 0,0 1 0 0 0,0 0 0 0 0,0 0 0 0 0,0 0 0 0 0,0 0 0 0 0,-1 0 0 0 0,1 1 0 0 0,0-1-1 0 0,0 0 1 0 0,0 0 0 0 0,-1 1 0 0 0,-2-2 0 0 0,1 2 211 0 0,0-1 0 0 0,-1 1-1 0 0,1-1 1 0 0,-1 1 0 0 0,1 0 0 0 0,-1 1-1 0 0,1-1 1 0 0,0 1 0 0 0,-1-1 0 0 0,1 1-1 0 0,-1 0 1 0 0,-3 2 0 0 0,-2 1 26 0 0,0 0 0 0 0,0 1 0 0 0,0 1 0 0 0,0 0 0 0 0,1 0 0 0 0,0 0 0 0 0,0 1 1 0 0,0 0-1 0 0,1 1 0 0 0,-8 10 0 0 0,11-13-173 0 0,0-1-1 0 0,1 1 1 0 0,0 0 0 0 0,0 0 0 0 0,0 0-1 0 0,0 1 1 0 0,1-1 0 0 0,0 1 0 0 0,0-1-1 0 0,1 1 1 0 0,-1 0 0 0 0,1-1 0 0 0,1 1-1 0 0,-1 0 1 0 0,1 0 0 0 0,0 0 0 0 0,0 0-1 0 0,0 0 1 0 0,3 8 0 0 0,-3-12-159 0 0,0-1 1 0 0,0 0 0 0 0,0 1-1 0 0,1-1 1 0 0,-1 0 0 0 0,1 1-1 0 0,-1-1 1 0 0,1 0 0 0 0,-1 1-1 0 0,1-1 1 0 0,0 0-1 0 0,0 0 1 0 0,-1 0 0 0 0,1 1-1 0 0,0-1 1 0 0,0 0 0 0 0,0 0-1 0 0,0 0 1 0 0,1-1 0 0 0,-1 1-1 0 0,0 0 1 0 0,0 0-1 0 0,0-1 1 0 0,1 1 0 0 0,-1 0-1 0 0,0-1 1 0 0,1 1 0 0 0,-1-1-1 0 0,0 0 1 0 0,1 1 0 0 0,-1-1-1 0 0,1 0 1 0 0,-1 0-1 0 0,0 0 1 0 0,1 0 0 0 0,-1 0-1 0 0,1 0 1 0 0,-1-1 0 0 0,1 1-1 0 0,-1 0 1 0 0,0-1 0 0 0,1 1-1 0 0,-1-1 1 0 0,0 1-1 0 0,1-1 1 0 0,-1 0 0 0 0,0 1-1 0 0,0-1 1 0 0,1-1 0 0 0,4-2-49 0 0,-1 0 0 0 0,0 0 0 0 0,0 0 0 0 0,0-1 0 0 0,-1 0 0 0 0,1 0 0 0 0,-1 0 0 0 0,0-1 0 0 0,3-6 0 0 0,10-24 15 0 0,15-30 309 0 0,-29 60-176 0 0,0 1 1 0 0,1 0-1 0 0,0 0 1 0 0,0 0-1 0 0,0 0 1 0 0,0 0 0 0 0,1 1-1 0 0,9-7 1 0 0,-14 11-61 0 0,1 0 0 0 0,-1 0 1 0 0,0-1-1 0 0,1 1 0 0 0,-1 0 1 0 0,0 0-1 0 0,1 0 0 0 0,-1-1 1 0 0,1 1-1 0 0,-1 0 0 0 0,0 0 1 0 0,1 0-1 0 0,-1 0 0 0 0,1 0 1 0 0,-1 0-1 0 0,0 0 0 0 0,1 0 1 0 0,-1 0-1 0 0,1 0 0 0 0,-1 0 1 0 0,0 0-1 0 0,1 0 0 0 0,-1 0 1 0 0,1 1-1 0 0,-1-1 0 0 0,0 0 1 0 0,1 0-1 0 0,-1 0 0 0 0,0 0 1 0 0,1 1-1 0 0,0-1 0 0 0,5 15 640 0 0,-3 25 96 0 0,-3-33-655 0 0,1 1-39 0 0,0 0 0 0 0,0 0 0 0 0,1 0 0 0 0,0 0 0 0 0,0 0 0 0 0,1 0 0 0 0,5 11 0 0 0,-7-17-71 0 0,0 0 0 0 0,0 0 0 0 0,0 0 0 0 0,0 0-1 0 0,1 0 1 0 0,-1 0 0 0 0,1 0 0 0 0,-1 0 0 0 0,1-1 0 0 0,0 1-1 0 0,0 0 1 0 0,-1-1 0 0 0,1 0 0 0 0,0 1 0 0 0,1-1 0 0 0,-1 0-1 0 0,0 0 1 0 0,0 0 0 0 0,0 0 0 0 0,1 0 0 0 0,-1-1 0 0 0,0 1-1 0 0,1-1 1 0 0,-1 0 0 0 0,0 1 0 0 0,1-1 0 0 0,-1 0 0 0 0,0 0-1 0 0,1 0 1 0 0,2-1 0 0 0,-3 0 8 0 0,1 0 1 0 0,-1 0-1 0 0,1 0 0 0 0,-1 0 0 0 0,0-1 0 0 0,0 1 1 0 0,1-1-1 0 0,-1 1 0 0 0,0-1 0 0 0,0 0 0 0 0,-1 0 1 0 0,1 1-1 0 0,3-6 0 0 0,20-33 579 0 0,-9 11-291 0 0,-7 17-253 0 0,1 1 0 0 0,-1 0 1 0 0,2 0-1 0 0,18-14 1 0 0,-26 22-37 0 0,0 0 1 0 0,1 1 0 0 0,-1-1-1 0 0,1 1 1 0 0,0 0 0 0 0,0 0-1 0 0,-1 0 1 0 0,1 0 0 0 0,0 1-1 0 0,1 0 1 0 0,-1 0 0 0 0,0 0-1 0 0,0 0 1 0 0,0 1 0 0 0,1-1-1 0 0,-1 1 1 0 0,0 0 0 0 0,0 0-1 0 0,1 1 1 0 0,5 0 0 0 0,-7 2 8 0 0,0-1 1 0 0,1 0 0 0 0,-1 1 0 0 0,-1-1-1 0 0,1 1 1 0 0,0 0 0 0 0,-1 0-1 0 0,1 0 1 0 0,-1 0 0 0 0,0 1 0 0 0,0-1-1 0 0,0 0 1 0 0,0 1 0 0 0,-1 0 0 0 0,1-1-1 0 0,-1 1 1 0 0,1 7 0 0 0,0-5 4 0 0,-1-1 1 0 0,1 0-1 0 0,0 1 1 0 0,1-1-1 0 0,-1 0 1 0 0,1-1-1 0 0,0 1 1 0 0,0 0-1 0 0,7 7 1 0 0,-5-8-21 0 0,1 1 0 0 0,0-1 0 0 0,0 1 0 0 0,0-2 0 0 0,12 7 0 0 0,-16-9 0 0 0,0-1 0 0 0,0 1 0 0 0,-1-1 0 0 0,1 0 0 0 0,0 1 0 0 0,0-1 0 0 0,0 0 0 0 0,-1 0 0 0 0,1 0 0 0 0,0 0 0 0 0,0 0 0 0 0,0-1 0 0 0,0 1 0 0 0,-1 0 0 0 0,1-1 0 0 0,0 1 0 0 0,0-1 0 0 0,-1 0 0 0 0,1 0 0 0 0,-1 0 0 0 0,1 1 0 0 0,0-2 0 0 0,-1 1 0 0 0,1 0 0 0 0,-1 0 0 0 0,0 0 0 0 0,3-3 0 0 0,33-49 98 0 0,-27 37-25 0 0,1 0-1 0 0,0 1 0 0 0,15-15 0 0 0,-23 27-62 0 0,0-1 1 0 0,0 2-1 0 0,1-1 0 0 0,-1 0 1 0 0,1 1-1 0 0,0 0 0 0 0,-1-1 0 0 0,1 1 1 0 0,0 1-1 0 0,0-1 0 0 0,0 1 1 0 0,1-1-1 0 0,-1 1 0 0 0,0 0 0 0 0,0 1 1 0 0,1-1-1 0 0,-1 1 0 0 0,7 0 1 0 0,-9 0 2 0 0,0 1 0 0 0,1 0-1 0 0,-1-1 1 0 0,0 1 0 0 0,0 0 0 0 0,1 0 0 0 0,-1 0 0 0 0,0 0 0 0 0,0 1 0 0 0,0-1 0 0 0,0 0 0 0 0,0 1 0 0 0,-1 0 0 0 0,1-1 0 0 0,0 1 0 0 0,-1 0 0 0 0,1 0 0 0 0,-1 0 0 0 0,2 2 0 0 0,22 50 138 0 0,-5-11-448 0 0,8-10-2670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4.2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187 176 1376 0 0,'7'-8'717'0'0,"0"0"0"0"0,-1 0 0 0 0,0-1-1 0 0,0 0 1 0 0,8-18 0 0 0,-12 22-117 0 0,1 0 0 0 0,-1-1-1 0 0,-1 1 1 0 0,1 0 0 0 0,-1-1 0 0 0,0 1 0 0 0,0-1 0 0 0,0 1 0 0 0,-1-1-1 0 0,0 1 1 0 0,0-1 0 0 0,-2-9 0 0 0,2 14-430 0 0,-1-1 1 0 0,0 0-1 0 0,1 1 1 0 0,-1-1-1 0 0,0 1 1 0 0,0 0-1 0 0,0-1 1 0 0,0 1-1 0 0,0 0 1 0 0,-1-1-1 0 0,1 1 0 0 0,0 0 1 0 0,0 0-1 0 0,-1 0 1 0 0,1 0-1 0 0,-1 0 1 0 0,1 1-1 0 0,-1-1 1 0 0,1 0-1 0 0,-1 1 1 0 0,0-1-1 0 0,1 1 1 0 0,-1-1-1 0 0,0 1 0 0 0,1 0 1 0 0,-1 0-1 0 0,0 0 1 0 0,1 0-1 0 0,-1 0 1 0 0,0 0-1 0 0,0 0 1 0 0,1 0-1 0 0,-1 1 1 0 0,-2 0-1 0 0,-3 0 37 0 0,0 1 0 0 0,0 0 0 0 0,0 0 0 0 0,0 1 0 0 0,0 0 0 0 0,-11 7 0 0 0,0 2 4 0 0,1 0 0 0 0,0 2-1 0 0,-21 21 1 0 0,34-31-171 0 0,0 0-1 0 0,0 1 1 0 0,0-1-1 0 0,0 1 1 0 0,1 0-1 0 0,0 0 1 0 0,0 0 0 0 0,1 0-1 0 0,-1 0 1 0 0,1 1-1 0 0,0-1 1 0 0,0 1-1 0 0,1 0 1 0 0,0-1-1 0 0,0 1 1 0 0,0 0-1 0 0,0 10 1 0 0,2-14-45 0 0,-1 0 0 0 0,0 1 0 0 0,1-1 0 0 0,0 1 0 0 0,-1-1 0 0 0,1 0 0 0 0,0 0 0 0 0,1 1 0 0 0,-1-1 0 0 0,0 0 0 0 0,0 0 0 0 0,1 0 0 0 0,-1 0 0 0 0,1 0 0 0 0,0-1 0 0 0,0 1 0 0 0,-1 0 0 0 0,4 1 0 0 0,-1 0-16 0 0,0-1 0 0 0,1 0 0 0 0,-1 0 0 0 0,0-1 0 0 0,1 1 0 0 0,-1-1 0 0 0,1 0 1 0 0,-1 0-1 0 0,6 0 0 0 0,8 0-55 0 0,0-2 0 0 0,0 0 0 0 0,32-5 0 0 0,-46 5 75 0 0,1 0 1 0 0,0 0 0 0 0,-1 1-1 0 0,1 0 1 0 0,-1 0 0 0 0,1 0-1 0 0,0 0 1 0 0,-1 1 0 0 0,1 0 0 0 0,-1 0-1 0 0,1 0 1 0 0,-1 1 0 0 0,1-1-1 0 0,6 5 1 0 0,-7-4 3 0 0,-1 1 0 0 0,0-1 1 0 0,0 1-1 0 0,0 0 0 0 0,-1 1 0 0 0,1-1 1 0 0,-1 0-1 0 0,1 1 0 0 0,-1-1 0 0 0,0 1 0 0 0,-1 0 1 0 0,1-1-1 0 0,0 1 0 0 0,-1 0 0 0 0,0 0 1 0 0,0 0-1 0 0,0 4 0 0 0,1 6 30 0 0,-1 0 0 0 0,0 0 1 0 0,-1 0-1 0 0,-1 0 0 0 0,0 0 0 0 0,-1 0 1 0 0,0 0-1 0 0,-2-1 0 0 0,1 1 0 0 0,-7 14 1 0 0,4-12 24 0 0,-1 0 1 0 0,0 0 0 0 0,-2 0-1 0 0,0-1 1 0 0,0 0 0 0 0,-2-1-1 0 0,-19 22 1 0 0,24-30-76 0 0,0 0 0 0 0,0-1 0 0 0,-1 0 0 0 0,0 0 0 0 0,0 0 0 0 0,0-1 0 0 0,-10 4 0 0 0,-16 0-6402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4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5985 0 0,'3'2'608'0'0,"1"1"0"0"0,-1 0 1 0 0,1 0-1 0 0,-1 0 0 0 0,0 1 0 0 0,0-1 0 0 0,0 1 0 0 0,-1-1 0 0 0,1 1 0 0 0,-1 0 0 0 0,3 5 1 0 0,19 47 4827 0 0,9 51-718 0 0,-26-71-6099 0 0,-4 0-4142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4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 11522 0 0,'0'-1'1121'0'0,"0"2"-993"0"0,-2 1-128 0 0,2 1 0 0 0,-1 0 0 0 0,1 3 208 0 0,-2 3 16 0 0,1 6 8 0 0,-2 8 0 0 0,0 3-648 0 0,1-1-128 0 0,1 2-24 0 0,1 1-9 0 0,1-3 513 0 0,5-1 64 0 0,5-1 72 0 0,3-3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5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265 59 4145 0 0,'-1'-3'177'0'0,"1"0"0"0"0,-1 0 1 0 0,0 0-1 0 0,0 0 0 0 0,0 0 1 0 0,0 0-1 0 0,-3-5 0 0 0,2 5 238 0 0,1 1-1 0 0,-1 0 1 0 0,0 0-1 0 0,0 0 1 0 0,0 0-1 0 0,0 0 1 0 0,0 1-1 0 0,-1-1 0 0 0,1 0 1 0 0,0 1-1 0 0,-1 0 1 0 0,1 0-1 0 0,-1-1 1 0 0,1 1-1 0 0,-1 1 1 0 0,0-1-1 0 0,1 0 1 0 0,-1 1-1 0 0,0-1 0 0 0,1 1 1 0 0,-1 0-1 0 0,0 0 1 0 0,0 0-1 0 0,-3 1 1 0 0,-2 0 10 0 0,-1 1 1 0 0,0 0-1 0 0,1 0 1 0 0,-1 1-1 0 0,1 0 0 0 0,0 1 1 0 0,0 0-1 0 0,-13 8 1 0 0,11-6-348 0 0,1 1 0 0 0,0 0 0 0 0,1 0 1 0 0,-1 0-1 0 0,1 1 0 0 0,1 1 0 0 0,-1-1 1 0 0,2 1-1 0 0,-1 0 0 0 0,1 1 0 0 0,-5 10 0 0 0,10-18-89 0 0,0-1 0 0 0,1 0 0 0 0,-1 1-1 0 0,1-1 1 0 0,-1 1 0 0 0,1-1-1 0 0,0 1 1 0 0,-1-1 0 0 0,1 1 0 0 0,0 0-1 0 0,0-1 1 0 0,0 1 0 0 0,0-1-1 0 0,0 1 1 0 0,0-1 0 0 0,1 1-1 0 0,-1-1 1 0 0,1 1 0 0 0,-1-1 0 0 0,1 1-1 0 0,-1-1 1 0 0,1 1 0 0 0,0-1-1 0 0,-1 0 1 0 0,2 2 0 0 0,0-1-49 0 0,0 0 1 0 0,1-1-1 0 0,-1 1 0 0 0,0-1 1 0 0,0 0-1 0 0,1 1 0 0 0,-1-1 1 0 0,1 0-1 0 0,-1 0 1 0 0,1-1-1 0 0,0 1 0 0 0,-1 0 1 0 0,4-1-1 0 0,7 2-110 0 0,-1-2-1 0 0,1 0 1 0 0,0 0-1 0 0,-1-1 1 0 0,13-3-1 0 0,-1-2 88 0 0,28-5-122 0 0,-50 10 256 0 0,1 1-1 0 0,-1 0 0 0 0,0 0 1 0 0,1 0-1 0 0,-1 0 0 0 0,1 0 0 0 0,-1 0 1 0 0,1 0-1 0 0,-1 1 0 0 0,0-1 0 0 0,1 1 1 0 0,-1 0-1 0 0,0 0 0 0 0,0 0 1 0 0,1 0-1 0 0,1 1 0 0 0,-3-1 29 0 0,0 0 0 0 0,0 1 0 0 0,-1-1 0 0 0,1 0-1 0 0,0 0 1 0 0,-1 0 0 0 0,1 1 0 0 0,-1-1 0 0 0,1 0 0 0 0,-1 1 0 0 0,0-1 0 0 0,1 0-1 0 0,-1 1 1 0 0,0-1 0 0 0,0 0 0 0 0,0 1 0 0 0,0-1 0 0 0,0 0 0 0 0,0 1 0 0 0,-1-1-1 0 0,1 0 1 0 0,0 1 0 0 0,-1-1 0 0 0,1 0 0 0 0,-1 1 0 0 0,1-1 0 0 0,-1 0 0 0 0,1 0 0 0 0,-2 2-1 0 0,-28 41 869 0 0,19-30-827 0 0,11-14-118 0 0,-1 1 0 0 0,1-1 1 0 0,0 0-1 0 0,0 1 0 0 0,-1-1 1 0 0,1 0-1 0 0,0 1 0 0 0,0-1 0 0 0,-1 0 1 0 0,1 1-1 0 0,0-1 0 0 0,0 0 1 0 0,0 1-1 0 0,0-1 0 0 0,0 1 1 0 0,0-1-1 0 0,0 0 0 0 0,0 1 0 0 0,0-1 1 0 0,0 1-1 0 0,0-1 0 0 0,0 1 1 0 0,0-1-1 0 0,0 0 0 0 0,0 1 0 0 0,0-1 1 0 0,0 1-1 0 0,0-1 0 0 0,0 0 1 0 0,1 1-1 0 0,-1-1 0 0 0,0 0 1 0 0,0 1-1 0 0,0-1 0 0 0,1 0 0 0 0,-1 1 1 0 0,0-1-1 0 0,1 0 0 0 0,-1 1 1 0 0,1-1-1 0 0,19 6 301 0 0,3 1 89 0 0,-22-6-408 0 0,0 0 0 0 0,1 0-1 0 0,-1 0 1 0 0,1-1-1 0 0,-1 1 1 0 0,1-1 0 0 0,-1 1-1 0 0,1-1 1 0 0,-1 0 0 0 0,1 1-1 0 0,-1-1 1 0 0,1 0-1 0 0,0 0 1 0 0,-1 0 0 0 0,1 0-1 0 0,2-1 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5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58 920 0 0,'0'0'27'0'0,"0"0"0"0"0,0 0-1 0 0,-1 0 1 0 0,1 0-1 0 0,0 0 1 0 0,0 0 0 0 0,0 0-1 0 0,0 0 1 0 0,0 0 0 0 0,-1 0-1 0 0,1 0 1 0 0,0 0 0 0 0,0 0-1 0 0,0 0 1 0 0,0 0 0 0 0,0 0-1 0 0,-1 0 1 0 0,1 0 0 0 0,0 0-1 0 0,0 0 1 0 0,0 0 0 0 0,0 0-1 0 0,0 0 1 0 0,-1 0 0 0 0,1 0-1 0 0,0 0 1 0 0,0 0 0 0 0,0 0-1 0 0,0-1 1 0 0,0 1-1 0 0,0 0 1 0 0,-1 0 0 0 0,1 0-1 0 0,0 0 1 0 0,0 0 0 0 0,0 0-1 0 0,0-1 1 0 0,0 1 0 0 0,0 0-1 0 0,0 0 1 0 0,0 0 0 0 0,0 0-1 0 0,0 0 1 0 0,0-1 0 0 0,0 1-1 0 0,0 0 1 0 0,0 0 0 0 0,0 0-1 0 0,0 0 1 0 0,0-1 0 0 0,0 1-1 0 0,0 0 1 0 0,0 0 0 0 0,0 0-1 0 0,0 0 1 0 0,0 0-1 0 0,0-1 1 0 0,0 1 0 0 0,0 0-1 0 0,0 0 1 0 0,0 0 0 0 0,1 0-1 0 0,11-12 3758 0 0,20-9 2573 0 0,-28 19-5835 0 0,2 0-1 0 0,-1 0 1 0 0,0 0-1 0 0,0 1 1 0 0,0 0-1 0 0,1 0 1 0 0,-1 0-1 0 0,1 1 1 0 0,-1 0 0 0 0,1 0-1 0 0,-1 0 1 0 0,0 0-1 0 0,1 1 1 0 0,-1 0-1 0 0,0 0 1 0 0,8 3-1 0 0,-8-1-408 0 0,0 0-1 0 0,1 0 0 0 0,-1 1 1 0 0,0 0-1 0 0,-1 0 0 0 0,1 0 1 0 0,-1 0-1 0 0,0 1 1 0 0,0 0-1 0 0,0 0 0 0 0,-1 0 1 0 0,1 0-1 0 0,-1 0 0 0 0,3 8 1 0 0,2 7-28 0 0,0 1 1 0 0,-1 0-1 0 0,-2 0 0 0 0,6 34 1 0 0,-5-22-16 0 0,-6-32-68 0 0,0-1 0 0 0,0 1-1 0 0,0-1 1 0 0,0 1 0 0 0,0-1 0 0 0,0 1 0 0 0,0-1-1 0 0,1 1 1 0 0,-1-1 0 0 0,0 1 0 0 0,0-1 0 0 0,0 1-1 0 0,0-1 1 0 0,1 1 0 0 0,-1-1 0 0 0,0 1-1 0 0,1-1 1 0 0,-1 1 0 0 0,0-1 0 0 0,1 0 0 0 0,-1 1-1 0 0,0-1 1 0 0,1 0 0 0 0,-1 1 0 0 0,1-1 0 0 0,-1 0-1 0 0,1 0 1 0 0,-1 1 0 0 0,0-1 0 0 0,2 0-1 0 0,9-11 14 0 0,12-35-27 0 0,-19 36 18 0 0,12-23-18 0 0,31-49 0 0 0,-42 74 37 0 0,1 0 0 0 0,0 1 0 0 0,0 0 0 0 0,0 0 0 0 0,1 0-1 0 0,-1 1 1 0 0,2 0 0 0 0,-1 0 0 0 0,1 1 0 0 0,0 0 0 0 0,16-8 0 0 0,-22 12-13 0 0,0 1 0 0 0,1-1 0 0 0,-1 0 0 0 0,0 1 0 0 0,1 0 0 0 0,-1-1 1 0 0,1 1-1 0 0,-1 0 0 0 0,1 0 0 0 0,-1 0 0 0 0,0 1 0 0 0,1-1 0 0 0,-1 0 0 0 0,1 1 0 0 0,-1 0 1 0 0,0 0-1 0 0,1-1 0 0 0,3 3 0 0 0,-3 0 2 0 0,0-1 1 0 0,1 1-1 0 0,-1-1 1 0 0,0 1-1 0 0,-1 0 0 0 0,1 0 1 0 0,0 1-1 0 0,-1-1 1 0 0,0 0-1 0 0,3 6 0 0 0,0 2-47 0 0,0 0 0 0 0,-1 1 0 0 0,0-1 0 0 0,-1 1-1 0 0,0 0 1 0 0,1 18 0 0 0,-2-17-441 0 0,-1 0 0 0 0,2 0 0 0 0,0-1 0 0 0,8 26 1 0 0,-9-34-35 0 0,0-1 1 0 0,0 1-1 0 0,0 0 1 0 0,0-1 0 0 0,1 1-1 0 0,-1-1 1 0 0,1 0-1 0 0,5 5 1 0 0,-6-6-52 0 0,0-1 0 0 0,1 0 0 0 0,-1 1 0 0 0,0-1 1 0 0,0 0-1 0 0,1 0 0 0 0,-1 0 0 0 0,1 0 0 0 0,-1 0 0 0 0,1-1 0 0 0,-1 1 0 0 0,1-1 0 0 0,-1 0 1 0 0,1 0-1 0 0,3 0 0 0 0,9-3-456 0 0,-1-5 770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5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38 6913 0 0,'5'-5'124'0'0,"9"-27"7009"0"0,-14 32-7029 0 0,-18 8 2834 0 0,1 6-2048 0 0,1 1 1 0 0,-26 30-1 0 0,34-36-745 0 0,1 1-1 0 0,0 0 1 0 0,1 0-1 0 0,0 0 1 0 0,0 1-1 0 0,1 0 1 0 0,-4 13-1 0 0,8-23-137 0 0,1 0 0 0 0,-1 0-1 0 0,1 0 1 0 0,0 0 0 0 0,-1 0-1 0 0,1 0 1 0 0,0 0 0 0 0,0 0-1 0 0,0 0 1 0 0,0 0 0 0 0,0 0-1 0 0,0 0 1 0 0,0 0 0 0 0,0 0-1 0 0,0 0 1 0 0,0 0 0 0 0,1 0-1 0 0,-1 0 1 0 0,0 0 0 0 0,1 0-1 0 0,-1 0 1 0 0,1 1 0 0 0,0-2 5 0 0,0 0 1 0 0,0 1-1 0 0,-1-1 1 0 0,1 0-1 0 0,0 0 1 0 0,0 0-1 0 0,0 0 1 0 0,-1 0 0 0 0,1 0-1 0 0,0 0 1 0 0,0 0-1 0 0,-1 0 1 0 0,1 0-1 0 0,0-1 1 0 0,0 1-1 0 0,-1 0 1 0 0,1 0 0 0 0,0-1-1 0 0,0 1 1 0 0,-1-1-1 0 0,2 0 1 0 0,4-3 31 0 0,0 0 0 0 0,0 0 0 0 0,0-1 0 0 0,9-9 0 0 0,5-12 16 0 0,19-21-65 0 0,-37 44 12 0 0,1 1 1 0 0,-1-1-1 0 0,1 1 1 0 0,0 0 0 0 0,0 0-1 0 0,0 0 1 0 0,0 0-1 0 0,0 1 1 0 0,0-1 0 0 0,0 1-1 0 0,1-1 1 0 0,-1 1-1 0 0,5-1 1 0 0,-6 2 15 0 0,-1 1 0 0 0,1-1 1 0 0,0 0-1 0 0,-1 1 0 0 0,1-1 0 0 0,-1 0 0 0 0,1 1 0 0 0,-1 0 1 0 0,0-1-1 0 0,1 1 0 0 0,-1 0 0 0 0,0 0 0 0 0,1 0 1 0 0,-1 0-1 0 0,0 0 0 0 0,0 0 0 0 0,0 0 0 0 0,0 0 0 0 0,0 0 1 0 0,0 0-1 0 0,0 1 0 0 0,0-1 0 0 0,0 0 0 0 0,-1 1 0 0 0,1-1 1 0 0,0 1-1 0 0,-1-1 0 0 0,1 3 0 0 0,12 50 147 0 0,-11-44-124 0 0,2 15 45 0 0,0 1 0 0 0,-2 0 0 0 0,-1 0-1 0 0,-1 0 1 0 0,-1 0 0 0 0,-1 0 0 0 0,-1 0-1 0 0,-9 30 1 0 0,9-43-76 0 0,-1 0-1 0 0,-1 0 1 0 0,0-1-1 0 0,0 0 1 0 0,-2 0 0 0 0,1 0-1 0 0,-1 0 1 0 0,-1-1-1 0 0,0-1 1 0 0,-1 1-1 0 0,0-1 1 0 0,0-1-1 0 0,-1 1 1 0 0,-1-2-1 0 0,1 1 1 0 0,-1-2 0 0 0,-17 10-1 0 0,-3-1-354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6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0,'3'0'127'0'0,"-1"0"0"0"0,1 1 0 0 0,0-1 0 0 0,0 1 0 0 0,-1-1 0 0 0,1 1 1 0 0,0 0-1 0 0,-1 0 0 0 0,1 0 0 0 0,-1 0 0 0 0,1 1 0 0 0,-1-1 0 0 0,0 1 0 0 0,1-1 0 0 0,-1 1 0 0 0,0 0 0 0 0,0 0 0 0 0,0 0 0 0 0,0 0 1 0 0,-1 0-1 0 0,4 4 0 0 0,3 5 293 0 0,-1 1 0 0 0,0-1 0 0 0,6 14 0 0 0,-5-4-41 0 0,-1 0 1 0 0,-1 0 0 0 0,-1 0-1 0 0,-1 0 1 0 0,0 1 0 0 0,-2 0-1 0 0,0 31 1 0 0,6 50-1312 0 0,-5-85-4135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6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0,'2'0'1272'0'0,"-1"0"-1016"0"0,2 1-256 0 0,0 1 0 0 0,-1 1 352 0 0,-1 0 17 0 0,2 0 7 0 0,2 1 0 0 0,1 6-264 0 0,2 2-48 0 0,1 1-64 0 0,-3 2 88 0 0,1-1-416 0 0,-2 1-88 0 0,1 0-9 0 0,0-1-7 0 0,4 1 368 0 0,0 1 64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7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7370 0 0,'20'22'2453'0'0,"-1"0"1"0"0,-1 1 0 0 0,18 29 0 0 0,14 34 314 0 0,-40-69-2789 0 0,-10-17 21 0 0,0 1 0 0 0,0-1-1 0 0,0 0 1 0 0,0 0 0 0 0,1 0 0 0 0,-1 1-1 0 0,0-1 1 0 0,0 0 0 0 0,0 0 0 0 0,0 0-1 0 0,0 1 1 0 0,1-1 0 0 0,-1 0-1 0 0,0 0 1 0 0,0 0 0 0 0,0 0 0 0 0,0 0-1 0 0,1 1 1 0 0,-1-1 0 0 0,0 0-1 0 0,0 0 1 0 0,1 0 0 0 0,-1 0 0 0 0,0 0-1 0 0,0 0 1 0 0,0 0 0 0 0,1 0 0 0 0,-1 0-1 0 0,0 0 1 0 0,0 0 0 0 0,1 0-1 0 0,-1 0 1 0 0,0 0 0 0 0,0 0 0 0 0,1 0-1 0 0,-1 0 1 0 0,0 0 0 0 0,0 0 0 0 0,1 0-1 0 0,7-10 19 0 0,4-21 89 0 0,-10 26-61 0 0,8-19 309 0 0,17-30 0 0 0,-23 47-220 0 0,0 0 0 0 0,0 1 0 0 0,1 0 0 0 0,0 0 0 0 0,0 0 0 0 0,0 1 1 0 0,1-1-1 0 0,0 1 0 0 0,7-4 0 0 0,-12 8-116 0 0,0 0 1 0 0,0 0-1 0 0,1 1 1 0 0,-1-1-1 0 0,0 0 1 0 0,1 1-1 0 0,-1-1 1 0 0,0 1-1 0 0,1 0 1 0 0,-1-1-1 0 0,1 1 1 0 0,-1 0-1 0 0,1 0 1 0 0,-1 0-1 0 0,0 0 1 0 0,1 0-1 0 0,-1 0 1 0 0,1 0 0 0 0,-1 1-1 0 0,1-1 1 0 0,-1 1-1 0 0,0-1 1 0 0,1 1-1 0 0,-1-1 1 0 0,2 2-1 0 0,-1 0 0 0 0,1 0 1 0 0,-1 0-1 0 0,1 0 0 0 0,-1 1 1 0 0,0-1-1 0 0,0 1 0 0 0,0-1 1 0 0,0 1-1 0 0,0 0 0 0 0,1 5 0 0 0,3 7 20 0 0,0 0 0 0 0,-1 1 0 0 0,3 21 0 0 0,-8-35-30 0 0,2 6-169 0 0,-1 1 0 0 0,1-1 0 0 0,0 0-1 0 0,0 0 1 0 0,1 0 0 0 0,0 0 0 0 0,1 0 0 0 0,0 0 0 0 0,0-1 0 0 0,1 0 0 0 0,-1 0 0 0 0,2 0-1 0 0,-1 0 1 0 0,1-1 0 0 0,0 0 0 0 0,13 10 0 0 0,-1-5-759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7.4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35 656 0 0,'15'-19'-934'0'0,"-13"17"1470"0"0,-1 1 2 0 0,1-1-1 0 0,-1 1 0 0 0,1-1 0 0 0,0 1 0 0 0,0 0 0 0 0,0 0 0 0 0,0 0 0 0 0,0 0 1 0 0,0 0-1 0 0,4 0 0 0 0,-5 0-86 0 0,0 1 0 0 0,1 0 0 0 0,-1 0 0 0 0,0 0 0 0 0,1 0 0 0 0,-1 0 0 0 0,1 0 0 0 0,-1 1 0 0 0,0-1 0 0 0,1 0 0 0 0,-1 1-1 0 0,0-1 1 0 0,0 1 0 0 0,1-1 0 0 0,-1 1 0 0 0,0 0 0 0 0,0 0 0 0 0,2 1 0 0 0,14 19 2388 0 0,-3 8-1776 0 0,-1 1-1 0 0,-1 0 0 0 0,13 58 0 0 0,-12-38-610 0 0,84 388 1023 0 0,-67-277-1676 0 0,-25-138-986 0 0,-2 1-1 0 0,2 36 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7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0 158 6913 0 0,'4'-2'20'0'0,"0"1"-1"0"0,0-1 1 0 0,0 1-1 0 0,1 0 1 0 0,-1 0-1 0 0,0 1 0 0 0,0-1 1 0 0,8 1-1 0 0,-9 0-67 0 0,77-9 1608 0 0,103-24 0 0 0,-142 22-531 0 0,0-1 0 0 0,-1-2 0 0 0,0-2 0 0 0,46-26 0 0 0,-84 40-936 0 0,1 1 0 0 0,-1 0 0 0 0,0-1 1 0 0,1 1-1 0 0,-1 0 0 0 0,1 0 1 0 0,-1 1-1 0 0,1-1 0 0 0,-1 0 0 0 0,1 1 1 0 0,0 0-1 0 0,-1-1 0 0 0,1 1 1 0 0,0 0-1 0 0,2 1 0 0 0,-3-1-23 0 0,-1 1-1 0 0,1 0 1 0 0,-1 0-1 0 0,1 0 1 0 0,-1 0-1 0 0,1 0 1 0 0,-1 1 0 0 0,0-1-1 0 0,1 0 1 0 0,-1 1-1 0 0,0-1 1 0 0,0 1-1 0 0,0-1 1 0 0,0 1 0 0 0,0-1-1 0 0,-1 1 1 0 0,1 0-1 0 0,0-1 1 0 0,-1 1-1 0 0,1 0 1 0 0,-1 0 0 0 0,0-1-1 0 0,1 3 1 0 0,1 13 200 0 0,0 1 0 0 0,0-1 1 0 0,-2 0-1 0 0,0 1 0 0 0,-4 24 1 0 0,1-27-147 0 0,2 0 1 0 0,0 0-1 0 0,1 1 1 0 0,0-1-1 0 0,2 0 1 0 0,-1 1-1 0 0,7 21 1 0 0,-8-36-117 0 0,0 0 0 0 0,0 1 0 0 0,1-1 0 0 0,-1 0 0 0 0,1 0 0 0 0,-1 0 0 0 0,1 0 0 0 0,-1 0 0 0 0,1 1 0 0 0,-1-1 0 0 0,1 0 0 0 0,0 0 0 0 0,0 0 0 0 0,-1-1 0 0 0,1 1 0 0 0,0 0 0 0 0,0 0 0 0 0,0 0 0 0 0,0-1 0 0 0,0 1 0 0 0,0 0 0 0 0,0-1 0 0 0,0 1 0 0 0,0-1 0 0 0,3 1 0 0 0,-2-1 3 0 0,-1 0 0 0 0,1 0 0 0 0,-1-1 0 0 0,1 1 0 0 0,-1-1 0 0 0,1 0 1 0 0,-1 1-1 0 0,1-1 0 0 0,-1 0 0 0 0,0 0 0 0 0,1 0 0 0 0,-1 0 0 0 0,0 0 0 0 0,0 0 0 0 0,0 0 0 0 0,2-3 0 0 0,6-8 86 0 0,-1 0 1 0 0,0 0-1 0 0,8-17 1 0 0,-14 25-52 0 0,12-25 177 0 0,-6 11-48 0 0,21-34 1 0 0,-27 49-137 0 0,1-1 1 0 0,0 0-1 0 0,0 1 1 0 0,0-1 0 0 0,0 1-1 0 0,0 0 1 0 0,1 0 0 0 0,-1 1-1 0 0,1-1 1 0 0,0 1-1 0 0,0-1 1 0 0,0 1 0 0 0,0 0-1 0 0,5-1 1 0 0,-7 2-25 0 0,0 1 0 0 0,1 0 0 0 0,-1 0-1 0 0,1 0 1 0 0,-1 0 0 0 0,1 0 0 0 0,-1 1 0 0 0,0-1 0 0 0,1 1 0 0 0,-1-1-1 0 0,0 1 1 0 0,0 0 0 0 0,1 0 0 0 0,-1 0 0 0 0,0 0 0 0 0,0 0 0 0 0,0 0-1 0 0,0 1 1 0 0,0-1 0 0 0,0 1 0 0 0,0 0 0 0 0,-1-1 0 0 0,1 1 0 0 0,-1 0-1 0 0,1 0 1 0 0,-1 0 0 0 0,0 0 0 0 0,2 3 0 0 0,5 8 54 0 0,-1 1 0 0 0,-1 0 1 0 0,7 20-1 0 0,-6-15-25 0 0,1 0-43 0 0,1-1 1 0 0,0 1-1 0 0,20 28 0 0 0,5-10-2464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8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1 217 6449 0 0,'28'-7'344'0'0,"3"0"897"0"0,33-13-1 0 0,-56 17-778 0 0,-1 0-1 0 0,1 0 1 0 0,0-1-1 0 0,-1-1 1 0 0,0 1-1 0 0,0-1 1 0 0,0 0 0 0 0,-1 0-1 0 0,8-9 1 0 0,-12 10-401 0 0,0 1 0 0 0,0-1 1 0 0,0 0-1 0 0,-1 0 1 0 0,1 0-1 0 0,-1 0 1 0 0,0 0-1 0 0,0-1 0 0 0,0 1 1 0 0,-1 0-1 0 0,1-1 1 0 0,-1 1-1 0 0,0 0 0 0 0,-1-8 1 0 0,1 9-58 0 0,-1 0 0 0 0,1 0 0 0 0,0 0-1 0 0,-1 0 1 0 0,0 0 0 0 0,0 0 0 0 0,0 0 0 0 0,0 0 0 0 0,0 0 0 0 0,0 0 0 0 0,-1 1 0 0 0,1-1-1 0 0,-1 0 1 0 0,0 1 0 0 0,0-1 0 0 0,0 1 0 0 0,0 0 0 0 0,0-1 0 0 0,-1 1 0 0 0,1 0 0 0 0,-3-1 0 0 0,4 2 44 0 0,0 1 0 0 0,0 0 1 0 0,0-1-1 0 0,0 1 0 0 0,0 0 1 0 0,0 0-1 0 0,0 0 0 0 0,0 0 1 0 0,0 0-1 0 0,0 0 1 0 0,0 0-1 0 0,0 0 0 0 0,0 0 1 0 0,0 1-1 0 0,0-1 0 0 0,0 0 1 0 0,0 0-1 0 0,0 1 0 0 0,0-1 1 0 0,0 1-1 0 0,0-1 1 0 0,-1 2-1 0 0,-18 21 1239 0 0,14-12-651 0 0,0 0 0 0 0,-7 22 0 0 0,11-25-490 0 0,-1 0 1 0 0,2 0-1 0 0,-1 0 0 0 0,1 1 0 0 0,0-1 0 0 0,1 1 1 0 0,0-1-1 0 0,0 0 0 0 0,1 1 0 0 0,0-1 1 0 0,0 0-1 0 0,1 1 0 0 0,0-1 0 0 0,1 0 0 0 0,0 0 1 0 0,0-1-1 0 0,0 1 0 0 0,1-1 0 0 0,1 1 1 0 0,-1-1-1 0 0,9 10 0 0 0,-6-9-210 0 0,0-1 1 0 0,0 1-1 0 0,1-1 0 0 0,0-1 1 0 0,1 1-1 0 0,-1-2 0 0 0,1 1 1 0 0,0-1-1 0 0,1 0 0 0 0,-1-1 1 0 0,1 0-1 0 0,0-1 0 0 0,0 0 1 0 0,0 0-1 0 0,0-1 1 0 0,1 0-1 0 0,10 0 0 0 0,11-2-7544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8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65 12443 0 0,'0'-2'145'0'0,"0"-1"0"0"0,-1 0 0 0 0,1 0 1 0 0,-1 0-1 0 0,0 0 0 0 0,0 0 0 0 0,0 1 1 0 0,0-1-1 0 0,0 0 0 0 0,-1 1 0 0 0,1-1 1 0 0,-1 1-1 0 0,0-1 0 0 0,1 1 0 0 0,-1 0 1 0 0,0 0-1 0 0,-1 0 0 0 0,1 0 0 0 0,0 0 1 0 0,0 0-1 0 0,-1 1 0 0 0,1-1 0 0 0,-1 1 1 0 0,0-1-1 0 0,1 1 0 0 0,-1 0 1 0 0,0 0-1 0 0,0 0 0 0 0,1 1 0 0 0,-1-1 1 0 0,0 0-1 0 0,0 1 0 0 0,0 0 0 0 0,0 0 1 0 0,-4 0-1 0 0,-2 1 180 0 0,0-1 1 0 0,0 1-1 0 0,0 1 0 0 0,0 0 1 0 0,0 0-1 0 0,1 1 0 0 0,-1 0 1 0 0,1 0-1 0 0,0 1 1 0 0,0 0-1 0 0,-14 9 0 0 0,13-7-208 0 0,-1 1 0 0 0,1 0 0 0 0,0 1 0 0 0,1 0-1 0 0,0 1 1 0 0,0-1 0 0 0,1 2 0 0 0,-11 16-1 0 0,16-22-116 0 0,0 0 0 0 0,0 1 0 0 0,1-1 0 0 0,-1 0 0 0 0,1 1 0 0 0,0 0 0 0 0,0-1 0 0 0,1 1 0 0 0,-1 0 0 0 0,1 0 0 0 0,0-1 0 0 0,0 1 0 0 0,1 0-1 0 0,-1-1 1 0 0,1 1 0 0 0,0 0 0 0 0,0-1 0 0 0,1 1 0 0 0,-1-1 0 0 0,1 1 0 0 0,0-1 0 0 0,0 0 0 0 0,1 0 0 0 0,-1 0 0 0 0,7 7 0 0 0,5 7-83 0 0,2-2 0 0 0,0 0 1 0 0,0 0-1 0 0,22 14 1 0 0,-20-16-44 0 0,26 18 52 0 0,17 14-38 0 0,-55-41 105 0 0,-1 0 0 0 0,0 0 0 0 0,0 0 0 0 0,0 1 0 0 0,-1 0 0 0 0,1 0 0 0 0,4 10 0 0 0,-9-15 12 0 0,1 0-1 0 0,-1 0 1 0 0,1 0 0 0 0,-1 0 0 0 0,0 0 0 0 0,1 0 0 0 0,-1 0-1 0 0,0 0 1 0 0,0 0 0 0 0,0 0 0 0 0,0 0 0 0 0,0 0 0 0 0,0 0 0 0 0,0 0-1 0 0,0 0 1 0 0,0 0 0 0 0,0 1 0 0 0,-1-1 0 0 0,1 0 0 0 0,0 0-1 0 0,-1 0 1 0 0,1 0 0 0 0,-1 0 0 0 0,1 0 0 0 0,-2 1 0 0 0,0 0 21 0 0,0 0 0 0 0,0-1 0 0 0,0 1 0 0 0,-1 0 0 0 0,1-1 0 0 0,0 0 0 0 0,-1 1 0 0 0,1-1 0 0 0,-1 0 0 0 0,-3 1 1 0 0,-7 1 100 0 0,-1 0 0 0 0,0 0 0 0 0,-15 0 0 0 0,25-3-113 0 0,-17 1-272 0 0,1-1 0 0 0,0-1 0 0 0,0 0 0 0 0,-1-2 0 0 0,1 0 0 0 0,-31-10 0 0 0,28 5-7281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9.5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253 49 6913 0 0,'3'-6'-214'0'0,"8"-20"2284"0"0,-11 26-1929 0 0,0-1 1 0 0,0 0-1 0 0,-1 0 0 0 0,1 0 0 0 0,0 1 0 0 0,0-1 0 0 0,-1 0 0 0 0,1 0 0 0 0,0 1 0 0 0,-1-1 0 0 0,1 0 0 0 0,-1 1 0 0 0,1-1 0 0 0,-1 1 0 0 0,1-1 0 0 0,-1 0 0 0 0,1 1 0 0 0,-1-1 0 0 0,0 1 0 0 0,1-1 0 0 0,-1 1 0 0 0,0 0 0 0 0,1-1 0 0 0,-1 1 0 0 0,0 0 0 0 0,0-1 0 0 0,1 1 0 0 0,-1 0 0 0 0,0 0 0 0 0,0 0 0 0 0,1 0 1 0 0,-1 0-1 0 0,0 0 0 0 0,-1 0 0 0 0,-4-1 227 0 0,1 1 1 0 0,-1 0-1 0 0,0 1 1 0 0,0-1-1 0 0,0 1 1 0 0,0 1 0 0 0,0-1-1 0 0,1 1 1 0 0,-1 0-1 0 0,1 0 1 0 0,-1 0-1 0 0,1 1 1 0 0,0 0 0 0 0,0 0-1 0 0,0 0 1 0 0,0 1-1 0 0,-5 5 1 0 0,-6 4-69 0 0,2 0 0 0 0,0 1 0 0 0,-23 31 1 0 0,27-31-183 0 0,1 0 0 0 0,0 1 1 0 0,1 0-1 0 0,-6 17 0 0 0,12-28-140 0 0,0 1-1 0 0,0-1 0 0 0,1 1 0 0 0,0-1 0 0 0,0 1 0 0 0,0-1 0 0 0,0 1 1 0 0,1 0-1 0 0,0 0 0 0 0,0-1 0 0 0,0 1 0 0 0,0 0 0 0 0,1 0 0 0 0,0-1 1 0 0,0 1-1 0 0,0 0 0 0 0,0-1 0 0 0,1 1 0 0 0,3 5 0 0 0,-5-9-16 0 0,1 0 0 0 0,-1 0 1 0 0,1 0-1 0 0,-1-1 0 0 0,1 1 0 0 0,0 0 0 0 0,0 0 0 0 0,-1-1 0 0 0,1 1 0 0 0,0-1 0 0 0,0 1 0 0 0,0 0 0 0 0,0-1 0 0 0,0 0 1 0 0,0 1-1 0 0,0-1 0 0 0,0 1 0 0 0,0-1 0 0 0,0 0 0 0 0,0 0 0 0 0,0 0 0 0 0,0 0 0 0 0,0 1 0 0 0,1-2 0 0 0,0 1-26 0 0,0 0 1 0 0,1-1-1 0 0,-1 0 0 0 0,0 0 0 0 0,0 1 0 0 0,0-1 0 0 0,0 0 0 0 0,0-1 0 0 0,-1 1 0 0 0,4-3 0 0 0,2-2-69 0 0,-1 0 1 0 0,1 0-1 0 0,-2-1 0 0 0,9-12 0 0 0,-6 4 51 0 0,0 0 0 0 0,-1 0-1 0 0,7-25 1 0 0,-11 28 227 0 0,1 1-1 0 0,0-1 0 0 0,1 1 0 0 0,0 0 0 0 0,1 0 0 0 0,0 0 1 0 0,1 1-1 0 0,9-11 0 0 0,-15 20-107 0 0,0 0-1 0 0,0 0 1 0 0,0 0-1 0 0,0 0 1 0 0,0 0-1 0 0,0 0 1 0 0,0 1-1 0 0,1-1 1 0 0,-1 0-1 0 0,0 1 1 0 0,0-1-1 0 0,0 1 1 0 0,1-1-1 0 0,-1 1 1 0 0,0 0-1 0 0,1-1 1 0 0,-1 1-1 0 0,0 0 1 0 0,1 0-1 0 0,-1 0 1 0 0,1 0 0 0 0,-1 0-1 0 0,0 0 1 0 0,1 0-1 0 0,-1 1 1 0 0,0-1-1 0 0,1 0 1 0 0,-1 1-1 0 0,0-1 1 0 0,0 1-1 0 0,1 0 1 0 0,-1-1-1 0 0,0 1 1 0 0,0 0-1 0 0,0 0 1 0 0,0-1-1 0 0,0 1 1 0 0,0 0-1 0 0,0 0 1 0 0,0 0-1 0 0,0 0 1 0 0,0 0 0 0 0,-1 1-1 0 0,1-1 1 0 0,0 2-1 0 0,6 7 80 0 0,-1 1 0 0 0,-1-1 0 0 0,0 1 0 0 0,4 13 0 0 0,-5-13-42 0 0,0-1-61 0 0,1 3 34 0 0,1 1 0 0 0,13 21 1 0 0,-18-33-78 0 0,1 1-1 0 0,0 0 1 0 0,0-1 0 0 0,-1 1 0 0 0,2-1 0 0 0,-1 0 0 0 0,0 0-1 0 0,0 0 1 0 0,1 0 0 0 0,-1 0 0 0 0,1 0 0 0 0,0-1-1 0 0,-1 1 1 0 0,1-1 0 0 0,0 0 0 0 0,0 0 0 0 0,0 0 0 0 0,6 1-1 0 0,-7-2-64 0 0,0 0 0 0 0,1-1-1 0 0,-1 1 1 0 0,0-1 0 0 0,1 1 0 0 0,-1-1-1 0 0,0 0 1 0 0,0 0 0 0 0,0 0-1 0 0,0 0 1 0 0,0-1 0 0 0,0 1-1 0 0,0 0 1 0 0,0-1 0 0 0,-1 0-1 0 0,1 1 1 0 0,0-1 0 0 0,-1 0 0 0 0,1 0-1 0 0,1-3 1 0 0,28-49-621 0 0,-25 42 549 0 0,3-6 515 0 0,1 1 0 0 0,1 0 0 0 0,20-24 0 0 0,-28 38-255 0 0,0-1 1 0 0,0 1-1 0 0,0-1 1 0 0,1 1 0 0 0,-1 0-1 0 0,1 0 1 0 0,0 0 0 0 0,0 1-1 0 0,0-1 1 0 0,1 1-1 0 0,-1 0 1 0 0,0 0 0 0 0,1 1-1 0 0,-1-1 1 0 0,1 1 0 0 0,0 0-1 0 0,-1 0 1 0 0,1 0 0 0 0,0 1-1 0 0,9 0 1 0 0,-12 1-65 0 0,1-1 0 0 0,-1 1 0 0 0,0 0-1 0 0,1 0 1 0 0,-1 0 0 0 0,0 1 0 0 0,0-1 0 0 0,1 1 0 0 0,-1-1 0 0 0,0 1 0 0 0,0-1 0 0 0,-1 1 0 0 0,1 0 0 0 0,0 0-1 0 0,0 0 1 0 0,-1 0 0 0 0,0 0 0 0 0,1 1 0 0 0,1 3 0 0 0,3 8 30 0 0,0-1-1 0 0,5 22 1 0 0,0-1 59 0 0,14 11-46 0 0,-24-43-81 0 0,0-1 0 0 0,0 1 0 0 0,0 0 0 0 0,0-1 0 0 0,1 1 0 0 0,-1-1 0 0 0,0 1 1 0 0,1-1-1 0 0,-1 0 0 0 0,1 1 0 0 0,0-1 0 0 0,-1 0 0 0 0,1 0 0 0 0,0 0 0 0 0,-1 0 0 0 0,1-1 0 0 0,0 1 0 0 0,0 0 0 0 0,0-1 0 0 0,0 1 0 0 0,0-1 1 0 0,4 1-1 0 0,-5-2 6 0 0,0 1 1 0 0,0-1 0 0 0,0 0 0 0 0,0 1 0 0 0,0-1-1 0 0,0 0 1 0 0,0 0 0 0 0,0 0 0 0 0,0 0-1 0 0,0 0 1 0 0,-1 0 0 0 0,1 0 0 0 0,0 0 0 0 0,-1 0-1 0 0,1 0 1 0 0,-1 0 0 0 0,1 0 0 0 0,0-2 0 0 0,9-29-80 0 0,-4 13 56 0 0,2 3 59 0 0,0 0 0 0 0,1 0 1 0 0,0 0-1 0 0,14-15 0 0 0,-19 26-20 0 0,0 0 0 0 0,0 0 0 0 0,1 0 0 0 0,-1 1 0 0 0,1 0 0 0 0,0-1 0 0 0,0 2-1 0 0,1-1 1 0 0,-1 1 0 0 0,1 0 0 0 0,0 0 0 0 0,0 0 0 0 0,0 1 0 0 0,12-4 0 0 0,-16 6-8 0 0,1 0 0 0 0,-1 0 0 0 0,1 0 0 0 0,-1 0 0 0 0,0 1 0 0 0,1-1 0 0 0,-1 1 0 0 0,1-1 0 0 0,-1 1 0 0 0,0 0 0 0 0,1 0 0 0 0,-1 0 0 0 0,0 0 0 0 0,0 0 0 0 0,0 1 0 0 0,0-1 0 0 0,0 0 0 0 0,0 1 0 0 0,0 0 0 0 0,0-1 0 0 0,-1 1 0 0 0,1 0 0 0 0,1 2 0 0 0,4 6 32 0 0,-1 1 0 0 0,0-1 0 0 0,7 20-1 0 0,9 14 18 0 0,-16-37-52 0 0,0 1-1 0 0,1 0 1 0 0,0-1 0 0 0,0-1-1 0 0,0 1 1 0 0,16 10-1 0 0,-21-16 1 0 0,0 1 0 0 0,0-1 0 0 0,0 0 0 0 0,1 1 0 0 0,-1-1-1 0 0,0 0 1 0 0,1 0 0 0 0,-1-1 0 0 0,1 1 0 0 0,-1 0 0 0 0,1-1 0 0 0,-1 0-1 0 0,1 1 1 0 0,-1-1 0 0 0,1 0 0 0 0,-1 0 0 0 0,1-1 0 0 0,-1 1 0 0 0,1 0-1 0 0,-1-1 1 0 0,1 0 0 0 0,-1 1 0 0 0,1-1 0 0 0,-1 0 0 0 0,0 0-1 0 0,1 0 1 0 0,-1-1 0 0 0,0 1 0 0 0,0 0 0 0 0,4-4 0 0 0,34-39 184 0 0,-27 29-146 0 0,1 0-1 0 0,0 1 0 0 0,0 0 1 0 0,34-22-1 0 0,-45 34-37 0 0,-1 0 1 0 0,1 1-1 0 0,1-1 0 0 0,-1 1 1 0 0,0 0-1 0 0,0 0 0 0 0,0 0 1 0 0,1 0-1 0 0,-1 0 0 0 0,0 1 1 0 0,1-1-1 0 0,-1 1 0 0 0,1 0 1 0 0,-1 0-1 0 0,0 1 0 0 0,1-1 0 0 0,-1 1 1 0 0,0-1-1 0 0,1 1 0 0 0,-1 0 1 0 0,0 0-1 0 0,0 1 0 0 0,5 1 1 0 0,2 4 18 0 0,0 0 1 0 0,-1 1-1 0 0,0 0 1 0 0,0 0-1 0 0,10 14 1 0 0,-10-12-600 0 0,0 0 0 0 0,1 0 0 0 0,15 10 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49.7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1 385 5529 0 0,'14'-8'957'0'0,"0"-1"1"0"0,-1 0-1 0 0,1-1 0 0 0,-2 0 0 0 0,0-1 1 0 0,0-1-1 0 0,-1 0 0 0 0,17-22 0 0 0,-16 17-316 0 0,-1-1-1 0 0,0 0 1 0 0,-1-1-1 0 0,-1 0 1 0 0,-1-1-1 0 0,7-27 1 0 0,-13 41-456 0 0,-1-1-1 0 0,0 0 1 0 0,0 0 0 0 0,-1 0-1 0 0,0 0 1 0 0,0 0 0 0 0,0 0-1 0 0,-1 0 1 0 0,-3-11 0 0 0,4 16-146 0 0,0 1 1 0 0,-1-1-1 0 0,0 0 1 0 0,1 1-1 0 0,-1-1 1 0 0,0 1-1 0 0,1-1 0 0 0,-1 1 1 0 0,0-1-1 0 0,0 1 1 0 0,0 0-1 0 0,0 0 1 0 0,-1-1-1 0 0,1 1 1 0 0,0 0-1 0 0,0 0 0 0 0,-1 0 1 0 0,1 0-1 0 0,-1 0 1 0 0,1 0-1 0 0,-1 1 1 0 0,1-1-1 0 0,-1 1 1 0 0,1-1-1 0 0,-1 1 1 0 0,0-1-1 0 0,1 1 0 0 0,-1 0 1 0 0,0-1-1 0 0,1 1 1 0 0,-1 0-1 0 0,0 0 1 0 0,1 0-1 0 0,-1 1 1 0 0,0-1-1 0 0,1 0 1 0 0,-1 1-1 0 0,0-1 0 0 0,1 1 1 0 0,-1-1-1 0 0,1 1 1 0 0,-1 0-1 0 0,1 0 1 0 0,-3 1-1 0 0,-1 1-4 0 0,0 0 0 0 0,1 1 0 0 0,-1-1 1 0 0,1 1-1 0 0,0 0 0 0 0,0 0 0 0 0,0 1 0 0 0,1-1 0 0 0,-1 1 0 0 0,1 0 1 0 0,0 0-1 0 0,0 0 0 0 0,1 0 0 0 0,0 0 0 0 0,0 1 0 0 0,0-1 0 0 0,0 0 1 0 0,-1 10-1 0 0,0 1 7 0 0,1 1 1 0 0,0-1-1 0 0,1 1 1 0 0,1 0-1 0 0,1 18 1 0 0,0-22-181 0 0,1 1 1 0 0,0-1-1 0 0,1 0 1 0 0,1 0-1 0 0,0 0 1 0 0,0 0-1 0 0,2-1 1 0 0,-1 1-1 0 0,1-1 1 0 0,1-1-1 0 0,0 1 1 0 0,1-1-1 0 0,0 0 1 0 0,1-1-1 0 0,0 0 1 0 0,1-1-1 0 0,11 10 1 0 0,5-1-7318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0.3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5 4609 0 0,'-17'-3'500'0'0,"15"2"129"0"0,0 1 0 0 0,0 0-1 0 0,0-1 1 0 0,-1 1 0 0 0,1 0-1 0 0,0 0 1 0 0,0 1 0 0 0,0-1-1 0 0,0 0 1 0 0,0 1 0 0 0,0-1-1 0 0,0 1 1 0 0,0 0 0 0 0,0 0-1 0 0,0 0 1 0 0,-3 1 0 0 0,-11 13 527 0 0,6-4-382 0 0,1 1-1 0 0,0 0 1 0 0,1 0 0 0 0,-9 21 0 0 0,6-11-532 0 0,2 0 1 0 0,1 0 0 0 0,1 1 0 0 0,-5 29-1 0 0,10-42-230 0 0,1 0 0 0 0,1 1 0 0 0,0-1 0 0 0,1 1 0 0 0,0-1 0 0 0,0 1-1 0 0,1-1 1 0 0,1 0 0 0 0,4 13 0 0 0,-6-19-21 0 0,1 0 0 0 0,0 0 0 0 0,0 0 0 0 0,0-1 0 0 0,0 1 0 0 0,1-1 1 0 0,-1 1-1 0 0,1-1 0 0 0,0 0 0 0 0,0 0 0 0 0,4 4 0 0 0,-5-6-3 0 0,1 0 0 0 0,-1 1 0 0 0,0-1 0 0 0,1 0 0 0 0,-1 0 0 0 0,1 0 0 0 0,-1-1 0 0 0,1 1 0 0 0,-1-1 0 0 0,1 1 0 0 0,0-1 0 0 0,-1 0 0 0 0,1 0 0 0 0,0 0 0 0 0,-1 0 0 0 0,1 0 0 0 0,-1-1 0 0 0,1 1 0 0 0,4-2 0 0 0,-2 0-54 0 0,0-1-1 0 0,0 1 0 0 0,0-1 1 0 0,-1 0-1 0 0,1 0 0 0 0,-1 0 1 0 0,1-1-1 0 0,-1 1 0 0 0,0-1 1 0 0,-1 0-1 0 0,1-1 0 0 0,-1 1 1 0 0,1 0-1 0 0,2-7 0 0 0,7-12-575 0 0,18-43 0 0 0,-15 29 75 0 0,-10 24 408 0 0,-4 7 74 0 0,1 0 1 0 0,-1 0-1 0 0,1 0 0 0 0,0 1 0 0 0,1-1 1 0 0,0 1-1 0 0,-1 0 0 0 0,1 0 0 0 0,1 0 0 0 0,-1 0 1 0 0,6-3-1 0 0,-9 7 94 0 0,0 1 1 0 0,-1 0-1 0 0,1 0 0 0 0,0 0 1 0 0,0 0-1 0 0,-1 0 0 0 0,1 0 1 0 0,0 0-1 0 0,0 1 1 0 0,0-1-1 0 0,-1 0 0 0 0,1 0 1 0 0,0 1-1 0 0,-1-1 0 0 0,1 0 1 0 0,0 1-1 0 0,-1-1 1 0 0,1 0-1 0 0,0 1 0 0 0,-1-1 1 0 0,1 1-1 0 0,-1-1 0 0 0,1 1 1 0 0,-1-1-1 0 0,1 1 0 0 0,-1 0 1 0 0,1-1-1 0 0,-1 1 1 0 0,1 0-1 0 0,-1 0 0 0 0,17 28 505 0 0,-11-17-333 0 0,0-4-37 0 0,0 1-1 0 0,1-1 1 0 0,0-1-1 0 0,1 1 1 0 0,-1-1-1 0 0,2-1 1 0 0,-1 1-1 0 0,0-1 1 0 0,14 6-1 0 0,-17-8-63 0 0,1-1 1 0 0,0-1-1 0 0,0 1 0 0 0,0-1 0 0 0,0 0 1 0 0,0-1-1 0 0,0 1 0 0 0,1-1 0 0 0,-1 0 1 0 0,0-1-1 0 0,1 1 0 0 0,-1-1 1 0 0,0-1-1 0 0,1 1 0 0 0,-1-1 0 0 0,11-3 1 0 0,-15 3-39 0 0,1 0 0 0 0,-1 0 0 0 0,0 0 0 0 0,0 0 0 0 0,0 0 0 0 0,0 0 0 0 0,0-1 0 0 0,-1 1 0 0 0,1-1 0 0 0,0 0 0 0 0,-1 1 0 0 0,1-1 0 0 0,-1 0 0 0 0,1 0 0 0 0,-1 0 0 0 0,0 0 0 0 0,0 0 1 0 0,2-5-1 0 0,-2 2 3 0 0,1 1 0 0 0,-1-1 0 0 0,-1 0 1 0 0,1 0-1 0 0,-1 0 0 0 0,1 0 0 0 0,-2 0 0 0 0,0-9 1 0 0,0 5-51 0 0,-1 1 0 0 0,0-1 0 0 0,0 1 1 0 0,-1 0-1 0 0,0 0 0 0 0,-1 0 0 0 0,1 0 0 0 0,-1 1 1 0 0,-1-1-1 0 0,-7-9 0 0 0,9 14-381 0 0,0 0-1 0 0,0 1 1 0 0,-1-1-1 0 0,1 1 1 0 0,-1-1-1 0 0,0 1 1 0 0,1 0-1 0 0,-1 0 1 0 0,-5-1-1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1.0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27 6913 0 0,'0'-1'88'0'0,"1"1"-1"0"0,-1-1 0 0 0,0 0 1 0 0,0 1-1 0 0,1-1 0 0 0,-1 0 0 0 0,0 0 1 0 0,0 1-1 0 0,0-1 0 0 0,0 0 1 0 0,0 0-1 0 0,0 1 0 0 0,0-1 0 0 0,-1 0 1 0 0,1 0-1 0 0,0 1 0 0 0,0-1 1 0 0,0 0-1 0 0,-1 1 0 0 0,0-2 0 0 0,-16-6 3224 0 0,12 7-2970 0 0,0 0 0 0 0,-1 1 0 0 0,1 0 0 0 0,0 0 0 0 0,0 0 0 0 0,0 0 0 0 0,-1 1 0 0 0,1 0 0 0 0,0 0 0 0 0,0 0 0 0 0,0 1 0 0 0,0 0-1 0 0,1-1 1 0 0,-1 2 0 0 0,0-1 0 0 0,1 1 0 0 0,-1-1 0 0 0,1 1 0 0 0,0 0 0 0 0,0 1 0 0 0,-6 5 0 0 0,-3 4 1 0 0,0 1 1 0 0,1 0-1 0 0,0 0 0 0 0,-16 28 1 0 0,22-31-265 0 0,0 0 0 0 0,0 0 0 0 0,-4 17 1 0 0,8-26-87 0 0,1 1 1 0 0,1-1 0 0 0,-1 1-1 0 0,0 0 1 0 0,1-1 0 0 0,-1 1-1 0 0,1 0 1 0 0,0-1 0 0 0,0 1-1 0 0,0 0 1 0 0,0 0 0 0 0,0-1-1 0 0,1 1 1 0 0,-1 0 0 0 0,1-1-1 0 0,-1 1 1 0 0,1-1 0 0 0,0 1-1 0 0,0-1 1 0 0,1 1 0 0 0,-1-1-1 0 0,2 3 1 0 0,-2-4-12 0 0,0-1 0 0 0,0 1-1 0 0,1-1 1 0 0,-1 0 0 0 0,0 1 0 0 0,0-1 0 0 0,0 0 0 0 0,0 0-1 0 0,0 0 1 0 0,0 0 0 0 0,0 0 0 0 0,0 0 0 0 0,1 0-1 0 0,-1-1 1 0 0,0 1 0 0 0,0 0 0 0 0,0-1 0 0 0,0 1 0 0 0,0 0-1 0 0,0-1 1 0 0,0 1 0 0 0,0-1 0 0 0,0 0 0 0 0,0 1 0 0 0,0-1-1 0 0,-1 0 1 0 0,1 1 0 0 0,0-1 0 0 0,0 0 0 0 0,0 0 0 0 0,0-1-1 0 0,27-28-472 0 0,-27 29 468 0 0,28-43-675 0 0,10-13 232 0 0,-36 53 518 0 0,0 1-1 0 0,0-1 1 0 0,0 1-1 0 0,0 0 1 0 0,1 0-1 0 0,-1 1 1 0 0,1-1-1 0 0,0 1 1 0 0,0 0-1 0 0,0-1 1 0 0,6-1-1 0 0,-8 4-9 0 0,0-1 0 0 0,0 1-1 0 0,-1 0 1 0 0,1-1 0 0 0,0 1 0 0 0,0 0-1 0 0,0 0 1 0 0,-1 0 0 0 0,1 1 0 0 0,0-1-1 0 0,0 0 1 0 0,-1 1 0 0 0,1-1 0 0 0,0 1-1 0 0,0 0 1 0 0,-1-1 0 0 0,1 1 0 0 0,-1 0-1 0 0,1 0 1 0 0,-1 0 0 0 0,1 0 0 0 0,-1 0-1 0 0,1 1 1 0 0,-1-1 0 0 0,0 0 0 0 0,0 0-1 0 0,0 1 1 0 0,2 2 0 0 0,3 6 146 0 0,-1 0 0 0 0,0 0 0 0 0,7 21 0 0 0,-9-24-125 0 0,-1 1 0 0 0,2 0 0 0 0,-1-1 1 0 0,8 12-1 0 0,-9-16-113 0 0,0 0 0 0 0,1 0 1 0 0,-1 0-1 0 0,1-1 0 0 0,0 1 1 0 0,0-1-1 0 0,0 0 0 0 0,0 0 1 0 0,0 0-1 0 0,1 0 0 0 0,-1 0 1 0 0,1-1-1 0 0,-1 1 0 0 0,1-1 1 0 0,-1 0-1 0 0,1 0 0 0 0,0 0 1 0 0,0-1-1 0 0,-1 1 0 0 0,1-1 1 0 0,0 0-1 0 0,6-1 0 0 0,-6 0-50 0 0,0 0-1 0 0,0 0 1 0 0,0 0-1 0 0,-1-1 1 0 0,1 0-1 0 0,0 0 0 0 0,-1 0 1 0 0,0 0-1 0 0,1 0 1 0 0,-1-1-1 0 0,0 0 1 0 0,0 1-1 0 0,0-1 1 0 0,-1 0-1 0 0,1 0 1 0 0,-1-1-1 0 0,1 1 0 0 0,-1-1 1 0 0,0 1-1 0 0,0-1 1 0 0,1-3-1 0 0,16-43-247 0 0,-12 31 861 0 0,1 0-1 0 0,0 0 0 0 0,15-22 1 0 0,-18 39 662 0 0,0 10-599 0 0,3 19-333 0 0,-6-17-122 0 0,1-2-113 0 0,0 0 1 0 0,1 0-1 0 0,0-1 1 0 0,0 1-1 0 0,1-1 0 0 0,0 1 1 0 0,0-1-1 0 0,0-1 1 0 0,1 1-1 0 0,0-1 1 0 0,1 0-1 0 0,-1 0 0 0 0,13 7 1 0 0,-14-10-6 0 0,-1-1 0 0 0,0 1 0 0 0,1-1 0 0 0,0 0 1 0 0,-1-1-1 0 0,1 1 0 0 0,0-1 0 0 0,0 0 0 0 0,-1 0 0 0 0,1-1 1 0 0,0 1-1 0 0,0-1 0 0 0,0 0 0 0 0,0-1 0 0 0,0 1 0 0 0,0-1 0 0 0,0 0 1 0 0,0 0-1 0 0,-1 0 0 0 0,1-1 0 0 0,0 1 0 0 0,-1-1 0 0 0,1-1 1 0 0,-1 1-1 0 0,5-4 0 0 0,44-39 53 0 0,-2 0 40 0 0,-46 42-90 0 0,0-1 0 0 0,-1 1 0 0 0,1 1 0 0 0,0-1 0 0 0,1 1 0 0 0,-1 0 0 0 0,0 0 0 0 0,1 0 0 0 0,6-1 0 0 0,-9 3 3 0 0,-1 0 0 0 0,0 0 1 0 0,0 0-1 0 0,0 0 0 0 0,1 1 0 0 0,-1-1 0 0 0,0 0 1 0 0,0 1-1 0 0,0 0 0 0 0,0-1 0 0 0,0 1 1 0 0,1 0-1 0 0,-2 0 0 0 0,1 0 0 0 0,0 1 0 0 0,0-1 1 0 0,0 0-1 0 0,0 1 0 0 0,-1-1 0 0 0,1 1 1 0 0,-1-1-1 0 0,1 1 0 0 0,-1 0 0 0 0,0 0 0 0 0,1-1 1 0 0,-1 1-1 0 0,0 0 0 0 0,0 0 0 0 0,0 0 1 0 0,-1 0-1 0 0,1 1 0 0 0,0-1 0 0 0,0 3 0 0 0,2 9 94 0 0,0 0-1 0 0,-1 0 1 0 0,1 28-1 0 0,-3-34-74 0 0,3 46 271 0 0,-3 0 1 0 0,-3 0-1 0 0,-1 0 0 0 0,-17 73 0 0 0,17-107-315 0 0,-1 0-1 0 0,-2-1 0 0 0,0 1 0 0 0,-1-1 0 0 0,0-1 0 0 0,-2 1 0 0 0,0-1 0 0 0,-1-1 0 0 0,-1 0 0 0 0,-1-1 1 0 0,0 0-1 0 0,-1-1 0 0 0,-1-1 0 0 0,-25 21 0 0 0,19-21-397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1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0 13827 0 0,'1'3'156'0'0,"0"0"1"0"0,1-1 0 0 0,0 0-1 0 0,-1 1 1 0 0,1-1-1 0 0,0 0 1 0 0,1 0-1 0 0,-1 0 1 0 0,0 0-1 0 0,0 0 1 0 0,1 0-1 0 0,3 2 1 0 0,3 3 124 0 0,16 14 318 0 0,-1 2 0 0 0,-2 0 1 0 0,0 2-1 0 0,-1 1 0 0 0,-2 0 0 0 0,-1 1 0 0 0,-1 1 0 0 0,-1 1 0 0 0,-1 1 0 0 0,13 38 0 0 0,-14-23-512 0 0,-2-1-1 0 0,-1 1 1 0 0,-3 1 0 0 0,-2 0 0 0 0,-2 0 0 0 0,-2 82 0 0 0,-7-29-70 0 0,-5 0 0 0 0,-3-1-1 0 0,-5 0 1 0 0,-31 95 0 0 0,31-135-10 0 0,-3-1 1 0 0,-2-1 0 0 0,-3-1-1 0 0,-2-1 1 0 0,-2-2-1 0 0,-3 0 1 0 0,-71 84-1 0 0,41-74-56 0 0,34-37-198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2.6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52 253 8754 0 0,'-12'-24'2867'0'0,"1"0"0"0"0,-13-40 1 0 0,24 63-2710 0 0,-1 0 0 0 0,0 0 0 0 0,1 0 0 0 0,0 0 0 0 0,-1 0 0 0 0,1-1 0 0 0,-1 1 0 0 0,1 0 0 0 0,0 0 1 0 0,0 0-1 0 0,0-1 0 0 0,0 1 0 0 0,0 0 0 0 0,0 0 0 0 0,0-1 0 0 0,1-1 0 0 0,10 14 1576 0 0,17 31-635 0 0,2 22-919 0 0,32 99 0 0 0,-42-102-213 0 0,3-2 0 0 0,45 86 0 0 0,-58-128 47 0 0,0 0 1 0 0,2-1-1 0 0,0-1 1 0 0,0 0-1 0 0,2 0 1 0 0,-1-1-1 0 0,2-1 1 0 0,0 0-1 0 0,1-1 1 0 0,0-1-1 0 0,0-1 1 0 0,26 13-1 0 0,-34-19 19 0 0,0-1-1 0 0,-1 0 1 0 0,1-1 0 0 0,0 1-1 0 0,1-2 1 0 0,-1 1 0 0 0,0-1-1 0 0,0 0 1 0 0,1-1 0 0 0,-1 0-1 0 0,16-1 1 0 0,-18-1 59 0 0,0 1-1 0 0,1-1 1 0 0,-1-1-1 0 0,0 1 1 0 0,0-1-1 0 0,0 0 1 0 0,-1 0-1 0 0,1-1 1 0 0,-1 0-1 0 0,0 1 1 0 0,0-2-1 0 0,0 1 1 0 0,0-1-1 0 0,-1 0 1 0 0,7-9-1 0 0,4-8 48 0 0,-2-1 0 0 0,0 0 0 0 0,-2-1 0 0 0,0-1 0 0 0,-2 0 0 0 0,0 0 0 0 0,-2 0 0 0 0,6-42 0 0 0,-1-25 80 0 0,1-99 0 0 0,-11 152-301 0 0,0-35-194 0 0,5-65-1097 0 0,-5 123-57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2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1 206 6449 0 0,'4'-1'414'0'0,"-1"-1"1"0"0,1 0-1 0 0,0 0 0 0 0,-1 0 0 0 0,1 0 0 0 0,-1-1 0 0 0,0 1 0 0 0,5-6 0 0 0,0 1 140 0 0,8-5 1037 0 0,17-13 2051 0 0,-1-1 0 0 0,54-59 1 0 0,-85 84-3660 0 0,16-17 127 0 0,-5 11-2897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3.0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75 5065 0 0,'-1'0'155'0'0,"1"1"0"0"0,0-1-1 0 0,0 0 1 0 0,0 1 0 0 0,0-1 0 0 0,0 1 0 0 0,0-1-1 0 0,0 1 1 0 0,0-1 0 0 0,0 1 0 0 0,0-1-1 0 0,0 1 1 0 0,0-1 0 0 0,0 0 0 0 0,0 1 0 0 0,0-1-1 0 0,0 1 1 0 0,1-1 0 0 0,-1 1 0 0 0,3 2 1393 0 0,-3-2-1394 0 0,0-1 1 0 0,1 0 0 0 0,-1 0 0 0 0,1 0-1 0 0,-1 1 1 0 0,0-1 0 0 0,1 0 0 0 0,-1 0 0 0 0,1 0-1 0 0,-1 0 1 0 0,1 0 0 0 0,-1 1 0 0 0,1-1-1 0 0,29-6 4658 0 0,-17 0-3479 0 0,0 1 1 0 0,21-14-1 0 0,6-5-3069 0 0,3 8-5591 0 0,-30 10 4940 0 0,-2-1 1448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3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13 10138 0 0,'-1'-2'213'0'0,"0"1"-1"0"0,0 0 0 0 0,-1 0 1 0 0,1 0-1 0 0,0 0 1 0 0,0 1-1 0 0,-1-1 1 0 0,1 0-1 0 0,-1 0 1 0 0,1 1-1 0 0,-1-1 0 0 0,1 1 1 0 0,-1-1-1 0 0,1 1 1 0 0,-1 0-1 0 0,0 0 1 0 0,1-1-1 0 0,-1 1 1 0 0,1 0-1 0 0,-1 1 0 0 0,-2-1 1 0 0,1 1 5 0 0,0 0-1 0 0,1 0 1 0 0,-1 0 0 0 0,0 0 0 0 0,0 1-1 0 0,1-1 1 0 0,-1 1 0 0 0,1-1 0 0 0,-1 1-1 0 0,1 0 1 0 0,-2 3 0 0 0,-1-1 19 0 0,1 1-1 0 0,0 0 1 0 0,0 0 0 0 0,0 1-1 0 0,0 0 1 0 0,1-1 0 0 0,0 1-1 0 0,0 0 1 0 0,1 0 0 0 0,-3 11-1 0 0,2 2 16 0 0,2 1 0 0 0,0-1-1 0 0,1 1 1 0 0,0-1 0 0 0,6 30-1 0 0,3-1-123 0 0,17 48 0 0 0,-21-80-76 0 0,0 0 0 0 0,1 0-1 0 0,1-1 1 0 0,1 0 0 0 0,0-1 0 0 0,1 1-1 0 0,1-2 1 0 0,18 22 0 0 0,-24-31-34 0 0,-1 0 0 0 0,1-1 0 0 0,0 1 0 0 0,0-1 0 0 0,0 0-1 0 0,1 0 1 0 0,-1 0 0 0 0,1 0 0 0 0,-1-1 0 0 0,1 0 0 0 0,0 0 0 0 0,0 0 0 0 0,0-1 0 0 0,0 1 0 0 0,1-1-1 0 0,-1-1 1 0 0,0 1 0 0 0,0-1 0 0 0,1 1 0 0 0,-1-2 0 0 0,0 1 0 0 0,0 0 0 0 0,1-1 0 0 0,-1 0 0 0 0,0 0-1 0 0,0-1 1 0 0,0 0 0 0 0,0 1 0 0 0,0-2 0 0 0,-1 1 0 0 0,6-3 0 0 0,-2 0 14 0 0,0 0 1 0 0,-1-1-1 0 0,0 0 0 0 0,0 0 1 0 0,0 0-1 0 0,-1-1 0 0 0,0 0 1 0 0,0 0-1 0 0,-1 0 0 0 0,0-1 1 0 0,0 0-1 0 0,0 0 0 0 0,-1 0 1 0 0,4-12-1 0 0,-4 8-4 0 0,-1-1 1 0 0,-1 1-1 0 0,1 0 0 0 0,-2-1 1 0 0,0 1-1 0 0,0-1 0 0 0,-1 0 1 0 0,-1 1-1 0 0,-4-25 0 0 0,2 22-41 0 0,-1 0 0 0 0,0 1 0 0 0,-2-1 0 0 0,1 1-1 0 0,-2 0 1 0 0,0 0 0 0 0,0 0 0 0 0,-10-12 0 0 0,10 17-52 0 0,0 0-1 0 0,-1 0 1 0 0,0 1 0 0 0,0 0 0 0 0,0 0-1 0 0,-1 1 1 0 0,-1 0 0 0 0,1 1-1 0 0,-1 0 1 0 0,-20-9 0 0 0,18 10-726 0 0,0 1 1 0 0,-1 1-1 0 0,1 0 1 0 0,-15-2-1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14283 0 0,'2'0'316'0'0,"0"-1"0"0"0,1 0 0 0 0,-1 1 0 0 0,0 0 0 0 0,0-1 0 0 0,1 1 0 0 0,-1 0 0 0 0,0 0 0 0 0,0 0 0 0 0,1 0 0 0 0,-1 1 0 0 0,0-1 0 0 0,0 1 0 0 0,4 0 0 0 0,-5 0-159 0 0,0 0 0 0 0,0 1 0 0 0,0-1-1 0 0,1 0 1 0 0,-1 0 0 0 0,0 0 0 0 0,-1 1 0 0 0,1-1-1 0 0,0 1 1 0 0,0-1 0 0 0,-1 0 0 0 0,1 1 0 0 0,0-1-1 0 0,-1 1 1 0 0,1 0 0 0 0,-1-1 0 0 0,0 1 0 0 0,0-1-1 0 0,0 1 1 0 0,0 0 0 0 0,0 2 0 0 0,0 50 264 0 0,0-31-338 0 0,0 0 0 0 0,4 27 0 0 0,-3-44-72 0 0,0 1 1 0 0,1-1 0 0 0,-1 0 0 0 0,1 0 0 0 0,1 0-1 0 0,-1 0 1 0 0,1 0 0 0 0,0-1 0 0 0,0 1-1 0 0,1-1 1 0 0,0 0 0 0 0,6 8 0 0 0,-9-12-7 0 0,1 1 1 0 0,-1-1-1 0 0,1 0 1 0 0,-1 1-1 0 0,1-1 1 0 0,-1 0-1 0 0,1 0 1 0 0,0 0-1 0 0,0 0 1 0 0,-1-1-1 0 0,1 1 1 0 0,0 0-1 0 0,0-1 1 0 0,0 1-1 0 0,0-1 1 0 0,0 0 0 0 0,0 0-1 0 0,-1 0 1 0 0,1 1-1 0 0,0-2 1 0 0,0 1-1 0 0,3 0 1 0 0,-2-1-14 0 0,1-1 0 0 0,-1 1 0 0 0,0-1 0 0 0,1 1 0 0 0,-1-1 0 0 0,0 0 0 0 0,0 0 1 0 0,0 0-1 0 0,0-1 0 0 0,0 1 0 0 0,2-4 0 0 0,4-4-69 0 0,0-1 0 0 0,-1-1-1 0 0,-1 1 1 0 0,1-1 0 0 0,5-14 0 0 0,3-15-172 0 0,-14 32 175 0 0,1 1-1 0 0,0-1 1 0 0,1 0-1 0 0,0 1 1 0 0,0 0-1 0 0,1 0 1 0 0,0 0-1 0 0,0 1 1 0 0,1-1-1 0 0,11-10 1 0 0,-16 17 86 0 0,1 0 0 0 0,-1 0 0 0 0,0 0 0 0 0,1 0 0 0 0,-1 1 0 0 0,1-1 0 0 0,-1 0 0 0 0,1 1 0 0 0,-1-1 0 0 0,1 1 0 0 0,-1 0 0 0 0,1-1 0 0 0,-1 1 1 0 0,1 0-1 0 0,0 0 0 0 0,-1 0 0 0 0,1 0 0 0 0,0 0 0 0 0,-1 0 0 0 0,1 1 0 0 0,-1-1 0 0 0,1 0 0 0 0,-1 1 0 0 0,1 0 0 0 0,-1-1 0 0 0,1 1 0 0 0,-1 0 0 0 0,1-1 1 0 0,-1 1-1 0 0,0 0 0 0 0,2 2 0 0 0,4 3 130 0 0,-1 1 1 0 0,0-1 0 0 0,0 2 0 0 0,9 13-1 0 0,-12-15-79 0 0,1 0-1 0 0,0-1 0 0 0,1 1 0 0 0,0-1 0 0 0,5 6 0 0 0,-6-9-109 0 0,0 0 0 0 0,0 0 0 0 0,0 0 0 0 0,0 0 0 0 0,0-1 0 0 0,0 1 0 0 0,0-1 0 0 0,1 0 0 0 0,-1 0 0 0 0,0-1 0 0 0,1 1 0 0 0,-1-1 0 0 0,9-1 0 0 0,-7 1-505 0 0,0-1 0 0 0,-1 0 0 0 0,1 0 0 0 0,-1-1 0 0 0,1 0 0 0 0,6-3 0 0 0,4-3-6344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4.3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39 6913 0 0,'-1'-9'-913'0'0,"1"-21"9671"0"0,5 51-5168 0 0,36 118 948 0 0,39 69-3379 0 0,-56-151-711 0 0,50 112-342 0 0,-40-99-2994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4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 12899 0 0,'86'3'2921'0'0,"-46"0"-3309"0"0,69-6 1 0 0,63-20-9145 0 0,-141 19 9340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4.6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87 6449 0 0,'3'1'288'0'0,"0"-2"57"0"0,2-1-281 0 0,-1 1-64 0 0,1-2 0 0 0,-2 0 0 0 0,5 0 0 0 0,-1-3-96 0 0,7-5 15 0 0,4-1 9 0 0,1 1 72 0 0,-2-1 0 0 0,-2 3-72 0 0,0 2 72 0 0,-3 4 0 0 0,-3 1-104 0 0,-4 1 40 0 0,-4 1 64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4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38 456 0 0,'3'14'0'0'0,"-1"-8"0"0"0,1-2 0 0 0,3-2 2401 0 0,1-1-1073 0 0,6-1 8 0 0,6 2-120 0 0,4-4-31 0 0,4-4-1 0 0,-1-1 0 0 0,1-4-960 0 0,-1 1-224 0 0,2-4 0 0 0,-1-3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5.6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13 216 14747 0 0,'-1'0'85'0'0,"0"1"-1"0"0,0-1 1 0 0,1 1-1 0 0,-1-1 0 0 0,0 1 1 0 0,1-1-1 0 0,-1 1 1 0 0,0-1-1 0 0,1 1 1 0 0,-1 0-1 0 0,1-1 1 0 0,-1 1-1 0 0,1 0 1 0 0,-1-1-1 0 0,1 1 1 0 0,-1 0-1 0 0,1 0 1 0 0,0 0-1 0 0,-1-1 0 0 0,1 1 1 0 0,0 0-1 0 0,0 0 1 0 0,0 0-1 0 0,0 0 1 0 0,0-1-1 0 0,0 1 1 0 0,0 0-1 0 0,0 0 1 0 0,0 0-1 0 0,0 0 1 0 0,0 0-1 0 0,0-1 1 0 0,1 2-1 0 0,5 34 824 0 0,-2-21-682 0 0,1-1-1 0 0,1 0 1 0 0,0 0 0 0 0,1-1 0 0 0,0 1 0 0 0,1-2 0 0 0,1 1 0 0 0,0-1 0 0 0,1 0-1 0 0,12 11 1 0 0,18 14 402 0 0,66 48-1 0 0,-30-25-343 0 0,-37-27-153 0 0,-17-13-31 0 0,2 0 0 0 0,0-2 1 0 0,44 26-1 0 0,-67-43-66 0 0,1 0 0 0 0,-1-1 0 0 0,1 1 0 0 0,-1-1 0 0 0,1 1 0 0 0,-1-1 0 0 0,1 1 0 0 0,0-1 0 0 0,-1 0 0 0 0,1 0 0 0 0,-1 0 0 0 0,1 0 0 0 0,0 0 0 0 0,-1 0 0 0 0,1 0 0 0 0,0 0 0 0 0,-1-1 0 0 0,1 1 0 0 0,-1-1 0 0 0,1 1-1 0 0,-1-1 1 0 0,1 1 0 0 0,-1-1 0 0 0,1 0 0 0 0,-1 0 0 0 0,0 0 0 0 0,1 0 0 0 0,-1 0 0 0 0,0 0 0 0 0,0 0 0 0 0,0 0 0 0 0,0 0 0 0 0,0-1 0 0 0,0 1 0 0 0,0 0 0 0 0,0-1 0 0 0,0 1 0 0 0,1-3 0 0 0,2-6 71 0 0,0-1 0 0 0,0 1 1 0 0,-1-1-1 0 0,3-16 1 0 0,-5 18-93 0 0,9-56 352 0 0,-3-1 0 0 0,-2-78 0 0 0,-1 28-407 0 0,-2 83-100 0 0,-2 7-117 0 0,1 0 0 0 0,1 0 0 0 0,2 0 0 0 0,1 0 0 0 0,0 1 0 0 0,12-31 0 0 0,-16 55 174 0 0,-1 0 0 0 0,1 0-1 0 0,-1 0 1 0 0,1 0 0 0 0,-1 0-1 0 0,1 0 1 0 0,0 0 0 0 0,-1 0 0 0 0,1 0-1 0 0,0 0 1 0 0,0 0 0 0 0,-1 1 0 0 0,1-1-1 0 0,0 0 1 0 0,0 1 0 0 0,2-2-1 0 0,5 0-800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5.7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0,'11'8'1094'0'0,"0"1"0"0"0,0 1 0 0 0,-1 0 0 0 0,0 0 0 0 0,-1 1 0 0 0,0 0 0 0 0,0 1 1 0 0,7 14-1 0 0,7 17 992 0 0,19 48 1 0 0,-19-38-1729 0 0,-3-19-371 0 0,-1-16-2902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6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61 5529 0 0,'-17'-61'10081'0'0,"18"62"-9881"0"0,20 11 1327 0 0,30 16 598 0 0,39 25-291 0 0,-82-47-1681 0 0,1 0-1 0 0,-2 0 1 0 0,1 1-1 0 0,-1 0 1 0 0,0 0 0 0 0,0 1-1 0 0,9 14 1 0 0,-13-18-124 0 0,-1 1 0 0 0,0 0 0 0 0,0 0 0 0 0,0 0 0 0 0,0 0 0 0 0,-1 0 0 0 0,0 1 0 0 0,0-1 0 0 0,0 0 0 0 0,-1 1 0 0 0,0-1 0 0 0,0 0 0 0 0,-1 11 0 0 0,-1-6 14 0 0,0-1-1 0 0,-1 0 1 0 0,0 1 0 0 0,-1-1 0 0 0,1-1 0 0 0,-2 1 0 0 0,-6 10-1 0 0,-6 5-18 0 0,-1 0 0 0 0,-1-1-1 0 0,-43 39 1 0 0,28-32-1182 0 0,-50 35 0 0 0,64-51-314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6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 14283 0 0,'-3'2'280'0'0,"1"-1"0"0"0,0 1 0 0 0,0 0 0 0 0,0 0 0 0 0,0 1 0 0 0,1-1 0 0 0,-1 0 0 0 0,0 1 0 0 0,1-1-1 0 0,0 1 1 0 0,-1-1 0 0 0,1 1 0 0 0,0-1 0 0 0,0 1 0 0 0,1 0 0 0 0,-2 3 0 0 0,-6 46 1841 0 0,8-26-1717 0 0,0 0 0 0 0,2 0-1 0 0,0-1 1 0 0,2 1 0 0 0,8 28-1 0 0,7 56-844 0 0,-18-104-289 0 0,-2-1-207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6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2 135 456 0 0,'-1'-3'148'0'0,"1"-1"0"0"0,0 0 0 0 0,0 0-1 0 0,0 0 1 0 0,1 0 0 0 0,-1 1 0 0 0,1-1 0 0 0,0 0 0 0 0,0 1-1 0 0,0-1 1 0 0,1 0 0 0 0,-1 1 0 0 0,1-1 0 0 0,2-3 0 0 0,1 1 514 0 0,-1 0 0 0 0,1 1 0 0 0,1 0 0 0 0,-1 0 0 0 0,1 0 0 0 0,10-6 0 0 0,-10 7-251 0 0,1-1 0 0 0,0 2 0 0 0,0-1 0 0 0,1 1 0 0 0,-1 0 0 0 0,1 0 0 0 0,-1 1-1 0 0,1 0 1 0 0,0 1 0 0 0,0 0 0 0 0,0 0 0 0 0,0 0 0 0 0,0 1 0 0 0,0 0 0 0 0,0 1 0 0 0,0 0 0 0 0,0 0 0 0 0,0 1-1 0 0,-1-1 1 0 0,1 2 0 0 0,0-1 0 0 0,-1 1 0 0 0,0 0 0 0 0,1 1 0 0 0,-1 0 0 0 0,-1 0 0 0 0,1 1 0 0 0,-1-1 0 0 0,1 1-1 0 0,-1 1 1 0 0,-1-1 0 0 0,1 1 0 0 0,-1 0 0 0 0,8 11 0 0 0,-11-13-308 0 0,0 0 0 0 0,-1 0 0 0 0,1 0 0 0 0,-1 0-1 0 0,0 1 1 0 0,0-1 0 0 0,0 0 0 0 0,0 1 0 0 0,-1-1 0 0 0,0 1 0 0 0,0-1 0 0 0,0 0 0 0 0,0 1-1 0 0,-1-1 1 0 0,1 0 0 0 0,-1 1 0 0 0,-1-1 0 0 0,1 0 0 0 0,0 0 0 0 0,-1 1 0 0 0,0-1 0 0 0,-3 5-1 0 0,-27 38-1061 0 0,-4-8-5241 0 0,12-17-1055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6.7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614 12 21661 0 0,'3'-12'2076'0'0,"-9"16"-1936"0"0,-13 16-619 0 0,-21 41 1088 0 0,2 1-1 0 0,-50 117 1 0 0,35-68-356 0 0,-140 331 305 0 0,149-318-736 0 0,-46 215 0 0 0,55-131-705 0 0,24-149 396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7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5065 0 0,'2'-3'245'0'0,"1"1"-1"0"0,-1-1 0 0 0,1 1 1 0 0,0 0-1 0 0,0 0 1 0 0,0 0-1 0 0,0 0 0 0 0,0 1 1 0 0,0-1-1 0 0,0 1 1 0 0,0 0-1 0 0,7-2 1 0 0,45-9 5070 0 0,-45 11-4910 0 0,-2-1 135 0 0,0 1-1 0 0,0 0 1 0 0,0 1-1 0 0,0 0 1 0 0,0 0 0 0 0,0 1-1 0 0,0 0 1 0 0,0 0-1 0 0,0 1 1 0 0,0 0 0 0 0,0 0-1 0 0,-1 1 1 0 0,13 6-1 0 0,-14-6-466 0 0,-1 1 1 0 0,0-1-1 0 0,0 1 0 0 0,-1 1 0 0 0,1-1 0 0 0,-1 0 0 0 0,0 1 1 0 0,0 0-1 0 0,0 0 0 0 0,-1 1 0 0 0,1-1 0 0 0,-1 0 1 0 0,-1 1-1 0 0,1 0 0 0 0,-1 0 0 0 0,0 0 0 0 0,0 0 0 0 0,0 7 1 0 0,1 5-47 0 0,0 1 1 0 0,-2 0-1 0 0,0 0 1 0 0,-1 0-1 0 0,-1 0 1 0 0,-7 37 0 0 0,-38 108 218 0 0,2-10 1388 0 0,44-152-1557 0 0,0 0 0 0 0,-1 1-1 0 0,1-1 1 0 0,0 0 0 0 0,0 0-1 0 0,0 0 1 0 0,0 0 0 0 0,0 0-1 0 0,0 0 1 0 0,1 4 0 0 0,0-6-55 0 0,-1 1 0 0 0,0-1 0 0 0,0 1 0 0 0,1-1 1 0 0,-1 0-1 0 0,0 1 0 0 0,1-1 0 0 0,-1 1 0 0 0,0-1 0 0 0,1 0 1 0 0,-1 1-1 0 0,0-1 0 0 0,1 0 0 0 0,-1 1 0 0 0,1-1 1 0 0,-1 0-1 0 0,1 0 0 0 0,-1 0 0 0 0,1 1 0 0 0,-1-1 1 0 0,1 0-1 0 0,-1 0 0 0 0,1 0 0 0 0,-1 0 0 0 0,1 0 0 0 0,-1 0 1 0 0,1 0-1 0 0,4-1-18 0 0,-1 0-1 0 0,0 0 1 0 0,0 0 0 0 0,1-1-1 0 0,-1 0 1 0 0,0 0 0 0 0,-1 0-1 0 0,7-4 1 0 0,159-115-2291 0 0,-136 99 1652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1:57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0 20420 0 0,'3'5'448'0'0,"-1"5"97"0"0,-2 1 23 0 0,0-4 0 0 0,0 0-456 0 0,-2-6-112 0 0,-1 2 0 0 0,0 5 0 0 0,-3 2 256 0 0,-2 2 24 0 0,-2 0 8 0 0,-5-4 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3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 14747 0 0,'2'-16'3728'0'0,"0"29"-1869"0"0,-2 302-143 0 0,-4-212-950 0 0,12 145-1 0 0,-7-238-1100 0 0,0 1 0 0 0,1-1 0 0 0,0 0 0 0 0,1 0 0 0 0,0 1 0 0 0,1-2 0 0 0,0 1 0 0 0,1 0 0 0 0,0-1 0 0 0,6 10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3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97 7802 0 0,'3'-5'65'0'0,"0"0"1"0"0,1 1-1 0 0,-1-1 1 0 0,1 1 0 0 0,0-1-1 0 0,0 1 1 0 0,1 1-1 0 0,-1-1 1 0 0,1 1 0 0 0,0-1-1 0 0,0 1 1 0 0,0 1-1 0 0,0-1 1 0 0,1 1 0 0 0,6-3-1 0 0,11-2 1336 0 0,9-2 1260 0 0,35-7 0 0 0,-58 14-2088 0 0,0 1 0 0 0,1 0 0 0 0,-1 1 0 0 0,0 0-1 0 0,0 0 1 0 0,0 1 0 0 0,0 0 0 0 0,18 5 0 0 0,-25-5-500 0 0,0-1 1 0 0,0 1-1 0 0,0 0 1 0 0,0 0-1 0 0,0 0 1 0 0,-1 0 0 0 0,1 0-1 0 0,0 1 1 0 0,0-1-1 0 0,-1 1 1 0 0,1-1-1 0 0,-1 1 1 0 0,1-1-1 0 0,-1 1 1 0 0,0 0 0 0 0,1 0-1 0 0,-1-1 1 0 0,0 1-1 0 0,0 0 1 0 0,1 4-1 0 0,-1-2-26 0 0,0 0 0 0 0,-1 0 0 0 0,1 0-1 0 0,-1 0 1 0 0,0 0 0 0 0,0 0 0 0 0,0 0-1 0 0,-1 1 1 0 0,0-1 0 0 0,-1 5 0 0 0,-3 8-32 0 0,-1 0 0 0 0,-1 0 1 0 0,-16 29-1 0 0,23-46-12 0 0,-78 122 243 0 0,-6 11 128 0 0,83-131-377 0 0,-1 0-1 0 0,1 0 0 0 0,0 0 1 0 0,0 0-1 0 0,0 1 1 0 0,0-1-1 0 0,1 0 1 0 0,-1 1-1 0 0,1-1 1 0 0,-1 1-1 0 0,1-1 1 0 0,0 1-1 0 0,0-1 1 0 0,0 1-1 0 0,0-1 1 0 0,0 0-1 0 0,1 1 1 0 0,-1-1-1 0 0,1 1 0 0 0,-1-1 1 0 0,1 0-1 0 0,1 3 1 0 0,0-3 14 0 0,-1-1 0 0 0,1 1 0 0 0,0-1 0 0 0,-1 1 0 0 0,1-1 0 0 0,0 0 0 0 0,0 0 0 0 0,0 0 0 0 0,0 0 0 0 0,0 0 0 0 0,0 0 0 0 0,0-1-1 0 0,0 1 1 0 0,0-1 0 0 0,1 1 0 0 0,-1-1 0 0 0,0 0 0 0 0,0 0 0 0 0,0 0 0 0 0,1 0 0 0 0,-1 0 0 0 0,0-1 0 0 0,0 1 0 0 0,0 0 0 0 0,3-2 0 0 0,13-2-91 0 0,0-2 0 0 0,-1 0 0 0 0,34-17 0 0 0,-29 13-1447 0 0,40-14 0 0 0,-41 18-260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4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6 114 5529 0 0,'0'0'69'0'0,"0"0"0"0"0,-1 0 0 0 0,1 0-1 0 0,0 0 1 0 0,0 0 0 0 0,0 0 0 0 0,-1 0-1 0 0,1 0 1 0 0,0 0 0 0 0,0 1 0 0 0,0-1-1 0 0,-1 0 1 0 0,1 0 0 0 0,-1 1 481 0 0,1-1-481 0 0,0 0 0 0 0,0 0 0 0 0,0 1-1 0 0,-1-1 1 0 0,1 0 0 0 0,0 0 0 0 0,0 0-1 0 0,0 1 1 0 0,0-1 0 0 0,0 0 0 0 0,0 0-1 0 0,0 0 1 0 0,0 1 0 0 0,0-1 0 0 0,0 0 0 0 0,0 0-1 0 0,0 0 1 0 0,0 1 0 0 0,0-1 0 0 0,0 0-1 0 0,0 0 1 0 0,0 0 0 0 0,0 1 0 0 0,0-1 0 0 0,0 0-1 0 0,1 0 1 0 0,-1 0 0 0 0,0 1 0 0 0,0-1-1 0 0,14 6 2909 0 0,22-2 754 0 0,-1-7-833 0 0,61-14 0 0 0,-61 8-2410 0 0,0-2 0 0 0,-1-1 0 0 0,50-25 0 0 0,-34 4-1228 0 0,-39 24 116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4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12387 0 0,'-3'27'514'0'0,"1"0"0"0"0,3 31 1 0 0,-1-4 796 0 0,-3 16 819 0 0,1 188 2613 0 0,4-206-5074 0 0,3 0 1 0 0,20 97-1 0 0,-12-102-7244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4.7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15059 0 0,'-4'11'309'0'0,"0"0"-1"0"0,1 1 1 0 0,0-1 0 0 0,1 1-1 0 0,0 0 1 0 0,1 0 0 0 0,0 0-1 0 0,2 22 1 0 0,-1-13 567 0 0,0 29 1075 0 0,14 100-1 0 0,14-20-2955 0 0,-21-104-6697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5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11522 0 0,'-4'6'1006'0'0,"1"0"0"0"0,0 0-1 0 0,-1 0 1 0 0,2 0 0 0 0,-3 8 0 0 0,3-10-730 0 0,-5 16 196 0 0,0-1 1 0 0,1 2-1 0 0,1-1 0 0 0,1 1 0 0 0,0 0 0 0 0,2-1 0 0 0,1 1 1 0 0,0 22-1 0 0,2-35-398 0 0,0-1-1 0 0,0 1 1 0 0,1-1-1 0 0,-1 0 1 0 0,1 1 0 0 0,1-1-1 0 0,0 0 1 0 0,0 0 0 0 0,0-1-1 0 0,1 1 1 0 0,5 7 0 0 0,-5-9-39 0 0,0-1 1 0 0,0 0 0 0 0,1 0 0 0 0,-1 0-1 0 0,1-1 1 0 0,0 0 0 0 0,0 0 0 0 0,0 0-1 0 0,0 0 1 0 0,0-1 0 0 0,0 0 0 0 0,1 0-1 0 0,0 0 1 0 0,-1-1 0 0 0,1 0 0 0 0,8 1-1 0 0,-11-1-37 0 0,1 0 1 0 0,-1-1-1 0 0,0 0 0 0 0,0 0 0 0 0,0 0 0 0 0,0 0 0 0 0,0 0 0 0 0,0 0 0 0 0,0-1 0 0 0,1 0 0 0 0,-1 1 0 0 0,0-1 0 0 0,0 0 0 0 0,-1-1 0 0 0,1 1 0 0 0,0 0 0 0 0,0-1 1 0 0,-1 0-1 0 0,1 1 0 0 0,-1-1 0 0 0,1 0 0 0 0,-1-1 0 0 0,0 1 0 0 0,1 0 0 0 0,-1 0 0 0 0,-1-1 0 0 0,1 0 0 0 0,0 1 0 0 0,0-1 0 0 0,-1 0 0 0 0,0 0 0 0 0,2-5 0 0 0,-1 0 7 0 0,0 1 0 0 0,-1-1 0 0 0,0 1 0 0 0,-1-1 0 0 0,0 1-1 0 0,0-1 1 0 0,-1 0 0 0 0,1 1 0 0 0,-2-1 0 0 0,1 1-1 0 0,-1 0 1 0 0,-4-12 0 0 0,0 4-177 0 0,-1 1 0 0 0,0 0 0 0 0,-1 1 0 0 0,0-1 0 0 0,-1 1 0 0 0,0 1 0 0 0,-1 0 0 0 0,-1 0 1 0 0,0 1-1 0 0,0 0 0 0 0,-1 1 0 0 0,-1 1 0 0 0,0 0 0 0 0,-14-8 0 0 0,7 7-1362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5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17052 0 0,'-1'1'183'0'0,"1"0"-1"0"0,-1 0 1 0 0,1 0 0 0 0,0 0 0 0 0,-1 0 0 0 0,1 0 0 0 0,0 0 0 0 0,0-1 0 0 0,-1 1 0 0 0,1 0 0 0 0,0 0 0 0 0,0 0 0 0 0,0 0 0 0 0,0 0-1 0 0,0 0 1 0 0,0 0 0 0 0,1 0 0 0 0,-1 0 0 0 0,0 0 0 0 0,0 0 0 0 0,1 1 0 0 0,7 38 878 0 0,-5-23-701 0 0,1 25 307 0 0,0 77 1 0 0,-4-72-475 0 0,6 55 1 0 0,-4-86-209 0 0,1-1 0 0 0,1 0-1 0 0,0 0 1 0 0,0 0 0 0 0,2-1 0 0 0,0 1-1 0 0,13 21 1 0 0,11 8-1829 0 0,-15-24-6134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5.4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16516 0 0,'0'0'0'0'0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5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264 1 13363 0 0,'-3'2'257'0'0,"0"0"0"0"0,0 0 0 0 0,0 0 0 0 0,0 1 0 0 0,1-1 0 0 0,-1 1 0 0 0,1 0-1 0 0,-1 0 1 0 0,1 0 0 0 0,0 0 0 0 0,0 0 0 0 0,-2 6 0 0 0,-6 6 444 0 0,-14 16 247 0 0,-13 14 181 0 0,2 1 0 0 0,2 3 0 0 0,-41 80 0 0 0,71-123-1070 0 0,0 0 1 0 0,1 1 0 0 0,0-1-1 0 0,0 1 1 0 0,1-1 0 0 0,0 1-1 0 0,0-1 1 0 0,0 1 0 0 0,1 10-1 0 0,1-15-36 0 0,-1 0-1 0 0,0 0 1 0 0,1 1 0 0 0,-1-1-1 0 0,1 0 1 0 0,0 0-1 0 0,0 0 1 0 0,0 0 0 0 0,0 0-1 0 0,0 0 1 0 0,0 0 0 0 0,1-1-1 0 0,-1 1 1 0 0,1 0-1 0 0,-1-1 1 0 0,1 1 0 0 0,0-1-1 0 0,-1 1 1 0 0,1-1-1 0 0,0 0 1 0 0,0 1 0 0 0,0-1-1 0 0,0 0 1 0 0,0 0 0 0 0,0-1-1 0 0,0 1 1 0 0,0 0-1 0 0,0-1 1 0 0,1 1 0 0 0,-1-1-1 0 0,4 0 1 0 0,4 1-6 0 0,1-1-1 0 0,0 0 1 0 0,0 0 0 0 0,-1-1 0 0 0,1-1 0 0 0,-1 0 0 0 0,1 0-1 0 0,11-6 1 0 0,84-36-305 0 0,-65 25 34 0 0,55-24-538 0 0,-45 22 384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2:59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32 13363 0 0,'-15'-31'8409'0'0,"21"51"-7630"0"0,17 74-503 0 0,-5 2-1 0 0,-3 0 1 0 0,3 152-1 0 0,-18-1-152 0 0,4 112 279 0 0,2-252-1497 0 0,26 142-1 0 0,-23-203-6800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0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0 3225 0 0,'3'10'14424'0'0,"-3"-7"-14266"0"0,1-1 0 0 0,-1 0 0 0 0,1 0 0 0 0,0 0 1 0 0,0 0-1 0 0,0 0 0 0 0,0 0 0 0 0,0-1 0 0 0,1 1 1 0 0,-1 0-1 0 0,0 0 0 0 0,1-1 0 0 0,-1 1 0 0 0,1-1 1 0 0,0 1-1 0 0,-1-1 0 0 0,1 0 0 0 0,0 0 0 0 0,3 2 0 0 0,43 8 917 0 0,-41-11-1022 0 0,0 1-1 0 0,0 1 1 0 0,0-1 0 0 0,0 1-1 0 0,-1 0 1 0 0,1 0-1 0 0,-1 1 1 0 0,1 0-1 0 0,6 4 1 0 0,-12-5-64 0 0,0-1 1 0 0,0 1-1 0 0,0-1 1 0 0,0 0-1 0 0,0 1 1 0 0,0 0-1 0 0,-1-1 1 0 0,1 1-1 0 0,0-1 1 0 0,-1 1-1 0 0,1 0 1 0 0,-1 0-1 0 0,0-1 1 0 0,0 1-1 0 0,1 0 0 0 0,-1 0 1 0 0,0-1-1 0 0,0 1 1 0 0,-1 0-1 0 0,1 0 1 0 0,0-1-1 0 0,-1 1 1 0 0,1 0-1 0 0,-1-1 1 0 0,1 1-1 0 0,-1 0 1 0 0,0-1-1 0 0,0 1 1 0 0,-1 2-1 0 0,-4 7-142 0 0,0-1 0 0 0,-14 19-1 0 0,20-29 154 0 0,-85 94-469 0 0,61-71 302 0 0,2 2 0 0 0,0 0 0 0 0,-27 43 0 0 0,48-67 167 0 0,0 0 0 0 0,0 0 0 0 0,1 1 0 0 0,-1-1 0 0 0,0 0 0 0 0,0 1 0 0 0,1-1 0 0 0,-1 1 0 0 0,1-1 0 0 0,-1 1 0 0 0,1-1 0 0 0,0 1 0 0 0,-1-1 0 0 0,1 1 0 0 0,0-1 0 0 0,0 1 0 0 0,0 0 0 0 0,0-1 0 0 0,0 1 0 0 0,1-1 0 0 0,-1 1 0 0 0,0-1 0 0 0,1 1 0 0 0,-1-1 0 0 0,2 4 0 0 0,0-4 0 0 0,0 1 0 0 0,0-1 0 0 0,0 0 0 0 0,0 0 0 0 0,0 1 0 0 0,0-1 0 0 0,0 0 0 0 0,1-1 0 0 0,-1 1 0 0 0,0 0 0 0 0,1-1 0 0 0,-1 1 0 0 0,0-1 0 0 0,1 0 0 0 0,-1 0 0 0 0,5 0 0 0 0,22 0-109 0 0,0-2 0 0 0,45-8 0 0 0,-44 5 12 0 0,1 1 1 0 0,36 0-1 0 0,-63 4 117 0 0,18 1 24 0 0,35 4 1 0 0,-53-4-4 0 0,1 0-1 0 0,-1 0 1 0 0,1 0 0 0 0,-1 0 0 0 0,1 1 0 0 0,-1-1 0 0 0,0 1-1 0 0,0 0 1 0 0,0 0 0 0 0,0 1 0 0 0,0 0 0 0 0,0-1 0 0 0,-1 1 0 0 0,5 5-1 0 0,-7-6-17 0 0,0 0 0 0 0,0 0 0 0 0,0 0 0 0 0,0 0 0 0 0,-1 0 0 0 0,1 0 0 0 0,-1 0 1 0 0,1 0-1 0 0,-1 0 0 0 0,0 0 0 0 0,0 0 0 0 0,0 0 0 0 0,0 1 0 0 0,0-1 0 0 0,0 0 0 0 0,-1 0 0 0 0,1 0 0 0 0,-1 0 0 0 0,1 0 0 0 0,-1 0 0 0 0,0 0 0 0 0,0 0 0 0 0,0 0 0 0 0,0 0 0 0 0,0-1 0 0 0,-3 4 0 0 0,-4 7 66 0 0,-1-1 1 0 0,-21 20-1 0 0,18-18 6 0 0,-25 24 97 0 0,-45 54 380 0 0,73-80-528 0 0,1 0 1 0 0,0 1 0 0 0,1 0-1 0 0,0 1 1 0 0,1-1-1 0 0,-7 20 1 0 0,13-30-80 0 0,-1 0 0 0 0,0 0 0 0 0,1 1 1 0 0,0-1-1 0 0,0 0 0 0 0,-1 0 0 0 0,1 1 1 0 0,1-1-1 0 0,-1 0 0 0 0,0 1 0 0 0,0-1 0 0 0,1 0 1 0 0,0 0-1 0 0,-1 1 0 0 0,3 3 0 0 0,6 10-3797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0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0,'0'9'816'0'0,"0"-1"1"0"0,0 0-1 0 0,1 0 1 0 0,0 0-1 0 0,0 0 1 0 0,1 0-1 0 0,0 0 0 0 0,0-1 1 0 0,1 1-1 0 0,5 10 1 0 0,7 26 1464 0 0,-4 19-1620 0 0,-3 1 0 0 0,-2-1-1 0 0,-4 109 1 0 0,-2-70-355 0 0,1-11-157 0 0,-1 52 22 0 0,34 245 0 0 0,-30-365-219 0 0,8 48 234 0 0,7 122 1 0 0,-19-169-430 0 0,0 0 1 0 0,-2 0-1 0 0,-1 0 0 0 0,-1 0 0 0 0,-1-1 1 0 0,-1 1-1 0 0,-1-1 0 0 0,-1-1 1 0 0,-12 25-1 0 0,-33 58-1575 0 0,38-79 1758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1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304 4 11979 0 0,'-2'-1'175'0'0,"0"0"-1"0"0,0 1 1 0 0,0-1 0 0 0,-1 1 0 0 0,1 0 0 0 0,0 0 0 0 0,-1 0 0 0 0,1 0 0 0 0,0 0 0 0 0,0 0 0 0 0,-1 1 0 0 0,1-1 0 0 0,-3 2 0 0 0,-33 11 1556 0 0,28-9-1417 0 0,-102 41 3421 0 0,95-37-3246 0 0,1 0 0 0 0,0 1 0 0 0,1 1 0 0 0,-24 19 0 0 0,39-29-486 0 0,0 1 0 0 0,-1-1 0 0 0,1 0 0 0 0,-1 0 0 0 0,1 1 0 0 0,0-1 0 0 0,-1 0 0 0 0,1 1 0 0 0,-1-1 1 0 0,1 1-1 0 0,0-1 0 0 0,0 0 0 0 0,-1 1 0 0 0,1-1 0 0 0,0 1 0 0 0,0-1 0 0 0,-1 0 0 0 0,1 1 0 0 0,0-1 0 0 0,0 1 0 0 0,0-1 0 0 0,0 1 0 0 0,0-1 1 0 0,0 1-1 0 0,0-1 0 0 0,0 1 0 0 0,0-1 0 0 0,0 1 0 0 0,0-1 0 0 0,0 1 0 0 0,0-1 0 0 0,0 1 0 0 0,1 0 0 0 0,15 6 149 0 0,32-4 81 0 0,-44-3-226 0 0,15 0 4 0 0,0 1-1 0 0,25 4 1 0 0,-40-5-9 0 0,1 1 0 0 0,0 0 0 0 0,-1 0 0 0 0,1 1 1 0 0,-1-1-1 0 0,0 1 0 0 0,1 0 0 0 0,-1 0 0 0 0,0 1 0 0 0,0-1 0 0 0,0 1 1 0 0,-1 0-1 0 0,1 0 0 0 0,6 7 0 0 0,-9-7-12 0 0,1-1 1 0 0,-1 1 0 0 0,0 0-1 0 0,0 0 1 0 0,0 0-1 0 0,-1-1 1 0 0,1 1-1 0 0,-1 0 1 0 0,1 0-1 0 0,-1 0 1 0 0,0 0-1 0 0,0 0 1 0 0,0 0-1 0 0,-1 0 1 0 0,1 0-1 0 0,-1 0 1 0 0,1 0-1 0 0,-1 0 1 0 0,0 0-1 0 0,0 0 1 0 0,-1-1 0 0 0,-1 5-1 0 0,-5 7-57 0 0,0 0 1 0 0,-19 24-1 0 0,23-32 56 0 0,-30 38-94 0 0,-35 48-7 0 0,60-78 94 0 0,0 0 1 0 0,2 0 0 0 0,0 1 0 0 0,-10 27 0 0 0,16-41 15 0 0,1 1 0 0 0,-1 0 0 0 0,1 0 1 0 0,-1 1-1 0 0,1-1 0 0 0,0 0 0 0 0,0 0 0 0 0,0 0 0 0 0,0 0 1 0 0,0 0-1 0 0,0 0 0 0 0,0 0 0 0 0,1 0 0 0 0,-1 0 0 0 0,1 0 1 0 0,0 0-1 0 0,-1 0 0 0 0,1 0 0 0 0,0 0 0 0 0,0 0 1 0 0,0-1-1 0 0,0 1 0 0 0,1 0 0 0 0,-1-1 0 0 0,0 1 0 0 0,1-1 1 0 0,-1 1-1 0 0,1-1 0 0 0,-1 1 0 0 0,1-1 0 0 0,0 0 1 0 0,0 0-1 0 0,-1 0 0 0 0,1 0 0 0 0,0 0 0 0 0,0 0 0 0 0,0-1 1 0 0,0 1-1 0 0,3 0 0 0 0,9 2-22 0 0,0-1-1 0 0,0 0 1 0 0,0-1 0 0 0,24-1 0 0 0,-26 0-73 0 0,18-1 17 0 0,55 3 96 0 0,-79-1 14 0 0,0-1 0 0 0,-1 1 0 0 0,1 1 0 0 0,0-1 0 0 0,0 1 0 0 0,-1 0-1 0 0,1 0 1 0 0,-1 1 0 0 0,0-1 0 0 0,0 1 0 0 0,6 4 0 0 0,-9-5-17 0 0,-1-1 0 0 0,0 1-1 0 0,0 0 1 0 0,0-1 0 0 0,0 1 0 0 0,-1 0 0 0 0,1-1 0 0 0,0 1 0 0 0,-1 0-1 0 0,1 0 1 0 0,-1 0 0 0 0,1 0 0 0 0,-1-1 0 0 0,0 1 0 0 0,0 0 0 0 0,0 0 0 0 0,0 0-1 0 0,0 0 1 0 0,0 0 0 0 0,-1 0 0 0 0,1-1 0 0 0,-1 1 0 0 0,1 0 0 0 0,-1 0 0 0 0,0 0-1 0 0,0-1 1 0 0,1 1 0 0 0,-3 2 0 0 0,-2 7 23 0 0,-2-1-1 0 0,-13 19 1 0 0,20-28-37 0 0,-83 97-272 0 0,48-60-452 0 0,-38 55 0 0 0,63-76-618 0 0,1 0-3638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1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 0 0,'5'0'645'0'0,"-1"1"-1"0"0,1 0 1 0 0,-1 0-1 0 0,1 0 1 0 0,-1 1-1 0 0,0-1 1 0 0,0 1-1 0 0,0 0 1 0 0,0 1-1 0 0,6 3 1 0 0,35 31 7147 0 0,-30-23-6722 0 0,0 1 0 0 0,-2 1 0 0 0,0 0 0 0 0,0 1 0 0 0,13 25 0 0 0,-12-15-493 0 0,-2 0-1 0 0,0 1 0 0 0,8 32 0 0 0,-1 21-509 0 0,16 146 0 0 0,-26-148 528 0 0,51 375-2278 0 0,-55-417 619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1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10138 0 0,'145'17'5380'0'0,"117"9"-343"0"0,-213-24-4404 0 0,0-3 0 0 0,0-1 0 0 0,65-12 1 0 0,-77 5-510 0 0,0-2 0 0 0,-1-1 0 0 0,39-20 0 0 0,23-7-7244 0 0,-77 31 42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2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14747 0 0,'1'8'251'0'0,"1"0"0"0"0,1-1 0 0 0,-1 0 1 0 0,1 1-1 0 0,0-1 0 0 0,1 0 0 0 0,0 0 0 0 0,0-1 0 0 0,9 12 0 0 0,6 3 634 0 0,28 26-1 0 0,-27-27-434 0 0,-8-9-252 0 0,103 94 2347 0 0,-100-93-2327 0 0,0-1 1 0 0,1 0-1 0 0,0-1 1 0 0,1-1-1 0 0,0-1 1 0 0,22 8-1 0 0,2-8-818 0 0,-18-7 280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2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400 0 17828 0 0,'-3'6'392'0'0,"-9"11"88"0"0,-2 3 8 0 0,2-4 8 0 0,1-4-400 0 0,-1 0-96 0 0,-6 10 0 0 0,-15 15 0 0 0,-15 21 128 0 0,-13 11 0 0 0,2 4 0 0 0,11-10 0 0 0,9-8-128 0 0,10-15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2.9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1654 0 15635 0 0,'-92'146'5586'0'0,"-171"173"-4611"0"0,108-138-886 0 0,-155 169 63 0 0,-16 19-14 0 0,-41 39-142 0 0,245-276-2665 0 0,104-113-4526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3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338 143 2304 0 0,'2'-4'-557'0'0,"5"-21"5758"0"0,-22 27-2712 0 0,-8 8-1738 0 0,1 0 1 0 0,0 1-1 0 0,0 2 0 0 0,1 0 1 0 0,-31 26-1 0 0,15-12 227 0 0,-95 70 3190 0 0,190-124-1182 0 0,84-76-2168 0 0,-93 64-592 0 0,1 2-1 0 0,2 3 1 0 0,92-45-1 0 0,-137 76-177 0 0,-1 0 0 0 0,1 1 0 0 0,-1-1-1 0 0,1 2 1 0 0,0-1 0 0 0,0 1 0 0 0,0 0 0 0 0,0 1 0 0 0,0-1 0 0 0,0 1-1 0 0,0 1 1 0 0,12 1 0 0 0,-15-1-21 0 0,0 1 1 0 0,-1-1-1 0 0,1 1 0 0 0,0 0 0 0 0,-1 0 0 0 0,1 0 1 0 0,-1 0-1 0 0,1 1 0 0 0,-1-1 0 0 0,0 1 1 0 0,0 0-1 0 0,0 0 0 0 0,-1 0 0 0 0,1 0 1 0 0,-1 0-1 0 0,0 1 0 0 0,0-1 0 0 0,0 1 0 0 0,0 0 1 0 0,0-1-1 0 0,-1 1 0 0 0,3 8 0 0 0,2 16 67 0 0,-1 1 0 0 0,-1 0-1 0 0,-2 0 1 0 0,-1 51 0 0 0,-2-48-929 0 0,1 0 1 0 0,2-1 0 0 0,12 59 0 0 0,-6-60-7188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6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1101 0 4609 0 0,'-300'80'4077'0'0,"179"-54"-2923"0"0,-167 41 1745 0 0,182-40-945 0 0,44-12-898 0 0,1 2 0 0 0,-84 35 0 0 0,144-51-997 0 0,0-1 0 0 0,0 0 1 0 0,0 0-1 0 0,0 1 0 0 0,0-1 0 0 0,1 0 0 0 0,-1 1 0 0 0,0-1 0 0 0,0 1 0 0 0,1-1 1 0 0,-1 1-1 0 0,0-1 0 0 0,0 1 0 0 0,1 0 0 0 0,-1-1 0 0 0,1 1 0 0 0,-1 0 0 0 0,0-1 0 0 0,1 1 1 0 0,0 0-1 0 0,-1 0 0 0 0,1 0 0 0 0,-1-1 0 0 0,1 1 0 0 0,0 0 0 0 0,-1 1 0 0 0,2-1-2 0 0,-1 0-1 0 0,1 0 0 0 0,0-1 1 0 0,-1 1-1 0 0,1 0 0 0 0,0 0 1 0 0,-1-1-1 0 0,1 1 0 0 0,0 0 1 0 0,0-1-1 0 0,0 1 0 0 0,0-1 0 0 0,0 1 1 0 0,-1-1-1 0 0,1 1 0 0 0,0-1 1 0 0,0 0-1 0 0,2 1 0 0 0,50 9 524 0 0,20-5-284 0 0,115-7 0 0 0,76-23 34 0 0,-181 16-262 0 0,976-162 893 0 0,-925 147-2782 0 0,-70 15-5805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8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66 422 10594 0 0,'-40'0'1941'0'0,"15"0"3856"0"0,119 5-1609 0 0,48 13-4662 0 0,-90-11 638 0 0,5-1-151 0 0,106-3 1 0 0,58-18-78 0 0,-151 9 109 0 0,1463-98 188 0 0,68-15 405 0 0,-1082 78-133 0 0,-149 18-676 0 0,-168 11 245 0 0,100 1-19 0 0,29-2-42 0 0,-244 10 247 0 0,0 4 0 0 0,103 14 0 0 0,-180-15-287 0 0,-1 0 0 0 0,1 0 0 0 0,-1-1 0 0 0,1-1 0 0 0,-1 0 0 0 0,0 0-1 0 0,0 0 1 0 0,10-5 0 0 0,-18 7 13 0 0,0-1-1 0 0,1 1 1 0 0,-1-1 0 0 0,0 1-1 0 0,0-1 1 0 0,1 0 0 0 0,-1 0-1 0 0,0 0 1 0 0,0 1-1 0 0,0-1 1 0 0,0 0 0 0 0,0 0-1 0 0,0 0 1 0 0,0-1 0 0 0,0 1-1 0 0,0 0 1 0 0,-1 0-1 0 0,1 0 1 0 0,0-1 0 0 0,-1 1-1 0 0,1 0 1 0 0,-1-1 0 0 0,1 1-1 0 0,-1 0 1 0 0,0-1 0 0 0,1 1-1 0 0,-1 0 1 0 0,0-1-1 0 0,0 1 1 0 0,0-1 0 0 0,0 1-1 0 0,0-1 1 0 0,-1-1 0 0 0,0-1-28 0 0,0 1 1 0 0,0-1 0 0 0,0 0 0 0 0,0 1 0 0 0,-1 0-1 0 0,0-1 1 0 0,1 1 0 0 0,-1 0 0 0 0,0 0 0 0 0,-1 0-1 0 0,-3-5 1 0 0,0 14 527 0 0,4-2-468 0 0,1 0 1 0 0,-1 0-1 0 0,0 1 1 0 0,1-1 0 0 0,0 0-1 0 0,0 1 1 0 0,0-1-1 0 0,1 0 1 0 0,-1 6 0 0 0,1-9-23 0 0,0 1 1 0 0,0-1-1 0 0,0 0 1 0 0,1 0-1 0 0,-1 0 1 0 0,0 1-1 0 0,0-1 1 0 0,1 0-1 0 0,-1 0 1 0 0,0 0-1 0 0,1 1 1 0 0,-1-1-1 0 0,1 0 1 0 0,0 0-1 0 0,-1 0 1 0 0,1 0-1 0 0,0 0 1 0 0,0 0-1 0 0,-1 0 1 0 0,1 0-1 0 0,0-1 1 0 0,0 1-1 0 0,0 0 1 0 0,0 0-1 0 0,0-1 1 0 0,0 1-1 0 0,1 0 1 0 0,-1-1-1 0 0,0 1 1 0 0,0-1-1 0 0,0 0 1 0 0,0 1-1 0 0,1-1 1 0 0,-1 0-1 0 0,0 0 1 0 0,0 0-1 0 0,1 0 1 0 0,-1 0-1 0 0,0 0 1 0 0,0 0-1 0 0,1 0 1 0 0,-1 0-1 0 0,1-1 1 0 0,0 1 5 0 0,0-1-1 0 0,0 1 1 0 0,0-1 0 0 0,-1 0 0 0 0,1 1 0 0 0,0-1-1 0 0,-1 0 1 0 0,1 0 0 0 0,-1 0 0 0 0,1 0 0 0 0,-1-1 0 0 0,1 1-1 0 0,-1 0 1 0 0,0 0 0 0 0,1-1 0 0 0,-1 1 0 0 0,0-1-1 0 0,0 1 1 0 0,1-4 0 0 0,0 2 7 0 0,0-1 1 0 0,-1 1-1 0 0,0-1 0 0 0,1 0 0 0 0,-2 1 1 0 0,1-1-1 0 0,0 0 0 0 0,-1 0 0 0 0,1-7 1 0 0,-1 9-1 0 0,0 1 0 0 0,0-1 0 0 0,0 0 1 0 0,0 1-1 0 0,0-1 0 0 0,0 0 0 0 0,0 1 1 0 0,-1-1-1 0 0,1 0 0 0 0,-1 1 0 0 0,1-1 1 0 0,-1 0-1 0 0,0 1 0 0 0,1-1 0 0 0,-1 1 1 0 0,0-1-1 0 0,0 1 0 0 0,0 0 0 0 0,0-1 0 0 0,0 1 1 0 0,0 0-1 0 0,-1 0 0 0 0,1-1 0 0 0,0 1 1 0 0,-1 0-1 0 0,1 0 0 0 0,-1 1 0 0 0,1-1 1 0 0,-1 0-1 0 0,1 0 0 0 0,-1 1 0 0 0,0-1 0 0 0,1 1 1 0 0,-1-1-1 0 0,0 1 0 0 0,1 0 0 0 0,-1 0 1 0 0,0 0-1 0 0,1 0 0 0 0,-1 0 0 0 0,0 0 1 0 0,1 0-1 0 0,-1 0 0 0 0,0 1 0 0 0,0-1 1 0 0,1 0-1 0 0,-1 1 0 0 0,1 0 0 0 0,-3 1 1 0 0,-44 22-9 0 0,45-22-57 0 0,0 0-1 0 0,1 0 0 0 0,-1 0 1 0 0,0 1-1 0 0,1-1 1 0 0,-1 1-1 0 0,1-1 1 0 0,0 1-1 0 0,-1 0 1 0 0,1 0-1 0 0,1 0 1 0 0,-4 5-1 0 0,5 3-231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09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60 131 7834 0 0,'-8'-47'2638'0'0,"7"39"-1936"0"0,0 1 0 0 0,0 0 0 0 0,0-1 0 0 0,-1 1 0 0 0,0 0 0 0 0,-1 0 0 0 0,1 0 0 0 0,-1 0 0 0 0,-7-12 0 0 0,10 20-636 0 0,0-1 0 0 0,0 1 1 0 0,0-1-1 0 0,0 1 0 0 0,0-1 1 0 0,0 1-1 0 0,0-1 0 0 0,-1 1 0 0 0,1-1 1 0 0,0 1-1 0 0,0-1 0 0 0,0 0 1 0 0,0 1-1 0 0,-1-1 0 0 0,1 1 1 0 0,0-1-1 0 0,0 1 0 0 0,-1-1 1 0 0,1 0-1 0 0,0 1 0 0 0,-1-1 0 0 0,1 0 1 0 0,0 1-1 0 0,-1-1 0 0 0,1 0 1 0 0,-1 1-1 0 0,1-1 0 0 0,0 0 1 0 0,-1 0-1 0 0,1 0 0 0 0,-1 1 1 0 0,1-1-1 0 0,-1 0 0 0 0,1 0 0 0 0,-1 0 1 0 0,1 0-1 0 0,-1 0 0 0 0,1 0 1 0 0,-1 0-1 0 0,1 0 0 0 0,-1 0 1 0 0,1 0-1 0 0,-1 0 0 0 0,1 0 1 0 0,-1 0-1 0 0,1 0 0 0 0,0-1 0 0 0,-1 1 1 0 0,1 0-1 0 0,-1 0 0 0 0,1 0 1 0 0,-1-1-1 0 0,1 1 0 0 0,0 0 1 0 0,-1-1-1 0 0,1 1 0 0 0,-1 0 1 0 0,1-1-1 0 0,0 1 0 0 0,0 0 0 0 0,-1-1 1 0 0,1 1-1 0 0,0-1 0 0 0,-1 1 1 0 0,1 0-1 0 0,0-1 0 0 0,0 1 1 0 0,0-1-1 0 0,0 0 0 0 0,-4 38 558 0 0,23 161-329 0 0,5 109-113 0 0,-23 59-30 0 0,-1 29 29 0 0,33-1 129 0 0,53 61 402 0 0,5 34 32 0 0,-38 27 226 0 0,-48-354-467 0 0,-18 195 0 0 0,5-274-644 0 0,-3-1 0 0 0,-24 87 0 0 0,27-152-501 0 0,8-17 622 0 0,0 0 0 0 0,0 0 1 0 0,0 0-1 0 0,0 0 0 0 0,-1 0 1 0 0,1 0-1 0 0,0 1 0 0 0,0-1 0 0 0,0 0 1 0 0,0 0-1 0 0,-1 0 0 0 0,1 0 0 0 0,0 0 1 0 0,0 0-1 0 0,0 0 0 0 0,-1 0 1 0 0,1 0-1 0 0,0 0 0 0 0,0 0 0 0 0,0 0 1 0 0,0 0-1 0 0,-1 0 0 0 0,1 0 0 0 0,0 0 1 0 0,0 0-1 0 0,0-1 0 0 0,-1 1 0 0 0,1 0 1 0 0,0 0-1 0 0,0 0 0 0 0,0 0 1 0 0,0 0-1 0 0,0 0 0 0 0,-1 0 0 0 0,1-1 1 0 0,0 1-1 0 0,0 0 0 0 0,0 0 0 0 0,0 0 1 0 0,0 0-1 0 0,0 0 0 0 0,-1-1 0 0 0,0-2-364 0 0,0 0 0 0 0,0 0 0 0 0,0 0 0 0 0,0 0 0 0 0,0 0-1 0 0,0 0 1 0 0,0-6 0 0 0,-1-20-7735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0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71 362 5065 0 0,'-47'8'544'0'0,"24"7"2541"0"0,23-15-3048 0 0,0 0 0 0 0,0 0 0 0 0,0 0 0 0 0,0 0 0 0 0,0 0 0 0 0,0 0 0 0 0,40-2 4427 0 0,-31 1-4194 0 0,405-29 5197 0 0,-132 12-3471 0 0,-103 5-1322 0 0,219-19 231 0 0,244-18-629 0 0,277-17 11 0 0,403-40-843 0 0,-1131 82 90 0 0,5-1-2064 0 0,0 12-3494 0 0,-196 14 6011 0 0,91 2-3228 0 0,-83-1 3103 0 0,-1 0 0 0 0,1 0 0 0 0,-1 1 0 0 0,1 0 0 0 0,-1 0 1 0 0,0 1-1 0 0,1 0 0 0 0,-1 0 0 0 0,10 7 0 0 0,-15-8 403 0 0,1 1 0 0 0,-1-1 0 0 0,0 1 1 0 0,0-1-1 0 0,0 1 0 0 0,0 0 0 0 0,-1-1 0 0 0,1 1 0 0 0,-1 0 0 0 0,1 0 0 0 0,-1 0 0 0 0,0 0 0 0 0,0 0 0 0 0,-1 1 0 0 0,1-1 0 0 0,-1 0 0 0 0,1 4 1 0 0,0 10 975 0 0,-1-1 0 0 0,-2 20 0 0 0,0-11-223 0 0,4 212 2335 0 0,25 119-2707 0 0,-24-324-524 0 0,70 463 256 0 0,35-5-231 0 0,19 98 192 0 0,-33 2-229 0 0,67 329 554 0 0,-113-709-636 0 0,39 178 62 0 0,-26 6-38 0 0,15 146-52 0 0,-76-537 0 0 0,4 15 0 0 0,0 0 0 0 0,-1 1 0 0 0,-1 0 0 0 0,-1 36 0 0 0,-1-51 0 0 0,0-1 0 0 0,-1 0 0 0 0,1 1 0 0 0,-1-1 0 0 0,0 0 0 0 0,1 1 0 0 0,-2-1 0 0 0,1 0 0 0 0,0 0 0 0 0,-1 0 0 0 0,1 0 0 0 0,-1 0 0 0 0,0 0 0 0 0,0 0 0 0 0,0-1 0 0 0,0 1 0 0 0,0-1 0 0 0,-1 1 0 0 0,1-1 0 0 0,-1 0 0 0 0,0 0 0 0 0,1 0 0 0 0,-1 0 0 0 0,0 0 0 0 0,0-1 0 0 0,0 0 0 0 0,0 1 0 0 0,-1-1 0 0 0,1 0 0 0 0,0 0 0 0 0,-1-1 0 0 0,1 1 0 0 0,0-1 0 0 0,-1 1 0 0 0,-3-1 0 0 0,-21-2-93 0 0,0 0-1 0 0,1-2 0 0 0,-1-1 1 0 0,1-1-1 0 0,0-2 1 0 0,-30-12-1 0 0,-27-6-115 0 0,-57-9-91 0 0,-201-23 0 0 0,-150 25 293 0 0,-265 29 87 0 0,148 3-57 0 0,-265 12 653 0 0,4 69 0 0 0,637-38 30 0 0,113-18-1166 0 0,-137 9 1 0 0,251-32 228 0 0,-43-1-1 0 0,48 0 125 0 0,0 0 0 0 0,0 0 0 0 0,-1 0 0 0 0,1 0 0 0 0,0 0 0 0 0,0 0 0 0 0,0-1 0 0 0,0 1 0 0 0,-1 0-1 0 0,1-1 1 0 0,0 1 0 0 0,0-1 0 0 0,0 1 0 0 0,0-1 0 0 0,0 1 0 0 0,0-1 0 0 0,0 0 0 0 0,0 0 0 0 0,0 1 0 0 0,0-1 0 0 0,1 0 0 0 0,-1 0 0 0 0,0 0 0 0 0,0 0 0 0 0,1 0 0 0 0,-1 0 0 0 0,1 0 0 0 0,-1 0 0 0 0,1 0 0 0 0,-1 0-1 0 0,1-1 1 0 0,-1 0 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0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5529 0 0,'-7'6'6664'0'0,"11"5"-4606"0"0,1 12 550 0 0,3 37 1 0 0,-4 69-70 0 0,-3-101-2220 0 0,-1 93-335 0 0,5 130 1402 0 0,13-85-8421 0 0,-12-135-128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1.0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8 10594 0 0,'-3'-7'6443'0'0,"4"14"-5259"0"0,6 85 1583 0 0,-11 176-1 0 0,-33 99-2573 0 0,17-188 49 0 0,13-118-969 0 0,-8 102 1717 0 0,17-81-3755 0 0,0-61-1407 0 0,9 37 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1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31 119 2761 0 0,'-1'-12'294'0'0,"-1"0"0"0"0,0 0-1 0 0,-4-14 1 0 0,-14-30 16011 0 0,33 66-14888 0 0,13 15-1240 0 0,-4 2 126 0 0,0 2 0 0 0,-2 0 1 0 0,-2 1-1 0 0,17 36 0 0 0,47 134 316 0 0,-56-132-1106 0 0,4-1 0 0 0,3-1-1 0 0,75 112 1 0 0,-97-160-2266 0 0,-9-12 1345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1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81 6913 0 0,'5'-5'7549'0'0,"14"-1"-4211"0"0,23-3-1520 0 0,-39 8-1541 0 0,152-44-961 0 0,-142 41-119 0 0,19-6-5890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1.7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1 119 6913 0 0,'0'0'34'0'0,"0"-1"-1"0"0,0 1 0 0 0,0 0 0 0 0,0 0 0 0 0,0 0 0 0 0,0-1 0 0 0,0 1 0 0 0,0 0 1 0 0,0 0-1 0 0,0 0 0 0 0,0 0 0 0 0,0-1 0 0 0,0 1 0 0 0,0 0 0 0 0,0 0 0 0 0,0 0 0 0 0,0 0 1 0 0,0 0-1 0 0,1-1 0 0 0,-1 1 0 0 0,0 0 0 0 0,0 0 0 0 0,0 0 0 0 0,0 0 0 0 0,0 0 0 0 0,1 0 1 0 0,-1 0-1 0 0,0-1 0 0 0,0 1 0 0 0,0 0 0 0 0,0 0 0 0 0,1 0 0 0 0,-1 0 0 0 0,0 0 0 0 0,0 0 1 0 0,0 0-1 0 0,0 0 0 0 0,1 0 0 0 0,-1 0 0 0 0,0 0 0 0 0,0 0 0 0 0,0 0 0 0 0,0 0 1 0 0,1 0-1 0 0,-1 0 0 0 0,17 0 2286 0 0,19 7 2114 0 0,-26-2-3846 0 0,1 0 0 0 0,-1 1 1 0 0,0 0-1 0 0,-1 0 1 0 0,1 1-1 0 0,-1 1 0 0 0,0-1 1 0 0,-1 2-1 0 0,0-1 1 0 0,8 12-1 0 0,7 12-339 0 0,31 60-1 0 0,-20-32 31 0 0,-27-51-463 0 0,-11-21 612 0 0,-3-10-130 0 0,3-3-238 0 0,2 0 0 0 0,1 0 1 0 0,0 0-1 0 0,2-1 0 0 0,2 1 0 0 0,0 0 0 0 0,12-45 0 0 0,-9 49-2372 0 0,1 0 0 0 0,17-34 0 0 0,-12 32-4789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2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208 263 12731 0 0,'0'0'24'0'0,"0"0"0"0"0,1 0 0 0 0,-1 0-1 0 0,0 0 1 0 0,0 0 0 0 0,0 0 0 0 0,0 0 0 0 0,0 0 0 0 0,1 0 0 0 0,-1 0 0 0 0,0 0 0 0 0,0 0 0 0 0,0 0 0 0 0,0 0 0 0 0,0 0 0 0 0,1-1 0 0 0,-1 1 0 0 0,0 0 0 0 0,0 0-1 0 0,0 0 1 0 0,0 0 0 0 0,0 0 0 0 0,0 0 0 0 0,1 0 0 0 0,-1-1 0 0 0,0 1 0 0 0,0 0 0 0 0,0 0 0 0 0,0 0 0 0 0,0 0 0 0 0,0 0 0 0 0,0-1 0 0 0,0 1 0 0 0,0 0 0 0 0,0 0-1 0 0,0 0 1 0 0,0 0 0 0 0,0-1 0 0 0,0 1 0 0 0,0 0 0 0 0,0 0 0 0 0,0 0 0 0 0,0 0 0 0 0,0-1 0 0 0,0 1 0 0 0,0 0 0 0 0,0 0 0 0 0,0 0 0 0 0,0 0 0 0 0,0 0 0 0 0,0-1-1 0 0,-1 1 1 0 0,1 0 0 0 0,0 0 0 0 0,0 0 0 0 0,0 0 0 0 0,0 0 0 0 0,0 0 0 0 0,0-1 0 0 0,0 1 0 0 0,-1 0 0 0 0,1 0 0 0 0,0 0 0 0 0,0 0 0 0 0,0 0 0 0 0,-16 3 2038 0 0,-21 13 214 0 0,26-7-2094 0 0,1-1-1 0 0,0 1 1 0 0,0 1 0 0 0,1 0-1 0 0,0 0 1 0 0,1 0-1 0 0,0 1 1 0 0,1 1-1 0 0,0-1 1 0 0,1 1-1 0 0,-5 13 1 0 0,0 3-170 0 0,1 1 0 0 0,1 0 0 0 0,-9 52 0 0 0,17-70-17 0 0,0 0 0 0 0,1 0 0 0 0,0 0 0 0 0,0-1 0 0 0,5 23 0 0 0,-5-31-18 0 0,1 0-1 0 0,-1 0 0 0 0,1 0 0 0 0,0 0 0 0 0,0 1 0 0 0,0-1 0 0 0,0 0 0 0 0,0 0 0 0 0,0-1 0 0 0,0 1 1 0 0,1 0-1 0 0,-1 0 0 0 0,1-1 0 0 0,-1 1 0 0 0,3 1 0 0 0,-3-2-23 0 0,1-1 0 0 0,-1 1-1 0 0,1-1 1 0 0,0 1 0 0 0,-1-1 0 0 0,1 0-1 0 0,-1 0 1 0 0,1 1 0 0 0,-1-1 0 0 0,1 0-1 0 0,0-1 1 0 0,-1 1 0 0 0,1 0 0 0 0,-1 0-1 0 0,1-1 1 0 0,0 1 0 0 0,-1-1 0 0 0,1 1-1 0 0,-1-1 1 0 0,0 1 0 0 0,1-1 0 0 0,-1 0-1 0 0,1 0 1 0 0,1-1 0 0 0,5-4-234 0 0,0-1 1 0 0,0 0 0 0 0,0 0-1 0 0,-1-1 1 0 0,0 0 0 0 0,-1 0-1 0 0,1 0 1 0 0,-1-1 0 0 0,-1 0-1 0 0,0 0 1 0 0,0-1 0 0 0,5-16-1 0 0,0-4-404 0 0,-1-1 0 0 0,10-59 0 0 0,-2-88 582 0 0,-16-1 3892 0 0,-1 172-3322 0 0,-1 0-1 0 0,0 0 0 0 0,0 1 1 0 0,0-1-1 0 0,-4-9 1 0 0,5 15-398 0 0,0 0 0 0 0,0 1 0 0 0,-1-1 0 0 0,1 0 0 0 0,0 1 0 0 0,-1-1 0 0 0,1 1 1 0 0,-1-1-1 0 0,1 0 0 0 0,-1 1 0 0 0,1-1 0 0 0,-1 1 0 0 0,1-1 0 0 0,-1 1 0 0 0,1-1 0 0 0,-1 1 0 0 0,1 0 0 0 0,-1-1 0 0 0,0 1 0 0 0,1 0 1 0 0,-1-1-1 0 0,0 1 0 0 0,0 0 0 0 0,-1 0-31 0 0,1 0 1 0 0,0 1 0 0 0,0-1-1 0 0,0 0 1 0 0,-1 1 0 0 0,1-1 0 0 0,0 1-1 0 0,0 0 1 0 0,0-1 0 0 0,0 1-1 0 0,0 0 1 0 0,0 0 0 0 0,0 0-1 0 0,0 0 1 0 0,0-1 0 0 0,0 1-1 0 0,1 0 1 0 0,-2 3 0 0 0,-2 2-17 0 0,1 0 1 0 0,0 0-1 0 0,0 0 1 0 0,0 0 0 0 0,1 1-1 0 0,0-1 1 0 0,0 1-1 0 0,1 0 1 0 0,0-1-1 0 0,0 1 1 0 0,0 0 0 0 0,1 0-1 0 0,0 0 1 0 0,0 0-1 0 0,1 0 1 0 0,0-1-1 0 0,0 1 1 0 0,1 0 0 0 0,-1-1-1 0 0,4 9 1 0 0,6 15 175 0 0,2-1 1 0 0,31 55 0 0 0,-37-70-178 0 0,12 20-133 0 0,61 99-112 0 0,-72-121 193 0 0,1-1 1 0 0,0 0-1 0 0,0-1 0 0 0,1 0 1 0 0,1 0-1 0 0,0-1 1 0 0,0 0-1 0 0,19 10 1 0 0,-28-17 9 0 0,0-1 1 0 0,1 1-1 0 0,-1-1 1 0 0,1 0-1 0 0,-1 0 1 0 0,1 0-1 0 0,-1 0 1 0 0,1-1 0 0 0,0 1-1 0 0,0 0 1 0 0,-1-1-1 0 0,1 0 1 0 0,0 0-1 0 0,-1 0 1 0 0,1 0-1 0 0,0 0 1 0 0,0 0-1 0 0,-1-1 1 0 0,1 0-1 0 0,0 1 1 0 0,-1-1-1 0 0,1 0 1 0 0,-1 0-1 0 0,1 0 1 0 0,-1-1-1 0 0,1 1 1 0 0,-1 0-1 0 0,0-1 1 0 0,1 0-1 0 0,-1 1 1 0 0,0-1-1 0 0,0 0 1 0 0,0 0-1 0 0,-1 0 1 0 0,1-1-1 0 0,0 1 1 0 0,-1 0-1 0 0,0 0 1 0 0,1-1-1 0 0,-1 1 1 0 0,0-1-1 0 0,1-3 1 0 0,3-9-99 0 0,0-1 0 0 0,-1 0 0 0 0,0 0 0 0 0,-1-1 0 0 0,0-23 0 0 0,-1 8 50 0 0,-2 20 221 0 0,0 0-1 0 0,1 0 1 0 0,1 0 0 0 0,0 0-1 0 0,0 0 1 0 0,1 0-1 0 0,1 0 1 0 0,0 1-1 0 0,7-15 1 0 0,-11 26-141 0 0,0-1 1 0 0,0 1-1 0 0,0-1 0 0 0,0 1 1 0 0,1 0-1 0 0,-1-1 1 0 0,0 1-1 0 0,0-1 0 0 0,1 1 1 0 0,-1 0-1 0 0,0-1 1 0 0,1 1-1 0 0,-1 0 0 0 0,0 0 1 0 0,1-1-1 0 0,-1 1 1 0 0,0 0-1 0 0,1 0 0 0 0,-1-1 1 0 0,1 1-1 0 0,-1 0 1 0 0,1 0-1 0 0,-1 0 0 0 0,0 0 1 0 0,1 0-1 0 0,-1-1 1 0 0,1 1-1 0 0,-1 0 0 0 0,1 0 1 0 0,-1 0-1 0 0,1 0 1 0 0,-1 0-1 0 0,1 1 0 0 0,0-1 1 0 0,10 14 153 0 0,2 26-30 0 0,-12-40-127 0 0,5 26 241 0 0,4 13-221 0 0,19 49-1 0 0,-26-79-73 0 0,1 1 0 0 0,1-1 0 0 0,0 0 1 0 0,0 0-1 0 0,1-1 0 0 0,0 1 0 0 0,0-1 0 0 0,1-1 0 0 0,0 1 0 0 0,11 8 1 0 0,-16-14 48 0 0,-1-1 1 0 0,1 0 0 0 0,-1 0 0 0 0,1 0-1 0 0,-1-1 1 0 0,1 1 0 0 0,-1 0 0 0 0,1-1-1 0 0,0 1 1 0 0,-1-1 0 0 0,1 1 0 0 0,0-1-1 0 0,-1 0 1 0 0,1 0 0 0 0,0 1 0 0 0,0-1-1 0 0,-1-1 1 0 0,1 1 0 0 0,0 0 0 0 0,0 0-1 0 0,2-1 1 0 0,-1-1-14 0 0,-1 1-1 0 0,1 0 0 0 0,-1-1 1 0 0,0 0-1 0 0,1 1 1 0 0,-1-1-1 0 0,0 0 0 0 0,0 0 1 0 0,0 0-1 0 0,0-1 1 0 0,0 1-1 0 0,1-3 0 0 0,5-10-4 0 0,0 0 0 0 0,-1-1 0 0 0,9-28 0 0 0,-9 23 252 0 0,55-126-564 0 0,-56 151 527 0 0,-1 1 0 0 0,0 0 0 0 0,0 1-1 0 0,7 8 1 0 0,110 132 352 0 0,-117-140-667 0 0,0-1-1 0 0,0 0 1 0 0,0 0-1 0 0,0 0 1 0 0,1-1 0 0 0,11 8-1 0 0,-16-12 92 0 0,-1 0-1 0 0,1 0 1 0 0,-1 0-1 0 0,1 0 1 0 0,-1 0 0 0 0,0 0-1 0 0,1 0 1 0 0,-1 0-1 0 0,1 0 1 0 0,-1-1-1 0 0,1 1 1 0 0,-1 0-1 0 0,0 0 1 0 0,1 0 0 0 0,-1-1-1 0 0,1 1 1 0 0,-1 0-1 0 0,0 0 1 0 0,1-1-1 0 0,-1 1 1 0 0,0 0 0 0 0,1-1-1 0 0,-1 1 1 0 0,0 0-1 0 0,0-1 1 0 0,1 1-1 0 0,-1-1 1 0 0,0 1 0 0 0,0 0-1 0 0,0-1 1 0 0,0 1-1 0 0,1-1 1 0 0,-1 1-1 0 0,0-1 1 0 0,0 1 0 0 0,0-1-1 0 0,6-21-857 0 0,-5 17 442 0 0,10-29-2810 0 0,23-46 0 0 0,-11 28 2956 0 0,-19 32 1231 0 0,-4 20-872 0 0,0-1 0 0 0,0 1 0 0 0,0-1 0 0 0,0 1 0 0 0,0-1 0 0 0,-1 1-1 0 0,1-1 1 0 0,0 1 0 0 0,0-1 0 0 0,0 1 0 0 0,-1-1 0 0 0,1 1 0 0 0,0-1 0 0 0,0 1 0 0 0,-1 0 0 0 0,1-1 0 0 0,0 1 0 0 0,-1-1-1 0 0,1 1 1 0 0,-1 0 0 0 0,1-1 0 0 0,0 1 0 0 0,-1 0 0 0 0,1 0 0 0 0,-1-1 0 0 0,1 1 0 0 0,-1 0 0 0 0,1 0 0 0 0,-1 0-1 0 0,1 0 1 0 0,-1-1 0 0 0,1 1 0 0 0,-1 0 0 0 0,1 0 0 0 0,-1 0 0 0 0,0 0 0 0 0,6 12 1353 0 0,8 17-494 0 0,14 39 1 0 0,-20-44-966 0 0,2-1 1 0 0,1 0-1 0 0,1 0 1 0 0,17 27 0 0 0,-17-38-5114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3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13827 0 0,'-1'0'81'0'0,"1"0"0"0"0,-1 0 1 0 0,1 1-1 0 0,-1-1 0 0 0,0 1 0 0 0,1-1 1 0 0,-1 0-1 0 0,1 1 0 0 0,-1-1 0 0 0,1 1 1 0 0,-1-1-1 0 0,1 1 0 0 0,-1-1 0 0 0,1 1 1 0 0,0-1-1 0 0,-1 1 0 0 0,1 0 0 0 0,0-1 1 0 0,-1 1-1 0 0,1 0 0 0 0,0-1 0 0 0,0 1 1 0 0,0 0-1 0 0,0-1 0 0 0,0 1 0 0 0,-1 0 1 0 0,1-1-1 0 0,0 2 0 0 0,16 9 2285 0 0,-4-5-1699 0 0,17 20-4431 0 0,-16-13 2516 0 0,2 1 711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3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1984 0 0,'0'0'91'0'0,"2"31"4093"0"0,-1-25-3543 0 0,12 93 6989 0 0,-9-74-6111 0 0,15 46 0 0 0,-17-67-1508 0 0,-1 0 0 0 0,1-1 0 0 0,0 1 0 0 0,0 0 0 0 0,0-1 0 0 0,0 0 0 0 0,1 0 1 0 0,-1 1-1 0 0,5 2 0 0 0,-7-5-54 0 0,1-1 0 0 0,-1 1 1 0 0,1-1-1 0 0,0 1 0 0 0,-1-1 1 0 0,1 0-1 0 0,0 1 1 0 0,-1-1-1 0 0,1 0 0 0 0,0 1 1 0 0,0-1-1 0 0,-1 0 0 0 0,1 0 1 0 0,0 0-1 0 0,0 0 0 0 0,-1 0 1 0 0,1 0-1 0 0,0 0 0 0 0,0 0 1 0 0,-1 0-1 0 0,2 0 0 0 0,-1-1-80 0 0,0 1-1 0 0,0-1 0 0 0,0 0 0 0 0,0 0 0 0 0,0 0 0 0 0,0 1 0 0 0,0-1 1 0 0,0 0-1 0 0,0 0 0 0 0,0 0 0 0 0,-1 0 0 0 0,1 0 0 0 0,0 0 1 0 0,-1-1-1 0 0,1 1 0 0 0,-1 0 0 0 0,1-2 0 0 0,9-19-217 0 0,17-32 1 0 0,-23 48 720 0 0,-1 0 1 0 0,1 1-1 0 0,0-1 0 0 0,1 1 1 0 0,-1 0-1 0 0,1 0 1 0 0,0 1-1 0 0,0-1 1 0 0,0 1-1 0 0,9-5 1 0 0,-13 8-269 0 0,1 1 0 0 0,-1 0 0 0 0,0-1 1 0 0,1 1-1 0 0,-1 0 0 0 0,0 0 1 0 0,1 0-1 0 0,-1 0 0 0 0,0 0 0 0 0,1 0 1 0 0,-1 0-1 0 0,0 0 0 0 0,1 0 1 0 0,-1 1-1 0 0,0-1 0 0 0,1 0 1 0 0,-1 1-1 0 0,0-1 0 0 0,0 1 0 0 0,1 0 1 0 0,-1-1-1 0 0,0 1 0 0 0,0 0 1 0 0,0 0-1 0 0,0 0 0 0 0,0 0 1 0 0,0 0-1 0 0,0 0 0 0 0,0 0 0 0 0,0 0 1 0 0,0 1-1 0 0,5 7 90 0 0,0-1 0 0 0,-1 1 0 0 0,6 12 0 0 0,-4-6-47 0 0,-3-9-192 0 0,56 94 300 0 0,-49-85-1148 0 0,1 1-1 0 0,15 13 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3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40 9674 0 0,'0'-2'231'0'0,"0"0"-1"0"0,0-1 1 0 0,-1 1-1 0 0,1 0 1 0 0,-1 0-1 0 0,1-1 1 0 0,-1 1-1 0 0,0 0 1 0 0,0 0-1 0 0,0 0 1 0 0,0 0-1 0 0,-1 0 1 0 0,1 0-1 0 0,0 0 1 0 0,-4-2-1 0 0,4 3-80 0 0,0 0 0 0 0,0 1-1 0 0,-1 0 1 0 0,1-1 0 0 0,0 1-1 0 0,-1 0 1 0 0,1-1 0 0 0,0 1-1 0 0,-1 0 1 0 0,1 0 0 0 0,0 0-1 0 0,-1 0 1 0 0,1 1 0 0 0,0-1-1 0 0,-1 0 1 0 0,1 0-1 0 0,0 1 1 0 0,-1-1 0 0 0,1 1-1 0 0,0-1 1 0 0,0 1 0 0 0,-1 0-1 0 0,1-1 1 0 0,0 1 0 0 0,0 0-1 0 0,0 0 1 0 0,0 0 0 0 0,0 0-1 0 0,-1 1 1 0 0,-3 2 41 0 0,1 1 1 0 0,0 0-1 0 0,0 0 1 0 0,1 0-1 0 0,-1 0 1 0 0,1 0-1 0 0,0 1 1 0 0,0-1-1 0 0,1 1 0 0 0,0 0 1 0 0,0 0-1 0 0,0 0 1 0 0,1 0-1 0 0,0 0 1 0 0,0 0-1 0 0,0 1 1 0 0,1 11-1 0 0,0-4-88 0 0,1-1 1 0 0,0 1-1 0 0,1 0 0 0 0,1-1 0 0 0,0 0 0 0 0,0 1 0 0 0,7 14 0 0 0,-2-12-48 0 0,0-1-1 0 0,0 1 1 0 0,2-2-1 0 0,0 1 1 0 0,0-1-1 0 0,1-1 1 0 0,1 0-1 0 0,1 0 1 0 0,-1-1-1 0 0,2-1 1 0 0,0 0-1 0 0,17 10 1 0 0,-21-15-204 0 0,-1-1-1 0 0,1 0 1 0 0,0 0 0 0 0,1-1 0 0 0,-1 0-1 0 0,1-1 1 0 0,0 0 0 0 0,0-1 0 0 0,0-1-1 0 0,0 1 1 0 0,0-1 0 0 0,0-1 0 0 0,0 0-1 0 0,0-1 1 0 0,0 0 0 0 0,0-1 0 0 0,0 0-1 0 0,0 0 1 0 0,0-2 0 0 0,12-4 0 0 0,-16 4-65 0 0,0 0 0 0 0,0-1 1 0 0,0 0-1 0 0,0 0 0 0 0,-1-1 1 0 0,0 1-1 0 0,0-1 1 0 0,0-1-1 0 0,-1 1 0 0 0,0-1 1 0 0,0 0-1 0 0,-1 0 0 0 0,0 0 1 0 0,0-1-1 0 0,4-13 1 0 0,-4 12 436 0 0,-1 0 0 0 0,0-1 1 0 0,-1 1-1 0 0,0-1 1 0 0,0 0-1 0 0,-1 0 1 0 0,0 0-1 0 0,-1 0 0 0 0,0 0 1 0 0,-1 0-1 0 0,0 0 1 0 0,-5-19-1 0 0,0 14-1316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4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325 335 10138 0 0,'-3'-32'5155'0'0,"-8"-16"-1806"0"0,0-5-1225 0 0,9 42-1905 0 0,1 1 1 0 0,-2 0-1 0 0,1-1 0 0 0,-1 1 1 0 0,-1 0-1 0 0,0 1 0 0 0,0-1 1 0 0,-1 1-1 0 0,-7-12 1 0 0,6 15-179 0 0,1-1 1 0 0,-2 0 0 0 0,1 1 0 0 0,-1 0 0 0 0,1 1 0 0 0,-1 0 0 0 0,-1 0 0 0 0,1 0 0 0 0,-1 1 0 0 0,0 0-1 0 0,-12-4 1 0 0,9 3-149 0 0,-1 1-1 0 0,0 0 1 0 0,1 1-1 0 0,-1 1 1 0 0,0 0-1 0 0,0 0 1 0 0,0 2-1 0 0,0-1 1 0 0,-20 3-1 0 0,6 3-642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16.0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1 404 1376 0 0,'5'-18'531'0'0,"0"0"0"0"0,-1 0 1 0 0,-2 0-1 0 0,1-1 0 0 0,-2 1 0 0 0,-1-24 0 0 0,1 13-192 0 0,-4-137-221 0 0,-5 136-43 0 0,6 25 218 0 0,6 15 365 0 0,-4-9-382 0 0,1 7 159 0 0,1 0-1 0 0,1 0 1 0 0,-1-1-1 0 0,1 1 1 0 0,0-1-1 0 0,1 1 1 0 0,0-1-1 0 0,0 0 1 0 0,8 10-1 0 0,9 19 2275 0 0,-21-36-2637 0 0,0 1 1 0 0,1 0-1 0 0,-1-1 1 0 0,0 1-1 0 0,0-1 0 0 0,1 1 1 0 0,-1-1-1 0 0,0 1 1 0 0,1-1-1 0 0,-1 1 1 0 0,1-1-1 0 0,-1 1 0 0 0,1-1 1 0 0,-1 1-1 0 0,1-1 1 0 0,-1 0-1 0 0,1 1 0 0 0,-1-1 1 0 0,1 0-1 0 0,-1 1 1 0 0,1-1-1 0 0,0 0 1 0 0,-1 0-1 0 0,1 1 0 0 0,-1-1 1 0 0,1 0-1 0 0,0 0 1 0 0,-1 0-1 0 0,1 0 0 0 0,0 0 1 0 0,0 0-1 0 0,0-1 15 0 0,1 1-1 0 0,-1-1 1 0 0,0 0-1 0 0,1 0 0 0 0,-1 1 1 0 0,0-1-1 0 0,0 0 1 0 0,0 0-1 0 0,0 0 1 0 0,0 0-1 0 0,0-1 0 0 0,2-1 1 0 0,18-40 600 0 0,-7-11-347 0 0,-13 50-281 0 0,0 0-1 0 0,-1 0 0 0 0,1-1 1 0 0,-1 1-1 0 0,0 0 1 0 0,0 0-1 0 0,0 0 0 0 0,-1 0 1 0 0,0-1-1 0 0,1 1 1 0 0,-3-4-1 0 0,3 8-42 0 0,0 0-1 0 0,-1 0 1 0 0,1 0 0 0 0,0 0 0 0 0,-1 0-1 0 0,1 0 1 0 0,0 0 0 0 0,-1 0-1 0 0,1 0 1 0 0,0 0 0 0 0,-1 0-1 0 0,1 0 1 0 0,0 0 0 0 0,-1 0-1 0 0,1 0 1 0 0,0 0 0 0 0,-1 0 0 0 0,1 0-1 0 0,0 1 1 0 0,0-1 0 0 0,-1 0-1 0 0,1 0 1 0 0,0 0 0 0 0,-1 1-1 0 0,1-1 1 0 0,0 0 0 0 0,0 0-1 0 0,0 1 1 0 0,-1-1 0 0 0,1 0-1 0 0,0 0 1 0 0,0 1 0 0 0,0-1 0 0 0,0 0-1 0 0,-1 1 1 0 0,1-1 0 0 0,0 0-1 0 0,0 1 1 0 0,0-1 0 0 0,0 0-1 0 0,0 1 1 0 0,0-1 0 0 0,0 0-1 0 0,0 1 1 0 0,-8 16 166 0 0,6-10-174 0 0,-1 0-1 0 0,2 0 1 0 0,-1 0-1 0 0,1 0 0 0 0,0 0 1 0 0,0 1-1 0 0,1-1 1 0 0,0 0-1 0 0,0 0 1 0 0,2 11-1 0 0,-2-16-20 0 0,1 0 1 0 0,-1-1-1 0 0,1 1 1 0 0,0 0-1 0 0,-1 0 0 0 0,1-1 1 0 0,0 1-1 0 0,0-1 1 0 0,0 1-1 0 0,0-1 1 0 0,0 1-1 0 0,1-1 0 0 0,-1 1 1 0 0,0-1-1 0 0,1 0 1 0 0,-1 0-1 0 0,1 0 1 0 0,1 1-1 0 0,-1-1 15 0 0,1 0 0 0 0,-1 0 0 0 0,1-1 0 0 0,0 1 1 0 0,-1-1-1 0 0,1 0 0 0 0,-1 0 0 0 0,1 0 0 0 0,0 0 0 0 0,-1 0 0 0 0,1 0 0 0 0,-1-1 0 0 0,1 1 1 0 0,-1-1-1 0 0,1 0 0 0 0,3-2 0 0 0,5-1 142 0 0,0-1 0 0 0,-1 0 0 0 0,1-1 0 0 0,17-14 0 0 0,-24 18-69 0 0,-1-1-1 0 0,1 0 1 0 0,-1 0-1 0 0,0 0 1 0 0,0-1-1 0 0,0 1 1 0 0,0-1-1 0 0,-1 1 1 0 0,1-1-1 0 0,-1 0 1 0 0,0 0-1 0 0,0 0 1 0 0,0 0-1 0 0,-1-1 1 0 0,3-7-1 0 0,-4 11-66 0 0,0 0 1 0 0,0 0-1 0 0,0 1 0 0 0,0-1 0 0 0,0 0 0 0 0,-1 0 0 0 0,1 0 0 0 0,0 0 1 0 0,0 0-1 0 0,0 1 0 0 0,-1-1 0 0 0,1 0 0 0 0,-1 0 0 0 0,1 0 0 0 0,0 1 0 0 0,-1-1 1 0 0,1 0-1 0 0,-1 1 0 0 0,0-1 0 0 0,1 0 0 0 0,-1 1 0 0 0,1-1 0 0 0,-1 1 0 0 0,0-1 1 0 0,0 1-1 0 0,1-1 0 0 0,-1 1 0 0 0,0-1 0 0 0,0 1 0 0 0,0 0 0 0 0,1-1 1 0 0,-1 1-1 0 0,0 0 0 0 0,0 0 0 0 0,0 0 0 0 0,0 0 0 0 0,0 0 0 0 0,1 0 0 0 0,-1 0 1 0 0,0 0-1 0 0,0 0 0 0 0,0 0 0 0 0,0 0 0 0 0,0 0 0 0 0,1 0 0 0 0,-1 1 1 0 0,-2 0-1 0 0,-2 0-65 0 0,-1 0 0 0 0,1 1-1 0 0,0 0 1 0 0,-1 0 0 0 0,1 0 0 0 0,-6 4 0 0 0,-7 7-1610 0 0,2 4-5561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1.0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150 101 1376 0 0,'2'-5'425'0'0,"-1"-1"-1"0"0,0 0 1 0 0,0 0-1 0 0,-1 0 1 0 0,1 0-1 0 0,-1 0 1 0 0,-1-8-1 0 0,0 11-140 0 0,1 1-1 0 0,0 0 0 0 0,0 0 1 0 0,-1 0-1 0 0,1 0 0 0 0,-1 0 1 0 0,0 0-1 0 0,1 0 0 0 0,-1 0 1 0 0,0 0-1 0 0,0 0 0 0 0,0 0 0 0 0,-1 0 1 0 0,1 0-1 0 0,0 1 0 0 0,-1-1 1 0 0,1 0-1 0 0,-1 1 0 0 0,0-1 1 0 0,1 1-1 0 0,-1 0 0 0 0,0 0 0 0 0,-3-2 1 0 0,3 3-104 0 0,1 0 1 0 0,0 0-1 0 0,-1 0 0 0 0,1 0 1 0 0,0 0-1 0 0,-1 0 0 0 0,1 1 1 0 0,0-1-1 0 0,-1 1 0 0 0,1-1 1 0 0,0 1-1 0 0,0-1 0 0 0,-1 1 1 0 0,1 0-1 0 0,0-1 0 0 0,0 1 1 0 0,0 0-1 0 0,0 0 1 0 0,0 0-1 0 0,0 0 0 0 0,0 0 1 0 0,0 0-1 0 0,0 0 0 0 0,1 0 1 0 0,-1 0-1 0 0,0 1 0 0 0,1-1 1 0 0,-2 2-1 0 0,-18 40 683 0 0,18-39-686 0 0,-13 40 10 0 0,1 0 0 0 0,2 0 0 0 0,2 2 0 0 0,2-1 0 0 0,2 1 0 0 0,2 0-1 0 0,2 0 1 0 0,7 79 0 0 0,-3-112-224 0 0,0-1 0 0 0,1 1 0 0 0,0-1-1 0 0,1 1 1 0 0,0-1 0 0 0,1 0 0 0 0,0-1 0 0 0,1 1-1 0 0,12 18 1 0 0,-16-27 25 0 0,1 0-1 0 0,-1 0 1 0 0,1 0 0 0 0,-1 0-1 0 0,1 0 1 0 0,0 0 0 0 0,0-1-1 0 0,0 1 1 0 0,0-1 0 0 0,1 0-1 0 0,-1 0 1 0 0,1 0 0 0 0,-1-1-1 0 0,1 1 1 0 0,0-1 0 0 0,-1 0-1 0 0,1 0 1 0 0,0 0 0 0 0,0 0-1 0 0,0-1 1 0 0,0 1 0 0 0,0-1-1 0 0,0 0 1 0 0,0 0 0 0 0,0-1-1 0 0,0 1 1 0 0,-1-1 0 0 0,1 0-1 0 0,0 0 1 0 0,0 0 0 0 0,0-1-1 0 0,-1 1 1 0 0,1-1 0 0 0,-1 0-1 0 0,5-2 1 0 0,-2-1-27 0 0,0 1-1 0 0,0-1 1 0 0,-1 0 0 0 0,1 0-1 0 0,-1-1 1 0 0,-1 0 0 0 0,1 0-1 0 0,-1 0 1 0 0,0 0 0 0 0,0 0-1 0 0,-1-1 1 0 0,1 0-1 0 0,-2 0 1 0 0,5-13 0 0 0,-2 2 210 0 0,-1 0 0 0 0,-1 0-1 0 0,-1 0 1 0 0,1-32 0 0 0,-1 65 60 0 0,0 1-1 0 0,1-1 0 0 0,1-1 1 0 0,11 30-1 0 0,-11-34-181 0 0,1 0 0 0 0,0 0 0 0 0,0-1-1 0 0,1 0 1 0 0,0 0 0 0 0,0 0-1 0 0,1-1 1 0 0,0 0 0 0 0,1 0 0 0 0,0 0-1 0 0,0-1 1 0 0,0-1 0 0 0,1 1 0 0 0,14 7-1 0 0,-17-11 0 0 0,-1-1-1 0 0,0 1 0 0 0,1-1 1 0 0,0 0-1 0 0,-1-1 0 0 0,1 1 1 0 0,0-1-1 0 0,0-1 0 0 0,0 1 0 0 0,-1-1 1 0 0,1 0-1 0 0,0 0 0 0 0,0 0 1 0 0,0-1-1 0 0,0 0 0 0 0,0 0 1 0 0,-1-1-1 0 0,1 1 0 0 0,0-1 1 0 0,-1-1-1 0 0,1 1 0 0 0,-1-1 1 0 0,0 0-1 0 0,0 0 0 0 0,0 0 0 0 0,0-1 1 0 0,-1 1-1 0 0,5-6 0 0 0,-3 3-30 0 0,0-1-1 0 0,0 1 0 0 0,0-2 1 0 0,-1 1-1 0 0,0 0 1 0 0,-1-1-1 0 0,0 0 0 0 0,0 0 1 0 0,0 0-1 0 0,-1-1 0 0 0,-1 1 1 0 0,1-1-1 0 0,-1 0 0 0 0,-1 0 1 0 0,1 0-1 0 0,-2 1 1 0 0,1-1-1 0 0,-2-18 0 0 0,-2 6-299 0 0,-1 0 0 0 0,0 0-1 0 0,-1 1 1 0 0,-2 0 0 0 0,0 0-1 0 0,-18-36 1 0 0,21 49-318 0 0,1 1 0 0 0,0-1 0 0 0,0 0 0 0 0,0 0 0 0 0,1 0 0 0 0,0-1 1 0 0,1 1-1 0 0,-1 0 0 0 0,1-12 0 0 0,2 7-1054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1.4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 6913 0 0,'-2'5'576'0'0,"1"0"-1"0"0,0 0 0 0 0,0 0 0 0 0,1 1 1 0 0,-1-1-1 0 0,1 0 0 0 0,0 0 0 0 0,1 1 1 0 0,-1-1-1 0 0,1 0 0 0 0,2 8 0 0 0,2 18 588 0 0,-1 40 570 0 0,-2-10-335 0 0,17 92 0 0 0,-16-136-1353 0 0,1 0 0 0 0,1 0 0 0 0,0 0 1 0 0,2-1-1 0 0,0 1 0 0 0,0-1 0 0 0,2-1 0 0 0,0 0 0 0 0,20 26 0 0 0,-8-22-962 0 0,-16-22-65 0 0,-5-12 343 0 0,-1 0 620 0 0,0 0 0 0 0,1 0 0 0 0,0-1 0 0 0,1 1 0 0 0,1 0 0 0 0,1 0-1 0 0,0 0 1 0 0,9-25 0 0 0,-6 21 111 0 0,2 1 0 0 0,0 1 0 0 0,1-1-1 0 0,1 1 1 0 0,0 1 0 0 0,19-22 0 0 0,-24 32 67 0 0,0 0 0 0 0,1 0 1 0 0,-1 1-1 0 0,2 0 0 0 0,-1 0 1 0 0,0 1-1 0 0,9-5 0 0 0,-13 8-68 0 0,-1 0-1 0 0,1 0 1 0 0,0 1-1 0 0,0-1 1 0 0,0 0-1 0 0,0 1 1 0 0,0-1-1 0 0,0 1 1 0 0,0 0-1 0 0,1 0 1 0 0,-1 0-1 0 0,0 0 1 0 0,0 0-1 0 0,0 0 1 0 0,0 0-1 0 0,0 1 1 0 0,0-1-1 0 0,0 1 1 0 0,0-1-1 0 0,0 1 1 0 0,0 0-1 0 0,0 0 1 0 0,0 0-1 0 0,-1 0 1 0 0,1 0-1 0 0,0 0 1 0 0,-1 1-1 0 0,1-1 1 0 0,0 0-1 0 0,-1 1 1 0 0,2 1-1 0 0,9 14 125 0 0,0-1-1 0 0,12 28 1 0 0,-14-26-222 0 0,0-1 0 0 0,20 26 0 0 0,-7-14-645 0 0,-2 1 0 0 0,23 42-1 0 0,-32-55-2030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1.6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6913 0 0,'5'40'2128'0'0,"1"-1"-1"0"0,2 0 0 0 0,1 0 0 0 0,3-1 0 0 0,19 45 0 0 0,-26-72-2251 0 0,5 10 244 0 0,-4-6-5498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1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2 14891 0 0,'0'-1'84'0'0,"0"1"-1"0"0,0 0 1 0 0,-1 0-1 0 0,1 0 1 0 0,0 0-1 0 0,0 0 1 0 0,-1 0-1 0 0,1-1 1 0 0,0 1-1 0 0,0 0 1 0 0,-1 0-1 0 0,1 0 1 0 0,0 0-1 0 0,0 0 1 0 0,-1 0-1 0 0,1 0 1 0 0,0 0-1 0 0,0 0 1 0 0,-1 0-1 0 0,1 0 1 0 0,0 0-1 0 0,-1 0 1 0 0,1 0-1 0 0,0 1 1 0 0,0-1-1 0 0,-1 0 1 0 0,1 0-1 0 0,0 0 1 0 0,0 0-1 0 0,0 0 1 0 0,-1 1-1 0 0,1-1 1 0 0,0 0-1 0 0,0 0 1 0 0,0 0-1 0 0,-1 1 1 0 0,1-1-1 0 0,0 0 1 0 0,0 0-1 0 0,0 0 1 0 0,0 1-1 0 0,-1-1 1 0 0,1 0-1 0 0,0 0 1 0 0,0 1-1 0 0,0-1 1 0 0,0 0-1 0 0,0 1 1 0 0,0-1-1 0 0,0 16-947 0 0,0-11 729 0 0,-2 7-1112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2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198 180 10138 0 0,'-5'0'198'0'0,"1"0"-1"0"0,-1-1 0 0 0,0 1 1 0 0,1 1-1 0 0,-1-1 0 0 0,1 1 1 0 0,0 0-1 0 0,-1 0 1 0 0,1 0-1 0 0,-1 0 0 0 0,1 1 1 0 0,0 0-1 0 0,0 0 0 0 0,0 0 1 0 0,0 0-1 0 0,0 1 1 0 0,1-1-1 0 0,-1 1 0 0 0,1 0 1 0 0,-6 5-1 0 0,-2 3 123 0 0,1-1 0 0 0,0 1 0 0 0,1 1 0 0 0,0-1 1 0 0,1 2-1 0 0,0-1 0 0 0,1 1 0 0 0,0 0 0 0 0,1 1 0 0 0,-8 27 0 0 0,12-35-280 0 0,1 0-1 0 0,0 1 0 0 0,0-1 1 0 0,0 0-1 0 0,1 1 1 0 0,0-1-1 0 0,0 1 0 0 0,1-1 1 0 0,0 0-1 0 0,0 1 1 0 0,0-1-1 0 0,3 7 0 0 0,-2-9-23 0 0,0 1 0 0 0,1-1 0 0 0,-1 0 0 0 0,1 0 0 0 0,0 0 0 0 0,0 0 0 0 0,0 0 0 0 0,1-1 0 0 0,-1 1 0 0 0,1-1 0 0 0,0 0 0 0 0,0 0 0 0 0,0 0 0 0 0,0-1 0 0 0,0 0 0 0 0,1 1 0 0 0,7 1 0 0 0,-5-1 43 0 0,0-1-1 0 0,-1 0 1 0 0,1 0 0 0 0,0-1 0 0 0,0 0-1 0 0,1 0 1 0 0,-1-1 0 0 0,0 0 0 0 0,0 0-1 0 0,0-1 1 0 0,0 0 0 0 0,0 0 0 0 0,9-3-1 0 0,-6 1-74 0 0,-1-1 0 0 0,0 0-1 0 0,0 0 1 0 0,0-1 0 0 0,0-1-1 0 0,-1 1 1 0 0,0-1-1 0 0,12-12 1 0 0,-6 4-114 0 0,-1-1 0 0 0,0 0 0 0 0,-2-1 0 0 0,0 0 0 0 0,0-1 1 0 0,-2 0-1 0 0,0 0 0 0 0,-1-1 0 0 0,7-22 0 0 0,-5 7 311 0 0,-2-1 0 0 0,-1 0 0 0 0,-1 0 0 0 0,-2-1-1 0 0,-1-64 1 0 0,-3 97-88 0 0,0 0 0 0 0,0 1 0 0 0,-1-1 0 0 0,1 0 0 0 0,0 1 0 0 0,-1-1 0 0 0,1 0 0 0 0,-1 1 0 0 0,1-1-1 0 0,-1 1 1 0 0,-1-4 0 0 0,-3 7 929 0 0,3 13-381 0 0,0 33-88 0 0,8 96 0 0 0,-3-116-548 0 0,1-1 0 0 0,2 0 1 0 0,1 0-1 0 0,1-1 1 0 0,11 26-1 0 0,-14-42-49 0 0,0-1-1 0 0,0 0 1 0 0,1 0 0 0 0,0 0-1 0 0,10 10 1 0 0,-15-17-89 0 0,1 0 1 0 0,0 0-1 0 0,-1 0 1 0 0,1-1-1 0 0,0 1 1 0 0,0 0-1 0 0,0-1 1 0 0,0 1-1 0 0,1-1 1 0 0,-1 0-1 0 0,0 0 1 0 0,1 0-1 0 0,-1 0 0 0 0,0 0 1 0 0,1 0-1 0 0,-1-1 1 0 0,1 1-1 0 0,-1-1 1 0 0,1 0-1 0 0,0 0 1 0 0,-1 0-1 0 0,1 0 1 0 0,-1 0-1 0 0,1 0 1 0 0,-1-1-1 0 0,1 1 1 0 0,3-2-1 0 0,-4 1-50 0 0,1-1 1 0 0,-1 0-1 0 0,1 0 0 0 0,-1 0 0 0 0,0 0 1 0 0,1 0-1 0 0,-1-1 0 0 0,-1 1 1 0 0,1-1-1 0 0,0 1 0 0 0,-1-1 0 0 0,3-3 1 0 0,15-40 53 0 0,-13 29 274 0 0,-1 4 363 0 0,17-36 1135 0 0,-21 47-1500 0 0,0 0 0 0 0,0 0-1 0 0,0 0 1 0 0,0 0 0 0 0,1 0 0 0 0,-1 1-1 0 0,1-1 1 0 0,-1 0 0 0 0,1 1 0 0 0,0-1-1 0 0,0 1 1 0 0,-1 0 0 0 0,1-1 0 0 0,0 1 0 0 0,0 0-1 0 0,0 0 1 0 0,0 0 0 0 0,4-1 0 0 0,-5 3-94 0 0,0-1 0 0 0,0 0 0 0 0,0 0 0 0 0,0 1 0 0 0,0-1 0 0 0,0 0 0 0 0,0 1 0 0 0,0-1 0 0 0,0 1 0 0 0,-1-1 0 0 0,1 1 0 0 0,0 0 0 0 0,0-1 0 0 0,0 1 1 0 0,-1 0-1 0 0,1 0 0 0 0,0-1 0 0 0,-1 1 0 0 0,1 0 0 0 0,-1 0 0 0 0,1 0 0 0 0,-1 0 0 0 0,1 0 0 0 0,-1 0 0 0 0,1 0 0 0 0,-1 0 0 0 0,0 0 0 0 0,0 0 0 0 0,0 0 0 0 0,1 0 1 0 0,-1 0-1 0 0,0 0 0 0 0,0 2 0 0 0,2 41 266 0 0,-2-38-266 0 0,-1-1-216 0 0,1-1-1 0 0,1 1 1 0 0,-1-1-1 0 0,1 1 1 0 0,-1-1-1 0 0,1 1 1 0 0,1-1-1 0 0,-1 0 1 0 0,1 1 0 0 0,-1-1-1 0 0,1 0 1 0 0,0 0-1 0 0,1 0 1 0 0,-1 0-1 0 0,1 0 1 0 0,0-1 0 0 0,5 7-1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3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11058 0 0,'7'15'1279'0'0,"1"-1"-1"0"0,15 21 0 0 0,1 2-66 0 0,5 18 152 0 0,-3 0 1 0 0,-2 2-1 0 0,32 112 1 0 0,-14 9-1670 0 0,-9 0-3479 0 0,-30-158-2664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3.2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5065 0 0,'2'-4'218'0'0,"0"0"0"0"0,0 0 1 0 0,0 0-1 0 0,1 0 0 0 0,0 1 0 0 0,-1-1 0 0 0,2 1 0 0 0,-1-1 0 0 0,0 1 1 0 0,0 0-1 0 0,1 0 0 0 0,0 1 0 0 0,5-4 0 0 0,59-28 4005 0 0,-51 27-4104 0 0,9-4 1383 0 0,42-13-1 0 0,-61 22-1084 0 0,1 0 0 0 0,-1 0 0 0 0,1 1 0 0 0,0 0 0 0 0,0 1 1 0 0,0-1-1 0 0,-1 1 0 0 0,1 1 0 0 0,0-1 0 0 0,14 4 0 0 0,-21-3-335 0 0,1-1-1 0 0,-1 1 0 0 0,1-1 1 0 0,-1 1-1 0 0,1 0 1 0 0,-1 0-1 0 0,0-1 0 0 0,1 1 1 0 0,-1 0-1 0 0,0 0 0 0 0,0 0 1 0 0,1 1-1 0 0,-1-1 1 0 0,0 0-1 0 0,0 0 0 0 0,0 1 1 0 0,-1-1-1 0 0,1 0 0 0 0,0 1 1 0 0,0-1-1 0 0,-1 1 1 0 0,1-1-1 0 0,0 2 0 0 0,-1 1-23 0 0,0-1 0 0 0,1 0-1 0 0,-1 0 1 0 0,-1 0 0 0 0,1 0-1 0 0,0 0 1 0 0,-1 0-1 0 0,0 0 1 0 0,1 0 0 0 0,-1 0-1 0 0,-2 4 1 0 0,-2 4-53 0 0,-1 0-1 0 0,0-1 1 0 0,-1 0 0 0 0,0 0-1 0 0,-9 10 1 0 0,-66 58 305 0 0,17-19-2098 0 0,28-16-4453 0 0,27-28-227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3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0,'3'1'537'0'0,"0"1"1"0"0,-1-1-1 0 0,1 1 1 0 0,0 0-1 0 0,-1 0 1 0 0,1 0-1 0 0,-1 0 1 0 0,0 0 0 0 0,0 0-1 0 0,0 0 1 0 0,0 1-1 0 0,0-1 1 0 0,0 1-1 0 0,-1 0 1 0 0,1-1-1 0 0,-1 1 1 0 0,0 0 0 0 0,0 0-1 0 0,2 5 1 0 0,3 11 925 0 0,5 37-1 0 0,-8-42-897 0 0,0 9-135 0 0,6 28 72 0 0,-8-48-630 0 0,0 1 1 0 0,0-1 0 0 0,0 0-1 0 0,0 0 1 0 0,0 0 0 0 0,1 0 0 0 0,-1-1-1 0 0,1 1 1 0 0,0 0 0 0 0,0 0-1 0 0,4 3 1 0 0,-5-5-177 0 0,-1-1 152 0 0,0 1 0 0 0,1-1 1 0 0,-1 0-1 0 0,1 0 0 0 0,-1 0 0 0 0,1 1 0 0 0,-1-1 0 0 0,0 0 0 0 0,1 0 0 0 0,-1 0 0 0 0,1 0 0 0 0,-1 0 0 0 0,1 0 0 0 0,-1 0 0 0 0,1 0 0 0 0,-1 0 1 0 0,0 0-1 0 0,1 0 0 0 0,-1 0 0 0 0,1 0 0 0 0,-1 0 0 0 0,1-1 0 0 0,-1 1 0 0 0,0 0 0 0 0,1 0 0 0 0,-1 0 0 0 0,1-1 0 0 0,-1 1 0 0 0,0 0 0 0 0,1 0 1 0 0,1-3-1065 0 0,-2 2 1064 0 0,0 1 0 0 0,1 0 0 0 0,-1-1 0 0 0,0 1 1 0 0,0-1-1 0 0,0 1 0 0 0,0-1 0 0 0,0 1 0 0 0,0-1 0 0 0,0 1 0 0 0,0 0 0 0 0,0-1 0 0 0,0 0 0 0 0,3-26-304 0 0,-5 11 456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3.6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42 9218 0 0,'0'-2'92'0'0,"0"1"0"0"0,0-1 1 0 0,0 1-1 0 0,0-1 0 0 0,0 1 0 0 0,0-1 0 0 0,1 1 0 0 0,-1-1 1 0 0,1 1-1 0 0,-1 0 0 0 0,1-1 0 0 0,-1 1 0 0 0,1-1 0 0 0,0 1 1 0 0,0 0-1 0 0,0 0 0 0 0,0-1 0 0 0,0 1 0 0 0,1-1 1 0 0,0 0 264 0 0,1 1 0 0 0,-1-1 1 0 0,1 1-1 0 0,0 0 1 0 0,-1 0-1 0 0,1 0 1 0 0,0 0-1 0 0,0 1 1 0 0,4-2-1 0 0,-5 2-184 0 0,0 0 0 0 0,0 0 0 0 0,-1-1-1 0 0,1 1 1 0 0,0 0 0 0 0,0 0 0 0 0,-1 1-1 0 0,1-1 1 0 0,0 0 0 0 0,0 1 0 0 0,-1-1-1 0 0,1 1 1 0 0,0-1 0 0 0,-1 1 0 0 0,1 0-1 0 0,-1 0 1 0 0,1 0 0 0 0,-1-1 0 0 0,1 2-1 0 0,1 0 1 0 0,20 30 1106 0 0,-20-27-1742 0 0,0 0 1 0 0,0 0 0 0 0,0 0 0 0 0,1 0-1 0 0,7 7 1 0 0,5-1-1096 0 0,2 0-10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3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5529 0 0,'1'1'178'0'0,"1"-1"0"0"0,-1 0 0 0 0,0 1 0 0 0,0-1 0 0 0,0 1 0 0 0,0-1 1 0 0,0 1-1 0 0,0 0 0 0 0,0-1 0 0 0,0 1 0 0 0,0 0 0 0 0,0 0 0 0 0,0 0 0 0 0,-1 0 0 0 0,1 0 0 0 0,0 0 0 0 0,-1 0 0 0 0,1 0 0 0 0,0 0 0 0 0,-1 0 0 0 0,1 0 0 0 0,-1 0 0 0 0,0 0 0 0 0,1 1 0 0 0,-1 0 1 0 0,11 43 3107 0 0,-6-22-2084 0 0,-3-15-968 0 0,1 0 0 0 0,1 0-1 0 0,-1 0 1 0 0,1-1 0 0 0,0 0 0 0 0,1 1-1 0 0,9 10 1 0 0,-13-17-295 0 0,0 1-1 0 0,0-1 0 0 0,1 0 1 0 0,-1 0-1 0 0,1 1 0 0 0,-1-1 1 0 0,1 0-1 0 0,-1-1 0 0 0,1 1 1 0 0,-1 0-1 0 0,1 0 0 0 0,0-1 1 0 0,0 1-1 0 0,-1 0 0 0 0,1-1 1 0 0,0 0-1 0 0,0 0 0 0 0,-1 1 1 0 0,1-1-1 0 0,0 0 0 0 0,0 0 1 0 0,0 0-1 0 0,0-1 0 0 0,-1 1 1 0 0,1 0-1 0 0,0-1 0 0 0,0 1 1 0 0,-1-1-1 0 0,1 0 0 0 0,0 1 1 0 0,-1-1-1 0 0,1 0 0 0 0,-1 0 1 0 0,1 0-1 0 0,-1 0 0 0 0,1 0 1 0 0,-1-1-1 0 0,0 1 0 0 0,1 0 1 0 0,-1-1-1 0 0,0 1 0 0 0,1-2 1 0 0,6-8-383 0 0,0 0 1 0 0,0 0-1 0 0,-1-1 1 0 0,9-22-1 0 0,-12 24 851 0 0,0 1-1 0 0,1-1 1 0 0,1 1-1 0 0,-1 0 0 0 0,1 0 1 0 0,1 0-1 0 0,0 1 1 0 0,10-10-1 0 0,-15 16-261 0 0,-1 1 0 0 0,1-1 0 0 0,0 1 0 0 0,0 0 0 0 0,-1 0 0 0 0,1 0 0 0 0,0 0 0 0 0,0 0 0 0 0,0 0 0 0 0,0 0 0 0 0,0 1 0 0 0,0-1 0 0 0,1 1 0 0 0,-1-1 0 0 0,0 1 0 0 0,0 0 0 0 0,0 0 0 0 0,0 0 1 0 0,1 0-1 0 0,-1 0 0 0 0,0 0 0 0 0,0 1 0 0 0,0-1 0 0 0,0 1 0 0 0,0 0 0 0 0,0-1 0 0 0,0 1 0 0 0,0 0 0 0 0,0 0 0 0 0,0 0 0 0 0,0 0 0 0 0,-1 1 0 0 0,1-1 0 0 0,0 1 0 0 0,-1-1 0 0 0,1 1 0 0 0,1 1 0 0 0,5 8 100 0 0,0-1-1 0 0,-1 1 1 0 0,0 0 0 0 0,-1 1-1 0 0,5 12 1 0 0,-1-2-361 0 0,-3-10-541 0 0,-1 0 0 0 0,2 0 1 0 0,0 0-1 0 0,0-1 0 0 0,1 0 0 0 0,16 15 1 0 0,-7-12 624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4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7 5529 0 0,'-2'-1'426'0'0,"1"0"0"0"0,-1 0 0 0 0,1 1 0 0 0,-1-1 0 0 0,1 0 0 0 0,-1 1-1 0 0,1-1 1 0 0,-1 1 0 0 0,1 0 0 0 0,-1-1 0 0 0,0 1 0 0 0,1 0 0 0 0,-1 0 0 0 0,1 0 0 0 0,-1 0 0 0 0,0 0-1 0 0,1 1 1 0 0,-3 0 0 0 0,1 0-43 0 0,0 0 1 0 0,0 0-1 0 0,1 0 0 0 0,-1 1 0 0 0,0-1 0 0 0,1 1 0 0 0,0 0 1 0 0,-1 0-1 0 0,-2 3 0 0 0,0 0-121 0 0,0 1 1 0 0,1-1 0 0 0,0 1-1 0 0,0 0 1 0 0,1 0-1 0 0,-1 0 1 0 0,1 0 0 0 0,-2 8-1 0 0,1-2-171 0 0,2 1 1 0 0,-1 0-1 0 0,1-1 0 0 0,1 1 1 0 0,0 0-1 0 0,1 0 0 0 0,1 0 0 0 0,0 0 1 0 0,0 0-1 0 0,1-1 0 0 0,1 1 0 0 0,0-1 1 0 0,1 1-1 0 0,0-1 0 0 0,1 0 0 0 0,10 18 1 0 0,-11-23-43 0 0,0 0 0 0 0,1 0 1 0 0,0-1-1 0 0,1 1 0 0 0,-1-1 1 0 0,1 0-1 0 0,0-1 1 0 0,0 1-1 0 0,1-1 0 0 0,0 0 1 0 0,0-1-1 0 0,0 0 1 0 0,0 0-1 0 0,1 0 0 0 0,0-1 1 0 0,-1 0-1 0 0,1-1 0 0 0,0 0 1 0 0,0 0-1 0 0,1 0 1 0 0,-1-1-1 0 0,0 0 0 0 0,0-1 1 0 0,1 0-1 0 0,-1 0 0 0 0,13-3 1 0 0,-12 2-41 0 0,0-1 1 0 0,0 0 0 0 0,0-1-1 0 0,-1 0 1 0 0,1 0-1 0 0,-1-1 1 0 0,0 0 0 0 0,0 0-1 0 0,0-1 1 0 0,-1 0-1 0 0,1 0 1 0 0,-1-1 0 0 0,-1 0-1 0 0,11-11 1 0 0,-13 12-4 0 0,-1 0 1 0 0,1 0 0 0 0,-1 0-1 0 0,0-1 1 0 0,0 1-1 0 0,-1-1 1 0 0,1 0-1 0 0,-1 0 1 0 0,-1 0-1 0 0,1 0 1 0 0,-1 0-1 0 0,0 0 1 0 0,0 0 0 0 0,-1-1-1 0 0,0 1 1 0 0,0 0-1 0 0,0 0 1 0 0,-1-1-1 0 0,0 1 1 0 0,0 0-1 0 0,-5-12 1 0 0,3 8-85 0 0,-2-1-1 0 0,0 1 1 0 0,0-1 0 0 0,-1 1 0 0 0,0 1 0 0 0,0-1-1 0 0,-1 1 1 0 0,-1 0 0 0 0,1 1 0 0 0,-1 0-1 0 0,-1 0 1 0 0,-14-10 0 0 0,15 13-18 0 0,0 0 0 0 0,0 0 1 0 0,-1 0-1 0 0,1 2 0 0 0,-1-1 0 0 0,0 1 0 0 0,0 0 1 0 0,-1 1-1 0 0,1 0 0 0 0,-1 0 0 0 0,1 1 0 0 0,-1 0 0 0 0,1 1 1 0 0,-1 0-1 0 0,-12 2 0 0 0,-15 4-2100 0 0,24-2 1069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4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0 14747 0 0,'2'4'3115'0'0,"-3"9"-1361"0"0,-8 23-454 0 0,4-20-715 0 0,-2 23-227 0 0,0 1 0 0 0,3 0 1 0 0,1 1-1 0 0,2-1 0 0 0,6 49 1 0 0,4-17-341 0 0,36 141 1 0 0,-11-83-2165 0 0,-21-92-5601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4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56 9218 0 0,'9'-7'408'0'0,"0"0"80"0"0,3 3-392 0 0,0 1-96 0 0,-1 0 0 0 0,-2 1 0 0 0,5 1 912 0 0,8-2 161 0 0,15-2 31 0 0,8-1 8 0 0,6 0-408 0 0,-2 2-88 0 0,-6 1-8 0 0,-8 1-7 0 0,-8 4-513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5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16588 0 0,'0'4'345'0'0,"-1"1"0"0"0,1 0 0 0 0,1-1 1 0 0,-1 1-1 0 0,1 0 0 0 0,-1 0 1 0 0,1-1-1 0 0,1 1 0 0 0,1 4 0 0 0,0 2-75 0 0,17 72 596 0 0,86 402 803 0 0,-64-228-3429 0 0,-34-223-5802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5.7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0 305 5529 0 0,'2'5'571'0'0,"8"-7"196"0"0,12-8 505 0 0,-18 9-1165 0 0,51-30 1688 0 0,0-2-1 0 0,-3-2 1 0 0,0-2 0 0 0,73-71 0 0 0,-118 102-1621 0 0,0 0 0 0 0,0 1 0 0 0,0 0 1 0 0,1 1-1 0 0,0-1 0 0 0,-1 1 0 0 0,1 1 0 0 0,1-1 1 0 0,-1 1-1 0 0,15-3 0 0 0,-19 6-114 0 0,-1-1 0 0 0,1 1 1 0 0,-1 0-1 0 0,1 0 0 0 0,-1 0 0 0 0,1 0 0 0 0,-1 1 0 0 0,1-1 0 0 0,-1 1 1 0 0,0 0-1 0 0,1 0 0 0 0,-1 0 0 0 0,0 1 0 0 0,0-1 0 0 0,1 1 0 0 0,-1 0 1 0 0,0 0-1 0 0,-1 0 0 0 0,1 0 0 0 0,0 0 0 0 0,0 0 0 0 0,-1 1 0 0 0,0-1 1 0 0,1 1-1 0 0,-1 0 0 0 0,0 0 0 0 0,0 0 0 0 0,-1 0 0 0 0,3 4 0 0 0,3 9 1 0 0,-1 0 0 0 0,4 19 0 0 0,-6-18 77 0 0,2 0-1 0 0,13 31 1 0 0,-17-44-125 0 0,1 0 1 0 0,-1 0-1 0 0,1 0 1 0 0,-1 0 0 0 0,1-1-1 0 0,0 1 1 0 0,1-1-1 0 0,-1 0 1 0 0,0 0-1 0 0,1 0 1 0 0,0 0-1 0 0,0-1 1 0 0,-1 1 0 0 0,2-1-1 0 0,7 3 1 0 0,-11-4-13 0 0,1-1 0 0 0,-1 0 0 0 0,0 0 0 0 0,1 0 0 0 0,-1 0 0 0 0,0 0 0 0 0,1 0 1 0 0,-1 0-1 0 0,0 0 0 0 0,1 0 0 0 0,-1-1 0 0 0,0 1 0 0 0,1 0 0 0 0,-1-1 0 0 0,0 1 0 0 0,1-1 1 0 0,-1 0-1 0 0,0 1 0 0 0,0-1 0 0 0,0 0 0 0 0,0 0 0 0 0,0 0 0 0 0,0 0 0 0 0,0 0 0 0 0,0 0 1 0 0,0 0-1 0 0,0 0 0 0 0,0 0 0 0 0,-1 0 0 0 0,1 0 0 0 0,0 0 0 0 0,0-2 0 0 0,3-7 133 0 0,0 1 0 0 0,0-1 0 0 0,3-14 0 0 0,-2 7-25 0 0,4-9-66 0 0,-3 7 2 0 0,17-37-1 0 0,-21 52-35 0 0,0 0-1 0 0,0 0 1 0 0,1 0-1 0 0,-1 0 1 0 0,1 1-1 0 0,0-1 0 0 0,0 1 1 0 0,0 0-1 0 0,1 0 1 0 0,-1 0-1 0 0,1 0 1 0 0,-1 0-1 0 0,1 1 0 0 0,6-3 1 0 0,-8 4 3 0 0,0 1 0 0 0,0 0 0 0 0,1-1 0 0 0,-1 1 0 0 0,0 0 1 0 0,0 1-1 0 0,0-1 0 0 0,1 0 0 0 0,-1 1 0 0 0,0-1 0 0 0,0 1 0 0 0,0-1 0 0 0,0 1 0 0 0,0 0 1 0 0,0 0-1 0 0,0 0 0 0 0,0 0 0 0 0,0 0 0 0 0,-1 1 0 0 0,1-1 0 0 0,0 1 0 0 0,-1-1 0 0 0,1 1 1 0 0,-1-1-1 0 0,1 1 0 0 0,-1 0 0 0 0,2 3 0 0 0,5 7 134 0 0,1 0 0 0 0,10 25 0 0 0,-16-31-130 0 0,58 136 131 0 0,-39-85-163 0 0,-4-23-129 0 0,-7-20-282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6.1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0 426 10594 0 0,'5'-1'244'0'0,"0"1"0"0"0,0-2 0 0 0,-1 1 0 0 0,1 0 0 0 0,-1-1 0 0 0,1 0 1 0 0,-1 0-1 0 0,0 0 0 0 0,1-1 0 0 0,-1 1 0 0 0,0-1 0 0 0,-1 0 0 0 0,6-5 0 0 0,5-5 748 0 0,-1 0 0 0 0,12-17 1 0 0,-16 18-611 0 0,0 0 1 0 0,-1-1-1 0 0,0 0 1 0 0,-1 0-1 0 0,-1-1 0 0 0,0 0 1 0 0,-1 0-1 0 0,6-26 1 0 0,-9 30-303 0 0,-1 0 0 0 0,0 1-1 0 0,0-1 1 0 0,-1 0 0 0 0,0 0 0 0 0,-1 0 0 0 0,0 0 0 0 0,0 1-1 0 0,-1-1 1 0 0,-1 0 0 0 0,1 1 0 0 0,-1-1 0 0 0,-1 1-1 0 0,-6-12 1 0 0,9 18-79 0 0,0 1 0 0 0,-1 0 0 0 0,1 0 0 0 0,0 0 0 0 0,-1 0 0 0 0,1 0 0 0 0,-1 0 0 0 0,1 0 0 0 0,-1 0 0 0 0,0 1 0 0 0,0-1 0 0 0,0 1 1 0 0,0-1-1 0 0,0 1 0 0 0,0 0 0 0 0,0 0 0 0 0,0 0 0 0 0,-1 0 0 0 0,1 0 0 0 0,0 0 0 0 0,-1 1 0 0 0,1-1 0 0 0,0 1 0 0 0,-1-1 0 0 0,1 1 0 0 0,-1 0 0 0 0,1 0 0 0 0,-1 0 0 0 0,1 1 0 0 0,-1-1 0 0 0,1 0 0 0 0,0 1 0 0 0,-4 1 0 0 0,1 0-31 0 0,0 0 0 0 0,1 1 0 0 0,-1 0 0 0 0,1 0 0 0 0,-1 0 0 0 0,1 0 0 0 0,0 1 0 0 0,0 0 0 0 0,1-1 0 0 0,-1 2 0 0 0,1-1 0 0 0,0 0 0 0 0,0 1 0 0 0,-3 5 1 0 0,1-2 33 0 0,1 1 1 0 0,1-1-1 0 0,-1 1 1 0 0,2 0-1 0 0,-1 0 1 0 0,1 0 0 0 0,0 0-1 0 0,1 0 1 0 0,0 0-1 0 0,0 0 1 0 0,1 0-1 0 0,1 1 1 0 0,-1-1 0 0 0,1 0-1 0 0,1 0 1 0 0,0 0-1 0 0,0 0 1 0 0,1 0-1 0 0,0 0 1 0 0,0-1 0 0 0,1 1-1 0 0,0-1 1 0 0,1 0-1 0 0,-1 0 1 0 0,2-1-1 0 0,-1 1 1 0 0,1-1 0 0 0,0 0-1 0 0,1-1 1 0 0,-1 1-1 0 0,1-1 1 0 0,1 0-1 0 0,-1-1 1 0 0,16 9 0 0 0,-11-9-323 0 0,0 0 1 0 0,0 0-1 0 0,1-1 1 0 0,-1-1 0 0 0,1 0-1 0 0,19 2 1 0 0,-4-3-6607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6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120 1 10138 0 0,'3'1'5178'0'0,"-3"13"-3026"0"0,-2 17-320 0 0,-48 226 2019 0 0,26-151-3688 0 0,5 0 0 0 0,-5 117 0 0 0,22-204-818 0 0,1-6-181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6.8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7 235 8754 0 0,'-3'-18'458'0'0,"1"-1"1"0"0,1 0-1 0 0,1 0 0 0 0,2-19 1 0 0,-1 30 31 0 0,0 1-1 0 0,1-1 1 0 0,-1 1 0 0 0,2 0 0 0 0,-1-1 0 0 0,1 1-1 0 0,0 0 1 0 0,0 1 0 0 0,1-1 0 0 0,0 0-1 0 0,0 1 1 0 0,10-11 0 0 0,-12 15-343 0 0,0 0 0 0 0,0 1 0 0 0,1-1 0 0 0,-1 0 0 0 0,1 1 0 0 0,-1-1 0 0 0,1 1 0 0 0,-1 0 0 0 0,1 0 0 0 0,0 0 0 0 0,0 0 0 0 0,-1 0 0 0 0,1 1 0 0 0,0-1 0 0 0,0 1 0 0 0,0 0 0 0 0,0 0 0 0 0,0 0 0 0 0,0 0 0 0 0,0 0 0 0 0,-1 1 0 0 0,1-1 0 0 0,0 1 0 0 0,0 0 0 0 0,0 0 0 0 0,-1 0 0 0 0,1 0 0 0 0,0 0 0 0 0,-1 1 0 0 0,1-1 0 0 0,-1 1 0 0 0,3 2 0 0 0,8 5 73 0 0,0 1 0 0 0,-1 0 0 0 0,0 1 0 0 0,14 17 0 0 0,1 7 186 0 0,-1 1 0 0 0,-2 1 0 0 0,30 61 0 0 0,-33-57-225 0 0,2-1 1 0 0,1-1-1 0 0,36 43 0 0 0,-21-41-525 0 0,-23-24-541 0 0,0 0 0 0 0,20 29 0 0 0,-31-35-1217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7.0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24 180 6449 0 0,'-9'0'189'0'0,"-5"-2"461"0"0,14 1-608 0 0,0 1 0 0 0,0 0 0 0 0,0-1 0 0 0,0 1 0 0 0,0-1 0 0 0,0 1 0 0 0,0 0 0 0 0,0-1 0 0 0,0 1 0 0 0,1 0 0 0 0,-1-1 0 0 0,0 1 0 0 0,0 0 0 0 0,0 0 0 0 0,0-1 0 0 0,1 1 0 0 0,-1 0 0 0 0,0-1 0 0 0,0 1 0 0 0,1 0 0 0 0,-1 0 0 0 0,0 0 0 0 0,1-1 0 0 0,-1 1 0 0 0,0 0 0 0 0,0 0-1 0 0,1 0 1 0 0,-1 0 0 0 0,0-1 0 0 0,1 1 0 0 0,-1 0 0 0 0,0 0 0 0 0,1 0 0 0 0,-1 0 0 0 0,1 0 0 0 0,-1 0 0 0 0,1 0 0 0 0,66-34 1567 0 0,-2 0-2926 0 0,88-32-1 0 0,-131 58 1211 0 0,1 1-1 0 0,0 1 1 0 0,0 1-1 0 0,0 2 1 0 0,1 0-1 0 0,0 1 1 0 0,-1 1-1 0 0,27 3 0 0 0,-10 3 7 0 0,-24-1-6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7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1 149 13019 0 0,'7'6'935'0'0,"2"0"1"0"0,-1 0 0 0 0,1 0-1 0 0,17 7 1 0 0,18 13 2401 0 0,-39-23-3226 0 0,0 1 0 0 0,0 0 0 0 0,0 0 0 0 0,-1 0 1 0 0,0 0-1 0 0,0 1 0 0 0,0-1 0 0 0,-1 1 0 0 0,1 0 0 0 0,-1 0 0 0 0,0 1 0 0 0,-1-1 1 0 0,1 1-1 0 0,-1-1 0 0 0,0 1 0 0 0,0 0 0 0 0,-1 0 0 0 0,0-1 0 0 0,0 1 1 0 0,0 9-1 0 0,-8-23 302 0 0,-1-8-261 0 0,5 1-201 0 0,0-1 0 0 0,0 1 0 0 0,1-1 0 0 0,1 1-1 0 0,1-1 1 0 0,0 0 0 0 0,1 1 0 0 0,1-1 0 0 0,4-18 0 0 0,-3 21-622 0 0,1 0 0 0 0,0 1 1 0 0,1 0-1 0 0,0 0 0 0 0,1 0 0 0 0,14-20 1 0 0,-5 12-6226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7.7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128 401 7834 0 0,'1'1'245'0'0,"0"1"0"0"0,0-1 0 0 0,0 1 1 0 0,0 0-1 0 0,-1-1 0 0 0,1 1 1 0 0,-1 0-1 0 0,1 0 0 0 0,-1 0 0 0 0,1-1 1 0 0,-1 1-1 0 0,0 0 0 0 0,0 0 1 0 0,0 0-1 0 0,0 0 0 0 0,0 0 0 0 0,-1-1 1 0 0,1 1-1 0 0,-1 0 0 0 0,1 0 0 0 0,-1 0 1 0 0,1-1-1 0 0,-1 1 0 0 0,0 0 1 0 0,0-1-1 0 0,0 1 0 0 0,-1 1 0 0 0,-5 8 564 0 0,-1 0 1 0 0,-1-1-1 0 0,-9 10 0 0 0,-5 6-268 0 0,13-12-245 0 0,0-1 0 0 0,2 1 0 0 0,-1 1 0 0 0,-8 21 0 0 0,16-32-215 0 0,-1 0-1 0 0,1 0 1 0 0,0 0 0 0 0,0 1 0 0 0,1-1 0 0 0,-1 0 0 0 0,1 1 0 0 0,0-1-1 0 0,1 9 1 0 0,-1-11-72 0 0,0 0-1 0 0,1 0 0 0 0,0 0 0 0 0,0 0 0 0 0,-1 0 1 0 0,1 0-1 0 0,0 0 0 0 0,1 0 0 0 0,-1-1 1 0 0,0 1-1 0 0,0 0 0 0 0,1-1 0 0 0,-1 1 1 0 0,1-1-1 0 0,0 1 0 0 0,-1-1 0 0 0,1 0 1 0 0,0 0-1 0 0,0 0 0 0 0,-1 1 0 0 0,4-1 0 0 0,-2 0-174 0 0,0 0 0 0 0,-1 0-1 0 0,1-1 1 0 0,0 0-1 0 0,0 0 1 0 0,0 1-1 0 0,0-2 1 0 0,0 1-1 0 0,0 0 1 0 0,0 0 0 0 0,0-1-1 0 0,-1 0 1 0 0,1 0-1 0 0,0 0 1 0 0,0 0-1 0 0,-1 0 1 0 0,1 0-1 0 0,0-1 1 0 0,-1 1 0 0 0,0-1-1 0 0,1 1 1 0 0,-1-1-1 0 0,0 0 1 0 0,0 0-1 0 0,0 0 1 0 0,4-5-1 0 0,2-2-726 0 0,-1 0 0 0 0,0 0-1 0 0,-1-1 1 0 0,0 0 0 0 0,8-16-1 0 0,-9 11 140 0 0,-1 0 0 0 0,0 0 1 0 0,-1 0-1 0 0,0-1 0 0 0,-1 1 0 0 0,-1-1 0 0 0,-1 0 0 0 0,0 1 0 0 0,-1-1 0 0 0,0 1 0 0 0,-4-16 0 0 0,-8-27 270 0 0,-29-85-1 0 0,39 132 685 0 0,-3-8 271 0 0,-28-74 1712 0 0,29 81-1024 0 0,0 1-1 0 0,-1-1 1 0 0,-1 1-1 0 0,0 1 1 0 0,-20-20 6477 0 0,27 31-7518 0 0,2 15 2592 0 0,11 21-1224 0 0,246 528 3469 0 0,-255-555-5301 0 0,1-2-1 0 0,0 1 1 0 0,1 0 0 0 0,0-1 0 0 0,1 0 0 0 0,-1-1 0 0 0,1 1 0 0 0,11 8-1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27.8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2304 0 0,'37'34'20210'0'0,"-30"-17"-18456"0"0,-14-11-2205 0 0,5-3-1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0.5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259 264 2761 0 0,'-3'-7'688'0'0,"-1"1"0"0"0,1-1 0 0 0,-1 1 1 0 0,0-1-1 0 0,-1 1 0 0 0,1 1 0 0 0,-1-1 0 0 0,0 0 1 0 0,-1 1-1 0 0,-11-9 0 0 0,14 12-409 0 0,0 0 0 0 0,1 0 0 0 0,-1 0 0 0 0,0 0 0 0 0,0 0 0 0 0,0 1 1 0 0,-1-1-1 0 0,1 1 0 0 0,0 0 0 0 0,-1 0 0 0 0,1 0 0 0 0,-1 0 0 0 0,1 1 0 0 0,-1-1 0 0 0,1 1 0 0 0,-1 0 0 0 0,1 0 0 0 0,-1 0 0 0 0,1 0 0 0 0,-1 1 0 0 0,1 0 0 0 0,0-1 0 0 0,-1 1 0 0 0,1 1 0 0 0,-4 1 0 0 0,3-1-117 0 0,1 1 0 0 0,0 0-1 0 0,0-1 1 0 0,1 1-1 0 0,-1 1 1 0 0,1-1-1 0 0,-1 0 1 0 0,1 1-1 0 0,0-1 1 0 0,0 1 0 0 0,1 0-1 0 0,-3 5 1 0 0,-13 53 639 0 0,13-44-606 0 0,1-4-86 0 0,-6 20 105 0 0,1 1 0 0 0,-3 48-1 0 0,10-74-208 0 0,0 0 0 0 0,1 0 0 0 0,1 0 0 0 0,-1 0 0 0 0,2 0 0 0 0,-1 0 0 0 0,1-1 0 0 0,0 1 1 0 0,1 0-1 0 0,0-1 0 0 0,0 0 0 0 0,1 1 0 0 0,0-1 0 0 0,10 13 0 0 0,-13-19-5 0 0,0-1-1 0 0,0 0 1 0 0,1 1 0 0 0,-1-1 0 0 0,0 0 0 0 0,1 0 0 0 0,-1 0 0 0 0,1 0 0 0 0,-1 0 0 0 0,1 0 0 0 0,-1 0 0 0 0,1-1 0 0 0,0 1 0 0 0,-1 0 0 0 0,1-1 0 0 0,0 1 0 0 0,-1-1 0 0 0,1 0 0 0 0,0 0-1 0 0,0 0 1 0 0,2 0 0 0 0,0 0 9 0 0,-1-1 0 0 0,1 0-1 0 0,0 0 1 0 0,-1 0-1 0 0,0 0 1 0 0,1-1 0 0 0,-1 0-1 0 0,0 1 1 0 0,6-5 0 0 0,2-3 58 0 0,-1 0 1 0 0,0 0 0 0 0,0-1 0 0 0,12-17 0 0 0,-16 18-45 0 0,0 0 1 0 0,0-1-1 0 0,-1 0 1 0 0,-1 0-1 0 0,0 0 1 0 0,0 0-1 0 0,-1-1 1 0 0,0 1-1 0 0,-1-1 1 0 0,0 0-1 0 0,-1 0 1 0 0,0 0-1 0 0,-1 0 1 0 0,0 0-1 0 0,-2-16 1 0 0,-2-1 30 0 0,-2 1 1 0 0,0 0 0 0 0,-2 0-1 0 0,-1 1 1 0 0,-12-26 0 0 0,21 50-62 0 0,-1 0 0 0 0,0 0-1 0 0,0 0 1 0 0,0 0 0 0 0,0 0 0 0 0,-1 0 0 0 0,1 1 0 0 0,-1-1 0 0 0,1 0-1 0 0,-1 0 1 0 0,1 1 0 0 0,-1-1 0 0 0,0 1 0 0 0,0 0 0 0 0,1 0 0 0 0,-3-2-1 0 0,2 3 3 0 0,1 0 0 0 0,0 0 0 0 0,0 0 0 0 0,0 0 0 0 0,0 0 0 0 0,-1 0 0 0 0,1 0 0 0 0,0 1 0 0 0,0-1 0 0 0,0 0 0 0 0,0 1 0 0 0,0-1 0 0 0,0 0 0 0 0,0 1 0 0 0,0 0 0 0 0,0-1 0 0 0,0 1 0 0 0,0 0 0 0 0,0-1 0 0 0,0 1 0 0 0,0 0 0 0 0,0 0-1 0 0,0 0 1 0 0,1 0 0 0 0,-1 0 0 0 0,0-1 0 0 0,1 1 0 0 0,-1 1 0 0 0,1-1 0 0 0,-1 0 0 0 0,0 2 0 0 0,-7 12-100 0 0,0 2 0 0 0,1-1 0 0 0,1 1 0 0 0,-6 25 0 0 0,10-33 20 0 0,0 0 0 0 0,0 0 0 0 0,1 1 0 0 0,1-1-1 0 0,0 0 1 0 0,0 0 0 0 0,0 1 0 0 0,1-1 0 0 0,1 0 0 0 0,3 12-1 0 0,-3-16 18 0 0,0-1-1 0 0,0 0 0 0 0,1 1 0 0 0,0-1 1 0 0,0 0-1 0 0,0 0 0 0 0,0-1 0 0 0,0 1 0 0 0,1-1 1 0 0,0 0-1 0 0,0 0 0 0 0,0 0 0 0 0,0 0 0 0 0,0-1 1 0 0,0 1-1 0 0,1-1 0 0 0,-1 0 0 0 0,1 0 0 0 0,-1-1 1 0 0,1 1-1 0 0,0-1 0 0 0,5 0 0 0 0,-5 0 101 0 0,-1 0 0 0 0,0-1 0 0 0,0 1 0 0 0,0-1 0 0 0,0 0 0 0 0,1 0 0 0 0,-1-1 0 0 0,0 1 0 0 0,0-1-1 0 0,0 0 1 0 0,0 0 0 0 0,0 0 0 0 0,0-1 0 0 0,0 0 0 0 0,0 1 0 0 0,-1-1 0 0 0,1-1 0 0 0,-1 1 0 0 0,1 0 0 0 0,-1-1 0 0 0,0 0 0 0 0,0 1 0 0 0,0-1-1 0 0,0-1 1 0 0,4-5 0 0 0,-1-3 134 0 0,-1 0 0 0 0,0-1 0 0 0,-1 1 0 0 0,0-1 0 0 0,-1 0 0 0 0,-1 0 0 0 0,0 0 0 0 0,0 0 0 0 0,-2-1 0 0 0,0-23-1 0 0,-2 17-74 0 0,0-1-1 0 0,-1 1 0 0 0,-1 0 0 0 0,-1 1 0 0 0,-1-1 1 0 0,-11-25-1 0 0,14 38-83 0 0,0 0 0 0 0,-1 1 0 0 0,0 0 1 0 0,0-1-1 0 0,0 2 0 0 0,-1-1 0 0 0,1 0 0 0 0,-1 1 0 0 0,-1 0 1 0 0,1 0-1 0 0,-8-5 0 0 0,10 8-5 0 0,0 1 0 0 0,-1-1 0 0 0,1 1 0 0 0,-1-1 0 0 0,1 1 0 0 0,-1 0 0 0 0,1 0 0 0 0,-1 1 0 0 0,1-1 0 0 0,-1 1 0 0 0,0 0 0 0 0,1-1 0 0 0,-1 2 0 0 0,0-1 0 0 0,1 0 0 0 0,-1 1 0 0 0,0 0 0 0 0,1 0 0 0 0,-1 0 0 0 0,1 0 0 0 0,-1 0 0 0 0,1 1 0 0 0,0-1 0 0 0,-4 3 0 0 0,-4 4-104 0 0,1 0 0 0 0,-1 1 1 0 0,2 0-1 0 0,-1 1 0 0 0,1 0 0 0 0,0 0 0 0 0,1 1 1 0 0,0 0-1 0 0,1 0 0 0 0,1 1 0 0 0,-1 0 1 0 0,-7 24-1 0 0,4-5-680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2.0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99 8754 0 0,'-8'-16'383'0'0,"6"11"-184"0"0,0 0 1 0 0,0 0 0 0 0,-1 0-1 0 0,1 1 1 0 0,-1-1 0 0 0,-7-7-1 0 0,9 11-121 0 0,0 0-1 0 0,0 0 0 0 0,0 1 0 0 0,-1-1 0 0 0,1 0 0 0 0,0 1 0 0 0,0-1 0 0 0,-1 1 0 0 0,1-1 0 0 0,0 1 1 0 0,-1 0-1 0 0,1 0 0 0 0,0-1 0 0 0,-1 1 0 0 0,1 0 0 0 0,0 0 0 0 0,-1 0 0 0 0,1 1 0 0 0,0-1 0 0 0,-1 0 1 0 0,1 0-1 0 0,0 1 0 0 0,-1-1 0 0 0,1 1 0 0 0,0-1 0 0 0,0 1 0 0 0,-1-1 0 0 0,1 1 0 0 0,0 0 0 0 0,0 0 1 0 0,0 0-1 0 0,-2 1 0 0 0,-10 8 427 0 0,0 1 0 0 0,1 0-1 0 0,0 1 1 0 0,1 0 0 0 0,0 0 0 0 0,-14 23 0 0 0,20-27-399 0 0,1-1 0 0 0,-1 1 1 0 0,1 0-1 0 0,0 0 0 0 0,1 1 1 0 0,0-1-1 0 0,0 1 0 0 0,1 0 0 0 0,0 0 1 0 0,1-1-1 0 0,0 1 0 0 0,0 0 1 0 0,1 15-1 0 0,1-18-62 0 0,1 0 0 0 0,0 0 1 0 0,0 0-1 0 0,1 0 0 0 0,-1 0 0 0 0,1-1 0 0 0,0 1 1 0 0,1-1-1 0 0,-1 0 0 0 0,1 0 0 0 0,0 0 1 0 0,1 0-1 0 0,-1-1 0 0 0,1 0 0 0 0,-1 0 1 0 0,1 0-1 0 0,1 0 0 0 0,5 2 0 0 0,-7-3-30 0 0,0-1 0 0 0,1 1 0 0 0,-1-1 0 0 0,1 0 0 0 0,-1 0 0 0 0,1-1-1 0 0,0 0 1 0 0,-1 0 0 0 0,1 0 0 0 0,0 0 0 0 0,0 0 0 0 0,0-1 0 0 0,0 0 0 0 0,0 0-1 0 0,0-1 1 0 0,0 1 0 0 0,0-1 0 0 0,-1 0 0 0 0,1 0 0 0 0,0-1 0 0 0,0 0 0 0 0,8-4-1 0 0,-6 2-51 0 0,1-2-1 0 0,-1 1 1 0 0,0-1-1 0 0,0 0 1 0 0,-1 0-1 0 0,0 0 1 0 0,0-1-1 0 0,0 0 1 0 0,-1-1-1 0 0,0 1 0 0 0,-1-1 1 0 0,0 0-1 0 0,0 0 1 0 0,3-9-1 0 0,-5 10 58 0 0,0-1-1 0 0,-1 1 0 0 0,0-1 1 0 0,0 1-1 0 0,0-1 1 0 0,-1 1-1 0 0,0-1 0 0 0,-1 1 1 0 0,0-1-1 0 0,0 0 1 0 0,-1 1-1 0 0,1 0 0 0 0,-2-1 1 0 0,1 1-1 0 0,-1 0 1 0 0,-6-12-1 0 0,1 5 186 0 0,0 1 1 0 0,-1 0-1 0 0,0 0 0 0 0,-1 1 0 0 0,-1 0 1 0 0,0 0-1 0 0,-18-13 0 0 0,25 22-141 0 0,1 0 1 0 0,-1 1-1 0 0,0 0 0 0 0,0 0 0 0 0,1 0 1 0 0,-2 0-1 0 0,1 1 0 0 0,0-1 0 0 0,0 1 0 0 0,0 0 1 0 0,0 1-1 0 0,-1-1 0 0 0,-6 0 0 0 0,7 2-41 0 0,1 0-1 0 0,-1-1 0 0 0,1 1 1 0 0,0 0-1 0 0,-1 1 1 0 0,1-1-1 0 0,0 1 0 0 0,0-1 1 0 0,0 1-1 0 0,0 0 0 0 0,0 0 1 0 0,0 0-1 0 0,1 0 0 0 0,-1 1 1 0 0,1-1-1 0 0,-1 1 1 0 0,1 0-1 0 0,0 0 0 0 0,-3 4 1 0 0,1 0-74 0 0,0 1 1 0 0,0-1 0 0 0,1 1 0 0 0,0 0-1 0 0,0 0 1 0 0,1 1 0 0 0,0-1-1 0 0,0 0 1 0 0,1 1 0 0 0,0-1 0 0 0,1 1-1 0 0,-1-1 1 0 0,2 1 0 0 0,-1-1-1 0 0,1 1 1 0 0,1-1 0 0 0,-1 1 0 0 0,1-1-1 0 0,5 12 1 0 0,-3-9-24 0 0,1 0-1 0 0,-1-1 1 0 0,2 1 0 0 0,0-1-1 0 0,0-1 1 0 0,0 1-1 0 0,2-1 1 0 0,-1 0 0 0 0,1 0-1 0 0,0-1 1 0 0,1 0-1 0 0,0 0 1 0 0,18 11 0 0 0,-22-16 98 0 0,0-1 0 0 0,0 0 0 0 0,1 0 1 0 0,-1 0-1 0 0,1-1 0 0 0,-1 1 1 0 0,1-1-1 0 0,-1-1 0 0 0,1 1 0 0 0,0-1 1 0 0,-1 0-1 0 0,1 0 0 0 0,-1 0 0 0 0,1-1 1 0 0,0 0-1 0 0,-1 0 0 0 0,1-1 1 0 0,-1 1-1 0 0,0-1 0 0 0,1 0 0 0 0,-1-1 1 0 0,8-4-1 0 0,-9 5 0 0 0,-1-1 1 0 0,1 0 0 0 0,0 0-1 0 0,-1 0 1 0 0,1 0-1 0 0,-1 0 1 0 0,0-1-1 0 0,0 1 1 0 0,-1-1-1 0 0,1 0 1 0 0,-1 0-1 0 0,1 0 1 0 0,-1 0-1 0 0,-1 0 1 0 0,1 0-1 0 0,0-1 1 0 0,-1 1-1 0 0,0-1 1 0 0,0 1-1 0 0,0-1 1 0 0,-1 1-1 0 0,0-1 1 0 0,0 0-1 0 0,0 1 1 0 0,0-1-1 0 0,0 1 1 0 0,-3-9-1 0 0,0 3 90 0 0,0 1 0 0 0,0 0 0 0 0,-1 0 0 0 0,0 1 0 0 0,-1-1-1 0 0,0 1 1 0 0,-1 0 0 0 0,1 0 0 0 0,-1 0 0 0 0,-1 1 0 0 0,1 0-1 0 0,-1 0 1 0 0,-16-11 0 0 0,18 14-96 0 0,0 1 1 0 0,0 0-1 0 0,0 0 0 0 0,0 1 0 0 0,-1-1 1 0 0,1 1-1 0 0,-1 0 0 0 0,1 1 1 0 0,-1-1-1 0 0,0 1 0 0 0,0 0 0 0 0,0 0 1 0 0,1 1-1 0 0,-1 0 0 0 0,0 0 0 0 0,0 1 1 0 0,0-1-1 0 0,0 1 0 0 0,0 0 1 0 0,1 1-1 0 0,-1-1 0 0 0,0 1 0 0 0,1 0 1 0 0,-6 3-1 0 0,8-2-17 0 0,-1-1 0 0 0,1 1 0 0 0,-1 0 1 0 0,1 0-1 0 0,0 0 0 0 0,1 0 0 0 0,-1 1 0 0 0,0-1 0 0 0,1 1 1 0 0,0-1-1 0 0,-1 1 0 0 0,2 0 0 0 0,-1 0 0 0 0,0 0 0 0 0,1 0 0 0 0,0 0 1 0 0,0 0-1 0 0,0 1 0 0 0,0-1 0 0 0,1 0 0 0 0,-1 1 0 0 0,2 7 1 0 0,-2-6-3 0 0,2 0 0 0 0,-1 1 0 0 0,1-1 0 0 0,0 0 0 0 0,0 0 0 0 0,1 1 0 0 0,0-1 0 0 0,0 0 0 0 0,0-1 0 0 0,1 1 0 0 0,0 0 0 0 0,0-1 0 0 0,0 1 0 0 0,9 8 0 0 0,-8-10-1 0 0,1-1 0 0 0,0 0-1 0 0,0 0 1 0 0,0-1 0 0 0,0 1 0 0 0,0-1 0 0 0,1 0 0 0 0,-1-1-1 0 0,1 1 1 0 0,-1-1 0 0 0,1 0 0 0 0,-1 0 0 0 0,1-1 0 0 0,0 0-1 0 0,9 0 1 0 0,-12-1 5 0 0,0 1-1 0 0,1 0 0 0 0,-1-1 1 0 0,0 0-1 0 0,0 0 0 0 0,0 0 1 0 0,0 0-1 0 0,0 0 0 0 0,0-1 1 0 0,0 1-1 0 0,0-1 0 0 0,4-3 1 0 0,-6 3 3 0 0,1 1 0 0 0,-1-1 0 0 0,0 0 0 0 0,1 1 0 0 0,-1-1 0 0 0,0 0 0 0 0,0 0 0 0 0,0 0 0 0 0,-1 0 0 0 0,1 0 0 0 0,0 0 0 0 0,-1 0 0 0 0,1 0 0 0 0,-1 0 0 0 0,0 0 0 0 0,0 0 0 0 0,1 0 0 0 0,-1 0 0 0 0,-1 0 0 0 0,1 0 1 0 0,-1-3-1 0 0,0 0 36 0 0,0-1 0 0 0,-1 1 0 0 0,0 0 0 0 0,0 0 1 0 0,0 0-1 0 0,-1 0 0 0 0,1 0 0 0 0,-1 1 0 0 0,0-1 0 0 0,-7-6 1 0 0,0 0 55 0 0,-1 0 0 0 0,-19-15 0 0 0,17 19-1972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2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 8290 0 0,'0'0'639'0'0,"2"0"-322"0"0,29 11 5635 0 0,-18-11-5908 0 0,-1 0 0 0 0,0 0-1 0 0,0-1 1 0 0,1-1 0 0 0,-1 0 0 0 0,0-1 0 0 0,12-4 0 0 0,37-6-512 0 0,-3 6 454 0 0,-29 2 14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2.9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49 5985 0 0,'25'-1'944'0'0,"0"-2"0"0"0,45-11-1 0 0,-6 1-3296 0 0,-31 4 1259 0 0,-18 1 1070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3.1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67 4833 0 0,'9'-2'104'0'0,"-3"1"24"0"0,2-1 8 0 0,-2-1 0 0 0,0 2-136 0 0,-2-1 0 0 0,2-1 0 0 0,7-1 0 0 0,6-4 80 0 0,7-2-16 0 0,1-4 0 0 0,2-3 16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3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41 8722 0 0,'9'3'192'0'0,"-3"-1"32"0"0,0-1 16 0 0,-1-1 16 0 0,-1 0-256 0 0,-1 0 0 0 0,2 0 0 0 0,2 0 0 0 0,6-1 432 0 0,3-2 40 0 0,4-2 8 0 0,1 1 0 0 0,2-2-352 0 0,-2-2-64 0 0,-2-1-64 0 0,0-2 97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3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 4145 0 0,'11'4'184'0'0,"-4"-2"40"0"0,2-1-224 0 0,-3 1 0 0 0,-2-2 0 0 0,-1 0 0 0 0,0 0 80 0 0,3 0-80 0 0,3 0 96 0 0,1 0-96 0 0,2-2 0 0 0,2 1 0 0 0,-2 1 0 0 0,2-2 0 0 0,-2-2 0 0 0,3-5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3.5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55 10594 0 0,'3'2'472'0'0,"-2"-2"96"0"0,4 1-455 0 0,-2-1-113 0 0,0-1 0 0 0,0-1 0 0 0,1 1-105 0 0,4-2-47 0 0,2 0-8 0 0,6-3 0 0 0,3-2 160 0 0,1-2 0 0 0,1-1 0 0 0,-1-1 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3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 3681 0 0,'4'0'40'0'0,"229"17"6791"0"0,-197-17-6205 0 0,0-1-1 0 0,0-2 1 0 0,0-2 0 0 0,50-12-1 0 0,-66 10-1606 0 0,-2-1-11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4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37 237 5985 0 0,'-5'-8'515'0'0,"0"-1"1"0"0,0 1-1 0 0,1-1 0 0 0,1 0 0 0 0,0 0 0 0 0,0-1 1 0 0,0 1-1 0 0,1 0 0 0 0,1-1 0 0 0,0 0 0 0 0,0 1 0 0 0,1-1 1 0 0,0-11-1 0 0,1 16-334 0 0,-1 1 1 0 0,1 0-1 0 0,0 0 1 0 0,0 0-1 0 0,0-1 0 0 0,0 1 1 0 0,1 0-1 0 0,-1 0 1 0 0,1 1-1 0 0,0-1 1 0 0,1 0-1 0 0,-1 1 1 0 0,1-1-1 0 0,-1 1 0 0 0,1 0 1 0 0,0 0-1 0 0,0 0 1 0 0,0 0-1 0 0,1 0 1 0 0,-1 1-1 0 0,1-1 1 0 0,-1 1-1 0 0,1 0 0 0 0,0 0 1 0 0,0 0-1 0 0,0 1 1 0 0,0-1-1 0 0,0 1 1 0 0,0 0-1 0 0,0 0 1 0 0,6 0-1 0 0,0 0 184 0 0,0 0 1 0 0,1 0-1 0 0,-1 1 0 0 0,0 0 1 0 0,0 1-1 0 0,0 0 0 0 0,0 1 1 0 0,17 5-1 0 0,-22-5-338 0 0,-1 0 1 0 0,1 0-1 0 0,-1 0 1 0 0,1 1-1 0 0,-1 0 1 0 0,0 0-1 0 0,0 0 1 0 0,0 0-1 0 0,-1 1 1 0 0,1 0 0 0 0,-1-1-1 0 0,0 1 1 0 0,0 1-1 0 0,0-1 1 0 0,0 0-1 0 0,-1 1 1 0 0,0-1-1 0 0,0 1 1 0 0,2 5-1 0 0,2 10-70 0 0,-1 1 0 0 0,-1-1 0 0 0,0 1 0 0 0,-2 0 0 0 0,0 0 0 0 0,-1 0 0 0 0,-5 40 0 0 0,-5 5-344 0 0,-20 74 0 0 0,19-99 660 0 0,-10 35-128 0 0,11-49-82 0 0,2-1 1 0 0,1 1 0 0 0,1 1 0 0 0,-2 37 0 0 0,7-63-214 0 0,0-1-1 0 0,0 1 1 0 0,0 0 0 0 0,0 0 0 0 0,0 0 0 0 0,0-1-1 0 0,1 1 1 0 0,-1 0 0 0 0,1 0 0 0 0,-1-1-1 0 0,1 1 1 0 0,0 0 0 0 0,0-1 0 0 0,-1 1 0 0 0,1 0-1 0 0,0-1 1 0 0,0 1 0 0 0,1-1 0 0 0,-1 0 0 0 0,0 1-1 0 0,2 1 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3:34.7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 11522 0 0,'-3'7'513'0'0,"2"-2"95"0"0,-1-1-480 0 0,1-2-128 0 0,1-1 0 0 0,0 1 320 0 0,0-1 48 0 0,0 2 8 0 0,1 0 0 0 0,2 1-1560 0 0,2 0-305 0 0,4 1-63 0 0,3-5-16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09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159 187 8754 0 0,'-30'-7'2215'0'0,"17"4"-1513"0"0,-1 0 1 0 0,1 0-1 0 0,-1 1 0 0 0,0 1 1 0 0,0 0-1 0 0,0 1 0 0 0,-18 2 1 0 0,90-7 2818 0 0,-8 2-3138 0 0,570-57 2041 0 0,-182 11-1945 0 0,-20 3-437 0 0,-389 43-142 0 0,0 1 1 0 0,0 1-1 0 0,0 2 1 0 0,0 1-1 0 0,44 8 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09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78 5185 0 0,'-1'-6'12'0'0,"-4"-37"1962"0"0,8 16 5578 0 0,-2 26-7342 0 0,-1 1-1 0 0,1 0 1 0 0,-1 0-1 0 0,1 0 1 0 0,-1-1-1 0 0,1 1 1 0 0,0 0-1 0 0,-1 0 1 0 0,1 0-1 0 0,-1 0 1 0 0,1 0 0 0 0,7 4 3351 0 0,-7-3-3351 0 0,16 10 735 0 0,51 34 169 0 0,-54-37-1061 0 0,-1 0 1 0 0,0 1 0 0 0,0 0 0 0 0,-1 1 0 0 0,0 0-1 0 0,0 1 1 0 0,-2 0 0 0 0,15 18 0 0 0,-13-9-36 0 0,0 0 0 0 0,-1 0 0 0 0,-2 1 0 0 0,0 1 0 0 0,-1-1 1 0 0,-1 1-1 0 0,-1 1 0 0 0,-1-1 0 0 0,0 1 0 0 0,-2 0 0 0 0,0 35 1 0 0,-3-44 11 0 0,-1 1 1 0 0,0-1 0 0 0,-1 0 0 0 0,-1 0 0 0 0,0 0 0 0 0,-1 0 0 0 0,0 0-1 0 0,-1-1 1 0 0,-1 0 0 0 0,0 0 0 0 0,0 0 0 0 0,-2-1 0 0 0,1 0-1 0 0,-2 0 1 0 0,0-1 0 0 0,0 0 0 0 0,-1 0 0 0 0,0-1 0 0 0,-18 14 0 0 0,-40 21-8 0 0,44-30-368 0 0,1 1 0 0 0,0 1 0 0 0,-30 29 0 0 0,36-25-2090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0.4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17 9218 0 0,'0'-1'119'0'0,"0"1"-1"0"0,0-1 1 0 0,0 0 0 0 0,1 0 0 0 0,-1 0-1 0 0,0 1 1 0 0,0-1 0 0 0,1 0 0 0 0,-1 0-1 0 0,1 1 1 0 0,-1-1 0 0 0,1 0 0 0 0,-1 1-1 0 0,1-1 1 0 0,-1 1 0 0 0,1-1 0 0 0,-1 1-1 0 0,1-1 1 0 0,0 1 0 0 0,0-1 0 0 0,-1 1-1 0 0,1-1 1 0 0,0 1 0 0 0,-1 0 0 0 0,1-1-1 0 0,0 1 1 0 0,0 0 0 0 0,0 0 0 0 0,-1 0-1 0 0,1-1 1 0 0,0 1 0 0 0,0 0 0 0 0,0 0-1 0 0,1 0 1 0 0,-1 0 44 0 0,0 0 0 0 0,0 0 0 0 0,0 0 0 0 0,0 0-1 0 0,1 1 1 0 0,-1-1 0 0 0,0 0 0 0 0,0 0 0 0 0,0 1-1 0 0,0-1 1 0 0,0 1 0 0 0,1-1 0 0 0,-1 1 0 0 0,0-1 0 0 0,0 1-1 0 0,0 0 1 0 0,-1-1 0 0 0,1 1 0 0 0,0 0 0 0 0,0 0 0 0 0,0 0-1 0 0,0 0 1 0 0,-1 0 0 0 0,1 0 0 0 0,0 1 0 0 0,2 11 322 0 0,0-1 0 0 0,-2 1 1 0 0,1 0-1 0 0,-2 0 0 0 0,0 0 1 0 0,0 0-1 0 0,-1 0 0 0 0,-3 14 1 0 0,1 0-260 0 0,-33 241 980 0 0,-2 29-910 0 0,38-291-349 0 0,-2 49-219 0 0,2-51 86 0 0,0 1-1 0 0,0 0 1 0 0,1-1 0 0 0,0 1 0 0 0,0-1 0 0 0,0 1 0 0 0,0-1 0 0 0,1 1 0 0 0,2 4 0 0 0,1-5-920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0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8290 0 0,'2'-3'167'0'0,"0"0"-1"0"0,1 0 1 0 0,-1 0 0 0 0,1 0 0 0 0,0 1 0 0 0,0-1 0 0 0,0 1 0 0 0,0 0 0 0 0,1 0-1 0 0,-1 0 1 0 0,0 0 0 0 0,1 0 0 0 0,0 1 0 0 0,-1-1 0 0 0,1 1 0 0 0,0 0-1 0 0,7-1 1 0 0,-1 1 484 0 0,0 1 0 0 0,0 0 0 0 0,0 0-1 0 0,-1 1 1 0 0,19 4 0 0 0,-15-2-188 0 0,-1 1 0 0 0,0 1-1 0 0,0 0 1 0 0,0 0 0 0 0,0 1 0 0 0,-1 1 0 0 0,0 0 0 0 0,0 1-1 0 0,-1 0 1 0 0,0 0 0 0 0,-1 1 0 0 0,1 0 0 0 0,-2 1 0 0 0,1 0 0 0 0,9 15-1 0 0,8 16-12 0 0,-2 1-1 0 0,33 78 1 0 0,-37-75-283 0 0,179 421 571 0 0,-198-463-816 0 0,0 0 0 0 0,0 0-1 0 0,0 0 1 0 0,0 0 0 0 0,-1 0-1 0 0,1 0 1 0 0,-1 6 0 0 0,0-9 15 0 0,0 1 1 0 0,0 0 0 0 0,0 0-1 0 0,0 0 1 0 0,0-1 0 0 0,-1 1-1 0 0,1 0 1 0 0,0 0 0 0 0,-1 0-1 0 0,1-1 1 0 0,0 1 0 0 0,-1 0-1 0 0,1-1 1 0 0,-1 1 0 0 0,1 0-1 0 0,-1-1 1 0 0,1 1 0 0 0,-1 0 0 0 0,0-1-1 0 0,1 1 1 0 0,-1-1 0 0 0,0 1-1 0 0,1-1 1 0 0,-1 0 0 0 0,0 1-1 0 0,0-1 1 0 0,1 0 0 0 0,-1 1-1 0 0,0-1 1 0 0,0 0 0 0 0,0 0-1 0 0,-1 0 1 0 0,-8 1-155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0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11979 0 0,'15'0'4725'0'0,"30"-3"-1889"0"0,-22-4-2648 0 0,34-17-1 0 0,-46 18-195 0 0,0 0-1 0 0,1 2 0 0 0,-1-1 1 0 0,1 1-1 0 0,1 1 0 0 0,-1 0 0 0 0,0 1 1 0 0,1 0-1 0 0,23 0 0 0 0,-17 3 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1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6849 0 0,'0'-1'270'0'0,"1"-1"-1"0"0,-1 1 0 0 0,1 0 0 0 0,0 0 1 0 0,0 0-1 0 0,-1-1 0 0 0,1 1 0 0 0,0 0 1 0 0,0 0-1 0 0,0 0 0 0 0,0 0 0 0 0,0 0 1 0 0,0 1-1 0 0,0-1 0 0 0,1 0 0 0 0,-1 0 1 0 0,0 1-1 0 0,0-1 0 0 0,1 1 0 0 0,-1-1 1 0 0,0 1-1 0 0,1 0 0 0 0,-1-1 0 0 0,0 1 1 0 0,1 0-1 0 0,2 0 0 0 0,-1 0 149 0 0,0 1 0 0 0,1 0 0 0 0,-1 0 0 0 0,0 0 1 0 0,0 0-1 0 0,0 1 0 0 0,0-1 0 0 0,-1 1 0 0 0,1-1 0 0 0,0 1 0 0 0,3 3 0 0 0,3 4 168 0 0,1 0-1 0 0,-2 0 1 0 0,1 1-1 0 0,-1 0 0 0 0,7 12 1 0 0,7 25-156 0 0,-19-38-417 0 0,1 0-1 0 0,0-1 1 0 0,0 1-1 0 0,0-1 1 0 0,1 0 0 0 0,0-1-1 0 0,1 1 1 0 0,0-1-1 0 0,7 8 1 0 0,-12-15-15 0 0,-1 0-1 0 0,1 0 1 0 0,0 0 0 0 0,-1 0-1 0 0,1 1 1 0 0,-1-1 0 0 0,1 0 0 0 0,0 0-1 0 0,-1 0 1 0 0,1-1 0 0 0,0 1-1 0 0,-1 0 1 0 0,1 0 0 0 0,-1 0-1 0 0,1 0 1 0 0,0 0 0 0 0,-1-1-1 0 0,1 1 1 0 0,-1 0 0 0 0,1-1 0 0 0,-1 1-1 0 0,1 0 1 0 0,-1-1 0 0 0,1 1-1 0 0,-1-1 1 0 0,1 1 0 0 0,-1 0-1 0 0,1-1 1 0 0,-1 1 0 0 0,0-1-1 0 0,1 0 1 0 0,-1 1 0 0 0,0-1 0 0 0,1 1-1 0 0,-1-1 1 0 0,0 0 0 0 0,14-27-113 0 0,-12 23 107 0 0,7-13 117 0 0,0 0 0 0 0,1 0 1 0 0,0 1-1 0 0,25-30 0 0 0,-32 43-84 0 0,1 0 1 0 0,0 0-1 0 0,0 1 0 0 0,0-1 0 0 0,0 1 1 0 0,0 0-1 0 0,1 0 0 0 0,0 0 0 0 0,-1 1 1 0 0,1 0-1 0 0,0 0 0 0 0,0 0 0 0 0,0 0 1 0 0,1 1-1 0 0,-1 0 0 0 0,0 0 0 0 0,1 0 1 0 0,-1 1-1 0 0,0-1 0 0 0,1 1 0 0 0,-1 1 1 0 0,0-1-1 0 0,9 2 0 0 0,-12-1 1 0 0,1 0-1 0 0,-1 0 0 0 0,1 0 1 0 0,-1 0-1 0 0,0 1 0 0 0,0-1 1 0 0,0 1-1 0 0,0-1 1 0 0,0 1-1 0 0,0 0 0 0 0,0 0 1 0 0,0 0-1 0 0,-1 0 0 0 0,1 0 1 0 0,-1 0-1 0 0,1 0 1 0 0,-1 0-1 0 0,0 1 0 0 0,0-1 1 0 0,1 4-1 0 0,3 7-1 0 0,-1 0 1 0 0,3 24-1 0 0,-1-11-47 0 0,-3-14-118 0 0,0 0 1 0 0,1-1-1 0 0,0 1 1 0 0,1-1-1 0 0,1 0 0 0 0,8 14 1 0 0,-2-9-347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1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101 127 3225 0 0,'7'-9'-341'0'0,"28"-43"3029"0"0,-33 49-1933 0 0,0-1-1 0 0,0 0 1 0 0,0 0 0 0 0,-1-1 0 0 0,1 1 0 0 0,-1 0 0 0 0,0 0-1 0 0,0-1 1 0 0,-1 1 0 0 0,1-9 0 0 0,-1 12-629 0 0,0 1 0 0 0,0-1 0 0 0,0 1 0 0 0,0 0 0 0 0,0-1 0 0 0,0 1 0 0 0,0-1 0 0 0,0 1 0 0 0,0 0 0 0 0,0-1 0 0 0,0 1 0 0 0,-1-1 0 0 0,1 1 0 0 0,0 0 0 0 0,0-1 0 0 0,0 1 0 0 0,-1 0-1 0 0,1-1 1 0 0,0 1 0 0 0,0 0 0 0 0,-1-1 0 0 0,1 1 0 0 0,0 0 0 0 0,-1-1 0 0 0,1 1 0 0 0,0 0 0 0 0,-1 0 0 0 0,1 0 0 0 0,-1-1 0 0 0,1 1 0 0 0,0 0 0 0 0,-1 0 0 0 0,1 0 0 0 0,-1 0 0 0 0,1 0 0 0 0,-18 6 2017 0 0,-11 18-705 0 0,17-11-1388 0 0,1 1-1 0 0,1 1 0 0 0,1-1 1 0 0,0 2-1 0 0,1-1 0 0 0,0 1 1 0 0,-6 22-1 0 0,9-24-23 0 0,1 0 0 0 0,0 0 0 0 0,1 0 0 0 0,1 0-1 0 0,0 1 1 0 0,1-1 0 0 0,0 1 0 0 0,2-1 0 0 0,1 18 0 0 0,-1-26-86 0 0,0-1 1 0 0,1 0 0 0 0,-1 0-1 0 0,1 0 1 0 0,0 0-1 0 0,1 0 1 0 0,-1 0-1 0 0,1 0 1 0 0,0-1-1 0 0,4 6 1 0 0,-5-8 40 0 0,-1-1-1 0 0,0 0 1 0 0,0 0-1 0 0,1 0 1 0 0,-1 0-1 0 0,0 0 1 0 0,1 0 0 0 0,-1 0-1 0 0,1 0 1 0 0,0 0-1 0 0,-1-1 1 0 0,1 1-1 0 0,-1-1 1 0 0,1 1-1 0 0,0-1 1 0 0,-1 0 0 0 0,1 0-1 0 0,0 1 1 0 0,0-1-1 0 0,-1 0 1 0 0,1-1-1 0 0,0 1 1 0 0,0 0-1 0 0,-1 0 1 0 0,1-1 0 0 0,0 1-1 0 0,-1-1 1 0 0,1 1-1 0 0,-1-1 1 0 0,1 0-1 0 0,-1 0 1 0 0,1 1 0 0 0,-1-1-1 0 0,1 0 1 0 0,0-2-1 0 0,5-2 45 0 0,-1-1 1 0 0,0-1-1 0 0,0 1 0 0 0,-1-1 0 0 0,0 0 0 0 0,0 0 0 0 0,-1 0 1 0 0,0-1-1 0 0,0 1 0 0 0,-1-1 0 0 0,5-13 0 0 0,-5 12 90 0 0,0 1 0 0 0,0-1 0 0 0,1 1-1 0 0,0 0 1 0 0,1 0 0 0 0,0 0 0 0 0,0 1-1 0 0,1 0 1 0 0,12-13 0 0 0,-18 19-94 0 0,1 1 0 0 0,0-1 1 0 0,0 0-1 0 0,0 0 0 0 0,0 1 0 0 0,0-1 1 0 0,0 0-1 0 0,0 1 0 0 0,0-1 0 0 0,0 1 1 0 0,0 0-1 0 0,0-1 0 0 0,0 1 0 0 0,1 0 1 0 0,-1 0-1 0 0,0-1 0 0 0,0 1 0 0 0,0 0 1 0 0,0 0-1 0 0,1 0 0 0 0,-1 0 0 0 0,0 1 1 0 0,0-1-1 0 0,0 0 0 0 0,0 0 0 0 0,0 1 1 0 0,1-1-1 0 0,-1 1 0 0 0,0-1 0 0 0,0 1 1 0 0,0-1-1 0 0,0 1 0 0 0,0-1 0 0 0,0 1 1 0 0,-1 0-1 0 0,1 0 0 0 0,0 0 0 0 0,0-1 1 0 0,0 1-1 0 0,-1 0 0 0 0,1 0 0 0 0,0 0 1 0 0,-1 0-1 0 0,1 0 0 0 0,0 3 0 0 0,4 5 81 0 0,-1 1 0 0 0,0 0-1 0 0,-1 0 1 0 0,3 13 0 0 0,-2-8-73 0 0,-3-9-105 0 0,1 0 1 0 0,0 0-1 0 0,0 0 1 0 0,1 0-1 0 0,0-1 1 0 0,0 1-1 0 0,0-1 1 0 0,1 0-1 0 0,0 0 1 0 0,0 0-1 0 0,0-1 1 0 0,0 1-1 0 0,1-1 1 0 0,0 0-1 0 0,0 0 1 0 0,0 0-1 0 0,8 4 1 0 0,3-1-801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1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4609 0 0,'0'-5'-232'0'0,"9"-40"11829"0"0,-7 43-11007 0 0,-1 3-267 0 0,0 1 0 0 0,0-1 0 0 0,0 0 0 0 0,-1 1 0 0 0,1-1 1 0 0,0 1-1 0 0,0-1 0 0 0,-1 1 0 0 0,1-1 0 0 0,-1 1 1 0 0,0-1-1 0 0,1 1 0 0 0,-1 2 0 0 0,0-4-232 0 0,115 378 4095 0 0,-71-250-3724 0 0,7 23-1650 0 0,-45-131 538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2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5065 0 0,'3'-3'448'0'0,"-2"1"-352"0"0,1 1-96 0 0,-1-2 0 0 0,1 1-496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2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57 3681 0 0,'1'-1'402'0'0,"0"0"0"0"0,-1 0 0 0 0,1-1 0 0 0,-1 1 0 0 0,1-1 0 0 0,-1 1 1 0 0,1 0-1 0 0,-1-1 0 0 0,0 1 0 0 0,0-1 0 0 0,0 1 0 0 0,0-1 0 0 0,0 1 0 0 0,0-1 1 0 0,0 1-1 0 0,0 0 0 0 0,-1-1 0 0 0,1 1 0 0 0,0-1 0 0 0,-2-1 0 0 0,1 1-69 0 0,0 1-1 0 0,0-1 1 0 0,0 1-1 0 0,-1-1 1 0 0,1 1-1 0 0,0 0 1 0 0,-1 0-1 0 0,1-1 1 0 0,-1 1-1 0 0,1 0 0 0 0,-1 0 1 0 0,0 1-1 0 0,1-1 1 0 0,-3-1-1 0 0,-1 1 42 0 0,0-1 0 0 0,0 1 0 0 0,0 0 0 0 0,0 1 0 0 0,0-1 0 0 0,0 1 0 0 0,0 0 0 0 0,0 0 0 0 0,0 0-1 0 0,0 1 1 0 0,-5 0 0 0 0,2 2-305 0 0,1 0 0 0 0,-1 0-1 0 0,1 0 1 0 0,0 1 0 0 0,0 0 0 0 0,0 1-1 0 0,1-1 1 0 0,-1 1 0 0 0,1 1 0 0 0,0-1-1 0 0,0 1 1 0 0,1 0 0 0 0,0 0 0 0 0,0 1-1 0 0,1-1 1 0 0,-1 1 0 0 0,1 0 0 0 0,1 0-1 0 0,-1 1 1 0 0,1-1 0 0 0,1 1-1 0 0,-1 0 1 0 0,-1 12 0 0 0,2-10-63 0 0,0 1 0 0 0,1 0 0 0 0,1-1 0 0 0,-1 1 0 0 0,2 0 0 0 0,-1-1 0 0 0,2 1 0 0 0,-1-1 0 0 0,2 1 0 0 0,-1-1 0 0 0,1 0 0 0 0,1 1 0 0 0,0-2 0 0 0,0 1 0 0 0,1 0 0 0 0,0-1 0 0 0,9 12 0 0 0,-5-10 22 0 0,2 0 0 0 0,-1 0 1 0 0,1-1-1 0 0,1-1 0 0 0,0 0 0 0 0,0 0 0 0 0,27 13 1 0 0,-32-18-17 0 0,-1-1 1 0 0,1 0 0 0 0,0-1-1 0 0,0 1 1 0 0,1-1-1 0 0,-1 0 1 0 0,0-1 0 0 0,1 0-1 0 0,-1 0 1 0 0,0-1 0 0 0,1 0-1 0 0,-1 0 1 0 0,1 0 0 0 0,-1-1-1 0 0,1 0 1 0 0,-1-1 0 0 0,13-4-1 0 0,-17 5-11 0 0,0 0 0 0 0,-1-1-1 0 0,1 1 1 0 0,0-1-1 0 0,-1 0 1 0 0,0 0 0 0 0,1 0-1 0 0,-1 0 1 0 0,0 0-1 0 0,0 0 1 0 0,0-1 0 0 0,-1 1-1 0 0,1-1 1 0 0,0 1-1 0 0,-1-1 1 0 0,0 0 0 0 0,2-3-1 0 0,-2 1 0 0 0,1 0 1 0 0,-1 0-1 0 0,0-1 0 0 0,-1 1 0 0 0,0-1 1 0 0,1 1-1 0 0,-2 0 0 0 0,1-1 0 0 0,-1-4 1 0 0,-3-8-2 0 0,-1 0 1 0 0,0 1-1 0 0,-1 0 1 0 0,-14-28-1 0 0,13 30-141 0 0,-1-1-1 0 0,0 1 1 0 0,-2 1 0 0 0,0 0-1 0 0,0 0 1 0 0,-1 1 0 0 0,-25-23-1 0 0,17 22-422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3.0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257 105 5985 0 0,'2'-3'302'0'0,"1"0"1"0"0,0-1-1 0 0,-1 1 0 0 0,1-1 0 0 0,-1 1 0 0 0,0-1 0 0 0,-1 0 0 0 0,1 0 0 0 0,0 0 0 0 0,-1 0 1 0 0,0 0-1 0 0,0-1 0 0 0,0-6 0 0 0,-1 9-52 0 0,0 0 0 0 0,0 0-1 0 0,0 0 1 0 0,-1 0 0 0 0,1 0 0 0 0,-1 1 0 0 0,0-1-1 0 0,1 0 1 0 0,-1 0 0 0 0,0 1 0 0 0,0-1-1 0 0,0 0 1 0 0,0 1 0 0 0,0-1 0 0 0,-1 1 0 0 0,1-1-1 0 0,0 1 1 0 0,-1 0 0 0 0,1-1 0 0 0,-1 1 0 0 0,1 0-1 0 0,-1 0 1 0 0,0 0 0 0 0,1 0 0 0 0,-1 0 0 0 0,0 1-1 0 0,0-1 1 0 0,0 0 0 0 0,1 1 0 0 0,-1-1 0 0 0,0 1-1 0 0,0 0 1 0 0,-3 0 0 0 0,-2-1-13 0 0,0 1-1 0 0,0 0 1 0 0,-1 0-1 0 0,1 1 1 0 0,0 0-1 0 0,0 1 1 0 0,0-1-1 0 0,0 1 1 0 0,0 1-1 0 0,1-1 1 0 0,-1 1 0 0 0,1 0-1 0 0,-1 1 1 0 0,1-1-1 0 0,0 1 1 0 0,-7 6-1 0 0,1 0-180 0 0,-1 1 0 0 0,1 0 0 0 0,1 1-1 0 0,0 0 1 0 0,1 1 0 0 0,-10 15 0 0 0,16-21-49 0 0,0 0 0 0 0,1 0 0 0 0,0 1 0 0 0,0 0 1 0 0,0 0-1 0 0,1 0 0 0 0,1 0 0 0 0,-1 0 0 0 0,0 14 1 0 0,2-19-14 0 0,0 0 0 0 0,0 0 0 0 0,0 0 1 0 0,0 0-1 0 0,0-1 0 0 0,1 1 0 0 0,-1 0 1 0 0,1 0-1 0 0,0 0 0 0 0,0 0 0 0 0,0-1 0 0 0,0 1 1 0 0,0 0-1 0 0,1-1 0 0 0,-1 1 0 0 0,1-1 1 0 0,-1 1-1 0 0,1-1 0 0 0,0 0 0 0 0,0 0 1 0 0,0 0-1 0 0,0 0 0 0 0,1 0 0 0 0,-1 0 1 0 0,1-1-1 0 0,-1 1 0 0 0,1-1 0 0 0,-1 0 0 0 0,1 1 1 0 0,3 0-1 0 0,-4-2-1 0 0,0 0 0 0 0,0 0-1 0 0,0 1 1 0 0,1-2 0 0 0,-1 1 0 0 0,0 0 0 0 0,0 0 0 0 0,0-1-1 0 0,0 1 1 0 0,0-1 0 0 0,0 0 0 0 0,0 0 0 0 0,0 1 0 0 0,0-1-1 0 0,0 0 1 0 0,0-1 0 0 0,0 1 0 0 0,2-2 0 0 0,32-30-141 0 0,-25 21 128 0 0,14-13 28 0 0,-6 6 27 0 0,41-33 1 0 0,-55 48-33 0 0,1 0 1 0 0,-1 1-1 0 0,1 0 1 0 0,0 0-1 0 0,0 0 1 0 0,0 0-1 0 0,1 1 1 0 0,-1 0-1 0 0,0 0 1 0 0,1 1-1 0 0,-1 0 1 0 0,1 0-1 0 0,7 0 1 0 0,-10 1 6 0 0,0 1 0 0 0,0-1 0 0 0,-1 1 1 0 0,1 0-1 0 0,0 0 0 0 0,-1 0 0 0 0,1 1 0 0 0,-1-1 0 0 0,1 1 1 0 0,-1 0-1 0 0,0-1 0 0 0,1 2 0 0 0,-1-1 0 0 0,0 0 1 0 0,4 5-1 0 0,-2-1 35 0 0,0 0 0 0 0,-1 0 0 0 0,0 0 0 0 0,0 0 1 0 0,0 1-1 0 0,-1 0 0 0 0,4 10 0 0 0,0 5 66 0 0,-1 0 0 0 0,-1 1 1 0 0,-1-1-1 0 0,1 27 0 0 0,-3-24-83 0 0,-1-1 0 0 0,-2 1 0 0 0,0-1-1 0 0,-2 1 1 0 0,0-1 0 0 0,-2 0 0 0 0,0 0 0 0 0,-13 31 0 0 0,15-46-32 0 0,-1 0 0 0 0,0 0 0 0 0,-1-1 1 0 0,0 1-1 0 0,0-1 0 0 0,-1 0 1 0 0,0 0-1 0 0,0-1 0 0 0,-1 0 0 0 0,0 0 1 0 0,0 0-1 0 0,-1-1 0 0 0,1 0 1 0 0,-1-1-1 0 0,-1 0 0 0 0,1 0 0 0 0,-1 0 1 0 0,0-1-1 0 0,0-1 0 0 0,0 1 1 0 0,-1-2-1 0 0,1 1 0 0 0,-17 1 0 0 0,22-3-141 0 0,0-1-1 0 0,0 1 0 0 0,0-1 0 0 0,0 0 0 0 0,0 0 0 0 0,0-1 0 0 0,0 1 0 0 0,0-1 0 0 0,1 0 0 0 0,-1 0 0 0 0,0 0 0 0 0,0-1 0 0 0,-4-2 0 0 0,0-3-532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3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 9674 0 0,'-13'4'8287'0'0,"12"-3"-7991"0"0,-3 19 3330 0 0,11 37-3446 0 0,-2-27 735 0 0,1 120-259 0 0,4 49-764 0 0,1-149-442 0 0,-4-33 27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3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10594 0 0,'13'-24'6621'0'0,"1"-1"-6362"0"0,-13 24-431 0 0,-1 1 0 0 0,1-1 1 0 0,0 1-1 0 0,-1-1 0 0 0,1 0 0 0 0,0 1 1 0 0,0 0-1 0 0,0-1 0 0 0,-1 1 0 0 0,1-1 0 0 0,0 1 1 0 0,0 0-1 0 0,0 0 0 0 0,0 0 0 0 0,0-1 0 0 0,0 1 1 0 0,0 0-1 0 0,0 0 0 0 0,-1 0 0 0 0,1 0 1 0 0,0 0-1 0 0,0 1 0 0 0,0-1 0 0 0,0 0 0 0 0,0 0 1 0 0,0 0-1 0 0,1 1 0 0 0,26 12-4437 0 0,-9-4 2259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4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8 456 0 0,'1'0'120'0'0,"0"-1"0"0"0,-1 0 1 0 0,1 1-1 0 0,-1-1 0 0 0,1 1 0 0 0,0-1 0 0 0,-1 1 0 0 0,1-1 0 0 0,0 1 1 0 0,0 0-1 0 0,-1-1 0 0 0,1 1 0 0 0,0 0 0 0 0,0-1 0 0 0,0 1 1 0 0,0 0-1 0 0,-1 0 0 0 0,1 0 0 0 0,0 0 0 0 0,0 0 0 0 0,0 0 0 0 0,0 0 1 0 0,-1 0-1 0 0,1 0 0 0 0,0 0 0 0 0,0 0 0 0 0,0 0 0 0 0,0 1 1 0 0,-1-1-1 0 0,1 0 0 0 0,0 1 0 0 0,1 0 0 0 0,0 1 457 0 0,-1 1 1 0 0,1-1-1 0 0,-1 1 0 0 0,1-1 1 0 0,-1 1-1 0 0,0 0 0 0 0,0 0 1 0 0,0-1-1 0 0,0 5 0 0 0,3 15 1837 0 0,0 1-1 0 0,1 31 0 0 0,-5-37-1963 0 0,1 0 0 0 0,1 0 0 0 0,1 0 0 0 0,1 0 0 0 0,6 20 0 0 0,-10-35-447 0 0,1-1 1 0 0,-1 0-1 0 0,0 0 1 0 0,1 0-1 0 0,-1 1 1 0 0,1-1-1 0 0,-1 0 1 0 0,1 0 0 0 0,0 0-1 0 0,0 0 1 0 0,-1 0-1 0 0,1 0 1 0 0,0 0-1 0 0,0 0 1 0 0,0 0-1 0 0,0 0 1 0 0,0-1 0 0 0,0 1-1 0 0,0 0 1 0 0,0-1-1 0 0,0 1 1 0 0,2 0-1 0 0,-2-1-2 0 0,0 0-1 0 0,0-1 1 0 0,1 1 0 0 0,-1 0-1 0 0,-1-1 1 0 0,1 1-1 0 0,0 0 1 0 0,0-1-1 0 0,0 1 1 0 0,0-1 0 0 0,0 0-1 0 0,0 1 1 0 0,0-1-1 0 0,-1 0 1 0 0,1 1-1 0 0,0-1 1 0 0,-1 0-1 0 0,1 0 1 0 0,0 0 0 0 0,0-1-1 0 0,4-6-20 0 0,-1 0-1 0 0,0 0 0 0 0,-1 0 1 0 0,5-16-1 0 0,-6 15-44 0 0,21-65-90 0 0,-21 67 253 0 0,1 1 1 0 0,0-1-1 0 0,0 1 1 0 0,1-1 0 0 0,0 1-1 0 0,0 0 1 0 0,0 1 0 0 0,8-8-1 0 0,-12 12-53 0 0,1 1 0 0 0,0-1 0 0 0,0 0 1 0 0,0 1-1 0 0,-1-1 0 0 0,1 0 0 0 0,0 1 0 0 0,0-1 0 0 0,0 1 0 0 0,0-1 0 0 0,0 1 0 0 0,0 0 0 0 0,0-1 1 0 0,0 1-1 0 0,1 0 0 0 0,-1 0 0 0 0,0-1 0 0 0,0 1 0 0 0,0 0 0 0 0,0 0 0 0 0,0 1 0 0 0,0-1 1 0 0,0 0-1 0 0,0 0 0 0 0,0 0 0 0 0,1 1 0 0 0,0 0 0 0 0,1 0 12 0 0,-1 1 0 0 0,0-1-1 0 0,0 1 1 0 0,0 0 0 0 0,0 0 0 0 0,0 0 0 0 0,0 0-1 0 0,-1 0 1 0 0,1 1 0 0 0,-1-1 0 0 0,2 3 0 0 0,4 9 21 0 0,-1 0 0 0 0,0 1 0 0 0,3 15 0 0 0,-8-27-81 0 0,8 22-601 0 0,-4-13-80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4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9674 0 0,'4'2'397'0'0,"-1"0"0"0"0,0 0 0 0 0,1 0 0 0 0,-1 0 0 0 0,0 1 0 0 0,0-1 0 0 0,0 1 0 0 0,0 0 0 0 0,0 0 0 0 0,-1 0 0 0 0,0 0 0 0 0,4 5 0 0 0,24 48 4076 0 0,-25-45-4138 0 0,21 47 1718 0 0,33 114 0 0 0,-43-114-2327 0 0,4-2 0 0 0,35 75 1 0 0,-53-128 59 0 0,-1 0-147 0 0,1 0 0 0 0,0 0 1 0 0,0 0-1 0 0,0 0 0 0 0,0-1 1 0 0,0 1-1 0 0,3 2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4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92 3681 0 0,'0'-1'118'0'0,"-1"-1"1"0"0,1 1-1 0 0,-1-1 1 0 0,1 1-1 0 0,0-1 1 0 0,0 1-1 0 0,0-1 1 0 0,0 0-1 0 0,0 1 0 0 0,0-1 1 0 0,0 0-1 0 0,0 1 1 0 0,1-1-1 0 0,-1 1 1 0 0,1-1-1 0 0,-1 1 1 0 0,1-1-1 0 0,-1 1 1 0 0,1-1-1 0 0,0 1 1 0 0,0 0-1 0 0,0-1 0 0 0,0 1 1 0 0,0 0-1 0 0,0 0 1 0 0,1-2-1 0 0,4-1 484 0 0,-1 1 0 0 0,0 0 0 0 0,1 0 0 0 0,0 0-1 0 0,9-3 1 0 0,2 0 179 0 0,-1 0 1 0 0,1 2-1 0 0,0 0 0 0 0,0 1 0 0 0,0 1 1 0 0,22-1-1 0 0,-33 3-551 0 0,0-1-1 0 0,0 2 1 0 0,0-1 0 0 0,0 1-1 0 0,-1 0 1 0 0,1 0 0 0 0,0 0 0 0 0,0 1-1 0 0,-1 0 1 0 0,1 0 0 0 0,-1 0-1 0 0,1 1 1 0 0,-1 0 0 0 0,0 0 0 0 0,0 0-1 0 0,0 1 1 0 0,-1-1 0 0 0,1 1-1 0 0,-1 0 1 0 0,0 1 0 0 0,6 8-1 0 0,-8-11-174 0 0,-1 1 0 0 0,0-1 0 0 0,0 1 0 0 0,0-1 0 0 0,0 1 0 0 0,0 0 0 0 0,0-1 0 0 0,-1 1 0 0 0,1 0 0 0 0,-1-1 0 0 0,0 1 0 0 0,0 0 0 0 0,0 0 0 0 0,0 0 0 0 0,-1-1 0 0 0,1 1 0 0 0,-2 4 0 0 0,0-1-5 0 0,0-1 0 0 0,-1 1 0 0 0,1-1 0 0 0,-1 1 0 0 0,-1-1 1 0 0,1 0-1 0 0,-8 8 0 0 0,0 0-105 0 0,-2-1 1 0 0,0-1-1 0 0,0 0 1 0 0,-28 17-1 0 0,-24 8-1567 0 0,45-27 286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4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9218 0 0,'8'21'2043'0'0,"2"-1"0"0"0,1 0 0 0 0,0 0 0 0 0,16 19 0 0 0,13 24-299 0 0,-21-27-1238 0 0,16 29-287 0 0,-32-60-241 0 0,1 1 0 0 0,0-1-1 0 0,0 0 1 0 0,1 0-1 0 0,-1-1 1 0 0,1 1-1 0 0,0-1 1 0 0,7 5 0 0 0,-12-9-30 0 0,1 1 1 0 0,0 0-1 0 0,0-1 1 0 0,0 1-1 0 0,1-1 1 0 0,-1 1-1 0 0,0-1 0 0 0,0 0 1 0 0,0 0-1 0 0,0 1 1 0 0,0-1-1 0 0,0 0 1 0 0,1 0-1 0 0,-1 0 1 0 0,0 0-1 0 0,0 0 1 0 0,0 0-1 0 0,0 0 1 0 0,0-1-1 0 0,1 1 1 0 0,-1 0-1 0 0,0-1 1 0 0,0 1-1 0 0,2-2 1 0 0,-1 1-18 0 0,0-1 0 0 0,-1 1 1 0 0,1-1-1 0 0,0 0 0 0 0,0 0 0 0 0,-1 0 1 0 0,1 0-1 0 0,-1 0 0 0 0,0 0 1 0 0,1-1-1 0 0,0-1 0 0 0,3-10-128 0 0,-1 1 0 0 0,0-1 0 0 0,2-17-1 0 0,-4 22 107 0 0,2-7 115 0 0,-1-6 290 0 0,2 0 1 0 0,1 1-1 0 0,14-34 1 0 0,-17 58 20 0 0,0 0 0 0 0,0 0 0 0 0,0 0 0 0 0,-1 1 0 0 0,1-1 0 0 0,-1 1 0 0 0,3 6 0 0 0,28 54 62 0 0,-16-29-598 0 0,1-1-1 0 0,1-1 1 0 0,30 38 0 0 0,-40-59-656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5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6 10594 0 0,'-2'-5'3183'0'0,"6"18"-199"0"0,4 17-421 0 0,10 52-448 0 0,51 141 1 0 0,50 70-2296 0 0,-68-173-1581 0 0,-45-103 383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5.4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26 130 1840 0 0,'-2'0'303'0'0,"1"-1"0"0"0,0 1-1 0 0,-1-1 1 0 0,1 1-1 0 0,0-1 1 0 0,-1 1 0 0 0,1-1-1 0 0,0 0 1 0 0,0 0 0 0 0,-1 0-1 0 0,1 0 1 0 0,0 1-1 0 0,0-2 1 0 0,0 1 0 0 0,0 0-1 0 0,0 0 1 0 0,0 0 0 0 0,1 0-1 0 0,-1-1 1 0 0,0 1-1 0 0,0-3 1 0 0,1 3-48 0 0,0 0 0 0 0,0 0 1 0 0,0 0-1 0 0,1 0 0 0 0,-1 0 0 0 0,0 0 0 0 0,1 0 1 0 0,-1 0-1 0 0,1 0 0 0 0,-1 0 0 0 0,1 0 0 0 0,0 0 1 0 0,-1 0-1 0 0,1 0 0 0 0,0 0 0 0 0,0 0 1 0 0,-1 0-1 0 0,1 1 0 0 0,0-1 0 0 0,2-1 0 0 0,4-3 444 0 0,1 1 0 0 0,-1 0-1 0 0,1 0 1 0 0,0 1 0 0 0,0 0-1 0 0,10-2 1 0 0,38-5 890 0 0,1 3 1 0 0,108 0-1 0 0,6-1-876 0 0,-50-7-381 0 0,-41 3-3052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6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12899 0 0,'7'-8'5200'0'0,"-6"8"-5047"0"0,-1 0 0 0 0,1 0 0 0 0,0 0 0 0 0,-1 0 0 0 0,1 0 0 0 0,0 1 0 0 0,-1-1 0 0 0,1 0 0 0 0,0 0 0 0 0,-1 1 0 0 0,1-1 0 0 0,0 0 0 0 0,-1 1 0 0 0,1-1 0 0 0,-1 1 0 0 0,1-1 0 0 0,-1 1 0 0 0,1-1 0 0 0,-1 1 0 0 0,1-1 0 0 0,-1 1 0 0 0,1 0 0 0 0,-1 0 0 0 0,7 11 65 0 0,0 1 0 0 0,-1 1 0 0 0,0-1 0 0 0,-1 1 1 0 0,4 20-1 0 0,13 83 64 0 0,-9-39 10 0 0,21 67-132 0 0,6-2 0 0 0,82 192-1 0 0,-122-334-192 0 0,17 50 193 0 0,-16-48-343 0 0,0 0-1 0 0,-1 0 1 0 0,1 0 0 0 0,-1 0 0 0 0,0 0 0 0 0,0 0-1 0 0,0 0 1 0 0,-1 0 0 0 0,1 0 0 0 0,-1 0 0 0 0,0 0-1 0 0,1 0 1 0 0,-1 0 0 0 0,-1 0 0 0 0,-1 3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7.2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5 132 7370 0 0,'-4'-4'2438'0'0,"4"4"-2332"0"0,0 0 0 0 0,0 0 0 0 0,-1-1 0 0 0,1 1 0 0 0,0 0 0 0 0,0 0 0 0 0,0-1 0 0 0,0 1 0 0 0,0 0 0 0 0,0 0 0 0 0,0-1 0 0 0,1-1 954 0 0,0 2-954 0 0,13-11 3152 0 0,19-3-158 0 0,-28 13-2923 0 0,1 1 0 0 0,-1-1 0 0 0,0 1 0 0 0,0 1-1 0 0,0-1 1 0 0,0 1 0 0 0,0-1 0 0 0,0 1 0 0 0,0 1 0 0 0,0-1 0 0 0,0 1 0 0 0,0 0-1 0 0,-1 0 1 0 0,1 0 0 0 0,0 1 0 0 0,-1 0 0 0 0,0-1 0 0 0,0 2 0 0 0,0-1 0 0 0,5 6 0 0 0,8 8-29 0 0,0 2 0 0 0,-2 0 0 0 0,16 24 0 0 0,0 1 26 0 0,-18-28-152 0 0,1-1 1 0 0,0 0-1 0 0,0-1 0 0 0,2 0 1 0 0,0-1-1 0 0,0-1 1 0 0,35 19-1 0 0,-46-28 16 0 0,1 0 1 0 0,0-1-1 0 0,-1 1 1 0 0,1-1 0 0 0,0-1-1 0 0,0 1 1 0 0,1-1-1 0 0,-1 0 1 0 0,0 0-1 0 0,0-1 1 0 0,1 1-1 0 0,-1-2 1 0 0,0 1-1 0 0,0-1 1 0 0,1 0-1 0 0,-1 0 1 0 0,0 0-1 0 0,0-1 1 0 0,0 0 0 0 0,0 0-1 0 0,0-1 1 0 0,-1 1-1 0 0,1-1 1 0 0,-1-1-1 0 0,0 1 1 0 0,1-1-1 0 0,-2 0 1 0 0,1 0-1 0 0,7-8 1 0 0,10-16 126 0 0,0-1 0 0 0,-3-1 1 0 0,0 0-1 0 0,26-60 0 0 0,-22 42-670 0 0,33-51 0 0 0,-41 78-14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7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62 9674 0 0,'-16'-30'3640'0'0,"16"29"-3304"0"0,-1-1 0 0 0,0 1 1 0 0,1-1-1 0 0,-1 1 0 0 0,1-1 1 0 0,-1 1-1 0 0,1-1 0 0 0,0 0 1 0 0,0 1-1 0 0,-1-1 1 0 0,1 0-1 0 0,0 1 0 0 0,1-1 1 0 0,-1 0-1 0 0,0 1 0 0 0,0-1 1 0 0,2-3-1 0 0,-2 5-238 0 0,1 0 0 0 0,-1 1 0 0 0,1-1 0 0 0,-1 0 0 0 0,1 0 0 0 0,-1 0-1 0 0,1 1 1 0 0,-1-1 0 0 0,1 0 0 0 0,-1 0 0 0 0,1 1 0 0 0,-1-1 0 0 0,1 0 0 0 0,-1 1 0 0 0,0-1 0 0 0,1 1-1 0 0,-1-1 1 0 0,0 1 0 0 0,1-1 0 0 0,-1 0 0 0 0,0 1 0 0 0,0-1 0 0 0,1 1 0 0 0,-1-1 0 0 0,0 1 0 0 0,0-1 0 0 0,0 1-1 0 0,0 1 1 0 0,9 17 336 0 0,4 30-121 0 0,-3-1 1 0 0,-3 2 0 0 0,-1-1-1 0 0,-1 63 1 0 0,-2-50-170 0 0,54 515-284 0 0,-48-503-2507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8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1 268 2304 0 0,'20'-1'2879'0'0,"0"-1"0"0"0,0 0-1 0 0,36-11 1 0 0,74-32 766 0 0,123-76-3080 0 0,-202 93-636 0 0,-32 17 396 0 0,0 0 1 0 0,1 1 0 0 0,33-11-1 0 0,-51 20-250 0 0,0 1-1 0 0,-1-1 0 0 0,1 1 1 0 0,0 0-1 0 0,-1 0 1 0 0,1 0-1 0 0,0-1 0 0 0,0 2 1 0 0,-1-1-1 0 0,1 0 1 0 0,0 0-1 0 0,-1 0 0 0 0,1 1 1 0 0,0-1-1 0 0,-1 1 1 0 0,1 0-1 0 0,-1-1 0 0 0,1 1 1 0 0,0 0-1 0 0,-1 0 1 0 0,0 0-1 0 0,1 0 1 0 0,-1 0-1 0 0,0 0 0 0 0,1 0 1 0 0,-1 0-1 0 0,0 1 1 0 0,0-1-1 0 0,0 0 0 0 0,0 1 1 0 0,0-1-1 0 0,0 1 1 0 0,-1-1-1 0 0,2 4 0 0 0,2 6 66 0 0,0 0 0 0 0,-1 0 0 0 0,-1 1 0 0 0,2 15 0 0 0,2 8 42 0 0,4 0 44 0 0,24 55 0 0 0,-29-78-199 0 0,1-1-1 0 0,0 1 1 0 0,1-1 0 0 0,0-1 0 0 0,1 1 0 0 0,0-1 0 0 0,0-1 0 0 0,12 11 0 0 0,-18-19-30 0 0,-1 0 1 0 0,1 1 0 0 0,-1-1-1 0 0,1-1 1 0 0,0 1 0 0 0,-1 0 0 0 0,1 0-1 0 0,0 0 1 0 0,0-1 0 0 0,0 1-1 0 0,-1-1 1 0 0,1 0 0 0 0,0 1-1 0 0,0-1 1 0 0,0 0 0 0 0,0 0-1 0 0,0 0 1 0 0,0 0 0 0 0,0-1 0 0 0,2 1-1 0 0,0-2-31 0 0,-1 1 0 0 0,1-1-1 0 0,0 1 1 0 0,-1-1 0 0 0,1 0-1 0 0,-1 0 1 0 0,0-1 0 0 0,0 1-1 0 0,4-4 1 0 0,3-4 5 0 0,-1-1 0 0 0,-1 1 0 0 0,1-2 0 0 0,10-18 1 0 0,-10 10 311 0 0,15-42 0 0 0,-21 50-218 0 0,2-1-1 0 0,-1 0 0 0 0,1 1 1 0 0,1 0-1 0 0,0 0 0 0 0,1 0 1 0 0,0 1-1 0 0,17-19 0 0 0,-23 28-47 0 0,1 1 1 0 0,-1 0-1 0 0,0 0 0 0 0,1-1 0 0 0,-1 1 1 0 0,1 0-1 0 0,-1 0 0 0 0,1 1 0 0 0,0-1 1 0 0,0 0-1 0 0,-1 0 0 0 0,1 1 1 0 0,0-1-1 0 0,0 1 0 0 0,0 0 0 0 0,-1-1 1 0 0,1 1-1 0 0,0 0 0 0 0,0 0 0 0 0,0 0 1 0 0,0 0-1 0 0,0 1 0 0 0,-1-1 0 0 0,1 0 1 0 0,0 1-1 0 0,0-1 0 0 0,0 1 0 0 0,-1 0 1 0 0,1-1-1 0 0,0 1 0 0 0,-1 0 1 0 0,1 0-1 0 0,-1 0 0 0 0,1 0 0 0 0,-1 1 1 0 0,1-1-1 0 0,-1 0 0 0 0,0 1 0 0 0,0-1 1 0 0,1 0-1 0 0,-1 1 0 0 0,1 2 0 0 0,6 7 30 0 0,0 2-1 0 0,-1-1 0 0 0,-1 1 1 0 0,7 18-1 0 0,-9-21-34 0 0,5 11-44 0 0,1-1 0 0 0,0 0 1 0 0,1 0-1 0 0,1-1 1 0 0,1-1-1 0 0,28 31 0 0 0,-5-13-449 0 0,-17-18-1169 0 0,-1 0-4346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8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1 391 14283 0 0,'12'-9'1099'0'0,"0"0"0"0"0,0-1 0 0 0,-1-1-1 0 0,18-20 1 0 0,-16 14-361 0 0,-1-1 1 0 0,21-38-1 0 0,-21 31-585 0 0,-1-2-1 0 0,-2 1 1 0 0,0-1-1 0 0,-1-1 1 0 0,5-40 0 0 0,-13 67-152 0 0,0-1 0 0 0,0 1 1 0 0,1-1-1 0 0,-1 1 1 0 0,0-1-1 0 0,0 0 1 0 0,-1 1-1 0 0,1-1 0 0 0,0 1 1 0 0,-1-1-1 0 0,1 0 1 0 0,-2-2-1 0 0,2 4-3 0 0,0-1 0 0 0,0 1 0 0 0,-1-1 0 0 0,1 1 0 0 0,-1 0 0 0 0,1-1 0 0 0,0 1 0 0 0,-1 0 0 0 0,1-1 0 0 0,-1 1 0 0 0,1 0 0 0 0,-1 0 0 0 0,1-1 0 0 0,0 1 0 0 0,-1 0 0 0 0,1 0 0 0 0,-1 0 0 0 0,1 0 0 0 0,-1 0 0 0 0,1 0 0 0 0,-1 0 0 0 0,0 0 0 0 0,1 0 0 0 0,-1 0 0 0 0,1 0 0 0 0,-1 0 0 0 0,-2 1 69 0 0,-1 0-1 0 0,1 0 1 0 0,0 1 0 0 0,0-1-1 0 0,0 1 1 0 0,0 0-1 0 0,0 0 1 0 0,0 0 0 0 0,0 0-1 0 0,-3 4 1 0 0,-1 1-78 0 0,0 1 0 0 0,0 0 1 0 0,1 0-1 0 0,0 0 0 0 0,0 1 0 0 0,1 0 0 0 0,0 0 0 0 0,0 1 0 0 0,1-1 1 0 0,1 1-1 0 0,0 0 0 0 0,0 0 0 0 0,1 0 0 0 0,0 1 0 0 0,1-1 1 0 0,0 0-1 0 0,0 1 0 0 0,1-1 0 0 0,1 0 0 0 0,-1 1 0 0 0,2-1 1 0 0,0 0-1 0 0,0 1 0 0 0,7 18 0 0 0,-5-16 5 0 0,1-1-1 0 0,1 1 1 0 0,0-1 0 0 0,1 0-1 0 0,0-1 1 0 0,1 1-1 0 0,0-1 1 0 0,0-1 0 0 0,1 0-1 0 0,1 0 1 0 0,0 0 0 0 0,0-1-1 0 0,1-1 1 0 0,0 0-1 0 0,0-1 1 0 0,1 0 0 0 0,0 0-1 0 0,22 8 1 0 0,-28-14-47 0 0,-1 1-1 0 0,1-2 1 0 0,-1 1 0 0 0,1 0-1 0 0,-1-1 1 0 0,1 0 0 0 0,-1 0-1 0 0,1-1 1 0 0,-1 0 0 0 0,0 0-1 0 0,1 0 1 0 0,-1 0 0 0 0,0-1-1 0 0,1 0 1 0 0,-1 0 0 0 0,0 0-1 0 0,0-1 1 0 0,-1 0 0 0 0,1 0-1 0 0,-1 0 1 0 0,1 0 0 0 0,-1-1-1 0 0,0 1 1 0 0,0-1 0 0 0,4-5-1 0 0,0-1-33 0 0,0 0 1 0 0,0 0-1 0 0,-1-1 0 0 0,0 0 1 0 0,-1-1-1 0 0,0 1 0 0 0,-1-1 1 0 0,0 0-1 0 0,5-21 0 0 0,-1-36 807 0 0,-7 48-13 0 0,9-40 0 0 0,-11 60-679 0 0,1 0 1 0 0,-1 1-1 0 0,0-1 0 0 0,0 0 1 0 0,0 0-1 0 0,0 1 0 0 0,1-1 1 0 0,-1 0-1 0 0,0 1 0 0 0,0-1 1 0 0,1 0-1 0 0,-1 1 1 0 0,1-1-1 0 0,-1 1 0 0 0,0-1 1 0 0,1 1-1 0 0,-1-1 0 0 0,1 1 1 0 0,0-1-1 0 0,-1 1 0 0 0,1-1 1 0 0,-1 1-1 0 0,1-1 0 0 0,0 1 1 0 0,0-1-1 0 0,0 2-9 0 0,-1-1 0 0 0,1 0 0 0 0,0 1 0 0 0,-1-1 0 0 0,1 0 0 0 0,0 1 0 0 0,-1-1 0 0 0,1 1 0 0 0,0-1 0 0 0,-1 1 0 0 0,1-1 0 0 0,-1 1 0 0 0,1-1 0 0 0,-1 1 0 0 0,1 0 0 0 0,-1-1 0 0 0,0 1 0 0 0,1 0 0 0 0,-1 0 0 0 0,19 46 189 0 0,-17-40-175 0 0,3 6-9 0 0,1 1 0 0 0,0-1 0 0 0,0 0 1 0 0,2-1-1 0 0,-1 0 0 0 0,2 0 0 0 0,-1-1 1 0 0,17 16-1 0 0,-22-24-31 0 0,0 0-1 0 0,0 0 1 0 0,0 0 0 0 0,0-1 0 0 0,1 0 0 0 0,-1 0-1 0 0,1 0 1 0 0,0 0 0 0 0,-1 0 0 0 0,1-1-1 0 0,0 1 1 0 0,0-1 0 0 0,0 0 0 0 0,0-1-1 0 0,0 1 1 0 0,1 0 0 0 0,-1-1 0 0 0,0 0 0 0 0,0 0-1 0 0,0-1 1 0 0,0 1 0 0 0,0-1 0 0 0,0 0-1 0 0,0 0 1 0 0,0 0 0 0 0,0 0 0 0 0,0-1-1 0 0,0 1 1 0 0,0-1 0 0 0,-1 0 0 0 0,1 0 0 0 0,-1-1-1 0 0,1 1 1 0 0,2-4 0 0 0,1 0-11 0 0,-1-1 1 0 0,0 0-1 0 0,0 0 0 0 0,-1 0 0 0 0,0-1 1 0 0,-1 1-1 0 0,1-1 0 0 0,-2-1 1 0 0,6-13-1 0 0,-5 12 54 0 0,0 1-1 0 0,0 0 1 0 0,0 0 0 0 0,1 0 0 0 0,1 1-1 0 0,12-16 1 0 0,-17 23-20 0 0,-1 0-1 0 0,1 0 0 0 0,0 0 1 0 0,0 1-1 0 0,-1-1 0 0 0,1 0 0 0 0,0 1 1 0 0,0-1-1 0 0,0 1 0 0 0,0-1 1 0 0,0 1-1 0 0,0-1 0 0 0,0 1 1 0 0,0 0-1 0 0,0-1 0 0 0,0 1 1 0 0,0 0-1 0 0,0 0 0 0 0,0 0 1 0 0,0 0-1 0 0,0 0 0 0 0,0 0 1 0 0,0 0-1 0 0,0 0 0 0 0,0 0 1 0 0,0 0-1 0 0,0 0 0 0 0,0 1 1 0 0,2 0-1 0 0,-1 0 11 0 0,0 1-1 0 0,0 0 1 0 0,0 0 0 0 0,0 0-1 0 0,0 0 1 0 0,0 0 0 0 0,0 0 0 0 0,-1 0-1 0 0,1 1 1 0 0,-1-1 0 0 0,2 4-1 0 0,3 8 92 0 0,-1 0 0 0 0,0 0 0 0 0,3 17 0 0 0,-2 4-14 0 0,-1 1 0 0 0,-2 0 0 0 0,-2 0 0 0 0,-1 0 0 0 0,-2 0 0 0 0,-1 0 0 0 0,-2 0 0 0 0,-1-1-1 0 0,-2 0 1 0 0,-1 0 0 0 0,-2-1 0 0 0,-2 0 0 0 0,-30 58 0 0 0,35-77-885 0 0,-2 0 0 0 0,-17 22 0 0 0,19-27-447 0 0,-1-1-1 0 0,1 0 1 0 0,-2-1 0 0 0,-15 12-1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19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3681 0 0,'20'-18'3971'0'0,"-17"17"-2986"0"0,-1-1 0 0 0,0 1 0 0 0,1 0 0 0 0,-1 0 0 0 0,5-1 0 0 0,-5 2-567 0 0,-1 0 1 0 0,0 0-1 0 0,1 0 0 0 0,-1 0 1 0 0,0 0-1 0 0,0 0 0 0 0,1 0 1 0 0,-1 0-1 0 0,0 0 1 0 0,1 1-1 0 0,-1-1 0 0 0,0 0 1 0 0,0 1-1 0 0,1-1 0 0 0,-1 1 1 0 0,0 0-1 0 0,0-1 0 0 0,1 2 1 0 0,11 16-1032 0 0,-4 10 1086 0 0,-1 1 0 0 0,-1 0 0 0 0,5 53 0 0 0,1 2-218 0 0,10 47 53 0 0,23 104 28 0 0,-44-228-353 0 0,0 1 1 0 0,0-1-1 0 0,1 0 1 0 0,0 0-1 0 0,0 0 1 0 0,1 0-1 0 0,4 6 0 0 0,-7-12-12 0 0,0 1-1 0 0,-1-1 1 0 0,1 0-1 0 0,0-1 0 0 0,0 1 1 0 0,0 0-1 0 0,0 0 1 0 0,0 0-1 0 0,1 0 0 0 0,-1-1 1 0 0,0 1-1 0 0,0-1 0 0 0,0 1 1 0 0,1-1-1 0 0,-1 1 1 0 0,0-1-1 0 0,0 0 0 0 0,1 1 1 0 0,1-1-1 0 0,-2 0-37 0 0,1-1 1 0 0,0 1-1 0 0,-1-1 0 0 0,1 1 1 0 0,0-1-1 0 0,-1 0 0 0 0,1 0 0 0 0,0 1 1 0 0,-1-1-1 0 0,1 0 0 0 0,-1-1 1 0 0,0 1-1 0 0,1 0 0 0 0,-1 0 0 0 0,0-1 1 0 0,0 1-1 0 0,0 0 0 0 0,2-3 1 0 0,7-14-665 0 0,0 1 1 0 0,-1-1 0 0 0,0-1 0 0 0,-2 0-1 0 0,0 0 1 0 0,7-37 0 0 0,-7 27 1173 0 0,2 0-1 0 0,12-28 1 0 0,-16 46-31 0 0,0 0-1 0 0,1 1 1 0 0,0 0 0 0 0,1 0 0 0 0,0 0-1 0 0,0 1 1 0 0,1 0 0 0 0,12-10-1 0 0,-17 17-354 0 0,-1 0 1 0 0,1 0-1 0 0,-1 1 0 0 0,1-1 0 0 0,0 0 0 0 0,0 1 1 0 0,0 0-1 0 0,0 0 0 0 0,0 0 0 0 0,0 0 0 0 0,0 0 0 0 0,0 0 1 0 0,0 1-1 0 0,0 0 0 0 0,1 0 0 0 0,-1-1 0 0 0,0 2 1 0 0,0-1-1 0 0,0 0 0 0 0,1 1 0 0 0,-1-1 0 0 0,0 1 1 0 0,0 0-1 0 0,0 0 0 0 0,0 0 0 0 0,0 1 0 0 0,0-1 1 0 0,-1 1-1 0 0,1-1 0 0 0,0 1 0 0 0,-1 0 0 0 0,1 0 0 0 0,-1 0 1 0 0,0 1-1 0 0,4 3 0 0 0,4 4 93 0 0,-1 2 0 0 0,1-1 0 0 0,-2 1 0 0 0,0 1 0 0 0,10 20 1 0 0,24 71-222 0 0,-8-18-7298 0 0,-24-64-7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0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241 213 11979 0 0,'2'-12'291'0'0,"2"-9"558"0"0,-2 0 0 0 0,0 0 0 0 0,-1-28 0 0 0,-1 45-682 0 0,0 0 0 0 0,-1 0 0 0 0,1 0 0 0 0,-1 0 0 0 0,1 1 0 0 0,-1-1 0 0 0,0 0 0 0 0,-1 0 0 0 0,1 1 0 0 0,-1-1 0 0 0,0 0 0 0 0,1 1 0 0 0,-1 0 0 0 0,-1-1 0 0 0,1 1 0 0 0,0 0 0 0 0,-1 0 0 0 0,0 0 0 0 0,0 1-1 0 0,0-1 1 0 0,0 1 0 0 0,0-1 0 0 0,0 1 0 0 0,-7-3 0 0 0,7 4-103 0 0,-1 0-1 0 0,0 0 1 0 0,1 1-1 0 0,-1-1 1 0 0,0 1-1 0 0,0 0 1 0 0,1 0-1 0 0,-1 0 1 0 0,0 1-1 0 0,1-1 1 0 0,-1 1 0 0 0,0 0-1 0 0,1 0 1 0 0,-1 0-1 0 0,1 1 1 0 0,-1-1-1 0 0,1 1 1 0 0,0 0-1 0 0,-1 0 1 0 0,1 0-1 0 0,0 0 1 0 0,0 0-1 0 0,0 1 1 0 0,1-1-1 0 0,-4 4 1 0 0,-6 8 68 0 0,0-1 0 0 0,1 2-1 0 0,-15 25 1 0 0,19-29-94 0 0,1-1 0 0 0,0 1 0 0 0,1 1 0 0 0,0-1 0 0 0,1 0-1 0 0,0 1 1 0 0,1 0 0 0 0,1 0 0 0 0,-2 14 0 0 0,3-22-43 0 0,1 0 0 0 0,0 1 0 0 0,1-1 0 0 0,-1 0 0 0 0,1 0 1 0 0,0 0-1 0 0,0 1 0 0 0,0-1 0 0 0,0 0 0 0 0,1 0 1 0 0,0 0-1 0 0,-1-1 0 0 0,2 1 0 0 0,-1 0 0 0 0,0-1 0 0 0,1 1 1 0 0,-1-1-1 0 0,1 0 0 0 0,0 0 0 0 0,0 0 0 0 0,0 0 0 0 0,1-1 1 0 0,-1 1-1 0 0,1-1 0 0 0,-1 0 0 0 0,1 0 0 0 0,0 0 0 0 0,0 0 1 0 0,7 2-1 0 0,-7-3-71 0 0,0 1 1 0 0,1-1 0 0 0,-1 0-1 0 0,0-1 1 0 0,1 1 0 0 0,-1-1-1 0 0,1 0 1 0 0,-1 0-1 0 0,1 0 1 0 0,-1 0 0 0 0,0-1-1 0 0,1 0 1 0 0,-1 0 0 0 0,0 0-1 0 0,8-3 1 0 0,-5 1-69 0 0,0-1-1 0 0,-1 0 1 0 0,1 0 0 0 0,-1-1-1 0 0,0 0 1 0 0,0 0 0 0 0,0 0-1 0 0,7-9 1 0 0,-2 0 63 0 0,-1 0 0 0 0,0-1 0 0 0,-1 0 0 0 0,0-1 0 0 0,-1 0 0 0 0,-1 0 0 0 0,6-23 0 0 0,-6-5 816 0 0,-6 37-457 0 0,-1 0 0 0 0,1 1 0 0 0,0-1 0 0 0,0 0-1 0 0,1 0 1 0 0,0 1 0 0 0,0-1 0 0 0,1 1 0 0 0,0 0 0 0 0,4-8 0 0 0,-7 14-258 0 0,1 0 0 0 0,-1 0 0 0 0,0-1 0 0 0,1 1 0 0 0,-1 0 0 0 0,1 0 0 0 0,-1 0 0 0 0,0 0 0 0 0,1 0 0 0 0,-1 0 0 0 0,1 0 0 0 0,-1 0 0 0 0,0 0 0 0 0,1 0 0 0 0,-1 0 0 0 0,1 0 0 0 0,-1 0 0 0 0,0 0 0 0 0,1 0 0 0 0,-1 0 0 0 0,1 0 0 0 0,-1 0 0 0 0,0 0 0 0 0,1 1 0 0 0,-1-1 0 0 0,1 0 0 0 0,-1 0 0 0 0,0 0 0 0 0,1 1 0 0 0,-1-1 0 0 0,0 0 0 0 0,0 1 0 0 0,1-1 0 0 0,-1 0 0 0 0,0 1 0 0 0,1-1 0 0 0,-1 0 0 0 0,0 1 0 0 0,0-1 0 0 0,0 0 0 0 0,0 1 0 0 0,1-1 0 0 0,-1 1 0 0 0,0-1 0 0 0,0 0 0 0 0,0 1 0 0 0,0 0 0 0 0,11 24 194 0 0,-10-22-140 0 0,1 2-46 0 0,14 40 436 0 0,34 61-1 0 0,-42-92-529 0 0,1 1 0 0 0,1-1 0 0 0,0-1 0 0 0,1 0 0 0 0,1 0 0 0 0,0-1 0 0 0,23 17 0 0 0,-31-26-667 0 0,18 14 370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0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0 184 10594 0 0,'2'-1'249'0'0,"0"0"0"0"0,0 0 0 0 0,-1 0-1 0 0,1 0 1 0 0,0 1 0 0 0,0-1 0 0 0,0 0-1 0 0,0 1 1 0 0,0-1 0 0 0,0 1 0 0 0,0 0-1 0 0,0 0 1 0 0,0 0 0 0 0,0 0 0 0 0,1 0-1 0 0,-1 0 1 0 0,0 0 0 0 0,0 1 0 0 0,0-1-1 0 0,0 1 1 0 0,0-1 0 0 0,0 1 0 0 0,-1 0-1 0 0,1 0 1 0 0,0 0 0 0 0,0 0 0 0 0,2 2-1 0 0,4 1 340 0 0,0 1-1 0 0,0 1 1 0 0,-1 0-1 0 0,12 11 0 0 0,38 52 1323 0 0,-37-42-1145 0 0,31 32 1 0 0,-44-53-606 0 0,0 1 1 0 0,0-1-1 0 0,0-1 0 0 0,1 1 1 0 0,0-1-1 0 0,0-1 0 0 0,0 1 1 0 0,1-1-1 0 0,12 4 0 0 0,-19-8-134 0 0,0 0-1 0 0,0 1 1 0 0,0-1 0 0 0,0 0-1 0 0,0 0 1 0 0,0 0 0 0 0,0 0-1 0 0,0 0 1 0 0,0-1 0 0 0,0 1-1 0 0,-1 0 1 0 0,1-1 0 0 0,0 0-1 0 0,0 1 1 0 0,0-1 0 0 0,0 0-1 0 0,-1 0 1 0 0,1 0-1 0 0,0 0 1 0 0,-1 0 0 0 0,1 0-1 0 0,-1-1 1 0 0,1 1 0 0 0,-1 0-1 0 0,0-1 1 0 0,1 1 0 0 0,-1-1-1 0 0,0 0 1 0 0,0 1 0 0 0,0-1-1 0 0,0 0 1 0 0,0 0 0 0 0,-1 0-1 0 0,1 1 1 0 0,0-4-1 0 0,4-10 121 0 0,-1 0 0 0 0,-1 1 0 0 0,3-27 0 0 0,-3 20-109 0 0,0 2 16 0 0,7-43-918 0 0,36-122 0 0 0,-35 155 87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0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1 293 8754 0 0,'1'1'207'0'0,"0"1"0"0"0,0-1 0 0 0,0 1 0 0 0,1-1 0 0 0,-1 1 0 0 0,0-1-1 0 0,1 0 1 0 0,-1 0 0 0 0,1 1 0 0 0,-1-1 0 0 0,1 0 0 0 0,0-1 0 0 0,-1 1 0 0 0,1 0 0 0 0,0 0 0 0 0,0-1 0 0 0,0 1 0 0 0,-1-1 0 0 0,1 1 0 0 0,2-1 0 0 0,1 0 159 0 0,-1 0 0 0 0,1 0 0 0 0,-1 0 0 0 0,1-1 0 0 0,-1 0 1 0 0,1 0-1 0 0,-1 0 0 0 0,6-2 0 0 0,1-1 174 0 0,-1-1 1 0 0,0 0-1 0 0,0-1 0 0 0,-1 0 1 0 0,0 0-1 0 0,12-11 1 0 0,-12 8-291 0 0,0-1 1 0 0,-1 1-1 0 0,0-2 0 0 0,-1 1 1 0 0,0-1-1 0 0,-1 0 1 0 0,0-1-1 0 0,6-15 1 0 0,-9 19-235 0 0,-1 1-1 0 0,0-1 1 0 0,0 0 0 0 0,0 1 0 0 0,-1-1 0 0 0,0 0-1 0 0,-1 0 1 0 0,0 0 0 0 0,0 0 0 0 0,0 0 0 0 0,-1 0-1 0 0,-1 0 1 0 0,1 1 0 0 0,-5-13 0 0 0,6 19-16 0 0,0 0 0 0 0,-1 0 0 0 0,1 0 1 0 0,0 0-1 0 0,-1 0 0 0 0,1 0 0 0 0,-1 0 1 0 0,1 0-1 0 0,-1 0 0 0 0,0 1 0 0 0,1-1 0 0 0,-1 0 1 0 0,0 0-1 0 0,1 1 0 0 0,-1-1 0 0 0,0 0 0 0 0,0 1 1 0 0,0-1-1 0 0,1 1 0 0 0,-1-1 0 0 0,0 1 0 0 0,-2-1 1 0 0,2 1-2 0 0,0 0 0 0 0,0 0 1 0 0,0 0-1 0 0,1 1 1 0 0,-1-1-1 0 0,0 0 0 0 0,0 0 1 0 0,0 1-1 0 0,0-1 1 0 0,0 1-1 0 0,1-1 0 0 0,-1 1 1 0 0,0-1-1 0 0,0 1 1 0 0,1-1-1 0 0,-1 1 0 0 0,0 0 1 0 0,1 0-1 0 0,-2 0 1 0 0,0 3 9 0 0,-1-1 0 0 0,1 1 0 0 0,0 0 0 0 0,0 0 0 0 0,0 0 0 0 0,1 0 0 0 0,-1 0 1 0 0,1 0-1 0 0,-1 6 0 0 0,1-1 30 0 0,1 1 0 0 0,0 0 1 0 0,0-1-1 0 0,1 1 0 0 0,0 0 1 0 0,1-1-1 0 0,0 1 0 0 0,5 13 0 0 0,-5-18-154 0 0,1 1 0 0 0,-1 0 0 0 0,1-1 0 0 0,1 0 0 0 0,-1 0 0 0 0,1 0-1 0 0,-1 0 1 0 0,1 0 0 0 0,1-1 0 0 0,-1 0 0 0 0,1 1 0 0 0,0-2 0 0 0,0 1-1 0 0,8 4 1 0 0,6 2-7541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0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204 1 13363 0 0,'-3'4'310'0'0,"1"0"1"0"0,0 1-1 0 0,0-1 1 0 0,0 1-1 0 0,0 0 0 0 0,1 0 1 0 0,-1 0-1 0 0,1 0 1 0 0,0 0-1 0 0,0 7 1 0 0,-2 8 420 0 0,-50 230 3304 0 0,-65 371-1711 0 0,111-582-3244 0 0,3-24 433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1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23 12443 0 0,'0'0'58'0'0,"-1"-1"1"0"0,1 1 0 0 0,0-1-1 0 0,-1 1 1 0 0,1-1 0 0 0,0 0-1 0 0,-1 1 1 0 0,1-1 0 0 0,0 1-1 0 0,0-1 1 0 0,0 0 0 0 0,-1 1-1 0 0,1-1 1 0 0,0 0 0 0 0,0 1-1 0 0,0-1 1 0 0,0 0 0 0 0,0 1-1 0 0,0-1 1 0 0,1 0 0 0 0,-1 1-1 0 0,0-1 1 0 0,0 0 0 0 0,0 1-1 0 0,0-1 1 0 0,1 1 0 0 0,-1-1-1 0 0,0 1 1 0 0,1-2 0 0 0,0 1 111 0 0,0 1 1 0 0,0 0-1 0 0,1-1 1 0 0,-1 1-1 0 0,0 0 0 0 0,0-1 1 0 0,0 1-1 0 0,0 0 1 0 0,0 0-1 0 0,0 0 1 0 0,1 0-1 0 0,-1 0 0 0 0,0 0 1 0 0,0 0-1 0 0,2 1 1 0 0,3 0 471 0 0,1 1-1 0 0,0 0 1 0 0,0 0 0 0 0,10 5 0 0 0,0 4-93 0 0,-1 0 0 0 0,0 1 0 0 0,-1 0 0 0 0,0 1 0 0 0,16 20 0 0 0,62 83 418 0 0,-75-93-634 0 0,165 247 1609 0 0,-59-83-2701 0 0,-119-180 602 0 0,-2-3-66 0 0,-1-1-1 0 0,0 0 1 0 0,1 1 0 0 0,-1 0-1 0 0,0-1 1 0 0,-1 1-1 0 0,1 0 1 0 0,-1 0-1 0 0,3 8 1 0 0,-4-5-497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1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1 185 12443 0 0,'9'-5'651'0'0,"1"1"1"0"0,-1 0 0 0 0,1 1 0 0 0,0 0 0 0 0,0 1 0 0 0,19-2 0 0 0,3-2 291 0 0,240-60 2648 0 0,-90 14-8413 0 0,-133 35 2410 0 0,-4-2-19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1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0 9218 0 0,'-2'1'285'0'0,"1"-1"-1"0"0,0 1 1 0 0,0 0 0 0 0,0-1 0 0 0,0 1-1 0 0,0 0 1 0 0,0 0 0 0 0,0 0 0 0 0,0 0 0 0 0,0 0-1 0 0,0 0 1 0 0,1 0 0 0 0,-1 0 0 0 0,0 0-1 0 0,1 0 1 0 0,-1 1 0 0 0,1-1 0 0 0,-1 0-1 0 0,1 0 1 0 0,-1 1 0 0 0,1-1 0 0 0,0 2-1 0 0,-8 33 3082 0 0,8-12-2560 0 0,0 0 0 0 0,2 0 0 0 0,0 0 0 0 0,12 47-1 0 0,-3-18-387 0 0,2 28-627 0 0,26 123 2030 0 0,-30-173-2720 0 0,15 36 0 0 0,-15-46-1231 0 0,1-1 0 0 0,20 30 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1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32 4145 0 0,'0'0'72'0'0,"-1"-1"0"0"0,1 1 0 0 0,0 0 1 0 0,-1 0-1 0 0,1 0 0 0 0,0-1 0 0 0,-1 1 0 0 0,1 0 0 0 0,0 0 1 0 0,-1-1-1 0 0,1 1 0 0 0,0 0 0 0 0,0-1 0 0 0,-1 1 1 0 0,1 0-1 0 0,0-1 0 0 0,0 1 0 0 0,0-1 0 0 0,-1 1 0 0 0,1 0 1 0 0,0-1-1 0 0,0 1 0 0 0,0-1 0 0 0,0 1 0 0 0,0 0 0 0 0,0-1 1 0 0,0 1-1 0 0,0-1 0 0 0,0 1 0 0 0,0-1 0 0 0,0 1 0 0 0,0 0 1 0 0,0-1-1 0 0,0 1 0 0 0,1-1 0 0 0,15-7 3289 0 0,35 1 1893 0 0,-42 6-4929 0 0,22-1 608 0 0,0 2 0 0 0,0 0-1 0 0,0 2 1 0 0,0 2 0 0 0,0 1-1 0 0,0 1 1 0 0,36 12 0 0 0,-31-5-687 0 0,0 1-1 0 0,-1 1 1 0 0,-1 2 0 0 0,0 1 0 0 0,47 36 0 0 0,-67-43-186 0 0,0 0 1 0 0,0 2-1 0 0,-1 0 1 0 0,-1 0-1 0 0,0 1 1 0 0,-1 1-1 0 0,0-1 1 0 0,-1 2-1 0 0,-1 0 1 0 0,0 0-1 0 0,11 32 1 0 0,-16-37-69 0 0,-1 0 1 0 0,-1 0-1 0 0,0 0 1 0 0,0 0 0 0 0,-1 0-1 0 0,0 0 1 0 0,-1 0 0 0 0,-1 0-1 0 0,1 0 1 0 0,-2 0-1 0 0,0 0 1 0 0,0 0 0 0 0,-1 0-1 0 0,0 0 1 0 0,-1-1 0 0 0,0 0-1 0 0,0 1 1 0 0,-1-1-1 0 0,-1-1 1 0 0,-11 16 0 0 0,1-5-52 0 0,-1-1 0 0 0,-2 0-1 0 0,0-2 1 0 0,0 0 0 0 0,-2-1 0 0 0,0-2 0 0 0,-30 17 0 0 0,19-13-126 0 0,-1-3 1 0 0,0 0 0 0 0,-1-3-1 0 0,-58 15 1 0 0,80-24-189 0 0,0-1 1 0 0,-24 1-1 0 0,11-5-5892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22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217 7 8754 0 0,'-1'-6'6923'0'0,"1"6"-6799"0"0,-13 3 3794 0 0,-14 12-1879 0 0,12-2-1903 0 0,1 0 0 0 0,0 1-1 0 0,1 1 1 0 0,0 0 0 0 0,1 1 0 0 0,1 0-1 0 0,0 1 1 0 0,2 0 0 0 0,0 1 0 0 0,1 0 0 0 0,-7 20-1 0 0,8-14-120 0 0,0 0 0 0 0,1 1 0 0 0,2 0 0 0 0,0 0 0 0 0,2 0 0 0 0,1 0 0 0 0,1 1 0 0 0,4 30 0 0 0,-3-46 40 0 0,1 1 0 0 0,1-1 0 0 0,0 1 0 0 0,1-1 0 0 0,-1 0 0 0 0,2 0 0 0 0,0-1 0 0 0,0 1 0 0 0,0-1 0 0 0,1 0 0 0 0,1 0-1 0 0,0-1 1 0 0,0 0 0 0 0,0 0 0 0 0,1-1 0 0 0,0 0 0 0 0,1 0 0 0 0,-1-1 0 0 0,1 0 0 0 0,14 7 0 0 0,-10-6 86 0 0,0-2 1 0 0,0 1-1 0 0,1-2 1 0 0,-1 1-1 0 0,1-2 1 0 0,0 0-1 0 0,0-1 1 0 0,1 0-1 0 0,-1-1 0 0 0,0 0 1 0 0,1-2-1 0 0,-1 1 1 0 0,0-2-1 0 0,28-6 1 0 0,-21 2-116 0 0,-1-2 0 0 0,0 0 0 0 0,-1-1 0 0 0,0-1 0 0 0,0-1 0 0 0,24-19 0 0 0,-5 2-128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0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1959 4809 0 0,'-1'4'445'0'0,"-1"-1"-1"0"0,1 1 1 0 0,0-1-1 0 0,0 1 1 0 0,0 0 0 0 0,1 0-1 0 0,-1-1 1 0 0,1 1-1 0 0,0 0 1 0 0,1 6-1 0 0,4-20 517 0 0,36-113-309 0 0,25-126 1 0 0,-25 84-95 0 0,7-15 70 0 0,93-227 1 0 0,-84 269-781 0 0,63-136 432 0 0,-97 230-172 0 0,1 1 0 0 0,3 2 0 0 0,1 0-1 0 0,36-38 1 0 0,-40 53-31 0 0,0 1 0 0 0,2 2 0 0 0,0 0 0 0 0,43-26 0 0 0,-54 39-36 0 0,0 2 0 0 0,1 0 0 0 0,0 1 0 0 0,0 0 0 0 0,1 2 0 0 0,0 0 0 0 0,0 0 0 0 0,0 2 0 0 0,0 0 0 0 0,32-1 0 0 0,-36 5 20 0 0,0 0 0 0 0,0 1-1 0 0,-1 1 1 0 0,1 0 0 0 0,-1 1 0 0 0,1 0-1 0 0,-1 1 1 0 0,0 0 0 0 0,-1 1 0 0 0,1 0-1 0 0,18 15 1 0 0,9 8 127 0 0,61 62 1 0 0,-92-84-166 0 0,20 22 38 0 0,-2 1 0 0 0,-1 1 0 0 0,-1 1 0 0 0,-2 1 0 0 0,21 40 0 0 0,73 184 502 0 0,-61-125-300 0 0,31 52-25 0 0,44 107-16 0 0,-14 0-82 0 0,34 88 28 0 0,4 4 7 0 0,-71-186-110 0 0,-64-151-5 0 0,37 65 0 0 0,-45-93-43 0 0,1-1 0 0 0,0 1 0 0 0,2-2 1 0 0,0 0-1 0 0,1-1 0 0 0,18 15 0 0 0,-23-21-16 0 0,1 0 1 0 0,1-1-1 0 0,0-1 1 0 0,25 13-1 0 0,-32-18-32 0 0,1 0 0 0 0,0-1 1 0 0,0 1-1 0 0,0-1 0 0 0,0 0 0 0 0,0 0 0 0 0,0-1 1 0 0,0 0-1 0 0,0 0 0 0 0,0-1 0 0 0,0 1 0 0 0,0-1 1 0 0,12-3-1 0 0,0-3-48 0 0,1-1-1 0 0,-1-1 1 0 0,-1 0 0 0 0,1-2-1 0 0,-2 0 1 0 0,0 0-1 0 0,0-1 1 0 0,-1-1 0 0 0,0-1-1 0 0,-1 0 1 0 0,22-31 0 0 0,2-6-77 0 0,-3-3 1 0 0,39-77-1 0 0,-36 54-350 0 0,45-123 0 0 0,-66 149 256 0 0,-3 0 0 0 0,-2-1 1 0 0,8-88-1 0 0,-6-32 132 0 0,60-586 776 0 0,-59 661-250 0 0,4 1 1 0 0,4 1-1 0 0,5 1 0 0 0,55-128 1 0 0,-66 185-323 0 0,1 0 0 0 0,34-49 0 0 0,-44 74-63 0 0,0 1 0 0 0,1 0 0 0 0,0 1 0 0 0,1-1 0 0 0,0 2 0 0 0,0 0 0 0 0,1 0 0 0 0,0 1 0 0 0,1 0-1 0 0,0 1 1 0 0,13-6 0 0 0,-20 10-12 0 0,0 1 0 0 0,0 1 0 0 0,1-1-1 0 0,-1 1 1 0 0,0 0 0 0 0,1 0 0 0 0,0 1 0 0 0,-1-1-1 0 0,1 1 1 0 0,-1 1 0 0 0,1-1 0 0 0,-1 1 0 0 0,1 0 0 0 0,-1 0-1 0 0,1 0 1 0 0,-1 1 0 0 0,0 0 0 0 0,8 3 0 0 0,-2 2 16 0 0,1 1 0 0 0,-1 0 0 0 0,-1 0 0 0 0,0 1 0 0 0,0 1 0 0 0,12 14 0 0 0,19 22-5 0 0,-1 2 0 0 0,-3 2 0 0 0,-2 2 0 0 0,-2 0 0 0 0,-2 3 1 0 0,29 71-1 0 0,65 155 429 0 0,-52-121-312 0 0,60 159 828 0 0,28 60 143 0 0,-114-280-915 0 0,107 161-1 0 0,203 220-623 0 0,-338-459 494 0 0,1-1 1 0 0,0-1-1 0 0,2-1 1 0 0,0 0-1 0 0,1-2 1 0 0,0 0-1 0 0,1-2 1 0 0,45 19-1 0 0,-64-31-56 0 0,1 0-1 0 0,-1 0 1 0 0,1-1-1 0 0,0 0 1 0 0,0 0-1 0 0,0 0 1 0 0,-1-1-1 0 0,1 0 1 0 0,0 0-1 0 0,0 0 1 0 0,0-1 0 0 0,0 0-1 0 0,-1 0 1 0 0,1-1-1 0 0,0 1 1 0 0,5-4-1 0 0,5-2-1050 0 0,0-2 1 0 0,0 0-1 0 0,26-20 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1.9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2564 1376 0 0,'1'0'65'0'0,"0"0"-1"0"0,0 0 0 0 0,0 1 1 0 0,0-1-1 0 0,1 0 1 0 0,-1 0-1 0 0,0-1 0 0 0,0 1 1 0 0,0 0-1 0 0,0 0 1 0 0,0 0-1 0 0,0-1 0 0 0,0 1 1 0 0,1-1-1 0 0,-1 1 0 0 0,0-1 1 0 0,0 1-1 0 0,0-1 1 0 0,-1 1-1 0 0,1-1 0 0 0,0 0 1 0 0,0 0-1 0 0,0 1 1 0 0,0-1-1 0 0,-1 0 0 0 0,1 0 1 0 0,0 0-1 0 0,-1 0 1 0 0,1 0-1 0 0,0-2 0 0 0,21-37 1437 0 0,-18 32-739 0 0,6-15 7 0 0,-1 0 0 0 0,0-1 0 0 0,-2-1 0 0 0,6-34 0 0 0,8-107-444 0 0,-14 95 128 0 0,15-241 738 0 0,6-58-501 0 0,12-15 881 0 0,-28 252-1526 0 0,-8 87 111 0 0,3 1 0 0 0,1 0 0 0 0,3 1 0 0 0,1 0 0 0 0,3 0 0 0 0,1 2 0 0 0,36-70 0 0 0,-20 53-62 0 0,8-16 371 0 0,2 2 0 0 0,63-80 0 0 0,-98 142-585 0 0,0 0 0 0 0,0 0 0 0 0,-1-1 0 0 0,-1 1 0 0 0,7-20 0 0 0,-1 3-4515 0 0,-5 17-165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2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9 2761 0 0,'18'-5'2638'0'0,"-5"2"2252"0"0,-12 3-4760 0 0,-1 0 0 0 0,1 1 0 0 0,-1-1 0 0 0,1 1 0 0 0,-1 0-1 0 0,1-1 1 0 0,-1 1 0 0 0,0-1 0 0 0,1 1 0 0 0,-1 0 0 0 0,0-1 0 0 0,1 1 0 0 0,-1 0 0 0 0,0-1 0 0 0,0 1 0 0 0,0 0 0 0 0,1 0 0 0 0,-1-1 0 0 0,0 1 0 0 0,0 0 0 0 0,0-1 0 0 0,0 1 0 0 0,-1 1 0 0 0,2 25 1715 0 0,-4 37 0 0 0,2-49-1531 0 0,-1 5 213 0 0,1-20-38 0 0,1 0-480 0 0,0 0 0 0 0,0 0 0 0 0,0 0 0 0 0,0 0 0 0 0,0 0-1 0 0,0 0 1 0 0,0 0 0 0 0,0 0 0 0 0,0 0 0 0 0,0 0 0 0 0,0 1 0 0 0,-1-1 0 0 0,1 0 0 0 0,0 0 0 0 0,0 0 0 0 0,0 0 0 0 0,0 0 0 0 0,0 0 0 0 0,0 0 0 0 0,0 0 0 0 0,0 0-1 0 0,0 0 1 0 0,0 0 0 0 0,0 0 0 0 0,0 0 0 0 0,0 0 0 0 0,0 0 0 0 0,0 0 0 0 0,0 0 0 0 0,0 0 0 0 0,0 0 0 0 0,-1 0 0 0 0,1 0 0 0 0,0 0 0 0 0,0 0 0 0 0,0 0-1 0 0,0 0 1 0 0,0 0 0 0 0,0 0 0 0 0,0 0 0 0 0,0 0 0 0 0,0 0 0 0 0,0 0 0 0 0,0 0 0 0 0,0 0 0 0 0,0 0 0 0 0,0 0 0 0 0,0 0 0 0 0,-4 29 216 0 0,-56 497 1104 0 0,55-471-1817 0 0,5 106 0 0 0,0-156 362 0 0,0-1 0 0 0,0 0 0 0 0,1 0 1 0 0,-1 1-1 0 0,1-1 0 0 0,0 0 0 0 0,0 0 0 0 0,2 4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3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5985 0 0,'3'0'175'0'0,"0"-1"-1"0"0,0 0 0 0 0,0 0 0 0 0,0 1 1 0 0,0 0-1 0 0,0 0 0 0 0,0-1 1 0 0,0 2-1 0 0,0-1 0 0 0,0 0 1 0 0,0 1-1 0 0,0-1 0 0 0,0 1 0 0 0,0 0 1 0 0,0 0-1 0 0,0 0 0 0 0,0 1 1 0 0,5 2-1 0 0,1 1 850 0 0,1 1 0 0 0,0 1-1 0 0,15 14 1 0 0,2 5 306 0 0,-2 1-1 0 0,0 1 1 0 0,27 43-1 0 0,53 103 261 0 0,-22-37-1854 0 0,-63-102-880 0 0,-8-12-3942 0 0,-5-8-862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3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10 156 8754 0 0,'-1'0'29'0'0,"1"1"1"0"0,-1-1 0 0 0,1 0-1 0 0,-1 0 1 0 0,1 0 0 0 0,-1 1-1 0 0,1-1 1 0 0,0 0-1 0 0,-1 1 1 0 0,1-1 0 0 0,-1 0-1 0 0,1 1 1 0 0,0-1-1 0 0,-1 1 1 0 0,1-1 0 0 0,0 0-1 0 0,-1 1 1 0 0,1-1 0 0 0,0 1-1 0 0,0-1 1 0 0,-1 1-1 0 0,1-1 1 0 0,0 1 0 0 0,0-1-1 0 0,0 1 1 0 0,0-1-1 0 0,0 1 1 0 0,0-1 0 0 0,-1 1-1 0 0,1 0 1 0 0,1-1 0 0 0,-1 1-1 0 0,0-1 1 0 0,0 2-1 0 0,19 0 819 0 0,31-10 1041 0 0,-25 0-1309 0 0,-2-1 0 0 0,1-2 0 0 0,-1 0 0 0 0,37-25 0 0 0,-36 21-1348 0 0,1 0 0 0 0,0 2 1 0 0,36-13-1 0 0,-35 15 724 0 0,-3 1-9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3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5985 0 0,'10'5'1875'0'0,"-3"-2"-1157"0"0,-1 0-1 0 0,0 0 1 0 0,0 1-1 0 0,0-1 1 0 0,0 1 0 0 0,-1 1-1 0 0,0-1 1 0 0,1 1 0 0 0,-2 0-1 0 0,6 6 1 0 0,-3-1-249 0 0,-1 0-1 0 0,0 1 1 0 0,-1 0-1 0 0,0 0 1 0 0,-1 0 0 0 0,4 13-1 0 0,-4-10-331 0 0,0 0 1 0 0,2-1-1 0 0,10 20 0 0 0,-15-31-146 0 0,-1-1 0 0 0,1 0 0 0 0,0 0 0 0 0,0 0 0 0 0,-1 0 0 0 0,1 0 0 0 0,0 0 0 0 0,0 0 0 0 0,0 0 0 0 0,0 0 0 0 0,0 0 0 0 0,0 0 0 0 0,0 0 0 0 0,0-1 0 0 0,0 1 0 0 0,1 0 0 0 0,-1-1 0 0 0,0 1 0 0 0,0-1 0 0 0,3 1 0 0 0,-3-1-36 0 0,0 0-1 0 0,0-1 1 0 0,1 1-1 0 0,-1 0 1 0 0,0-1-1 0 0,0 1 1 0 0,0-1-1 0 0,0 1 1 0 0,0-1-1 0 0,0 1 1 0 0,-1-1-1 0 0,1 0 1 0 0,0 0-1 0 0,0 1 1 0 0,0-1-1 0 0,-1 0 1 0 0,1 0-1 0 0,0 0 1 0 0,0-1-1 0 0,5-8-239 0 0,-1 0 0 0 0,-1 1 1 0 0,0-2-1 0 0,3-10 0 0 0,-3 11 414 0 0,4-14-186 0 0,2 1 0 0 0,0 0 0 0 0,16-25 0 0 0,-22 41 187 0 0,1 0-1 0 0,0 0 1 0 0,0 0-1 0 0,0 1 1 0 0,1 0-1 0 0,0 0 0 0 0,0 0 1 0 0,0 1-1 0 0,1 0 1 0 0,0 0-1 0 0,0 0 1 0 0,0 1-1 0 0,12-5 0 0 0,-16 8-14 0 0,-1 1 0 0 0,1-1 0 0 0,0 0 0 0 0,0 1 0 0 0,0 0-1 0 0,0-1 1 0 0,0 1 0 0 0,0 0 0 0 0,0 0 0 0 0,0 1 0 0 0,0-1 0 0 0,0 1-1 0 0,-1-1 1 0 0,1 1 0 0 0,0 0 0 0 0,0 0 0 0 0,3 2 0 0 0,-1 0 8 0 0,-1 0 0 0 0,0 0 1 0 0,0 0-1 0 0,0 1 0 0 0,0-1 1 0 0,-1 1-1 0 0,1 0 0 0 0,-1 0 1 0 0,3 6-1 0 0,4 8-8 0 0,0 0-1 0 0,-2 1 1 0 0,13 37 0 0 0,-19-50-165 0 0,2 6-576 0 0,1 0-1 0 0,0 0 0 0 0,1 0 0 0 0,0-1 0 0 0,1 1 1 0 0,11 13-1 0 0,-3-8-6051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4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15 7370 0 0,'0'-1'116'0'0,"-1"0"1"0"0,1 0 0 0 0,-1 0-1 0 0,1 0 1 0 0,-1 1 0 0 0,1-1 0 0 0,-1 0-1 0 0,0 0 1 0 0,1 1 0 0 0,-1-1-1 0 0,0 0 1 0 0,0 1 0 0 0,0-1 0 0 0,1 1-1 0 0,-1-1 1 0 0,0 1 0 0 0,0-1-1 0 0,0 1 1 0 0,0-1 0 0 0,0 1 0 0 0,0 0-1 0 0,0 0 1 0 0,0-1 0 0 0,0 1-1 0 0,0 0 1 0 0,0 0 0 0 0,0 0 0 0 0,0 0-1 0 0,0 0 1 0 0,-1 1 0 0 0,-32 1 2635 0 0,27 0-2576 0 0,0 1 0 0 0,1 0 0 0 0,-1 1 1 0 0,1 0-1 0 0,0-1 0 0 0,0 2 0 0 0,0-1 0 0 0,0 1 0 0 0,1 0 0 0 0,0 0 0 0 0,0 0 0 0 0,0 1 0 0 0,-5 8 0 0 0,4-4 58 0 0,0-1 0 0 0,0 1 0 0 0,1 1-1 0 0,0-1 1 0 0,0 1 0 0 0,1 0 0 0 0,-4 19 0 0 0,8-29-256 0 0,-1 0 0 0 0,1 1 0 0 0,0-1-1 0 0,-1 1 1 0 0,1-1 0 0 0,0 0 0 0 0,0 1 0 0 0,0-1 0 0 0,0 1 0 0 0,0-1 0 0 0,0 1 0 0 0,0-1 0 0 0,1 0 0 0 0,-1 1-1 0 0,0-1 1 0 0,1 1 0 0 0,-1-1 0 0 0,1 0 0 0 0,0 1 0 0 0,-1-1 0 0 0,1 0 0 0 0,0 0 0 0 0,1 2 0 0 0,-1-3-34 0 0,0 1 0 0 0,1-1 0 0 0,-1 0 0 0 0,0 1 0 0 0,0-1 1 0 0,1 0-1 0 0,-1 0 0 0 0,0 0 0 0 0,0 0 0 0 0,1 0 0 0 0,-1 0 0 0 0,0 0 1 0 0,0-1-1 0 0,1 1 0 0 0,-1 0 0 0 0,0-1 0 0 0,0 1 0 0 0,1-1 1 0 0,-1 1-1 0 0,1-2 0 0 0,7-3-298 0 0,0 0 1 0 0,0-1 0 0 0,-1 0-1 0 0,15-13 1 0 0,19-32 331 0 0,-31 36 670 0 0,0 2-1 0 0,20-20 0 0 0,-30 33-575 0 0,-1-1 0 0 0,1 1 0 0 0,0-1 0 0 0,0 1 0 0 0,-1-1 0 0 0,1 1 0 0 0,0 0 0 0 0,0-1 0 0 0,0 1 0 0 0,0 0 0 0 0,0 0 0 0 0,-1 0 0 0 0,1-1 1 0 0,0 1-1 0 0,0 0 0 0 0,0 0 0 0 0,0 0 0 0 0,0 0 0 0 0,0 1 0 0 0,0-1 0 0 0,-1 0 0 0 0,1 0 0 0 0,0 1 0 0 0,0-1 0 0 0,0 0 0 0 0,0 1 0 0 0,-1-1 0 0 0,1 0 0 0 0,0 1 0 0 0,0-1 0 0 0,-1 1 0 0 0,1 0 0 0 0,0-1 0 0 0,-1 1 0 0 0,1 0 0 0 0,-1-1 0 0 0,1 1 0 0 0,0 0 0 0 0,-1-1 0 0 0,0 1 0 0 0,1 0 0 0 0,0 1 0 0 0,19 42 531 0 0,-17-38-459 0 0,3 12-54 0 0,2-1 0 0 0,0-1 0 0 0,20 32 0 0 0,-24-43-336 0 0,-1-1 0 0 0,1 0-1 0 0,0 1 1 0 0,0-1 0 0 0,0-1 0 0 0,1 1 0 0 0,-1-1 0 0 0,1 1 0 0 0,0-1 0 0 0,0-1-1 0 0,0 1 1 0 0,0-1 0 0 0,1 0 0 0 0,-1 0 0 0 0,0 0 0 0 0,1-1 0 0 0,7 2-1 0 0,8-3-1065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4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37 6913 0 0,'-4'-36'10500'0'0,"4"36"-10413"0"0,7 19 1840 0 0,10 59-1092 0 0,-4 2 0 0 0,-3-1 0 0 0,-1 89-1 0 0,-2-36-810 0 0,2-61-807 0 0,1-25-5061 0 0,1-14-1109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5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 0 7834 0 0,'-11'4'610'0'0,"0"0"0"0"0,0 1 0 0 0,0 1 1 0 0,0-1-1 0 0,1 2 0 0 0,0-1 0 0 0,1 1 1 0 0,-1 1-1 0 0,1 0 0 0 0,-15 17 0 0 0,20-19-523 0 0,0-1-1 0 0,0 1 1 0 0,0 0-1 0 0,1 0 1 0 0,0 0-1 0 0,0 0 1 0 0,1 1 0 0 0,-1-1-1 0 0,1 1 1 0 0,1-1-1 0 0,-1 1 1 0 0,1 0-1 0 0,1 0 1 0 0,-1-1-1 0 0,1 1 1 0 0,0 0-1 0 0,1 0 1 0 0,-1 0-1 0 0,1 0 1 0 0,3 10-1 0 0,-3-16-107 0 0,-1 0 0 0 0,0 0 0 0 0,0 1 0 0 0,1-1 0 0 0,-1 0 0 0 0,1 0 0 0 0,-1 0 0 0 0,1 1 0 0 0,-1-1 0 0 0,1 0 0 0 0,0 0 0 0 0,-1 0 0 0 0,1 0 0 0 0,0 0 0 0 0,0 0 0 0 0,0 0 0 0 0,0-1 0 0 0,0 1 0 0 0,0 0 0 0 0,0 0 0 0 0,0-1 0 0 0,0 1 0 0 0,0 0 0 0 0,1-1 0 0 0,-1 1 0 0 0,0-1 0 0 0,2 1 0 0 0,0-1-64 0 0,-1-1 0 0 0,0 1 1 0 0,1-1-1 0 0,-1 1 0 0 0,0-1 0 0 0,1 0 1 0 0,-1 1-1 0 0,0-1 0 0 0,0-1 0 0 0,0 1 1 0 0,0 0-1 0 0,0 0 0 0 0,3-4 0 0 0,4-2-139 0 0,-1-1-1 0 0,0 0 1 0 0,0-1-1 0 0,-1 0 1 0 0,7-11-1 0 0,-6 5 204 0 0,0-1-1 0 0,-2 0 1 0 0,8-24-1 0 0,10-27 2082 0 0,-24 66-1925 0 0,1-1-1 0 0,0 0 0 0 0,0 0 0 0 0,0 0 1 0 0,1 0-1 0 0,-1 1 0 0 0,0-1 1 0 0,1 0-1 0 0,-1 1 0 0 0,1 0 1 0 0,-1-1-1 0 0,1 1 0 0 0,2-2 1 0 0,-3 2-57 0 0,1 1 1 0 0,-1 0-1 0 0,0-1 0 0 0,0 1 1 0 0,0 0-1 0 0,0 0 1 0 0,0 0-1 0 0,0 0 1 0 0,0 0-1 0 0,0 0 1 0 0,0 0-1 0 0,0 0 1 0 0,1 0-1 0 0,-1 0 1 0 0,0 0-1 0 0,0 1 1 0 0,0-1-1 0 0,0 1 1 0 0,1 0-1 0 0,1 1 17 0 0,0 0 0 0 0,0 0 1 0 0,-1 0-1 0 0,1 1 0 0 0,0-1 0 0 0,-1 1 0 0 0,0 0 0 0 0,0-1 0 0 0,0 1 1 0 0,0 0-1 0 0,0 1 0 0 0,0-1 0 0 0,-1 0 0 0 0,2 5 0 0 0,20 79 705 0 0,-18-62-1330 0 0,1-2-1 0 0,12 32 1 0 0,-6-31-6392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4:55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14 10538 0 0,'0'0'37'0'0,"0"-1"-1"0"0,0 1 0 0 0,0-1 1 0 0,0 1-1 0 0,0-1 0 0 0,0 1 1 0 0,0-1-1 0 0,0 1 0 0 0,0-1 1 0 0,-1 1-1 0 0,1-1 0 0 0,0 1 1 0 0,0-1-1 0 0,0 1 0 0 0,-1-1 1 0 0,1 1-1 0 0,0-1 0 0 0,-1 1 1 0 0,1 0-1 0 0,0-1 0 0 0,-1 1 0 0 0,1 0 1 0 0,0-1-1 0 0,-1 1 0 0 0,1 0 1 0 0,-1-1-1 0 0,1 1 0 0 0,0 0 1 0 0,-1 0-1 0 0,1-1 0 0 0,-1 1 1 0 0,1 0-1 0 0,-1 0 0 0 0,1 0 1 0 0,-1 0-1 0 0,1 0 0 0 0,-2 0 1 0 0,-24 6 1719 0 0,-22 23 256 0 0,32-17-1857 0 0,1 1-1 0 0,0 1 0 0 0,1 0 0 0 0,1 1 1 0 0,0 0-1 0 0,1 1 0 0 0,1 1 0 0 0,-14 26 1 0 0,25-42-172 0 0,-1-1 1 0 0,1 1-1 0 0,-1 0 0 0 0,1 0 1 0 0,0 0-1 0 0,-1-1 1 0 0,1 1-1 0 0,0 0 1 0 0,0 0-1 0 0,0 0 1 0 0,-1 0-1 0 0,1 0 0 0 0,0 0 1 0 0,0-1-1 0 0,0 1 1 0 0,0 0-1 0 0,1 0 1 0 0,-1 0-1 0 0,0 0 1 0 0,0 0-1 0 0,0 0 0 0 0,1-1 1 0 0,-1 1-1 0 0,0 0 1 0 0,2 1-1 0 0,-2-2 5 0 0,1 0 1 0 0,0 0-1 0 0,0 0 0 0 0,-1 0 0 0 0,1 0 1 0 0,0 0-1 0 0,0 0 0 0 0,-1 0 0 0 0,1 0 1 0 0,0 0-1 0 0,0 0 0 0 0,-1-1 1 0 0,1 1-1 0 0,0 0 0 0 0,-1 0 0 0 0,1-1 1 0 0,0 1-1 0 0,-1-1 0 0 0,1 1 0 0 0,0-1 1 0 0,-1 1-1 0 0,1-1 0 0 0,-1 1 0 0 0,1-1 1 0 0,-1 1-1 0 0,1-1 0 0 0,-1 0 0 0 0,1 1 1 0 0,-1-2-1 0 0,16-16 365 0 0,-4 3-39 0 0,2 0-1 0 0,-1 1 1 0 0,20-16-1 0 0,-30 27-239 0 0,1 1 0 0 0,-1-1 1 0 0,1 1-1 0 0,0 0 0 0 0,-1 0 0 0 0,1 0 1 0 0,0 0-1 0 0,0 1 0 0 0,0-1 0 0 0,0 1 0 0 0,1 0 1 0 0,-1 0-1 0 0,0 1 0 0 0,0-1 0 0 0,1 1 1 0 0,-1 0-1 0 0,0 0 0 0 0,1 1 0 0 0,-1-1 1 0 0,8 3-1 0 0,-8-1-23 0 0,0 0 1 0 0,0 0-1 0 0,-1 1 0 0 0,1-1 1 0 0,0 1-1 0 0,-1 0 0 0 0,0 0 1 0 0,0 0-1 0 0,0 1 0 0 0,0-1 1 0 0,0 1-1 0 0,-1-1 0 0 0,1 1 1 0 0,-1 0-1 0 0,0 0 0 0 0,0 0 1 0 0,1 5-1 0 0,4 11 101 0 0,0 0 1 0 0,4 24-1 0 0,-11-44-152 0 0,7 35 105 0 0,-2 0 0 0 0,-1 1 0 0 0,-1-1 0 0 0,-5 70-1 0 0,0-83 33 0 0,-1 0 0 0 0,-1 0 0 0 0,-1 0 0 0 0,-1 0-1 0 0,-1-1 1 0 0,-1 0 0 0 0,0 0 0 0 0,-24 38-1 0 0,29-54-185 0 0,0 0-1 0 0,0-1 0 0 0,0 1 1 0 0,-1-1-1 0 0,0 0 0 0 0,0 0 0 0 0,0 0 1 0 0,-1 0-1 0 0,1-1 0 0 0,-1 0 1 0 0,0 0-1 0 0,1 0 0 0 0,-1 0 0 0 0,-1-1 1 0 0,1 0-1 0 0,0 0 0 0 0,-1 0 0 0 0,1-1 1 0 0,-1 0-1 0 0,-5 1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8.9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1959 4809 0 0,'-1'4'445'0'0,"-1"-1"-1"0"0,1 1 1 0 0,0-1-1 0 0,0 1 1 0 0,0 0 0 0 0,1 0-1 0 0,-1-1 1 0 0,1 1-1 0 0,0 0 1 0 0,1 6-1 0 0,4-20 517 0 0,36-113-309 0 0,25-126 1 0 0,-25 84-95 0 0,7-15 70 0 0,93-227 1 0 0,-84 269-781 0 0,63-136 432 0 0,-97 230-172 0 0,1 1 0 0 0,3 2 0 0 0,1 0-1 0 0,36-38 1 0 0,-40 53-31 0 0,0 1 0 0 0,2 2 0 0 0,0 0 0 0 0,43-26 0 0 0,-54 39-36 0 0,0 2 0 0 0,1 0 0 0 0,0 1 0 0 0,0 0 0 0 0,1 2 0 0 0,0 0 0 0 0,0 0 0 0 0,0 2 0 0 0,0 0 0 0 0,32-1 0 0 0,-36 5 20 0 0,0 0 0 0 0,0 1-1 0 0,-1 1 1 0 0,1 0 0 0 0,-1 1 0 0 0,1 0-1 0 0,-1 1 1 0 0,0 0 0 0 0,-1 1 0 0 0,1 0-1 0 0,18 15 1 0 0,9 8 127 0 0,61 62 1 0 0,-92-84-166 0 0,20 22 38 0 0,-2 1 0 0 0,-1 1 0 0 0,-1 1 0 0 0,-2 1 0 0 0,21 40 0 0 0,73 184 502 0 0,-61-125-300 0 0,31 52-25 0 0,44 107-16 0 0,-14 0-82 0 0,34 88 28 0 0,4 4 7 0 0,-71-186-110 0 0,-64-151-5 0 0,37 65 0 0 0,-45-93-43 0 0,1-1 0 0 0,0 1 0 0 0,2-2 1 0 0,0 0-1 0 0,1-1 0 0 0,18 15 0 0 0,-23-21-16 0 0,1 0 1 0 0,1-1-1 0 0,0-1 1 0 0,25 13-1 0 0,-32-18-32 0 0,1 0 0 0 0,0-1 1 0 0,0 1-1 0 0,0-1 0 0 0,0 0 0 0 0,0 0 0 0 0,0-1 1 0 0,0 0-1 0 0,0 0 0 0 0,0-1 0 0 0,0 1 0 0 0,0-1 1 0 0,12-3-1 0 0,0-3-48 0 0,1-1-1 0 0,-1-1 1 0 0,-1 0 0 0 0,1-2-1 0 0,-2 0 1 0 0,0 0-1 0 0,0-1 1 0 0,-1-1 0 0 0,0-1-1 0 0,-1 0 1 0 0,22-31 0 0 0,2-6-77 0 0,-3-3 1 0 0,39-77-1 0 0,-36 54-350 0 0,45-123 0 0 0,-66 149 256 0 0,-3 0 0 0 0,-2-1 1 0 0,8-88-1 0 0,-6-32 132 0 0,60-586 776 0 0,-59 661-250 0 0,4 1 1 0 0,4 1-1 0 0,5 1 0 0 0,55-128 1 0 0,-66 185-323 0 0,1 0 0 0 0,34-49 0 0 0,-44 74-63 0 0,0 1 0 0 0,1 0 0 0 0,0 1 0 0 0,1-1 0 0 0,0 2 0 0 0,0 0 0 0 0,1 0 0 0 0,0 1 0 0 0,1 0-1 0 0,0 1 1 0 0,13-6 0 0 0,-20 10-12 0 0,0 1 0 0 0,0 1 0 0 0,1-1-1 0 0,-1 1 1 0 0,0 0 0 0 0,1 0 0 0 0,0 1 0 0 0,-1-1-1 0 0,1 1 1 0 0,-1 1 0 0 0,1-1 0 0 0,-1 1 0 0 0,1 0 0 0 0,-1 0-1 0 0,1 0 1 0 0,-1 1 0 0 0,0 0 0 0 0,8 3 0 0 0,-2 2 16 0 0,1 1 0 0 0,-1 0 0 0 0,-1 0 0 0 0,0 1 0 0 0,0 1 0 0 0,12 14 0 0 0,19 22-5 0 0,-1 2 0 0 0,-3 2 0 0 0,-2 2 0 0 0,-2 0 0 0 0,-2 3 1 0 0,29 71-1 0 0,65 155 429 0 0,-52-121-312 0 0,60 159 828 0 0,28 60 143 0 0,-114-280-915 0 0,107 161-1 0 0,203 220-623 0 0,-338-459 494 0 0,1-1 1 0 0,0-1-1 0 0,2-1 1 0 0,0 0-1 0 0,1-2 1 0 0,0 0-1 0 0,1-2 1 0 0,45 19-1 0 0,-64-31-56 0 0,1 0-1 0 0,-1 0 1 0 0,1-1-1 0 0,0 0 1 0 0,0 0-1 0 0,0 0 1 0 0,-1-1-1 0 0,1 0 1 0 0,0 0-1 0 0,0 0 1 0 0,0-1 0 0 0,0 0-1 0 0,-1 0 1 0 0,1-1-1 0 0,0 1 1 0 0,5-4-1 0 0,5-2-1050 0 0,0-2 1 0 0,0 0-1 0 0,26-20 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8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2564 1376 0 0,'1'0'65'0'0,"0"0"-1"0"0,0 0 0 0 0,0 1 1 0 0,0-1-1 0 0,1 0 1 0 0,-1 0-1 0 0,0-1 0 0 0,0 1 1 0 0,0 0-1 0 0,0 0 1 0 0,0 0-1 0 0,0-1 0 0 0,0 1 1 0 0,1-1-1 0 0,-1 1 0 0 0,0-1 1 0 0,0 1-1 0 0,0-1 1 0 0,-1 1-1 0 0,1-1 0 0 0,0 0 1 0 0,0 0-1 0 0,0 1 1 0 0,0-1-1 0 0,-1 0 0 0 0,1 0 1 0 0,0 0-1 0 0,-1 0 1 0 0,1 0-1 0 0,0-2 0 0 0,21-37 1437 0 0,-18 32-739 0 0,6-15 7 0 0,-1 0 0 0 0,0-1 0 0 0,-2-1 0 0 0,6-34 0 0 0,8-107-444 0 0,-14 95 128 0 0,15-241 738 0 0,6-58-501 0 0,12-15 881 0 0,-28 252-1526 0 0,-8 87 111 0 0,3 1 0 0 0,1 0 0 0 0,3 1 0 0 0,1 0 0 0 0,3 0 0 0 0,1 2 0 0 0,36-70 0 0 0,-20 53-62 0 0,8-16 371 0 0,2 2 0 0 0,63-80 0 0 0,-98 142-585 0 0,0 0 0 0 0,0 0 0 0 0,-1-1 0 0 0,-1 1 0 0 0,7-20 0 0 0,-1 3-4515 0 0,-5 17-165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8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9 2761 0 0,'18'-5'2638'0'0,"-5"2"2252"0"0,-12 3-4760 0 0,-1 0 0 0 0,1 1 0 0 0,-1-1 0 0 0,1 1 0 0 0,-1 0-1 0 0,1-1 1 0 0,-1 1 0 0 0,0-1 0 0 0,1 1 0 0 0,-1 0 0 0 0,0-1 0 0 0,1 1 0 0 0,-1 0 0 0 0,0-1 0 0 0,0 1 0 0 0,0 0 0 0 0,1 0 0 0 0,-1-1 0 0 0,0 1 0 0 0,0 0 0 0 0,0-1 0 0 0,0 1 0 0 0,-1 1 0 0 0,2 25 1715 0 0,-4 37 0 0 0,2-49-1531 0 0,-1 5 213 0 0,1-20-38 0 0,1 0-480 0 0,0 0 0 0 0,0 0 0 0 0,0 0 0 0 0,0 0 0 0 0,0 0-1 0 0,0 0 1 0 0,0 0 0 0 0,0 0 0 0 0,0 0 0 0 0,0 0 0 0 0,0 1 0 0 0,-1-1 0 0 0,1 0 0 0 0,0 0 0 0 0,0 0 0 0 0,0 0 0 0 0,0 0 0 0 0,0 0 0 0 0,0 0 0 0 0,0 0 0 0 0,0 0-1 0 0,0 0 1 0 0,0 0 0 0 0,0 0 0 0 0,0 0 0 0 0,0 0 0 0 0,0 0 0 0 0,0 0 0 0 0,0 0 0 0 0,0 0 0 0 0,0 0 0 0 0,-1 0 0 0 0,1 0 0 0 0,0 0 0 0 0,0 0 0 0 0,0 0-1 0 0,0 0 1 0 0,0 0 0 0 0,0 0 0 0 0,0 0 0 0 0,0 0 0 0 0,0 0 0 0 0,0 0 0 0 0,0 0 0 0 0,0 0 0 0 0,0 0 0 0 0,0 0 0 0 0,0 0 0 0 0,-4 29 216 0 0,-56 497 1104 0 0,55-471-1817 0 0,5 106 0 0 0,0-156 362 0 0,0-1 0 0 0,0 0 0 0 0,1 0 1 0 0,-1 1-1 0 0,1-1 0 0 0,0 0 0 0 0,0 0 0 0 0,2 4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8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5985 0 0,'3'0'175'0'0,"0"-1"-1"0"0,0 0 0 0 0,0 0 0 0 0,0 1 1 0 0,0 0-1 0 0,0 0 0 0 0,0-1 1 0 0,0 2-1 0 0,0-1 0 0 0,0 0 1 0 0,0 1-1 0 0,0-1 0 0 0,0 1 0 0 0,0 0 1 0 0,0 0-1 0 0,0 0 0 0 0,0 1 1 0 0,5 2-1 0 0,1 1 850 0 0,1 1 0 0 0,0 1-1 0 0,15 14 1 0 0,2 5 306 0 0,-2 1-1 0 0,0 1 1 0 0,27 43-1 0 0,53 103 261 0 0,-22-37-1854 0 0,-63-102-880 0 0,-8-12-3942 0 0,-5-8-862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10 156 8754 0 0,'-1'0'29'0'0,"1"1"1"0"0,-1-1 0 0 0,1 0-1 0 0,-1 0 1 0 0,1 0 0 0 0,-1 1-1 0 0,1-1 1 0 0,0 0-1 0 0,-1 1 1 0 0,1-1 0 0 0,-1 0-1 0 0,1 1 1 0 0,0-1-1 0 0,-1 1 1 0 0,1-1 0 0 0,0 0-1 0 0,-1 1 1 0 0,1-1 0 0 0,0 1-1 0 0,0-1 1 0 0,-1 1-1 0 0,1-1 1 0 0,0 1 0 0 0,0-1-1 0 0,0 1 1 0 0,0-1-1 0 0,0 1 1 0 0,0-1 0 0 0,-1 1-1 0 0,1 0 1 0 0,1-1 0 0 0,-1 1-1 0 0,0-1 1 0 0,0 2-1 0 0,19 0 819 0 0,31-10 1041 0 0,-25 0-1309 0 0,-2-1 0 0 0,1-2 0 0 0,-1 0 0 0 0,37-25 0 0 0,-36 21-1348 0 0,1 0 0 0 0,0 2 1 0 0,36-13-1 0 0,-35 15 724 0 0,-3 1-9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5985 0 0,'10'5'1875'0'0,"-3"-2"-1157"0"0,-1 0-1 0 0,0 0 1 0 0,0 1-1 0 0,0-1 1 0 0,0 1 0 0 0,-1 1-1 0 0,0-1 1 0 0,1 1 0 0 0,-2 0-1 0 0,6 6 1 0 0,-3-1-249 0 0,-1 0-1 0 0,0 1 1 0 0,-1 0-1 0 0,0 0 1 0 0,-1 0 0 0 0,4 13-1 0 0,-4-10-331 0 0,0 0 1 0 0,2-1-1 0 0,10 20 0 0 0,-15-31-146 0 0,-1-1 0 0 0,1 0 0 0 0,0 0 0 0 0,0 0 0 0 0,-1 0 0 0 0,1 0 0 0 0,0 0 0 0 0,0 0 0 0 0,0 0 0 0 0,0 0 0 0 0,0 0 0 0 0,0 0 0 0 0,0 0 0 0 0,0-1 0 0 0,0 1 0 0 0,1 0 0 0 0,-1-1 0 0 0,0 1 0 0 0,0-1 0 0 0,3 1 0 0 0,-3-1-36 0 0,0 0-1 0 0,0-1 1 0 0,1 1-1 0 0,-1 0 1 0 0,0-1-1 0 0,0 1 1 0 0,0-1-1 0 0,0 1 1 0 0,0-1-1 0 0,0 1 1 0 0,-1-1-1 0 0,1 0 1 0 0,0 0-1 0 0,0 1 1 0 0,0-1-1 0 0,-1 0 1 0 0,1 0-1 0 0,0 0 1 0 0,0-1-1 0 0,5-8-239 0 0,-1 0 0 0 0,-1 1 1 0 0,0-2-1 0 0,3-10 0 0 0,-3 11 414 0 0,4-14-186 0 0,2 1 0 0 0,0 0 0 0 0,16-25 0 0 0,-22 41 187 0 0,1 0-1 0 0,0 0 1 0 0,0 0-1 0 0,0 1 1 0 0,1 0-1 0 0,0 0 0 0 0,0 0 1 0 0,0 1-1 0 0,1 0 1 0 0,0 0-1 0 0,0 0 1 0 0,0 1-1 0 0,12-5 0 0 0,-16 8-14 0 0,-1 1 0 0 0,1-1 0 0 0,0 0 0 0 0,0 1 0 0 0,0 0-1 0 0,0-1 1 0 0,0 1 0 0 0,0 0 0 0 0,0 0 0 0 0,0 1 0 0 0,0-1 0 0 0,0 1-1 0 0,-1-1 1 0 0,1 1 0 0 0,0 0 0 0 0,0 0 0 0 0,3 2 0 0 0,-1 0 8 0 0,-1 0 0 0 0,0 0 1 0 0,0 0-1 0 0,0 1 0 0 0,0-1 1 0 0,-1 1-1 0 0,1 0 0 0 0,-1 0 1 0 0,3 6-1 0 0,4 8-8 0 0,0 0-1 0 0,-2 1 1 0 0,13 37 0 0 0,-19-50-165 0 0,2 6-576 0 0,1 0-1 0 0,0 0 0 0 0,1 0 0 0 0,0-1 0 0 0,1 1 1 0 0,11 13-1 0 0,-3-8-6051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15 7370 0 0,'0'-1'116'0'0,"-1"0"1"0"0,1 0 0 0 0,-1 0-1 0 0,1 0 1 0 0,-1 1 0 0 0,1-1 0 0 0,-1 0-1 0 0,0 0 1 0 0,1 1 0 0 0,-1-1-1 0 0,0 0 1 0 0,0 1 0 0 0,0-1 0 0 0,1 1-1 0 0,-1-1 1 0 0,0 1 0 0 0,0-1-1 0 0,0 1 1 0 0,0-1 0 0 0,0 1 0 0 0,0 0-1 0 0,0 0 1 0 0,0-1 0 0 0,0 1-1 0 0,0 0 1 0 0,0 0 0 0 0,0 0 0 0 0,0 0-1 0 0,0 0 1 0 0,-1 1 0 0 0,-32 1 2635 0 0,27 0-2576 0 0,0 1 0 0 0,1 0 0 0 0,-1 1 1 0 0,1 0-1 0 0,0-1 0 0 0,0 2 0 0 0,0-1 0 0 0,0 1 0 0 0,1 0 0 0 0,0 0 0 0 0,0 0 0 0 0,0 1 0 0 0,-5 8 0 0 0,4-4 58 0 0,0-1 0 0 0,0 1 0 0 0,1 1-1 0 0,0-1 1 0 0,0 1 0 0 0,1 0 0 0 0,-4 19 0 0 0,8-29-256 0 0,-1 0 0 0 0,1 1 0 0 0,0-1-1 0 0,-1 1 1 0 0,1-1 0 0 0,0 0 0 0 0,0 1 0 0 0,0-1 0 0 0,0 1 0 0 0,0-1 0 0 0,0 1 0 0 0,0-1 0 0 0,1 0 0 0 0,-1 1-1 0 0,0-1 1 0 0,1 1 0 0 0,-1-1 0 0 0,1 0 0 0 0,0 1 0 0 0,-1-1 0 0 0,1 0 0 0 0,0 0 0 0 0,1 2 0 0 0,-1-3-34 0 0,0 1 0 0 0,1-1 0 0 0,-1 0 0 0 0,0 1 0 0 0,0-1 1 0 0,1 0-1 0 0,-1 0 0 0 0,0 0 0 0 0,0 0 0 0 0,1 0 0 0 0,-1 0 0 0 0,0 0 1 0 0,0-1-1 0 0,1 1 0 0 0,-1 0 0 0 0,0-1 0 0 0,0 1 0 0 0,1-1 1 0 0,-1 1-1 0 0,1-2 0 0 0,7-3-298 0 0,0 0 1 0 0,0-1 0 0 0,-1 0-1 0 0,15-13 1 0 0,19-32 331 0 0,-31 36 670 0 0,0 2-1 0 0,20-20 0 0 0,-30 33-575 0 0,-1-1 0 0 0,1 1 0 0 0,0-1 0 0 0,0 1 0 0 0,-1-1 0 0 0,1 1 0 0 0,0 0 0 0 0,0-1 0 0 0,0 1 0 0 0,0 0 0 0 0,0 0 0 0 0,-1 0 0 0 0,1-1 1 0 0,0 1-1 0 0,0 0 0 0 0,0 0 0 0 0,0 0 0 0 0,0 0 0 0 0,0 1 0 0 0,0-1 0 0 0,-1 0 0 0 0,1 0 0 0 0,0 1 0 0 0,0-1 0 0 0,0 0 0 0 0,0 1 0 0 0,-1-1 0 0 0,1 0 0 0 0,0 1 0 0 0,0-1 0 0 0,-1 1 0 0 0,1 0 0 0 0,0-1 0 0 0,-1 1 0 0 0,1 0 0 0 0,-1-1 0 0 0,1 1 0 0 0,0 0 0 0 0,-1-1 0 0 0,0 1 0 0 0,1 0 0 0 0,0 1 0 0 0,19 42 531 0 0,-17-38-459 0 0,3 12-54 0 0,2-1 0 0 0,0-1 0 0 0,20 32 0 0 0,-24-43-336 0 0,-1-1 0 0 0,1 0-1 0 0,0 1 1 0 0,0-1 0 0 0,0-1 0 0 0,1 1 0 0 0,-1-1 0 0 0,1 1 0 0 0,0-1 0 0 0,0-1-1 0 0,0 1 1 0 0,0-1 0 0 0,1 0 0 0 0,-1 0 0 0 0,0 0 0 0 0,1-1 0 0 0,7 2-1 0 0,8-3-1065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.0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37 6913 0 0,'-4'-36'10500'0'0,"4"36"-10413"0"0,7 19 1840 0 0,10 59-1092 0 0,-4 2 0 0 0,-3-1 0 0 0,-1 89-1 0 0,-2-36-810 0 0,2-61-807 0 0,1-25-5061 0 0,1-14-1109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.0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 0 7834 0 0,'-11'4'610'0'0,"0"0"0"0"0,0 1 0 0 0,0 1 1 0 0,0-1-1 0 0,1 2 0 0 0,0-1 0 0 0,1 1 1 0 0,-1 1-1 0 0,1 0 0 0 0,-15 17 0 0 0,20-19-523 0 0,0-1-1 0 0,0 1 1 0 0,0 0-1 0 0,1 0 1 0 0,0 0-1 0 0,0 0 1 0 0,1 1 0 0 0,-1-1-1 0 0,1 1 1 0 0,1-1-1 0 0,-1 1 1 0 0,1 0-1 0 0,1 0 1 0 0,-1-1-1 0 0,1 1 1 0 0,0 0-1 0 0,1 0 1 0 0,-1 0-1 0 0,1 0 1 0 0,3 10-1 0 0,-3-16-107 0 0,-1 0 0 0 0,0 0 0 0 0,0 1 0 0 0,1-1 0 0 0,-1 0 0 0 0,1 0 0 0 0,-1 0 0 0 0,1 1 0 0 0,-1-1 0 0 0,1 0 0 0 0,0 0 0 0 0,-1 0 0 0 0,1 0 0 0 0,0 0 0 0 0,0 0 0 0 0,0 0 0 0 0,0-1 0 0 0,0 1 0 0 0,0 0 0 0 0,0 0 0 0 0,0-1 0 0 0,0 1 0 0 0,0 0 0 0 0,1-1 0 0 0,-1 1 0 0 0,0-1 0 0 0,2 1 0 0 0,0-1-64 0 0,-1-1 0 0 0,0 1 1 0 0,1-1-1 0 0,-1 1 0 0 0,0-1 0 0 0,1 0 1 0 0,-1 1-1 0 0,0-1 0 0 0,0-1 0 0 0,0 1 1 0 0,0 0-1 0 0,0 0 0 0 0,3-4 0 0 0,4-2-139 0 0,-1-1-1 0 0,0 0 1 0 0,0-1-1 0 0,-1 0 1 0 0,7-11-1 0 0,-6 5 204 0 0,0-1-1 0 0,-2 0 1 0 0,8-24-1 0 0,10-27 2082 0 0,-24 66-1925 0 0,1-1-1 0 0,0 0 0 0 0,0 0 0 0 0,0 0 1 0 0,1 0-1 0 0,-1 1 0 0 0,0-1 1 0 0,1 0-1 0 0,-1 1 0 0 0,1 0 1 0 0,-1-1-1 0 0,1 1 0 0 0,2-2 1 0 0,-3 2-57 0 0,1 1 1 0 0,-1 0-1 0 0,0-1 0 0 0,0 1 1 0 0,0 0-1 0 0,0 0 1 0 0,0 0-1 0 0,0 0 1 0 0,0 0-1 0 0,0 0 1 0 0,0 0-1 0 0,0 0 1 0 0,1 0-1 0 0,-1 0 1 0 0,0 0-1 0 0,0 1 1 0 0,0-1-1 0 0,0 1 1 0 0,1 0-1 0 0,1 1 17 0 0,0 0 0 0 0,0 0 1 0 0,-1 0-1 0 0,1 1 0 0 0,0-1 0 0 0,-1 1 0 0 0,0 0 0 0 0,0-1 0 0 0,0 1 1 0 0,0 0-1 0 0,0 1 0 0 0,0-1 0 0 0,-1 0 0 0 0,2 5 0 0 0,20 79 705 0 0,-18-62-1330 0 0,1-2-1 0 0,12 32 1 0 0,-6-31-6392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09.0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14 10538 0 0,'0'0'37'0'0,"0"-1"-1"0"0,0 1 0 0 0,0-1 1 0 0,0 1-1 0 0,0-1 0 0 0,0 1 1 0 0,0-1-1 0 0,0 1 0 0 0,0-1 1 0 0,-1 1-1 0 0,1-1 0 0 0,0 1 1 0 0,0-1-1 0 0,0 1 0 0 0,-1-1 1 0 0,1 1-1 0 0,0-1 0 0 0,-1 1 1 0 0,1 0-1 0 0,0-1 0 0 0,-1 1 0 0 0,1 0 1 0 0,0-1-1 0 0,-1 1 0 0 0,1 0 1 0 0,-1-1-1 0 0,1 1 0 0 0,0 0 1 0 0,-1 0-1 0 0,1-1 0 0 0,-1 1 1 0 0,1 0-1 0 0,-1 0 0 0 0,1 0 1 0 0,-1 0-1 0 0,1 0 0 0 0,-2 0 1 0 0,-24 6 1719 0 0,-22 23 256 0 0,32-17-1857 0 0,1 1-1 0 0,0 1 0 0 0,1 0 0 0 0,1 1 1 0 0,0 0-1 0 0,1 1 0 0 0,1 1 0 0 0,-14 26 1 0 0,25-42-172 0 0,-1-1 1 0 0,1 1-1 0 0,-1 0 0 0 0,1 0 1 0 0,0 0-1 0 0,-1-1 1 0 0,1 1-1 0 0,0 0 1 0 0,0 0-1 0 0,0 0 1 0 0,-1 0-1 0 0,1 0 0 0 0,0 0 1 0 0,0-1-1 0 0,0 1 1 0 0,0 0-1 0 0,1 0 1 0 0,-1 0-1 0 0,0 0 1 0 0,0 0-1 0 0,0 0 0 0 0,1-1 1 0 0,-1 1-1 0 0,0 0 1 0 0,2 1-1 0 0,-2-2 5 0 0,1 0 1 0 0,0 0-1 0 0,0 0 0 0 0,-1 0 0 0 0,1 0 1 0 0,0 0-1 0 0,0 0 0 0 0,-1 0 0 0 0,1 0 1 0 0,0 0-1 0 0,0 0 0 0 0,-1-1 1 0 0,1 1-1 0 0,0 0 0 0 0,-1 0 0 0 0,1-1 1 0 0,0 1-1 0 0,-1-1 0 0 0,1 1 0 0 0,0-1 1 0 0,-1 1-1 0 0,1-1 0 0 0,-1 1 0 0 0,1-1 1 0 0,-1 1-1 0 0,1-1 0 0 0,-1 0 0 0 0,1 1 1 0 0,-1-2-1 0 0,16-16 365 0 0,-4 3-39 0 0,2 0-1 0 0,-1 1 1 0 0,20-16-1 0 0,-30 27-239 0 0,1 1 0 0 0,-1-1 1 0 0,1 1-1 0 0,0 0 0 0 0,-1 0 0 0 0,1 0 1 0 0,0 0-1 0 0,0 1 0 0 0,0-1 0 0 0,0 1 0 0 0,1 0 1 0 0,-1 0-1 0 0,0 1 0 0 0,0-1 0 0 0,1 1 1 0 0,-1 0-1 0 0,0 0 0 0 0,1 1 0 0 0,-1-1 1 0 0,8 3-1 0 0,-8-1-23 0 0,0 0 1 0 0,0 0-1 0 0,-1 1 0 0 0,1-1 1 0 0,0 1-1 0 0,-1 0 0 0 0,0 0 1 0 0,0 0-1 0 0,0 1 0 0 0,0-1 1 0 0,0 1-1 0 0,-1-1 0 0 0,1 1 1 0 0,-1 0-1 0 0,0 0 0 0 0,0 0 1 0 0,1 5-1 0 0,4 11 101 0 0,0 0 1 0 0,4 24-1 0 0,-11-44-152 0 0,7 35 105 0 0,-2 0 0 0 0,-1 1 0 0 0,-1-1 0 0 0,-5 70-1 0 0,0-83 33 0 0,-1 0 0 0 0,-1 0 0 0 0,-1 0 0 0 0,-1 0-1 0 0,-1-1 1 0 0,-1 0 0 0 0,0 0 0 0 0,-24 38-1 0 0,29-54-185 0 0,0 0-1 0 0,0-1 0 0 0,0 1 1 0 0,-1-1-1 0 0,0 0 0 0 0,0 0 0 0 0,0 0 1 0 0,-1 0-1 0 0,1-1 0 0 0,-1 0 1 0 0,0 0-1 0 0,1 0 0 0 0,-1 0 0 0 0,-1-1 1 0 0,1 0-1 0 0,0 0 0 0 0,-1 0 0 0 0,1-1 1 0 0,-1 0-1 0 0,-5 1 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18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75 2176 0 0,'-15'-5'50'0'0,"14"5"-117"0"0,-4 1 8 0 0,-13 4 38 0 0,17-5 15 0 0,0 0 0 0 0,0 0-1 0 0,0 1 1 0 0,0-1 0 0 0,1 0 0 0 0,-1 1-1 0 0,0-1 1 0 0,0 1 0 0 0,0-1 0 0 0,0 1-1 0 0,-7 9 4129 0 0,12-10-3686 0 0,91 5 4576 0 0,17 1-2100 0 0,-97-6-2995 0 0,0-1 1 0 0,-1-1 0 0 0,1 0-1 0 0,0-1 1 0 0,22-8 0 0 0,13-8-2380 0 0,49-26 1 0 0,-69 28 2356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19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3225 0 0,'0'13'6446'0'0,"1"-13"-6314"0"0,21 8 1451 0 0,-7-3-1014 0 0,-1 0-301 0 0,-1 0 1 0 0,1-1 0 0 0,0 0 0 0 0,28 3 0 0 0,-23-7-613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19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62 4145 0 0,'-3'1'365'0'0,"1"-1"1"0"0,-1 1-1 0 0,1-1 1 0 0,0 1 0 0 0,-1 0-1 0 0,1 0 1 0 0,-1 0-1 0 0,-3 2 1 0 0,2 4 1437 0 0,20-5-903 0 0,14-4-273 0 0,0-2 1 0 0,0-1-1 0 0,-1-1 0 0 0,0-1 1 0 0,30-13-1 0 0,49-11-1448 0 0,-89 26-297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0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0 100 920 0 0,'1'0'67'0'0,"15"0"1857"0"0,1-2 0 0 0,-1 0-1 0 0,0 0 1 0 0,24-8 0 0 0,58-25 1086 0 0,-68 23-4111 0 0,1 1 0 0 0,50-11 0 0 0,-60 18-2747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0.8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63 5529 0 0,'9'-1'1349'0'0,"0"1"-1"0"0,0-2 0 0 0,0 1 1 0 0,11-4-1 0 0,64-28-1559 0 0,-58 22-969 0 0,-6 2-2827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1.3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50 6913 0 0,'40'-1'4073'0'0,"29"-13"-1558"0"0,-35 6-3542 0 0,34-13 1 0 0,-54 15 1012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1.7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76 5529 0 0,'20'-2'1104'0'0,"-1"-1"1"0"0,-1 0-1 0 0,1-1 0 0 0,0-1 0 0 0,23-10 0 0 0,13-3-309 0 0,-32 12-601 0 0,-6 0-1052 0 0,1 1 0 0 0,30-3 0 0 0,-30 7-101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2.5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81 1376 0 0,'4'0'536'0'0,"1"-1"-1"0"0,-1 0 1 0 0,1 0-1 0 0,-1 0 1 0 0,0 0-1 0 0,0-1 1 0 0,7-2-1 0 0,-2 0 226 0 0,81-23 3154 0 0,47-7-3177 0 0,-119 31-738 0 0,-3 2 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3.0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84 3681 0 0,'0'-2'145'0'0,"1"0"0"0"0,0 1-1 0 0,-1 0 1 0 0,1-1 0 0 0,0 1 0 0 0,0-1 0 0 0,0 1 0 0 0,0 0 0 0 0,1 0 0 0 0,-1 0 0 0 0,0 0 0 0 0,0 0-1 0 0,1 0 1 0 0,-1 0 0 0 0,3-1 0 0 0,22-13 1768 0 0,47-8-451 0 0,-23 9-2091 0 0,-24 3 286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3.6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3681 0 0,'0'0'284'0'0,"26"3"4658"0"0,28 5-2000 0 0,-18-8-6421 0 0,-16-2-122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4.0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4609 0 0,'0'-5'757'0'0,"11"1"62"0"0,18-3 764 0 0,-19 5-996 0 0,22-7 1368 0 0,40-15 0 0 0,-6-6-2131 0 0,-46 19-4111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4.5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19 1376 0 0,'0'0'27'0'0,"0"0"0"0"0,0 0 0 0 0,-1 0 0 0 0,1 0 0 0 0,0 0 0 0 0,0 0 0 0 0,0 0 0 0 0,0 0 0 0 0,0 0 0 0 0,0 1 0 0 0,0-1 0 0 0,0 0-1 0 0,0 0 1 0 0,0 0 0 0 0,0 0 0 0 0,0 0 0 0 0,-1 0 0 0 0,1 0 0 0 0,0 0 0 0 0,0 1 0 0 0,0-1 0 0 0,0 0 0 0 0,0 0 0 0 0,0 0 0 0 0,0 0 0 0 0,0 0 0 0 0,0 0 0 0 0,0 1-1 0 0,0-1 1 0 0,0 0 0 0 0,0 0 0 0 0,0 0 0 0 0,0 0 0 0 0,1 0 0 0 0,-1 0 0 0 0,0 0 0 0 0,0 1 0 0 0,0-1 0 0 0,0 0 0 0 0,0 0 0 0 0,0 0 0 0 0,0 0 0 0 0,0 0-1 0 0,0 0 1 0 0,0 0 0 0 0,0 0 0 0 0,0 0 0 0 0,1 0 0 0 0,-1 1 0 0 0,0-1 0 0 0,0 0 0 0 0,0 0 0 0 0,0 0 0 0 0,0 0 0 0 0,0 0 0 0 0,0 0 0 0 0,1 0 0 0 0,-1 0 0 0 0,0 0-1 0 0,0 0 1 0 0,13 1 1457 0 0,15-3 430 0 0,22-5 468 0 0,47-5 1718 0 0,-32 9-7141 0 0,-40 3-1176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4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33 9674 0 0,'5'3'864'0'0,"-2"-2"-696"0"0,1 1-168 0 0,1-1 0 0 0,0 1-216 0 0,-1-1-72 0 0,1 1-24 0 0,5-1 0 0 0,5 1 480 0 0,5-1 96 0 0,1 1 24 0 0,5-4 0 0 0,-2 1-736 0 0,0-5-136 0 0,0-2-32 0 0,2-1-8 0 0,0-1 496 0 0,-4-4 128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26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65 227 4249 0 0,'-4'3'46'0'0,"0"0"-1"0"0,-1-1 1 0 0,1 0-1 0 0,-1 1 1 0 0,1-2 0 0 0,-1 1-1 0 0,0 0 1 0 0,0-1-1 0 0,-6 1 1 0 0,10-5-46 0 0,0 1 0 0 0,1-1 0 0 0,-1 1 0 0 0,1-1 0 0 0,0 0-1 0 0,-1 1 1 0 0,1-1 0 0 0,1 0 0 0 0,-1 1 0 0 0,0-1 0 0 0,2-4 0 0 0,-2 0-11 0 0,3-43-20 0 0,-2-23 529 0 0,-2 65 184 0 0,0 0-1 0 0,-1 0 1 0 0,0 1 0 0 0,-3-10 0 0 0,1-11 4358 0 0,4 28-4968 0 0,0 0-1 0 0,0 0 1 0 0,0 1-1 0 0,1-1 1 0 0,-1 0-1 0 0,0 0 1 0 0,0 1-1 0 0,1-1 1 0 0,-1 0 0 0 0,0 0-1 0 0,0 0 1 0 0,1 1-1 0 0,-1-1 1 0 0,0 0-1 0 0,1 0 1 0 0,-1 0-1 0 0,0 0 1 0 0,1 0 0 0 0,-1 0-1 0 0,0 1 1 0 0,0-1-1 0 0,1 0 1 0 0,-1 0-1 0 0,0 0 1 0 0,1 0-1 0 0,-1 0 1 0 0,0 0 0 0 0,1 0-1 0 0,-1-1 1 0 0,0 1-1 0 0,1 0 1 0 0,-1 0-1 0 0,0 0 1 0 0,1 0-1 0 0,-1 0 1 0 0,0 0-1 0 0,1 0 1 0 0,-1-1 0 0 0,0 1-1 0 0,0 0 1 0 0,1 0-1 0 0,-1-1 1 0 0,0 1-1 0 0,0 0 1 0 0,1 0-1 0 0,-1-1 1 0 0,0 1 0 0 0,0 0-1 0 0,0 0 1 0 0,0-1-1 0 0,1 1 1 0 0,-1 0-1 0 0,0-1 1 0 0,0 1-1 0 0,0 0 1 0 0,0-1-1 0 0,0 1 1 0 0,0 0 0 0 0,0-2 804 0 0,3 8-667 0 0,9 30-19 0 0,-2 1 0 0 0,10 64 0 0 0,1 2 0 0 0,5 4-278 0 0,62 312-680 0 0,-83-385 740 0 0,-2-2-18 0 0,1-1 0 0 0,2 1 0 0 0,1-1 0 0 0,1-1 0 0 0,18 43 0 0 0,-20-65-1030 0 0,-6-12-450 0 0,-3-1 623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36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1550 3865 0 0,'-4'-5'230'0'0,"0"-1"1"0"0,0 0-1 0 0,1 0 1 0 0,0 0-1 0 0,0-1 1 0 0,-3-10-1 0 0,-2-3 355 0 0,-5-9 713 0 0,2-1 0 0 0,0 0 0 0 0,2-1 0 0 0,2-1 0 0 0,-6-50 0 0 0,13 67-1022 0 0,0 1 0 0 0,2-1 0 0 0,0 1 0 0 0,3-14 0 0 0,-1 12-305 0 0,-2 0 0 0 0,2-25 1 0 0,-4 40 31 0 0,0 1 0 0 0,0-1 1 0 0,0 1-1 0 0,0-1 1 0 0,0 1-1 0 0,1-1 1 0 0,-1 1-1 0 0,0 0 1 0 0,0-1-1 0 0,0 1 1 0 0,0-1-1 0 0,1 1 0 0 0,-1-1 1 0 0,0 1-1 0 0,1 0 1 0 0,-1-1-1 0 0,0 1 1 0 0,1 0-1 0 0,-1-1 1 0 0,0 1-1 0 0,1 0 0 0 0,-1-1 1 0 0,1 1-1 0 0,-1 0 1 0 0,0 0-1 0 0,1-1 1 0 0,-1 1-1 0 0,1 0 1 0 0,-1 0-1 0 0,1 0 1 0 0,-1 0-1 0 0,1 0 0 0 0,-1 0 1 0 0,1 0-1 0 0,-1 0 1 0 0,1 0-1 0 0,-1 0 1 0 0,1 0-1 0 0,-1 0 1 0 0,1 0-1 0 0,-1 0 0 0 0,1 0 1 0 0,31 8 21 0 0,-3-1 14 0 0,-18-7-47 0 0,1-1-1 0 0,-1-1 1 0 0,1 0 0 0 0,-1 0 0 0 0,0-1 0 0 0,0-1 0 0 0,0 0 0 0 0,0-1 0 0 0,-1 1 0 0 0,0-2-1 0 0,0 0 1 0 0,14-10 0 0 0,-20 14 8 0 0,0 0 0 0 0,0 0 0 0 0,0 0 0 0 0,0 1 0 0 0,0-1 0 0 0,0 1 0 0 0,0 0 0 0 0,6 0 0 0 0,-9-4 0 0 0,-2-1 2 0 0,1 0 0 0 0,0-1 0 0 0,1 1-1 0 0,-1 0 1 0 0,4-13 0 0 0,2-15 9 0 0,-2-1-1 0 0,-1 0 1 0 0,-2 0 0 0 0,-5-57-1 0 0,3 59 392 0 0,2-1-1 0 0,9-66 1 0 0,-6 53-334 0 0,5 42 76 0 0,11 0-166 0 0,1 1 0 0 0,0 0 0 0 0,0 2 1 0 0,1 0-1 0 0,-1 1 0 0 0,40 5 1 0 0,-11 6-2 0 0,-45-8 20 0 0,1 0 1 0 0,-1-1-1 0 0,0 0 1 0 0,1 0-1 0 0,-1 0 1 0 0,1 0-1 0 0,-1-1 1 0 0,1 0-1 0 0,-1 0 1 0 0,1 0-1 0 0,-1-1 1 0 0,1 0-1 0 0,-1 0 1 0 0,0 0-1 0 0,1-1 1 0 0,8-4-1 0 0,-6 2 27 0 0,-1 0 1 0 0,0 0-1 0 0,0-1 0 0 0,10-9 1 0 0,-19 9 855 0 0,-1-32-570 0 0,2 0 0 0 0,1 0 0 0 0,7-46 0 0 0,28-113 882 0 0,-32 189-1199 0 0,-1 0 0 0 0,2 0 0 0 0,-1 1 0 0 0,1-1 0 0 0,0 1 0 0 0,0-1-1 0 0,1 1 1 0 0,10-10 0 0 0,-10 14 7 0 0,4 6 0 0 0,33 1-3 0 0,-26-4-6 0 0,-1 1 0 0 0,1 0 0 0 0,29 10 1 0 0,-29-7-9 0 0,0 0 1 0 0,0-1 0 0 0,0-1-1 0 0,1 0 1 0 0,22 0 0 0 0,82-7-89 0 0,-86 2 98 0 0,-34 1-35 0 0,0 1-1 0 0,1-1 1 0 0,-1 1-1 0 0,0 0 1 0 0,1 0-1 0 0,-1 0 1 0 0,1 0-1 0 0,-1 0 1 0 0,0 0-1 0 0,1 0 1 0 0,-1 1-1 0 0,0-1 1 0 0,1 0-1 0 0,-1 1 1 0 0,0-1-1 0 0,1 1 1 0 0,-1-1 0 0 0,0 1-1 0 0,0 0 1 0 0,0-1-1 0 0,1 1 1 0 0,-1 0-1 0 0,0 0 1 0 0,0 0-1 0 0,0 0 1 0 0,0 0-1 0 0,-1 0 1 0 0,1 0-1 0 0,0 0 1 0 0,0 0-1 0 0,-1 0 1 0 0,1 1-1 0 0,0-1 1 0 0,-1 0-1 0 0,1 1 1 0 0,-1-1-1 0 0,0 0 1 0 0,1 2-1 0 0,6 15-268 0 0,-6-16 288 0 0,1-1 1 0 0,-1 0 0 0 0,0 0-1 0 0,0 1 1 0 0,1-1 0 0 0,-1 0-1 0 0,1 0 1 0 0,-1 0 0 0 0,1 0-1 0 0,0 0 1 0 0,-1-1 0 0 0,1 1-1 0 0,0 0 1 0 0,-1-1 0 0 0,1 1-1 0 0,0-1 1 0 0,0 0 0 0 0,2 1-1 0 0,-3-1 39 0 0,0 0-1 0 0,1 0 1 0 0,-1 0-1 0 0,0 0 1 0 0,0 0 0 0 0,0 0-1 0 0,1 1 1 0 0,-1-1-1 0 0,0 0 1 0 0,0 1-1 0 0,0-1 1 0 0,0 1-1 0 0,0-1 1 0 0,1 1-1 0 0,-1 0 1 0 0,0-1 0 0 0,-1 1-1 0 0,1 0 1 0 0,0 0-1 0 0,0 0 1 0 0,0-1-1 0 0,0 1 1 0 0,-1 0-1 0 0,1 0 1 0 0,0 0-1 0 0,-1 1 1 0 0,1-1 0 0 0,-1 0-1 0 0,1 0 1 0 0,-1 0-1 0 0,1 0 1 0 0,-1 0-1 0 0,0 2 1 0 0,1-2 48 0 0,-1 0 0 0 0,0-1 0 0 0,0 1 0 0 0,1 0 0 0 0,-1 0 0 0 0,0 0 0 0 0,1-1 0 0 0,-1 1 0 0 0,1 0 1 0 0,-1-1-1 0 0,1 1 0 0 0,-1 0 0 0 0,1-1 0 0 0,0 1 0 0 0,-1-1 0 0 0,1 1 0 0 0,0-1 0 0 0,-1 1 0 0 0,1-1 0 0 0,1 1 0 0 0,-1 0-52 0 0,0 0-1 0 0,0-1 0 0 0,0 1 1 0 0,1 0-1 0 0,-1 0 0 0 0,0 0 1 0 0,-1 0-1 0 0,1 0 0 0 0,0 0 1 0 0,0 0-1 0 0,0 1 0 0 0,-1-1 1 0 0,2 2-1 0 0,18 94 183 0 0,-15-64-99 0 0,12 41 0 0 0,-9-44-95 0 0,-2 1 0 0 0,5 54 0 0 0,-1-3 0 0 0,-8-67 128 0 0,2-14-157 0 0,5 0 26 0 0,55 11-65 0 0,118 6 0 0 0,-174-19 68 0 0,0 0 0 0 0,-1 0 0 0 0,1 0 0 0 0,12-5 0 0 0,-13 3 0 0 0,0 1 0 0 0,0 1 0 0 0,0-1 0 0 0,12 0 0 0 0,-18 2 0 0 0,-1 0 0 0 0,0 0 0 0 0,0 0 0 0 0,0 0 0 0 0,0 0 0 0 0,1 0 0 0 0,-1 1 0 0 0,0-1 0 0 0,0 0 0 0 0,0 0 0 0 0,0 0 0 0 0,1 0 0 0 0,-1 0 0 0 0,0 0 0 0 0,0 0 0 0 0,0 0 0 0 0,0 1 0 0 0,0-1 0 0 0,1 0-1 0 0,-1 0 1 0 0,0 0 0 0 0,0 0 0 0 0,0 1 0 0 0,0-1 0 0 0,0 0 0 0 0,0 0 0 0 0,0 0 0 0 0,0 0 0 0 0,0 1 0 0 0,0-1 0 0 0,0 0 0 0 0,0 0 0 0 0,0 0 0 0 0,0 1 0 0 0,0-1 0 0 0,0 0 0 0 0,0 0 0 0 0,0 0 0 0 0,0 0 0 0 0,0 1 0 0 0,0-1 0 0 0,0 0 0 0 0,0 0 0 0 0,0 0 0 0 0,0 1 0 0 0,0-1 0 0 0,0 0 0 0 0,0 0-1 0 0,0 0 1 0 0,-1 1 0 0 0,0 7 13 0 0,1-7 110 0 0,0 3-49 0 0,0 4-81 0 0,0 0-1 0 0,1-1 1 0 0,0 1-1 0 0,1 0 1 0 0,-1-1-1 0 0,4 10 0 0 0,-4-16 5 0 0,1 9-4 0 0,-1 1 0 0 0,1-1-1 0 0,-2 1 1 0 0,0 17 0 0 0,2 32-21 0 0,22 34 2 0 0,-16-68 14 0 0,-1 1 1 0 0,-1 0 0 0 0,2 31-1 0 0,-3 83-52 0 0,-5-141 65 0 0,5 12 9 0 0,0-14 33 0 0,12-4-36 0 0,-9 2-7 0 0,1 0-1 0 0,0 1 0 0 0,0 0 0 0 0,0 1 0 0 0,0 0 0 0 0,0 0 0 0 0,10 1 0 0 0,-8 1-10 0 0,0 0 0 0 0,0 1 0 0 0,1 1 0 0 0,17 4 0 0 0,-25-4 8 0 0,0-1 1 0 0,0 0-1 0 0,1 1 1 0 0,-1 0-1 0 0,-1 0 0 0 0,1 0 1 0 0,0 1-1 0 0,0-1 1 0 0,-1 1-1 0 0,0 0 0 0 0,1 0 1 0 0,-1 0-1 0 0,0 1 1 0 0,5 6-1 0 0,-3 2 18 0 0,0 1-1 0 0,-1 0 0 0 0,0 0 1 0 0,3 20-1 0 0,10 41-21 0 0,40 109 0 0 0,6 19-3 0 0,-59-177 8 0 0,0 0-1 0 0,-2 0 0 0 0,-2 38 0 0 0,-1-42 1 0 0,1 1 0 0 0,1-1 0 0 0,1 0 0 0 0,1 0-1 0 0,8 31 1 0 0,-1-26 7 0 0,-7-19 1 0 0,0 0 0 0 0,0 1 0 0 0,-1-1-1 0 0,0 1 1 0 0,0 0 0 0 0,0 13 0 0 0,-2-21-8 0 0,0 0 0 0 0,0 0 1 0 0,0 0-1 0 0,0 1 1 0 0,0-1-1 0 0,0 0 1 0 0,0 0-1 0 0,0 0 1 0 0,0 0-1 0 0,0 1 0 0 0,0-1 1 0 0,-1 0-1 0 0,1 0 1 0 0,0 0-1 0 0,1 1 1 0 0,-1-1-1 0 0,0 0 1 0 0,0 0-1 0 0,0 0 1 0 0,0 0-1 0 0,0 1 0 0 0,0-1 1 0 0,0 0-1 0 0,0 0 1 0 0,0 0-1 0 0,0 0 1 0 0,0 1-1 0 0,0-1 1 0 0,0 0-1 0 0,1 0 0 0 0,-1 0 1 0 0,0 0-1 0 0,0 0 1 0 0,0 0-1 0 0,0 1 1 0 0,0-1-1 0 0,1 0 1 0 0,-1 0-1 0 0,0 0 0 0 0,0 0 1 0 0,0 0-1 0 0,0 0 1 0 0,1 0-1 0 0,-1 0 1 0 0,0 0-1 0 0,0 0 1 0 0,0 0-1 0 0,0 0 1 0 0,1 0-1 0 0,-1 0 0 0 0,0 0 1 0 0,0 0-1 0 0,0 0 1 0 0,0 0-1 0 0,1 0 1 0 0,-1 0-1 0 0,0 0 1 0 0,11-9-240 0 0,2-2 74 0 0,-3 9 163 0 0,-6 1-3 0 0,-1 0 0 0 0,1 1 0 0 0,-1-1-1 0 0,1 1 1 0 0,0 0 0 0 0,0-1 0 0 0,-1 2 0 0 0,6-1 0 0 0,-8 1 7 0 0,1 0 0 0 0,0 0 1 0 0,-1 0-1 0 0,1-1 0 0 0,-1 2 0 0 0,1-1 1 0 0,-1 0-1 0 0,1 0 0 0 0,-1 0 1 0 0,0 1-1 0 0,0-1 0 0 0,1 0 0 0 0,-1 1 1 0 0,0-1-1 0 0,0 1 0 0 0,0 0 0 0 0,-1-1 1 0 0,1 1-1 0 0,0 0 0 0 0,0 2 0 0 0,14 34-28 0 0,-2 1 0 0 0,17 77-1 0 0,18 132-123 0 0,-45-239 144 0 0,0-1 1 0 0,0 1-1 0 0,1-1 1 0 0,0 0-1 0 0,0 0 0 0 0,8 11 1 0 0,-8-13 1 0 0,0-1-1 0 0,0 1 1 0 0,0 0 0 0 0,-1 1 0 0 0,0-1-1 0 0,-1 0 1 0 0,1 1 0 0 0,-1 0 0 0 0,0-1-1 0 0,-1 1 1 0 0,2 12 0 0 0,-4-14 15 0 0,1 1 0 0 0,1-1 0 0 0,-1 1 1 0 0,1-1-1 0 0,0 1 0 0 0,3 9 0 0 0,-3-13-9 0 0,1-2 200 0 0,2 1-152 0 0,-1 0-59 0 0,0 0 1 0 0,1-1-1 0 0,-1 1 1 0 0,1-1-1 0 0,-1 0 1 0 0,0 0-1 0 0,1 0 1 0 0,-1-1-1 0 0,1 1 0 0 0,-1-1 1 0 0,6-1-1 0 0,62-14-162 0 0,1 4-1 0 0,107-5 0 0 0,-138 17 173 0 0,-31 1 0 0 0,1-1 1 0 0,0-1 0 0 0,0 1-1 0 0,10-3 1 0 0,-16 2 1 0 0,-1-1 0 0 0,0 1 0 0 0,-1-1 0 0 0,1 1 1 0 0,0-1-1 0 0,0 0 0 0 0,-1 0 0 0 0,1-1 0 0 0,-1 1 0 0 0,0-1 0 0 0,0 0 0 0 0,0 0 0 0 0,0 0 0 0 0,3-4 0 0 0,-1 1 46 0 0,0 1-1 0 0,0-1 1 0 0,0 1-1 0 0,1 0 1 0 0,0 1-1 0 0,0 0 1 0 0,0-1-1 0 0,12-4 1 0 0,-15 7-45 0 0,0 0 0 0 0,0-1 0 0 0,0 1 0 0 0,0 0-1 0 0,0-1 1 0 0,-1 0 0 0 0,5-5 0 0 0,-5 5 1 0 0,0 1 0 0 0,0-1-1 0 0,0 1 1 0 0,0 0 0 0 0,0 0 0 0 0,1 0-1 0 0,-1 0 1 0 0,0 1 0 0 0,1-1-1 0 0,-1 0 1 0 0,1 1 0 0 0,0 0 0 0 0,5-2-1 0 0,-6 2-7 0 0,-2 1 6 0 0,1 0 0 0 0,-1 0 0 0 0,0 0 0 0 0,0 0 0 0 0,1 0 0 0 0,-1 0 0 0 0,0 0 0 0 0,1 0 0 0 0,-1 0 0 0 0,0 0 0 0 0,0 0 0 0 0,1 0 0 0 0,-1 0 0 0 0,0 0 0 0 0,0 0 0 0 0,1-1 0 0 0,-1 1 1 0 0,0 0-1 0 0,0 0 0 0 0,1 0 0 0 0,-1 0 0 0 0,0-1 0 0 0,0 1 0 0 0,0 0 0 0 0,1 0 0 0 0,-1-1 0 0 0,0 1 0 0 0,0 0 0 0 0,0 0 0 0 0,0-1 0 0 0,0 1 0 0 0,0 0 0 0 0,1 0 0 0 0,-1-1 0 0 0,0 1 0 0 0,0 0 0 0 0,0 0 0 0 0,0-1 0 0 0,0 1 1 0 0,0 0-1 0 0,0-1 0 0 0,0 1 0 0 0,0 0 0 0 0,0 0 0 0 0,0-1 0 0 0,0 1 0 0 0,-1 0 0 0 0,1-1 0 0 0,0 1 0 0 0,0 0 0 0 0,0 0 0 0 0,0-1 0 0 0,0 1 0 0 0,-1 0 0 0 0,1 0 0 0 0,0 0 0 0 0,0-1 0 0 0,-1 1 0 0 0,1-1 153 0 0,-1-3 56 0 0,-46-310 2014 0 0,41 149-1020 0 0,5 154-1421 0 0,-1 15-108 0 0,-13 20 212 0 0,110-54-28 0 0,115-64-19 0 0,-195 88 112 0 0,0-1 0 0 0,-1 0 0 0 0,0-1 0 0 0,0-1 0 0 0,24-19 0 0 0,-39 28 40 0 0,0 0 1 0 0,0 1 0 0 0,1-1 0 0 0,-1 0 0 0 0,0 0 0 0 0,1 0-1 0 0,-1 0 1 0 0,0 0 0 0 0,0 0 0 0 0,1 0 0 0 0,-1 0 0 0 0,0 0 0 0 0,0 0-1 0 0,1 0 1 0 0,-1 0 0 0 0,0-1 0 0 0,0 1 0 0 0,1 0 0 0 0,-1 0-1 0 0,0-1 1 0 0,1 1 0 0 0,-1-1 0 0 0,1 1 0 0 0,-1 0 0 0 0,0-1-1 0 0,1 1 1 0 0,-1-1 0 0 0,1 0 0 0 0,-1 1 0 0 0,1-1 0 0 0,-1 1-1 0 0,1-1 1 0 0,0 0 0 0 0,-1 1 0 0 0,1-1 0 0 0,0 0 0 0 0,-1-1 0 0 0,-16-29-186 0 0,4-13 310 0 0,2-1-1 0 0,2-1 1 0 0,-3-52-1 0 0,4 37-35 0 0,-2-52 207 0 0,8 73-89 0 0,-2-1 1 0 0,-18-79-1 0 0,-2 63-71 0 0,18 45-124 0 0,0 1 0 0 0,1-1 0 0 0,-4-15 0 0 0,7 14-219 0 0,2 12 216 0 0,0 0 0 0 0,0-1 0 0 0,0 1 0 0 0,0 0 0 0 0,0 0 0 0 0,-1-1 0 0 0,1 1 0 0 0,0 0 0 0 0,-1 0 0 0 0,1-1 0 0 0,-1 1 0 0 0,0 0 0 0 0,1 0 0 0 0,-1 0 0 0 0,0 0 0 0 0,1 0 0 0 0,-1 0 0 0 0,0 0 0 0 0,0 0 0 0 0,0 0 0 0 0,0 1 0 0 0,-2-3 0 0 0,-1 0-6 0 0,1-1 0 0 0,0 0 0 0 0,-1 0 1 0 0,1 0-1 0 0,1-1 0 0 0,-1 1 0 0 0,1-1 1 0 0,0 1-1 0 0,0-1 0 0 0,0 0 0 0 0,0 0 1 0 0,1 0-1 0 0,0 0 0 0 0,0 0 0 0 0,0 0 1 0 0,0-8-1 0 0,1 6 22 0 0,-1 0-1 0 0,0-1 1 0 0,-1 1 0 0 0,0 0-1 0 0,0 0 1 0 0,0 0 0 0 0,-1 0-1 0 0,-6-9 1 0 0,7 12-16 0 0,0 2-9 0 0,1 0 0 0 0,-1 0 0 0 0,1 0 0 0 0,-1 0 0 0 0,1 0 0 0 0,0 0 0 0 0,0 0 0 0 0,0-1-1 0 0,1 1 1 0 0,-1-1 0 0 0,0-2 0 0 0,1 5-51 0 0,10 1-494 0 0,0 0 545 0 0,0 0 0 0 0,1-1 0 0 0,-1 0 0 0 0,0-1 0 0 0,0 0 0 0 0,1 0 0 0 0,-1-1 0 0 0,0-1 0 0 0,-1 1 0 0 0,1-2 0 0 0,10-4 0 0 0,-1 1 0 0 0,0 1-1 0 0,19-3 1 0 0,-36 9 8 0 0,-1-1-1 0 0,1 1 1 0 0,-1 0-1 0 0,0 0 1 0 0,1-1-1 0 0,-1 1 1 0 0,0 0-1 0 0,1 0 0 0 0,-1 0 1 0 0,1 0-1 0 0,-1 1 1 0 0,0-1-1 0 0,1 0 1 0 0,-1 1-1 0 0,0-1 1 0 0,0 0-1 0 0,1 1 1 0 0,-1 0-1 0 0,0-1 0 0 0,2 2 1 0 0,-3-2-53 0 0,-1 0-80 0 0,-1-1 128 0 0,0 0 0 0 0,1 0 0 0 0,-1 0 0 0 0,0 0 0 0 0,1-1 0 0 0,-1 1 0 0 0,1 0 0 0 0,0-1 0 0 0,-1 1 0 0 0,1-1 0 0 0,-2-2 1 0 0,-43-113 4 0 0,41 103 15 0 0,1 0 0 0 0,1-1 1 0 0,0 1-1 0 0,1 0 0 0 0,1-1 0 0 0,0-15 1 0 0,1 14 6 0 0,-1 0 1 0 0,0 0-1 0 0,-2 1 1 0 0,-7-30 0 0 0,-12 4 33 0 0,6 14 8 0 0,14 23-49 0 0,3-4-18 0 0,0 8-8 0 0,11-2 5 0 0,0 0 1 0 0,0-1 0 0 0,0-1-1 0 0,-1 0 1 0 0,0 0-1 0 0,1-1 1 0 0,-2 0-1 0 0,15-10 1 0 0,3 0 1 0 0,-9 5 4 0 0,-2 0 0 0 0,1-1 0 0 0,-2-1 0 0 0,30-27 0 0 0,-46 38-25 0 0,-1 0 0 0 0,1-1-1 0 0,-1 1 1 0 0,1 0 0 0 0,-1-1 0 0 0,0 1 0 0 0,0 0 0 0 0,0 0 0 0 0,0-1 0 0 0,0 1 0 0 0,0 0 0 0 0,0 0 0 0 0,0 0 0 0 0,0 0 0 0 0,0 0 0 0 0,0 1 0 0 0,-1-1 0 0 0,1 0 0 0 0,0 1 0 0 0,-1-1 0 0 0,1 0 0 0 0,-3 0-1 0 0,4 1 27 0 0,-1 1-1 0 0,1-1 1 0 0,-1 0-1 0 0,1 0 1 0 0,-1 0-1 0 0,1 0 1 0 0,-1 0-1 0 0,1 0 1 0 0,-1 0-1 0 0,1 0 1 0 0,0 0-1 0 0,-1 0 1 0 0,1 0-1 0 0,-1 0 1 0 0,1-1-1 0 0,-1 1 0 0 0,1 0 1 0 0,-1 0-1 0 0,1 0 1 0 0,0-1-1 0 0,-1 1 1 0 0,1 0-1 0 0,-1 0 1 0 0,1-1-1 0 0,0 1 1 0 0,-1 0-1 0 0,1-1 1 0 0,0 1-1 0 0,-1 0 1 0 0,1-1-1 0 0,0 1 1 0 0,0-1-1 0 0,-1 1 1 0 0,1 0-1 0 0,0-1 0 0 0,0 1 1 0 0,0-1-1 0 0,0 1 1 0 0,0-1-1 0 0,-1 1 1 0 0,1-1-1 0 0,0 1 1 0 0,0-1-1 0 0,0 1 1 0 0,0-1-1 0 0,0 1 1 0 0,0 0-1 0 0,1-1 1 0 0,-1 1-1 0 0,0-1 1 0 0,0 1-1 0 0,0-1 0 0 0,0 1 1 0 0,0-1-1 0 0,1 1 1 0 0,-1 0-1 0 0,0-1 1 0 0,0 1-1 0 0,1-1 1 0 0,-1 1-1 0 0,0 0 1 0 0,1-1-1 0 0,-1 1 1 0 0,0 0-1 0 0,1-1 1 0 0,-1 1-1 0 0,1 0 1 0 0,25-25 31 0 0,-4 12-44 0 0,0 0 0 0 0,45-17 0 0 0,-60 27 9 0 0,0 0 1 0 0,0 1 0 0 0,0 0 0 0 0,0 1-1 0 0,1-1 1 0 0,-1 1 0 0 0,0 1 0 0 0,1-1-1 0 0,-1 1 1 0 0,0 1 0 0 0,1-1 0 0 0,-1 1-1 0 0,0 1 1 0 0,0-1 0 0 0,9 4-1 0 0,27 21 3 0 0,-35-21 0 0 0,-1 0 0 0 0,1 0 0 0 0,-1-1 0 0 0,1 0 0 0 0,16 5 0 0 0,-17-7 0 0 0,1 0 0 0 0,0 1 0 0 0,-1-1 0 0 0,1 2 0 0 0,-1-1 0 0 0,0 1 0 0 0,0 0 0 0 0,0 0 0 0 0,-1 1 0 0 0,1 0 0 0 0,-1 0 0 0 0,0 0 0 0 0,-1 1 0 0 0,10 11 0 0 0,-3 5 28 0 0,0 1 0 0 0,-2-1 0 0 0,-1 2-1 0 0,12 47 1 0 0,7 18 26 0 0,10 15-54 0 0,27 123 0 0 0,-61-207 0 0 0,-1 1 0 0 0,0 42 0 0 0,-2-66 7 0 0,-1 0 0 0 0,1 1 0 0 0,0-1 0 0 0,0 0 0 0 0,0 0 0 0 0,0 0 0 0 0,0 1 0 0 0,1-1 1 0 0,0 1-1 0 0,-1-1 0 0 0,1 1 0 0 0,0-1 0 0 0,0 1 0 0 0,0 0 0 0 0,0 0 0 0 0,0 0 0 0 0,3-2 1 0 0,2 0-8 0 0,0 0 0 0 0,0 1 0 0 0,1-1 0 0 0,-1 1 0 0 0,1 1 0 0 0,-1-1 0 0 0,1 1 0 0 0,0 1 0 0 0,0-1 0 0 0,12 1 0 0 0,35-9 0 0 0,-49 8 0 0 0,47-11 0 0 0,-49 12 0 0 0,0 1 0 0 0,1-1 0 0 0,-1 1 0 0 0,1 0 0 0 0,-1 0 0 0 0,1 0 0 0 0,-1 0 0 0 0,0 1 0 0 0,8 1 0 0 0,-2 9-3 0 0,-10-10 3 0 0,1-1 1 0 0,-1 1 0 0 0,0 0-1 0 0,1-1 1 0 0,-1 1-1 0 0,0 0 1 0 0,1-1-1 0 0,-1 1 1 0 0,1-1-1 0 0,-1 1 1 0 0,1-1-1 0 0,-1 1 1 0 0,1-1-1 0 0,0 0 1 0 0,-1 1-1 0 0,1-1 1 0 0,-1 0 0 0 0,1 1-1 0 0,0-1 1 0 0,-1 0-1 0 0,1 1 1 0 0,0-1-1 0 0,0 0 1 0 0,0 1 499 0 0,10 17-426 0 0,-3-3-58 0 0,0 1 0 0 0,0 0 0 0 0,4 17 0 0 0,24 49 54 0 0,-27-64-72 0 0,-1 0 1 0 0,0 1 0 0 0,-1 0 0 0 0,7 30 0 0 0,-2 31 2 0 0,13 64-66 0 0,-22-132 79 0 0,-2 0 1 0 0,0 0-1 0 0,0 1 1 0 0,-2 16-1 0 0,0-17-17 0 0,1 0 0 0 0,1 0-1 0 0,-1 1 1 0 0,5 16 0 0 0,-4-21 12 0 0,0 0 0 0 0,0 0 1 0 0,-1 0-1 0 0,0 1 0 0 0,0-1 1 0 0,-2 10-1 0 0,0-10-9 0 0,2 0 0 0 0,-1 0-1 0 0,1 0 1 0 0,0 0 0 0 0,1 0 0 0 0,0 0 0 0 0,2 8 0 0 0,8 24-7 0 0,-1 0 1 0 0,-1 1 0 0 0,-3 0-1 0 0,3 64 1 0 0,-9-99-1 0 0,0 0 1 0 0,0 1 0 0 0,1-1 0 0 0,0 0-1 0 0,0 0 1 0 0,0 0 0 0 0,1 0-1 0 0,0 0 1 0 0,0 0 0 0 0,0-1 0 0 0,1 1-1 0 0,0-1 1 0 0,4 7 0 0 0,3 0 10 0 0,-2-18-27 0 0,-1-1-56 0 0,-4 5 52 0 0,0 0 0 0 0,0 0 0 0 0,0 0 0 0 0,0 1 0 0 0,1-1 0 0 0,-1 1 0 0 0,1 0 0 0 0,-1 0 0 0 0,1 1 0 0 0,-1-1 0 0 0,1 1 0 0 0,0-1 0 0 0,-1 1 0 0 0,7 1 0 0 0,23-4-325 0 0,-16 0 123 0 0,0 2 0 0 0,-1 0 0 0 0,28 2 0 0 0,-8-1-1353 0 0,-36 2 901 0 0,-4 22 73 0 0,4-23 626 0 0,0 0 1 0 0,0 0-1 0 0,0 0 1 0 0,0 0-1 0 0,0 0 1 0 0,0 0-1 0 0,0 0 1 0 0,0 0-1 0 0,0 0 1 0 0,0 0-1 0 0,1 0 1 0 0,-1 0-1 0 0,0 0 1 0 0,1 0-1 0 0,-1 0 1 0 0,1 0-1 0 0,-1 0 0 0 0,1 0 1 0 0,-1 0-1 0 0,1-1 1 0 0,0 1-1 0 0,0 1 1 0 0,6 2 133 0 0,-1 1 0 0 0,0 0 0 0 0,-1 0 0 0 0,1 0 0 0 0,-1 1 0 0 0,0 0 0 0 0,0 0 0 0 0,-1 0 0 0 0,0 1 0 0 0,0 0 0 0 0,0-1 0 0 0,3 11 0 0 0,18 27 440 0 0,6 0-582 0 0,-15-22 2 0 0,0 0 1 0 0,-2 1-1 0 0,0 1 1 0 0,15 38-1 0 0,18 78-12 0 0,-35-102 0 0 0,-11-38 0 0 0,-1 1 0 0 0,0-1 0 0 0,1 0 0 0 0,-1 0 0 0 0,1 0 0 0 0,-1 1 0 0 0,0-1 0 0 0,1 0 0 0 0,-1 0 0 0 0,1 0 0 0 0,-1 0 0 0 0,1 0 0 0 0,-1 0 0 0 0,1 0 0 0 0,-1 0 0 0 0,0 0 0 0 0,1 0 0 0 0,-1 0 0 0 0,1 0 0 0 0,-1 0 0 0 0,1 0 0 0 0,-1 0 0 0 0,0 0 0 0 0,1 0 0 0 0,-1-1 0 0 0,1 1 0 0 0,-1 0 0 0 0,1 0 0 0 0,-1-1 0 0 0,0 1 0 0 0,1 0 0 0 0,-1 0 0 0 0,1-1 0 0 0,16-10-52 0 0,-16 10 24 0 0,29-17-45 0 0,1 2 0 0 0,1 2 0 0 0,0 1 0 0 0,0 1-1 0 0,1 2 1 0 0,1 1 0 0 0,38-5 0 0 0,-39 11-189 0 0,-26 3 186 0 0,0-1 1 0 0,0 1 0 0 0,0-1 0 0 0,0 0 0 0 0,0-1 0 0 0,0 0 0 0 0,12-5 0 0 0,-16 3 166 0 0,-1 0-1 0 0,0 0 0 0 0,-1 0 1 0 0,1 0-1 0 0,0 0 1 0 0,-1 0-1 0 0,1-8 1 0 0,2-1 89 0 0,-4 11-133 0 0,1-1 0 0 0,0 0-1 0 0,-1 0 1 0 0,0 0 0 0 0,0 0 0 0 0,0 0-1 0 0,0 0 1 0 0,0 0 0 0 0,0 0-1 0 0,-1 0 1 0 0,0 0 0 0 0,1 0-1 0 0,-1 0 1 0 0,0 1 0 0 0,0-1 0 0 0,-2-3-1 0 0,-31-44 14 0 0,6 9 93 0 0,-54-100 1433 0 0,80 138-1586 0 0,0-1 0 0 0,1 0 0 0 0,-1-1 0 0 0,1 1 0 0 0,0 0 0 0 0,0 0 0 0 0,0-1 0 0 0,0 1 0 0 0,1 0 0 0 0,-1-1 0 0 0,1 1 0 0 0,1-1 0 0 0,-1 1 0 0 0,0 0 0 0 0,3-8 0 0 0,-3 11-4 0 0,0 0 1 0 0,1 0 0 0 0,-1 0-1 0 0,1 0 1 0 0,-1 0 0 0 0,1 0-1 0 0,-1 0 1 0 0,1 0-1 0 0,0 0 1 0 0,0 0 0 0 0,-1 0-1 0 0,1 1 1 0 0,0-1 0 0 0,0 0-1 0 0,0 0 1 0 0,0 1 0 0 0,0-1-1 0 0,0 1 1 0 0,0-1-1 0 0,0 1 1 0 0,0-1 0 0 0,0 1-1 0 0,0 0 1 0 0,0-1 0 0 0,0 1-1 0 0,0 0 1 0 0,0 0-1 0 0,0 0 1 0 0,0 0 0 0 0,1 0-1 0 0,-1 0 1 0 0,0 0 0 0 0,0 0-1 0 0,0 0 1 0 0,2 1-1 0 0,14-1-42 0 0,17-3 28 0 0,-1 0 1 0 0,0-2-1 0 0,0-2 0 0 0,62-20 1 0 0,-88 24 5 0 0,-5 3 6 0 0,1-1-1 0 0,-1 1 1 0 0,0-1 0 0 0,0 0-1 0 0,1 0 1 0 0,-1 0-1 0 0,0 0 1 0 0,0 0 0 0 0,0-1-1 0 0,0 1 1 0 0,3-3 0 0 0,-5 4-9 0 0,0-1 1 0 0,0 1-1 0 0,0 0 1 0 0,0 0 0 0 0,0-1-1 0 0,0 1 1 0 0,0 0-1 0 0,0-1 1 0 0,0 1-1 0 0,0 0 1 0 0,0 0 0 0 0,0-1-1 0 0,0 1 1 0 0,0 0-1 0 0,0-1 1 0 0,0 1-1 0 0,-1 0 1 0 0,1 0 0 0 0,0-1-1 0 0,0 1 1 0 0,0 0-1 0 0,0 0 1 0 0,-1 0-1 0 0,1-1 1 0 0,0 1 0 0 0,0 0-1 0 0,0 0 1 0 0,-1 0-1 0 0,1-1 1 0 0,0 1-1 0 0,0 0 1 0 0,-1 0 0 0 0,1 0-1 0 0,0 0 1 0 0,0 0-1 0 0,-1 0 1 0 0,1 0-1 0 0,-1-1 1 0 0,1 1 10 0 0,-4-3-7 0 0,0 0 0 0 0,0 0 0 0 0,0-1 1 0 0,1 1-1 0 0,-1-1 0 0 0,1 0 0 0 0,0 0 0 0 0,0 0 0 0 0,1-1 1 0 0,-1 1-1 0 0,1-1 0 0 0,0 1 0 0 0,0-1 0 0 0,1 0 0 0 0,-1 0 1 0 0,1 0-1 0 0,0 0 0 0 0,0 0 0 0 0,0 0 0 0 0,1 0 0 0 0,0 0 1 0 0,0 0-1 0 0,2-9 0 0 0,-2-4 16 0 0,-1 1 0 0 0,0-1 0 0 0,-1 0 1 0 0,-1 1-1 0 0,0-1 0 0 0,-11-28 0 0 0,-8-43 587 0 0,19 65-482 0 0,-2 1 0 0 0,-1 0 0 0 0,0 0-1 0 0,-2 1 1 0 0,-1-1 0 0 0,0 2 0 0 0,-14-22 0 0 0,15 27-123 0 0,0 1 0 0 0,1-1 0 0 0,1-1 0 0 0,1 1 0 0 0,-7-30 1 0 0,5 36 54 0 0,-1 4-31 0 0,8 5-12 0 0,-1 0-1 0 0,1 0 1 0 0,0 1 0 0 0,1-1 0 0 0,-1 0 0 0 0,0 0 0 0 0,0 0-1 0 0,0 1 1 0 0,0-1 0 0 0,0 0 0 0 0,1 1 0 0 0,-1-1-1 0 0,0 0 1 0 0,1 0 0 0 0,-1 1 0 0 0,1-1 0 0 0,-1 1-1 0 0,1-1 1 0 0,-1 0 0 0 0,1 1 0 0 0,-1-1 0 0 0,1 1 0 0 0,-1-1-1 0 0,2 0 1 0 0,17-16-47 0 0,-18 16 43 0 0,40-30-140 0 0,15-14-67 0 0,-40 30 220 0 0,2 1 0 0 0,0 1-1 0 0,35-20 1 0 0,-4 2 14 0 0,-47 31-18 0 0,-1-1-1 0 0,0 0 1 0 0,0 1-1 0 0,0-1 1 0 0,0 0 0 0 0,0 0-1 0 0,0 0 1 0 0,0 1-1 0 0,0-1 1 0 0,-1 0 0 0 0,1 0-1 0 0,0 0 1 0 0,0 0-1 0 0,-1-1 1 0 0,1 1 0 0 0,-1 0-1 0 0,1 0 1 0 0,-1 0-1 0 0,1 0 1 0 0,-1-1 0 0 0,0 1-1 0 0,1-2 1 0 0,-1 3-16 0 0,-4-2 68 0 0,-21-10-87 0 0,22 11 33 0 0,1 0 1 0 0,-1 0-1 0 0,0 0 1 0 0,0 0 0 0 0,0-1-1 0 0,0 1 1 0 0,1-1-1 0 0,-1 0 1 0 0,1 1-1 0 0,-1-1 1 0 0,1-1 0 0 0,0 1-1 0 0,0 0 1 0 0,0 0-1 0 0,0-1 1 0 0,0 1-1 0 0,1-1 1 0 0,-1 0 0 0 0,0 1-1 0 0,1-1 1 0 0,0 0-1 0 0,-1-3 1 0 0,-15-56 107 0 0,3 0 0 0 0,-8-78 1 0 0,20 114-84 0 0,2 15-10 0 0,0 1 0 0 0,-1 0 1 0 0,0-1-1 0 0,-1 1 0 0 0,0 0 0 0 0,0 0 0 0 0,-1 0 0 0 0,-8-18 0 0 0,10 27-20 0 0,1 1 0 0 0,0-1 0 0 0,0 1 0 0 0,0-1 0 0 0,0 1 1 0 0,-1-1-1 0 0,1 1 0 0 0,0-1 0 0 0,0 1 0 0 0,0-1 0 0 0,0 1 0 0 0,0-1 0 0 0,1 1 0 0 0,-1-1 1 0 0,0 1-1 0 0,0-1 0 0 0,0 1 0 0 0,0-1 0 0 0,0 1 0 0 0,1-1 0 0 0,-1 1 0 0 0,0 0 1 0 0,0-1-1 0 0,1 1 0 0 0,-1-1 0 0 0,0 1 0 0 0,1 0 0 0 0,-1-1 0 0 0,0 1 0 0 0,1 0 0 0 0,0-1 1 0 0,11-8-116 0 0,-11 8 112 0 0,24-16-7 0 0,1 0 0 0 0,0 1 0 0 0,53-22 0 0 0,-74 36 12 0 0,49-19-25 0 0,0 2 1 0 0,82-16-1 0 0,-75 21 20 0 0,-57 14 3 0 0,-8-1 17 0 0,3 0-10 0 0,-1 0 1 0 0,1 0 0 0 0,0-1 0 0 0,-1 1 0 0 0,1 0 0 0 0,0-1-1 0 0,0 1 1 0 0,0-1 0 0 0,0 0 0 0 0,-1-2 0 0 0,-26-26-5 0 0,24 28 0 0 0,1-1 0 0 0,0-1 0 0 0,0 1 0 0 0,0 0 0 0 0,0-1 0 0 0,1 1 0 0 0,-1-1 0 0 0,1 0 0 0 0,0 0 0 0 0,-2-6 0 0 0,-22-47 0 0 0,18 42 0 0 0,2 0 0 0 0,-1 0 0 0 0,2 0 0 0 0,-5-19 0 0 0,10 31 0 0 0,0 0 0 0 0,0 0 0 0 0,0 0 0 0 0,1 0 0 0 0,0 0 0 0 0,-1 0 0 0 0,1 0 0 0 0,0 0 0 0 0,0 0 0 0 0,1 0 0 0 0,-1 0 0 0 0,0 0 0 0 0,1 1 0 0 0,0-1 0 0 0,0 1 0 0 0,0-1 0 0 0,0 1 0 0 0,0-1 0 0 0,0 1 0 0 0,0 0 0 0 0,1 0 0 0 0,-1 0 0 0 0,1 1 0 0 0,5-4 0 0 0,8-5 0 0 0,1 1 0 0 0,32-12 0 0 0,-42 17 0 0 0,56-17 0 0 0,-40 13 0 0 0,37-15 0 0 0,-60 23-32 0 0,1-1-1 0 0,-1 1 1 0 0,0 0 0 0 0,1 0 0 0 0,-1-1 0 0 0,1 1 0 0 0,-1 0-1 0 0,0-1 1 0 0,1 1 0 0 0,-1-1 0 0 0,0 1 0 0 0,0 0-1 0 0,1-1 1 0 0,-1 1 0 0 0,0-1 0 0 0,0 1 0 0 0,0-1-1 0 0,1 1 1 0 0,-1-1 0 0 0,0 1 0 0 0,0-1 0 0 0,0 1-1 0 0,0-1 1 0 0,0 1 0 0 0,0-1 0 0 0,0 1 0 0 0,0-1-1 0 0,0 1 1 0 0,0-1 0 0 0,0 1 0 0 0,0 0 0 0 0,-1-1 0 0 0,1 1-1 0 0,0-1 1 0 0,0 1 0 0 0,0-1 0 0 0,-1 1 0 0 0,1-1-1 0 0,0 1 1 0 0,-1 0 0 0 0,1-1 0 0 0,-1 1 0 0 0,0-4-192 0 0,-1-3-345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39.3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167 89 7370 0 0,'3'-6'794'0'0,"-1"-1"0"0"0,0 0 0 0 0,0 1 0 0 0,-1-1 0 0 0,0 0 0 0 0,0 0-1 0 0,0 0 1 0 0,-1 0 0 0 0,0 1 0 0 0,-2-14 0 0 0,2 20-757 0 0,0 0 0 0 0,0-1 0 0 0,0 1 0 0 0,-1 0 183 0 0,1 0-183 0 0,0 0 0 0 0,0 0 0 0 0,0 0 0 0 0,0 0-1 0 0,0-1 1 0 0,-1 1 0 0 0,1 0 0 0 0,0 0 0 0 0,0 0-1 0 0,0 0 1 0 0,0 0 0 0 0,0 0 0 0 0,0 0-1 0 0,0 0 1 0 0,-1 0 0 0 0,1 0 0 0 0,0 0 0 0 0,0 0-1 0 0,0 0 1 0 0,0 0 0 0 0,0 0 0 0 0,0 0 0 0 0,0 0-1 0 0,-1 0 1 0 0,1 0 0 0 0,0 0 0 0 0,0 0 0 0 0,0 1-1 0 0,0-1 1 0 0,-1 0 184 0 0,1 0-184 0 0,0 0 0 0 0,0 0-1 0 0,0 0 1 0 0,0 0 0 0 0,0 1 0 0 0,0-1 0 0 0,0 0-1 0 0,0 0 1 0 0,0 0 0 0 0,-7 11 964 0 0,-4 11-279 0 0,-16 83 250 0 0,-28 213-1 0 0,31-151-668 0 0,-18 240-122 0 0,39-381-517 0 0,0-15-2827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39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0 139 2304 0 0,'26'-70'1436'0'0,"-23"62"-680"0"0,1 1 1 0 0,-1 0-1 0 0,2 0 1 0 0,-1 0-1 0 0,1 0 1 0 0,0 1-1 0 0,7-7 0 0 0,-11 12-517 0 0,0 1 0 0 0,0-1 0 0 0,0 0-1 0 0,0 1 1 0 0,0-1 0 0 0,0 1 0 0 0,0-1-1 0 0,0 1 1 0 0,0 0 0 0 0,0-1 0 0 0,0 1-1 0 0,1 0 1 0 0,-1 0 0 0 0,0 0 0 0 0,0 0-1 0 0,0 0 1 0 0,0 0 0 0 0,1 0 0 0 0,-1 0-1 0 0,0 0 1 0 0,2 1 0 0 0,27 15 2319 0 0,-19-7-1849 0 0,0 0 0 0 0,15 18-1 0 0,-7-3-554 0 0,-1 0 0 0 0,-1 1-1 0 0,-1 1 1 0 0,-1 0 0 0 0,-1 1-1 0 0,16 46 1 0 0,42 183 1141 0 0,-40-131-1061 0 0,6 6-3539 0 0,-31-106-3640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39.7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16 110 5529 0 0,'-14'-8'640'0'0,"13"1"2010"0"0,22-4 2254 0 0,-14 9-4871 0 0,129-43 3801 0 0,-55 20-5010 0 0,-42 13-4692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0.0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2 10138 0 0,'-1'0'80'0'0,"0"-1"-1"0"0,0 1 1 0 0,0 0-1 0 0,0 0 1 0 0,0 0-1 0 0,0 0 1 0 0,0 0-1 0 0,0 0 1 0 0,0 0-1 0 0,0 0 1 0 0,0 1-1 0 0,0-1 0 0 0,0 0 1 0 0,0 1-1 0 0,0-1 1 0 0,0 1-1 0 0,0-1 1 0 0,0 1-1 0 0,0-1 1 0 0,0 1-1 0 0,0-1 1 0 0,1 1-1 0 0,-1 0 1 0 0,0 0-1 0 0,0-1 1 0 0,0 3-1 0 0,1-1 160 0 0,-1 0-1 0 0,1 0 1 0 0,0 1-1 0 0,1-1 1 0 0,-1 0-1 0 0,0 0 1 0 0,1 1-1 0 0,-1-1 1 0 0,1 0-1 0 0,1 3 0 0 0,2 8 382 0 0,171 590 6554 0 0,-169-584-8212 0 0,-2 0 0 0 0,0 0 0 0 0,3 38 0 0 0,-7-37-5804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0.2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8 172 2761 0 0,'-1'-7'-30'0'0,"-1"0"163"0"0,0 1-1 0 0,1-1 1 0 0,0 0-1 0 0,1-13 1 0 0,0 17 77 0 0,0 0 0 0 0,1 0 0 0 0,0 0 0 0 0,0 0 0 0 0,0 0 0 0 0,0 1 0 0 0,0-1 1 0 0,0 0-1 0 0,1 1 0 0 0,-1-1 0 0 0,1 1 0 0 0,0-1 0 0 0,0 1 0 0 0,4-4 0 0 0,3-3 295 0 0,1 2 0 0 0,1 0 0 0 0,-1 0-1 0 0,1 1 1 0 0,0 0 0 0 0,0 1 0 0 0,1 0 0 0 0,-1 1-1 0 0,1 0 1 0 0,0 1 0 0 0,0 0 0 0 0,1 1-1 0 0,14-1 1 0 0,-5 1 26 0 0,-1 1 0 0 0,1 1 0 0 0,0 1 0 0 0,0 1 0 0 0,0 1 0 0 0,36 10 0 0 0,-47-10-371 0 0,0 1 1 0 0,-1 0-1 0 0,1 1 0 0 0,-1 1 1 0 0,0-1-1 0 0,0 1 0 0 0,-1 1 1 0 0,1 0-1 0 0,-2 0 0 0 0,1 1 1 0 0,-1 0-1 0 0,0 0 0 0 0,0 1 1 0 0,-1 0-1 0 0,-1 1 0 0 0,1-1 1 0 0,6 16-1 0 0,-9-16-121 0 0,-1 0 1 0 0,1 0 0 0 0,-2 1-1 0 0,1 0 1 0 0,-1-1 0 0 0,-1 1-1 0 0,0 0 1 0 0,0 0 0 0 0,-1 0-1 0 0,0 0 1 0 0,-1 0-1 0 0,0 0 1 0 0,-1-1 0 0 0,0 1-1 0 0,0 0 1 0 0,-1-1 0 0 0,0 1-1 0 0,-1-1 1 0 0,0 0 0 0 0,-7 13-1 0 0,0-5-5 0 0,-1-1 0 0 0,0-1 0 0 0,-1 1 0 0 0,-1-2 0 0 0,0 0 0 0 0,-1-1 0 0 0,-1 0 0 0 0,0-1 0 0 0,-20 11 0 0 0,-19 8-1462 0 0,-90 37 1 0 0,119-57-5294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0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264 2 7834 0 0,'-2'0'151'0'0,"0"-1"0"0"0,1 1 0 0 0,-1 0 1 0 0,0 0-1 0 0,1 0 0 0 0,-1 0 0 0 0,1 0 0 0 0,-1 0 1 0 0,0 0-1 0 0,1 0 0 0 0,-1 1 0 0 0,1-1 1 0 0,-1 1-1 0 0,0-1 0 0 0,1 1 0 0 0,-1 0 0 0 0,1-1 1 0 0,-2 2-1 0 0,-28 18 1364 0 0,28-17-1242 0 0,-14 10 238 0 0,0 1 1 0 0,2 1-1 0 0,0 0 1 0 0,0 1-1 0 0,1 0 1 0 0,1 1-1 0 0,1 1 1 0 0,1 0-1 0 0,0 1 1 0 0,1 0-1 0 0,1 1 1 0 0,1 0-1 0 0,1 0 1 0 0,-8 37-1 0 0,12-44-414 0 0,1 0-1 0 0,0 0 1 0 0,1 0-1 0 0,1 1 1 0 0,0-1-1 0 0,0 1 1 0 0,2-1-1 0 0,0 0 1 0 0,0 0 0 0 0,1 0-1 0 0,1 0 1 0 0,0 0-1 0 0,0-1 1 0 0,2 1-1 0 0,-1-1 1 0 0,2 0-1 0 0,-1-1 1 0 0,2 0 0 0 0,-1 0-1 0 0,2 0 1 0 0,-1-1-1 0 0,1 0 1 0 0,1-1-1 0 0,18 14 1 0 0,-21-17-64 0 0,1 0-1 0 0,-1-1 1 0 0,1-1 0 0 0,1 1-1 0 0,-1-1 1 0 0,1 0 0 0 0,-1-1-1 0 0,1 0 1 0 0,0-1 0 0 0,13 3-1 0 0,-17-5-31 0 0,0 0-1 0 0,1 0 0 0 0,-1 0 0 0 0,1-1 1 0 0,-1 0-1 0 0,0 0 0 0 0,0 0 0 0 0,1 0 0 0 0,-1-1 1 0 0,0 0-1 0 0,0 0 0 0 0,0-1 0 0 0,-1 1 1 0 0,1-1-1 0 0,-1 0 0 0 0,1 0 0 0 0,-1-1 0 0 0,0 1 1 0 0,4-6-1 0 0,12-13-1285 0 0,-2-2-3827 0 0,-1-5-1994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2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21 8290 0 0,'0'-1'114'0'0,"-1"0"1"0"0,1 0 0 0 0,0 0-1 0 0,0 0 1 0 0,-1 0-1 0 0,1 0 1 0 0,-1 0-1 0 0,1 1 1 0 0,-1-1 0 0 0,1 0-1 0 0,-1 0 1 0 0,0 0-1 0 0,1 1 1 0 0,-1-1-1 0 0,0 0 1 0 0,1 0 0 0 0,-1 1-1 0 0,0-1 1 0 0,0 1-1 0 0,0-1 1 0 0,0 1 0 0 0,0-1-1 0 0,0 1 1 0 0,0-1-1 0 0,0 1 1 0 0,0 0-1 0 0,0 0 1 0 0,0-1 0 0 0,0 1-1 0 0,0 0 1 0 0,0 0-1 0 0,0 0 1 0 0,-1 0-1 0 0,-1 0 175 0 0,0 0 0 0 0,0 0 1 0 0,0 0-1 0 0,0 0 0 0 0,0 1 0 0 0,0-1 0 0 0,0 1 0 0 0,0-1 0 0 0,0 1 0 0 0,-5 2 0 0 0,1 2 67 0 0,1 1-1 0 0,-1-1 1 0 0,1 1 0 0 0,0 0 0 0 0,0 1 0 0 0,0-1 0 0 0,1 1 0 0 0,0 0 0 0 0,1 1 0 0 0,-5 9 0 0 0,-7 15 352 0 0,-11 37 1 0 0,21-54-563 0 0,0 3-37 0 0,-1 0 0 0 0,2 1 0 0 0,1 0 0 0 0,0 0 0 0 0,1 0 0 0 0,2 0 0 0 0,0 39 0 0 0,1-51-116 0 0,1 1-1 0 0,0 0 1 0 0,1 0-1 0 0,0 0 0 0 0,0-1 1 0 0,1 1-1 0 0,0-1 1 0 0,0 0-1 0 0,0 0 0 0 0,1 0 1 0 0,0 0-1 0 0,1 0 1 0 0,0-1-1 0 0,0 0 0 0 0,0 0 1 0 0,0 0-1 0 0,1-1 1 0 0,0 0-1 0 0,0 0 0 0 0,1 0 1 0 0,-1-1-1 0 0,10 5 1 0 0,-5-4-178 0 0,0 0 1 0 0,0-1-1 0 0,15 4 1 0 0,8-1-543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2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81 107 8290 0 0,'-2'-5'385'0'0,"1"1"0"0"0,-1-1 0 0 0,0 1 0 0 0,0 0 0 0 0,-1-1 0 0 0,1 1 0 0 0,-5-5 0 0 0,7 9-265 0 0,0-1 1 0 0,-1 1-1 0 0,1 0 1 0 0,-1-1-1 0 0,1 1 1 0 0,-1 0 0 0 0,1-1-1 0 0,-1 1 1 0 0,1 0-1 0 0,-1-1 1 0 0,1 1 0 0 0,-1 0-1 0 0,1 0 1 0 0,-1 0-1 0 0,1 0 1 0 0,-1 0-1 0 0,0-1 1 0 0,1 1 0 0 0,-1 0-1 0 0,1 0 1 0 0,-1 0-1 0 0,1 0 1 0 0,-1 1-1 0 0,0-1 1 0 0,1 0 0 0 0,-1 0-1 0 0,-1 1 46 0 0,1 0 1 0 0,0 0-1 0 0,-1 0 0 0 0,1 0 0 0 0,0 0 0 0 0,0 0 1 0 0,0 1-1 0 0,0-1 0 0 0,0 0 0 0 0,0 1 0 0 0,0-1 1 0 0,0 1-1 0 0,1-1 0 0 0,-2 2 0 0 0,-3 11 53 0 0,0-1 0 0 0,0 1 0 0 0,2 0 0 0 0,-1 0-1 0 0,2 0 1 0 0,0 0 0 0 0,0 1 0 0 0,2-1 0 0 0,0 1-1 0 0,0-1 1 0 0,4 20 0 0 0,-3-28-207 0 0,1 0 1 0 0,-1 0 0 0 0,1 1-1 0 0,0-1 1 0 0,1 0-1 0 0,0-1 1 0 0,0 1-1 0 0,0 0 1 0 0,0-1-1 0 0,1 0 1 0 0,0 0-1 0 0,5 5 1 0 0,-6-7 9 0 0,1 1 0 0 0,1-1 0 0 0,-1 0 0 0 0,0-1 1 0 0,1 1-1 0 0,-1-1 0 0 0,1 0 0 0 0,0 0 0 0 0,0-1 0 0 0,0 1 0 0 0,0-1 0 0 0,0 0 1 0 0,0 0-1 0 0,0-1 0 0 0,0 1 0 0 0,10-2 0 0 0,-7 1 23 0 0,0-1 0 0 0,0 0-1 0 0,-1 0 1 0 0,1-1 0 0 0,0 0 0 0 0,-1 0 0 0 0,1-1 0 0 0,-1 0-1 0 0,0 0 1 0 0,0-1 0 0 0,0 0 0 0 0,0 0 0 0 0,0-1-1 0 0,9-9 1 0 0,-12 11-34 0 0,-1-1-1 0 0,0 0 0 0 0,0 0 0 0 0,0 0 1 0 0,0 0-1 0 0,-1 0 0 0 0,1-1 1 0 0,-1 1-1 0 0,0-1 0 0 0,-1 1 0 0 0,1-1 1 0 0,-1 0-1 0 0,0 0 0 0 0,0 0 1 0 0,0 1-1 0 0,-1-1 0 0 0,0 0 0 0 0,0 0 1 0 0,0 0-1 0 0,0 0 0 0 0,-1 0 1 0 0,0 0-1 0 0,0 0 0 0 0,-3-7 1 0 0,-2-4 14 0 0,-1 0 1 0 0,0 1 0 0 0,-1 0 0 0 0,-1 1 0 0 0,0 0 0 0 0,-14-16 0 0 0,15 20-85 0 0,0 1 0 0 0,-1 0 0 0 0,0 0 0 0 0,-1 1-1 0 0,0 0 1 0 0,0 1 0 0 0,0 0 0 0 0,-1 1 0 0 0,-12-6 0 0 0,21 11-44 0 0,0 0 0 0 0,0 0 0 0 0,-1 1 0 0 0,1-1 0 0 0,0 0 0 0 0,0 1 0 0 0,-1 0 0 0 0,1-1 0 0 0,0 1 0 0 0,-1 0 0 0 0,1 0 0 0 0,-3 1 0 0 0,-10 4-1117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3.0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 7370 0 0,'1'-1'176'0'0,"0"0"0"0"0,1-1 0 0 0,-1 1 0 0 0,0 0 0 0 0,0 0 0 0 0,1 0 0 0 0,-1 0 0 0 0,1 0 1 0 0,-1 1-1 0 0,1-1 0 0 0,-1 0 0 0 0,1 1 0 0 0,-1-1 0 0 0,1 1 0 0 0,0-1 0 0 0,-1 1 0 0 0,1 0 0 0 0,0 0 1 0 0,-1 0-1 0 0,1 0 0 0 0,0 0 0 0 0,-1 0 0 0 0,4 1 0 0 0,-3 0 81 0 0,1 0 0 0 0,0 0 0 0 0,-1 1 0 0 0,1-1 1 0 0,-1 1-1 0 0,0-1 0 0 0,1 1 0 0 0,-1 0 0 0 0,0 0 0 0 0,0 0 0 0 0,0 1 0 0 0,2 2 0 0 0,4 8 383 0 0,0 0-1 0 0,-1 0 0 0 0,0 1 0 0 0,4 14 1 0 0,2 7-310 0 0,0 2 322 0 0,2-2 0 0 0,31 58-1 0 0,-46-93-651 0 0,1 0-1 0 0,-1 0 0 0 0,0 0 1 0 0,0 0-1 0 0,0 0 0 0 0,0 0 1 0 0,0 0-1 0 0,0 1 0 0 0,0-1 0 0 0,1 0 1 0 0,-1 0-1 0 0,0 0 0 0 0,0 0 1 0 0,0 0-1 0 0,0 0 0 0 0,0 0 1 0 0,0 0-1 0 0,1 0 0 0 0,-1 0 1 0 0,0 0-1 0 0,0 0 0 0 0,0 0 1 0 0,0 0-1 0 0,1 0 0 0 0,-1 0 0 0 0,0 0 1 0 0,0 0-1 0 0,0 0 0 0 0,0 0 1 0 0,0 0-1 0 0,1 0 0 0 0,-1 0 1 0 0,0 0-1 0 0,0 0 0 0 0,0 0 1 0 0,0 0-1 0 0,0 0 0 0 0,0-1 1 0 0,1 1-1 0 0,-1 0 0 0 0,0 0 0 0 0,0 0 1 0 0,0 0-1 0 0,0 0 0 0 0,0 0 1 0 0,0 0-1 0 0,0-1 0 0 0,0 1 1 0 0,0 0-1 0 0,0 0 0 0 0,1 0 1 0 0,-1 0-1 0 0,0 0 0 0 0,0-1 1 0 0,0 1-1 0 0,0 0 0 0 0,0 0 0 0 0,0 0 1 0 0,6-18-95 0 0,5-26-98 0 0,-10 40 177 0 0,-1 3 15 0 0,8-36-80 0 0,17-49 1 0 0,-22 77 198 0 0,1 0 0 0 0,0 0-1 0 0,0 0 1 0 0,1 1 0 0 0,0 0 0 0 0,0 0-1 0 0,1 0 1 0 0,0 0 0 0 0,0 1 0 0 0,1 0-1 0 0,7-6 1 0 0,-12 12-77 0 0,-1 0-1 0 0,0 0 1 0 0,1 0-1 0 0,0 0 1 0 0,-1 0 0 0 0,1 0-1 0 0,-1 0 1 0 0,1 1-1 0 0,0-1 1 0 0,-1 1-1 0 0,1-1 1 0 0,0 1-1 0 0,0 0 1 0 0,-1 0 0 0 0,1-1-1 0 0,0 1 1 0 0,0 0-1 0 0,0 1 1 0 0,-1-1-1 0 0,1 0 1 0 0,0 0-1 0 0,0 1 1 0 0,-1-1 0 0 0,1 1-1 0 0,0 0 1 0 0,-1-1-1 0 0,1 1 1 0 0,0 0-1 0 0,-1 0 1 0 0,0 0 0 0 0,1 0-1 0 0,-1 0 1 0 0,1 1-1 0 0,-1-1 1 0 0,0 0-1 0 0,0 0 1 0 0,0 1-1 0 0,0-1 1 0 0,2 3 0 0 0,4 7 1 0 0,-1 0 0 0 0,0 1 0 0 0,-1 0 0 0 0,6 18 0 0 0,-5-15 19 0 0,2 7-258 0 0,2-1 0 0 0,20 33 1 0 0,14 4-3759 0 0,-28-41-2934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3.3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1 166 3225 0 0,'1'-5'206'0'0,"0"0"0"0"0,1-1 1 0 0,0 1-1 0 0,0 0 0 0 0,1 0 1 0 0,-1 0-1 0 0,1 1 0 0 0,0-1 0 0 0,4-4 1 0 0,-6 8 23 0 0,1 0 0 0 0,-1 0 0 0 0,0 0 0 0 0,1 0 0 0 0,-1 0 0 0 0,1 0 0 0 0,-1 1 0 0 0,1-1 0 0 0,0 1 0 0 0,-1-1 1 0 0,1 1-1 0 0,0 0 0 0 0,-1-1 0 0 0,1 1 0 0 0,0 0 0 0 0,-1 0 0 0 0,1 0 0 0 0,0 0 0 0 0,-1 0 0 0 0,1 1 0 0 0,0-1 0 0 0,-1 0 0 0 0,1 1 0 0 0,-1-1 0 0 0,1 1 1 0 0,-1 0-1 0 0,1 0 0 0 0,-1-1 0 0 0,1 1 0 0 0,-1 0 0 0 0,1 0 0 0 0,-1 0 0 0 0,0 0 0 0 0,2 2 0 0 0,14 12 1743 0 0,-1 0-1 0 0,28 33 0 0 0,9 10-641 0 0,-37-44-1039 0 0,62 55 453 0 0,-70-64-671 0 0,0 1-1 0 0,0-1 1 0 0,1 0-1 0 0,-1-1 0 0 0,1 0 1 0 0,0-1-1 0 0,0 1 1 0 0,14 2-1 0 0,-22-6-55 0 0,0 0 0 0 0,0 0 0 0 0,0 0 0 0 0,0 0 0 0 0,-1 0-1 0 0,1-1 1 0 0,0 1 0 0 0,0 0 0 0 0,0 0 0 0 0,0-1 0 0 0,-1 1 0 0 0,1 0 0 0 0,0-1 0 0 0,0 1-1 0 0,-1-1 1 0 0,1 1 0 0 0,0-1 0 0 0,-1 1 0 0 0,1-1 0 0 0,0 1 0 0 0,-1-1 0 0 0,1 0-1 0 0,-1 1 1 0 0,1-1 0 0 0,-1 0 0 0 0,1 1 0 0 0,-1-1 0 0 0,0 0 0 0 0,1 0 0 0 0,-1 0 0 0 0,1-1-1 0 0,6-32 143 0 0,-5 21-108 0 0,51-183-261 0 0,-21 114-6494 0 0,-16 47-245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3.8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1 345 3225 0 0,'4'0'263'0'0,"1"0"1"0"0,-1 1 0 0 0,1-1 0 0 0,0-1 0 0 0,-1 1-1 0 0,1-1 1 0 0,-1 0 0 0 0,1 0 0 0 0,-1 0 0 0 0,1 0-1 0 0,-1-1 1 0 0,0 0 0 0 0,1 0 0 0 0,-1 0 0 0 0,6-4-1 0 0,-2 0 180 0 0,0 1-1 0 0,0-1 0 0 0,-1 0 0 0 0,0-1 1 0 0,0 0-1 0 0,9-12 0 0 0,-9 8-266 0 0,0 0 1 0 0,-1-1-1 0 0,-1 1 0 0 0,1-1 1 0 0,-2-1-1 0 0,0 1 1 0 0,5-25-1 0 0,-7 28-164 0 0,-1 0 0 0 0,0 0 0 0 0,-1 0 0 0 0,0 0-1 0 0,0 0 1 0 0,-1 0 0 0 0,0 0 0 0 0,0 0 0 0 0,-1 0 0 0 0,0 0 0 0 0,-1 1 0 0 0,-4-11 0 0 0,6 17 13 0 0,1 1 0 0 0,-1-1 1 0 0,1 1-1 0 0,-1 0 1 0 0,0-1-1 0 0,0 1 0 0 0,0 0 1 0 0,0-1-1 0 0,0 1 0 0 0,0 0 1 0 0,0 0-1 0 0,0 0 1 0 0,0 0-1 0 0,0 0 0 0 0,-1 0 1 0 0,1 0-1 0 0,0 0 1 0 0,-1 0-1 0 0,1 1 0 0 0,-2-1 1 0 0,2 1 44 0 0,0 0 1 0 0,0 0-1 0 0,0 0 1 0 0,0 1-1 0 0,0-1 1 0 0,0 0-1 0 0,0 1 1 0 0,0-1-1 0 0,0 1 1 0 0,0-1-1 0 0,0 1 1 0 0,1-1-1 0 0,-1 1 1 0 0,0 0-1 0 0,0-1 1 0 0,1 1-1 0 0,-1 0 1 0 0,0-1-1 0 0,1 1 1 0 0,-1 0-1 0 0,1 0 1 0 0,-2 1-1 0 0,-1 6 202 0 0,-1-1-1 0 0,1 1 1 0 0,1-1-1 0 0,-1 1 1 0 0,1 0 0 0 0,-1 9-1 0 0,1 1-185 0 0,1 0 0 0 0,1 0 0 0 0,1 0 0 0 0,0 0 0 0 0,1 0 1 0 0,1 0-1 0 0,1-1 0 0 0,8 23 0 0 0,-9-29-154 0 0,1 0 0 0 0,1 0 0 0 0,0-1 0 0 0,0 0 0 0 0,1 0 0 0 0,0 0 0 0 0,0-1 0 0 0,1 0 0 0 0,1 0 0 0 0,0-1 0 0 0,0 0 0 0 0,0 0 0 0 0,1-1 0 0 0,11 8 0 0 0,-17-13-160 0 0,0-1 1 0 0,0 1 0 0 0,0-1 0 0 0,0 0-1 0 0,0 1 1 0 0,1-1 0 0 0,-1-1 0 0 0,0 1-1 0 0,0 0 1 0 0,1-1 0 0 0,-1 0-1 0 0,0 0 1 0 0,1 0 0 0 0,-1 0 0 0 0,1 0-1 0 0,-1-1 1 0 0,0 1 0 0 0,4-2-1 0 0,-3 0 16 0 0,1 0 0 0 0,-1 0-1 0 0,0-1 1 0 0,1 1 0 0 0,-1-1-1 0 0,0 0 1 0 0,-1 0 0 0 0,1-1-1 0 0,-1 1 1 0 0,1-1 0 0 0,2-4-1 0 0,6-10 533 0 0,-1 0-1 0 0,0-1 0 0 0,-1 0 0 0 0,10-29 1 0 0,-19 45-83 0 0,4-9 99 0 0,1-6 529 0 0,1 1-1 0 0,1 0 0 0 0,0 1 1 0 0,1 0-1 0 0,18-23 1 0 0,-25 36-723 0 0,1 0 0 0 0,0 0 0 0 0,-1 0 0 0 0,1 0 0 0 0,1 1 0 0 0,-1 0 0 0 0,0-1 0 0 0,1 1 0 0 0,-1 0-1 0 0,1 1 1 0 0,-1-1 0 0 0,1 1 0 0 0,0-1 0 0 0,0 1 0 0 0,-1 0 0 0 0,1 1 0 0 0,0-1 0 0 0,0 1 0 0 0,0-1 0 0 0,0 1 0 0 0,0 1 0 0 0,0-1 0 0 0,0 0 0 0 0,0 1 0 0 0,0 0 0 0 0,0 0 0 0 0,0 0 0 0 0,-1 0 0 0 0,1 1 0 0 0,0-1 0 0 0,-1 1 0 0 0,5 3 1 0 0,4 2-31 0 0,-1 1 0 0 0,0 0 0 0 0,-1 1 0 0 0,0 0 0 0 0,0 1 1 0 0,0 0-1 0 0,-2 1 0 0 0,1 0 0 0 0,-1 0 0 0 0,-1 1 0 0 0,0 0 1 0 0,-1 0-1 0 0,0 0 0 0 0,-1 1 0 0 0,0 0 0 0 0,-1 0 0 0 0,4 23 1 0 0,-10-50-17 0 0,0-1 0 0 0,0 1 1 0 0,1-1-1 0 0,1 0 1 0 0,0 1-1 0 0,5-28 0 0 0,-1 25-539 0 0,1 0-1 0 0,0 1 0 0 0,2 0 0 0 0,0 0 0 0 0,15-25 0 0 0,-4 10-7180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4.1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7834 0 0,'4'8'5078'0'0,"7"14"-2261"0"0,26 140 3327 0 0,-4 85-4936 0 0,-30-221-992 0 0,28 152-214 0 0,-18-110-1826 0 0,-7-37-5888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4.3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1 110 10594 0 0,'0'-2'88'0'0,"0"1"0"0"0,1-1-1 0 0,-1 1 1 0 0,1-1 0 0 0,-1 1 0 0 0,1-1-1 0 0,0 1 1 0 0,0 0 0 0 0,-1-1-1 0 0,1 1 1 0 0,0 0 0 0 0,0 0 0 0 0,0-1-1 0 0,0 1 1 0 0,0 0 0 0 0,1 0-1 0 0,-1 0 1 0 0,0 0 0 0 0,0 1 0 0 0,1-1-1 0 0,-1 0 1 0 0,2 0 0 0 0,38-16 1057 0 0,-28 13-1162 0 0,21-8-792 0 0,1 1 0 0 0,1 2-1 0 0,62-7 1 0 0,112 4-212 0 0,-171 12 1021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4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267 54 1840 0 0,'0'-2'295'0'0,"0"-1"0"0"0,0 1 0 0 0,0 0 1 0 0,0 0-1 0 0,-1-1 0 0 0,1 1 0 0 0,0 0 0 0 0,-1-1 0 0 0,0 1 0 0 0,1 0 0 0 0,-1 0 0 0 0,0 0 0 0 0,0 0 0 0 0,0 0 0 0 0,-1 0 0 0 0,1 0 0 0 0,0 0 0 0 0,-1 0 0 0 0,-2-2 0 0 0,2 2-220 0 0,0 1 1 0 0,-1 0-1 0 0,1 0 0 0 0,0 1 0 0 0,0-1 1 0 0,0 0-1 0 0,-1 1 0 0 0,1-1 0 0 0,0 1 1 0 0,0 0-1 0 0,-1-1 0 0 0,1 1 0 0 0,0 0 1 0 0,-1 1-1 0 0,1-1 0 0 0,-3 1 0 0 0,-5 1-172 0 0,1 1 0 0 0,-1 0 0 0 0,1 0 0 0 0,0 1 0 0 0,0 0-1 0 0,0 1 1 0 0,-12 8 0 0 0,5-1 34 0 0,-47 35 533 0 0,59-43-222 0 0,-1 0 0 0 0,1 1 0 0 0,0-1 1 0 0,0 1-1 0 0,0 0 0 0 0,0 0 0 0 0,1 1 0 0 0,0-1 1 0 0,-5 12-1 0 0,8-15-135 0 0,0-1-1 0 0,0 1 1 0 0,0-1 0 0 0,0 1 0 0 0,0 0 0 0 0,0-1-1 0 0,0 1 1 0 0,0-1 0 0 0,1 1 0 0 0,-1-1 0 0 0,1 1 0 0 0,-1-1-1 0 0,1 1 1 0 0,-1-1 0 0 0,1 1 0 0 0,0-1 0 0 0,0 0 0 0 0,0 1-1 0 0,0-1 1 0 0,0 0 0 0 0,0 0 0 0 0,0 1 0 0 0,0-1-1 0 0,0 0 1 0 0,2 1 0 0 0,41 26 1450 0 0,-26-17-811 0 0,-8-5-407 0 0,0 1 1 0 0,-1 1 0 0 0,0-1 0 0 0,0 1 0 0 0,10 13 0 0 0,-17-18-322 0 0,0-1-1 0 0,0 0 1 0 0,-1 1-1 0 0,1-1 1 0 0,-1 1 0 0 0,0 0-1 0 0,0-1 1 0 0,0 1-1 0 0,0 0 1 0 0,0 0 0 0 0,0 0-1 0 0,-1 0 1 0 0,0 0-1 0 0,1 0 1 0 0,-1 0 0 0 0,0 0-1 0 0,-1-1 1 0 0,1 1 0 0 0,0 0-1 0 0,-1 0 1 0 0,0 0-1 0 0,1 0 1 0 0,-1 0 0 0 0,0-1-1 0 0,0 1 1 0 0,-1 0-1 0 0,-1 3 1 0 0,-1 0-280 0 0,-1 0 1 0 0,0 0-1 0 0,1-1 0 0 0,-11 9 0 0 0,-7 5-6139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5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12899 0 0,'2'-7'3716'0'0,"4"17"-1987"0"0,3 19-325 0 0,0 38-244 0 0,-2-1 0 0 0,-4 131 0 0 0,-2-31-2143 0 0,2-121-2094 0 0,13 75 0 0 0,-7-80-3836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5.9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1 358 2304 0 0,'207'-143'2496'0'0,"-120"87"-1229"0"0,160-98 1292 0 0,-246 153-2476 0 0,-1 1 0 0 0,1 0-1 0 0,-1-1 1 0 0,1 1 0 0 0,-1 0 0 0 0,1-1 0 0 0,-1 1 0 0 0,1 0 0 0 0,-1 0 0 0 0,1 0-1 0 0,0-1 1 0 0,-1 1 0 0 0,1 0 0 0 0,-1 0 0 0 0,1 0 0 0 0,0 0 0 0 0,-1 0-1 0 0,1 0 1 0 0,-1 0 0 0 0,1 0 0 0 0,0 0 0 0 0,-1 0 0 0 0,1 0 0 0 0,-1 1 0 0 0,1-1-1 0 0,-1 0 1 0 0,1 0 0 0 0,0 1 0 0 0,8 17 2032 0 0,-5 34 719 0 0,-4-41-2473 0 0,0 93 1954 0 0,-2-54-1652 0 0,10 81 0 0 0,-8-130-658 0 0,-1 0 0 0 0,1 0-1 0 0,0 0 1 0 0,1 0-1 0 0,-1 0 1 0 0,0-1 0 0 0,0 1-1 0 0,0 0 1 0 0,0 0 0 0 0,1 0-1 0 0,-1 0 1 0 0,0-1 0 0 0,1 1-1 0 0,-1 0 1 0 0,1 0 0 0 0,-1-1-1 0 0,1 1 1 0 0,-1 0-1 0 0,1-1 1 0 0,-1 1 0 0 0,1 0-1 0 0,0-1 1 0 0,-1 1 0 0 0,1-1-1 0 0,0 1 1 0 0,1 0 0 0 0,-1-1-3 0 0,0 0 0 0 0,0-1 0 0 0,0 1 0 0 0,0 0 0 0 0,0-1 0 0 0,0 1 0 0 0,0-1 0 0 0,0 1 0 0 0,0-1 0 0 0,0 1 0 0 0,0-1 0 0 0,0 1 0 0 0,0-1 1 0 0,0 0-1 0 0,0 0 0 0 0,-1 0 0 0 0,2-1 0 0 0,7-8-25 0 0,-1-1 1 0 0,10-19-1 0 0,-14 25 6 0 0,23-45 55 0 0,-20 36 111 0 0,1-1 1 0 0,0 1-1 0 0,1 0 0 0 0,0 1 0 0 0,1 0 1 0 0,0 0-1 0 0,1 1 0 0 0,1 1 0 0 0,12-11 1 0 0,-22 21-120 0 0,0 0 1 0 0,0 0-1 0 0,0-1 1 0 0,0 1-1 0 0,0 1 1 0 0,0-1-1 0 0,0 0 1 0 0,0 0-1 0 0,1 1 1 0 0,-1-1-1 0 0,0 1 1 0 0,0 0-1 0 0,0 0 1 0 0,1 0 0 0 0,-1 0-1 0 0,0 0 1 0 0,0 0-1 0 0,0 1 1 0 0,1-1-1 0 0,-1 0 1 0 0,0 1-1 0 0,0 0 1 0 0,0 0-1 0 0,0 0 1 0 0,0 0-1 0 0,0 0 1 0 0,0 0-1 0 0,0 0 1 0 0,0 0-1 0 0,-1 1 1 0 0,1-1-1 0 0,0 1 1 0 0,-1-1 0 0 0,1 1-1 0 0,-1 0 1 0 0,0 0-1 0 0,1-1 1 0 0,-1 1-1 0 0,1 4 1 0 0,6 7 45 0 0,-2 0-1 0 0,0 0 1 0 0,0 1 0 0 0,5 22 0 0 0,-7-22-82 0 0,0 2-54 0 0,0 0 0 0 0,1-1 1 0 0,1 1-1 0 0,0-1 1 0 0,1 0-1 0 0,1-1 0 0 0,0 0 1 0 0,14 18-1 0 0,-1-11-629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6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0 344 5985 0 0,'5'-2'250'0'0,"0"0"0"0"0,-1-1 0 0 0,1 1 0 0 0,-1-1-1 0 0,0 0 1 0 0,0 0 0 0 0,6-5 0 0 0,-2 1 225 0 0,13-8 600 0 0,-1-1 1 0 0,-1-2-1 0 0,0 0 0 0 0,20-25 1 0 0,-33 35-775 0 0,1-1 1 0 0,-2 0 0 0 0,1 0-1 0 0,-1 0 1 0 0,0-1 0 0 0,-1 1-1 0 0,0-1 1 0 0,-1 0-1 0 0,0-1 1 0 0,0 1 0 0 0,-1 0-1 0 0,-1-1 1 0 0,1-12 0 0 0,-2 20-242 0 0,0 1 0 0 0,0-1 0 0 0,0 1 1 0 0,0 0-1 0 0,0-1 0 0 0,-1 1 1 0 0,1-1-1 0 0,-1 1 0 0 0,0 0 0 0 0,1-1 1 0 0,-1 1-1 0 0,0 0 0 0 0,-1 0 1 0 0,1 0-1 0 0,0 0 0 0 0,-1 0 1 0 0,-1-2-1 0 0,2 3-5 0 0,-1 0-1 0 0,1 0 1 0 0,0 0 0 0 0,-1 0-1 0 0,1 0 1 0 0,-1 1-1 0 0,0-1 1 0 0,1 1 0 0 0,-1-1-1 0 0,0 1 1 0 0,1-1 0 0 0,-1 1-1 0 0,0 0 1 0 0,1 0 0 0 0,-1 0-1 0 0,0 0 1 0 0,0 0 0 0 0,-2 1-1 0 0,-1 0 30 0 0,-1 1-1 0 0,1-1 0 0 0,0 1 0 0 0,0 0 0 0 0,0 1 1 0 0,0-1-1 0 0,1 1 0 0 0,-1 0 0 0 0,1 0 0 0 0,-1 1 1 0 0,1-1-1 0 0,0 1 0 0 0,-5 6 0 0 0,4-3-43 0 0,0-1-1 0 0,0 1 0 0 0,1 0 1 0 0,0 0-1 0 0,0 1 1 0 0,1-1-1 0 0,0 1 0 0 0,1 0 1 0 0,-1-1-1 0 0,2 1 1 0 0,-1 0-1 0 0,1 1 0 0 0,0-1 1 0 0,0 10-1 0 0,2-12-61 0 0,-1 0-1 0 0,1-1 1 0 0,0 1-1 0 0,1-1 1 0 0,-1 1-1 0 0,1-1 1 0 0,0 1-1 0 0,0-1 1 0 0,1 0-1 0 0,0 0 1 0 0,0 0-1 0 0,0 0 1 0 0,0-1-1 0 0,1 1 1 0 0,0-1-1 0 0,0 0 1 0 0,0 0-1 0 0,0 0 1 0 0,0-1-1 0 0,1 1 1 0 0,5 2-1 0 0,11 6-1276 0 0,1-2-3488 0 0,3-2-1816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6.7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243 14 5985 0 0,'0'0'119'0'0,"0"-1"0"0"0,0 1 0 0 0,0-1 0 0 0,0 1 0 0 0,-1-1 0 0 0,1 1 0 0 0,0-1 0 0 0,0 1 0 0 0,0-1 0 0 0,0 0 0 0 0,-1 1 0 0 0,1-1 0 0 0,0 1 0 0 0,0 0-1 0 0,-1-1 1 0 0,1 1 0 0 0,0-1 0 0 0,-1 1 0 0 0,1-1 0 0 0,0 1 0 0 0,-1 0 0 0 0,1-1 0 0 0,-1 1 0 0 0,1 0 0 0 0,-1-1 0 0 0,1 1 0 0 0,-1 0 0 0 0,1 0 0 0 0,-1-1 0 0 0,1 1 0 0 0,-1 0 0 0 0,1 0-1 0 0,-1 0 1 0 0,1 0 0 0 0,-1 0 0 0 0,0 0 0 0 0,-30 5 2723 0 0,-25 22-97 0 0,33-15-2134 0 0,-44 29 846 0 0,61-37-1286 0 0,1-1 0 0 0,0 1-1 0 0,1 1 1 0 0,-1-1 0 0 0,1 1-1 0 0,0-1 1 0 0,0 1 0 0 0,0 0 0 0 0,-5 10-1 0 0,9-13-134 0 0,-1 0 1 0 0,1 0-1 0 0,-1 0 0 0 0,1 0 0 0 0,0 0 0 0 0,-1 1 1 0 0,1-1-1 0 0,0 0 0 0 0,0 0 0 0 0,1 0 1 0 0,-1 0-1 0 0,0 1 0 0 0,1-1 0 0 0,-1 0 0 0 0,1 0 1 0 0,0 0-1 0 0,0 0 0 0 0,0 0 0 0 0,0 0 0 0 0,0 0 1 0 0,0-1-1 0 0,0 1 0 0 0,1 0 0 0 0,-1 0 1 0 0,0-1-1 0 0,1 1 0 0 0,0-1 0 0 0,2 2 0 0 0,6 6-14 0 0,1-1 0 0 0,0-1 0 0 0,19 10 0 0 0,-15-9 11 0 0,29 17-15 0 0,60 38 45 0 0,-91-54-57 0 0,0 1 0 0 0,0 0 0 0 0,-1 1 0 0 0,-1 0 0 0 0,14 18 0 0 0,-23-27-8 0 0,-1 0-1 0 0,0 0 0 0 0,1 0 0 0 0,-1 0 0 0 0,0 0 0 0 0,0 1 0 0 0,0-1 0 0 0,0 0 0 0 0,0 1 0 0 0,-1-1 0 0 0,1 1 0 0 0,-1-1 0 0 0,1 1 0 0 0,-1-1 0 0 0,0 1 0 0 0,0-1 0 0 0,0 1 0 0 0,-1-1 0 0 0,0 4 0 0 0,0-3-10 0 0,0 1-1 0 0,-1 0 1 0 0,1-1-1 0 0,-1 0 1 0 0,0 1-1 0 0,0-1 1 0 0,-1 0-1 0 0,1 0 0 0 0,0 0 1 0 0,-1 0-1 0 0,-4 3 1 0 0,-4 3-79 0 0,-1 0 1 0 0,0-1 0 0 0,0-1 0 0 0,-1 0-1 0 0,-23 8 1 0 0,7-4-596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6.9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0,'7'6'551'0'0,"0"0"0"0"0,0 0-1 0 0,-1 0 1 0 0,1 0 0 0 0,-2 1-1 0 0,1 0 1 0 0,-1 1-1 0 0,0-1 1 0 0,0 1 0 0 0,-1 0-1 0 0,0 0 1 0 0,0 0 0 0 0,-1 1-1 0 0,0-1 1 0 0,3 16 0 0 0,1 11 172 0 0,-2-1 0 0 0,3 58 0 0 0,-7-21-1260 0 0,-3-41-5161 0 0,0-13-903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7.0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96 6449 0 0,'-6'-26'577'0'0,"3"13"-465"0"0,2 1-112 0 0,-1 2 0 0 0,2 6 672 0 0,0 1 104 0 0,0 0 24 0 0,0-2 8 0 0,0-1-64 0 0,2-1-8 0 0,1 1-7 0 0,1 6-1 0 0,2 4-1816 0 0,3 5-353 0 0,2 6-79 0 0,-2 5-16 0 0,0 4 1288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7.8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240 38 2304 0 0,'25'-19'1094'0'0,"-24"19"-1006"0"0,-1-1 0 0 0,0 1 0 0 0,0 0 1 0 0,0 0-1 0 0,1-1 0 0 0,-1 1 0 0 0,0 0 0 0 0,0-1 0 0 0,0 1 0 0 0,0 0 1 0 0,0-1-1 0 0,0 1 0 0 0,1 0 0 0 0,-1 0 0 0 0,0-1 0 0 0,0 1 1 0 0,0 0-1 0 0,0-1 0 0 0,0 1 0 0 0,0 0 0 0 0,0-1 0 0 0,-1 1 0 0 0,1 0 1 0 0,0-1-1 0 0,0 1 0 0 0,0 0 0 0 0,0-1 0 0 0,0 1 0 0 0,0 0 0 0 0,-1-1 1 0 0,-17-6 2985 0 0,8 6-2339 0 0,0 0 1 0 0,0 1-1 0 0,0 1 0 0 0,0 0 1 0 0,0 0-1 0 0,0 1 1 0 0,0 0-1 0 0,0 0 1 0 0,1 1-1 0 0,-1 1 1 0 0,-13 6-1 0 0,13-5-550 0 0,0 0-1 0 0,0 1 1 0 0,0 0 0 0 0,1 0-1 0 0,0 1 1 0 0,0 1-1 0 0,1-1 1 0 0,0 1 0 0 0,-14 18-1 0 0,21-25-189 0 0,0 0-1 0 0,0 0 0 0 0,0 1 1 0 0,0-1-1 0 0,0 0 1 0 0,0 0-1 0 0,1 1 1 0 0,-1-1-1 0 0,1 1 0 0 0,-1-1 1 0 0,1 0-1 0 0,-1 1 1 0 0,1-1-1 0 0,0 1 0 0 0,-1-1 1 0 0,1 1-1 0 0,0-1 1 0 0,0 1-1 0 0,0 0 1 0 0,0-1-1 0 0,0 1 0 0 0,1-1 1 0 0,-1 1-1 0 0,0-1 1 0 0,1 0-1 0 0,-1 1 0 0 0,1-1 1 0 0,0 1-1 0 0,-1-1 1 0 0,1 0-1 0 0,1 2 1 0 0,-1-2-64 0 0,1 0 1 0 0,0-1 0 0 0,-1 1-1 0 0,1 0 1 0 0,0-1 0 0 0,0 1-1 0 0,0-1 1 0 0,-1 1 0 0 0,1-1-1 0 0,0 0 1 0 0,0 0 0 0 0,0 0-1 0 0,0 0 1 0 0,-1 0 0 0 0,1 0-1 0 0,0-1 1 0 0,0 1 0 0 0,0-1-1 0 0,0 1 1 0 0,-1-1 0 0 0,1 1-1 0 0,0-1 1 0 0,-1 0 0 0 0,1 0 0 0 0,2-1-1 0 0,61-44-1493 0 0,-51 34 1654 0 0,0 1 0 0 0,2 1 0 0 0,-1 0-1 0 0,32-14 1 0 0,-43 23-50 0 0,0-1 1 0 0,0 1 0 0 0,1 0-1 0 0,-1 0 1 0 0,0 0 0 0 0,1 1-1 0 0,-1-1 1 0 0,1 1 0 0 0,-1 0-1 0 0,1 1 1 0 0,-1-1 0 0 0,0 1-1 0 0,1 0 1 0 0,-1 0-1 0 0,0 0 1 0 0,0 0 0 0 0,1 1-1 0 0,-1 0 1 0 0,0 0 0 0 0,0 0-1 0 0,-1 0 1 0 0,1 1 0 0 0,0-1-1 0 0,5 7 1 0 0,-4-4 42 0 0,0 1 0 0 0,0 0-1 0 0,-1 0 1 0 0,0 0 0 0 0,0 1 0 0 0,0-1 0 0 0,-1 1 0 0 0,0 0-1 0 0,0 0 1 0 0,-1 1 0 0 0,0-1 0 0 0,0 0 0 0 0,0 13 0 0 0,1 3 122 0 0,-2 0 0 0 0,0 0 0 0 0,-4 27 0 0 0,1-25-102 0 0,-1 0 0 0 0,-11 40-1 0 0,11-56-105 0 0,0 0-1 0 0,0-1 0 0 0,-1 1 1 0 0,0-1-1 0 0,0 0 1 0 0,-1 0-1 0 0,0 0 0 0 0,0 0 1 0 0,-1-1-1 0 0,-9 10 0 0 0,14-16 3 0 0,0 0 0 0 0,1-1 0 0 0,-1 1 0 0 0,0 0 0 0 0,0 0 0 0 0,1-1 0 0 0,-1 1 0 0 0,0-1 0 0 0,0 1 0 0 0,0 0 0 0 0,0-1 0 0 0,0 0 0 0 0,0 1 0 0 0,0-1 0 0 0,0 0 0 0 0,0 1 0 0 0,0-1 0 0 0,0 0-1 0 0,0 0 1 0 0,-2 0 0 0 0,3 0-3 0 0,-1-1-1 0 0,1 1 1 0 0,-1-1-1 0 0,1 1 1 0 0,-1 0-1 0 0,1-1 1 0 0,0 1-1 0 0,-1-1 1 0 0,1 1-1 0 0,-1-1 1 0 0,1 0-1 0 0,0 1 1 0 0,0-1-1 0 0,-1 1 1 0 0,1-1-1 0 0,0 0 1 0 0,0 1-1 0 0,0-1 1 0 0,0 1-1 0 0,0-1 1 0 0,0 0-1 0 0,0 1 1 0 0,0-2-1 0 0,0-5-61 0 0,0 1 0 0 0,1 0 0 0 0,0-1-1 0 0,0 1 1 0 0,3-8 0 0 0,20-47-448 0 0,2 1 1 0 0,54-90-1 0 0,-68 130 697 0 0,1 1 0 0 0,19-24 0 0 0,-29 38-76 0 0,1 1-1 0 0,-1 0 1 0 0,1 1-1 0 0,-1-1 1 0 0,1 1-1 0 0,1 0 1 0 0,-1 0-1 0 0,0 0 1 0 0,1 0-1 0 0,-1 1 1 0 0,1 0-1 0 0,0 0 1 0 0,0 0-1 0 0,0 0 1 0 0,0 1-1 0 0,0 0 1 0 0,5-1-1 0 0,-7 2-67 0 0,0 1 0 0 0,0 0 0 0 0,0 0 0 0 0,-1 0-1 0 0,1 0 1 0 0,0 0 0 0 0,0 0 0 0 0,-1 1-1 0 0,1-1 1 0 0,-1 1 0 0 0,1 0 0 0 0,-1 0-1 0 0,0 0 1 0 0,0 0 0 0 0,0 0 0 0 0,0 0 0 0 0,0 0-1 0 0,0 1 1 0 0,-1-1 0 0 0,1 1 0 0 0,-1-1-1 0 0,2 5 1 0 0,4 8 219 0 0,0 0-1 0 0,6 26 1 0 0,-12-41-260 0 0,7 34 0 0 0,7 57 0 0 0,-2-12 0 0 0,10-137-194 0 0,-22 54 165 0 0,12-32-257 0 0,29-57 0 0 0,-37 85 292 0 0,-1-1 0 0 0,1 1 0 0 0,1 0 1 0 0,-1 1-1 0 0,1-1 0 0 0,1 1 0 0 0,-1 0 0 0 0,1 1 0 0 0,1 0 1 0 0,-1 0-1 0 0,1 0 0 0 0,13-6 0 0 0,-18 10 19 0 0,-1 1 1 0 0,1 0-1 0 0,0 1 1 0 0,0-1 0 0 0,0 0-1 0 0,0 1 1 0 0,0 0-1 0 0,1 0 1 0 0,-1 0-1 0 0,0 0 1 0 0,0 0-1 0 0,0 0 1 0 0,0 1-1 0 0,0 0 1 0 0,0-1-1 0 0,0 1 1 0 0,0 0-1 0 0,-1 1 1 0 0,1-1-1 0 0,0 0 1 0 0,0 1-1 0 0,-1-1 1 0 0,1 1-1 0 0,-1 0 1 0 0,0 0-1 0 0,3 3 1 0 0,6 6-10 0 0,0 1-1 0 0,-1 0 1 0 0,0 1 0 0 0,7 15 0 0 0,9 9-604 0 0,18 13-1360 0 0,-26-31-649 0 0,2-1 1 0 0,0-1-1 0 0,40 27 0 0 0,-36-30 2520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8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1 5529 0 0,'-2'-1'115'0'0,"1"1"-1"0"0,-1 0 0 0 0,1 0 1 0 0,-1 0-1 0 0,1 0 0 0 0,-1 0 1 0 0,0 1-1 0 0,1-1 0 0 0,-1 0 1 0 0,1 1-1 0 0,-1-1 1 0 0,1 1-1 0 0,0 0 0 0 0,-1-1 1 0 0,1 1-1 0 0,0 0 0 0 0,-1 0 1 0 0,1 0-1 0 0,0 0 1 0 0,0 0-1 0 0,0 0 0 0 0,0 0 1 0 0,0 0-1 0 0,0 0 0 0 0,0 1 1 0 0,0-1-1 0 0,-1 3 0 0 0,-29 45 2418 0 0,26-41-2201 0 0,-3 6 140 0 0,1 0 0 0 0,0 1-1 0 0,1 0 1 0 0,1 0-1 0 0,-7 32 1 0 0,11-41-473 0 0,0 1 1 0 0,0-1-1 0 0,1 0 1 0 0,-1 1-1 0 0,1-1 0 0 0,1 0 1 0 0,-1 1-1 0 0,1-1 1 0 0,0 0-1 0 0,1 1 1 0 0,0-1-1 0 0,0 0 1 0 0,0 0-1 0 0,0 0 0 0 0,1 0 1 0 0,0-1-1 0 0,7 11 1 0 0,-9-14-54 0 0,1-1-1 0 0,-1 1 1 0 0,0 0 0 0 0,1-1 0 0 0,-1 1-1 0 0,1-1 1 0 0,0 1 0 0 0,0-1 0 0 0,-1 0-1 0 0,1 0 1 0 0,0 0 0 0 0,0 0 0 0 0,0 0-1 0 0,0 0 1 0 0,0 0 0 0 0,0-1 0 0 0,0 1-1 0 0,1-1 1 0 0,-1 1 0 0 0,0-1 0 0 0,0 0-1 0 0,0 0 1 0 0,0 0 0 0 0,1 0 0 0 0,-1 0 0 0 0,0-1-1 0 0,0 1 1 0 0,0-1 0 0 0,0 1 0 0 0,0-1-1 0 0,0 0 1 0 0,0 0 0 0 0,0 0 0 0 0,0 0-1 0 0,0 0 1 0 0,0 0 0 0 0,0 0 0 0 0,-1-1-1 0 0,1 1 1 0 0,2-3 0 0 0,6-6-562 0 0,0-1 1 0 0,0-1 0 0 0,-1 0-1 0 0,13-23 1 0 0,-13 22 826 0 0,11-21-334 0 0,-14 23 164 0 0,0-1 0 0 0,1 1 0 0 0,0 0 1 0 0,1 1-1 0 0,1-1 0 0 0,-1 2 1 0 0,1-1-1 0 0,1 1 0 0 0,13-10 338 0 0,-22 19-310 0 0,-1 0-1 0 0,0 0 1 0 0,0 0-1 0 0,0 0 1 0 0,0 0 0 0 0,1 0-1 0 0,-1-1 1 0 0,0 1-1 0 0,0 0 1 0 0,0 0-1 0 0,0 0 1 0 0,1 0 0 0 0,-1 0-1 0 0,3 2 1420 0 0,-3-1-1420 0 0,2 10 1606 0 0,-7 18-162 0 0,4-22-1069 0 0,-1 2-327 0 0,2 0-1 0 0,-1 0 1 0 0,1 1-1 0 0,1-1 1 0 0,1 10-1 0 0,10 23-2730 0 0,-5-27-2552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8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0 159 1376 0 0,'12'-39'-488'0'0,"7"-22"3730"0"0,-16 54-1810 0 0,0-1 1 0 0,0 1-1 0 0,1 0 0 0 0,0 0 1 0 0,7-9-1 0 0,-10 16-1318 0 0,-1-1-1 0 0,0 1 1 0 0,0-1-1 0 0,1 1 1 0 0,-1 0-1 0 0,0-1 1 0 0,1 1-1 0 0,-1 0 1 0 0,1-1-1 0 0,-1 1 1 0 0,0 0-1 0 0,1-1 1 0 0,-1 1-1 0 0,1 0 1 0 0,-1 0-1 0 0,1-1 1 0 0,-1 1 0 0 0,1 0-1 0 0,-1 0 1 0 0,1 0-1 0 0,-1 0 1 0 0,1 0-1 0 0,-1 0 1 0 0,1 0-1 0 0,-1 0 1 0 0,1 0-1 0 0,-1 0 1 0 0,1 0-1 0 0,-1 0 1 0 0,2 0-1 0 0,9 15 1745 0 0,1 28-457 0 0,-10-38-1103 0 0,23 131 1779 0 0,-19-90-1813 0 0,3 0 0 0 0,22 66 0 0 0,-23-87-649 0 0,17 42 671 0 0,-7-24-6642 0 0,-8-19-616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9.4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11979 0 0,'6'54'6017'0'0,"15"27"-3197"0"0,-1-10-2137 0 0,14 115-182 0 0,-15-62-3136 0 0,-15-94-4375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49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15 276 6913 0 0,'-1'-1'30'0'0,"0"1"0"0"0,0 0 0 0 0,0-1 0 0 0,1 1 0 0 0,-1-1-1 0 0,0 0 1 0 0,0 1 0 0 0,1-1 0 0 0,-1 0 0 0 0,0 1 0 0 0,1-1-1 0 0,-1 0 1 0 0,1 1 0 0 0,-1-1 0 0 0,1 0 0 0 0,-1 0 0 0 0,1 0-1 0 0,-1 0 1 0 0,1 0 0 0 0,0 0 0 0 0,-1 1 0 0 0,1-1 0 0 0,0 0-1 0 0,0 0 1 0 0,0 0 0 0 0,0 0 0 0 0,0 0 0 0 0,0 0 0 0 0,0 0-1 0 0,0-2 1 0 0,3 1 89 0 0,-1 0 1 0 0,0 0-1 0 0,1 0 0 0 0,-1 0 0 0 0,1 1 0 0 0,-1-1 0 0 0,1 1 0 0 0,0 0 1 0 0,3-2-1 0 0,-5 3-83 0 0,65-26 2643 0 0,130-34-1 0 0,-132 43-1946 0 0,27-10 66 0 0,-43 11-594 0 0,0 3 1 0 0,1 2 0 0 0,50-6 0 0 0,-98 17-164 0 0,-1 0 0 0 0,0 0 0 0 0,1 0 0 0 0,-1-1 0 0 0,1 1 0 0 0,-1 0 0 0 0,1 0 0 0 0,-1 0 0 0 0,1 0 0 0 0,-1 0 1 0 0,0 1-1 0 0,1-1 0 0 0,-1 0 0 0 0,1 0 0 0 0,-1 0 0 0 0,1 0 0 0 0,-1 0 0 0 0,0 1 0 0 0,1-1 0 0 0,-1 0 0 0 0,0 0 0 0 0,1 0 1 0 0,-1 1-1 0 0,1-1 0 0 0,-1 0 0 0 0,0 1 0 0 0,0-1 0 0 0,1 0 0 0 0,-1 1 0 0 0,0-1 0 0 0,0 0 0 0 0,1 1 0 0 0,-1 0 0 0 0,-5 17 945 0 0,-26 26 117 0 0,22-32-845 0 0,-8 11-39 0 0,2 1 0 0 0,1 0 0 0 0,0 1 0 0 0,-11 31 0 0 0,23-49-214 0 0,0 1 1 0 0,0-1-1 0 0,0 0 0 0 0,1 1 1 0 0,0-1-1 0 0,1 1 0 0 0,0-1 0 0 0,0 1 1 0 0,1 9-1 0 0,0-13-5 0 0,0 0 1 0 0,0 1-1 0 0,1-1 0 0 0,-1 0 1 0 0,1 0-1 0 0,0 0 0 0 0,0 0 1 0 0,1 0-1 0 0,-1 0 0 0 0,1 0 1 0 0,0-1-1 0 0,0 1 0 0 0,0-1 1 0 0,0 0-1 0 0,0 0 0 0 0,7 4 1 0 0,-4-3 6 0 0,0-1 1 0 0,0 0-1 0 0,0 0 1 0 0,0 0 0 0 0,1-1-1 0 0,-1 0 1 0 0,0 0 0 0 0,1-1-1 0 0,0 1 1 0 0,-1-2-1 0 0,1 1 1 0 0,0-1 0 0 0,0 0-1 0 0,-1 0 1 0 0,1-1 0 0 0,0 0-1 0 0,-1 0 1 0 0,1 0-1 0 0,-1-1 1 0 0,1 0 0 0 0,-1 0-1 0 0,0-1 1 0 0,11-6 0 0 0,-10 6 23 0 0,-1-1 0 0 0,0 0 0 0 0,-1 0 0 0 0,1 0 0 0 0,-1-1 0 0 0,1 0 0 0 0,-2 0 0 0 0,1 0 0 0 0,0-1 0 0 0,-1 0 0 0 0,0 0 0 0 0,0 0 0 0 0,-1 0 1 0 0,0 0-1 0 0,0-1 0 0 0,0 1 0 0 0,-1-1 0 0 0,0 0 0 0 0,0 0 0 0 0,-1 0 0 0 0,0 0 0 0 0,1-9 0 0 0,-3 2-94 0 0,0-1-1 0 0,-1 1 1 0 0,-1 0 0 0 0,0 0-1 0 0,0 0 1 0 0,-2 1 0 0 0,1-1-1 0 0,-2 1 1 0 0,0 0-1 0 0,0 0 1 0 0,-2 1 0 0 0,1 0-1 0 0,-1 0 1 0 0,-1 0 0 0 0,0 1-1 0 0,-1 1 1 0 0,0 0-1 0 0,-1 0 1 0 0,0 1 0 0 0,0 0-1 0 0,-1 1 1 0 0,-19-11 0 0 0,10 11-7523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1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409 409 6449 0 0,'0'-3'189'0'0,"0"1"-1"0"0,0-1 0 0 0,0 0 1 0 0,0 1-1 0 0,-1-1 0 0 0,1 1 0 0 0,-1-1 1 0 0,0 0-1 0 0,1 1 0 0 0,-1-1 1 0 0,0 1-1 0 0,-1-1 0 0 0,1 1 1 0 0,-3-4-1 0 0,-25-33 2206 0 0,27 36-2331 0 0,-4-4 267 0 0,0 0 0 0 0,0 0 0 0 0,-1 1 0 0 0,1 0 0 0 0,-2 1 0 0 0,1-1 0 0 0,0 1 0 0 0,-1 1 1 0 0,0 0-1 0 0,0 0 0 0 0,0 0 0 0 0,-1 1 0 0 0,1 0 0 0 0,-1 1 0 0 0,-16-3 0 0 0,18 4-199 0 0,1 1-1 0 0,-1 0 0 0 0,1 0 0 0 0,-1 1 1 0 0,0 0-1 0 0,1 0 0 0 0,0 1 0 0 0,-1-1 1 0 0,1 2-1 0 0,0-1 0 0 0,0 0 0 0 0,0 1 1 0 0,0 0-1 0 0,0 1 0 0 0,1-1 0 0 0,0 1 1 0 0,-1 0-1 0 0,1 1 0 0 0,1-1 1 0 0,-1 1-1 0 0,1 0 0 0 0,-7 8 0 0 0,-1 5-63 0 0,1 1-1 0 0,1-1 1 0 0,0 2 0 0 0,1 0-1 0 0,1 0 1 0 0,1 0-1 0 0,1 1 1 0 0,1 0 0 0 0,1 0-1 0 0,0 0 1 0 0,2 1-1 0 0,1-1 1 0 0,0 25-1 0 0,2-42-93 0 0,-1 0-1 0 0,1 0 1 0 0,-1 0-1 0 0,1 0 1 0 0,0 0-1 0 0,0 0 0 0 0,1 0 1 0 0,-1 0-1 0 0,1 0 1 0 0,0-1-1 0 0,0 1 0 0 0,0-1 1 0 0,1 1-1 0 0,-1-1 1 0 0,1 0-1 0 0,0 0 1 0 0,0 0-1 0 0,0 0 0 0 0,0 0 1 0 0,0-1-1 0 0,0 1 1 0 0,7 2-1 0 0,-6-3-5 0 0,0-1 0 0 0,0 0-1 0 0,0 0 1 0 0,0 0 0 0 0,0-1 0 0 0,0 1 0 0 0,0-1-1 0 0,0 0 1 0 0,0 0 0 0 0,0-1 0 0 0,0 1 0 0 0,0-1 0 0 0,0 0-1 0 0,0 0 1 0 0,-1 0 0 0 0,1 0 0 0 0,0-1 0 0 0,0 0-1 0 0,-1 1 1 0 0,1-1 0 0 0,-1-1 0 0 0,0 1 0 0 0,5-4-1 0 0,3-3-203 0 0,-1 0 0 0 0,0-1 0 0 0,0-1 0 0 0,-1 1-1 0 0,0-2 1 0 0,-1 1 0 0 0,0-1 0 0 0,-1 0-1 0 0,8-19 1 0 0,-7 11 61 0 0,-1-1 0 0 0,0 0 0 0 0,-2 0 0 0 0,-1 0 0 0 0,3-33 0 0 0,-5 0 1062 0 0,-3-1-1 0 0,-2 0 0 0 0,-20-106 0 0 0,6 86 1622 0 0,20 82-2302 0 0,0-1 0 0 0,1 1 0 0 0,0-1 0 0 0,7 8 0 0 0,7 13-157 0 0,241 405 251 0 0,-255-425-317 0 0,6 11 29 0 0,0-2-1 0 0,13 16 0 0 0,-21-28-54 0 0,1-1 0 0 0,0 0 0 0 0,0 1 0 0 0,1-1-1 0 0,-1 0 1 0 0,0-1 0 0 0,1 1 0 0 0,0-1 0 0 0,0 1-1 0 0,-1-1 1 0 0,1 0 0 0 0,1-1 0 0 0,-1 1 0 0 0,8 2 0 0 0,-10-4-86 0 0,1 0 1 0 0,-1-1 0 0 0,0 1-1 0 0,1 0 1 0 0,-1-1 0 0 0,1 1-1 0 0,-1-1 1 0 0,0 0 0 0 0,1 1-1 0 0,-1-1 1 0 0,0 0 0 0 0,0-1-1 0 0,0 1 1 0 0,0 0 0 0 0,0-1-1 0 0,0 1 1 0 0,0-1 0 0 0,0 1-1 0 0,0-1 1 0 0,-1 0 0 0 0,1 0-1 0 0,-1 0 1 0 0,1 0 0 0 0,-1 0-1 0 0,0 0 1 0 0,0 0 0 0 0,0 0-1 0 0,2-5 1 0 0,2-7-710 0 0,0 0 1 0 0,0 0-1 0 0,2-21 1 0 0,-5 27 590 0 0,6-39-740 0 0,-4 19 1111 0 0,10-34 0 0 0,-12 56 214 0 0,1-1 0 0 0,-1 0 1 0 0,1 1-1 0 0,0-1 1 0 0,0 1-1 0 0,1 0 0 0 0,0 0 1 0 0,0 0-1 0 0,1 1 1 0 0,4-6-1 0 0,-7 9-191 0 0,0 1 0 0 0,-1-1 0 0 0,1 1 0 0 0,0 0 0 0 0,0 0 0 0 0,0-1 0 0 0,0 1 0 0 0,0 1 0 0 0,0-1 0 0 0,0 0 0 0 0,0 0-1 0 0,0 1 1 0 0,0-1 0 0 0,0 1 0 0 0,0 0 0 0 0,1-1 0 0 0,-1 1 0 0 0,0 0 0 0 0,3 1 0 0 0,-2-1-31 0 0,1 1 0 0 0,-1 0-1 0 0,1 1 1 0 0,-1-1 0 0 0,0 1 0 0 0,1-1 0 0 0,-1 1-1 0 0,0 0 1 0 0,0 0 0 0 0,5 5 0 0 0,4 5-59 0 0,-1 0 1 0 0,1 1 0 0 0,-2 1-1 0 0,9 14 1 0 0,-10-14 18 0 0,48 72-3820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2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61 12443 0 0,'-12'-15'544'0'0,"6"6"128"0"0,0 2-544 0 0,0-3-128 0 0,4 7 0 0 0,2 2 0 0 0,0-1 552 0 0,0-1 88 0 0,0-1 8 0 0,2-1 8 0 0,1 4-592 0 0,1 1-64 0 0,4 6-128 0 0,0 4 32 0 0,1 7 96 0 0,-2 4 0 0 0,-1 3 0 0 0,-1 2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2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33 3137 0 0,'1'-3'26'0'0,"0"1"-9"0"0,0 1 0 0 0,0 0 0 0 0,0 0 0 0 0,0-1 0 0 0,0 1 0 0 0,-1-1-1 0 0,1 1 1 0 0,-1-1 0 0 0,1 1 0 0 0,-1-1 0 0 0,1 1 0 0 0,-1-1 0 0 0,0 1-1 0 0,0-1 1 0 0,0 0 0 0 0,0-1 0 0 0,-1 3 78 0 0,1-1 0 0 0,-1 1 0 0 0,0 0 0 0 0,1-1 0 0 0,-1 1 0 0 0,0 0 0 0 0,0 0 0 0 0,1 0 0 0 0,-1 0 0 0 0,0 0 0 0 0,1 0 0 0 0,-1 0 0 0 0,0 0 0 0 0,0 0 0 0 0,1 0 0 0 0,-1 0 0 0 0,0 0 0 0 0,0 0 0 0 0,1 1 0 0 0,-1-1-1 0 0,0 0 1 0 0,1 1 0 0 0,-1-1 0 0 0,-1 1 0 0 0,-17 9 2629 0 0,4 0-1678 0 0,1 0-1 0 0,1 1 0 0 0,0 0 1 0 0,1 2-1 0 0,-19 22 0 0 0,23-26-810 0 0,1 1-1 0 0,0 0 0 0 0,1 0 1 0 0,0 1-1 0 0,1 0 0 0 0,0 0 1 0 0,1 0-1 0 0,0 1 0 0 0,-3 11 1 0 0,7-22-252 0 0,0 0 1 0 0,0-1-1 0 0,-1 1 1 0 0,1-1-1 0 0,0 1 0 0 0,0 0 1 0 0,0-1-1 0 0,0 1 1 0 0,0 0-1 0 0,0-1 1 0 0,0 1-1 0 0,0-1 1 0 0,0 1-1 0 0,0 0 1 0 0,0-1-1 0 0,0 1 1 0 0,0 0-1 0 0,1-1 1 0 0,-1 1-1 0 0,0-1 0 0 0,0 1 1 0 0,1 0-1 0 0,-1-1 1 0 0,0 1-1 0 0,1-1 1 0 0,0 1-1 0 0,12-8-654 0 0,12-24 248 0 0,-16 19 581 0 0,2-5 301 0 0,0 1-1 0 0,1 0 1 0 0,1 1-1 0 0,27-25 0 0 0,-38 38-401 0 0,0 0 0 0 0,1 0 0 0 0,0 0 0 0 0,-1 0 0 0 0,1 0 0 0 0,0 0 0 0 0,0 1 0 0 0,0 0 0 0 0,0-1 0 0 0,0 1 0 0 0,0 0 0 0 0,0 0 0 0 0,1 1 0 0 0,-1-1 0 0 0,0 1 0 0 0,0 0 0 0 0,1-1 0 0 0,-1 2 0 0 0,0-1 0 0 0,1 0 0 0 0,-1 0 0 0 0,0 1 0 0 0,0 0 0 0 0,0 0 0 0 0,1 0 0 0 0,-1 0 0 0 0,0 0 0 0 0,0 1 0 0 0,0-1 0 0 0,-1 1 0 0 0,1 0 0 0 0,0 0 0 0 0,-1 0 0 0 0,1 0 0 0 0,-1 0 0 0 0,4 5 0 0 0,4 4 84 0 0,-1 1 1 0 0,0 1 0 0 0,-1 0 0 0 0,-1 0 0 0 0,0 0 0 0 0,0 1 0 0 0,-2 0-1 0 0,6 19 1 0 0,-3-4-45 0 0,-1 1 0 0 0,-1 1-1 0 0,1 31 1 0 0,-6-53-86 0 0,-1 0 0 0 0,0 1 0 0 0,-1-1 0 0 0,0 0 0 0 0,0 0 0 0 0,-1 0 0 0 0,0 0 0 0 0,-1-1 0 0 0,1 1 0 0 0,-2 0 1 0 0,1-1-1 0 0,-1 0 0 0 0,-1 0 0 0 0,-5 8 0 0 0,6-11 1 0 0,0 1 1 0 0,-1-1-1 0 0,0 0 0 0 0,0 0 1 0 0,-1-1-1 0 0,1 0 0 0 0,-1 0 1 0 0,0 0-1 0 0,0 0 0 0 0,0-1 1 0 0,0 0-1 0 0,-1 0 1 0 0,1-1-1 0 0,-1 0 0 0 0,0 0 1 0 0,1 0-1 0 0,-1-1 0 0 0,0 0 1 0 0,-7 0-1 0 0,11-1-49 0 0,-1 0 0 0 0,1 0 0 0 0,0 0-1 0 0,0-1 1 0 0,0 1 0 0 0,0-1 0 0 0,0 1 0 0 0,0-1 0 0 0,0 0 0 0 0,0 0-1 0 0,0-1 1 0 0,0 1 0 0 0,0 0 0 0 0,-2-3 0 0 0,3 3-201 0 0,0-1 1 0 0,1 0 0 0 0,-1 1 0 0 0,1-1-1 0 0,0 0 1 0 0,-1 0 0 0 0,1 0-1 0 0,0 1 1 0 0,0-1 0 0 0,0-1-1 0 0,0 1 1 0 0,1 0 0 0 0,-1 0-1 0 0,0 0 1 0 0,1 0 0 0 0,0 0-1 0 0,-1-1 1 0 0,1 1 0 0 0,0 0-1 0 0,0-4 1 0 0,2-13-6022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2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5065 0 0,'2'0'186'0'0,"-1"1"0"0"0,1-1 1 0 0,0 1-1 0 0,0 0 0 0 0,0 0 0 0 0,-1-1 1 0 0,1 1-1 0 0,0 0 0 0 0,-1 0 0 0 0,1 1 0 0 0,-1-1 1 0 0,1 0-1 0 0,-1 0 0 0 0,0 1 0 0 0,0-1 0 0 0,1 1 1 0 0,-1-1-1 0 0,0 1 0 0 0,0 0 0 0 0,0-1 0 0 0,-1 1 1 0 0,2 2-1 0 0,19 50 4507 0 0,-15-35-3683 0 0,31 97 4221 0 0,-32-93-5093 0 0,-1-1-1 0 0,-1 0 1 0 0,1 32-1 0 0,-4-43-773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2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97 9218 0 0,'-4'-19'408'0'0,"1"5"80"0"0,3 2-392 0 0,0 6-96 0 0,1 3 0 0 0,1 2 0 0 0,-1-2 272 0 0,4-3 32 0 0,3-2 8 0 0,2-1 0 0 0,2 1-1320 0 0,3 4-264 0 0,5 1-48 0 0,-2 3-17 0 0,0 0 1049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3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 6913 0 0,'2'-2'98'0'0,"0"1"-1"0"0,0-1 0 0 0,-1 1 0 0 0,1 0 0 0 0,0-1 0 0 0,0 1 0 0 0,0 0 1 0 0,1 0-1 0 0,-1 0 0 0 0,0 1 0 0 0,0-1 0 0 0,0 0 0 0 0,4 0 0 0 0,-4 2 95 0 0,0 0 0 0 0,-1 0 0 0 0,0-1 0 0 0,1 1 0 0 0,-1 0 0 0 0,1 0 0 0 0,-1 0 0 0 0,0 0 0 0 0,0 1 0 0 0,1-1 0 0 0,-1 0 0 0 0,0 0 0 0 0,0 1-1 0 0,0-1 1 0 0,-1 1 0 0 0,1-1 0 0 0,0 1 0 0 0,0-1 0 0 0,-1 1 0 0 0,2 2 0 0 0,12 34 2164 0 0,-1 0 0 0 0,11 57 1 0 0,0-3-955 0 0,23 39-598 0 0,-9-29-2643 0 0,-30-75-5242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3.8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26 459 7370 0 0,'-21'-12'559'0'0,"20"12"-524"0"0,1 0 0 0 0,0-1 0 0 0,-1 0 0 0 0,1 1-1 0 0,0-1 1 0 0,-1 1 0 0 0,1-1 0 0 0,0 1 0 0 0,0-1 0 0 0,-1 0-1 0 0,1 1 1 0 0,0-1 0 0 0,0 1 0 0 0,0-1 0 0 0,0 0 0 0 0,0 1 0 0 0,0-1-1 0 0,0 0 1 0 0,0 1 0 0 0,0-1 0 0 0,0-1 0 0 0,1 0 49 0 0,1 0 0 0 0,-1-1-1 0 0,0 1 1 0 0,1 0 0 0 0,0 0 0 0 0,-1 0 0 0 0,1 0 0 0 0,0 0 0 0 0,0 0 0 0 0,0 1 0 0 0,0-1-1 0 0,1 1 1 0 0,-1-1 0 0 0,4-1 0 0 0,15-8 60 0 0,1 1 0 0 0,1 0 0 0 0,40-11 0 0 0,75-10 256 0 0,91 1-399 0 0,16-3 20 0 0,-231 30 10 0 0,0-1 5 0 0,-1 1-1 0 0,1 1 1 0 0,-1 0-1 0 0,1 1 1 0 0,0 1-1 0 0,23 1 1 0 0,-36-1-28 0 0,-1 0 0 0 0,0 0 0 0 0,1 0-1 0 0,-1 0 1 0 0,0 0 0 0 0,0 0 0 0 0,1 0 0 0 0,-1 0 0 0 0,0 0 0 0 0,1 1 0 0 0,-1-1 0 0 0,0 0 0 0 0,1 0 0 0 0,-1 0 0 0 0,0 0 0 0 0,0 0 0 0 0,1 1 0 0 0,-1-1-1 0 0,0 0 1 0 0,0 0 0 0 0,1 0 0 0 0,-1 1 0 0 0,0-1 0 0 0,0 0 0 0 0,0 0 0 0 0,1 1 0 0 0,-1-1 0 0 0,0 0 0 0 0,0 0 0 0 0,0 1 0 0 0,0-1 0 0 0,0 0 0 0 0,0 1-1 0 0,0-1 1 0 0,1 0 0 0 0,-1 1 0 0 0,0-1 0 0 0,0 1 0 0 0,-9 11 425 0 0,-23 10 1041 0 0,28-20-1051 0 0,-32 21 1629 0 0,14-10-1180 0 0,-36 28 0 0 0,52-36-853 0 0,0 1 0 0 0,1-1 0 0 0,-1 1 0 0 0,1 1 0 0 0,0-1 0 0 0,1 1 0 0 0,0-1 0 0 0,0 1 0 0 0,-6 15 0 0 0,9-21-19 0 0,1 0-1 0 0,-1-1 1 0 0,1 1-1 0 0,-1 0 1 0 0,1 0-1 0 0,0 0 1 0 0,-1 0-1 0 0,1 0 1 0 0,0 0 0 0 0,0 0-1 0 0,0 0 1 0 0,0 0-1 0 0,0 0 1 0 0,0 0-1 0 0,0 0 1 0 0,0 0-1 0 0,0 0 1 0 0,0 0-1 0 0,0 0 1 0 0,1 0 0 0 0,-1 0-1 0 0,0 0 1 0 0,1 0-1 0 0,-1 0 1 0 0,2 1-1 0 0,-1-2-6 0 0,0 1 1 0 0,0-1-1 0 0,0 0 0 0 0,0 1 1 0 0,0-1-1 0 0,0 0 0 0 0,0 0 1 0 0,0 0-1 0 0,0 0 0 0 0,0 0 0 0 0,0 0 1 0 0,0 0-1 0 0,1 0 0 0 0,-1 0 1 0 0,0-1-1 0 0,0 1 0 0 0,0 0 1 0 0,1-1-1 0 0,6-2-1 0 0,-1 0 1 0 0,0-1-1 0 0,0 0 1 0 0,0 0 0 0 0,6-5-1 0 0,44-43 109 0 0,45-35 290 0 0,-101 86-338 0 0,1-1-1 0 0,0 1 0 0 0,-1 0 0 0 0,1 0 1 0 0,0 0-1 0 0,0 0 0 0 0,-1 1 1 0 0,1-1-1 0 0,0 0 0 0 0,0 1 0 0 0,0-1 1 0 0,0 1-1 0 0,0 0 0 0 0,0-1 1 0 0,0 1-1 0 0,0 0 0 0 0,0 0 1 0 0,0 0-1 0 0,0 1 0 0 0,0-1 0 0 0,0 0 1 0 0,0 1-1 0 0,0-1 0 0 0,0 1 1 0 0,-1 0-1 0 0,1 0 0 0 0,0 0 1 0 0,0 0-1 0 0,-1 0 0 0 0,1 0 0 0 0,0 0 1 0 0,-1 0-1 0 0,2 2 0 0 0,5 5 183 0 0,-1 1 0 0 0,0 0 0 0 0,0 0 0 0 0,-1 0 0 0 0,5 11 0 0 0,9 12-82 0 0,-11-19-131 0 0,2-1 0 0 0,-1 0-1 0 0,1-1 1 0 0,1 0 0 0 0,0-1 0 0 0,22 14 0 0 0,-27-19-103 0 0,-1-1 1 0 0,1-1 0 0 0,0 1 0 0 0,0-1 0 0 0,0-1-1 0 0,0 1 1 0 0,0-1 0 0 0,1 0 0 0 0,-1-1-1 0 0,1 0 1 0 0,-1 0 0 0 0,1 0 0 0 0,-1-1 0 0 0,1 0-1 0 0,0-1 1 0 0,7-1 0 0 0,-10 0 43 0 0,0 0 0 0 0,1-1 0 0 0,-1 1 0 0 0,0-1 0 0 0,-1 0-1 0 0,1 0 1 0 0,0-1 0 0 0,-1 0 0 0 0,0 1 0 0 0,0-1 0 0 0,0-1 0 0 0,0 1 0 0 0,-1 0 0 0 0,0-1 0 0 0,0 0-1 0 0,0 0 1 0 0,0 0 0 0 0,-1 0 0 0 0,3-9 0 0 0,5-11 13 0 0,-2-1 0 0 0,8-45 0 0 0,-16 67 3 0 0,13-67 524 0 0,-4-1 1 0 0,1-94-1 0 0,-20 238 2140 0 0,10-50-2586 0 0,0 1 0 0 0,2-1 0 0 0,1 0 0 0 0,0 0 0 0 0,2 0 0 0 0,0-1 1 0 0,2 0-1 0 0,11 27 0 0 0,-8-28-2360 0 0,0 0 1 0 0,19 26 0 0 0,-14-26-5100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5:53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15203 0 0,'-4'4'672'0'0,"1"-1"145"0"0,0 2-657 0 0,1-4-160 0 0,2 1 0 0 0,0-1 0 0 0,0 2 784 0 0,0 0 120 0 0,0 3 24 0 0,2 2 8 0 0,2-1-1096 0 0,4 1-216 0 0,4-4-40 0 0,0-4-16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1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 4609 0 0,'-7'-4'9751'0'0,"19"33"-8523"0"0,-1 0 0 0 0,-1 1 0 0 0,8 45 0 0 0,9 102 466 0 0,-21-128-1401 0 0,4 54 10 0 0,-7-63-846 0 0,1 1 0 0 0,3-1 0 0 0,12 47-1 0 0,-12-68-6450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1.9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1 147 5529 0 0,'28'-14'1448'0'0,"24"-13"88"0"0,0 3 0 0 0,2 2-1 0 0,96-26 1 0 0,-130 44-1502 0 0,37-3 0 0 0,-35 6-227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2.3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1 6913 0 0,'-2'2'409'0'0,"-1"-1"-1"0"0,1 1 1 0 0,0-1-1 0 0,0 1 1 0 0,0 0-1 0 0,0 0 1 0 0,0 0-1 0 0,0 0 1 0 0,0 0-1 0 0,1 0 1 0 0,-1 0-1 0 0,1 0 0 0 0,-1 1 1 0 0,1-1-1 0 0,-2 6 1 0 0,1-3-96 0 0,1 1 0 0 0,0-1-1 0 0,0 1 1 0 0,0 0 0 0 0,1-1 0 0 0,0 1 0 0 0,0 7 0 0 0,2 1-102 0 0,0-1-1 0 0,0 0 1 0 0,2 1-1 0 0,-1-1 1 0 0,11 22 0 0 0,-10-28-127 0 0,0 0 1 0 0,0 1 0 0 0,1-2-1 0 0,0 1 1 0 0,0 0 0 0 0,1-1-1 0 0,0 0 1 0 0,0-1 0 0 0,0 1-1 0 0,1-1 1 0 0,0 0 0 0 0,0-1 0 0 0,0 1-1 0 0,0-2 1 0 0,1 1 0 0 0,0-1-1 0 0,-1 0 1 0 0,1 0 0 0 0,0-1-1 0 0,1 0 1 0 0,-1-1 0 0 0,0 1-1 0 0,0-2 1 0 0,1 1 0 0 0,9-2-1 0 0,-5 1 9 0 0,1-1-1 0 0,0-1 0 0 0,0 0 0 0 0,-1-1 0 0 0,1 0 0 0 0,-1-1 0 0 0,0-1 0 0 0,0 0 0 0 0,-1 0 1 0 0,1-2-1 0 0,-1 1 0 0 0,-1-2 0 0 0,1 1 0 0 0,17-17 0 0 0,-26 21-66 0 0,1 0 0 0 0,-1-1 0 0 0,0 1 0 0 0,0-1 0 0 0,0 0 0 0 0,-1 0 0 0 0,1 0 0 0 0,-1 0 0 0 0,0-1 0 0 0,0 1 0 0 0,-1-1 0 0 0,1 1 0 0 0,-1-1 0 0 0,0 1 0 0 0,0-1 0 0 0,0 0-1 0 0,-1 0 1 0 0,0 1 0 0 0,0-1 0 0 0,0 0 0 0 0,0 0 0 0 0,-1 1 0 0 0,0-1 0 0 0,0 0 0 0 0,-2-6 0 0 0,1 5 17 0 0,-1 1 1 0 0,0-1-1 0 0,0 1 0 0 0,0-1 0 0 0,-1 1 0 0 0,0 0 1 0 0,0 1-1 0 0,0-1 0 0 0,0 1 0 0 0,-1 0 0 0 0,0 0 1 0 0,1 0-1 0 0,-2 0 0 0 0,1 1 0 0 0,0 0 0 0 0,-1 0 1 0 0,1 0-1 0 0,-1 1 0 0 0,-8-3 0 0 0,1 2-89 0 0,0 0-1 0 0,-1 1 0 0 0,1 0 1 0 0,-1 1-1 0 0,1 1 1 0 0,-1 0-1 0 0,-22 3 1 0 0,25-1-542 0 0,0 0 0 0 0,1 0 1 0 0,0 2-1 0 0,-1-1 0 0 0,1 1 1 0 0,-10 5-1 0 0,-2 5-6022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3.1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2 10138 0 0,'-1'-1'75'0'0,"0"1"1"0"0,0 0-1 0 0,0 0 0 0 0,0 0 0 0 0,0-1 0 0 0,0 1 1 0 0,0 0-1 0 0,0 0 0 0 0,0 0 0 0 0,0 0 0 0 0,0 1 1 0 0,0-1-1 0 0,0 0 0 0 0,0 0 0 0 0,0 1 0 0 0,1-1 1 0 0,-1 0-1 0 0,0 1 0 0 0,-1 0 0 0 0,1 0 4 0 0,1-1-1 0 0,0 1 0 0 0,-1-1 1 0 0,1 1-1 0 0,0 0 0 0 0,-1-1 1 0 0,1 1-1 0 0,0 0 0 0 0,0-1 1 0 0,0 1-1 0 0,0 0 1 0 0,-1-1-1 0 0,1 1 0 0 0,0 0 1 0 0,0-1-1 0 0,0 1 0 0 0,0 0 1 0 0,1 0-1 0 0,-1-1 1 0 0,0 2-1 0 0,3 6 543 0 0,0 0 1 0 0,0 0-1 0 0,9 14 0 0 0,-2-2-421 0 0,-2 2 178 0 0,0 1 1 0 0,-2 0 0 0 0,-1 1-1 0 0,3 29 1 0 0,0 101-43 0 0,-2-34-6314 0 0,-5-103 707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3.4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1 153 4609 0 0,'0'-5'247'0'0,"0"0"-1"0"0,0 1 1 0 0,0-1 0 0 0,1 0 0 0 0,0 0-1 0 0,0 0 1 0 0,0 0 0 0 0,0 1-1 0 0,1-1 1 0 0,0 0 0 0 0,0 1 0 0 0,0-1-1 0 0,0 1 1 0 0,1 0 0 0 0,0 0-1 0 0,0 0 1 0 0,0 0 0 0 0,0 0 0 0 0,1 1-1 0 0,-1 0 1 0 0,6-4 0 0 0,-3 1 72 0 0,0 1 0 0 0,1 0 1 0 0,0 0-1 0 0,0 0 0 0 0,0 1 0 0 0,0 0 1 0 0,1 1-1 0 0,-1 0 0 0 0,1 0 0 0 0,0 0 1 0 0,0 1-1 0 0,0 0 0 0 0,0 1 1 0 0,0 0-1 0 0,1 0 0 0 0,10 1 0 0 0,-13 0-207 0 0,0 1 1 0 0,0 0-1 0 0,0 0 0 0 0,0 1 0 0 0,0 0 0 0 0,0 0 0 0 0,-1 0 1 0 0,1 1-1 0 0,0 0 0 0 0,-1 0 0 0 0,0 0 0 0 0,0 1 0 0 0,0 0 0 0 0,0 0 1 0 0,-1 0-1 0 0,1 0 0 0 0,-1 1 0 0 0,0 0 0 0 0,0 0 0 0 0,-1 0 1 0 0,0 0-1 0 0,5 9 0 0 0,-3-2-22 0 0,0 0-1 0 0,-1 0 1 0 0,0 1 0 0 0,-1 0-1 0 0,0 0 1 0 0,-1 0 0 0 0,0 0 0 0 0,-1 0-1 0 0,-1 0 1 0 0,0 1 0 0 0,-1-1-1 0 0,-5 26 1 0 0,2-19-113 0 0,-1 0 0 0 0,-1 0 0 0 0,-1-1 0 0 0,0 0 1 0 0,-2 0-1 0 0,0-1 0 0 0,-20 29 0 0 0,17-33-3878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3.5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 6449 0 0,'2'-2'139'0'0,"1"1"0"0"0,0 0-1 0 0,0 0 1 0 0,0 0 0 0 0,0 0-1 0 0,1 1 1 0 0,-1-1 0 0 0,0 1-1 0 0,0 0 1 0 0,0 0 0 0 0,0 0-1 0 0,1 0 1 0 0,-1 0 0 0 0,0 1-1 0 0,0 0 1 0 0,3 0 0 0 0,-2 1 209 0 0,1 0 0 0 0,-1 1 1 0 0,0-1-1 0 0,0 1 0 0 0,0-1 1 0 0,-1 1-1 0 0,1 1 1 0 0,-1-1-1 0 0,0 0 0 0 0,4 5 1 0 0,-1 0 157 0 0,-1-1 0 0 0,-1 1 1 0 0,1-1-1 0 0,-1 1 1 0 0,0 0-1 0 0,-1 1 0 0 0,0-1 1 0 0,-1 1-1 0 0,1-1 0 0 0,1 14 1 0 0,0 35 118 0 0,-3 0-3416 0 0,-1-33 79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3.7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14 10138 0 0,'-1'0'167'0'0,"1"0"-1"0"0,-1-1 1 0 0,0 1-1 0 0,1-1 1 0 0,-1 1-1 0 0,1-1 1 0 0,-1 1 0 0 0,1-1-1 0 0,-1 0 1 0 0,1 1-1 0 0,-1-1 1 0 0,1 1-1 0 0,0-1 1 0 0,-1 0-1 0 0,1 0 1 0 0,0 1-1 0 0,-1-1 1 0 0,1 0-1 0 0,0 1 1 0 0,0-1 0 0 0,0-1-1 0 0,13 3 187 0 0,22 15-1727 0 0,-10-1 1337 0 0,-12-8-16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4.1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245 3 3225 0 0,'-1'0'105'0'0,"0"-1"-1"0"0,-1 1 1 0 0,1-1 0 0 0,0 1 0 0 0,0 0 0 0 0,0 0 0 0 0,0-1-1 0 0,-1 1 1 0 0,1 0 0 0 0,0 0 0 0 0,0 0 0 0 0,0 0 0 0 0,-1 1 0 0 0,1-1-1 0 0,0 0 1 0 0,0 0 0 0 0,0 1 0 0 0,0-1 0 0 0,-2 1 0 0 0,-28 12 1460 0 0,23-9-1270 0 0,-7 3 121 0 0,1 0 0 0 0,0 1 0 0 0,1 0 0 0 0,0 1 0 0 0,0 1-1 0 0,1 0 1 0 0,0 1 0 0 0,1 0 0 0 0,0 1 0 0 0,1 0 0 0 0,0 1 0 0 0,1 0 0 0 0,-9 15 0 0 0,18-27-414 0 0,-1 0 0 0 0,0 0 0 0 0,1 0 0 0 0,-1 0-1 0 0,1 0 1 0 0,-1 0 0 0 0,1 0 0 0 0,0 0 0 0 0,-1 0-1 0 0,1 0 1 0 0,0 0 0 0 0,-1 0 0 0 0,1 0 0 0 0,0 0 0 0 0,0 0-1 0 0,0 0 1 0 0,0 0 0 0 0,0 0 0 0 0,0 0 0 0 0,1 0-1 0 0,-1 0 1 0 0,0 0 0 0 0,0 0 0 0 0,2 2 0 0 0,-1-2-7 0 0,0-1 0 0 0,0 1 0 0 0,0-1 0 0 0,0 0 0 0 0,0 1 0 0 0,0-1 0 0 0,0 0 0 0 0,0 0 0 0 0,0 0 0 0 0,0 0 0 0 0,0 0 0 0 0,0 0 1 0 0,0 0-1 0 0,0 0 0 0 0,0 0 0 0 0,0 0 0 0 0,0 0 0 0 0,0-1 0 0 0,2 0 0 0 0,7-2-46 0 0,0-1-1 0 0,-1 0 1 0 0,16-10 0 0 0,9-8 261 0 0,-20 11 39 0 0,1 1 0 0 0,1 1 0 0 0,29-13 1 0 0,-44 21-221 0 0,0 1 1 0 0,0 0-1 0 0,0-1 1 0 0,0 1-1 0 0,0 0 1 0 0,0 0-1 0 0,-1 0 1 0 0,1-1-1 0 0,0 1 1 0 0,0 0-1 0 0,0 0 1 0 0,0 1-1 0 0,0-1 1 0 0,0 0-1 0 0,0 0 1 0 0,0 0-1 0 0,0 0 1 0 0,-1 1 0 0 0,1-1-1 0 0,0 0 1 0 0,0 1-1 0 0,0-1 1 0 0,-1 1-1 0 0,1-1 1 0 0,0 1-1 0 0,0 0 1 0 0,-1-1-1 0 0,1 1 1 0 0,0 0-1 0 0,1 2 48 0 0,-1-1 1 0 0,0 1-1 0 0,1-1 0 0 0,-1 1 0 0 0,0-1 0 0 0,-1 1 0 0 0,1 0 0 0 0,0-1 1 0 0,-1 1-1 0 0,1 3 0 0 0,-1 6 340 0 0,0 1 0 0 0,0 0 0 0 0,-3 15 0 0 0,1-12-159 0 0,-1-1 0 0 0,-1 1 0 0 0,0-1-1 0 0,-1 0 1 0 0,-1-1 0 0 0,-13 26 0 0 0,15-34-383 0 0,0 1-1 0 0,0-1 0 0 0,-1 0 1 0 0,0 0-1 0 0,0 0 1 0 0,-1-1-1 0 0,0 0 0 0 0,1 0 1 0 0,-2 0-1 0 0,1 0 1 0 0,-1-1-1 0 0,1-1 0 0 0,-1 1 1 0 0,0-1-1 0 0,-13 5 1 0 0,10-7-1761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4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4 6449 0 0,'0'0'586'0'0,"-23"14"3447"0"0,-8 7-1318 0 0,30-20-2640 0 0,-1-1 1 0 0,1 1-1 0 0,0 0 0 0 0,0 0 0 0 0,0 0 1 0 0,0 0-1 0 0,0 0 0 0 0,0 0 0 0 0,0 0 0 0 0,0 1 1 0 0,1-1-1 0 0,-1 0 0 0 0,0 0 0 0 0,1 1 1 0 0,-1-1-1 0 0,1 0 0 0 0,-1 1 0 0 0,1-1 1 0 0,0 0-1 0 0,-1 1 0 0 0,1-1 0 0 0,0 1 0 0 0,0 2 1 0 0,1-3 57 0 0,0 0 0 0 0,0 0 1 0 0,0-1-1 0 0,0 1 1 0 0,0 0-1 0 0,0 0 0 0 0,0 0 1 0 0,0-1-1 0 0,1 1 1 0 0,-1 0-1 0 0,0-1 0 0 0,0 1 1 0 0,1-1-1 0 0,-1 0 1 0 0,0 1-1 0 0,1-1 1 0 0,-1 0-1 0 0,0 0 0 0 0,2 0 1 0 0,-3 0-103 0 0,1 0 0 0 0,0 1 1 0 0,-1-1-1 0 0,1 0 0 0 0,-1 0 1 0 0,1 0-1 0 0,-1 0 0 0 0,1 0 1 0 0,0 0-1 0 0,-1 0 0 0 0,1 0 1 0 0,-1-1-1 0 0,1 1 0 0 0,-1 0 1 0 0,1 0-1 0 0,-1 0 0 0 0,1-1 1 0 0,-1 1-1 0 0,1 0 0 0 0,-1-1 1 0 0,1 1-1 0 0,-1 0 0 0 0,1-1 1 0 0,-1 1-1 0 0,1 0 0 0 0,-1-1 1 0 0,0 1-1 0 0,1-1 0 0 0,-1 1 1 0 0,0-1-1 0 0,1 1 0 0 0,-1-1 1 0 0,0 1-1 0 0,0-1 1 0 0,0 1-1 0 0,1-1 0 0 0,-1 1 1 0 0,0-1-1 0 0,0 0 0 0 0,0 1 1 0 0,0-1-1 0 0,0 1 0 0 0,0-1 1 0 0,0 1-1 0 0,0-1 0 0 0,0 0 1 0 0,0 1-1 0 0,0-1 0 0 0,-1 1 1 0 0,1-2-1 0 0,-1-1 33 0 0,-9-29 40 0 0,9 31-14 0 0,1-1 0 0 0,-1 1-1 0 0,1-1 1 0 0,0 1 0 0 0,-1-1-1 0 0,1 0 1 0 0,0 1 0 0 0,0-1-1 0 0,0 1 1 0 0,0-1 0 0 0,0 0-1 0 0,1 1 1 0 0,-1-1 0 0 0,0 1-1 0 0,2-4 1 0 0,9 36 577 0 0,3 36-429 0 0,8 106-1 0 0,-20-149-232 0 0,-1-20-264 0 0,0 0 0 0 0,-1 0 0 0 0,0 0 0 0 0,0 0 0 0 0,0 0 1 0 0,0 0-1 0 0,-1-1 0 0 0,0 1 0 0 0,0 0 0 0 0,0 0 0 0 0,0 0 0 0 0,0-1 0 0 0,-1 1 0 0 0,1-1 1 0 0,-5 7-1 0 0,0-5 168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4.7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6 6913 0 0,'-3'-6'8929'0'0,"4"11"-8690"0"0,0 2-659 0 0,0 0 1 0 0,0 0 0 0 0,1 0 0 0 0,0 0-1 0 0,1 0 1 0 0,-1 0 0 0 0,1-1-1 0 0,1 1 1 0 0,5 8 0 0 0,-3-6 382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4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9674 0 0,'5'-6'634'0'0,"7"-12"-282"0"0,-1 12 3504 0 0,-11 7-3619 0 0,1-1-1 0 0,0 1 0 0 0,-1 0 1 0 0,1-1-1 0 0,0 1 0 0 0,-1 0 0 0 0,1 0 1 0 0,-1-1-1 0 0,1 1 0 0 0,-1 0 1 0 0,1 0-1 0 0,-1 0 0 0 0,0 0 0 0 0,1 0 1 0 0,-1 0-1 0 0,0 0 0 0 0,0 0 1 0 0,0 0-1 0 0,0 0 0 0 0,0 0 0 0 0,0 0 1 0 0,0 1-1 0 0,0 26 1027 0 0,0-1-936 0 0,2 0 1 0 0,0 0-1 0 0,2 1 1 0 0,7 27-1 0 0,35 108-948 0 0,-32-118 36 0 0,-6-19-4671 0 0,2-2-1787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5.6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0 309 3225 0 0,'13'-7'667'0'0,"0"1"-1"0"0,0 0 1 0 0,1 1 0 0 0,-1 1 0 0 0,22-5 0 0 0,-6 2 409 0 0,165-34 2558 0 0,3 20-8959 0 0,-190 21 5157 0 0,-1-1 0 0 0,1 2 0 0 0,0-1 0 0 0,-1 1 0 0 0,9 1 0 0 0,-53 25 5871 0 0,0-4-3901 0 0,20-13-1535 0 0,0 1 0 0 0,1 1 0 0 0,0 0 0 0 0,-16 15 0 0 0,23-10-282 0 0,10-17 15 0 0,0 0-1 0 0,0 1 1 0 0,0-1-1 0 0,0 0 0 0 0,0 0 1 0 0,0 1-1 0 0,0-1 1 0 0,0 0-1 0 0,0 0 1 0 0,1 1-1 0 0,-1-1 0 0 0,0 0 1 0 0,0 0-1 0 0,0 0 1 0 0,0 1-1 0 0,1-1 1 0 0,-1 0-1 0 0,0 0 0 0 0,0 0 1 0 0,0 1-1 0 0,1-1 1 0 0,-1 0-1 0 0,0 0 1 0 0,0 0-1 0 0,1 0 0 0 0,-1 0 1 0 0,0 0-1 0 0,1 0 1 0 0,-1 1-1 0 0,0-1 0 0 0,0 0 1 0 0,1 0-1 0 0,-1 0 1 0 0,0 0-1 0 0,1 0 1 0 0,2 0 46 0 0,0-1 0 0 0,-1 1 0 0 0,1 0 0 0 0,0-1 0 0 0,0 1 0 0 0,0-1 1 0 0,-1 0-1 0 0,1 0 0 0 0,0 0 0 0 0,3-2 0 0 0,5-5 74 0 0,0 0 1 0 0,20-18-1 0 0,-23 18-325 0 0,1 0 0 0 0,1 0 0 0 0,0 1 0 0 0,12-7 0 0 0,-20 13 210 0 0,-1 0 0 0 0,0 1 1 0 0,0-1-1 0 0,1 0 0 0 0,-1 1 0 0 0,0 0 1 0 0,1-1-1 0 0,-1 1 0 0 0,1 0 0 0 0,-1 0 0 0 0,0 0 1 0 0,1 0-1 0 0,-1 0 0 0 0,1 0 0 0 0,-1 0 1 0 0,1 0-1 0 0,-1 0 0 0 0,0 1 0 0 0,1-1 0 0 0,-1 1 1 0 0,0-1-1 0 0,1 1 0 0 0,-1-1 0 0 0,0 1 1 0 0,0 0-1 0 0,0 0 0 0 0,1 0 0 0 0,-1-1 0 0 0,0 1 1 0 0,0 0-1 0 0,1 2 0 0 0,2 3 271 0 0,0 0 0 0 0,0 0 0 0 0,0 0 0 0 0,-1 0 0 0 0,3 9 0 0 0,9 15 646 0 0,-14-30-927 0 0,-1 1 0 0 0,0-1 0 0 0,0 0 1 0 0,1 1-1 0 0,-1-1 0 0 0,0 0 1 0 0,1 0-1 0 0,-1 0 0 0 0,0 1 0 0 0,1-1 1 0 0,-1 0-1 0 0,0 0 0 0 0,1 0 0 0 0,-1 0 1 0 0,0 1-1 0 0,1-1 0 0 0,-1 0 0 0 0,0 0 1 0 0,1 0-1 0 0,-1 0 0 0 0,1 0 1 0 0,-1 0-1 0 0,0 0 0 0 0,1 0 0 0 0,-1 0 1 0 0,0 0-1 0 0,1 0 0 0 0,-1-1 0 0 0,0 1 1 0 0,1 0-1 0 0,-1 0 0 0 0,1 0 1 0 0,-1 0-1 0 0,1-1 0 0 0,12-12-1115 0 0,7-21-2097 0 0,-20 34 3067 0 0,55-135-8225 0 0,-24 43 10566 0 0,-10 28 4917 0 0,-25 95-266 0 0,9 6-4409 0 0,17 40-2750 0 0,-15-55 905 0 0,67 281-1650 0 0,-68-278-6726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6:15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0 14747 0 0,'-3'6'648'0'0,"0"-3"144"0"0,0 0-632 0 0,1 0-160 0 0,1 0 0 0 0,-1-1 0 0 0,2-1 201 0 0,-1 1 15 0 0,-2 2 0 0 0,3-1 0 0 0,6-3-216 0 0,4-7 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0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680 27 11979 0 0,'0'0'39'0'0,"0"0"0"0"0,0-1 0 0 0,0 1 0 0 0,1 0 0 0 0,-1 0 0 0 0,0 0 0 0 0,0-1 0 0 0,0 1 0 0 0,0 0 1 0 0,0 0-1 0 0,0-1 0 0 0,1 1 0 0 0,-1 0 0 0 0,0 0 0 0 0,0-1 0 0 0,0 1 0 0 0,0 0 0 0 0,0 0 1 0 0,0-1-1 0 0,0 1 0 0 0,0 0 0 0 0,0 0 0 0 0,0-1 0 0 0,0 1 0 0 0,0 0 0 0 0,0 0 0 0 0,0-1 0 0 0,-1 1 1 0 0,1 0-1 0 0,0 0 0 0 0,0 0 0 0 0,0-1 0 0 0,0 1 0 0 0,0 0 0 0 0,0 0 0 0 0,-1 0 0 0 0,1-1 0 0 0,0 1 1 0 0,0 0-1 0 0,-14-8 570 0 0,-14 0 368 0 0,18 7-658 0 0,1 1 0 0 0,-1 0 0 0 0,0 1 1 0 0,1 0-1 0 0,-1 0 0 0 0,1 1 0 0 0,0 0 1 0 0,-1 1-1 0 0,-9 4 0 0 0,-82 40 1044 0 0,77-35-1067 0 0,-26 15 146 0 0,2 1-1 0 0,-53 41 0 0 0,74-47-364 0 0,0 0 0 0 0,2 2-1 0 0,1 1 1 0 0,-37 47-1 0 0,56-64-74 0 0,-1-1-1 0 0,1 2 0 0 0,1-1 0 0 0,0 0 0 0 0,0 1 1 0 0,0 0-1 0 0,1 0 0 0 0,1 0 0 0 0,-1 0 0 0 0,1 1 1 0 0,1-1-1 0 0,-1 13 0 0 0,2-16-2 0 0,1 1 0 0 0,0-1 0 0 0,0 0 1 0 0,0 1-1 0 0,1-1 0 0 0,0 0 0 0 0,0 0 0 0 0,0 0 1 0 0,1 0-1 0 0,0 0 0 0 0,0 0 0 0 0,1-1 0 0 0,-1 0 0 0 0,1 1 1 0 0,0-1-1 0 0,1-1 0 0 0,-1 1 0 0 0,10 7 0 0 0,2 0-81 0 0,1 0-1 0 0,1-2 1 0 0,-1 0-1 0 0,36 14 0 0 0,82 22-316 0 0,-85-30 340 0 0,59 16-58 0 0,-63-21 100 0 0,-1 3-1 0 0,0 1 1 0 0,-1 3 0 0 0,52 28-1 0 0,-93-45 39 0 0,1 1-1 0 0,-1 0 1 0 0,1 1-1 0 0,-1-1 0 0 0,0 1 1 0 0,0-1-1 0 0,0 1 1 0 0,0 0-1 0 0,0 0 0 0 0,-1 0 1 0 0,1 1-1 0 0,-1-1 1 0 0,0 0-1 0 0,0 1 0 0 0,0 0 1 0 0,0-1-1 0 0,-1 1 1 0 0,0 0-1 0 0,1 0 0 0 0,-1 0 1 0 0,-1 0-1 0 0,1 0 1 0 0,-1 0-1 0 0,1 0 0 0 0,-1 0 1 0 0,0 0-1 0 0,-1 0 1 0 0,1 0-1 0 0,-1 0 1 0 0,1 0-1 0 0,-1 0 0 0 0,0 0 1 0 0,-1 0-1 0 0,1 0 1 0 0,-1-1-1 0 0,0 1 0 0 0,0 0 1 0 0,0-1-1 0 0,-3 4 1 0 0,-7 13 138 0 0,-2-1 0 0 0,-1-1-1 0 0,0 0 1 0 0,-1-1 0 0 0,-1-1 0 0 0,0-1 0 0 0,-25 18 0 0 0,11-12-112 0 0,-1-1-1 0 0,0-2 1 0 0,-63 26-1 0 0,6-14-1805 0 0,48-19-5813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1.3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0 433 14283 0 0,'15'-4'267'0'0,"0"-1"0"0"0,0 0 0 0 0,0-2-1 0 0,-1 1 1 0 0,0-2 0 0 0,-1 0 0 0 0,0 0 0 0 0,0-2 0 0 0,21-18 0 0 0,-9 4-92 0 0,-1-2 0 0 0,-1-1 0 0 0,24-36 0 0 0,-38 50-76 0 0,0 0 1 0 0,-2-1-1 0 0,1 0 0 0 0,8-26 1 0 0,-14 36-87 0 0,-1 0 0 0 0,0 0-1 0 0,0-1 1 0 0,0 1 0 0 0,0-1 0 0 0,-1 1 0 0 0,1 0 0 0 0,-1-1 0 0 0,0 1 0 0 0,-1-1-1 0 0,1 1 1 0 0,-1-1 0 0 0,0 1 0 0 0,0 0 0 0 0,0-1 0 0 0,-1 1 0 0 0,0 0-1 0 0,1 0 1 0 0,-1 0 0 0 0,-1 0 0 0 0,-2-4 0 0 0,5 8 11 0 0,-1-1 0 0 0,1 0-1 0 0,-1 0 1 0 0,1 0 0 0 0,-1 1 0 0 0,0-1 0 0 0,1 0 0 0 0,-1 1-1 0 0,0-1 1 0 0,1 0 0 0 0,-1 1 0 0 0,0-1 0 0 0,0 1 0 0 0,0 0-1 0 0,0-1 1 0 0,1 1 0 0 0,-1-1 0 0 0,0 1 0 0 0,0 0 0 0 0,0 0-1 0 0,0 0 1 0 0,0-1 0 0 0,0 1 0 0 0,0 0 0 0 0,0 0 0 0 0,-1 1 0 0 0,0-1 7 0 0,1 1 0 0 0,0 0 1 0 0,0 0-1 0 0,0-1 1 0 0,0 1-1 0 0,0 0 1 0 0,0 0-1 0 0,0 0 1 0 0,0 0-1 0 0,0 1 1 0 0,0-1-1 0 0,0 0 1 0 0,1 0-1 0 0,-1 0 1 0 0,0 3-1 0 0,-2 4-7 0 0,0 0-1 0 0,0 1 0 0 0,1-1 1 0 0,-1 12-1 0 0,1-8-48 0 0,2-1 1 0 0,-1 1-1 0 0,2-1 0 0 0,-1 1 0 0 0,1-1 0 0 0,1 1 1 0 0,0-1-1 0 0,1 0 0 0 0,0 1 0 0 0,9 18 0 0 0,-9-23 31 0 0,1-1 0 0 0,0 1 1 0 0,0-1-1 0 0,1 1 0 0 0,0-1 0 0 0,0 0 0 0 0,0-1 0 0 0,1 1 0 0 0,0-1 0 0 0,0 0 0 0 0,0-1 0 0 0,1 1 0 0 0,-1-1 1 0 0,1-1-1 0 0,0 1 0 0 0,14 4 0 0 0,-12-5-4 0 0,1 0 0 0 0,0-1 0 0 0,0 0 0 0 0,0-1 0 0 0,0 1 0 0 0,0-2 0 0 0,0 0 0 0 0,0 0 1 0 0,15-3-1 0 0,-18 2-25 0 0,0-1 0 0 0,0 0 0 0 0,0 0 0 0 0,-1-1 0 0 0,1 0 0 0 0,-1 0 0 0 0,0 0 0 0 0,0-1 1 0 0,0 0-1 0 0,0 0 0 0 0,-1-1 0 0 0,1 1 0 0 0,-1-1 0 0 0,5-7 0 0 0,35-51 508 0 0,-31 41 406 0 0,23-27 0 0 0,-32 43-759 0 0,1 0 0 0 0,0 0 0 0 0,1 1-1 0 0,-1-1 1 0 0,1 2 0 0 0,0-1 0 0 0,0 1 0 0 0,10-5 0 0 0,-15 8-104 0 0,0 1 1 0 0,-1-1-1 0 0,1 1 0 0 0,0-1 0 0 0,-1 1 0 0 0,1 0 1 0 0,0 0-1 0 0,0 0 0 0 0,-1 0 0 0 0,1 0 1 0 0,0 0-1 0 0,0 0 0 0 0,-1 1 0 0 0,1-1 0 0 0,0 0 1 0 0,-1 1-1 0 0,1 0 0 0 0,-1-1 0 0 0,1 1 1 0 0,0 0-1 0 0,-1 0 0 0 0,1 0 0 0 0,-1 0 0 0 0,0 0 1 0 0,1 0-1 0 0,-1 0 0 0 0,1 2 0 0 0,5 5 91 0 0,0 0-1 0 0,-1 0 0 0 0,9 16 0 0 0,8 10-173 0 0,-13-23 59 0 0,0-1 1 0 0,22 16-1 0 0,-28-23 4 0 0,-1-1 0 0 0,1 1 0 0 0,0-1 1 0 0,-1 0-1 0 0,1 0 0 0 0,0-1 0 0 0,1 1 1 0 0,-1-1-1 0 0,0 0 0 0 0,0 0 0 0 0,0 0 1 0 0,1 0-1 0 0,-1-1 0 0 0,5 0 0 0 0,-6-1-30 0 0,0 1 0 0 0,-1-1 0 0 0,1 0-1 0 0,-1 0 1 0 0,0-1 0 0 0,1 1-1 0 0,-1 0 1 0 0,0-1 0 0 0,0 0 0 0 0,0 1-1 0 0,0-1 1 0 0,0 0 0 0 0,0 0-1 0 0,2-3 1 0 0,25-37 24 0 0,-19 27 108 0 0,32-39-196 0 0,-39 51 107 0 0,0 0 0 0 0,-1 0-1 0 0,1 1 1 0 0,0-1 0 0 0,1 1-1 0 0,-1 0 1 0 0,0 0 0 0 0,1 0-1 0 0,-1 0 1 0 0,1 1 0 0 0,-1-1-1 0 0,1 1 1 0 0,0 0 0 0 0,-1 0-1 0 0,7-1 1 0 0,-8 3-40 0 0,1-1 0 0 0,0 1 0 0 0,-1 0-1 0 0,1 0 1 0 0,-1 0 0 0 0,1 0 0 0 0,-1 0 0 0 0,1 0 0 0 0,-1 1-1 0 0,0-1 1 0 0,0 1 0 0 0,0-1 0 0 0,0 1 0 0 0,3 3 0 0 0,29 34 389 0 0,-25-27-369 0 0,18 24-315 0 0,1 2-293 0 0,-5-15-5569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1.6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101 232 1376 0 0,'17'-35'416'0'0,"0"4"5135"0"0,17-48 0 0 0,-21 30-3235 0 0,-13 48-2165 0 0,0 0 0 0 0,1-1 0 0 0,-1 1 0 0 0,0-1 0 0 0,0 1 0 0 0,1 0 0 0 0,-1-1 0 0 0,0 1 0 0 0,-1 0 0 0 0,1-1 0 0 0,0 1 0 0 0,0-1 0 0 0,-1 1 0 0 0,1 0 0 0 0,0-1 0 0 0,-1 1 0 0 0,1 0 0 0 0,-1-1 0 0 0,0 1 0 0 0,1 0 0 0 0,-1 0 0 0 0,0 0 0 0 0,0 0 1 0 0,-1-2-1 0 0,0 3-19 0 0,1-1 0 0 0,-1 1 0 0 0,1-1 0 0 0,-1 1 0 0 0,1-1 0 0 0,-1 1 0 0 0,0 0 0 0 0,1 0 0 0 0,-1 0 0 0 0,1 0 0 0 0,-1 0 0 0 0,0 0 0 0 0,1 1 1 0 0,-1-1-1 0 0,1 0 0 0 0,-1 1 0 0 0,-2 0 0 0 0,-5 3 135 0 0,0 0-1 0 0,0 1 1 0 0,0 0 0 0 0,0 0 0 0 0,-11 11 0 0 0,12-10-227 0 0,1 1 1 0 0,-1 0 0 0 0,2 1 0 0 0,-1-1-1 0 0,1 1 1 0 0,0 1 0 0 0,1-1 0 0 0,0 1 0 0 0,-8 18-1 0 0,12-23-30 0 0,0 0 0 0 0,0 0 0 0 0,0 0-1 0 0,0 0 1 0 0,0 0 0 0 0,1 0 0 0 0,0 0 0 0 0,0 0-1 0 0,0 0 1 0 0,0 0 0 0 0,1 0 0 0 0,-1 0-1 0 0,1 0 1 0 0,0 0 0 0 0,0 0 0 0 0,1 0 0 0 0,-1 0-1 0 0,1-1 1 0 0,0 1 0 0 0,0-1 0 0 0,0 1-1 0 0,0-1 1 0 0,1 0 0 0 0,-1 1 0 0 0,1-1-1 0 0,0 0 1 0 0,4 3 0 0 0,50 31-140 0 0,-49-33 103 0 0,0 0-1 0 0,1 1 0 0 0,-2 0 1 0 0,1 0-1 0 0,0 1 0 0 0,-1 0 1 0 0,0 1-1 0 0,-1-1 0 0 0,1 1 1 0 0,-1 1-1 0 0,5 7 1 0 0,-10-13 25 0 0,-1 0 0 0 0,1-1 0 0 0,0 1 0 0 0,-1 0 1 0 0,0 0-1 0 0,1 0 0 0 0,-1 0 0 0 0,0 0 0 0 0,0 0 1 0 0,0 0-1 0 0,0 0 0 0 0,0 0 0 0 0,-1 0 0 0 0,1 0 1 0 0,0 0-1 0 0,-1-1 0 0 0,0 1 0 0 0,1 0 0 0 0,-1 0 1 0 0,0 0-1 0 0,0-1 0 0 0,0 1 0 0 0,0 0 0 0 0,0-1 0 0 0,0 1 1 0 0,-1-1-1 0 0,1 1 0 0 0,0-1 0 0 0,-1 0 0 0 0,1 1 1 0 0,-4 1-1 0 0,-4 3-475 0 0,1-1 0 0 0,-1 1 0 0 0,-1-1 0 0 0,-14 5-1 0 0,5-3-6987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1.9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137 55 920 0 0,'0'0'181'0'0,"0"-1"1"0"0,1 1-1 0 0,-1 0 0 0 0,1-1 0 0 0,-1 1 1 0 0,0-1-1 0 0,1 1 0 0 0,-1-1 0 0 0,0 1 0 0 0,0-1 1 0 0,1 0-1 0 0,-1 1 0 0 0,0-1 0 0 0,0 1 1 0 0,0-1-1 0 0,0 1 0 0 0,0-1 0 0 0,0 0 0 0 0,0 1 1 0 0,0-1-1 0 0,0 1 0 0 0,0-1 0 0 0,0 1 1 0 0,0-1-1 0 0,0 0 0 0 0,0 1 0 0 0,0-1 0 0 0,-1 1 1 0 0,1-1-1 0 0,0 1 0 0 0,-1-1 0 0 0,0 0 201 0 0,0 0-1 0 0,0 1 1 0 0,0-1 0 0 0,0 1-1 0 0,0 0 1 0 0,0-1-1 0 0,0 1 1 0 0,0 0-1 0 0,-1-1 1 0 0,1 1 0 0 0,0 0-1 0 0,0 0 1 0 0,0 0-1 0 0,-2 0 1 0 0,-4 1 652 0 0,1 0 1 0 0,-1 0 0 0 0,0 0-1 0 0,1 1 1 0 0,-7 3 0 0 0,8-3-879 0 0,-1 1 0 0 0,2 1 1 0 0,-1-1-1 0 0,0 1 0 0 0,1 0 1 0 0,-1 0-1 0 0,1 0 0 0 0,0 0 1 0 0,1 1-1 0 0,-1 0 0 0 0,1 0 1 0 0,0 0-1 0 0,0 0 0 0 0,0 0 1 0 0,1 0-1 0 0,0 1 0 0 0,0-1 1 0 0,0 1-1 0 0,1 0 1 0 0,-1 0-1 0 0,1-1 0 0 0,1 1 1 0 0,-1 10-1 0 0,1-10-165 0 0,0 1 1 0 0,0 0-1 0 0,1-1 0 0 0,-1 1 1 0 0,1 0-1 0 0,1-1 0 0 0,-1 1 1 0 0,1-1-1 0 0,1 0 0 0 0,-1 1 0 0 0,1-1 1 0 0,0 0-1 0 0,0-1 0 0 0,1 1 1 0 0,0 0-1 0 0,0-1 0 0 0,0 0 1 0 0,0 0-1 0 0,1 0 0 0 0,8 7 1 0 0,-5-7 25 0 0,1-1 0 0 0,-1 0 1 0 0,1 0-1 0 0,0 0 0 0 0,0-1 1 0 0,0-1-1 0 0,0 0 0 0 0,0 0 1 0 0,0 0-1 0 0,1-1 0 0 0,15 0 1 0 0,-18-1-6 0 0,0-1 0 0 0,1 1 1 0 0,-1-1-1 0 0,0-1 0 0 0,0 1 0 0 0,0-1 0 0 0,-1 0 1 0 0,1-1-1 0 0,0 1 0 0 0,-1-2 0 0 0,1 1 1 0 0,-1 0-1 0 0,0-1 0 0 0,0 0 0 0 0,-1-1 1 0 0,7-5-1 0 0,-10 8-12 0 0,0-1 1 0 0,0 0-1 0 0,0 0 0 0 0,0 0 1 0 0,0 0-1 0 0,0 0 0 0 0,-1 0 1 0 0,1 0-1 0 0,-1 0 0 0 0,0 0 1 0 0,0-1-1 0 0,0 1 1 0 0,-1-1-1 0 0,1 1 0 0 0,-1 0 1 0 0,0-8-1 0 0,0 5 1 0 0,-1 0-1 0 0,-1 0 1 0 0,1-1 0 0 0,-1 1-1 0 0,0 0 1 0 0,0 0 0 0 0,-1 0-1 0 0,-4-9 1 0 0,-3 0-11 0 0,0 1 0 0 0,-1 0-1 0 0,-1 0 1 0 0,0 1 0 0 0,-23-20-1 0 0,19 20-801 0 0,-1 1 0 0 0,-20-11 0 0 0,17 12-6472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2.2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5985 0 0,'5'-1'131'0'0,"0"0"0"0"0,0 0 0 0 0,0 1 0 0 0,0 0 0 0 0,-1 0 0 0 0,1 0 0 0 0,0 1 0 0 0,0-1 0 0 0,0 1 0 0 0,0 0 0 0 0,5 2-1 0 0,0 2 579 0 0,0 0-1 0 0,0 1 1 0 0,16 11-1 0 0,-9-4 123 0 0,-1 1 0 0 0,0 0 0 0 0,-1 1 0 0 0,-1 0 0 0 0,21 31 0 0 0,5 12 3988 0 0,-54-79-2180 0 0,6 11-2386 0 0,1 0 0 0 0,0-1 0 0 0,1 0 0 0 0,0 0 0 0 0,1 0 0 0 0,-4-13 0 0 0,7 15-379 0 0,0 0 1 0 0,1 1-1 0 0,0-1 0 0 0,0 0 0 0 0,1 0 0 0 0,0 0 0 0 0,1 0 1 0 0,0 0-1 0 0,0 1 0 0 0,1-1 0 0 0,0 0 0 0 0,0 1 0 0 0,1-1 1 0 0,0 1-1 0 0,1 0 0 0 0,5-10 0 0 0,12-15-7969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2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207 1 8290 0 0,'-8'5'259'0'0,"-1"0"-1"0"0,1 1 1 0 0,0 1 0 0 0,0-1 0 0 0,1 1 0 0 0,-9 10 0 0 0,-35 49 1163 0 0,45-58-1180 0 0,1-1 1 0 0,0 1-1 0 0,1 0 1 0 0,0 0-1 0 0,0 0 1 0 0,1 0 0 0 0,0 1-1 0 0,0 0 1 0 0,-1 9-1 0 0,3-14-146 0 0,1 0 0 0 0,0 0 0 0 0,0 0 0 0 0,0 0 0 0 0,1 0-1 0 0,-1-1 1 0 0,1 1 0 0 0,0 0 0 0 0,0 0 0 0 0,0-1 0 0 0,1 1 0 0 0,-1 0 0 0 0,1-1-1 0 0,0 1 1 0 0,0-1 0 0 0,0 0 0 0 0,0 0 0 0 0,1 0 0 0 0,-1 0 0 0 0,1 0 0 0 0,0 0-1 0 0,0-1 1 0 0,5 5 0 0 0,48 28 632 0 0,-35-23-301 0 0,37 28-1 0 0,-54-37-383 0 0,1 1-1 0 0,-1 1 1 0 0,0-1 0 0 0,0 0 0 0 0,0 1-1 0 0,-1 0 1 0 0,1 0 0 0 0,-1 0 0 0 0,0 0-1 0 0,-1 0 1 0 0,1 1 0 0 0,2 9 0 0 0,-4-11 1 0 0,-1 0 0 0 0,1 0 0 0 0,-1 0 0 0 0,0 0 0 0 0,0-1 0 0 0,0 1 0 0 0,0 0 0 0 0,-1 0-1 0 0,1 0 1 0 0,-1 0 0 0 0,0-1 0 0 0,-1 1 0 0 0,1 0 0 0 0,-3 4 0 0 0,1-2 105 0 0,-1 1 0 0 0,0-1 0 0 0,-1 0-1 0 0,1-1 1 0 0,-1 1 0 0 0,-1-1-1 0 0,-5 5 1 0 0,-6 4 280 0 0,-1-2 0 0 0,-1 0 0 0 0,-39 19-1 0 0,51-28-457 0 0,-12 6-217 0 0,0-1 0 0 0,-27 8 1 0 0,26-11-648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3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10594 0 0,'1'-1'73'0'0,"0"0"1"0"0,1 1-1 0 0,-1-1 0 0 0,0 0 0 0 0,1 1 0 0 0,-1-1 0 0 0,0 1 1 0 0,1 0-1 0 0,-1-1 0 0 0,1 1 0 0 0,-1 0 0 0 0,0 0 0 0 0,1 0 1 0 0,-1 0-1 0 0,1 0 0 0 0,-1 0 0 0 0,1 1 0 0 0,-1-1 0 0 0,0 0 1 0 0,1 1-1 0 0,2 0 0 0 0,-3 1 94 0 0,1 0 0 0 0,0 1 1 0 0,0-1-1 0 0,-1 0 0 0 0,1 1 1 0 0,-1-1-1 0 0,0 1 0 0 0,0-1 0 0 0,0 1 1 0 0,0 0-1 0 0,1 2 0 0 0,4 20 2253 0 0,8 50 0 0 0,-12-56-2069 0 0,1 0 0 0 0,1 0 0 0 0,1 0 0 0 0,0-1 0 0 0,10 23 0 0 0,-13-38-313 0 0,-1 0 0 0 0,1 0 0 0 0,0-1 1 0 0,-1 1-1 0 0,1 0 0 0 0,1 0 1 0 0,-1-1-1 0 0,0 1 0 0 0,1-1 1 0 0,-1 0-1 0 0,1 0 0 0 0,0 0 0 0 0,-1 0 1 0 0,1 0-1 0 0,0-1 0 0 0,0 1 1 0 0,0-1-1 0 0,1 0 0 0 0,-1 0 1 0 0,0 0-1 0 0,0 0 0 0 0,1 0 0 0 0,-1-1 1 0 0,0 0-1 0 0,1 1 0 0 0,-1-1 1 0 0,0 0-1 0 0,1-1 0 0 0,-1 1 1 0 0,0-1-1 0 0,1 1 0 0 0,-1-1 0 0 0,0 0 1 0 0,0 0-1 0 0,1 0 0 0 0,4-4 1 0 0,4 0 0 0 0,0-2 0 0 0,-1 1 0 0 0,0-2 0 0 0,0 1 0 0 0,-1-2 0 0 0,0 1 0 0 0,0-1 0 0 0,9-12 0 0 0,-6 4-40 0 0,0 0 0 0 0,-1-1 0 0 0,11-21 0 0 0,-18 29 3 0 0,-1 1-1 0 0,0-1 1 0 0,0 1-1 0 0,-1-1 1 0 0,0 0 0 0 0,-1 0-1 0 0,0-1 1 0 0,1-15 128 0 0,6 62 484 0 0,15 28-501 0 0,-8-24-97 0 0,19 80-1 0 0,-32-106-3 0 0,-1 0 0 0 0,0 0-1 0 0,-1 0 1 0 0,-1 1-1 0 0,0-1 1 0 0,-1 0 0 0 0,-1 1-1 0 0,0-1 1 0 0,-7 24-1 0 0,1-15-160 0 0,-1-1-1 0 0,-1-1 0 0 0,-1 1 1 0 0,-1-2-1 0 0,-1 1 0 0 0,-1-2 1 0 0,0 0-1 0 0,-2 0 0 0 0,0-2 0 0 0,-1 0 1 0 0,-36 28-1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3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246 0 9674 0 0,'-6'1'430'0'0,"0"0"0"0"0,0 0 0 0 0,0 1 0 0 0,0-1 1 0 0,0 1-1 0 0,0 1 0 0 0,0-1 0 0 0,1 1 0 0 0,-1 0 0 0 0,1 0 0 0 0,-9 8 0 0 0,-9 7 1168 0 0,-22 24-1 0 0,37-35-1311 0 0,-3 4 61 0 0,0 0 0 0 0,0 1 0 0 0,1 0 0 0 0,1 1 0 0 0,0 0 0 0 0,-11 23 0 0 0,18-33-322 0 0,1 0 1 0 0,-1 1-1 0 0,1-1 0 0 0,0 1 1 0 0,0 0-1 0 0,0-1 0 0 0,0 1 0 0 0,1 0 1 0 0,0-1-1 0 0,-1 1 0 0 0,1 0 0 0 0,1 0 1 0 0,-1-1-1 0 0,0 1 0 0 0,1 0 1 0 0,0-1-1 0 0,0 1 0 0 0,0-1 0 0 0,0 1 1 0 0,1-1-1 0 0,-1 1 0 0 0,1-1 1 0 0,0 0-1 0 0,0 1 0 0 0,0-1 0 0 0,0 0 1 0 0,1-1-1 0 0,-1 1 0 0 0,1 0 0 0 0,0-1 1 0 0,0 1-1 0 0,0-1 0 0 0,4 3 1 0 0,9 4-47 0 0,2 0 1 0 0,-1-1-1 0 0,1-1 0 0 0,0-1 1 0 0,0 0-1 0 0,27 4 1 0 0,-18-4-86 0 0,48 18 1 0 0,-73-24 105 0 0,-1 1 0 0 0,1-1-1 0 0,-1 1 1 0 0,0-1 0 0 0,1 1 0 0 0,-1 0 0 0 0,0-1-1 0 0,1 1 1 0 0,-1 0 0 0 0,0 0 0 0 0,0 0 0 0 0,0 0 0 0 0,1 0-1 0 0,-1 0 1 0 0,0 0 0 0 0,0 0 0 0 0,-1 1 0 0 0,1-1-1 0 0,0 0 1 0 0,0 0 0 0 0,-1 1 0 0 0,1-1 0 0 0,-1 1 0 0 0,1-1-1 0 0,-1 1 1 0 0,1-1 0 0 0,-1 0 0 0 0,0 1 0 0 0,0-1-1 0 0,0 1 1 0 0,0 0 0 0 0,0-1 0 0 0,0 1 0 0 0,0-1 0 0 0,0 1-1 0 0,-1-1 1 0 0,1 0 0 0 0,0 1 0 0 0,-1-1 0 0 0,1 1-1 0 0,-1-1 1 0 0,0 0 0 0 0,1 1 0 0 0,-1-1 0 0 0,0 0 0 0 0,0 0-1 0 0,-2 3 1 0 0,-3 3-36 0 0,0 0 0 0 0,0-1 0 0 0,-1 1 1 0 0,0-1-1 0 0,0-1 0 0 0,-12 8 0 0 0,5-4-609 0 0,-1-2 0 0 0,0 0 1 0 0,-1 0-1 0 0,-23 5 0 0 0,23-8-5831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3.9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85 6913 0 0,'5'-10'99'0'0,"21"-40"1120"0"0,-25 49-913 0 0,0-1 0 0 0,0 0 0 0 0,0 1 1 0 0,0-1-1 0 0,0 1 0 0 0,1-1 0 0 0,-1 1 1 0 0,0 0-1 0 0,1-1 0 0 0,-1 1 0 0 0,1 0 1 0 0,0 0-1 0 0,-1 0 0 0 0,1 0 0 0 0,0 0 1 0 0,0 0-1 0 0,-1 1 0 0 0,1-1 0 0 0,0 1 1 0 0,0-1-1 0 0,0 1 0 0 0,0 0 0 0 0,3-1 1 0 0,-3 2-70 0 0,-1 0 0 0 0,1 0 0 0 0,-1-1 0 0 0,1 1 1 0 0,-1 0-1 0 0,1 0 0 0 0,-1 0 0 0 0,0 1 0 0 0,0-1 1 0 0,1 0-1 0 0,-1 0 0 0 0,0 1 0 0 0,0-1 0 0 0,0 1 1 0 0,0-1-1 0 0,-1 1 0 0 0,1-1 0 0 0,0 1 0 0 0,0-1 1 0 0,0 4-1 0 0,10 36 1121 0 0,-11-38-1280 0 0,29 168 1594 0 0,9 45-886 0 0,-28-175-909 0 0,2 0-1 0 0,1-1 1 0 0,23 46-1 0 0,-24-62-1716 0 0,-2-1-6127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4.0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1 141 5529 0 0,'1'-22'403'0'0,"-1"19"159"0"0,1 0 1 0 0,0-1-1 0 0,0 1 1 0 0,0-1 0 0 0,0 1-1 0 0,0 0 1 0 0,1 0 0 0 0,-1 0-1 0 0,1 0 1 0 0,0 0-1 0 0,0 0 1 0 0,0 0 0 0 0,0 1-1 0 0,1-1 1 0 0,-1 1-1 0 0,1-1 1 0 0,0 1 0 0 0,-1 0-1 0 0,1 0 1 0 0,6-3-1 0 0,36-16 211 0 0,28 2-5897 0 0,-46 12 2479 0 0,8-2-223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4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30 302 2745 0 0,'27'-51'1265'0'0,"-9"19"1739"0"0,17-44 0 0 0,-31 67-2564 0 0,-1 1 1 0 0,0-2 0 0 0,-1 1 0 0 0,0 0-1 0 0,0 0 1 0 0,-1-1 0 0 0,-1 1 0 0 0,1 0-1 0 0,-1-1 1 0 0,-2-9 0 0 0,2 17-368 0 0,0 1 0 0 0,0 0 0 0 0,0 0 1 0 0,0-1-1 0 0,0 1 0 0 0,-1 0 0 0 0,1 0 1 0 0,0-1-1 0 0,-1 1 0 0 0,1 0 0 0 0,-1 0 0 0 0,0 0 1 0 0,1-1-1 0 0,-1 1 0 0 0,0 0 0 0 0,1 0 0 0 0,-1 0 1 0 0,0 0-1 0 0,0 1 0 0 0,0-1 0 0 0,0 0 0 0 0,0 0 1 0 0,0 0-1 0 0,0 1 0 0 0,0-1 0 0 0,0 0 1 0 0,-1 1-1 0 0,1-1 0 0 0,0 1 0 0 0,0 0 0 0 0,-1-1 1 0 0,1 1-1 0 0,0 0 0 0 0,0 0 0 0 0,-1 0 0 0 0,1-1 1 0 0,0 1-1 0 0,0 1 0 0 0,-1-1 0 0 0,1 0 0 0 0,0 0 1 0 0,-1 0-1 0 0,1 1 0 0 0,0-1 0 0 0,0 1 1 0 0,0-1-1 0 0,-1 1 0 0 0,0 0 0 0 0,-4 2 29 0 0,1 0-1 0 0,-1 0 0 0 0,1 0 1 0 0,0 1-1 0 0,1 0 0 0 0,-1 0 1 0 0,0 0-1 0 0,-6 10 0 0 0,7-8-101 0 0,0 0 0 0 0,1 0 0 0 0,0 1-1 0 0,0-1 1 0 0,0 1 0 0 0,1 0 0 0 0,0 0-1 0 0,1 0 1 0 0,-1 0 0 0 0,1 0 0 0 0,1 0-1 0 0,-1 0 1 0 0,1 0 0 0 0,0 1-1 0 0,1-1 1 0 0,0 0 0 0 0,0 0 0 0 0,0 0-1 0 0,1 0 1 0 0,0 0 0 0 0,4 7 0 0 0,-2-3-68 0 0,1 0 0 0 0,1 0 1 0 0,0 0-1 0 0,0-1 0 0 0,1 0 1 0 0,0 0-1 0 0,1-1 1 0 0,0 0-1 0 0,1 0 0 0 0,-1-1 1 0 0,20 14-1 0 0,-26-20 88 0 0,1 0 0 0 0,0-1 0 0 0,0 1 0 0 0,0-1 0 0 0,0 1 0 0 0,0-1 0 0 0,1 0 0 0 0,-1 0 0 0 0,0-1 0 0 0,1 1 0 0 0,-1-1 0 0 0,0 1 0 0 0,1-1 0 0 0,-1 0 0 0 0,0 0 1 0 0,1-1-1 0 0,-1 1 0 0 0,0-1 0 0 0,1 1 0 0 0,-1-1 0 0 0,0 0 0 0 0,0 0 0 0 0,1-1 0 0 0,-1 1 0 0 0,0-1 0 0 0,0 1 0 0 0,-1-1 0 0 0,1 0 0 0 0,4-3 0 0 0,6-7 416 0 0,-1-1 1 0 0,0 0-1 0 0,0 0 0 0 0,15-26 1 0 0,10-10 178 0 0,-33 45-561 0 0,-1 0 0 0 0,1 1-1 0 0,0-1 1 0 0,0 1 0 0 0,0 0 0 0 0,0 0 0 0 0,1 0-1 0 0,-1 1 1 0 0,1 0 0 0 0,9-4 0 0 0,-12 6-34 0 0,0-1-1 0 0,0 1 1 0 0,0 0 0 0 0,0 0-1 0 0,1 0 1 0 0,-1 0 0 0 0,0 1 0 0 0,0-1-1 0 0,0 1 1 0 0,0-1 0 0 0,0 1 0 0 0,0 0-1 0 0,0-1 1 0 0,0 1 0 0 0,0 0 0 0 0,0 0-1 0 0,0 1 1 0 0,0-1 0 0 0,-1 0 0 0 0,1 1-1 0 0,0-1 1 0 0,-1 1 0 0 0,1-1 0 0 0,-1 1-1 0 0,0 0 1 0 0,1-1 0 0 0,-1 1 0 0 0,1 2-1 0 0,10 15 212 0 0,0 0-243 0 0,0-1 0 0 0,1-1 0 0 0,0 0 0 0 0,2 0 0 0 0,27 24 0 0 0,-41-41 10 0 0,0 1 1 0 0,0-1-1 0 0,0 0 1 0 0,-1 0-1 0 0,1 1 1 0 0,0-1-1 0 0,0 0 1 0 0,0 0-1 0 0,0 0 1 0 0,0 0-1 0 0,0 0 1 0 0,-1 0-1 0 0,1 0 1 0 0,0-1-1 0 0,0 1 1 0 0,0 0-1 0 0,0 0 1 0 0,-1-1-1 0 0,1 1 1 0 0,0 0-1 0 0,0-1 1 0 0,0 1-1 0 0,-1-1 1 0 0,1 1-1 0 0,0-1 0 0 0,-1 1 1 0 0,2-2-1 0 0,21-21-49 0 0,-17 16 76 0 0,48-53 222 0 0,-40 43-187 0 0,1 0 0 0 0,1 1-1 0 0,0 0 1 0 0,1 1-1 0 0,31-21 1 0 0,-45 34-41 0 0,-1 1-1 0 0,1 0 1 0 0,0 0-1 0 0,0 0 1 0 0,0 1-1 0 0,0-1 1 0 0,0 1-1 0 0,0-1 1 0 0,0 1 0 0 0,0 0-1 0 0,0 0 1 0 0,0 0-1 0 0,0 1 1 0 0,0-1-1 0 0,0 1 1 0 0,0 0-1 0 0,0 0 1 0 0,0 0-1 0 0,0 0 1 0 0,0 0 0 0 0,-1 0-1 0 0,1 1 1 0 0,-1-1-1 0 0,1 1 1 0 0,-1 0-1 0 0,1 0 1 0 0,-1 0-1 0 0,0 0 1 0 0,0 0-1 0 0,4 5 1 0 0,1 1-26 0 0,-1 0 0 0 0,0 1 0 0 0,0 0 0 0 0,0 0 0 0 0,-1 0 0 0 0,-1 1 0 0 0,6 16 0 0 0,22 83-345 0 0,-32-108 348 0 0,0 0 0 0 0,0-1 0 0 0,0 1 0 0 0,0-1 0 0 0,1 1 0 0 0,-1 0 1 0 0,0-1-1 0 0,0 1 0 0 0,1-1 0 0 0,-1 1 0 0 0,0-1 0 0 0,1 1 0 0 0,-1-1 0 0 0,1 1 0 0 0,-1-1 0 0 0,1 1 1 0 0,-1-1-1 0 0,1 1 0 0 0,-1-1 0 0 0,1 0 0 0 0,-1 1 0 0 0,1-1 0 0 0,-1 0 0 0 0,1 1 0 0 0,0-1 1 0 0,-1 0-1 0 0,1 0 0 0 0,-1 0 0 0 0,2 1 0 0 0,0-2-8 0 0,-1 1-1 0 0,1 0 1 0 0,-1-1 0 0 0,1 1-1 0 0,-1-1 1 0 0,1 1-1 0 0,-1-1 1 0 0,0 0 0 0 0,1 0-1 0 0,-1 0 1 0 0,0 1 0 0 0,2-3-1 0 0,35-38-156 0 0,-32 35 209 0 0,25-33-173 0 0,33-36 44 0 0,-56 68 135 0 0,-1-1-1 0 0,1 1 0 0 0,1 1 1 0 0,-1-1-1 0 0,1 2 1 0 0,17-9-1 0 0,-22 12-12 0 0,-1 1 0 0 0,1 0 0 0 0,-1 0-1 0 0,1 0 1 0 0,0 1 0 0 0,0-1 0 0 0,0 1 0 0 0,-1 0 0 0 0,1 0-1 0 0,0 0 1 0 0,0 1 0 0 0,-1-1 0 0 0,1 1 0 0 0,0 0 0 0 0,-1 0 0 0 0,1 0-1 0 0,0 1 1 0 0,4 1 0 0 0,5 5 78 0 0,0 0 1 0 0,-1 0-1 0 0,17 15 0 0 0,11 8-92 0 0,-20-20-198 0 0,0-1 0 0 0,1 0 0 0 0,0-2-1 0 0,34 10 1 0 0,-17-8-165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7.7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355 13 6913 0 0,'0'-1'132'0'0,"-1"1"-1"0"0,1-1 0 0 0,-1 0 1 0 0,1 0-1 0 0,-1 0 0 0 0,0 1 0 0 0,1-1 1 0 0,-1 0-1 0 0,0 1 0 0 0,1-1 1 0 0,-1 1-1 0 0,0-1 0 0 0,0 1 1 0 0,0-1-1 0 0,0 1 0 0 0,0-1 0 0 0,0 1 1 0 0,1 0-1 0 0,-1-1 0 0 0,0 1 1 0 0,0 0-1 0 0,0 0 0 0 0,0 0 0 0 0,-2 0 1 0 0,-28 7 2090 0 0,19-1-1451 0 0,-1 0 0 0 0,-17 13 0 0 0,11-5-381 0 0,0 1 0 0 0,2 0-1 0 0,0 2 1 0 0,1 0 0 0 0,0 0 0 0 0,2 2-1 0 0,-19 28 1 0 0,17-20-201 0 0,2 0 1 0 0,0 1-1 0 0,2 1 0 0 0,1 0 0 0 0,-9 35 0 0 0,18-54-177 0 0,-1 0 1 0 0,2 0-1 0 0,-1 0 1 0 0,1 0-1 0 0,1 0 0 0 0,0 0 1 0 0,0 0-1 0 0,1 0 0 0 0,1 0 1 0 0,-1 0-1 0 0,1 0 1 0 0,1 0-1 0 0,0 0 0 0 0,0-1 1 0 0,1 0-1 0 0,1 1 0 0 0,-1-1 1 0 0,1-1-1 0 0,1 1 1 0 0,-1-1-1 0 0,2 0 0 0 0,-1 0 1 0 0,1-1-1 0 0,0 0 0 0 0,0 0 1 0 0,1 0-1 0 0,0-1 1 0 0,0 0-1 0 0,1-1 0 0 0,0 0 1 0 0,14 7-1 0 0,11 0 38 0 0,54 13 0 0 0,-66-21-35 0 0,0 2 1 0 0,0 0-1 0 0,-1 1 1 0 0,0 2-1 0 0,0 0 1 0 0,37 23-1 0 0,-56-31-10 0 0,-1 0 1 0 0,1 1-1 0 0,0-1 0 0 0,0 1 0 0 0,-1 0 1 0 0,1-1-1 0 0,-1 1 0 0 0,1 0 0 0 0,-1 0 1 0 0,0 0-1 0 0,0 0 0 0 0,0 0 0 0 0,0 0 1 0 0,0 0-1 0 0,0 0 0 0 0,0 0 0 0 0,-1 1 1 0 0,1-1-1 0 0,-1 0 0 0 0,0 0 0 0 0,1 1 0 0 0,-1 2 1 0 0,-1-1 17 0 0,0 0 0 0 0,0 0 1 0 0,0 0-1 0 0,0-1 1 0 0,-1 1-1 0 0,0 0 0 0 0,1-1 1 0 0,-1 1-1 0 0,-1-1 1 0 0,1 1-1 0 0,-5 4 0 0 0,-6 6 88 0 0,-1-1 0 0 0,0-1 0 0 0,0 0 0 0 0,-22 13 0 0 0,23-17 180 0 0,1 0-1 0 0,-1-2 0 0 0,-1 1 0 0 0,1-1 0 0 0,-27 7 0 0 0,31-11-425 0 0,-1-1 0 0 0,1 1 0 0 0,0-1 1 0 0,-10-1-1 0 0,10 0-1035 0 0,1-1 1 0 0,-1 0 0 0 0,1-1 0 0 0,-16-4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8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0 422 9218 0 0,'6'-1'493'0'0,"-1"1"1"0"0,0-1 0 0 0,0-1-1 0 0,0 1 1 0 0,0-1-1 0 0,0 0 1 0 0,0 0-1 0 0,-1 0 1 0 0,1-1-1 0 0,4-3 1 0 0,42-31 2068 0 0,-51 36-2531 0 0,11-9 184 0 0,-1 0 0 0 0,0-1 1 0 0,-1 0-1 0 0,0-1 0 0 0,-1 0 1 0 0,0 0-1 0 0,-1-1 0 0 0,0 0 1 0 0,9-27-1 0 0,-8 19 91 0 0,-2-1 0 0 0,-1 1 0 0 0,0-1 0 0 0,-1 0 0 0 0,0-41 0 0 0,-4 60-304 0 0,0 0 1 0 0,0 0 0 0 0,0 1 0 0 0,0-1 0 0 0,-1 0 0 0 0,0 1 0 0 0,1-1 0 0 0,-1 0 0 0 0,0 1 0 0 0,0-1 0 0 0,-1 1 0 0 0,1 0 0 0 0,0-1 0 0 0,-3-2 0 0 0,4 5-2 0 0,-1-1 0 0 0,1 1 0 0 0,-1 0 0 0 0,1-1 0 0 0,-1 1 1 0 0,1 0-1 0 0,0-1 0 0 0,-1 1 0 0 0,0 0 0 0 0,1 0 0 0 0,-1-1 1 0 0,1 1-1 0 0,-1 0 0 0 0,1 0 0 0 0,-1 0 0 0 0,1 0 0 0 0,-1 0 0 0 0,0 0 1 0 0,1 0-1 0 0,-1 0 0 0 0,1 0 0 0 0,-1 0 0 0 0,0 0 0 0 0,1 0 1 0 0,-1 0-1 0 0,-1 1 0 0 0,1 0 0 0 0,-1 0 0 0 0,1 0 0 0 0,-1 0 0 0 0,1 0 0 0 0,0 0 0 0 0,0 1 0 0 0,0-1 0 0 0,-1 0 0 0 0,1 1 0 0 0,0-1 0 0 0,1 0 0 0 0,-2 3 0 0 0,-5 8-58 0 0,1 0 0 0 0,0 1 0 0 0,1-1 1 0 0,1 1-1 0 0,0 1 0 0 0,1-1 1 0 0,0 0-1 0 0,1 1 0 0 0,0 0 1 0 0,1 0-1 0 0,1-1 0 0 0,0 1 0 0 0,4 23 1 0 0,-2-25 49 0 0,0 0 0 0 0,1 0 0 0 0,0-1 0 0 0,1 1 0 0 0,1-1 0 0 0,-1 0 0 0 0,2 0 1 0 0,0-1-1 0 0,0 1 0 0 0,1-1 0 0 0,0-1 0 0 0,0 1 0 0 0,1-1 0 0 0,1 0 0 0 0,16 13 0 0 0,-18-17 56 0 0,1 0 0 0 0,-1 0 0 0 0,1-1 0 0 0,0 1 0 0 0,0-2 0 0 0,0 1 0 0 0,1-1 0 0 0,17 3 0 0 0,-22-5-48 0 0,1 0 1 0 0,-1-1-1 0 0,1 0 1 0 0,-1 0-1 0 0,1 0 1 0 0,-1-1-1 0 0,0 1 1 0 0,1-1-1 0 0,-1 0 1 0 0,0-1-1 0 0,1 1 1 0 0,-1-1-1 0 0,0 1 1 0 0,0-1 0 0 0,0 0-1 0 0,0-1 1 0 0,-1 1-1 0 0,1-1 1 0 0,6-5-1 0 0,-2 0-24 0 0,-1 0 0 0 0,0-1 0 0 0,0 0-1 0 0,0 0 1 0 0,-1-1 0 0 0,0 0 0 0 0,7-18 0 0 0,-2-2-38 0 0,10-44 0 0 0,-7 21 37 0 0,-12 47 109 0 0,0 0 0 0 0,0 0-1 0 0,1 0 1 0 0,0 1-1 0 0,0-1 1 0 0,0 1-1 0 0,1 0 1 0 0,-1 0-1 0 0,1 0 1 0 0,1 0 0 0 0,-1 1-1 0 0,7-6 1 0 0,-9 9-58 0 0,0 0 0 0 0,0-1 1 0 0,0 1-1 0 0,0 0 0 0 0,0 0 1 0 0,0 0-1 0 0,0 1 0 0 0,0-1 1 0 0,0 1-1 0 0,0-1 0 0 0,0 1 1 0 0,1-1-1 0 0,-1 1 0 0 0,0 0 1 0 0,0 0-1 0 0,1 0 0 0 0,-1 1 1 0 0,0-1-1 0 0,0 0 0 0 0,0 1 1 0 0,1-1-1 0 0,-1 1 0 0 0,0 0 1 0 0,0 0-1 0 0,0 0 0 0 0,0 0 1 0 0,0 0-1 0 0,0 0 0 0 0,-1 0 1 0 0,1 1-1 0 0,0-1 0 0 0,-1 1 1 0 0,1-1-1 0 0,-1 1 0 0 0,1 0 1 0 0,-1 0-1 0 0,2 2 0 0 0,20 28 69 0 0,28 50-1 0 0,7 13 13 0 0,-18-40 129 0 0,-29-95-277 0 0,-3 9 50 0 0,28-90 57 0 0,-31 107-24 0 0,1 0 0 0 0,1 0 0 0 0,0 1 1 0 0,0 0-1 0 0,2 0 0 0 0,10-13 0 0 0,-19 25-32 0 0,1 0 0 0 0,0 0 0 0 0,0 0 0 0 0,0 0 0 0 0,-1 0 0 0 0,1 0 0 0 0,0 0 0 0 0,0 0 0 0 0,0 0 0 0 0,0 1 0 0 0,1-1 0 0 0,-1 0 0 0 0,0 1 0 0 0,0-1 0 0 0,0 1 0 0 0,0-1 0 0 0,1 1 0 0 0,-1-1 0 0 0,0 1 0 0 0,1 0 0 0 0,-1 0 0 0 0,0 0 0 0 0,0-1-1 0 0,1 1 1 0 0,-1 0 0 0 0,0 1 0 0 0,1-1 0 0 0,-1 0 0 0 0,0 0 0 0 0,1 1 0 0 0,-1-1 0 0 0,0 0 0 0 0,0 1 0 0 0,0-1 0 0 0,1 1 0 0 0,-1 0 0 0 0,0-1 0 0 0,0 1 0 0 0,0 0 0 0 0,0 0 0 0 0,0 0 0 0 0,0 0 0 0 0,0 0 0 0 0,0 0 0 0 0,-1 0 0 0 0,1 0 0 0 0,1 1 0 0 0,4 8 43 0 0,0 0 0 0 0,-1 0 0 0 0,0 1 0 0 0,6 16 0 0 0,-7-15-19 0 0,3 4-96 0 0,0-1 0 0 0,0-1 0 0 0,2 0 0 0 0,0 0 0 0 0,0 0 0 0 0,15 15 0 0 0,-13-17-754 0 0,1 0 0 0 0,1-2 0 0 0,21 16 0 0 0,-12-12-6700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9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39 6913 0 0,'0'-1'310'0'0,"0"-1"0"0"0,1 0 0 0 0,-1 1 0 0 0,0-1-1 0 0,0 0 1 0 0,-1 1 0 0 0,1-1 0 0 0,0 1 0 0 0,0-1-1 0 0,-1 0 1 0 0,1 1 0 0 0,-1-1 0 0 0,0 1 0 0 0,1-1-1 0 0,-1 1 1 0 0,0 0 0 0 0,0-1 0 0 0,0 1 0 0 0,0 0-1 0 0,0-1 1 0 0,0 1 0 0 0,0 0 0 0 0,0 0-1 0 0,-2-1 1 0 0,1 1-116 0 0,0 1 0 0 0,0 0 0 0 0,0 0 0 0 0,0-1 0 0 0,0 1 0 0 0,0 1 0 0 0,0-1 0 0 0,0 0 0 0 0,0 0 0 0 0,0 1 0 0 0,0-1 0 0 0,0 1 1 0 0,0 0-1 0 0,0-1 0 0 0,0 1 0 0 0,0 0 0 0 0,1 0 0 0 0,-1 0 0 0 0,-2 2 0 0 0,-9 7 106 0 0,1 1 1 0 0,0 0 0 0 0,1 0 0 0 0,0 2 0 0 0,0-1-1 0 0,1 1 1 0 0,1 0 0 0 0,1 1 0 0 0,0 0 0 0 0,-7 17-1 0 0,13-28-295 0 0,0 1 1 0 0,1-1-1 0 0,-1 1 0 0 0,1-1 0 0 0,0 1 0 0 0,0 0 0 0 0,1-1 1 0 0,-1 1-1 0 0,1 0 0 0 0,-1 0 0 0 0,1-1 0 0 0,0 1 0 0 0,1 0 0 0 0,-1 0 1 0 0,1-1-1 0 0,-1 1 0 0 0,1 0 0 0 0,0-1 0 0 0,1 1 0 0 0,-1 0 0 0 0,3 4 1 0 0,0-3-21 0 0,0 1 0 0 0,1-1 0 0 0,0 0 0 0 0,0 0 0 0 0,0-1 0 0 0,1 1 0 0 0,0-1 0 0 0,-1 0 0 0 0,1-1 1 0 0,11 6-1 0 0,8 2-69 0 0,-8-3 8 0 0,0 0-1 0 0,17 12 1 0 0,-30-18 103 0 0,-1 0 0 0 0,0 0 0 0 0,0 0 0 0 0,0 1 0 0 0,-1-1 0 0 0,1 1 0 0 0,0 0-1 0 0,-1 0 1 0 0,0 0 0 0 0,0 0 0 0 0,0 0 0 0 0,0 1 0 0 0,0-1 0 0 0,-1 1 0 0 0,1-1 0 0 0,0 6 0 0 0,-1-6-12 0 0,-1 0 0 0 0,0 0 0 0 0,-1 0 0 0 0,1 0-1 0 0,0 0 1 0 0,-1 1 0 0 0,0-1 0 0 0,0 0 0 0 0,0 0 0 0 0,0 0 0 0 0,0-1 0 0 0,0 1 0 0 0,-1 0-1 0 0,1 0 1 0 0,-1-1 0 0 0,0 1 0 0 0,0-1 0 0 0,0 1 0 0 0,0-1 0 0 0,0 0 0 0 0,-1 0-1 0 0,1 0 1 0 0,-1 0 0 0 0,-3 2 0 0 0,-9 5-18 0 0,0 0-1 0 0,0-1 1 0 0,-21 8 0 0 0,21-10 148 0 0,0 1-111 0 0,4-2-185 0 0,0 0-1 0 0,0 0 0 0 0,0-1 1 0 0,-1-1-1 0 0,1 0 1 0 0,-23 3-1 0 0,30-6-863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9.4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8 8754 0 0,'-7'9'732'0'0,"1"-1"0"0"0,1 1 0 0 0,-1 0 0 0 0,1 0 0 0 0,1 1 0 0 0,0-1 0 0 0,0 1 0 0 0,1 0 1 0 0,-4 19-1 0 0,4-18-599 0 0,1 0 1 0 0,1-1 0 0 0,-1 1 0 0 0,2 0 0 0 0,0 0-1 0 0,0 0 1 0 0,1 0 0 0 0,0 0 0 0 0,1 0 0 0 0,4 13-1 0 0,-4-19-83 0 0,0 1-1 0 0,1-1 0 0 0,0 1 0 0 0,0-1 1 0 0,1 0-1 0 0,-1 0 0 0 0,1 0 1 0 0,0-1-1 0 0,0 1 0 0 0,1-1 0 0 0,0 0 1 0 0,-1 0-1 0 0,1-1 0 0 0,0 1 0 0 0,1-1 1 0 0,-1 0-1 0 0,11 4 0 0 0,-12-6 55 0 0,-1 0 0 0 0,1 0 0 0 0,0 0 0 0 0,0 0 1 0 0,0-1-1 0 0,0 0 0 0 0,0 1 0 0 0,0-2 0 0 0,0 1 0 0 0,0 0 0 0 0,0-1 0 0 0,0 0 0 0 0,0 1 0 0 0,0-2 0 0 0,0 1 0 0 0,0 0 0 0 0,-1-1 0 0 0,1 0 1 0 0,0 0-1 0 0,-1 0 0 0 0,0 0 0 0 0,1 0 0 0 0,-1-1 0 0 0,0 1 0 0 0,0-1 0 0 0,0 0 0 0 0,3-5 0 0 0,0-1 12 0 0,0 1-1 0 0,-1-1 1 0 0,-1-1 0 0 0,1 1-1 0 0,-1 0 1 0 0,-1-1 0 0 0,0 0-1 0 0,0 0 1 0 0,-1 0 0 0 0,-1 0-1 0 0,1 0 1 0 0,-1-1-1 0 0,-2-19 1 0 0,1 23-111 0 0,0 0 0 0 0,-1-1 0 0 0,0 1 0 0 0,0 0 1 0 0,-1 0-1 0 0,0 1 0 0 0,0-1 0 0 0,-1 0 0 0 0,1 1 0 0 0,-2-1 0 0 0,1 1 0 0 0,-1 0 0 0 0,1 0 0 0 0,-2 0 1 0 0,1 1-1 0 0,-1-1 0 0 0,0 1 0 0 0,0 0 0 0 0,0 0 0 0 0,-1 1 0 0 0,-5-4 0 0 0,7 6-103 0 0,1 0 1 0 0,-1 1-1 0 0,1 0 0 0 0,-1-1 0 0 0,0 1 0 0 0,0 1 0 0 0,0-1 1 0 0,1 1-1 0 0,-1-1 0 0 0,0 1 0 0 0,0 0 0 0 0,0 1 0 0 0,0-1 0 0 0,0 1 1 0 0,0-1-1 0 0,1 1 0 0 0,-1 0 0 0 0,-3 2 0 0 0,-13 4-1269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39.7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0 156 10594 0 0,'4'1'164'0'0,"0"0"-1"0"0,-1 0 0 0 0,1 0 0 0 0,0 1 1 0 0,-1-1-1 0 0,0 1 0 0 0,1 0 1 0 0,-1 0-1 0 0,0 0 0 0 0,0 0 0 0 0,0 0 1 0 0,0 1-1 0 0,0 0 0 0 0,-1-1 0 0 0,1 1 1 0 0,-1 0-1 0 0,2 3 0 0 0,6 7 407 0 0,-1 1 0 0 0,12 23 0 0 0,5 23 249 0 0,-24-55-597 0 0,-1 1 1 0 0,1-1-1 0 0,-1 1 0 0 0,0 0 1 0 0,0-1-1 0 0,-1 1 0 0 0,1 0 1 0 0,-2 0-1 0 0,0 6 0 0 0,2-11-149 0 0,-1-1-1 0 0,-1 0 1 0 0,1 0-1 0 0,0 1 1 0 0,0-1-1 0 0,0 0 1 0 0,0 0-1 0 0,0 0 1 0 0,0 1-1 0 0,0-1 0 0 0,0 0 1 0 0,0 0-1 0 0,0 0 1 0 0,0 1-1 0 0,-1-1 1 0 0,1 0-1 0 0,0 0 1 0 0,0 1 72 0 0,0-1-73 0 0,0 0 1 0 0,-1 0-1 0 0,1 0 1 0 0,0 0-1 0 0,0 0 1 0 0,0 0-1 0 0,-1 1 1 0 0,1-1-1 0 0,0 0 1 0 0,0 0-1 0 0,-1 0 0 0 0,1 0 1 0 0,0 0-1 0 0,0 0 1 0 0,0 0-1 0 0,-1 0 1 0 0,1 0-1 0 0,0 0 1 0 0,0 0-1 0 0,-1 0 1 0 0,1 0-1 0 0,-11-7 1164 0 0,-6-13-549 0 0,12 13-577 0 0,1-1 1 0 0,0 0-1 0 0,0-1 1 0 0,1 1 0 0 0,0-1-1 0 0,0 1 1 0 0,1-1 0 0 0,0 0-1 0 0,0 0 1 0 0,1 0-1 0 0,1 0 1 0 0,-1 0 0 0 0,2 0-1 0 0,-1 0 1 0 0,1 0 0 0 0,0 0-1 0 0,4-12 1 0 0,0 1-540 0 0,1 0 1 0 0,1 1-1 0 0,1 0 1 0 0,1 0-1 0 0,0 0 1 0 0,19-25-1 0 0,-5 12-7611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0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0 548 4609 0 0,'4'-3'98'0'0,"-1"1"1"0"0,0 0-1 0 0,1 1 0 0 0,-1-1 1 0 0,1 0-1 0 0,-1 1 0 0 0,1 0 1 0 0,0 0-1 0 0,3-1 0 0 0,0 0 34 0 0,141-41 2176 0 0,155-23-1 0 0,160-5-730 0 0,-281 45-948 0 0,374-45 429 0 0,613-35-235 0 0,-597 64-156 0 0,293-1 4204 0 0,-618 34-4180 0 0,-112 3-358 0 0,197-36 0 0 0,-319 39-1243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1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4534 0 12443 0 0,'4'6'602'0'0,"1"-1"-1"0"0,-1 0 1 0 0,-1 1 0 0 0,1 0 0 0 0,-1 0 0 0 0,0 0 0 0 0,-1 0 0 0 0,1 1 0 0 0,-1-1 0 0 0,0 1 0 0 0,1 10-1 0 0,1 11 477 0 0,0 41-1 0 0,-3-46-691 0 0,6 419 661 0 0,27 328-1160 0 0,5-435 191 0 0,31 241 333 0 0,28-3-170 0 0,-26-182 160 0 0,-28-139 52 0 0,39 322 601 0 0,-72-495-982 0 0,-4-44-54 0 0,-2 0-1 0 0,-2 1 0 0 0,-1-1 1 0 0,-1 1-1 0 0,-6 43 1 0 0,4-73-17 0 0,0 0 0 0 0,0-1 1 0 0,-1 1-1 0 0,0-1 0 0 0,0 1 1 0 0,0-1-1 0 0,-1 0 0 0 0,1 0 0 0 0,-1 0 1 0 0,0 0-1 0 0,-1-1 0 0 0,1 1 1 0 0,-1-1-1 0 0,0 0 0 0 0,0 0 0 0 0,0 0 1 0 0,-1 0-1 0 0,1-1 0 0 0,-1 1 1 0 0,0-1-1 0 0,0-1 0 0 0,0 1 0 0 0,0-1 1 0 0,-1 0-1 0 0,1 0 0 0 0,-1 0 1 0 0,1-1-1 0 0,-12 2 0 0 0,-27 3-139 0 0,-1-2 0 0 0,0-2 0 0 0,-63-5 0 0 0,7 0-217 0 0,-45 3 170 0 0,-373 9-251 0 0,-143 35-263 0 0,-840-3 104 0 0,1097-69 714 0 0,31 1 806 0 0,289 24-841 0 0,-212-3 57 0 0,222 8-123 0 0,-146 24 0 0 0,147-11-86 0 0,23-4-178 0 0,-90 9 1 0 0,137-20-1 0 0,1 0 0 0 0,-1 0 0 0 0,1 0 0 0 0,0 0 0 0 0,-1-1 0 0 0,1 1 0 0 0,0-1 0 0 0,-1 0 1 0 0,-4-2-1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2.1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1 5065 0 0,'-4'5'84'0'0,"0"0"0"0"0,0 0 0 0 0,0 1 0 0 0,1 0 0 0 0,0 0 0 0 0,0-1 0 0 0,1 2 0 0 0,-4 10 0 0 0,-11 58 1605 0 0,11-46-422 0 0,-2 18 1060 0 0,1 0 0 0 0,0 52 1 0 0,8 95 946 0 0,1-14-1859 0 0,-7-2-1091 0 0,-7 909 453 0 0,41-511-76 0 0,-5-169-730 0 0,73 480 241 0 0,-93-859-182 0 0,25 179 341 0 0,2 260 0 0 0,-36-405 267 0 0,3-46-606 0 0,0-1 1 0 0,1 1-1 0 0,3 27 1 0 0,-2-42-45 0 0,0-1 0 0 0,0 0 0 0 0,0 0 0 0 0,0 1 0 0 0,0-1 0 0 0,0 0 0 0 0,0 0 0 0 0,0 0 0 0 0,0 1 0 0 0,0-1 1 0 0,0 0-1 0 0,0 0 0 0 0,0 1 0 0 0,0-1 0 0 0,0 0 0 0 0,0 0 0 0 0,1 1 0 0 0,-1-1 0 0 0,0 0 0 0 0,0 0 0 0 0,0 0 0 0 0,0 0 0 0 0,1 1 0 0 0,-1-1 0 0 0,0 0 0 0 0,0 0 0 0 0,0 0 0 0 0,1 0 0 0 0,-1 0 0 0 0,0 0 0 0 0,0 1 0 0 0,1-1 0 0 0,-1 0 0 0 0,0 0 0 0 0,0 0 0 0 0,1 0 0 0 0,-1 0 0 0 0,0 0 0 0 0,1 0 0 0 0,9-6-1589 0 0,-1 0 256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3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 17 4609 0 0,'-5'-17'10007'0'0,"-5"35"-7439"0"0,-8 38-1336 0 0,-59 271 1138 0 0,-21 96-1759 0 0,85-363-845 0 0,-19 102 241 0 0,28-129-2213 0 0,0 42 0 0 0,4-52-4030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4.1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10138 0 0,'0'-7'92'0'0,"0"-4"130"0"0,1 0 1 0 0,0 0-1 0 0,1 1 1 0 0,4-18-1 0 0,-5 25-78 0 0,0-1 0 0 0,1 1 1 0 0,0 0-1 0 0,-1-1 0 0 0,1 1 0 0 0,1 0 0 0 0,-1 0 1 0 0,0 0-1 0 0,1 1 0 0 0,-1-1 0 0 0,1 0 0 0 0,0 1 1 0 0,0 0-1 0 0,0 0 0 0 0,0 0 0 0 0,0 0 0 0 0,6-3 1 0 0,-5 4 43 0 0,-1 0 0 0 0,1 0 0 0 0,0 0 0 0 0,0 0 0 0 0,0 1 0 0 0,0 0 0 0 0,0-1 0 0 0,0 1 0 0 0,0 1 0 0 0,0-1 0 0 0,0 0 0 0 0,0 1 0 0 0,0 0 0 0 0,0 0 0 0 0,0 0 0 0 0,0 1 0 0 0,0-1 0 0 0,-1 1 0 0 0,1 0 0 0 0,-1 0-1 0 0,1 0 1 0 0,-1 0 0 0 0,0 1 0 0 0,0 0 0 0 0,0-1 0 0 0,4 6 0 0 0,8 8 412 0 0,-1 0-1 0 0,-1 1 0 0 0,18 29 1 0 0,-27-41-485 0 0,43 78 713 0 0,53 127 1 0 0,4 9-4106 0 0,-102-216 2558 0 0,0 1 0 0 0,0 0 0 0 0,0 0 0 0 0,-1 0 0 0 0,1 0 0 0 0,-1 0 0 0 0,1 8 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4.6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16 295 7370 0 0,'-1'-1'28'0'0,"0"1"0"0"0,0-1 0 0 0,0 1 0 0 0,0-1 1 0 0,0 0-1 0 0,1 1 0 0 0,-1-1 0 0 0,0 0 1 0 0,0 1-1 0 0,0-1 0 0 0,1 0 0 0 0,-1 0 0 0 0,0 0 1 0 0,1 0-1 0 0,-1 1 0 0 0,1-1 0 0 0,-1 0 0 0 0,1 0 1 0 0,0 0-1 0 0,-1 0 0 0 0,1 0 0 0 0,0 0 1 0 0,-1-1-1 0 0,1 1 0 0 0,0 0 0 0 0,0 0 0 0 0,0 0 1 0 0,0-1-1 0 0,2 0 24 0 0,-1-1 0 0 0,1 1 0 0 0,-1 0 1 0 0,1 0-1 0 0,0 0 0 0 0,-1 0 0 0 0,1 0 0 0 0,0 0 1 0 0,4-2-1 0 0,2-3 112 0 0,22-14 563 0 0,1 0 0 0 0,1 2 0 0 0,0 1 1 0 0,66-25-1 0 0,-14 6-438 0 0,-66 28-254 0 0,3-1 326 0 0,0 0 1 0 0,0 1 0 0 0,44-11-1 0 0,-59 19-84 0 0,0 0 1 0 0,1 0-1 0 0,-1 1 0 0 0,1 0 0 0 0,-1 0 0 0 0,1 0 0 0 0,-1 1 0 0 0,0 0 0 0 0,1 0 0 0 0,-1 0 1 0 0,0 1-1 0 0,0 0 0 0 0,0 0 0 0 0,0 1 0 0 0,0 0 0 0 0,0 0 0 0 0,-1 0 0 0 0,10 7 1 0 0,-7-2-81 0 0,0-1 0 0 0,0 1 0 0 0,-1 0 1 0 0,0 0-1 0 0,-1 1 0 0 0,1 0 1 0 0,-2 1-1 0 0,6 10 0 0 0,3 11 120 0 0,11 41-1 0 0,-10-28 165 0 0,-15-42-473 0 0,1-1-1 0 0,-1 1 0 0 0,1-1 0 0 0,-1 1 0 0 0,1-1 0 0 0,0 1 0 0 0,-1-1 0 0 0,1 1 0 0 0,0-1 0 0 0,0 0 1 0 0,0 0-1 0 0,0 1 0 0 0,0-1 0 0 0,0 0 0 0 0,1 0 0 0 0,-1 0 0 0 0,0 0 0 0 0,0 0 0 0 0,3 1 0 0 0,-3-2-3 0 0,0 0-1 0 0,0 0 0 0 0,-1 0 1 0 0,1 0-1 0 0,0-1 0 0 0,0 1 1 0 0,0 0-1 0 0,0-1 0 0 0,0 1 1 0 0,0 0-1 0 0,0-1 0 0 0,-1 1 1 0 0,1-1-1 0 0,0 1 0 0 0,0-1 1 0 0,-1 1-1 0 0,1-1 0 0 0,0 0 1 0 0,-1 1-1 0 0,1-1 0 0 0,0 0 1 0 0,-1 0-1 0 0,1-1 0 0 0,6-9 6 0 0,-1-1 0 0 0,0 1-1 0 0,6-21 1 0 0,-7 19-16 0 0,-3 8 7 0 0,10-24 46 0 0,1 1-1 0 0,1 1 1 0 0,18-27 0 0 0,-29 48-40 0 0,1 0 0 0 0,0 1 0 0 0,1 0 0 0 0,-1-1 1 0 0,1 2-1 0 0,0-1 0 0 0,0 0 0 0 0,0 1 0 0 0,1 0 0 0 0,-1 0 0 0 0,1 1 1 0 0,0 0-1 0 0,0 0 0 0 0,0 0 0 0 0,1 0 0 0 0,-1 1 0 0 0,1 0 0 0 0,-1 1 1 0 0,1-1-1 0 0,9 1 0 0 0,-12 1 17 0 0,0 1-1 0 0,0-1 1 0 0,0 1 0 0 0,0 0-1 0 0,0 1 1 0 0,0-1 0 0 0,-1 1-1 0 0,1 0 1 0 0,0 0 0 0 0,-1 0-1 0 0,1 0 1 0 0,-1 0 0 0 0,0 1-1 0 0,1 0 1 0 0,-1 0 0 0 0,-1-1-1 0 0,1 2 1 0 0,0-1 0 0 0,-1 0-1 0 0,1 1 1 0 0,-1-1 0 0 0,0 1-1 0 0,0-1 1 0 0,-1 1 0 0 0,3 5-1 0 0,4 13 83 0 0,-1 0-1 0 0,0 0 1 0 0,4 30-1 0 0,-8-36-39 0 0,3 10 63 0 0,15 45-1 0 0,-17-61-603 0 0,0 0 0 0 0,1-1 0 0 0,0 1 0 0 0,0-1 0 0 0,1 0-1 0 0,0 0 1 0 0,10 10 0 0 0,-6-9-707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5.3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54 2304 0 0,'-5'-7'2116'0'0,"5"6"-1736"0"0,0 0 0 0 0,-1 0 0 0 0,1 0 0 0 0,0 0 0 0 0,-1 0 0 0 0,1 0 0 0 0,0 0 0 0 0,0 0-1 0 0,0 0 1 0 0,0 0 0 0 0,0 0 0 0 0,0 0 0 0 0,0 0 0 0 0,0 0 0 0 0,0 0 0 0 0,0 0 0 0 0,1 0 0 0 0,-1 0 0 0 0,1-1 0 0 0,1-3-1653 0 0,-2 4 1377 0 0,0 1 0 0 0,1-1-1 0 0,-1 1 1 0 0,0-1 0 0 0,0 1-1 0 0,1-1 1 0 0,-1 1 0 0 0,0-1-1 0 0,0 1 1 0 0,0-1 0 0 0,0 1-1 0 0,0-1 1 0 0,0 0 0 0 0,0 1-1 0 0,0-1 1 0 0,0 1 0 0 0,0-1-1 0 0,0 1 1 0 0,0-1 0 0 0,0 1-1 0 0,0-1 1 0 0,0 1 0 0 0,-1-1-1 0 0,1 0 1 0 0,0 1 0 0 0,0-1-1 0 0,-1 1 1 0 0,1 0 0 0 0,0-1-1 0 0,-1 1 1 0 0,1-1 0 0 0,0 1-1 0 0,-1-1 1 0 0,1 1 0 0 0,-1 0-1 0 0,1-1 1 0 0,-1 1 0 0 0,1 0-1 0 0,-1 0 1 0 0,1-1 0 0 0,-1 1 0 0 0,1 0-1 0 0,-1 0 1 0 0,1 0 0 0 0,-1-1-1 0 0,1 1 1 0 0,-1 0 0 0 0,1 0-1 0 0,-1 0 1 0 0,0 0 0 0 0,1 0-1 0 0,-1 0 1 0 0,0 0 0 0 0,-2 1 145 0 0,1-1 1 0 0,-1 0 0 0 0,0 1 0 0 0,1 0 0 0 0,-1-1-1 0 0,1 1 1 0 0,0 0 0 0 0,-1 0 0 0 0,-2 2 0 0 0,-5 6 84 0 0,-1 1 1 0 0,1 0 0 0 0,0 1-1 0 0,1 0 1 0 0,1 0 0 0 0,-11 19 0 0 0,4-4-164 0 0,1 0 1 0 0,-10 31 0 0 0,20-48-142 0 0,1 2 0 0 0,0-1 0 0 0,1 0 0 0 0,-2 21 1 0 0,4-29-31 0 0,0 1 0 0 0,0-1-1 0 0,0 1 1 0 0,0-1 0 0 0,0 1 0 0 0,1-1 0 0 0,0 1 0 0 0,-1-1 0 0 0,1 1 0 0 0,0-1 0 0 0,2 5 0 0 0,-2-6-12 0 0,0 0-1 0 0,0 0 1 0 0,0 0 0 0 0,0 0 0 0 0,0 0-1 0 0,0-1 1 0 0,0 1 0 0 0,0 0-1 0 0,0 0 1 0 0,0-1 0 0 0,1 1 0 0 0,-1-1-1 0 0,0 1 1 0 0,1-1 0 0 0,-1 1 0 0 0,0-1-1 0 0,1 0 1 0 0,-1 0 0 0 0,0 0 0 0 0,1 1-1 0 0,-1-1 1 0 0,0 0 0 0 0,3-1 0 0 0,0 0-19 0 0,0 0 0 0 0,0 0 0 0 0,0-1 1 0 0,0 0-1 0 0,0 0 0 0 0,0 0 0 0 0,0 0 1 0 0,-1 0-1 0 0,1-1 0 0 0,-1 1 0 0 0,0-1 1 0 0,0 0-1 0 0,0 0 0 0 0,0 0 0 0 0,0-1 1 0 0,-1 1-1 0 0,1-1 0 0 0,1-4 0 0 0,5-7-11 0 0,0 0-1 0 0,-2-1 0 0 0,7-17 1 0 0,0-15-16 0 0,-11 35 62 0 0,1 0 0 0 0,0 0-1 0 0,11-23 1 0 0,-15 36 2 0 0,0 0 1 0 0,0 0-1 0 0,0 0 0 0 0,0 0 1 0 0,0 0-1 0 0,0 0 0 0 0,0 0 1 0 0,0-1-1 0 0,0 1 0 0 0,0 0 1 0 0,0 0-1 0 0,1 0 0 0 0,-1 0 1 0 0,0 0-1 0 0,0 0 0 0 0,0 0 1 0 0,0 0-1 0 0,0 0 0 0 0,0 0 1 0 0,0 0-1 0 0,0 0 0 0 0,1 0 1 0 0,-1 0-1 0 0,0-1 0 0 0,0 1 1 0 0,0 0-1 0 0,0 0 0 0 0,0 0 1 0 0,0 0-1 0 0,1 0 0 0 0,-1 0 1 0 0,0 0-1 0 0,0 1 0 0 0,0-1 1 0 0,0 0-1 0 0,0 0 0 0 0,0 0 1 0 0,0 0-1 0 0,1 0 0 0 0,-1 0 1 0 0,0 0-1 0 0,0 0 0 0 0,0 0 1 0 0,0 0-1 0 0,0 0 0 0 0,0 0 1 0 0,0 0-1 0 0,0 0 0 0 0,0 1 1 0 0,1-1-1 0 0,-1 0 0 0 0,0 0 1 0 0,0 0-1 0 0,0 0 0 0 0,5 11 255 0 0,4 17 124 0 0,-9-26-325 0 0,6 18 229 0 0,0 1 0 0 0,1-1 1 0 0,1 0-1 0 0,18 31 0 0 0,-21-43-460 0 0,0-1 1 0 0,1 0-1 0 0,0 0 0 0 0,0 0 0 0 0,12 9 0 0 0,-12-11-648 0 0,0-1-1 0 0,0 0 0 0 0,1 0 1 0 0,0-1-1 0 0,-1 0 0 0 0,1 0 0 0 0,13 3 1 0 0,-2-2-5928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5.5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10138 0 0,'12'45'8079'0'0,"3"54"-4952"0"0,-12-77-2512 0 0,20 155 374 0 0,12 86-281 0 0,-1-90-3682 0 0,-26-142-4537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5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62 6913 0 0,'4'50'5811'0'0,"-3"-43"-5620"0"0,1-1 1 0 0,0 0-1 0 0,0 1 0 0 0,0-1 1 0 0,1 0-1 0 0,0 0 0 0 0,0 0 1 0 0,1 0-1 0 0,-1-1 0 0 0,1 1 1 0 0,1-1-1 0 0,-1 0 0 0 0,1 0 1 0 0,0-1-1 0 0,0 1 0 0 0,10 6 1 0 0,-10-7 67 0 0,1 0 1 0 0,0 0 0 0 0,-1-1-1 0 0,1 0 1 0 0,0 0 0 0 0,1-1-1 0 0,-1 1 1 0 0,0-1 0 0 0,1-1 0 0 0,-1 1-1 0 0,1-1 1 0 0,0 0 0 0 0,-1-1-1 0 0,1 1 1 0 0,0-1 0 0 0,-1-1-1 0 0,8 0 1 0 0,-12 0-233 0 0,0 1-1 0 0,0-1 1 0 0,-1 1-1 0 0,1-1 1 0 0,0 0-1 0 0,0 0 1 0 0,-1 0-1 0 0,1 0 1 0 0,-1 0-1 0 0,1 0 1 0 0,-1-1-1 0 0,1 1 1 0 0,-1 0-1 0 0,1-1 1 0 0,-1 1-1 0 0,0-1 1 0 0,0 0-1 0 0,0 1 1 0 0,1-4-1 0 0,0 1 61 0 0,-1 0 0 0 0,0 0 1 0 0,0 0-1 0 0,0 0 0 0 0,-1 0 0 0 0,1 0 0 0 0,-1 0 1 0 0,0 0-1 0 0,-1-4 0 0 0,0-5 148 0 0,-1 0 0 0 0,-1 0 1 0 0,0 0-1 0 0,-10-24 0 0 0,10 30-274 0 0,0 1 0 0 0,-1-1 1 0 0,1 0-1 0 0,-1 1 0 0 0,-1 0 0 0 0,1 0 1 0 0,-1 0-1 0 0,0 0 0 0 0,-10-8 0 0 0,13 12 17 0 0,-1 1-1 0 0,0-1 0 0 0,0 0 1 0 0,0 1-1 0 0,0-1 0 0 0,0 1 1 0 0,0 0-1 0 0,0 0 1 0 0,0 0-1 0 0,0 1 0 0 0,0-1 1 0 0,-1 1-1 0 0,1-1 0 0 0,0 1 1 0 0,0 0-1 0 0,-1 0 0 0 0,1 1 1 0 0,0-1-1 0 0,0 1 1 0 0,-1-1-1 0 0,1 1 0 0 0,0 0 1 0 0,0 0-1 0 0,-5 3 0 0 0,-26 18-1637 0 0,18-8 241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6.3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280 138 10594 0 0,'0'-4'134'0'0,"-1"0"0"0"0,1 0 0 0 0,-1 0 0 0 0,0 0 0 0 0,0 0 0 0 0,0 1 0 0 0,0-1 0 0 0,-1 0 1 0 0,1 1-1 0 0,-1-1 0 0 0,0 1 0 0 0,0-1 0 0 0,-1 1 0 0 0,1 0 0 0 0,-1 0 0 0 0,1 0 0 0 0,-1 0 0 0 0,-4-3 0 0 0,-8-8 680 0 0,0 1-1 0 0,-18-12 1 0 0,30 23-683 0 0,1 0-1 0 0,-1 1 1 0 0,0-1 0 0 0,0 1 0 0 0,0-1-1 0 0,0 1 1 0 0,0 0 0 0 0,0 0-1 0 0,0 0 1 0 0,0 1 0 0 0,0-1-1 0 0,0 1 1 0 0,0-1 0 0 0,-1 1 0 0 0,1 0-1 0 0,0 0 1 0 0,0 1 0 0 0,0-1-1 0 0,0 1 1 0 0,-4 0 0 0 0,2 1-17 0 0,0 1 0 0 0,1-1 0 0 0,-1 1 0 0 0,1-1 0 0 0,-1 1-1 0 0,1 1 1 0 0,0-1 0 0 0,0 0 0 0 0,0 1 0 0 0,1 0 0 0 0,-5 6 0 0 0,0 1-28 0 0,1 0 1 0 0,0 0-1 0 0,1 1 0 0 0,0 0 0 0 0,1 0 0 0 0,0 1 1 0 0,1-1-1 0 0,0 1 0 0 0,-2 15 0 0 0,6-21-79 0 0,-1-1 0 0 0,1 1 0 0 0,0-1-1 0 0,0 1 1 0 0,1 0 0 0 0,0-1-1 0 0,0 0 1 0 0,1 1 0 0 0,0-1 0 0 0,0 0-1 0 0,0 0 1 0 0,1 0 0 0 0,3 6 0 0 0,-5-10-20 0 0,1 1 0 0 0,0-1 0 0 0,-1 0 0 0 0,1 0 0 0 0,0 0 0 0 0,0 0 0 0 0,0 0 0 0 0,1 0 0 0 0,-1-1 0 0 0,0 1 0 0 0,1-1 1 0 0,-1 1-1 0 0,1-1 0 0 0,-1 0 0 0 0,1 0 0 0 0,-1 0 0 0 0,1-1 0 0 0,0 1 0 0 0,0 0 0 0 0,-1-1 0 0 0,1 0 0 0 0,0 0 0 0 0,0 0 1 0 0,-1 0-1 0 0,1 0 0 0 0,0 0 0 0 0,0-1 0 0 0,0 1 0 0 0,-1-1 0 0 0,1 0 0 0 0,0 0 0 0 0,3-2 0 0 0,6-3 25 0 0,0-1 0 0 0,0 0 0 0 0,0-1 0 0 0,-1 0 0 0 0,0-1 0 0 0,-1 0 0 0 0,0 0 1 0 0,0-2-1 0 0,10-13 0 0 0,-11 13 106 0 0,0 0 1 0 0,2 0-1 0 0,-1 1 1 0 0,1 0-1 0 0,0 1 1 0 0,1 0-1 0 0,23-12 1 0 0,-34 20-111 0 0,1 0 1 0 0,-1 0 0 0 0,1 1 0 0 0,0-1 0 0 0,0 1 0 0 0,-1-1 0 0 0,1 1-1 0 0,0-1 1 0 0,0 1 0 0 0,0 0 0 0 0,-1 0 0 0 0,1 0 0 0 0,0 0 0 0 0,0 0 0 0 0,0 0-1 0 0,-1 1 1 0 0,1-1 0 0 0,0 1 0 0 0,0-1 0 0 0,-1 1 0 0 0,1-1 0 0 0,0 1-1 0 0,-1 0 1 0 0,4 2 0 0 0,-3-1 10 0 0,1 1 1 0 0,-1 0-1 0 0,0 0 0 0 0,0 0 1 0 0,0 0-1 0 0,0 0 0 0 0,0 0 1 0 0,-1 0-1 0 0,0 0 0 0 0,1 1 0 0 0,-1-1 1 0 0,0 4-1 0 0,3 12 99 0 0,-2-1 1 0 0,0 1-1 0 0,-1 32 0 0 0,-2-15 21 0 0,-2 0-1 0 0,-2 0 1 0 0,-17 67-1 0 0,17-86-75 0 0,0 0-1 0 0,-1-1 0 0 0,-1 0 0 0 0,-1 0 1 0 0,0-1-1 0 0,-1 0 0 0 0,0-1 0 0 0,-2 1 1 0 0,1-2-1 0 0,-17 17 0 0 0,22-26-64 0 0,0 0 1 0 0,-1 1-1 0 0,0-2 0 0 0,1 1 0 0 0,-1-1 1 0 0,0 0-1 0 0,-1 0 0 0 0,1 0 1 0 0,0-1-1 0 0,-1 0 0 0 0,0-1 1 0 0,-10 2-1 0 0,12-2-1111 0 0,-1-1 0 0 0,1 0 1 0 0,-1 0-1 0 0,1-1 0 0 0,-10-1 0 0 0,-3-4-6095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7.0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220 145 10594 0 0,'1'-8'398'0'0,"0"-1"-1"0"0,-1 1 0 0 0,0 0 1 0 0,0 0-1 0 0,-1 0 0 0 0,0 0 1 0 0,-1 0-1 0 0,-2-9 1 0 0,3 13-134 0 0,0 0 1 0 0,0 1-1 0 0,0-1 1 0 0,-1 1 0 0 0,1-1-1 0 0,-1 1 1 0 0,0 0-1 0 0,0 0 1 0 0,0 0 0 0 0,0 0-1 0 0,0 0 1 0 0,-1 0 0 0 0,0 0-1 0 0,1 1 1 0 0,-1-1-1 0 0,0 1 1 0 0,0 0 0 0 0,0 0-1 0 0,-6-3 1 0 0,6 4-162 0 0,0 1 0 0 0,1 0 0 0 0,-1 0 0 0 0,0 0 0 0 0,1 0-1 0 0,-1 1 1 0 0,0-1 0 0 0,0 1 0 0 0,1 0 0 0 0,-1 0 0 0 0,1-1 0 0 0,-1 2 0 0 0,1-1 0 0 0,-1 0 0 0 0,1 0 0 0 0,-1 1 0 0 0,1-1 0 0 0,0 1 0 0 0,0 0 0 0 0,0 0 0 0 0,0 0 0 0 0,0 0-1 0 0,-2 4 1 0 0,-5 4 61 0 0,1 1-1 0 0,0 0 1 0 0,-8 18-1 0 0,5-7-82 0 0,1 1-1 0 0,2 0 1 0 0,0 0-1 0 0,1 1 1 0 0,2 0-1 0 0,-4 35 1 0 0,5-20-68 0 0,2 0 1 0 0,2 0-1 0 0,6 53 1 0 0,-2-70-30 0 0,0-1 0 0 0,1 1 1 0 0,1-1-1 0 0,1 0 0 0 0,13 24 0 0 0,31 48-2895 0 0,-33-66-4413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7.3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1 171 3225 0 0,'8'-10'489'0'0,"1"0"0"0"0,0 0 0 0 0,0 1 0 0 0,1 1 0 0 0,0 0 0 0 0,1 0 0 0 0,0 1 0 0 0,13-7 0 0 0,-12 6 25 0 0,-5 4-176 0 0,-1 0 0 0 0,1 0 0 0 0,0 1 0 0 0,1-1 0 0 0,-1 1 0 0 0,0 1 0 0 0,1 0 0 0 0,0 0 0 0 0,-1 0 0 0 0,1 1 0 0 0,0 0 0 0 0,0 1 0 0 0,0 0 0 0 0,-1 0 0 0 0,1 0 0 0 0,0 1 0 0 0,0 0 0 0 0,0 1 0 0 0,-1 0 0 0 0,1 0 0 0 0,-1 0 0 0 0,1 1 0 0 0,-1 0 0 0 0,0 1 0 0 0,0 0 0 0 0,-1 0 0 0 0,1 0 0 0 0,-1 1 0 0 0,0 0 0 0 0,0 0 0 0 0,0 0 0 0 0,-1 1 0 0 0,7 8 0 0 0,3 6-61 0 0,0 1-1 0 0,-1 1 1 0 0,-2 1 0 0 0,16 36-1 0 0,-22-43-178 0 0,-13-23 457 0 0,-11-26 435 0 0,14 16-1088 0 0,1 0-1 0 0,1 0 0 0 0,1 0 1 0 0,0 0-1 0 0,1 0 1 0 0,1 0-1 0 0,1 0 1 0 0,0 0-1 0 0,1 0 0 0 0,1 0 1 0 0,7-20-1 0 0,-5 22-5171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7.7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0 3225 0 0,'-2'0'227'0'0,"0"0"-1"0"0,0 1 1 0 0,0-1 0 0 0,1 0 0 0 0,-1 1 0 0 0,0-1 0 0 0,0 1 0 0 0,1-1-1 0 0,-1 1 1 0 0,0 0 0 0 0,1 0 0 0 0,-1 0 0 0 0,1 0 0 0 0,-1 0 0 0 0,1 0-1 0 0,-1 0 1 0 0,1 0 0 0 0,0 1 0 0 0,-3 2 0 0 0,2-1 112 0 0,0 1 0 0 0,-1 0 0 0 0,1 0 0 0 0,1 0 1 0 0,-1 0-1 0 0,1 1 0 0 0,-3 8 0 0 0,2 2 425 0 0,0 0-1 0 0,1 0 1 0 0,2 31 0 0 0,0-34-463 0 0,1 1 1 0 0,0-1-1 0 0,1 0 1 0 0,0 0-1 0 0,1 0 1 0 0,1 0-1 0 0,0 0 1 0 0,11 19-1 0 0,-13-27-236 0 0,-1 0 0 0 0,1 0 0 0 0,0 0 0 0 0,-1 0 0 0 0,2-1 0 0 0,-1 1 0 0 0,0-1 0 0 0,1 0 0 0 0,0 0 0 0 0,-1 0 0 0 0,1 0 0 0 0,0-1-1 0 0,1 1 1 0 0,-1-1 0 0 0,0 0 0 0 0,1 0 0 0 0,-1-1 0 0 0,1 1 0 0 0,-1-1 0 0 0,1 0 0 0 0,0 0 0 0 0,-1-1 0 0 0,1 1 0 0 0,0-1 0 0 0,9-1 0 0 0,-11 1-50 0 0,-1-1 1 0 0,0 1 0 0 0,0-1-1 0 0,0 1 1 0 0,1-1-1 0 0,-1 0 1 0 0,0 0-1 0 0,0 0 1 0 0,0 0-1 0 0,0 0 1 0 0,0 0 0 0 0,0 0-1 0 0,-1-1 1 0 0,1 1-1 0 0,0-1 1 0 0,-1 0-1 0 0,1 1 1 0 0,-1-1-1 0 0,1 0 1 0 0,-1 0 0 0 0,2-2-1 0 0,-2 0 9 0 0,0 1 0 0 0,0-1 1 0 0,0 0-1 0 0,-1 1 0 0 0,1-1 0 0 0,-1 1 0 0 0,0-1 0 0 0,0 0 0 0 0,0 0 1 0 0,0 1-1 0 0,-2-8 0 0 0,-2-3-116 0 0,0-1 0 0 0,-1 1 0 0 0,-1 0 0 0 0,0 1 0 0 0,-10-18 0 0 0,-2 4-1018 0 0,-2 1 1 0 0,-22-24-1 0 0,29 34-713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8.0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 9674 0 0,'37'4'1551'0'0,"-32"-4"-1204"0"0,1 0 1 0 0,0 1 0 0 0,-1-1-1 0 0,1 1 1 0 0,0 1-1 0 0,-1-1 1 0 0,11 5 0 0 0,-13-5-150 0 0,0 1 0 0 0,0 0 0 0 0,-1 0 0 0 0,1 0 0 0 0,0 0 0 0 0,-1 0 0 0 0,0 0 0 0 0,1 1 0 0 0,-1 0 1 0 0,0-1-1 0 0,0 1 0 0 0,0 0 0 0 0,-1 0 0 0 0,1 0 0 0 0,-1 0 0 0 0,1 0 0 0 0,-1 0 0 0 0,1 4 0 0 0,0 4-56 0 0,0 1-1 0 0,-1-1 1 0 0,0 0 0 0 0,-1 13-1 0 0,0-15-81 0 0,-1-9-55 0 0,1 1 0 0 0,0-1 0 0 0,0 0-1 0 0,0 0 1 0 0,0 0 0 0 0,0 1 0 0 0,0-1-1 0 0,0 0 1 0 0,0 0 0 0 0,0 1 0 0 0,0-1 0 0 0,0 0-1 0 0,0 0 1 0 0,0 0 0 0 0,0 1 0 0 0,0-1-1 0 0,0 0 1 0 0,0 0 0 0 0,0 0 0 0 0,0 1-1 0 0,1-1 1 0 0,-1 0 0 0 0,0 0 0 0 0,0 0-1 0 0,0 1 1 0 0,0-1 0 0 0,0 0 0 0 0,0 0 0 0 0,1 0-1 0 0,-1 0 1 0 0,0 1 0 0 0,0-1 0 0 0,0 0-1 0 0,0 0 1 0 0,1 0 0 0 0,-1 0 0 0 0,0 0-1 0 0,0 0 1 0 0,0 0 0 0 0,1 1 0 0 0,-1-1 0 0 0,0 0-1 0 0,9-8 49 0 0,5-13 85 0 0,-5 1 80 0 0,1 0-1 0 0,2 1 1 0 0,14-20-1 0 0,-23 34-192 0 0,0 1 0 0 0,0 0 0 0 0,0 0 0 0 0,1 1 0 0 0,-1-1 0 0 0,1 1 0 0 0,0-1 0 0 0,0 1 0 0 0,0 0 0 0 0,1 1 0 0 0,-1-1 0 0 0,1 1-1 0 0,-1 0 1 0 0,1 0 0 0 0,0 0 0 0 0,0 1 0 0 0,0 0 0 0 0,0 0 0 0 0,0 0 0 0 0,5 0 0 0 0,-8 1-11 0 0,0 0 0 0 0,0 1 0 0 0,0-1 0 0 0,-1 1 0 0 0,1 0 0 0 0,0-1 0 0 0,0 1 0 0 0,0 0-1 0 0,-1 0 1 0 0,1 0 0 0 0,0 0 0 0 0,-1 0 0 0 0,1 1 0 0 0,-1-1 0 0 0,1 0 0 0 0,-1 1 0 0 0,0-1 0 0 0,1 1 0 0 0,-1 0 0 0 0,1 2 0 0 0,19 45 312 0 0,-18-42-448 0 0,-1 0 0 0 0,1 0 0 0 0,0 0 0 0 0,8 12 0 0 0,-9-16-109 0 0,1-1-1 0 0,-1 0 1 0 0,1 0-1 0 0,0 0 1 0 0,0 0-1 0 0,0 0 0 0 0,0 0 1 0 0,0-1-1 0 0,0 1 1 0 0,1-1-1 0 0,-1 0 1 0 0,0 0-1 0 0,1 0 0 0 0,-1 0 1 0 0,1-1-1 0 0,-1 0 1 0 0,1 1-1 0 0,-1-1 1 0 0,1 0-1 0 0,-1-1 0 0 0,6 0 1 0 0,12-3-1288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8.2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44 14283 0 0,'0'-4'204'0'0,"0"0"1"0"0,1-1-1 0 0,-1 1 1 0 0,1 0-1 0 0,0-1 1 0 0,1-5-1 0 0,-2 10-178 0 0,1-1 0 0 0,-1 1 0 0 0,0 0 0 0 0,0-1 0 0 0,0 1 0 0 0,1-1 0 0 0,-1 1 0 0 0,0 0 1 0 0,1-1-1 0 0,-1 1 0 0 0,0 0 0 0 0,1-1 0 0 0,-1 1 0 0 0,0 0 0 0 0,1-1 0 0 0,-1 1 0 0 0,0 0 0 0 0,1 0 0 0 0,-1 0 0 0 0,1-1 0 0 0,-1 1 0 0 0,1 0 0 0 0,-1 0 0 0 0,1 0 0 0 0,0 0 0 0 0,0 0 38 0 0,0 0 1 0 0,0 1-1 0 0,0-1 0 0 0,1 0 0 0 0,-1 1 0 0 0,0-1 1 0 0,0 1-1 0 0,0 0 0 0 0,0-1 0 0 0,0 1 0 0 0,0 0 1 0 0,-1 0-1 0 0,1 0 0 0 0,0-1 0 0 0,1 3 0 0 0,5 8 411 0 0,1 1-1 0 0,-2 0 1 0 0,0 0-1 0 0,-1 1 1 0 0,0-1-1 0 0,0 1 0 0 0,-2 0 1 0 0,4 20-1 0 0,0-5-119 0 0,102 321 1210 0 0,-61-206-3330 0 0,-39-114-6059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8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0 160 10594 0 0,'0'-3'944'0'0,"2"2"-751"0"0,2-1-193 0 0,1 1 0 0 0,-1-1 616 0 0,3 1 88 0 0,5-2 24 0 0,6-3 0 0 0,7-2-96 0 0,7-4-24 0 0,6 0 0 0 0,1-2 1 0 0,3-1-609 0 0,1 0-168 0 0,2-1-16 0 0,3 1 0 0 0,1-1 184 0 0,-1-2-73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9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1 350 3681 0 0,'3'4'6092'0'0,"-3"-4"-5986"0"0,15 1 4053 0 0,15-2-1983 0 0,-19-1-1986 0 0,0-1 0 0 0,0 0 0 0 0,0-1 0 0 0,-1 0 0 0 0,0-1 0 0 0,0 0 0 0 0,0-1 0 0 0,-1 0 0 0 0,1 0 0 0 0,-1-1 0 0 0,-1 0 0 0 0,1-1 0 0 0,-1 1 0 0 0,-1-2 0 0 0,1 1 0 0 0,7-13 0 0 0,-9 12-159 0 0,-1 1 1 0 0,0 0-1 0 0,-1-1 1 0 0,0 0-1 0 0,0 0 1 0 0,-1 0 0 0 0,0-1-1 0 0,0 1 1 0 0,-1-1-1 0 0,0 1 1 0 0,-1-1-1 0 0,0 0 1 0 0,-1 1 0 0 0,0-1-1 0 0,0 0 1 0 0,-1 0-1 0 0,-1 1 1 0 0,1-1-1 0 0,-4-10 1 0 0,4 18-18 0 0,1 0 1 0 0,-1-1-1 0 0,0 1 0 0 0,0 0 0 0 0,0 0 1 0 0,0-1-1 0 0,0 1 0 0 0,0 0 0 0 0,0 0 1 0 0,-1 0-1 0 0,1 1 0 0 0,-1-1 1 0 0,0 0-1 0 0,1 0 0 0 0,-1 1 0 0 0,0-1 1 0 0,0 1-1 0 0,0-1 0 0 0,0 1 1 0 0,0 0-1 0 0,0 0 0 0 0,0 0 0 0 0,-1 0 1 0 0,1 0-1 0 0,0 1 0 0 0,-1-1 1 0 0,1 1-1 0 0,0-1 0 0 0,-1 1 0 0 0,-3 0 1 0 0,2 1-10 0 0,0-1 1 0 0,0 2 0 0 0,0-1-1 0 0,0 0 1 0 0,0 1 0 0 0,1 0 0 0 0,-1-1-1 0 0,0 1 1 0 0,1 1 0 0 0,0-1-1 0 0,-1 1 1 0 0,1-1 0 0 0,0 1 0 0 0,1 0-1 0 0,-1 0 1 0 0,0 0 0 0 0,-3 6-1 0 0,0 2-72 0 0,-1 0 0 0 0,2 0 0 0 0,0 1-1 0 0,0 0 1 0 0,1 0 0 0 0,1 1 0 0 0,0-1-1 0 0,0 1 1 0 0,1-1 0 0 0,1 1 0 0 0,0 0-1 0 0,1 0 1 0 0,0 0 0 0 0,1-1 0 0 0,1 1-1 0 0,0 0 1 0 0,0-1 0 0 0,6 14 0 0 0,-6-17 103 0 0,1-1 0 0 0,0 1 1 0 0,0-1-1 0 0,1 0 1 0 0,0-1-1 0 0,0 1 0 0 0,1-1 1 0 0,0 1-1 0 0,1-1 1 0 0,-1-1-1 0 0,1 1 0 0 0,1-1 1 0 0,-1 0-1 0 0,1 0 1 0 0,0-1-1 0 0,0 0 0 0 0,1 0 1 0 0,-1-1-1 0 0,1 0 1 0 0,0 0-1 0 0,0-1 0 0 0,1 0 1 0 0,-1 0-1 0 0,1-1 1 0 0,-1 0-1 0 0,1-1 0 0 0,9 1 1 0 0,-14-2-22 0 0,0 0 1 0 0,0-1-1 0 0,1 1 1 0 0,-1-1-1 0 0,0 0 1 0 0,0 0 0 0 0,0-1-1 0 0,0 1 1 0 0,0-1-1 0 0,0 0 1 0 0,0 0-1 0 0,-1 0 1 0 0,1 0-1 0 0,-1-1 1 0 0,0 0-1 0 0,1 1 1 0 0,-1-1 0 0 0,0 0-1 0 0,0-1 1 0 0,-1 1-1 0 0,1 0 1 0 0,3-7-1 0 0,4-9 33 0 0,0 0-1 0 0,-1 0 0 0 0,9-29 0 0 0,-3 7 162 0 0,-9 28-157 0 0,19-41 290 0 0,-22 50-311 0 0,-1 1-1 0 0,0-1 0 0 0,1 0 0 0 0,0 1 1 0 0,0 0-1 0 0,0 0 0 0 0,0 0 1 0 0,1 0-1 0 0,-1 0 0 0 0,8-4 1 0 0,-10 7-23 0 0,0 0 0 0 0,0 0 0 0 0,0 0 0 0 0,-1 0 1 0 0,1 0-1 0 0,0 0 0 0 0,0 0 0 0 0,0 0 0 0 0,0 0 0 0 0,0 0 1 0 0,0 0-1 0 0,0 1 0 0 0,0-1 0 0 0,0 0 0 0 0,0 1 1 0 0,0-1-1 0 0,0 1 0 0 0,-1-1 0 0 0,1 1 0 0 0,0-1 1 0 0,0 1-1 0 0,-1 0 0 0 0,1-1 0 0 0,0 1 0 0 0,-1 0 0 0 0,1 0 1 0 0,0-1-1 0 0,-1 1 0 0 0,1 0 0 0 0,-1 0 0 0 0,0 0 1 0 0,1 0-1 0 0,-1 0 0 0 0,0-1 0 0 0,1 2 0 0 0,14 38 282 0 0,-14-37-242 0 0,4 14-9 0 0,1 0 1 0 0,0-1-1 0 0,18 30 1 0 0,-22-41-32 0 0,1-1-1 0 0,0 0 1 0 0,0 0 0 0 0,1-1-1 0 0,-1 1 1 0 0,1 0 0 0 0,0-1-1 0 0,5 4 1 0 0,-7-6-6 0 0,0 0-1 0 0,1 0 1 0 0,-1 0-1 0 0,0 0 1 0 0,0 0-1 0 0,1 0 1 0 0,-1-1-1 0 0,0 1 1 0 0,1-1-1 0 0,-1 0 1 0 0,0 0-1 0 0,1 0 1 0 0,-1 0-1 0 0,0 0 1 0 0,1 0-1 0 0,-1-1 1 0 0,0 1-1 0 0,4-2 1 0 0,-2 1-2 0 0,0-1 0 0 0,-1 0 0 0 0,0 0 0 0 0,1 0 0 0 0,-1 0 0 0 0,0-1 0 0 0,0 0 0 0 0,0 1 0 0 0,0-1 0 0 0,-1 0 0 0 0,4-5 0 0 0,26-43 0 0 0,-8 11 0 0 0,-8 20 7 0 0,1 0-1 0 0,26-23 1 0 0,-34 34-4 0 0,1 1 0 0 0,0 1-1 0 0,0-1 1 0 0,1 2 0 0 0,0 0 0 0 0,22-10 0 0 0,-31 15-26 0 0,0 0 1 0 0,0 1-1 0 0,0-1 1 0 0,1 0-1 0 0,-1 1 0 0 0,0 0 1 0 0,0-1-1 0 0,0 1 1 0 0,0 0-1 0 0,1 0 0 0 0,-1 0 1 0 0,0 0-1 0 0,0 1 1 0 0,0-1-1 0 0,1 1 0 0 0,-1-1 1 0 0,0 1-1 0 0,0 0 1 0 0,0-1-1 0 0,0 1 1 0 0,0 0-1 0 0,0 1 0 0 0,0-1 1 0 0,-1 0-1 0 0,1 0 1 0 0,0 1-1 0 0,0-1 0 0 0,-1 1 1 0 0,1 0-1 0 0,1 3 1 0 0,3 4-369 0 0,-1 1 0 0 0,-1-1 0 0 0,0 1 0 0 0,0 0 0 0 0,3 16 0 0 0,12 27-2679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49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227 400 6913 0 0,'-1'-4'329'0'0,"0"0"-1"0"0,-1 0 1 0 0,1 1-1 0 0,-1-1 1 0 0,0 1-1 0 0,0 0 1 0 0,-1-1-1 0 0,1 1 1 0 0,0 0-1 0 0,-1 0 1 0 0,0 0-1 0 0,0 1 0 0 0,0-1 1 0 0,0 1-1 0 0,0 0 1 0 0,0-1-1 0 0,-1 1 1 0 0,1 1-1 0 0,-1-1 1 0 0,0 0-1 0 0,1 1 1 0 0,-1 0-1 0 0,0 0 1 0 0,0 0-1 0 0,0 0 0 0 0,-4 0 1 0 0,4 1-168 0 0,0 1 0 0 0,0-1 0 0 0,0 0 0 0 0,0 1 0 0 0,1 0 0 0 0,-1 0 0 0 0,0 0 0 0 0,0 1 0 0 0,1-1 0 0 0,-1 1 0 0 0,1 0 0 0 0,-1 0 0 0 0,1 0 0 0 0,0 0 0 0 0,0 1 0 0 0,0-1 0 0 0,-4 5 0 0 0,-2 3-18 0 0,1 0-1 0 0,1 0 1 0 0,-1 1-1 0 0,2 0 1 0 0,0 1-1 0 0,0-1 1 0 0,1 1 0 0 0,0 0-1 0 0,1 1 1 0 0,1-1-1 0 0,-4 23 1 0 0,5-27-137 0 0,1-1 1 0 0,1 0-1 0 0,-1 1 0 0 0,1-1 1 0 0,1 0-1 0 0,-1 1 0 0 0,1-1 0 0 0,0 0 1 0 0,1 1-1 0 0,0-1 0 0 0,0 0 1 0 0,1 0-1 0 0,-1 0 0 0 0,1-1 1 0 0,1 1-1 0 0,-1-1 0 0 0,1 1 0 0 0,1-1 1 0 0,-1 0-1 0 0,1-1 0 0 0,10 10 1 0 0,-13-13-53 0 0,0 0 1 0 0,1 0 0 0 0,0 0 0 0 0,-1 0 0 0 0,1 0-1 0 0,0-1 1 0 0,0 0 0 0 0,0 1 0 0 0,0-1-1 0 0,0 0 1 0 0,0-1 0 0 0,0 1 0 0 0,0 0 0 0 0,0-1-1 0 0,1 0 1 0 0,-1 0 0 0 0,0 0 0 0 0,6 0-1 0 0,-5-2-62 0 0,0 1 1 0 0,0 0-1 0 0,0-1 0 0 0,-1 0 0 0 0,1 0 0 0 0,-1 0 0 0 0,1 0 0 0 0,-1 0 0 0 0,0-1 0 0 0,0 1 0 0 0,0-1 0 0 0,0 0 0 0 0,3-4 0 0 0,1-3-321 0 0,1-1-1 0 0,-1 0 0 0 0,-1 0 0 0 0,0 0 0 0 0,-1-1 0 0 0,0 0 1 0 0,-1 0-1 0 0,4-18 0 0 0,-3-1-423 0 0,-1 0 0 0 0,-1 0 0 0 0,-4-59 0 0 0,-18-95 1320 0 0,5 71 2519 0 0,5 47 2206 0 0,12 117-1832 0 0,-3-15-3134 0 0,6 19-72 0 0,2 1-1 0 0,3-1 1 0 0,2-1-1 0 0,2 0 1 0 0,3-1-1 0 0,1-1 0 0 0,48 87 1 0 0,-39-90-2497 0 0,2-2-1 0 0,44 51 1 0 0,-38-55-5099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0.7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303 263 7834 0 0,'-60'17'554'0'0,"-62"21"486"0"0,109-33-488 0 0,-1 1 0 0 0,1 1-1 0 0,0 0 1 0 0,0 0 0 0 0,1 2 0 0 0,-16 13 0 0 0,27-22-459 0 0,0 1 1 0 0,0 0 0 0 0,0-1-1 0 0,0 1 1 0 0,0 0-1 0 0,0 0 1 0 0,1 0 0 0 0,-1 0-1 0 0,0 0 1 0 0,0-1-1 0 0,1 1 1 0 0,-1 0-1 0 0,1 1 1 0 0,-1-1 0 0 0,1 0-1 0 0,-1 0 1 0 0,1 0-1 0 0,0 0 1 0 0,-1 0 0 0 0,1 0-1 0 0,0 0 1 0 0,0 1-1 0 0,0-1 1 0 0,0 0-1 0 0,0 2 1 0 0,1-2-21 0 0,0 0 0 0 0,0 0 0 0 0,-1 0 0 0 0,1-1 0 0 0,0 1 0 0 0,0 0 0 0 0,0 0 0 0 0,0 0 0 0 0,0-1 0 0 0,1 1 0 0 0,-1-1 0 0 0,0 1 0 0 0,0-1 0 0 0,0 1 0 0 0,0-1 0 0 0,1 1 0 0 0,-1-1 0 0 0,2 0 1 0 0,10 2 224 0 0,-1-1 1 0 0,1 0 0 0 0,15-1 0 0 0,43-3-220 0 0,430-30 643 0 0,687-59-953 0 0,-543 49 1104 0 0,-96 4-395 0 0,556-16-414 0 0,-199 6-128 0 0,-325-2-585 0 0,-388 26-2378 0 0,-1-3-3583 0 0,-158 22 2781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1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5948 0 13827 0 0,'0'0'47'0'0,"-1"0"1"0"0,0 0-1 0 0,1 0 0 0 0,-1 0 1 0 0,0 0-1 0 0,1 0 0 0 0,-1 0 1 0 0,0 0-1 0 0,1 1 0 0 0,-1-1 1 0 0,1 0-1 0 0,-1 0 0 0 0,0 0 1 0 0,1 1-1 0 0,-1-1 0 0 0,1 0 1 0 0,-1 1-1 0 0,1-1 0 0 0,-1 0 1 0 0,0 1-1 0 0,1-1 0 0 0,0 1 1 0 0,-1-1-1 0 0,1 1 0 0 0,-1-1 1 0 0,1 1-1 0 0,0-1 0 0 0,-1 2 1 0 0,0 19 786 0 0,2-14 358 0 0,5 236 4017 0 0,-6-234-5191 0 0,2 65-18 0 0,3 0 0 0 0,18 83 0 0 0,45 143 0 0 0,-65-286 0 0 0,74 484 0 0 0,-48-261 0 0 0,90 445-188 0 0,51 0-228 0 0,-150-608 485 0 0,63 283 170 0 0,-75-316-184 0 0,2-1 0 0 0,1 0-1 0 0,22 51 1 0 0,62 111 262 0 0,-58-127-277 0 0,16 19 228 0 0,5 13 80 0 0,-57-104-333 0 0,1-1 0 0 0,-1 1 0 0 0,0 0 0 0 0,-1 0 1 0 0,1 0-1 0 0,0 0 0 0 0,-1-1 0 0 0,0 1 0 0 0,0 0 0 0 0,0 0 0 0 0,0 0 0 0 0,0 0 1 0 0,0 0-1 0 0,-1 0 0 0 0,1 0 0 0 0,-1 0 0 0 0,-2 4 0 0 0,1-2-20 0 0,0-1-1 0 0,0 0 1 0 0,-1-1 0 0 0,0 1-1 0 0,0 0 1 0 0,0-1 0 0 0,0 1-1 0 0,0-1 1 0 0,-1 0 0 0 0,-5 3-1 0 0,0 1-27 0 0,-1-2-1 0 0,0 1 1 0 0,0-1-1 0 0,-1-1 1 0 0,1 0-1 0 0,-1-1 1 0 0,0 0-1 0 0,-17 3 1 0 0,-218 14-360 0 0,-68 10-174 0 0,-43 18 357 0 0,34-6-27 0 0,-116 26 95 0 0,-816 136-3900 0 0,1055-175 4209 0 0,-366 6 0 0 0,203-43-138 0 0,182 2-376 0 0,-423-9 1178 0 0,435 9 456 0 0,-200 6 107 0 0,169 11-519 0 0,98-7-463 0 0,0 4 0 0 0,-114 23 0 0 0,84-3-282 0 0,-221 61 316 0 0,332-82-465 0 0,3 0-472 0 0,-1 0 0 0 0,0-1 1 0 0,0-1-1 0 0,0-1 0 0 0,-1-1 1 0 0,-30 1-1 0 0,30-6-6897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2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 6913 0 0,'-4'12'344'0'0,"0"1"0"0"0,1 0-1 0 0,1 0 1 0 0,0 0-1 0 0,0 1 1 0 0,1-1 0 0 0,2 18-1 0 0,-2-11 449 0 0,17 253 4626 0 0,-2-105-4413 0 0,-11-118-868 0 0,23 353 396 0 0,32-3-548 0 0,52 368 17 0 0,-105-726 4 0 0,85 419 1249 0 0,-30-192-713 0 0,65 231 1524 0 0,-13-65-676 0 0,-23 3 46 0 0,-86-416-1927 0 0,-1 44 0 0 0,-2-65 382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3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0 3225 0 0,'-7'33'11820'0'0,"-16"57"-8943"0"0,7-28-1711 0 0,-121 460-20 0 0,132-502-1366 0 0,-3 2-342 0 0,2 1 0 0 0,0-1 0 0 0,2 1 0 0 0,1 1 1 0 0,0-1-1 0 0,2 40 0 0 0,4-47-3498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3.7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 10138 0 0,'0'0'48'0'0,"0"0"0"0"0,0 0-1 0 0,0-1 1 0 0,0 1 0 0 0,0 0 0 0 0,0 0-1 0 0,0 0 1 0 0,0-1 0 0 0,0 1 0 0 0,0 0-1 0 0,0 0 1 0 0,0 0 0 0 0,0 0-1 0 0,0-1 1 0 0,0 1 0 0 0,0 0 0 0 0,1 0-1 0 0,-1 0 1 0 0,0 0 0 0 0,0-1 0 0 0,0 1-1 0 0,0 0 1 0 0,0 0 0 0 0,0 0 0 0 0,0 0-1 0 0,1-1 1 0 0,-1 1 0 0 0,0 0 0 0 0,0 0-1 0 0,0 0 1 0 0,0 0 0 0 0,0 0 0 0 0,1 0-1 0 0,-1 0 1 0 0,0 0 0 0 0,0 0-1 0 0,0-1 1 0 0,1 1 0 0 0,-1 0 0 0 0,0 0-1 0 0,0 0 1 0 0,0 0 0 0 0,0 0 0 0 0,1 0-1 0 0,-1 0 1 0 0,16-1 1436 0 0,15 4 631 0 0,-12 3-1706 0 0,-1 0 1 0 0,0 1 0 0 0,-1 1-1 0 0,0 1 1 0 0,0 0 0 0 0,0 2-1 0 0,-2-1 1 0 0,1 2 0 0 0,-1 0-1 0 0,-1 1 1 0 0,0 0 0 0 0,-1 2-1 0 0,0-1 1 0 0,-1 1 0 0 0,14 26-1 0 0,2 7-908 0 0,-2 2 0 0 0,-3 1 0 0 0,-2 1-1 0 0,15 57 1 0 0,-28-81-6729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3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34 103 12899 0 0,'-8'-2'325'0'0,"5"2"-217"0"0,1 0-1 0 0,0-1 1 0 0,-1 0-1 0 0,1 1 1 0 0,0-1-1 0 0,-1 0 1 0 0,1 0-1 0 0,0 0 1 0 0,-3-2-1 0 0,29-9 3715 0 0,38-8-2586 0 0,68-11-1 0 0,-71 18-2404 0 0,-23 5 309 0 0,3 0-11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4.2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31 14283 0 0,'-33'-24'1911'0'0,"24"18"718"0"0,22 25-278 0 0,1 3-2059 0 0,-1 0 0 0 0,-1 0 0 0 0,-2 1 0 0 0,0 0 1 0 0,-1 1-1 0 0,11 48 0 0 0,15 156-1109 0 0,-27-156-666 0 0,-5-43-6049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4.5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23 165 10594 0 0,'-3'-5'55'0'0,"0"0"-1"0"0,0-1 0 0 0,1 1 0 0 0,-1-1 1 0 0,1 0-1 0 0,1 0 0 0 0,-1 0 1 0 0,1 0-1 0 0,0 0 0 0 0,0 0 1 0 0,0-8-1 0 0,1 10 60 0 0,1 1-1 0 0,-1-1 1 0 0,1 0-1 0 0,-1 0 1 0 0,1 0-1 0 0,0 1 1 0 0,1-1 0 0 0,-1 0-1 0 0,1 1 1 0 0,-1-1-1 0 0,1 1 1 0 0,0 0-1 0 0,0 0 1 0 0,1 0 0 0 0,-1 0-1 0 0,1 0 1 0 0,-1 0-1 0 0,1 0 1 0 0,4-2 0 0 0,-3 2 79 0 0,0 1 0 0 0,0 0 1 0 0,1 0-1 0 0,-1 0 0 0 0,1 1 1 0 0,-1-1-1 0 0,1 1 1 0 0,0 0-1 0 0,-1 0 0 0 0,1 1 1 0 0,0 0-1 0 0,0-1 0 0 0,-1 2 1 0 0,1-1-1 0 0,0 0 1 0 0,5 2-1 0 0,13 3 271 0 0,-2 0 0 0 0,26 10 0 0 0,-23-7-97 0 0,-2-1-218 0 0,0 1 0 0 0,0 1 0 0 0,0 0 0 0 0,-1 2 0 0 0,-1 1 0 0 0,28 20 0 0 0,-43-28-132 0 0,1 1 0 0 0,0-1 0 0 0,-1 1 0 0 0,0 1 0 0 0,0-1-1 0 0,-1 1 1 0 0,1 0 0 0 0,-1 0 0 0 0,0 0 0 0 0,-1 0 0 0 0,0 1 0 0 0,0 0 0 0 0,0-1 0 0 0,-1 1 0 0 0,0 0-1 0 0,0 0 1 0 0,-1 1 0 0 0,1-1 0 0 0,-2 0 0 0 0,1 0 0 0 0,-1 1 0 0 0,0-1 0 0 0,-1 0 0 0 0,-2 13 0 0 0,-1-6 44 0 0,0 1 1 0 0,-2-1-1 0 0,0-1 1 0 0,0 1-1 0 0,-2-1 1 0 0,1 0-1 0 0,-2-1 1 0 0,1 1 0 0 0,-2-2-1 0 0,0 1 1 0 0,-22 19-1 0 0,-5 0-35 0 0,-2-1 0 0 0,-56 33 0 0 0,31-28-857 0 0,36-22 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4.8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283 1 8290 0 0,'-5'0'508'0'0,"0"0"0"0"0,0-1 0 0 0,0 2 0 0 0,0-1 0 0 0,0 0 0 0 0,0 1 0 0 0,0 0 1 0 0,0 0-1 0 0,0 1 0 0 0,0-1 0 0 0,0 1 0 0 0,-8 5 0 0 0,5-2 73 0 0,0 0-1 0 0,0 1 1 0 0,0 0-1 0 0,1 0 1 0 0,0 1-1 0 0,-8 9 1 0 0,0 4-76 0 0,0 0 0 0 0,2 1-1 0 0,0 0 1 0 0,-14 33 0 0 0,15-28-334 0 0,1 0-1 0 0,1 1 1 0 0,1 0 0 0 0,2 1-1 0 0,-8 51 1 0 0,14-72-134 0 0,1 1 1 0 0,-1-1-1 0 0,1 0 0 0 0,1 0 1 0 0,0 1-1 0 0,0-1 0 0 0,0 0 1 0 0,1 0-1 0 0,0 0 0 0 0,0 0 1 0 0,0-1-1 0 0,1 1 1 0 0,0 0-1 0 0,1-1 0 0 0,0 0 1 0 0,-1 0-1 0 0,2 0 0 0 0,-1 0 1 0 0,1-1-1 0 0,0 1 0 0 0,0-1 1 0 0,0-1-1 0 0,1 1 1 0 0,0-1-1 0 0,0 0 0 0 0,0 0 1 0 0,0 0-1 0 0,10 3 0 0 0,-10-4-2 0 0,0-1 0 0 0,0 0 0 0 0,1 0 0 0 0,-1 0 0 0 0,1-1 0 0 0,-1 0 0 0 0,1 0 0 0 0,0 0 0 0 0,-1-1 0 0 0,1 0 0 0 0,0-1-1 0 0,-1 1 1 0 0,1-1 0 0 0,0-1 0 0 0,-1 1 0 0 0,1-1 0 0 0,10-4 0 0 0,2-4-193 0 0,0 0 1 0 0,-1-2-1 0 0,-1 0 1 0 0,20-17-1 0 0,5-3-1183 0 0,-28 23 574 0 0,-2 5-8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5.7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417 185 920 0 0,'-86'3'4466'0'0,"-79"7"951"0"0,144-7-4189 0 0,0 0 0 0 0,0 2 0 0 0,1 1 0 0 0,0 0 0 0 0,-33 16 0 0 0,52-22-1172 0 0,1 0 0 0 0,0 0 1 0 0,-1 0-1 0 0,1 0 1 0 0,-1 0-1 0 0,1 0 1 0 0,0 0-1 0 0,-1 0 1 0 0,1 0-1 0 0,0 1 0 0 0,-1-1 1 0 0,1 0-1 0 0,-1 0 1 0 0,1 0-1 0 0,0 1 1 0 0,0-1-1 0 0,-1 0 1 0 0,1 0-1 0 0,0 1 0 0 0,-1-1 1 0 0,1 0-1 0 0,0 1 1 0 0,0-1-1 0 0,-1 0 1 0 0,1 1-1 0 0,0-1 1 0 0,0 0-1 0 0,0 1 0 0 0,0-1 1 0 0,0 1-1 0 0,-1-1 1 0 0,1 0-1 0 0,0 1 1 0 0,0-1-1 0 0,0 1 1 0 0,0-1-1 0 0,0 0 0 0 0,0 1 1 0 0,0-1-1 0 0,1 1 1 0 0,16 5 858 0 0,28-2-594 0 0,464-44 71 0 0,-270 14-284 0 0,9 3-41 0 0,945-64-120 0 0,760 88 123 0 0,-1822 2 28 0 0,531 7 48 0 0,-592-8-283 0 0,-45 0-282 0 0,-1-2 0 0 0,1 0 1 0 0,0-2-1 0 0,0 0 0 0 0,27-7 0 0 0,-43 6-298 0 0,0-1 1 0 0,-1 1-1 0 0,1-2 1 0 0,-1 1 0 0 0,1-1-1 0 0,13-11 1 0 0,-16 11-655 0 0,0 0 1 0 0,0-1 0 0 0,-1 0 0 0 0,9-12-1 0 0,-7 6-756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6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0 11522 0 0,'-2'2'173'0'0,"0"-1"-1"0"0,1 0 1 0 0,-1 1-1 0 0,1-1 1 0 0,-1 1-1 0 0,1 0 1 0 0,0-1-1 0 0,0 1 1 0 0,0 0-1 0 0,0 0 1 0 0,0 0-1 0 0,0 0 0 0 0,0-1 1 0 0,1 1-1 0 0,-1 0 1 0 0,1 1-1 0 0,-1-1 1 0 0,1 0-1 0 0,0 0 1 0 0,0 2-1 0 0,-1 53 3256 0 0,2-37-2194 0 0,0 202 1957 0 0,15 112-2750 0 0,47 283-423 0 0,-17-188-21 0 0,-27-241 61 0 0,8-1 0 0 0,57 201 1 0 0,52 117 235 0 0,-32 7-283 0 0,-92-425-39 0 0,16 107-22 0 0,73 267 0 0 0,-61-338 111 0 0,-9-27 73 0 0,27 136-1 0 0,-58-228-163 0 0,4 25 30 0 0,-4-28-65 0 0,1 1 1 0 0,-1-1-1 0 0,0 0 1 0 0,0 0-1 0 0,0 0 1 0 0,0 1-1 0 0,-1-1 1 0 0,1 0-1 0 0,0 0 1 0 0,0 0-1 0 0,-1 0 1 0 0,1 1-1 0 0,0-1 0 0 0,-1 0 1 0 0,0 0-1 0 0,1 0 1 0 0,-1 0-1 0 0,-1 1 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6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5242 0 1840 0 0,'0'1'134'0'0,"-1"0"294"0"0,1 0 0 0 0,0 0-1 0 0,-1 1 1 0 0,1-1 0 0 0,-1 0 0 0 0,1 0 0 0 0,-1 0 0 0 0,1 0 0 0 0,-6 6 2567 0 0,5-6-2567 0 0,0 0 0 0 0,0 0-1 0 0,0-1 1 0 0,-1 1 0 0 0,1-1 0 0 0,0 1 0 0 0,0 0 0 0 0,0-1 0 0 0,0 0 0 0 0,-1 1-1 0 0,1-1 1 0 0,-3 0 0 0 0,-38 6 3367 0 0,40-6-3671 0 0,-534 67 4484 0 0,139-9-4220 0 0,54-22-254 0 0,-626 47-128 0 0,113-83-375 0 0,572-4 85 0 0,118 4 395 0 0,-203-8 359 0 0,215 0-387 0 0,0 7 0 0 0,-166 19 0 0 0,63 31 46 0 0,166-28-416 0 0,-108 10 0 0 0,149-31-2187 0 0,26-3-5034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7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6913 0 0,'0'0'529'0'0,"8"19"1928"0"0,5 49 766 0 0,7 81 0 0 0,-4-18-1686 0 0,45 216 304 0 0,43 374-319 0 0,-93-530-1440 0 0,46 566 108 0 0,11-155 154 0 0,70 598 743 0 0,-68-713 194 0 0,-65-461-2957 0 0,-1-3-6402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7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1 233 5529 0 0,'0'0'41'0'0,"0"-1"1"0"0,0 1-1 0 0,0-1 0 0 0,0 1 1 0 0,1-1-1 0 0,-1 1 0 0 0,0-1 0 0 0,0 1 1 0 0,1-1-1 0 0,-1 1 0 0 0,0 0 1 0 0,1-1-1 0 0,-1 1 0 0 0,0-1 0 0 0,1 1 1 0 0,-1 0-1 0 0,1-1 0 0 0,-1 1 1 0 0,1 0-1 0 0,-1-1 0 0 0,1 1 0 0 0,-1 0 1 0 0,1 0-1 0 0,-1 0 0 0 0,1-1 0 0 0,-1 1 1 0 0,1 0-1 0 0,-1 0 0 0 0,1 0 1 0 0,-1 0-1 0 0,2 0 0 0 0,25-9 692 0 0,-25 9-692 0 0,90-24 1772 0 0,116-14 0 0 0,98 4-513 0 0,-217 25-927 0 0,855-73 1145 0 0,4 56-1444 0 0,-217 43 493 0 0,-111-3-4869 0 0,-510-12-333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8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3323 0 9218 0 0,'-1'2'73'0'0,"-1"-1"0"0"0,1 1 0 0 0,0-1 0 0 0,0 1 0 0 0,0 0 0 0 0,0-1 0 0 0,0 1 0 0 0,0 0 0 0 0,0 0 0 0 0,0 0 0 0 0,1 0 0 0 0,-1 0 0 0 0,1 0 0 0 0,-1 0 0 0 0,1 0 0 0 0,0 0 0 0 0,0 0 0 0 0,0 3 0 0 0,6 43 1040 0 0,-2-26-543 0 0,51 351 7071 0 0,60 183-6432 0 0,-68-363-1141 0 0,71 323 488 0 0,-92-371-184 0 0,11 237 0 0 0,-33 69-244 0 0,17 289 75 0 0,44-113-54 0 0,12 122 46 0 0,-34-386-600 0 0,-42-363 408 0 0,-1 1 1 0 0,0-1-1 0 0,0 1 1 0 0,0 0-1 0 0,0-1 1 0 0,1 1-1 0 0,-1 0 1 0 0,0-1-1 0 0,0 1 1 0 0,0-1-1 0 0,0 1 1 0 0,0 0-1 0 0,-1-1 1 0 0,1 1-1 0 0,0 0 1 0 0,0-1-1 0 0,0 1 1 0 0,0 0-1 0 0,-1-1 1 0 0,1 1-1 0 0,0-1 1 0 0,-1 1-1 0 0,1-1 1 0 0,0 1-1 0 0,-1-1 1 0 0,1 1-1 0 0,-1-1 1 0 0,1 1-1 0 0,-1-1 1 0 0,0 1-1 0 0,0-1 11 0 0,0 0 1 0 0,-1 1-1 0 0,1-1 0 0 0,0 0 0 0 0,0 0 0 0 0,-1-1 1 0 0,1 1-1 0 0,0 0 0 0 0,0 0 0 0 0,-1-1 0 0 0,1 1 1 0 0,0 0-1 0 0,0-1 0 0 0,-2 0 0 0 0,-46-31 152 0 0,41 26-299 0 0,-21-14 135 0 0,0 1-1 0 0,-1 1 0 0 0,-1 2 1 0 0,-1 1-1 0 0,0 1 0 0 0,-1 2 1 0 0,-65-15-1 0 0,27 16 1 0 0,-110-3 0 0 0,-74 14-179 0 0,149 2-34 0 0,-302 14 593 0 0,161-5-324 0 0,-384 6 302 0 0,343-10-36 0 0,-51 1 214 0 0,157-5-243 0 0,-94-2-78 0 0,143-3-317 0 0,-152-10-1097 0 0,224 0 190 0 0,21 0-4918 0 0,13 2-1255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7:59.2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12443 0 0,'-2'11'297'0'0,"-1"-1"0"0"0,1 2 1 0 0,1-1-1 0 0,0 0 1 0 0,0 0-1 0 0,1 0 1 0 0,0 0-1 0 0,4 19 0 0 0,-1 17 262 0 0,31 516 2979 0 0,44-77-2696 0 0,28 235 686 0 0,-60-71-563 0 0,23 205-450 0 0,-32-540-342 0 0,52 365 345 0 0,-87-672-515 0 0,37 304-1596 0 0,-37-283-6355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0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32 9674 0 0,'8'-31'7735'0'0,"-7"46"-6307"0"0,0 75 886 0 0,-15 355-1700 0 0,10-417-2484 0 0,-1 1 1 0 0,-10 36 0 0 0,7-42-4206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0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1 322 5065 0 0,'0'-29'1116'0'0,"1"0"0"0"0,2 0 0 0 0,7-32 1 0 0,-7 50-483 0 0,0-1 1 0 0,0 1 0 0 0,1 0 0 0 0,0 1 0 0 0,1-1 0 0 0,1 1-1 0 0,-1 0 1 0 0,1 0 0 0 0,1 0 0 0 0,12-14 0 0 0,-18 23-559 0 0,0 0 0 0 0,1-1 1 0 0,-1 1-1 0 0,0 0 0 0 0,0 0 1 0 0,1-1-1 0 0,-1 1 0 0 0,0 0 0 0 0,1 1 1 0 0,-1-1-1 0 0,1 0 0 0 0,0 0 0 0 0,-1 1 1 0 0,1-1-1 0 0,-1 0 0 0 0,1 1 1 0 0,0 0-1 0 0,0-1 0 0 0,-1 1 0 0 0,1 0 1 0 0,0 0-1 0 0,-1 0 0 0 0,1 0 1 0 0,0 0-1 0 0,0 1 0 0 0,-1-1 0 0 0,1 0 1 0 0,0 1-1 0 0,-1-1 0 0 0,1 1 1 0 0,0 0-1 0 0,-1-1 0 0 0,1 1 0 0 0,-1 0 1 0 0,1 0-1 0 0,-1 0 0 0 0,0 0 0 0 0,1 0 1 0 0,-1 0-1 0 0,0 1 0 0 0,0-1 1 0 0,0 0-1 0 0,0 1 0 0 0,0-1 0 0 0,1 2 1 0 0,5 8 184 0 0,0 0 1 0 0,-1 1 0 0 0,-1-1-1 0 0,8 23 1 0 0,-11-27-245 0 0,10 27 166 0 0,-3-5-98 0 0,23 47 0 0 0,-29-69-108 0 0,1-1 0 0 0,-1 0-1 0 0,1 0 1 0 0,0-1-1 0 0,1 1 1 0 0,-1-1-1 0 0,1 0 1 0 0,0 0 0 0 0,0 0-1 0 0,1-1 1 0 0,-1 0-1 0 0,1 0 1 0 0,7 4 0 0 0,-11-7-53 0 0,-1 0 1 0 0,1 0 0 0 0,-1 0 0 0 0,1-1 0 0 0,0 1 0 0 0,-1 0-1 0 0,1-1 1 0 0,0 0 0 0 0,0 1 0 0 0,-1-1 0 0 0,1 0 0 0 0,0 0-1 0 0,0 0 1 0 0,0 0 0 0 0,-1 0 0 0 0,1 0 0 0 0,0 0 0 0 0,0-1 0 0 0,-1 1-1 0 0,1-1 1 0 0,0 1 0 0 0,0-1 0 0 0,-1 0 0 0 0,1 1 0 0 0,-1-1-1 0 0,1 0 1 0 0,-1 0 0 0 0,1 0 0 0 0,-1 0 0 0 0,0-1 0 0 0,1 1-1 0 0,-1 0 1 0 0,0 0 0 0 0,0-1 0 0 0,0 1 0 0 0,0-1 0 0 0,0 1-1 0 0,0-1 1 0 0,0 0 0 0 0,0 1 0 0 0,-1-1 0 0 0,1 0 0 0 0,-1 1 0 0 0,1-3-1 0 0,2-10-184 0 0,0 0-1 0 0,-2 0 0 0 0,1 0 0 0 0,-2-24 0 0 0,0 17 460 0 0,1-9 282 0 0,7-42 0 0 0,-7 64-250 0 0,1 0 0 0 0,0 0 0 0 0,0 0 0 0 0,1 0 0 0 0,0 0 0 0 0,0 0-1 0 0,1 1 1 0 0,0 0 0 0 0,0 0 0 0 0,7-9 0 0 0,-10 15-182 0 0,-1 0 0 0 0,1 0 0 0 0,0 1 0 0 0,0-1 0 0 0,-1 0 1 0 0,1 0-1 0 0,0 1 0 0 0,0-1 0 0 0,0 0 0 0 0,0 1 0 0 0,0-1 0 0 0,0 1 0 0 0,0 0 0 0 0,0-1 0 0 0,0 1 0 0 0,0 0 0 0 0,0-1 1 0 0,0 1-1 0 0,0 0 0 0 0,0 0 0 0 0,1 0 0 0 0,-1 0 0 0 0,0 0 0 0 0,0 0 0 0 0,2 0 0 0 0,-1 1 10 0 0,-1 0 0 0 0,1 0-1 0 0,0 0 1 0 0,-1 0 0 0 0,1 1-1 0 0,0-1 1 0 0,-1 0 0 0 0,0 1 0 0 0,1-1-1 0 0,-1 0 1 0 0,0 1 0 0 0,0 0-1 0 0,2 1 1 0 0,2 6 79 0 0,-1 0 0 0 0,0 0 0 0 0,0 0 0 0 0,4 15 1 0 0,12 69-3 0 0,6 19-14 0 0,-21-97-794 0 0,1 0-1 0 0,0 0 1 0 0,1-1-1 0 0,0 0 0 0 0,14 19 1 0 0,-9-16-6412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10138 0 0,'10'27'5472'0'0,"3"12"-1822"0"0,14 68 0 0 0,-2 44-3870 0 0,-11-61-1919 0 0,-12-73-5297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0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67 13363 0 0,'-3'-21'592'0'0,"1"10"120"0"0,2 2-568 0 0,0 2-144 0 0,0 4 0 0 0,2 0 704 0 0,-2 0 120 0 0,3-2 17 0 0,0 2 7 0 0,1 1-456 0 0,-1 5-88 0 0,2 7-16 0 0,-2 0-8 0 0,0 7-1504 0 0,0 2-304 0 0,2 4-57 0 0,1-2-15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1.3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22 2761 0 0,'-1'-1'112'0'0,"1"0"0"0"0,-1-1 1 0 0,0 1-1 0 0,0 0 1 0 0,0-1-1 0 0,0 1 0 0 0,0 0 1 0 0,0 0-1 0 0,0 0 1 0 0,0 0-1 0 0,0 0 0 0 0,-1 0 1 0 0,1 0-1 0 0,0 0 1 0 0,-1 0-1 0 0,1 0 0 0 0,0 1 1 0 0,-1-1-1 0 0,1 1 1 0 0,-1-1-1 0 0,1 1 0 0 0,-4-1 1 0 0,2 1 155 0 0,0 0-1 0 0,0 1 1 0 0,0-1 0 0 0,0 1 0 0 0,0-1 0 0 0,0 1-1 0 0,0 0 1 0 0,0 0 0 0 0,0 0 0 0 0,-5 3 0 0 0,-1 2 422 0 0,0 0 0 0 0,0 0 0 0 0,1 0 0 0 0,0 1 0 0 0,-14 15 0 0 0,16-14-329 0 0,0 0 1 0 0,1 0 0 0 0,-1 0-1 0 0,1 0 1 0 0,1 1-1 0 0,0 0 1 0 0,0 0-1 0 0,1 0 1 0 0,0 1-1 0 0,0-1 1 0 0,-1 13-1 0 0,4-18-284 0 0,-1 1 0 0 0,1-1 0 0 0,0 0 0 0 0,1 0 0 0 0,-1 0 0 0 0,1 0 0 0 0,-1 0 0 0 0,1 0 0 0 0,1 0 0 0 0,-1 0 0 0 0,0 0 1 0 0,1 0-1 0 0,0 0 0 0 0,0-1 0 0 0,0 1 0 0 0,0-1 0 0 0,1 1 0 0 0,0-1 0 0 0,-1 0 0 0 0,1 0 0 0 0,0 0 0 0 0,0 0 0 0 0,1-1 0 0 0,-1 1 0 0 0,0-1 0 0 0,1 0 0 0 0,0 0 0 0 0,6 3 0 0 0,-3-2-463 0 0,1 0-1 0 0,0-1 1 0 0,0 1-1 0 0,0-2 1 0 0,1 1 0 0 0,-1-1-1 0 0,16 0 1 0 0,-2-2-5453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1.6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 5065 0 0,'1'1'265'0'0,"0"-1"-1"0"0,0 0 0 0 0,0 1 1 0 0,0-1-1 0 0,0 1 1 0 0,0 0-1 0 0,0-1 0 0 0,0 1 1 0 0,-1 0-1 0 0,1 0 1 0 0,0-1-1 0 0,-1 1 1 0 0,1 0-1 0 0,0 0 0 0 0,-1 0 1 0 0,1 0-1 0 0,-1 0 1 0 0,1 0-1 0 0,0 1 0 0 0,20 32 2344 0 0,-18-29-1951 0 0,10 15 812 0 0,27 30 1 0 0,-25-33-436 0 0,-1 0 0 0 0,15 25 0 0 0,-29-42-1000 0 0,0 0 0 0 0,0 0 0 0 0,1 0-1 0 0,-1 0 1 0 0,0 1 0 0 0,0-1 0 0 0,0 0 0 0 0,1 0 0 0 0,-1 0 0 0 0,0 0 0 0 0,0 1 0 0 0,0-1-1 0 0,0 0 1 0 0,1 0 0 0 0,-1 1 0 0 0,0-1 0 0 0,0 0 0 0 0,0 0 0 0 0,0 0 0 0 0,0 1 0 0 0,0-1 0 0 0,0 0-1 0 0,0 0 1 0 0,0 1 0 0 0,0-1 0 0 0,0 0 0 0 0,0 1 0 0 0,0-1 0 0 0,0 0 0 0 0,0 0 0 0 0,0 1-1 0 0,0-1 1 0 0,0 0 0 0 0,0 0 0 0 0,0 1 0 0 0,0-1 0 0 0,0 0 0 0 0,0 0 0 0 0,-1 0 0 0 0,1 1 0 0 0,0-1-1 0 0,0 0 1 0 0,0 0 0 0 0,0 0 0 0 0,-1 1 0 0 0,1-1 0 0 0,0 0 0 0 0,0 0 0 0 0,0 0 0 0 0,-1 1-1 0 0,0-2 29 0 0,1 1-1 0 0,-1 0 1 0 0,0-1-1 0 0,1 1 1 0 0,-1 0-1 0 0,1-1 1 0 0,-1 1-1 0 0,0-1 1 0 0,1 1-1 0 0,-1-1 1 0 0,1 1-1 0 0,-1-1 1 0 0,1 0-1 0 0,0 1 1 0 0,-1-1-1 0 0,1 1 1 0 0,-1-1-1 0 0,1-1 0 0 0,-3-6 37 0 0,0 0 0 0 0,1 0 0 0 0,0 0 0 0 0,1-1 0 0 0,0 1 0 0 0,0 0 0 0 0,1 0 0 0 0,0-1 0 0 0,1-11 0 0 0,2 0-136 0 0,1-1 0 0 0,9-31 0 0 0,-10 43-349 0 0,0 0 1 0 0,2 0-1 0 0,-1 0 0 0 0,1 0 0 0 0,0 1 1 0 0,7-10-1 0 0,6-3-7108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2.0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 6913 0 0,'-3'1'144'0'0,"0"-1"-1"0"0,0 1 1 0 0,1 0-1 0 0,-1 1 0 0 0,0-1 1 0 0,1 0-1 0 0,-1 1 0 0 0,1-1 1 0 0,0 1-1 0 0,0 0 0 0 0,-1 0 1 0 0,1 0-1 0 0,0 0 1 0 0,0 0-1 0 0,1 0 0 0 0,-1 1 1 0 0,0-1-1 0 0,1 0 0 0 0,-2 4 1 0 0,-25 50 1749 0 0,24-47-1692 0 0,1 1 0 0 0,1-1 0 0 0,0 1 0 0 0,0-1 0 0 0,1 1 0 0 0,0 0 0 0 0,1-1 0 0 0,0 1 0 0 0,1 0 0 0 0,-1 0 0 0 0,2-1 0 0 0,2 11 0 0 0,-3-16-123 0 0,0 1-1 0 0,0-1 1 0 0,0 0 0 0 0,1 0-1 0 0,0 0 1 0 0,0 0 0 0 0,0 0-1 0 0,0 0 1 0 0,1 0 0 0 0,-1-1-1 0 0,1 1 1 0 0,0-1 0 0 0,0 0-1 0 0,0 0 1 0 0,1 0 0 0 0,-1 0-1 0 0,1 0 1 0 0,-1-1 0 0 0,1 0-1 0 0,0 1 1 0 0,0-2 0 0 0,0 1-1 0 0,0 0 1 0 0,0-1 0 0 0,0 1 0 0 0,1-1-1 0 0,-1-1 1 0 0,7 2 0 0 0,-8-2-80 0 0,-1 0 0 0 0,0 0 0 0 0,1 0 0 0 0,-1 0 0 0 0,0 0 0 0 0,0 0 1 0 0,1-1-1 0 0,-1 1 0 0 0,0-1 0 0 0,0 1 0 0 0,0-1 0 0 0,0 0 0 0 0,0 0 1 0 0,0 0-1 0 0,0 0 0 0 0,0 0 0 0 0,0-1 0 0 0,0 1 0 0 0,0 0 0 0 0,-1-1 0 0 0,2-1 1 0 0,-1 0-6 0 0,0 0 1 0 0,-1 1 0 0 0,1-1-1 0 0,-1 0 1 0 0,0 0 0 0 0,0 0-1 0 0,0 0 1 0 0,-1 0 0 0 0,1 0-1 0 0,-1-1 1 0 0,0 1 0 0 0,1 0 0 0 0,-2-4-1 0 0,0-8-12 0 0,-1 1 0 0 0,-1 0 1 0 0,0 0-1 0 0,-1 0 0 0 0,-7-18 0 0 0,-37-77-2258 0 0,38 92-2829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3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175 9 1840 0 0,'-42'-8'19845'0'0,"36"11"-19793"0"0,0 0 1 0 0,1 0 0 0 0,-1 0 0 0 0,1 1 0 0 0,0 0-1 0 0,0 0 1 0 0,0 0 0 0 0,0 1 0 0 0,1-1 0 0 0,-1 1 0 0 0,1 0-1 0 0,1 1 1 0 0,-1-1 0 0 0,-3 7 0 0 0,-2 4-47 0 0,1 0 1 0 0,1 1-1 0 0,0 0 0 0 0,1 0 1 0 0,1 0-1 0 0,0 1 0 0 0,-3 32 1 0 0,7-43-56 0 0,0 0 0 0 0,1 0 0 0 0,0 0 1 0 0,0 0-1 0 0,1 0 0 0 0,0 0 0 0 0,0 0 1 0 0,0 0-1 0 0,1 0 0 0 0,0 0 1 0 0,0 0-1 0 0,1-1 0 0 0,0 1 0 0 0,0-1 1 0 0,1 0-1 0 0,0 0 0 0 0,0 0 0 0 0,0-1 1 0 0,0 1-1 0 0,1-1 0 0 0,0 0 0 0 0,0 0 1 0 0,6 4-1 0 0,-8-8-34 0 0,-1 1 1 0 0,1-1-1 0 0,-1 0 0 0 0,1 1 1 0 0,-1-1-1 0 0,1-1 0 0 0,-1 1 1 0 0,1 0-1 0 0,0-1 0 0 0,0 1 1 0 0,-1-1-1 0 0,1 0 0 0 0,0 0 1 0 0,0 0-1 0 0,0 0 1 0 0,-1 0-1 0 0,4-1 0 0 0,0-1-53 0 0,-1 1 0 0 0,0-1 0 0 0,0 0 0 0 0,1-1 0 0 0,-1 1 0 0 0,0-1 0 0 0,-1 0 0 0 0,6-4-1 0 0,1-3-44 0 0,0 0-1 0 0,0-1 1 0 0,-1 0-1 0 0,-1 0 0 0 0,15-22 1 0 0,-19 24 189 0 0,0-1 1 0 0,-1 1-1 0 0,0-1 0 0 0,0 1 1 0 0,-1-1-1 0 0,0-1 1 0 0,-1 1-1 0 0,0 0 1 0 0,-1 0-1 0 0,1-15 0 0 0,-2 5 582 0 0,-2-1 0 0 0,0 0-1 0 0,-1 1 1 0 0,-7-25-1 0 0,-4 91 431 0 0,3-14-827 0 0,7-18-187 0 0,-2 8-10 0 0,-6 37-1 0 0,12-53-92 0 0,-1 0-1 0 0,1 0 1 0 0,0 0-1 0 0,0 0 1 0 0,1 0-1 0 0,0 0 1 0 0,0 0-1 0 0,0 0 1 0 0,1 0-1 0 0,-1 0 1 0 0,4 6-1 0 0,-5-11 82 0 0,1 0 0 0 0,-1 0 0 0 0,0-1 0 0 0,1 1 0 0 0,-1 0 0 0 0,1 0 0 0 0,-1 0 0 0 0,1-1 0 0 0,-1 1 0 0 0,1 0 0 0 0,-1-1 0 0 0,1 1 0 0 0,0 0 0 0 0,-1-1 0 0 0,1 1 0 0 0,0-1 0 0 0,0 1 0 0 0,-1-1 0 0 0,1 1 0 0 0,0-1 0 0 0,0 1 0 0 0,0-1 0 0 0,0 0 0 0 0,-1 0 0 0 0,1 1 0 0 0,0-1 0 0 0,0 0 0 0 0,0 0 0 0 0,0 0 0 0 0,0 0 0 0 0,0 0 0 0 0,0 0 0 0 0,0 0 0 0 0,-1 0 0 0 0,1 0 0 0 0,0-1 0 0 0,0 1 0 0 0,0 0 0 0 0,0-1 0 0 0,0 1 0 0 0,-1 0 0 0 0,1-1 0 0 0,0 1 0 0 0,0-1 0 0 0,0 1 0 0 0,0-2 0 0 0,1 0-25 0 0,1 0-1 0 0,-2 0 0 0 0,1 0 1 0 0,0 0-1 0 0,0 0 1 0 0,-1-1-1 0 0,1 1 0 0 0,-1-1 1 0 0,0 1-1 0 0,1-1 1 0 0,-1 1-1 0 0,0-1 0 0 0,-1 0 1 0 0,2-2-1 0 0,0-7 48 0 0,0 0 0 0 0,2 1-1 0 0,5-17 1 0 0,-5 21-2 0 0,-1-1 0 0 0,0 1 1 0 0,-1-1-1 0 0,0 0 0 0 0,0 0 0 0 0,-1 0 0 0 0,0 0 0 0 0,-1 0 0 0 0,0-14 0 0 0,-8 57 731 0 0,-9 35 392 0 0,17-63-1124 0 0,0 0 1 0 0,1 0-1 0 0,-1 0 1 0 0,1 0-1 0 0,1 0 1 0 0,-1-1 0 0 0,1 1-1 0 0,0 0 1 0 0,1-1-1 0 0,0 1 1 0 0,0-1-1 0 0,0 0 1 0 0,8 11-1 0 0,-8-13-1 0 0,0-1-1 0 0,0 1 1 0 0,0-1-1 0 0,0 1 1 0 0,1-1-1 0 0,0 0 1 0 0,-1 0-1 0 0,1-1 1 0 0,0 1-1 0 0,0-1 1 0 0,1 0-1 0 0,-1 0 1 0 0,0 0-1 0 0,1 0 1 0 0,-1-1-1 0 0,1 0 1 0 0,-1 0-1 0 0,1 0 1 0 0,0-1 0 0 0,-1 1-1 0 0,9-1 1 0 0,-9 0-1 0 0,-1-1 1 0 0,1 1-1 0 0,-1-1 1 0 0,0 1-1 0 0,1-1 1 0 0,-1 0-1 0 0,0 0 1 0 0,0-1-1 0 0,0 1 1 0 0,0-1-1 0 0,0 1 1 0 0,0-1-1 0 0,0 0 1 0 0,0 0-1 0 0,0 0 1 0 0,-1-1-1 0 0,1 1 1 0 0,-1-1-1 0 0,2-2 1 0 0,-1 1 2 0 0,-1 0 1 0 0,-1 0 0 0 0,1 0-1 0 0,0 0 1 0 0,-1 0 0 0 0,0 0 0 0 0,0-1-1 0 0,0 1 1 0 0,0 0 0 0 0,-1-1-1 0 0,0 1 1 0 0,0 0 0 0 0,0-6 0 0 0,-1 1 1 0 0,0 0 0 0 0,-1 0 1 0 0,0 0-1 0 0,-1 1 1 0 0,1-1-1 0 0,-2 1 0 0 0,1-1 1 0 0,-1 1-1 0 0,0 0 1 0 0,-1 1-1 0 0,0-1 0 0 0,0 1 1 0 0,-1 0-1 0 0,-6-7 1 0 0,4 7-134 0 0,-1 0 0 0 0,0 1 0 0 0,0 0 0 0 0,-1 1 1 0 0,0 0-1 0 0,0 0 0 0 0,0 1 0 0 0,0 0 1 0 0,-1 1-1 0 0,0 0 0 0 0,1 1 0 0 0,-1 0 0 0 0,0 0 1 0 0,-13 1-1 0 0,37-1-148 0 0,0-1 0 0 0,-1-1 1 0 0,1 0-1 0 0,12-5 0 0 0,-1 0 431 0 0,-12 4-19 0 0,-1 1-1 0 0,1 1 0 0 0,0 0 0 0 0,1 1 1 0 0,-1 0-1 0 0,13 0 0 0 0,-22 2-104 0 0,1 0 0 0 0,-1 0 0 0 0,0 1 0 0 0,0-1 0 0 0,0 1-1 0 0,1 0 1 0 0,-1 0 0 0 0,0 0 0 0 0,0 0 0 0 0,0 0 0 0 0,0 1 0 0 0,-1-1-1 0 0,1 1 1 0 0,0 0 0 0 0,-1 0 0 0 0,1 0 0 0 0,-1 0 0 0 0,1 0 0 0 0,-1 1-1 0 0,0-1 1 0 0,0 1 0 0 0,0 0 0 0 0,0-1 0 0 0,-1 1 0 0 0,1 0-1 0 0,-1 0 1 0 0,0 0 0 0 0,2 4 0 0 0,0 6 85 0 0,0 0 0 0 0,0 0 1 0 0,-1 1-1 0 0,0 15 0 0 0,5 27 21 0 0,-7-56-135 0 0,0 0-1 0 0,0 1 1 0 0,0-1-1 0 0,0 0 1 0 0,0 0-1 0 0,0 0 1 0 0,0 0-1 0 0,0 0 1 0 0,0 0-1 0 0,0 1 1 0 0,0-1-1 0 0,1 0 1 0 0,-1 0-1 0 0,0 0 1 0 0,0 0-1 0 0,0 0 1 0 0,0 0-1 0 0,0 0 1 0 0,0 0-1 0 0,1 0 1 0 0,-1 0-1 0 0,0 0 1 0 0,0 1-1 0 0,0-1 1 0 0,0 0-1 0 0,0 0 1 0 0,1 0-1 0 0,-1 0 1 0 0,0 0-1 0 0,0 0 1 0 0,0 0-1 0 0,0 0 1 0 0,0 0-1 0 0,1 0 1 0 0,-1 0-1 0 0,0-1 1 0 0,0 1 0 0 0,0 0-1 0 0,0 0 1 0 0,0 0-1 0 0,0 0 1 0 0,1 0-1 0 0,-1 0 1 0 0,0 0-1 0 0,0 0 1 0 0,0 0-1 0 0,0-1 1 0 0,11-7 7 0 0,7-11 65 0 0,-1-4 115 0 0,-8 10-25 0 0,0 1 0 0 0,0 0 1 0 0,2 0-1 0 0,18-16 0 0 0,-26 25-137 0 0,0 1-1 0 0,0-1 0 0 0,1 1 1 0 0,-1 0-1 0 0,1 1 1 0 0,-1-1-1 0 0,1 1 1 0 0,0-1-1 0 0,0 1 1 0 0,0 0-1 0 0,-1 0 1 0 0,1 1-1 0 0,0-1 1 0 0,0 1-1 0 0,0 0 1 0 0,0 0-1 0 0,0 0 1 0 0,0 1-1 0 0,0-1 0 0 0,0 1 1 0 0,0 0-1 0 0,7 2 1 0 0,-6-1 5 0 0,0 0 0 0 0,0 1-1 0 0,0-1 1 0 0,0 1 0 0 0,0 0 0 0 0,-1 0 0 0 0,1 0-1 0 0,-1 1 1 0 0,0-1 0 0 0,0 1 0 0 0,-1 0 0 0 0,1 1-1 0 0,-1-1 1 0 0,0 0 0 0 0,4 8 0 0 0,-1 1-109 0 0,-1 1 1 0 0,0 0-1 0 0,-1 0 1 0 0,3 20-1 0 0,-3-16-232 0 0,-2-12-1496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3.7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0 5985 0 0,'-5'1'14859'0'0,"15"22"-14705"0"0,22 61 1503 0 0,47 153-676 0 0,-26-7-3202 0 0,-47-209-5479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3.9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98 7834 0 0,'0'-2'97'0'0,"1"-1"-1"0"0,-1 0 1 0 0,1 1 0 0 0,0-1 0 0 0,0 0 0 0 0,0 1 0 0 0,0-1 0 0 0,0 1 0 0 0,0 0-1 0 0,1-1 1 0 0,-1 1 0 0 0,1 0 0 0 0,-1 0 0 0 0,1 0 0 0 0,0 0 0 0 0,0 0 0 0 0,0 0-1 0 0,0 0 1 0 0,0 1 0 0 0,1-1 0 0 0,-1 1 0 0 0,4-2 0 0 0,7-4 559 0 0,1 1 0 0 0,27-9-1 0 0,-30 11-689 0 0,-2 1-151 0 0,0 0 1 0 0,-1 1 0 0 0,1 0-1 0 0,0 0 1 0 0,0 1-1 0 0,1 0 1 0 0,-1 1 0 0 0,0 0-1 0 0,0 0 1 0 0,0 1 0 0 0,0 0-1 0 0,0 1 1 0 0,0 0 0 0 0,0 0-1 0 0,0 1 1 0 0,10 5 0 0 0,-5-4 105 0 0,0-1-45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4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89 456 0 0,'1'-5'436'0'0,"1"0"-1"0"0,1 0 1 0 0,-1 0 0 0 0,1 1-1 0 0,0-1 1 0 0,0 1 0 0 0,0 0-1 0 0,6-6 1 0 0,-7 7 93 0 0,0 1-1 0 0,0 0 1 0 0,1-1 0 0 0,-1 1 0 0 0,1 0-1 0 0,0 0 1 0 0,-1 1 0 0 0,1-1-1 0 0,0 1 1 0 0,0-1 0 0 0,0 1-1 0 0,0 0 1 0 0,0 0 0 0 0,0 0-1 0 0,5 0 1 0 0,-7 1-318 0 0,0 0 0 0 0,0 1 0 0 0,0-1 1 0 0,0 0-1 0 0,0 1 0 0 0,0 0 0 0 0,0-1 0 0 0,0 1 0 0 0,0 0 0 0 0,0-1 1 0 0,0 1-1 0 0,0 0 0 0 0,0 0 0 0 0,0 0 0 0 0,0 0 0 0 0,-1 0 0 0 0,1 0 0 0 0,0 0 1 0 0,-1 0-1 0 0,1 1 0 0 0,13 29 1047 0 0,-9-21-953 0 0,49 91 82 0 0,-55-101-381 0 0,1 0-1 0 0,0 0 1 0 0,0 0-1 0 0,0 0 1 0 0,0 0-1 0 0,0 0 1 0 0,0 0 0 0 0,0 0-1 0 0,0 0 1 0 0,0 0-1 0 0,0 0 1 0 0,0 0-1 0 0,0 0 1 0 0,0 0-1 0 0,0 0 1 0 0,0 0 0 0 0,0 0-1 0 0,0 0 1 0 0,0 0-1 0 0,0 0 1 0 0,0 0-1 0 0,-1 0 1 0 0,1 1 0 0 0,0-1-1 0 0,0 0 1 0 0,0 0-1 0 0,0 0 1 0 0,0 0-1 0 0,0 0 1 0 0,0 0-1 0 0,0 0 1 0 0,0 0 0 0 0,0 0-1 0 0,0 0 1 0 0,0 0-1 0 0,0 0 1 0 0,0 0-1 0 0,0 0 1 0 0,0 0-1 0 0,0 0 1 0 0,0 0 0 0 0,0 0-1 0 0,0 1 1 0 0,-8-9 223 0 0,-8-12 81 0 0,13 13-479 0 0,1 0-1 0 0,-1-1 1 0 0,2 1-1 0 0,-1-1 0 0 0,1 1 1 0 0,0-1-1 0 0,0 0 1 0 0,1 1-1 0 0,0-1 1 0 0,0 0-1 0 0,1 0 1 0 0,0 1-1 0 0,4-14 0 0 0,2-6-6250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4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21 2745 0 0,'-1'-1'178'0'0,"1"1"1"0"0,-1 0 0 0 0,1-1 0 0 0,-1 1 0 0 0,1 0 0 0 0,-1 0 0 0 0,0 0 0 0 0,1 0 0 0 0,-1 0 0 0 0,1-1 0 0 0,-1 1-1 0 0,1 0 1 0 0,-1 0 0 0 0,1 0 0 0 0,-1 0 0 0 0,1 1 0 0 0,-1-1 0 0 0,0 0 0 0 0,1 0 0 0 0,-1 0 0 0 0,1 0 0 0 0,-1 0-1 0 0,1 1 1 0 0,-1-1 0 0 0,1 0 0 0 0,-1 1 0 0 0,1-1 0 0 0,-2 2 716 0 0,1-2-717 0 0,1 1 1 0 0,0-1 0 0 0,0 0 0 0 0,-1 1 0 0 0,1-1 0 0 0,0 1 0 0 0,0-1 0 0 0,-1 1 0 0 0,1 0 0 0 0,0 0 0 0 0,-11 34 4418 0 0,5-16-4582 0 0,5-15 109 0 0,0 0 1 0 0,1 0 0 0 0,-1 0 0 0 0,1 0 0 0 0,-1 0 0 0 0,1 0 0 0 0,0 0 0 0 0,1 0 0 0 0,-1 0-1 0 0,1 0 1 0 0,0 0 0 0 0,0-1 0 0 0,0 1 0 0 0,0 0 0 0 0,1 0 0 0 0,-1 0 0 0 0,1-1-1 0 0,0 1 1 0 0,0-1 0 0 0,4 5 0 0 0,5 6 517 0 0,1 0 0 0 0,0-1-1 0 0,18 14 1 0 0,-29-25-640 0 0,2 0-20 0 0,-1 0-1 0 0,0 0 0 0 0,1 0 1 0 0,0 0-1 0 0,-1 0 1 0 0,1-1-1 0 0,0 1 0 0 0,0-1 1 0 0,0 0-1 0 0,0 0 0 0 0,0 0 1 0 0,0 0-1 0 0,0 0 1 0 0,0-1-1 0 0,4 1 0 0 0,-4-1-21 0 0,-1-1-1 0 0,0 1 1 0 0,1 0 0 0 0,-1-1-1 0 0,0 0 1 0 0,1 1-1 0 0,-1-1 1 0 0,0 0-1 0 0,0 0 1 0 0,0 0 0 0 0,0 0-1 0 0,0-1 1 0 0,0 1-1 0 0,0-1 1 0 0,0 1-1 0 0,2-3 1 0 0,-1 0-33 0 0,0 0 1 0 0,0-1-1 0 0,0 1 1 0 0,-1-1-1 0 0,1 1 1 0 0,-1-1-1 0 0,0 0 1 0 0,-1 1-1 0 0,1-1 0 0 0,-1 0 1 0 0,0 0-1 0 0,0 0 1 0 0,-1-1-1 0 0,1 1 1 0 0,-1 0-1 0 0,0 0 1 0 0,-1-9-1 0 0,0 6-212 0 0,0 0 0 0 0,-1 0-1 0 0,0 0 1 0 0,0 1 0 0 0,0-1-1 0 0,-1 0 1 0 0,0 1 0 0 0,-1-1-1 0 0,0 1 1 0 0,0 0 0 0 0,0 0-1 0 0,-1 1 1 0 0,0-1 0 0 0,0 1-1 0 0,-1 0 1 0 0,0 0 0 0 0,-12-9-1 0 0,1 6-248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4.9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6449 0 0,'4'-3'4151'0'0,"-4"3"-4083"0"0,9 9 3082 0 0,8 14 238 0 0,-10-6-2597 0 0,-1 0 0 0 0,-1 1 0 0 0,0 0 0 0 0,-1-1 0 0 0,-1 1 0 0 0,1 27 0 0 0,-8 111-482 0 0,0-80-735 0 0,3-55 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5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 8754 0 0,'0'-1'130'0'0,"0"0"-1"0"0,0 1 1 0 0,0-1 0 0 0,1 0 0 0 0,-1 1 0 0 0,0-1-1 0 0,1 0 1 0 0,-1 1 0 0 0,0-1 0 0 0,1 1-1 0 0,-1-1 1 0 0,1 0 0 0 0,-1 1 0 0 0,1-1 0 0 0,-1 1-1 0 0,1 0 1 0 0,0-1 0 0 0,-1 1 0 0 0,1-1-1 0 0,-1 1 1 0 0,1 0 0 0 0,0-1 0 0 0,-1 1 0 0 0,1 0-1 0 0,0 0 1 0 0,-1 0 0 0 0,1 0 0 0 0,0-1-1 0 0,0 1 1 0 0,-1 0 0 0 0,1 0 0 0 0,0 0-1 0 0,-1 0 1 0 0,1 0 0 0 0,0 1 0 0 0,0-1 0 0 0,-1 0-1 0 0,1 0 1 0 0,0 0 0 0 0,0 1 0 0 0,1 0 205 0 0,0 0 1 0 0,-1 0 0 0 0,1 1-1 0 0,-1-1 1 0 0,1 0 0 0 0,-1 1-1 0 0,1-1 1 0 0,-1 1 0 0 0,0 0-1 0 0,0-1 1 0 0,1 1 0 0 0,-1 0-1 0 0,-1 0 1 0 0,1-1 0 0 0,1 5-1 0 0,7 28 208 0 0,-2 0-1 0 0,-2 1 0 0 0,-1-1 0 0 0,-1 45 1 0 0,-1-36-611 0 0,0-13-56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5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61 203 2304 0 0,'8'-4'398'0'0,"0"-2"-1"0"0,0 1 0 0 0,-1-1 1 0 0,0 0-1 0 0,0-1 0 0 0,0 0 0 0 0,-1 0 1 0 0,8-11-1 0 0,-10 13-261 0 0,0-1-1 0 0,0 0 1 0 0,0-1 0 0 0,-1 1 0 0 0,0-1 0 0 0,0 0 0 0 0,-1 1-1 0 0,0-1 1 0 0,0 0 0 0 0,0-1 0 0 0,0-9 0 0 0,-2 15-61 0 0,0 1 1 0 0,0-1 0 0 0,0 0 0 0 0,0 1 0 0 0,0-1 0 0 0,0 1 0 0 0,0-1 0 0 0,-1 0 0 0 0,1 1-1 0 0,-1-1 1 0 0,1 1 0 0 0,-1-1 0 0 0,0 1 0 0 0,0-1 0 0 0,1 1 0 0 0,-1-1 0 0 0,0 1 0 0 0,0 0-1 0 0,-2-3 1 0 0,2 4-2 0 0,-1-1-1 0 0,1 1 0 0 0,0-1 0 0 0,0 1 0 0 0,0 0 1 0 0,-1-1-1 0 0,1 1 0 0 0,0 0 0 0 0,0 0 1 0 0,-1 0-1 0 0,1 0 0 0 0,0 0 0 0 0,-1 0 0 0 0,1 0 1 0 0,0 0-1 0 0,0 0 0 0 0,-1 1 0 0 0,1-1 1 0 0,-2 1-1 0 0,-3 2 53 0 0,0 0 1 0 0,0 0 0 0 0,0 0-1 0 0,0 1 1 0 0,1 0 0 0 0,0 0-1 0 0,-10 9 1 0 0,7-3-269 0 0,-1 0-1 0 0,2 1 1 0 0,0 0-1 0 0,0 0 1 0 0,1 1-1 0 0,0-1 1 0 0,1 1-1 0 0,0 1 1 0 0,-3 13-1 0 0,6-21 118 0 0,1 0 1 0 0,0 0-1 0 0,0 0 1 0 0,0 1-1 0 0,0-1 1 0 0,1 0-1 0 0,0 0 1 0 0,0 1-1 0 0,1-1 1 0 0,-1 0-1 0 0,1 0 1 0 0,0 1-1 0 0,0-1 0 0 0,1 0 1 0 0,-1 0-1 0 0,1 0 1 0 0,1 0-1 0 0,-1-1 1 0 0,1 1-1 0 0,-1-1 1 0 0,1 1-1 0 0,0-1 1 0 0,1 0-1 0 0,-1 0 1 0 0,5 4-1 0 0,-6-6 17 0 0,0-1 0 0 0,0 1-1 0 0,0-1 1 0 0,1 0 0 0 0,-1 1 0 0 0,0-1-1 0 0,1 0 1 0 0,-1 0 0 0 0,1-1 0 0 0,-1 1-1 0 0,1 0 1 0 0,-1-1 0 0 0,1 0 0 0 0,0 1 0 0 0,-1-1-1 0 0,1 0 1 0 0,-1 0 0 0 0,1-1 0 0 0,0 1-1 0 0,-1 0 1 0 0,1-1 0 0 0,-1 0 0 0 0,1 1-1 0 0,-1-1 1 0 0,1 0 0 0 0,-1 0 0 0 0,0 0-1 0 0,1-1 1 0 0,-1 1 0 0 0,0-1 0 0 0,0 1 0 0 0,0-1-1 0 0,0 0 1 0 0,3-3 0 0 0,5-7 493 0 0,1 0 1 0 0,-2 0-1 0 0,0-1 0 0 0,12-23 0 0 0,-10 17 560 0 0,12-22 235 0 0,-16 26-428 0 0,1 1 0 0 0,0 0-1 0 0,16-18 1 0 0,-24 31-806 0 0,0 1 0 0 0,1-1 0 0 0,-1 1 1 0 0,1-1-1 0 0,-1 1 0 0 0,1-1 0 0 0,-1 1 0 0 0,1-1 1 0 0,-1 1-1 0 0,1 0 0 0 0,-1-1 0 0 0,1 1 0 0 0,0 0 0 0 0,-1 0 1 0 0,1-1-1 0 0,-1 1 0 0 0,1 0 0 0 0,0 0 0 0 0,-1 0 1 0 0,1 0-1 0 0,0 0 0 0 0,-1 0 0 0 0,1 0 0 0 0,0 0 1 0 0,-1 0-1 0 0,1 0 0 0 0,0 0 0 0 0,-1 0 0 0 0,1 0 1 0 0,-1 1-1 0 0,1-1 0 0 0,0 0 0 0 0,-1 0 0 0 0,1 1 1 0 0,-1-1-1 0 0,1 0 0 0 0,0 1 0 0 0,-1-1 0 0 0,1 1 1 0 0,-1-1-1 0 0,0 0 0 0 0,1 1 0 0 0,-1-1 0 0 0,1 1 1 0 0,-1 0-1 0 0,0-1 0 0 0,1 1 0 0 0,-1-1 0 0 0,0 1 1 0 0,1-1-1 0 0,-1 1 0 0 0,0 0 0 0 0,0-1 0 0 0,0 2 1 0 0,16 45 409 0 0,-13-33-209 0 0,8 3-111 0 0,-11-17-118 0 0,0 0 0 0 0,1 0 0 0 0,-1 1 0 0 0,0-1 1 0 0,0 0-1 0 0,1 0 0 0 0,-1 0 0 0 0,1 0 0 0 0,-1 0 1 0 0,0 0-1 0 0,1 1 0 0 0,-1-1 0 0 0,0 0 0 0 0,1 0 1 0 0,-1 0-1 0 0,0 0 0 0 0,1 0 0 0 0,-1-1 0 0 0,1 1 1 0 0,-1 0-1 0 0,0 0 0 0 0,1 0 0 0 0,-1 0 0 0 0,0 0 0 0 0,1 0 1 0 0,-1 0-1 0 0,0-1 0 0 0,1 1 0 0 0,2-3 141 0 0,-1 0 0 0 0,1 1-1 0 0,-1-1 1 0 0,0 0 0 0 0,0-1 0 0 0,4-5-1 0 0,3-6-117 0 0,7-7-163 0 0,1 0-1 0 0,38-36 0 0 0,-31 37-147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328 380 10594 0 0,'-95'9'446'0'0,"-36"5"-842"0"0,46 4 3459 0 0,84-18-3001 0 0,0 0 0 0 0,1 0 1 0 0,-1 0-1 0 0,0 0 0 0 0,0 0 0 0 0,0 1 1 0 0,1-1-1 0 0,-1 0 0 0 0,0 1 0 0 0,0-1 1 0 0,1 0-1 0 0,-1 1 0 0 0,0-1 0 0 0,1 1 0 0 0,-1-1 1 0 0,0 1-1 0 0,1-1 0 0 0,-1 1 0 0 0,1 0 1 0 0,-1-1-1 0 0,1 1 0 0 0,-1 1 0 0 0,1-2-21 0 0,0 1 0 0 0,0 0-1 0 0,1-1 1 0 0,-1 1 0 0 0,0-1 0 0 0,1 1-1 0 0,-1-1 1 0 0,1 1 0 0 0,-1-1 0 0 0,0 1-1 0 0,1-1 1 0 0,-1 0 0 0 0,1 1-1 0 0,-1-1 1 0 0,1 1 0 0 0,0-1 0 0 0,-1 0-1 0 0,1 0 1 0 0,-1 1 0 0 0,1-1-1 0 0,0 0 1 0 0,40 11 463 0 0,9-9-271 0 0,0-1-1 0 0,0-3 0 0 0,54-9 1 0 0,149-35 1027 0 0,-85 12-657 0 0,140-23-391 0 0,126-21-7 0 0,-324 60-207 0 0,784-103-60 0 0,-73 80 308 0 0,-641 38 33 0 0,629-30 893 0 0,-649 26-1172 0 0,-149 4-4195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7.7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218 0 6449 0 0,'-133'33'5441'0'0,"56"-14"1062"0"0,76-19-6435 0 0,1 0 0 0 0,-1 1 0 0 0,1-1 0 0 0,-1 0 0 0 0,1 0 0 0 0,0 1 0 0 0,-1-1 0 0 0,1 1-1 0 0,-1-1 1 0 0,1 0 0 0 0,0 1 0 0 0,-1-1 0 0 0,1 1 0 0 0,0-1 0 0 0,0 1 0 0 0,-1-1 0 0 0,1 1 0 0 0,0-1 0 0 0,0 1 0 0 0,0-1-1 0 0,0 1 1 0 0,-1-1 0 0 0,1 1 0 0 0,0-1 0 0 0,0 1 0 0 0,0 0 0 0 0,0-1 0 0 0,0 1 0 0 0,0-1 0 0 0,1 1 0 0 0,-1-1 0 0 0,0 1-1 0 0,0-1 1 0 0,0 1 0 0 0,0-1 0 0 0,1 1 0 0 0,-1-1 0 0 0,0 1 0 0 0,0-1 0 0 0,1 1 0 0 0,-1-1 0 0 0,0 1 0 0 0,1-1-1 0 0,-1 0 1 0 0,1 1 0 0 0,-1-1 0 0 0,0 0 0 0 0,1 1 0 0 0,21 22 504 0 0,62 18-461 0 0,-54-27-87 0 0,45 26 1 0 0,-34-14-20 0 0,-1 2 1 0 0,-1 2 0 0 0,45 44-1 0 0,-82-72 17 0 0,0 0 0 0 0,0 1 0 0 0,0-1 0 0 0,0 0-1 0 0,-1 1 1 0 0,1-1 0 0 0,-1 1 0 0 0,0-1 0 0 0,1 1 0 0 0,-1 0-1 0 0,-1-1 1 0 0,1 1 0 0 0,0 0 0 0 0,-1 0 0 0 0,1 0-1 0 0,-1 0 1 0 0,0-1 0 0 0,0 1 0 0 0,0 0 0 0 0,0 0-1 0 0,0 0 1 0 0,-1 0 0 0 0,1 0 0 0 0,-1 0 0 0 0,0-1-1 0 0,0 1 1 0 0,0 0 0 0 0,0-1 0 0 0,0 1 0 0 0,-1-1-1 0 0,1 1 1 0 0,-1-1 0 0 0,0 1 0 0 0,1-1 0 0 0,-5 4-1 0 0,-7 7 95 0 0,0-1 0 0 0,0-1 0 0 0,-1 0 0 0 0,-26 15-1 0 0,25-16 20 0 0,-54 31 95 0 0,-82 36 1 0 0,72-39-1184 0 0,71-35 420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8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252 171 7370 0 0,'-101'11'2522'0'0,"-49"7"3397"0"0,176-18-2397 0 0,25 0-3037 0 0,337-26-16 0 0,239-12 304 0 0,-33 13-1134 0 0,281-7-404 0 0,-680 41-315 0 0,-139-3 1347 0 0,0-3 0 0 0,0-3 0 0 0,0-2-1 0 0,59-9 1 0 0,-40-6-172 0 0,-44 9-1020 0 0,-1 1-1 0 0,1 2 0 0 0,48-2 1 0 0,-79 7 922 0 0,1 0 0 0 0,-1 0 0 0 0,0 1 0 0 0,1-1 0 0 0,-1 0 0 0 0,1 0 0 0 0,-1 0 0 0 0,0 0-1 0 0,1 0 1 0 0,-1 0 0 0 0,0 0 0 0 0,1 0 0 0 0,-1 0 0 0 0,1 0 0 0 0,-1 0 0 0 0,0 0 0 0 0,1 0 0 0 0,-1 0 0 0 0,1 0 0 0 0,-1 0 0 0 0,0 0 0 0 0,1-1 0 0 0,-1 1 0 0 0,0 0 0 0 0,1 0 0 0 0,-1 0 0 0 0,0-1 0 0 0,1 1 0 0 0,-1 0 0 0 0,0 0 0 0 0,0-1 0 0 0,1 1-1 0 0,-1 0 1 0 0,0-1 0 0 0,0 1 0 0 0,1 0 0 0 0,-1-1 0 0 0,0 1 0 0 0,0 0 0 0 0,0-1 0 0 0,0 1 0 0 0,0 0 0 0 0,0-1 0 0 0,1 1 0 0 0,-1-1 0 0 0,0 1 0 0 0,0 0 0 0 0,0-1 0 0 0,0 1 0 0 0,0 0 0 0 0,0-1 0 0 0,0 1 0 0 0,-1-1 0 0 0,1 1 0 0 0,0 0-1 0 0,0-1 1 0 0,0 1 0 0 0,0 0 0 0 0,0-1 0 0 0,-1 1 0 0 0,1 0 0 0 0,0-1 0 0 0,0 1 0 0 0,0 0 0 0 0,-1-1 0 0 0,-21-22-2006 0 0,19 20 1272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8.8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193 144 2761 0 0,'-21'-14'1473'0'0,"-10"-6"1081"0"0,-47-40-1 0 0,37 11 6773 0 0,51 50-7743 0 0,17 8-1154 0 0,-22-7-161 0 0,29 9-78 0 0,-1 2-1 0 0,-1 2 1 0 0,0 0-1 0 0,-1 2 1 0 0,0 2-1 0 0,-2 1 1 0 0,53 45-1 0 0,-74-57-189 0 0,-1 0-1 0 0,0 1 1 0 0,0-1-1 0 0,-1 1 1 0 0,0 0-1 0 0,-1 1 0 0 0,0 0 1 0 0,5 11-1 0 0,-9-16 16 0 0,1-1 0 0 0,-1 1 1 0 0,0-1-1 0 0,0 1 0 0 0,-1 0 0 0 0,1-1 0 0 0,-1 1 0 0 0,0 0 1 0 0,0-1-1 0 0,0 1 0 0 0,-1 0 0 0 0,0-1 0 0 0,0 1 0 0 0,0-1 0 0 0,0 1 1 0 0,-1-1-1 0 0,0 1 0 0 0,0-1 0 0 0,0 0 0 0 0,0 0 0 0 0,-4 6 1 0 0,-21 22 389 0 0,-1-2-1 0 0,-1 0 1 0 0,-1-2 0 0 0,-38 27 0 0 0,-37 18-1403 0 0,-3-9-5788 0 0,88-53-540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09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1 8290 0 0,'-23'0'723'0'0,"16"0"-485"0"0,0 0 0 0 0,0 0 1 0 0,0 0-1 0 0,0 1 0 0 0,0 0 1 0 0,0 1-1 0 0,1-1 0 0 0,-1 1 0 0 0,-12 6 1 0 0,19-8-154 0 0,-1 0 0 0 0,1 1 1 0 0,0-1-1 0 0,0 0 0 0 0,-1 1 0 0 0,1-1 1 0 0,0 1-1 0 0,0-1 0 0 0,0 0 0 0 0,0 1 1 0 0,0-1-1 0 0,0 1 0 0 0,-1-1 0 0 0,1 0 1 0 0,0 1-1 0 0,0-1 0 0 0,0 1 1 0 0,0-1-1 0 0,0 0 0 0 0,1 1 0 0 0,-1-1 1 0 0,0 1-1 0 0,0-1 0 0 0,0 1 0 0 0,0-1 1 0 0,0 0-1 0 0,0 1 0 0 0,1-1 0 0 0,-1 0 1 0 0,0 1-1 0 0,0-1 0 0 0,1 0 1 0 0,-1 1-1 0 0,0-1 0 0 0,1 0 0 0 0,-1 1 1 0 0,0-1-1 0 0,1 0 0 0 0,-1 0 0 0 0,0 1 1 0 0,1-1-1 0 0,-1 0 0 0 0,0 0 0 0 0,1 0 1 0 0,-1 0-1 0 0,1 1 0 0 0,18 10 1558 0 0,-6-6-1179 0 0,0-1 0 0 0,0 0-1 0 0,1-1 1 0 0,-1 0 0 0 0,18 0 0 0 0,73 0 52 0 0,-66-3-253 0 0,410 10 463 0 0,360 2-119 0 0,-663-16-606 0 0,160 4 155 0 0,-303 1-279 0 0,39 0-468 0 0,-39-1 348 0 0,1 0 1 0 0,-1-1 0 0 0,1 1 0 0 0,-1 0-1 0 0,1-1 1 0 0,0 0 0 0 0,-1 1-1 0 0,0-1 1 0 0,1 0 0 0 0,-1 0 0 0 0,0 0-1 0 0,1-1 1 0 0,2-1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10.1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298 182 3225 0 0,'2'-2'171'0'0,"-1"0"0"0"0,1 0 0 0 0,0-1 0 0 0,-1 1 0 0 0,0-1 0 0 0,0 1 1 0 0,1-1-1 0 0,-2 1 0 0 0,1-1 0 0 0,0 0 0 0 0,0 0 0 0 0,-1 1 0 0 0,1-1 1 0 0,-1 0-1 0 0,0 0 0 0 0,0 0 0 0 0,0 1 0 0 0,0-1 0 0 0,-1 0 0 0 0,1 0 0 0 0,-1 0 1 0 0,0 1-1 0 0,0-1 0 0 0,1 0 0 0 0,-2 1 0 0 0,1-1 0 0 0,-3-4 0 0 0,-1 0 165 0 0,0 0-1 0 0,0 1 1 0 0,-1-1-1 0 0,0 1 1 0 0,0 1-1 0 0,0-1 1 0 0,-1 1-1 0 0,0 0 0 0 0,0 0 1 0 0,0 1-1 0 0,-1 0 1 0 0,1 1-1 0 0,-1-1 1 0 0,0 1-1 0 0,-16-3 1 0 0,-1 0 765 0 0,1 1 0 0 0,-1 1 1 0 0,0 1-1 0 0,-29 1 1 0 0,52 2-982 0 0,1 0 1 0 0,-1 0-1 0 0,1 0 0 0 0,-1 0 1 0 0,1 0-1 0 0,-1 0 1 0 0,0 0-1 0 0,1 0 1 0 0,-1 1-1 0 0,1-1 0 0 0,-1 1 1 0 0,1-1-1 0 0,-1 1 1 0 0,1-1-1 0 0,-3 3 1 0 0,4-2-61 0 0,0 0 0 0 0,0 0 0 0 0,1 0 0 0 0,-1 0 0 0 0,0 0 0 0 0,0 0 0 0 0,1 0 0 0 0,-1 0 0 0 0,1 0 0 0 0,-1-1 0 0 0,1 1 0 0 0,-1 0 1 0 0,1 0-1 0 0,0 0 0 0 0,-1 0 0 0 0,1-1 0 0 0,0 1 0 0 0,0 0 0 0 0,0-1 0 0 0,-1 1 0 0 0,1-1 0 0 0,0 1 0 0 0,2 0 0 0 0,95 72 188 0 0,-67-52-133 0 0,-1 0 1 0 0,-1 2 0 0 0,-1 2-1 0 0,43 48 1 0 0,-67-68-99 0 0,-1-1 0 0 0,0 1 0 0 0,0 0 0 0 0,0 0 0 0 0,-1 0 1 0 0,0 0-1 0 0,0 1 0 0 0,0-1 0 0 0,0 0 0 0 0,-1 1 0 0 0,0 0 0 0 0,0-1 0 0 0,-1 1 0 0 0,0-1 1 0 0,0 9-1 0 0,-1-5 50 0 0,-1 0 1 0 0,0-1-1 0 0,0 1 0 0 0,-1 0 1 0 0,0-1-1 0 0,0 1 1 0 0,-1-1-1 0 0,-9 15 0 0 0,0-4 66 0 0,-1-1-1 0 0,-1 0 1 0 0,-1 0-1 0 0,0-2 0 0 0,-1 0 1 0 0,-32 22-1 0 0,-10-4 38 0 0,32-23-7271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1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69 6449 0 0,'-1'-39'2774'0'0,"1"38"-2547"0"0,0 0 0 0 0,0-1 0 0 0,0 1 0 0 0,1 0 0 0 0,-1-1 0 0 0,0 1 0 0 0,0 0 0 0 0,1-1 0 0 0,-1 1 0 0 0,1 0 1 0 0,-1-1-1 0 0,1 1 0 0 0,-1 0 0 0 0,1 0 0 0 0,0 0 0 0 0,0 0 0 0 0,0 0 0 0 0,-1-1 0 0 0,1 1 0 0 0,0 1 0 0 0,0-1 0 0 0,0 0 0 0 0,1 0 0 0 0,0-1 0 0 0,-1 2-91 0 0,0 1 0 0 0,0-1-1 0 0,0 0 1 0 0,0 1 0 0 0,0-1 0 0 0,0 0-1 0 0,0 1 1 0 0,-1-1 0 0 0,1 1 0 0 0,0-1 0 0 0,0 1-1 0 0,-1 0 1 0 0,1-1 0 0 0,0 1 0 0 0,-1 0-1 0 0,1-1 1 0 0,0 1 0 0 0,-1 0 0 0 0,1 0-1 0 0,-1 0 1 0 0,1-1 0 0 0,0 3 0 0 0,10 23 990 0 0,-9-21-823 0 0,14 48 574 0 0,-1 2 0 0 0,-4 0 1 0 0,9 86-1 0 0,-13-85-777 0 0,41 252-126 0 0,-16-178-7262 0 0,-23-99 512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1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0 169 9218 0 0,'16'-10'695'0'0,"0"2"0"0"0,0 0 0 0 0,1 0 0 0 0,0 2 0 0 0,22-6 0 0 0,-2 0-296 0 0,96-30 1284 0 0,27-9-3303 0 0,-133 40 805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2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8290 0 0,'19'34'5645'0'0,"12"73"380"0"0,-26-82-5717 0 0,1-1-1 0 0,1 0 0 0 0,2 0 1 0 0,0 0-1 0 0,22 37 1 0 0,-30-60-306 0 0,0 1 0 0 0,0 0 0 0 0,1 0 1 0 0,-1-1-1 0 0,1 1 0 0 0,-1-1 0 0 0,1 1 1 0 0,-1-1-1 0 0,1 0 0 0 0,2 2 1 0 0,-3-3-17 0 0,0 1 1 0 0,-1-1 0 0 0,1 0 0 0 0,0 0 0 0 0,0 1 0 0 0,-1-1-1 0 0,1 0 1 0 0,0 0 0 0 0,-1 0 0 0 0,1 0 0 0 0,0 0 0 0 0,-1 0 0 0 0,1 0-1 0 0,0 0 1 0 0,0-1 0 0 0,-1 1 0 0 0,1 0 0 0 0,0 0 0 0 0,-1-1 0 0 0,1 1-1 0 0,0-1 1 0 0,2-1-46 0 0,-1 0-1 0 0,0 0 1 0 0,0 0 0 0 0,0-1-1 0 0,-1 1 1 0 0,1-1-1 0 0,0 1 1 0 0,-1-1 0 0 0,0 0-1 0 0,0 0 1 0 0,0 1-1 0 0,0-1 1 0 0,1-3-1 0 0,12-49-419 0 0,-10 36 561 0 0,0 1 0 0 0,2 0 1 0 0,0 0-1 0 0,1 0 1 0 0,0 1-1 0 0,12-18 1 0 0,-19 35-46 0 0,0-1 0 0 0,1 1 0 0 0,-1-1 1 0 0,1 0-1 0 0,-1 1 0 0 0,0-1 0 0 0,1 1 0 0 0,-1-1 0 0 0,1 1 1 0 0,0 0-1 0 0,-1-1 0 0 0,1 1 0 0 0,-1 0 0 0 0,1-1 1 0 0,0 1-1 0 0,-1 0 0 0 0,1-1 0 0 0,0 1 0 0 0,-1 0 1 0 0,1 0-1 0 0,0 0 0 0 0,-1 0 0 0 0,1 0 0 0 0,0 0 1 0 0,0 0-1 0 0,-1 0 0 0 0,2 0 0 0 0,17 12 517 0 0,14 30-95 0 0,-30-38-378 0 0,10 18 120 0 0,-1 0 1 0 0,-2 0-1 0 0,14 41 0 0 0,-12-30-897 0 0,16 31-1 0 0,-22-53-865 0 0,0 0-1 0 0,1-1 0 0 0,13 16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2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1 284 5065 0 0,'17'-9'1093'0'0,"0"-1"0"0"0,-1-1 0 0 0,-1 0 1 0 0,0-1-1 0 0,0-1 0 0 0,-1 0 0 0 0,0-1 0 0 0,20-29 0 0 0,-31 38-903 0 0,-1-1-1 0 0,1 0 0 0 0,-1 0 1 0 0,0 0-1 0 0,0 0 1 0 0,-1-1-1 0 0,0 1 0 0 0,0 0 1 0 0,-1-1-1 0 0,1 1 1 0 0,-1 0-1 0 0,-1-10 1 0 0,1 14-108 0 0,-1-1 1 0 0,1 1 0 0 0,0-1-1 0 0,0 1 1 0 0,-1-1 0 0 0,0 1-1 0 0,1-1 1 0 0,-1 1 0 0 0,0 0-1 0 0,0-1 1 0 0,0 1 0 0 0,-1 0-1 0 0,1 0 1 0 0,0 0 0 0 0,-1 0-1 0 0,0 0 1 0 0,1 0 0 0 0,-1 0-1 0 0,0 1 1 0 0,0-1 0 0 0,0 0-1 0 0,0 1 1 0 0,0 0 0 0 0,0-1-1 0 0,0 1 1 0 0,-1 0 0 0 0,1 0-1 0 0,0 0 1 0 0,-1 1 0 0 0,1-1-1 0 0,-1 0 1 0 0,1 1 0 0 0,-5-1-1 0 0,5 2-32 0 0,0-1 0 0 0,0 0 0 0 0,0 1 0 0 0,0 0 0 0 0,0-1 0 0 0,1 1-1 0 0,-1 0 1 0 0,0 0 0 0 0,1 0 0 0 0,-1 0 0 0 0,0 0 0 0 0,1 1 0 0 0,-1-1 0 0 0,1 0 0 0 0,0 1-1 0 0,-1-1 1 0 0,1 1 0 0 0,0-1 0 0 0,0 1 0 0 0,0 0 0 0 0,0 0 0 0 0,0-1 0 0 0,1 1-1 0 0,-1 0 1 0 0,0 0 0 0 0,1 0 0 0 0,-1 0 0 0 0,1 0 0 0 0,0 0 0 0 0,-1-1 0 0 0,1 4 0 0 0,-1 6 54 0 0,0-1 0 0 0,1 1 0 0 0,0 0 0 0 0,2 15 0 0 0,0-13-118 0 0,0-1 1 0 0,1 1-1 0 0,1-1 1 0 0,0 0 0 0 0,1-1-1 0 0,1 1 1 0 0,-1-1-1 0 0,2 0 1 0 0,-1 0-1 0 0,2 0 1 0 0,-1-1-1 0 0,1 0 1 0 0,1-1 0 0 0,0 0-1 0 0,0 0 1 0 0,1-1-1 0 0,0 0 1 0 0,0-1-1 0 0,1 0 1 0 0,0 0-1 0 0,0-1 1 0 0,1-1 0 0 0,-1 0-1 0 0,17 4 1 0 0,-23-7-431 0 0,0-1 0 0 0,0 0 0 0 0,0-1 0 0 0,0 1 1 0 0,0-1-1 0 0,0 0 0 0 0,0 0 0 0 0,8-2 1 0 0,2 0-924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2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9 240 2304 0 0,'0'0'148'0'0,"-1"-1"-1"0"0,0 0 0 0 0,0 0 0 0 0,1 1 1 0 0,-1-1-1 0 0,1 0 0 0 0,-1 0 0 0 0,1 0 0 0 0,-1 1 1 0 0,1-1-1 0 0,-1 0 0 0 0,1 0 0 0 0,0 0 0 0 0,-1 0 1 0 0,1 0-1 0 0,0 0 0 0 0,0 0 0 0 0,0 0 0 0 0,0 0 1 0 0,0 0-1 0 0,0 0 0 0 0,0 0 0 0 0,0 0 1 0 0,0 0-1 0 0,0 0 0 0 0,1 0 0 0 0,-1 0 0 0 0,0 0 1 0 0,1 1-1 0 0,-1-1 0 0 0,1 0 0 0 0,-1 0 0 0 0,1 0 1 0 0,-1 0-1 0 0,1 0 0 0 0,-1 1 0 0 0,1-1 1 0 0,0 0-1 0 0,-1 1 0 0 0,1-1 0 0 0,0 0 0 0 0,0 1 1 0 0,0-1-1 0 0,-1 1 0 0 0,1-1 0 0 0,0 1 0 0 0,2-1 1 0 0,0-1 521 0 0,0 1 0 0 0,0-1 1 0 0,0 1-1 0 0,0 0 0 0 0,0 0 1 0 0,0 0-1 0 0,1 0 0 0 0,-1 1 1 0 0,0-1-1 0 0,1 1 0 0 0,-1 0 1 0 0,1 0-1 0 0,4 1 0 0 0,-3 1-388 0 0,0 0 1 0 0,1 1-1 0 0,-1-1 0 0 0,0 1 0 0 0,0 1 0 0 0,-1-1 0 0 0,1 1 1 0 0,-1 0-1 0 0,0 0 0 0 0,0 0 0 0 0,0 0 0 0 0,0 1 0 0 0,3 5 0 0 0,4 7-121 0 0,0 1 0 0 0,11 23 0 0 0,-21-38-132 0 0,0 0 0 0 0,0 0 0 0 0,0 0 0 0 0,0 0 0 0 0,-1 0 0 0 0,1 0-1 0 0,-1 0 1 0 0,0 5 0 0 0,0-8-21 0 0,0 1 1 0 0,0-1-1 0 0,0 0 0 0 0,0 0 0 0 0,0 1 0 0 0,0-1 0 0 0,0 0 0 0 0,0 0 0 0 0,0 1 0 0 0,0-1 1 0 0,0 0-1 0 0,0 0 0 0 0,0 1 0 0 0,0-1 0 0 0,-1 0 0 0 0,1 0 0 0 0,0 1 0 0 0,0-1 0 0 0,0 0 1 0 0,0 0-1 0 0,-1 0 0 0 0,1 0 0 0 0,0 1 0 0 0,0-1 0 0 0,0 0 0 0 0,-1 0 0 0 0,1 0 0 0 0,0 0 1 0 0,0 0-1 0 0,-1 1 0 0 0,1-1 0 0 0,0 0 0 0 0,-1 0 0 0 0,-13-10 236 0 0,8 2-242 0 0,1 0 0 0 0,-1-1 0 0 0,2 1 0 0 0,-1-1 0 0 0,1 0 0 0 0,1 0 0 0 0,-1 0 0 0 0,2-1 0 0 0,-1 1 0 0 0,1-1 0 0 0,1 0 0 0 0,0 1 0 0 0,0-16 0 0 0,0 5-291 0 0,2 0 1 0 0,0 0-1 0 0,2 1 0 0 0,0-1 0 0 0,10-32 1 0 0,-11 45-309 0 0,0 0 1 0 0,1 1 0 0 0,0-1 0 0 0,1 1-1 0 0,-1 0 1 0 0,10-11 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3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69 14283 0 0,'4'0'266'0'0,"0"1"-1"0"0,-1 0 1 0 0,1-1-1 0 0,0 1 1 0 0,0 1-1 0 0,0-1 1 0 0,-1 1-1 0 0,1-1 1 0 0,-1 1-1 0 0,1 0 1 0 0,-1 0-1 0 0,0 1 1 0 0,0-1-1 0 0,0 1 1 0 0,0-1-1 0 0,0 1 1 0 0,0 0-1 0 0,-1 0 1 0 0,1 0-1 0 0,-1 0 1 0 0,0 1-1 0 0,2 4 1 0 0,6 11 248 0 0,-1 0 1 0 0,-1 1-1 0 0,6 20 1 0 0,-3-9-465 0 0,-9-24-118 0 0,-1-3-26 0 0,0 0 0 0 0,0-1 0 0 0,1 1 0 0 0,-1-1 0 0 0,1 1 0 0 0,0-1 0 0 0,0 0 0 0 0,0 0 0 0 0,0 1 0 0 0,4 2 1 0 0,-5-8-150 0 0,1-1 1 0 0,-1 1-1 0 0,1-1 1 0 0,-1 1-1 0 0,0-1 1 0 0,0 1-1 0 0,-1-1 1 0 0,1 0-1 0 0,0 0 1 0 0,0-3 0 0 0,-1 5 156 0 0,4-21-313 0 0,24-85-77 0 0,-25 97 677 0 0,1 0 1 0 0,0 1-1 0 0,1-1 0 0 0,0 1 0 0 0,0 0 1 0 0,1 0-1 0 0,0 0 0 0 0,9-8 0 0 0,-13 15-126 0 0,0 0 0 0 0,-1 0 1 0 0,2 0-1 0 0,-1 0 0 0 0,0 1 0 0 0,0-1 0 0 0,0 1 0 0 0,1-1 1 0 0,-1 1-1 0 0,1 0 0 0 0,-1 0 0 0 0,1 0 0 0 0,-1 1 0 0 0,1-1 0 0 0,-1 0 1 0 0,1 1-1 0 0,0 0 0 0 0,0-1 0 0 0,-1 1 0 0 0,1 0 0 0 0,0 0 1 0 0,-1 1-1 0 0,1-1 0 0 0,0 1 0 0 0,-1-1 0 0 0,1 1 0 0 0,-1 0 0 0 0,1 0 1 0 0,-1 0-1 0 0,1 0 0 0 0,-1 0 0 0 0,1 1 0 0 0,-1-1 0 0 0,0 1 1 0 0,0-1-1 0 0,0 1 0 0 0,0 0 0 0 0,3 3 0 0 0,4 5-8 0 0,-1-1 0 0 0,-1 1 0 0 0,1 1 1 0 0,-2-1-1 0 0,1 1 0 0 0,9 22 0 0 0,-14-26-102 0 0,26 52 30 0 0,-26-55-10 0 0,1 1 0 0 0,-1-1 0 0 0,1 0-1 0 0,1 1 1 0 0,-1-1 0 0 0,0-1 0 0 0,1 1-1 0 0,0 0 1 0 0,8 5 0 0 0,-11-9-3 0 0,0 1 0 0 0,0-1 0 0 0,0 1 1 0 0,-1-1-1 0 0,1 0 0 0 0,0 0 0 0 0,0 1 0 0 0,0-1 1 0 0,0 0-1 0 0,0 0 0 0 0,0 0 0 0 0,0 0 0 0 0,0 0 0 0 0,0 0 1 0 0,-1 0-1 0 0,1 0 0 0 0,0 0 0 0 0,0-1 0 0 0,0 1 1 0 0,0 0-1 0 0,0 0 0 0 0,0-1 0 0 0,-1 1 0 0 0,1-1 1 0 0,0 1-1 0 0,0-1 0 0 0,0 1 0 0 0,-1-1 0 0 0,1 1 0 0 0,0-1 1 0 0,-1 0-1 0 0,1 1 0 0 0,-1-1 0 0 0,1 0 0 0 0,0 0 1 0 0,-1 0-1 0 0,0 1 0 0 0,1-1 0 0 0,-1 0 0 0 0,1 0 1 0 0,-1 0-1 0 0,0 0 0 0 0,0 0 0 0 0,1 1 0 0 0,-1-3 0 0 0,3-7-95 0 0,-1-1 0 0 0,0 0 0 0 0,0-13 0 0 0,1 5 187 0 0,0 0 8 0 0,2 1-1 0 0,0 0 1 0 0,9-19-1 0 0,-13 33-65 0 0,1-1 0 0 0,0 1 0 0 0,0 0 0 0 0,0 0 0 0 0,1 1 0 0 0,0-1 0 0 0,-1 0 0 0 0,1 1 0 0 0,0-1 0 0 0,0 1 0 0 0,1 0 0 0 0,-1 0 0 0 0,1 1 0 0 0,0-1 0 0 0,-1 1 0 0 0,1-1 0 0 0,0 1 0 0 0,8-3 0 0 0,-10 5-2 0 0,0 0 0 0 0,0 0 0 0 0,0 0 0 0 0,0 0 0 0 0,0 0 0 0 0,0 1 0 0 0,-1-1 0 0 0,1 1 0 0 0,0-1 1 0 0,0 1-1 0 0,0-1 0 0 0,0 1 0 0 0,-1 0 0 0 0,1 0 0 0 0,0 0 0 0 0,-1 0 0 0 0,1 0 0 0 0,-1 1 0 0 0,1-1 0 0 0,-1 0 0 0 0,2 2 0 0 0,29 39 239 0 0,-17-23-319 0 0,-10-12 20 0 0,12 14 37 0 0,37 35 1 0 0,-48-51-267 0 0,-1 0-1 0 0,1-1 1 0 0,0 0 0 0 0,-1 0-1 0 0,2-1 1 0 0,-1 1 0 0 0,0-1-1 0 0,1-1 1 0 0,-1 1 0 0 0,1-1-1 0 0,0 0 1 0 0,11 1 0 0 0,-17-3 162 0 0,1 0 0 0 0,-1 0 0 0 0,0 0 1 0 0,1 0-1 0 0,-1 0 0 0 0,0 0 0 0 0,0-1 1 0 0,1 1-1 0 0,-1-1 0 0 0,0 1 0 0 0,0-1 1 0 0,1 1-1 0 0,-1-1 0 0 0,0 0 0 0 0,0 1 1 0 0,0-1-1 0 0,0 0 0 0 0,0 0 0 0 0,0 0 1 0 0,0 0-1 0 0,0 0 0 0 0,0 0 0 0 0,-1 0 1 0 0,1 0-1 0 0,0 0 0 0 0,-1 0 0 0 0,1 0 1 0 0,0-1-1 0 0,-1 1 0 0 0,1 0 0 0 0,-1-2 1 0 0,3-6 299 0 0,-2 0 0 0 0,1 0 0 0 0,0-17 0 0 0,3-11 1639 0 0,-4 33-1575 0 0,1 0-1 0 0,0 0 0 0 0,0 0 1 0 0,0 0-1 0 0,0 0 1 0 0,1 1-1 0 0,0-1 0 0 0,-1 1 1 0 0,1 0-1 0 0,0 0 0 0 0,1 0 1 0 0,5-4-1 0 0,-8 6-196 0 0,1 0 0 0 0,-1 0-1 0 0,1 0 1 0 0,0 0-1 0 0,-1 1 1 0 0,1-1 0 0 0,0 1-1 0 0,-1-1 1 0 0,1 1 0 0 0,0 0-1 0 0,0 0 1 0 0,-1 0-1 0 0,1 0 1 0 0,0 0 0 0 0,0 0-1 0 0,0 0 1 0 0,-1 0 0 0 0,1 1-1 0 0,0-1 1 0 0,-1 1-1 0 0,1-1 1 0 0,0 1 0 0 0,-1 0-1 0 0,1 0 1 0 0,-1-1 0 0 0,1 1-1 0 0,-1 0 1 0 0,1 1-1 0 0,-1-1 1 0 0,1 0 0 0 0,-1 0-1 0 0,0 0 1 0 0,1 2 0 0 0,7 9 16 0 0,-1 1 1 0 0,0 0-1 0 0,-1 0 1 0 0,0 0 0 0 0,-1 1-1 0 0,-1 0 1 0 0,0 0-1 0 0,-1 1 1 0 0,3 21-1 0 0,-2-14-793 0 0,1-1-1 0 0,1 1 1 0 0,10 21-1 0 0,-11-32-123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3.8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18 10138 0 0,'-21'-18'10684'0'0,"31"32"-8805"0"0,7 9-2052 0 0,0 1-345 0 0,24 25 1 0 0,-17-25 517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4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6 7834 0 0,'-4'-1'369'0'0,"0"0"0"0"0,0 0 0 0 0,1 0 0 0 0,-1 0-1 0 0,0 1 1 0 0,0 0 0 0 0,0 0 0 0 0,0 0 0 0 0,0 0 0 0 0,0 0 0 0 0,0 1 0 0 0,0 0 0 0 0,0 0 0 0 0,0 0 0 0 0,1 0 0 0 0,-1 1 0 0 0,0-1 0 0 0,1 1 0 0 0,-1 0 0 0 0,1 0 0 0 0,0 0 0 0 0,0 0 0 0 0,-1 1 0 0 0,-2 3 0 0 0,-3 2 275 0 0,0 0 1 0 0,0 1 0 0 0,1 0 0 0 0,0 0 0 0 0,0 1-1 0 0,-10 18 1 0 0,16-24-597 0 0,-1 1 0 0 0,1 0-1 0 0,0 0 1 0 0,0 0 0 0 0,0 0 0 0 0,1 0-1 0 0,-1 0 1 0 0,1 0 0 0 0,1 1-1 0 0,-1-1 1 0 0,1 0 0 0 0,0 1 0 0 0,0-1-1 0 0,1 8 1 0 0,1-7-11 0 0,0 1 0 0 0,0-1 1 0 0,1 0-1 0 0,0 0 0 0 0,0 0 0 0 0,1-1 0 0 0,-1 1 0 0 0,1-1 0 0 0,0 0 1 0 0,1 0-1 0 0,6 7 0 0 0,-3-5-68 0 0,-1 0 0 0 0,0 1 0 0 0,-1 1 0 0 0,0-1 0 0 0,0 1 0 0 0,0 0 0 0 0,-2 0 0 0 0,6 13 0 0 0,-8-17 0 0 0,0 1 0 0 0,-1-1 0 0 0,0 1 0 0 0,0 0 0 0 0,-1-1 0 0 0,1 1 1 0 0,-1 0-1 0 0,-1-1 0 0 0,1 1 0 0 0,-1 0 0 0 0,0-1 0 0 0,0 1 0 0 0,0-1 0 0 0,-1 1 0 0 0,0-1 1 0 0,-5 11-1 0 0,0-3-659 0 0,-1-1-1 0 0,-1 1 1 0 0,0-2 0 0 0,0 1 0 0 0,-1-1 0 0 0,-1 0 0 0 0,-16 12 0 0 0,12-12-5372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4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62 2761 0 0,'7'-9'-1061'0'0,"12"-12"1765"0"0,-16 16 304 0 0,1 2 1 0 0,0-1 0 0 0,0 0 0 0 0,0 1 0 0 0,7-5-1 0 0,-10 7-689 0 0,1 1 0 0 0,-1-1 0 0 0,0 1-1 0 0,0-1 1 0 0,0 1 0 0 0,0-1 0 0 0,1 1 0 0 0,-1 0-1 0 0,0 0 1 0 0,0-1 0 0 0,0 1 0 0 0,1 0-1 0 0,-1 0 1 0 0,0 0 0 0 0,0 1 0 0 0,1-1 0 0 0,-1 0-1 0 0,0 0 1 0 0,2 1 0 0 0,-1 0-42 0 0,0 1 0 0 0,-1-1 1 0 0,1 0-1 0 0,0 1 0 0 0,-1-1 1 0 0,1 1-1 0 0,-1-1 0 0 0,1 1 0 0 0,-1 0 1 0 0,0-1-1 0 0,0 1 0 0 0,0 0 0 0 0,0 0 1 0 0,0 0-1 0 0,1 3 0 0 0,57 170 3553 0 0,-15-41-3619 0 0,5 18-2035 0 0,-45-132-5890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4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1840 0 0,'4'-3'521'0'0,"1"0"-1"0"0,0 1 1 0 0,0-1-1 0 0,0 1 0 0 0,0 0 1 0 0,0 1-1 0 0,6-2 0 0 0,8-3 567 0 0,80-36 3332 0 0,-61 25-4405 0 0,0 1 0 0 0,1 1 0 0 0,43-9 0 0 0,-25 17-3627 0 0,-54 7 3246 0 0,1 0 1 0 0,-1 0-1 0 0,0 0 0 0 0,0 0 0 0 0,0 1 1 0 0,13 18 8424 0 0,-17-18-7785 0 0,-7 16 5465 0 0,4-6-7628 0 0,2 2 2245 0 0,0 0 1 0 0,0 0 0 0 0,2 0 0 0 0,-1 0 0 0 0,2 0 0 0 0,-1 0 0 0 0,2 0 0 0 0,5 24 0 0 0,-6-32-312 0 0,0-1-1 0 0,1 0 1 0 0,-1 0-1 0 0,1-1 1 0 0,0 1-1 0 0,0 0 1 0 0,0 0 0 0 0,0-1-1 0 0,1 1 1 0 0,0-1-1 0 0,-1 0 1 0 0,1 0-1 0 0,0 0 1 0 0,1 0-1 0 0,-1 0 1 0 0,0-1-1 0 0,1 0 1 0 0,-1 1-1 0 0,1-1 1 0 0,0 0 0 0 0,0-1-1 0 0,0 1 1 0 0,0-1-1 0 0,0 0 1 0 0,0 1-1 0 0,0-2 1 0 0,0 1-1 0 0,0-1 1 0 0,1 1-1 0 0,-1-1 1 0 0,6-1-1 0 0,-5 1-23 0 0,1-1 0 0 0,-1-1 0 0 0,0 1 0 0 0,0-1-1 0 0,0 0 1 0 0,0 0 0 0 0,0 0 0 0 0,0-1-1 0 0,-1 1 1 0 0,1-1 0 0 0,-1 0 0 0 0,1-1-1 0 0,-1 1 1 0 0,0-1 0 0 0,-1 0 0 0 0,1 0-1 0 0,0 0 1 0 0,-1 0 0 0 0,0-1 0 0 0,0 1-1 0 0,3-9 1 0 0,-1 4-271 0 0,0-1-1 0 0,-1 0 0 0 0,-1 0 0 0 0,0 0 1 0 0,0 0-1 0 0,-1 0 0 0 0,0-1 1 0 0,0 1-1 0 0,-2-1 0 0 0,1-13 1 0 0,-3 13-819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5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0 171 6913 0 0,'0'0'198'0'0,"0"1"0"0"0,0 0 0 0 0,0-1 0 0 0,0 1 0 0 0,0-1-1 0 0,0 1 1 0 0,1-1 0 0 0,-1 1 0 0 0,0 0 0 0 0,0-1-1 0 0,0 1 1 0 0,1-1 0 0 0,-1 1 0 0 0,0-1 0 0 0,3 3 989 0 0,-3-3-990 0 0,1 1 1 0 0,-1-1 0 0 0,1 1 0 0 0,-1-1 0 0 0,2 1-1 0 0,20 12 3966 0 0,-12-7-1927 0 0,-5-2-1739 0 0,4 2-114 0 0,0 0-1 0 0,-1 1 0 0 0,0 0 0 0 0,0 1 1 0 0,-1-1-1 0 0,0 2 0 0 0,0-1 0 0 0,-1 1 1 0 0,9 14-1 0 0,-15-23-369 0 0,0 0 1 0 0,0 1-1 0 0,1-1 1 0 0,-1 0-1 0 0,0 1 1 0 0,0-1-1 0 0,0 1 1 0 0,0-1-1 0 0,0 0 0 0 0,1 1 1 0 0,-1-1-1 0 0,0 1 1 0 0,0-1-1 0 0,0 0 1 0 0,0 1-1 0 0,0-1 1 0 0,0 1-1 0 0,0-1 1 0 0,0 1-1 0 0,-1-1 0 0 0,1 0 1 0 0,0 1-1 0 0,0-1 1 0 0,0 1-1 0 0,0-1 1 0 0,-1 0-1 0 0,1 1 1 0 0,0-1-1 0 0,0 0 1 0 0,0 1-1 0 0,-1-1 0 0 0,1 0 1 0 0,0 1-1 0 0,-1-1 1 0 0,1 0-1 0 0,0 0 1 0 0,-1 1-1 0 0,1-1 1 0 0,0 0-1 0 0,-1 0 1 0 0,1 0-1 0 0,-1 1 0 0 0,1-1 1 0 0,0 0-1 0 0,-1 0 1 0 0,1 0-1 0 0,-1 0 1 0 0,1 0-1 0 0,0 0 1 0 0,-1 0-1 0 0,1 0 1 0 0,-1 0-1 0 0,0 0 0 0 0,0 0 40 0 0,0 0-1 0 0,0 0 0 0 0,-1-1 0 0 0,1 1 0 0 0,0 0 0 0 0,0-1 0 0 0,0 1 0 0 0,0-1 0 0 0,0 1 0 0 0,0-1 0 0 0,0 1 1 0 0,0-1-1 0 0,0 0 0 0 0,0 0 0 0 0,0 1 0 0 0,0-1 0 0 0,0 0 0 0 0,1 0 0 0 0,-3-2 0 0 0,2-1 47 0 0,0 1 1 0 0,0-1-1 0 0,0 0 0 0 0,1 0 0 0 0,-1 0 1 0 0,1 0-1 0 0,0 0 0 0 0,0 0 0 0 0,0 0 0 0 0,1 0 1 0 0,-1 0-1 0 0,1 0 0 0 0,2-5 0 0 0,19-54 450 0 0,-18 53-446 0 0,6-14-598 0 0,1 0 0 0 0,1 1-1 0 0,26-37 1 0 0,-11 24-8399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8.7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10 201 9218 0 0,'-9'-48'10321'0'0,"9"48"-10230"0"0,1 0 0 0 0,-1 0 0 0 0,1 0 0 0 0,0-1 0 0 0,-1 1 0 0 0,1 0 0 0 0,-1 0 0 0 0,1 0 0 0 0,-1 0-1 0 0,1 0 1 0 0,-1 1 0 0 0,1-1 0 0 0,-1 0 0 0 0,1 0 0 0 0,-1 0 0 0 0,1 0 0 0 0,-1 0 0 0 0,1 1 0 0 0,-1-1 0 0 0,1 0 0 0 0,-1 1 0 0 0,1-1 0 0 0,-1 0 0 0 0,1 1 0 0 0,-1-1 0 0 0,0 0 0 0 0,1 1 0 0 0,-1-1 0 0 0,0 1 0 0 0,1 0 0 0 0,17 13 112 0 0,1 7-106 0 0,-2 0 0 0 0,0 2 0 0 0,-2 0 0 0 0,0 0 0 0 0,-2 1 0 0 0,14 33 0 0 0,7 12 163 0 0,-19-41-246 0 0,35 59-130 0 0,-44-77 101 0 0,1 0 0 0 0,0-1 0 0 0,1 0 0 0 0,0 0-1 0 0,1 0 1 0 0,9 7 0 0 0,-17-16 19 0 0,0 1-1 0 0,0 0 1 0 0,-1 0-1 0 0,1-1 1 0 0,0 1-1 0 0,0 0 1 0 0,0-1-1 0 0,0 1 1 0 0,0-1-1 0 0,0 1 1 0 0,0-1 0 0 0,0 1-1 0 0,0-1 1 0 0,0 0-1 0 0,0 1 1 0 0,0-1-1 0 0,0 0 1 0 0,0 0-1 0 0,0 0 1 0 0,0 0 0 0 0,0 0-1 0 0,1 0 1 0 0,-1 0-1 0 0,0 0 1 0 0,0 0-1 0 0,0-1 1 0 0,0 1-1 0 0,0 0 1 0 0,0-1-1 0 0,0 1 1 0 0,0-1 0 0 0,0 1-1 0 0,0-1 1 0 0,0 1-1 0 0,0-1 1 0 0,-1 0-1 0 0,1 0 1 0 0,0 1-1 0 0,0-1 1 0 0,0 0 0 0 0,-1 0-1 0 0,1 0 1 0 0,-1 0-1 0 0,1 0 1 0 0,0 1-1 0 0,-1-1 1 0 0,0 0-1 0 0,1-1 1 0 0,-1 1 0 0 0,0 0-1 0 0,1-2 1 0 0,2-7 51 0 0,-1-1 0 0 0,0 1 0 0 0,-1-1 1 0 0,1-14-1 0 0,-2 13-20 0 0,8-68-338 0 0,3 0 0 0 0,3 2-1 0 0,4-1 1 0 0,33-89 0 0 0,-41 144-5134 0 0,0 5-1805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9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71 10138 0 0,'-5'-10'678'0'0,"2"3"553"0"0,-1-1 1 0 0,0 1-1 0 0,0 0 0 0 0,0 0 1 0 0,-9-9-1 0 0,13 16-1201 0 0,0 0 1 0 0,0 0 0 0 0,0 0-1 0 0,0 0 1 0 0,-1 0-1 0 0,1 0 1 0 0,0 0 0 0 0,0 0-1 0 0,0 0 1 0 0,0 0-1 0 0,0 0 1 0 0,0-1 0 0 0,0 1-1 0 0,0 0 1 0 0,0 0-1 0 0,-1 0 1 0 0,1 0-1 0 0,0 0 1 0 0,0 0 0 0 0,0 0-1 0 0,0 0 1 0 0,0 0-1 0 0,0 0 1 0 0,0 0 0 0 0,0 0-1 0 0,-1 0 1 0 0,1 0-1 0 0,0 0 1 0 0,0 1 0 0 0,0-1-1 0 0,0 0 1 0 0,0 0-1 0 0,0 0 1 0 0,0 0-1 0 0,0 0 1 0 0,0 0 0 0 0,0 0-1 0 0,-1 0 1 0 0,1 0-1 0 0,0 0 1 0 0,0 0 0 0 0,0 0-1 0 0,0 0 1 0 0,0 0-1 0 0,0 1 1 0 0,0-1 0 0 0,0 0-1 0 0,0 0 1 0 0,0 0-1 0 0,0 0 1 0 0,0 0 0 0 0,0 0-1 0 0,0 0 1 0 0,0 0-1 0 0,0 1 1 0 0,0-1-1 0 0,0 0 1 0 0,0 0 0 0 0,-2 12 621 0 0,3 10-323 0 0,15 60-142 0 0,15 60 367 0 0,-27-129-514 0 0,1 0 0 0 0,0 0 1 0 0,1 0-1 0 0,0 0 0 0 0,1-1 0 0 0,0 0 0 0 0,16 20 1 0 0,-19-28-58 0 0,0 0 0 0 0,0 0 0 0 0,1 0 1 0 0,0-1-1 0 0,-1 0 0 0 0,1 0 0 0 0,0 0 1 0 0,0 0-1 0 0,1-1 0 0 0,-1 1 0 0 0,0-1 1 0 0,1-1-1 0 0,0 1 0 0 0,-1-1 0 0 0,1 0 1 0 0,0 0-1 0 0,-1-1 0 0 0,1 0 0 0 0,0 0 1 0 0,9-1-1 0 0,-12 1 8 0 0,1-1 0 0 0,0 0 1 0 0,-1 0-1 0 0,1-1 0 0 0,-1 1 0 0 0,1 0 0 0 0,-1-1 1 0 0,0 0-1 0 0,1 0 0 0 0,-1 0 0 0 0,0 0 0 0 0,0-1 1 0 0,-1 1-1 0 0,1-1 0 0 0,0 0 0 0 0,-1 0 0 0 0,0 0 0 0 0,1 0 1 0 0,-1 0-1 0 0,0 0 0 0 0,-1 0 0 0 0,1-1 0 0 0,0 1 1 0 0,-1-1-1 0 0,0 1 0 0 0,0-1 0 0 0,0 0 0 0 0,0 1 1 0 0,-1-1-1 0 0,0 0 0 0 0,1-6 0 0 0,-2-7 114 0 0,0 1-1 0 0,-1-1 0 0 0,0 0 1 0 0,-1 1-1 0 0,-1 0 0 0 0,-8-21 0 0 0,-43-91 160 0 0,54 126-285 0 0,-26-46 16 0 0,25 46-85 0 0,0-1-1 0 0,0 1 1 0 0,1 0 0 0 0,-1 0 0 0 0,-1 0 0 0 0,1 0 0 0 0,0 0 0 0 0,0 0 0 0 0,-1 1 0 0 0,1-1 0 0 0,-1 1 0 0 0,1 0-1 0 0,-1-1 1 0 0,0 1 0 0 0,0 0 0 0 0,-3 0 0 0 0,-5 1-1097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9.6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66 17508 0 0,'1'-6'406'0'0,"2"-1"0"0"0,-1 1 1 0 0,1 0-1 0 0,-1 0 0 0 0,2 0 1 0 0,-1 0-1 0 0,6-6 0 0 0,-8 11-329 0 0,-1 0 0 0 0,1 0 0 0 0,0 1-1 0 0,-1-1 1 0 0,1 0 0 0 0,0 1 0 0 0,0-1-1 0 0,-1 0 1 0 0,1 1 0 0 0,0-1 0 0 0,0 1-1 0 0,0 0 1 0 0,0-1 0 0 0,0 1 0 0 0,0 0-1 0 0,0-1 1 0 0,0 1 0 0 0,0 0 0 0 0,0 0 0 0 0,0 0-1 0 0,2 0 1 0 0,-2 1-24 0 0,1-1 0 0 0,-1 1-1 0 0,0 0 1 0 0,1 0 0 0 0,-1 0 0 0 0,0 0 0 0 0,1 0 0 0 0,-1 0-1 0 0,0 0 1 0 0,0 0 0 0 0,0 0 0 0 0,0 1 0 0 0,0-1-1 0 0,0 0 1 0 0,0 1 0 0 0,-1-1 0 0 0,1 1 0 0 0,1 2-1 0 0,11 31 127 0 0,0 1 0 0 0,-3 1-1 0 0,12 70 1 0 0,-4-16-35 0 0,3 3-517 0 0,-10-31-949 0 0,4-2 1 0 0,2 0 0 0 0,32 75 0 0 0,-37-112-5567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39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5 116 7834 0 0,'-1'-3'425'0'0,"1"1"1"0"0,-1-1 0 0 0,0 0 0 0 0,1 1-1 0 0,-1-1 1 0 0,1 0 0 0 0,0 1 0 0 0,0-1-1 0 0,0 0 1 0 0,0 0 0 0 0,0 1 0 0 0,1-1-1 0 0,-1 0 1 0 0,1 1 0 0 0,0-1-1 0 0,0 1 1 0 0,0-1 0 0 0,0 1 0 0 0,2-5-1 0 0,0 4-132 0 0,0-1-1 0 0,0 1 0 0 0,0 0 0 0 0,0 0 1 0 0,1 0-1 0 0,-1 0 0 0 0,1 1 0 0 0,0 0 1 0 0,0-1-1 0 0,0 1 0 0 0,4-1 0 0 0,4-2-457 0 0,-1 1-1 0 0,1 1 1 0 0,17-3-1 0 0,28 0-3826 0 0,-34 6 2274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0.9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7834 0 0,'0'-1'322'0'0,"-1"0"0"0"0,1-1 1 0 0,0 1-1 0 0,0 0 1 0 0,0 0-1 0 0,0 0 0 0 0,0 0 1 0 0,0 0-1 0 0,1 0 1 0 0,-1-1-1 0 0,0 1 0 0 0,1 0 1 0 0,-1 0-1 0 0,0 0 1 0 0,1 0-1 0 0,-1 0 0 0 0,1 0 1 0 0,0-1-1 0 0,0 2-175 0 0,0 0 0 0 0,-1 1 1 0 0,1-1-1 0 0,-1 0 0 0 0,1 0 0 0 0,-1 0 1 0 0,1 1-1 0 0,-1-1 0 0 0,1 0 0 0 0,-1 0 0 0 0,1 1 1 0 0,-1-1-1 0 0,0 1 0 0 0,1-1 0 0 0,-1 0 0 0 0,1 1 1 0 0,-1-1-1 0 0,0 1 0 0 0,1-1 0 0 0,-1 1 0 0 0,0-1 1 0 0,0 1-1 0 0,1 0 0 0 0,17 38 1805 0 0,0 30-1326 0 0,-4 1 0 0 0,7 84 0 0 0,11 56-1794 0 0,-19-155 346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1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117 32 14283 0 0,'12'-26'1940'0'0,"-14"21"-677"0"0,-11 16-281 0 0,0 5-967 0 0,1 1-1 0 0,0 0 1 0 0,1 1 0 0 0,1 0 0 0 0,1 1 0 0 0,0 0-1 0 0,1 0 1 0 0,1 1 0 0 0,1 0 0 0 0,1 0-1 0 0,1 0 1 0 0,-3 40 0 0 0,7-56-5 0 0,0 1 0 0 0,1 0 0 0 0,-1 0 0 0 0,1-1 1 0 0,0 1-1 0 0,1-1 0 0 0,-1 1 0 0 0,1-1 0 0 0,0 1 0 0 0,2 4 0 0 0,-3-8 1 0 0,-1 0-1 0 0,1 0 1 0 0,0 0-1 0 0,0 0 0 0 0,-1 0 1 0 0,1-1-1 0 0,0 1 1 0 0,0 0-1 0 0,0 0 1 0 0,0-1-1 0 0,0 1 0 0 0,0-1 1 0 0,0 1-1 0 0,0-1 1 0 0,0 1-1 0 0,0-1 1 0 0,0 0-1 0 0,1 1 0 0 0,-1-1 1 0 0,0 0-1 0 0,0 0 1 0 0,0 0-1 0 0,0 0 1 0 0,1 0-1 0 0,-1 0 0 0 0,0 0 1 0 0,0 0-1 0 0,0 0 1 0 0,0-1-1 0 0,0 1 0 0 0,0 0 1 0 0,1-1-1 0 0,-1 1 1 0 0,0-1-1 0 0,0 1 1 0 0,0-1-1 0 0,0 0 0 0 0,0 1 1 0 0,-1-1-1 0 0,1 0 1 0 0,0 0-1 0 0,0 1 1 0 0,0-1-1 0 0,-1 0 0 0 0,2-1 1 0 0,16-18-37 0 0,-1 0 1 0 0,0-1-1 0 0,-2-1 0 0 0,0 0 1 0 0,11-26-1 0 0,33-47 413 0 0,-58 94-372 0 0,-1 0 0 0 0,0 1 0 0 0,1-1 1 0 0,-1 1-1 0 0,1-1 0 0 0,-1 1 0 0 0,1-1 0 0 0,-1 1 0 0 0,1-1 0 0 0,-1 1 0 0 0,1-1 0 0 0,-1 1 0 0 0,1 0 0 0 0,-1-1 1 0 0,1 1-1 0 0,0 0 0 0 0,-1 0 0 0 0,1-1 0 0 0,0 1 0 0 0,-1 0 0 0 0,1 0 0 0 0,0 0 0 0 0,-1 0 0 0 0,1 0 1 0 0,0 0-1 0 0,-1 0 0 0 0,1 0 0 0 0,0 0 0 0 0,-1 0 0 0 0,1 0 0 0 0,0 0 0 0 0,-1 1 0 0 0,1-1 0 0 0,0 0 0 0 0,-1 0 1 0 0,1 1-1 0 0,0-1 0 0 0,-1 0 0 0 0,1 1 0 0 0,-1-1 0 0 0,1 1 0 0 0,-1-1 0 0 0,1 0 0 0 0,-1 1 0 0 0,1-1 0 0 0,-1 1 1 0 0,1 0-1 0 0,-1-1 0 0 0,0 1 0 0 0,1-1 0 0 0,-1 1 0 0 0,0 0 0 0 0,0-1 0 0 0,1 1 0 0 0,-1 1 0 0 0,19 44 1025 0 0,-16-37-807 0 0,5 12-76 0 0,0 0 1 0 0,2-1-1 0 0,22 36 0 0 0,5-12-2921 0 0,-30-37 1757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1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 3225 0 0,'-39'58'9778'0'0,"28"-44"-8615"0"0,2 2 0 0 0,0-1 1 0 0,-11 28-1 0 0,19-39-1069 0 0,-1 0 1 0 0,1 0-1 0 0,0 0 1 0 0,0 0-1 0 0,0 0 1 0 0,0 0-1 0 0,1 0 1 0 0,0 0-1 0 0,0 0 0 0 0,0 1 1 0 0,0-1-1 0 0,0 0 1 0 0,1 0-1 0 0,0 0 1 0 0,0 0-1 0 0,0 0 1 0 0,0 0-1 0 0,1 0 0 0 0,0 0 1 0 0,0-1-1 0 0,0 1 1 0 0,2 3-1 0 0,-3-6-93 0 0,-1-1 0 0 0,0 1-1 0 0,1-1 1 0 0,-1 0 0 0 0,0 1-1 0 0,1-1 1 0 0,-1 0-1 0 0,1 1 1 0 0,-1-1 0 0 0,1 0-1 0 0,-1 0 1 0 0,1 1 0 0 0,-1-1-1 0 0,1 0 1 0 0,-1 0 0 0 0,1 0-1 0 0,-1 0 1 0 0,1 0 0 0 0,-1 0-1 0 0,1 1 1 0 0,-1-1 0 0 0,1 0-1 0 0,-1-1 1 0 0,1 1 0 0 0,-1 0-1 0 0,1 0 1 0 0,-1 0 0 0 0,2 0-1 0 0,14-12-71 0 0,9-23 121 0 0,-23 32 2 0 0,9-16 134 0 0,-5 8 50 0 0,0 0-1 0 0,1 0 1 0 0,0 1 0 0 0,1 0-1 0 0,10-9 1 0 0,-17 17-201 0 0,0 1 0 0 0,1 0 0 0 0,0-1 0 0 0,-1 1 0 0 0,1 0 0 0 0,0 0 1 0 0,0 0-1 0 0,0 0 0 0 0,-1 0 0 0 0,1 0 0 0 0,0 1 0 0 0,0-1 0 0 0,0 1 0 0 0,0-1 0 0 0,0 1 0 0 0,1 0 0 0 0,-1-1 1 0 0,0 1-1 0 0,0 0 0 0 0,0 1 0 0 0,0-1 0 0 0,0 0 0 0 0,0 1 0 0 0,0-1 0 0 0,0 1 0 0 0,0-1 0 0 0,0 1 1 0 0,0 0-1 0 0,0 0 0 0 0,0 0 0 0 0,-1 0 0 0 0,1 0 0 0 0,0 0 0 0 0,-1 1 0 0 0,1-1 0 0 0,-1 0 0 0 0,2 3 1 0 0,4 3 7 0 0,-1 1 1 0 0,1-1 0 0 0,-2 2 0 0 0,1-1 0 0 0,-1 1 0 0 0,-1-1 0 0 0,0 1 0 0 0,0 1 0 0 0,-1-1-1 0 0,4 14 1 0 0,0 9 162 0 0,6 59-1 0 0,-9-54-218 0 0,-3-1 1 0 0,0 1-1 0 0,-3-1 1 0 0,-9 58-1 0 0,8-79-11 0 0,0 1 1 0 0,-1 0-1 0 0,-1-1 0 0 0,-1 0 1 0 0,0 0-1 0 0,0 0 0 0 0,-2-1 1 0 0,0 0-1 0 0,-1 0 0 0 0,0-1 1 0 0,-1 0-1 0 0,-20 21 0 0 0,27-31-136 0 0,1-1-1 0 0,-1 1 1 0 0,0-1 0 0 0,0 0-1 0 0,0 1 1 0 0,0-1-1 0 0,0 0 1 0 0,0-1-1 0 0,-1 1 1 0 0,1-1 0 0 0,-1 1-1 0 0,1-1 1 0 0,-1 0-1 0 0,1 0 1 0 0,-1-1-1 0 0,-7 1 1 0 0,7-3-1044 0 0,5-5-11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2.2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1 258 8754 0 0,'7'-4'768'0'0,"0"1"-1"0"0,0 0 1 0 0,0 0 0 0 0,0 1 0 0 0,1 0-1 0 0,-1 0 1 0 0,1 0 0 0 0,13 0-1 0 0,-12 1-267 0 0,0 0-1 0 0,0 0 1 0 0,-1-1 0 0 0,1 0-1 0 0,-1-1 1 0 0,17-7-1 0 0,-21 8-434 0 0,0 0-1 0 0,0-1 1 0 0,0 0 0 0 0,-1 0 0 0 0,1 0-1 0 0,0 0 1 0 0,-1 0 0 0 0,0-1-1 0 0,0 0 1 0 0,0 0 0 0 0,0 1-1 0 0,-1-2 1 0 0,0 1 0 0 0,1 0-1 0 0,-1 0 1 0 0,-1-1 0 0 0,1 1-1 0 0,-1-1 1 0 0,0 1 0 0 0,0-1-1 0 0,1-6 1 0 0,-2 5 29 0 0,0 0 0 0 0,0 0 0 0 0,-1 0 0 0 0,0 0 0 0 0,0 0 0 0 0,-1 0 0 0 0,1 1 0 0 0,-1-1 0 0 0,0 0 0 0 0,-1 1 0 0 0,1-1 0 0 0,-1 1 0 0 0,0 0 0 0 0,-1 0 0 0 0,1 0 0 0 0,-9-8 0 0 0,10 11-61 0 0,1 0 1 0 0,-1 0-1 0 0,0 0 1 0 0,0 0-1 0 0,0 1 1 0 0,-1-1-1 0 0,1 1 1 0 0,0-1-1 0 0,-1 1 1 0 0,1 0 0 0 0,0 0-1 0 0,-1 0 1 0 0,1 0-1 0 0,-1 0 1 0 0,0 1-1 0 0,1-1 1 0 0,-1 1-1 0 0,0-1 1 0 0,1 1-1 0 0,-1 0 1 0 0,0 0-1 0 0,1 1 1 0 0,-6 0-1 0 0,6 0-21 0 0,0 0-1 0 0,0 0 0 0 0,1 0 0 0 0,-1 0 0 0 0,0 0 0 0 0,0 1 0 0 0,1-1 0 0 0,-1 1 1 0 0,1-1-1 0 0,-1 1 0 0 0,1 0 0 0 0,0 0 0 0 0,0-1 0 0 0,0 1 0 0 0,0 0 1 0 0,0 0-1 0 0,0 0 0 0 0,0 0 0 0 0,1 0 0 0 0,-1 0 0 0 0,1 0 0 0 0,-1 1 1 0 0,1-1-1 0 0,0 0 0 0 0,0 0 0 0 0,0 0 0 0 0,0 0 0 0 0,0 1 0 0 0,1 3 1 0 0,0 2-5 0 0,1 0 1 0 0,0-1 0 0 0,1 1-1 0 0,0-1 1 0 0,0 1 0 0 0,0-1 0 0 0,1 0-1 0 0,0 0 1 0 0,0 0 0 0 0,1-1-1 0 0,0 1 1 0 0,0-1 0 0 0,0 0-1 0 0,1-1 1 0 0,7 7 0 0 0,2 0-9 0 0,0-1 0 0 0,1 0 0 0 0,0 0 0 0 0,1-2 0 0 0,22 10 0 0 0,-11-9-191 0 0,0 0-1 0 0,1-2 1 0 0,0-1-1 0 0,0-2 1 0 0,48 4-1 0 0,-19-7-2511 0 0,109-11-1 0 0,-136 4 2588 0 0,-8-3 101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3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205 282 7370 0 0,'-1'-3'351'0'0,"-1"0"1"0"0,1 1 0 0 0,-1-1-1 0 0,1 0 1 0 0,-1 1 0 0 0,0-1-1 0 0,0 1 1 0 0,0-1 0 0 0,0 1 0 0 0,0 0-1 0 0,-1 0 1 0 0,1 0 0 0 0,-1 0-1 0 0,1 1 1 0 0,-1-1 0 0 0,0 1-1 0 0,0-1 1 0 0,0 1 0 0 0,1 0 0 0 0,-1 0-1 0 0,-6-1 1 0 0,6 2-173 0 0,-1 0 1 0 0,1 1-1 0 0,0-1 1 0 0,0 1-1 0 0,0-1 0 0 0,0 1 1 0 0,0 0-1 0 0,-1 1 0 0 0,2-1 1 0 0,-1 0-1 0 0,0 1 1 0 0,0 0-1 0 0,0 0 0 0 0,1-1 1 0 0,-1 2-1 0 0,1-1 0 0 0,-1 0 1 0 0,1 0-1 0 0,0 1 1 0 0,0-1-1 0 0,-2 4 0 0 0,-7 11 6 0 0,0 0-1 0 0,1 0 0 0 0,1 1 0 0 0,1 0 0 0 0,0 1 0 0 0,1 0 0 0 0,1 0 0 0 0,1 0 1 0 0,1 1-1 0 0,1 0 0 0 0,0 0 0 0 0,2 0 0 0 0,1 40 0 0 0,0-58-227 0 0,1 1 1 0 0,-1-1-1 0 0,0 1 0 0 0,1-1 0 0 0,0 1 0 0 0,-1-1 0 0 0,1 1 0 0 0,0-1 0 0 0,0 1 1 0 0,1-1-1 0 0,-1 0 0 0 0,0 0 0 0 0,1 0 0 0 0,-1 0 0 0 0,1 0 0 0 0,0 0 0 0 0,0 0 1 0 0,0 0-1 0 0,0 0 0 0 0,0-1 0 0 0,0 1 0 0 0,0-1 0 0 0,0 0 0 0 0,0 1 0 0 0,1-1 1 0 0,-1 0-1 0 0,1 0 0 0 0,-1-1 0 0 0,1 1 0 0 0,-1 0 0 0 0,1-1 0 0 0,-1 0 0 0 0,1 1 1 0 0,-1-1-1 0 0,1 0 0 0 0,0 0 0 0 0,-1-1 0 0 0,1 1 0 0 0,-1 0 0 0 0,1-1 0 0 0,-1 0 1 0 0,1 1-1 0 0,-1-1 0 0 0,1 0 0 0 0,-1 0 0 0 0,0-1 0 0 0,1 1 0 0 0,-1 0 0 0 0,0-1 1 0 0,0 1-1 0 0,0-1 0 0 0,0 0 0 0 0,3-3 0 0 0,8-8-291 0 0,-1-1-1 0 0,0 0 0 0 0,-1 0 1 0 0,-1-1-1 0 0,0 0 0 0 0,-1-1 1 0 0,0 0-1 0 0,-1-1 1 0 0,-2 0-1 0 0,7-21 0 0 0,-7 15 268 0 0,-1 0-1 0 0,-1 0 0 0 0,-1-1 1 0 0,-1 1-1 0 0,-2-1 0 0 0,0 0 1 0 0,-5-34-1 0 0,1 29 761 0 0,0-12 1099 0 0,-3 2-1 0 0,-14-52 1 0 0,50 175-775 0 0,41 79 0 0 0,-48-120-1041 0 0,1-1 0 0 0,2-1 1 0 0,52 64-1 0 0,-75-102-48 0 0,1 0-1 0 0,-1-1 1 0 0,1 1-1 0 0,-1-1 1 0 0,1 1-1 0 0,0-1 1 0 0,0 0 0 0 0,0 0-1 0 0,0 0 1 0 0,0-1-1 0 0,0 1 1 0 0,1-1 0 0 0,-1 0-1 0 0,1 0 1 0 0,-1 0-1 0 0,1 0 1 0 0,4 0 0 0 0,-5-1-30 0 0,0 0 0 0 0,1-1 1 0 0,-1 1-1 0 0,0-1 1 0 0,0 0-1 0 0,0 0 0 0 0,1 0 1 0 0,-1 0-1 0 0,0-1 1 0 0,-1 1-1 0 0,1-1 0 0 0,0 0 1 0 0,0 0-1 0 0,-1 0 1 0 0,1 0-1 0 0,-1 0 0 0 0,1-1 1 0 0,-1 1-1 0 0,2-3 1 0 0,5-8-218 0 0,-1 0 0 0 0,0 0 0 0 0,-1 0 0 0 0,0-1 1 0 0,-1 0-1 0 0,4-16 0 0 0,-5 15 521 0 0,1 1-1 0 0,0-1 1 0 0,1 1 0 0 0,0 0-1 0 0,14-18 1 0 0,-20 30-80 0 0,1 0 1 0 0,-1 0-1 0 0,0 0 1 0 0,1 0-1 0 0,0 1 1 0 0,-1-1-1 0 0,1 1 0 0 0,0-1 1 0 0,0 1-1 0 0,0 0 1 0 0,0-1-1 0 0,0 1 1 0 0,0 0-1 0 0,0 0 0 0 0,0 1 1 0 0,0-1-1 0 0,1 0 1 0 0,-1 1-1 0 0,0-1 0 0 0,0 1 1 0 0,1 0-1 0 0,3 0 1 0 0,-4 0-45 0 0,1 1 0 0 0,0 0-1 0 0,0 0 1 0 0,-1 1 0 0 0,1-1 0 0 0,-1 0 0 0 0,1 1 0 0 0,-1 0 0 0 0,0-1 0 0 0,1 1 0 0 0,-1 0-1 0 0,0 0 1 0 0,0 0 0 0 0,0 1 0 0 0,2 2 0 0 0,4 8 0 0 0,0 0 1 0 0,-1 0-1 0 0,-1 1 1 0 0,0-1-1 0 0,7 24 1 0 0,-10-28-342 0 0,0 0-1 0 0,0 0 1 0 0,1-1 0 0 0,0 1 0 0 0,0-1-1 0 0,8 11 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3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17972 0 0,'0'-1'1760'0'0,"2"1"-1568"0"0,-1 0-192 0 0,1 0 0 0 0,-1 0 0 0 0,2 1 0 0 0,0 1-64 0 0,5 2 0 0 0,1 2 0 0 0,4 5-600 0 0,2 3-112 0 0,4 4-24 0 0,-3 0-8 0 0,2 0 616 0 0,0 0 120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3.5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10594 0 0,'3'-1'173'0'0,"0"1"1"0"0,0 0-1 0 0,0 0 0 0 0,0 0 0 0 0,0 1 0 0 0,-1-1 0 0 0,1 0 1 0 0,0 1-1 0 0,0 0 0 0 0,0 0 0 0 0,-1 0 0 0 0,1 0 0 0 0,0 0 1 0 0,-1 1-1 0 0,1-1 0 0 0,-1 1 0 0 0,4 3 0 0 0,41 38 2452 0 0,-32-29-1708 0 0,12 15 1008 0 0,-8-10-579 0 0,38 31-1 0 0,-52-46-1252 0 0,0 0 0 0 0,1-1 1 0 0,0 1-1 0 0,0-1 0 0 0,0 0 1 0 0,0-1-1 0 0,0 1 0 0 0,0-1 1 0 0,1-1-1 0 0,-1 1 1 0 0,1-1-1 0 0,10 1 0 0 0,-15-2-63 0 0,0-1 1 0 0,0 1-1 0 0,0 0 0 0 0,0 0 0 0 0,0-1 0 0 0,0 1 0 0 0,0-1 1 0 0,0 0-1 0 0,0 0 0 0 0,0 1 0 0 0,0-1 0 0 0,0 0 0 0 0,-1-1 1 0 0,1 1-1 0 0,0 0 0 0 0,-1 0 0 0 0,1-1 0 0 0,-1 1 0 0 0,1-1 1 0 0,-1 0-1 0 0,0 1 0 0 0,0-1 0 0 0,1 0 0 0 0,-1 0 0 0 0,0 1 1 0 0,-1-1-1 0 0,1 0 0 0 0,1-3 0 0 0,1-6 42 0 0,0-1 1 0 0,-1 1-1 0 0,0-1 0 0 0,0-13 0 0 0,3-17-105 0 0,-2 32-107 0 0,0 1 0 0 0,0 0 0 0 0,1 0 0 0 0,0 0 0 0 0,0 0 0 0 0,1 0 0 0 0,1 1 0 0 0,-1 0 0 0 0,13-14 0 0 0,0 4-324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3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11979 0 0,'1'15'1594'0'0,"1"0"1"0"0,6 25 0 0 0,-1-4-705 0 0,17 78 857 0 0,-2-57-2868 0 0,-19-51 241 0 0,0-1 0 0 0,0 1 0 0 0,1-1 0 0 0,0 1 1 0 0,0-1-1 0 0,7 5 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3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 14283 0 0,'0'-4'1272'0'0,"3"-2"737"0"0,-1 4-1393 0 0,-1 1-504 0 0,2 4-112 0 0,0 3 0 0 0,7 21-2033 0 0,-4-12-391 0 0,3-1-73 0 0,0-2-23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4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184 286 5985 0 0,'2'-2'119'0'0,"0"-1"-1"0"0,0 0 1 0 0,-1-1-1 0 0,0 1 1 0 0,1 0-1 0 0,-1 0 1 0 0,-1 0-1 0 0,2-7 1 0 0,-2 9-25 0 0,0 0-1 0 0,0 1 1 0 0,0-1 0 0 0,0 0-1 0 0,0 0 1 0 0,0 1 0 0 0,-1-1-1 0 0,1 0 1 0 0,0 0-1 0 0,0 1 1 0 0,-1-1 0 0 0,1 0-1 0 0,-1 1 1 0 0,1-1 0 0 0,0 0-1 0 0,-1 1 1 0 0,1-1 0 0 0,-1 1-1 0 0,0-1 1 0 0,1 1 0 0 0,-1-1-1 0 0,1 1 1 0 0,-1-1 0 0 0,0 1-1 0 0,1 0 1 0 0,-1-1-1 0 0,0 1 1 0 0,1 0 0 0 0,-1-1-1 0 0,0 1 1 0 0,0 0 0 0 0,1 0-1 0 0,-1 0 1 0 0,0 0 0 0 0,0 0-1 0 0,0 0 1 0 0,1 0 0 0 0,-1 0-1 0 0,0 0 1 0 0,0 0 0 0 0,1 0-1 0 0,-1 0 1 0 0,0 1-1 0 0,0-1 1 0 0,0 1 0 0 0,-6 0 425 0 0,1 1-1 0 0,-1 0 1 0 0,1 1 0 0 0,-1-1 0 0 0,1 1 0 0 0,0 1-1 0 0,0-1 1 0 0,1 1 0 0 0,-1 0 0 0 0,1 0 0 0 0,0 1-1 0 0,0-1 1 0 0,-5 6 0 0 0,-3 5-28 0 0,1 0 1 0 0,0 1-1 0 0,-13 22 0 0 0,22-32-452 0 0,-1 1-1 0 0,2 0 0 0 0,-1-1 1 0 0,0 1-1 0 0,1 0 0 0 0,1 1 0 0 0,-1-1 1 0 0,0 8-1 0 0,2-13-55 0 0,0 0-1 0 0,0 0 1 0 0,-1 0 0 0 0,2-1-1 0 0,-1 1 1 0 0,0 0 0 0 0,0 0-1 0 0,0 0 1 0 0,1 0-1 0 0,-1 0 1 0 0,1 0 0 0 0,0-1-1 0 0,-1 1 1 0 0,1 0 0 0 0,0 0-1 0 0,0-1 1 0 0,0 1 0 0 0,0-1-1 0 0,0 1 1 0 0,1-1 0 0 0,-1 1-1 0 0,0-1 1 0 0,1 0 0 0 0,-1 1-1 0 0,1-1 1 0 0,-1 0-1 0 0,1 0 1 0 0,0 0 0 0 0,-1 0-1 0 0,1 0 1 0 0,0-1 0 0 0,0 1-1 0 0,0-1 1 0 0,-1 1 0 0 0,5 0-1 0 0,-3-1-75 0 0,0 0 0 0 0,0-1 0 0 0,1 1-1 0 0,-1-1 1 0 0,0 1 0 0 0,0-1 0 0 0,0 0 0 0 0,0 0-1 0 0,0 0 1 0 0,0-1 0 0 0,0 1 0 0 0,0-1-1 0 0,0 0 1 0 0,0 1 0 0 0,-1-1 0 0 0,1 0 0 0 0,-1-1-1 0 0,0 1 1 0 0,1 0 0 0 0,-1-1 0 0 0,0 1-1 0 0,0-1 1 0 0,2-4 0 0 0,5-8-771 0 0,0 0 1 0 0,12-30-1 0 0,-20 44 827 0 0,7-22-450 0 0,0 1 0 0 0,-1-2 0 0 0,-2 1 0 0 0,0-1 0 0 0,2-46 0 0 0,-6 36 2556 0 0,-1 0 0 0 0,-2 0 1 0 0,-10-55-1 0 0,23 136-664 0 0,2-1 0 0 0,33 75 0 0 0,-17-59-2951 0 0,54 87 0 0 0,-67-124-6364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4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0 281 5529 0 0,'13'-8'1480'0'0,"18"-13"1007"0"0,0-1 0 0 0,36-34 0 0 0,-59 49-2106 0 0,-1 0 0 0 0,-1 0 0 0 0,1-1 0 0 0,-1 0 0 0 0,0-1 0 0 0,-1 1 0 0 0,0-1 0 0 0,0 0 0 0 0,-1 0 0 0 0,0 0 0 0 0,-1-1 0 0 0,0 0 0 0 0,3-18 0 0 0,-6 27-318 0 0,1 0-1 0 0,-1 0 1 0 0,0 0-1 0 0,0-1 1 0 0,1 1 0 0 0,-1 0-1 0 0,0 0 1 0 0,0 0-1 0 0,-1-1 1 0 0,1 1-1 0 0,0 0 1 0 0,0 0 0 0 0,0 0-1 0 0,-1-1 1 0 0,1 1-1 0 0,-1 0 1 0 0,1 0-1 0 0,-1 0 1 0 0,1 0-1 0 0,-1 0 1 0 0,0 0 0 0 0,1 0-1 0 0,-1 0 1 0 0,0 0-1 0 0,0 0 1 0 0,0 0-1 0 0,0 0 1 0 0,0 1 0 0 0,0-1-1 0 0,0 0 1 0 0,0 1-1 0 0,0-1 1 0 0,0 1-1 0 0,0-1 1 0 0,-2 0-1 0 0,1 1-45 0 0,0 0-1 0 0,0 0 1 0 0,0 0-1 0 0,0 1 1 0 0,0-1-1 0 0,0 1 1 0 0,0-1-1 0 0,0 1 0 0 0,0-1 1 0 0,0 1-1 0 0,0 0 1 0 0,1 0-1 0 0,-1 0 1 0 0,0 0-1 0 0,1 0 0 0 0,-1 1 1 0 0,0-1-1 0 0,1 0 1 0 0,0 1-1 0 0,-1-1 1 0 0,-1 3-1 0 0,-3 4-116 0 0,0 1-1 0 0,1-1 1 0 0,-1 1-1 0 0,2 0 1 0 0,-1 1-1 0 0,1-1 1 0 0,1 1-1 0 0,0-1 0 0 0,0 1 1 0 0,1 0-1 0 0,0 0 1 0 0,1 0-1 0 0,-1 15 1 0 0,3-17 106 0 0,-1 0 0 0 0,1 0 0 0 0,0 0 0 0 0,1 0 0 0 0,0 0 0 0 0,0-1 0 0 0,1 1 0 0 0,0-1 0 0 0,0 1 0 0 0,1-1 0 0 0,0 0 0 0 0,0 0 0 0 0,1-1 0 0 0,0 1 0 0 0,0-1 0 0 0,0 0 0 0 0,9 8 0 0 0,-9-10-280 0 0,25 21 374 0 0,-7-13-5975 0 0,-8-7-601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4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1 294 2304 0 0,'1'-1'524'0'0,"1"1"-1"0"0,-1-1 1 0 0,0 0-1 0 0,1 1 1 0 0,-1 0-1 0 0,0-1 0 0 0,1 1 1 0 0,-1 0-1 0 0,1-1 1 0 0,-1 1-1 0 0,1 0 1 0 0,-1 0-1 0 0,0 0 0 0 0,1 1 1 0 0,-1-1-1 0 0,1 0 1 0 0,-1 0-1 0 0,2 1 0 0 0,30 16 3943 0 0,-23-9-3728 0 0,0 0 0 0 0,0 1 1 0 0,12 14-1 0 0,13 25 3531 0 0,-35-71-3007 0 0,7-7-1053 0 0,1 1-1 0 0,1 0 1 0 0,2 1 0 0 0,22-44 0 0 0,-24 55-526 0 0,1 0 0 0 0,0 1-1 0 0,2 0 1 0 0,0 1 0 0 0,0 1-1 0 0,1-1 1 0 0,1 2 0 0 0,21-16 0 0 0,-26 23 188 0 0,0 1 0 0 0,0 0 0 0 0,1 1 1 0 0,0 0-1 0 0,14-4 0 0 0,-23 7 131 0 0,22-6 58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6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181 120 3225 0 0,'-16'-11'1551'0'0,"-6"2"6948"0"0,21 9-7876 0 0,-1 0 0 0 0,0 0 0 0 0,0 0 0 0 0,0 0 0 0 0,1 0 0 0 0,-1 0 0 0 0,0 1 0 0 0,0-1 0 0 0,1 1 0 0 0,-1-1 0 0 0,-2 2 0 0 0,-14 8-891 0 0,10-3 315 0 0,-1 0 0 0 0,1 1 0 0 0,0 0 1 0 0,1 0-1 0 0,0 1 0 0 0,0 0 0 0 0,1 0 0 0 0,0 0 0 0 0,0 1 0 0 0,1 0 1 0 0,1 0-1 0 0,0 0 0 0 0,0 1 0 0 0,1-1 0 0 0,0 1 0 0 0,0 0 0 0 0,2 0 1 0 0,-1 0-1 0 0,1 0 0 0 0,1 0 0 0 0,0 0 0 0 0,1 1 0 0 0,0-1 0 0 0,0 0 1 0 0,1 0-1 0 0,1-1 0 0 0,0 1 0 0 0,0 0 0 0 0,1-1 0 0 0,1 0 0 0 0,-1 0 1 0 0,2 0-1 0 0,-1 0 0 0 0,1-1 0 0 0,1 0 0 0 0,0 0 0 0 0,0-1 0 0 0,0 1 1 0 0,13 9-1 0 0,-14-13-46 0 0,0 0 0 0 0,0-1 0 0 0,1 1 0 0 0,-1-1 0 0 0,1-1 0 0 0,0 1 0 0 0,0-1 0 0 0,1 0 0 0 0,-1-1 0 0 0,1 0 0 0 0,13 3 0 0 0,-16-5-52 0 0,1 0-1 0 0,-1 0 1 0 0,1-1 0 0 0,-1 1 0 0 0,0-1 0 0 0,1 0 0 0 0,-1-1 0 0 0,0 1 0 0 0,0-1 0 0 0,0 0-1 0 0,0-1 1 0 0,0 1 0 0 0,0-1 0 0 0,0 0 0 0 0,-1 0 0 0 0,0 0 0 0 0,7-7 0 0 0,3-4-59 0 0,-1 0 1 0 0,-1-2-1 0 0,-1 1 1 0 0,0-2-1 0 0,9-17 1 0 0,-7 11-159 0 0,27-34 0 0 0,-37 53 200 0 0,0 1 0 0 0,0-1 0 0 0,1 1 0 0 0,-1 0-1 0 0,1 0 1 0 0,5-3 0 0 0,-9 6 80 0 0,1 0 1 0 0,-1-1-1 0 0,1 1 0 0 0,-1 0 1 0 0,1-1-1 0 0,0 1 0 0 0,-1 0 1 0 0,1 0-1 0 0,0 0 0 0 0,-1 0 1 0 0,1 0-1 0 0,0 0 0 0 0,-1 0 1 0 0,1 0-1 0 0,-1 0 1 0 0,1 0-1 0 0,0 0 0 0 0,-1 0 1 0 0,1 0-1 0 0,0 0 0 0 0,-1 1 1 0 0,1-1-1 0 0,-1 0 0 0 0,1 0 1 0 0,0 1-1 0 0,-1-1 0 0 0,1 0 1 0 0,-1 1-1 0 0,1-1 0 0 0,-1 1 1 0 0,1-1-1 0 0,-1 1 0 0 0,1-1 1 0 0,-1 1-1 0 0,0-1 0 0 0,1 1 1 0 0,-1-1-1 0 0,0 1 0 0 0,1-1 1 0 0,-1 1-1 0 0,0 0 0 0 0,0-1 1 0 0,1 1-1 0 0,-1-1 0 0 0,0 1 1 0 0,0 0-1 0 0,0-1 0 0 0,0 1 1 0 0,0 0-1 0 0,0 1 0 0 0,4 7 859 0 0,-2-22-156 0 0,3-9-580 0 0,-8 17-314 0 0,-14-106 670 0 0,17 110-485 0 0,-1 0-1 0 0,1 1 1 0 0,0-1 0 0 0,0 1-1 0 0,0-1 1 0 0,-1 0 0 0 0,1 1-1 0 0,0-1 1 0 0,0 0 0 0 0,0 1 0 0 0,0-1-1 0 0,0 0 1 0 0,0 1 0 0 0,0-1-1 0 0,0 0 1 0 0,0 1 0 0 0,1-1 0 0 0,-1 1-1 0 0,0-1 1 0 0,0 0 0 0 0,0 1-1 0 0,1-1 1 0 0,-1 1 0 0 0,0-1-1 0 0,1 0 1 0 0,-1 1 0 0 0,1-1 0 0 0,-1 1-1 0 0,0-1 1 0 0,1 1 0 0 0,-1 0-1 0 0,1-1 1 0 0,-1 1 0 0 0,2-1 0 0 0,-1 1 1 0 0,-1-1 0 0 0,1 1-1 0 0,0-1 1 0 0,0 0 0 0 0,-1 1 0 0 0,1-1 0 0 0,-1 1 0 0 0,1-1 0 0 0,-1 0 0 0 0,1 0 0 0 0,-1 1 0 0 0,1-1 0 0 0,-1 0 0 0 0,1 0 0 0 0,-1 1 0 0 0,0-1 0 0 0,1 0 0 0 0,-1 0 0 0 0,0 0 0 0 0,0 0 0 0 0,0 0 0 0 0,0-1 0 0 0,1-9-20 0 0,-1 0 1 0 0,-1 0 0 0 0,0 0-1 0 0,-5-19 1 0 0,-1-29-50 0 0,7 51 176 0 0,2 10-16 0 0,3 18 61 0 0,4 31 74 0 0,13 130 261 0 0,7 49-216 0 0,-17-139-201 0 0,-7-51-926 0 0,1 0 0 0 0,11 38 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6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274 0 10594 0 0,'-16'12'-193'0'0,"0"0"-1"0"0,1 1 1 0 0,-22 24-1 0 0,7-6-317 0 0,9-12 702 0 0,1-1 468 0 0,1 0 0 0 0,1 1 0 0 0,0 1 1 0 0,2 0-1 0 0,-22 36 0 0 0,37-54-432 0 0,-1 0 0 0 0,1 1-1 0 0,0 0 1 0 0,0-1 0 0 0,0 1 0 0 0,0 0 0 0 0,1-1 0 0 0,-1 1-1 0 0,1 0 1 0 0,-1 0 0 0 0,1-1 0 0 0,0 1 0 0 0,0 0 0 0 0,0 0-1 0 0,1 0 1 0 0,-1-1 0 0 0,1 1 0 0 0,-1 0 0 0 0,1 0 0 0 0,2 3-1 0 0,-1-2 25 0 0,0-1 0 0 0,1 1 0 0 0,0-1 0 0 0,0 0 0 0 0,0 0-1 0 0,0 0 1 0 0,1 0 0 0 0,-1-1 0 0 0,1 1 0 0 0,-1-1 0 0 0,1 0-1 0 0,6 3 1 0 0,10 3-173 0 0,-1-1 0 0 0,1-1 0 0 0,0 0-1 0 0,1-1 1 0 0,-1-2 0 0 0,1 0 0 0 0,0-1-1 0 0,-1-1 1 0 0,1-1 0 0 0,0-1 0 0 0,0 0-1 0 0,26-7 1 0 0,-19 2-531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7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0,'1'9'1360'0'0,"1"1"0"0"0,-1-1 0 0 0,6 16 0 0 0,0 4 288 0 0,3 21 774 0 0,28 136 1295 0 0,-27-146-3756 0 0,2-1 1 0 0,27 62 0 0 0,-34-89-130 0 0,11 23-6408 0 0,-9-15-720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7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7 171 10594 0 0,'-1'0'75'0'0,"1"0"0"0"0,0 0-1 0 0,-1-1 1 0 0,1 1 0 0 0,0 0 0 0 0,-1 0-1 0 0,1-1 1 0 0,0 1 0 0 0,-1 0-1 0 0,1-1 1 0 0,0 1 0 0 0,0 0 0 0 0,-1-1-1 0 0,1 1 1 0 0,0 0 0 0 0,0-1 0 0 0,0 1-1 0 0,-1-1 1 0 0,1 1 0 0 0,0 0-1 0 0,0-1 1 0 0,0 1 0 0 0,0-1 0 0 0,0 1-1 0 0,0-1 1 0 0,0 1 0 0 0,0-1 0 0 0,0 1-1 0 0,0 0 1 0 0,0-2 0 0 0,12-8 2214 0 0,31-4 1141 0 0,-30 11-2856 0 0,100-38 1700 0 0,-49 17-3651 0 0,1 3 1 0 0,89-18-1 0 0,-118 33 1377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4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14283 0 0,'0'6'1272'0'0,"0"-1"-1016"0"0,2 2 2657 0 0,-2-2-1297 0 0,-2 2 9 0 0,1 1-889 0 0,-2-1-184 0 0,0-2-32 0 0,0-4-8 0 0,3-4-840 0 0,1-3-176 0 0,4-1-32 0 0,1-7-8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0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162 100 920 0 0,'-8'-27'-923'0'0,"5"14"5097"0"0,-1 0 2 0 0,0 0 0 0 0,-9-17-1 0 0,13 30-4113 0 0,0 0 0 0 0,0-1 0 0 0,0 1 0 0 0,0 0 0 0 0,0 0 0 0 0,-1-2 682 0 0,0 2-682 0 0,1 0 0 0 0,0 0 0 0 0,0 0 0 0 0,0 0 0 0 0,0 0 0 0 0,-1 0 0 0 0,1-1 0 0 0,0 1 0 0 0,0 0 0 0 0,0 0 0 0 0,0 0 0 0 0,-1 0 0 0 0,1 0 0 0 0,0 0 0 0 0,0 0 0 0 0,0 0 0 0 0,0 0 0 0 0,-1 0 0 0 0,1 0 0 0 0,0 0-1 0 0,0 0 1 0 0,0 0 0 0 0,-1 1 0 0 0,1-1 0 0 0,0 0 0 0 0,0 0 0 0 0,0 0 0 0 0,-1 0 0 0 0,-4 11 1096 0 0,-1 14-589 0 0,-74 520 1005 0 0,66-461-1401 0 0,-4 155 0 0 0,18-204-430 0 0,2 0 0 0 0,1 0 0 0 0,2-1 0 0 0,1 1 0 0 0,2-1 0 0 0,2 0 0 0 0,16 40 0 0 0,-23-65-1103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0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2761 0 0,'4'-20'-207'0'0,"5"-23"2239"0"0,-9 40-1250 0 0,1 0 0 0 0,1-1 0 0 0,-1 1 0 0 0,0 0 0 0 0,1 0 0 0 0,0 0 0 0 0,0 0-1 0 0,0 0 1 0 0,2-3 0 0 0,-3 6-639 0 0,-1-1-1 0 0,1 1 0 0 0,-1 0 0 0 0,1 0 0 0 0,-1 0 1 0 0,0 0-1 0 0,1 0 0 0 0,-1 0 0 0 0,1 0 0 0 0,-1 0 1 0 0,1 0-1 0 0,-1 0 0 0 0,0 0 0 0 0,1 0 0 0 0,-1 1 1 0 0,1-1-1 0 0,-1 0 0 0 0,1 0 0 0 0,-1 0 0 0 0,0 0 1 0 0,1 1-1 0 0,1 0 711 0 0,-2 0-711 0 0,0-1 1 0 0,0 1-1 0 0,1-1 0 0 0,-1 0 0 0 0,0 1 0 0 0,1 0 1 0 0,11 17 874 0 0,-10-15-502 0 0,179 281 1825 0 0,-140-212-2429 0 0,-4 1 0 0 0,31 86 0 0 0,-15 9-3486 0 0,-47-148 2181 0 0,3 10-4583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0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23 245 10594 0 0,'-2'0'18'0'0,"-18"-3"3236"0"0,30-2-1319 0 0,129-47 1011 0 0,3-2-4853 0 0,-70 31 836 0 0,179-69-3160 0 0,-219 76 4231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0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68 4145 0 0,'-2'-8'1678'0'0,"0"1"0"0"0,-1 0 0 0 0,1 0 0 0 0,-1 1 1 0 0,0-1-1 0 0,-1 1 0 0 0,0-1 0 0 0,-5-6 0 0 0,9 45 1195 0 0,20 123-1804 0 0,36 222-649 0 0,-50-346-829 0 0,1-1-1 0 0,13 33 1 0 0,5-15-7858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0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3 234 1376 0 0,'-1'-13'504'0'0,"0"0"0"0"0,0 0 0 0 0,2 1 0 0 0,-1-1 0 0 0,2 0 0 0 0,4-23 0 0 0,-4 30-121 0 0,0 0 0 0 0,0 1 1 0 0,1-1-1 0 0,0 1 0 0 0,0 0 0 0 0,0 0 1 0 0,0 0-1 0 0,1 0 0 0 0,0 0 0 0 0,0 1 1 0 0,0 0-1 0 0,1 0 0 0 0,-1 0 0 0 0,1 0 1 0 0,0 1-1 0 0,0-1 0 0 0,6-2 1 0 0,3 0 72 0 0,1 0 0 0 0,0 1 1 0 0,0 0-1 0 0,0 1 1 0 0,0 1-1 0 0,1 1 1 0 0,0 0-1 0 0,-1 1 1 0 0,1 0-1 0 0,0 1 0 0 0,0 1 1 0 0,27 5-1 0 0,-21-2-96 0 0,0 1 0 0 0,0 2 0 0 0,-1 0 0 0 0,0 1 0 0 0,0 0 0 0 0,-1 2-1 0 0,0 1 1 0 0,25 18 0 0 0,-31-19-305 0 0,0 2-1 0 0,-1-1 1 0 0,-1 2 0 0 0,0 0 0 0 0,0 0-1 0 0,-2 1 1 0 0,0 1 0 0 0,0-1-1 0 0,-1 2 1 0 0,-1-1 0 0 0,0 1-1 0 0,6 22 1 0 0,-10-27-27 0 0,-1 1-1 0 0,-1 0 1 0 0,1-1 0 0 0,-2 1 0 0 0,0 0-1 0 0,0 0 1 0 0,-1 0 0 0 0,-1 0-1 0 0,0 0 1 0 0,0 0 0 0 0,-1 0 0 0 0,-1 0-1 0 0,0-1 1 0 0,0 1 0 0 0,-2-1 0 0 0,1 0-1 0 0,-1 0 1 0 0,-11 18 0 0 0,0-6-75 0 0,-1-1 0 0 0,-1 0 0 0 0,-1-1-1 0 0,-32 28 1 0 0,41-41 0 0 0,0 0 0 0 0,0 0-1 0 0,-1-1 1 0 0,-1 0 0 0 0,1-1 0 0 0,-1 0-1 0 0,0-1 1 0 0,0 0 0 0 0,0-1-1 0 0,-1 0 1 0 0,-24 3 0 0 0,2-10-2612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1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77 10138 0 0,'5'-12'425'0'0,"-1"7"-33"0"0,-2-1 0 0 0,1 0-1 0 0,-1 0 1 0 0,1 0 0 0 0,0-8 0 0 0,-2 13-290 0 0,-1 0-1 0 0,0 0 1 0 0,0 1 0 0 0,0-1 0 0 0,0 0-1 0 0,0 0 1 0 0,0 1 0 0 0,-1-1-1 0 0,1 0 1 0 0,0 0 0 0 0,0 1 0 0 0,0-1-1 0 0,-1 0 1 0 0,1 0 0 0 0,0 1-1 0 0,-1-1 1 0 0,1 0 0 0 0,0 1 0 0 0,-1-1-1 0 0,0 0 1 0 0,0 0 76 0 0,0 0 0 0 0,-1 1 0 0 0,1-1 0 0 0,0 1 0 0 0,0-1 0 0 0,0 1 0 0 0,-1 0 0 0 0,1-1 0 0 0,0 1 0 0 0,0 0 0 0 0,-1 0 0 0 0,1 0 0 0 0,0 0 0 0 0,-1 0 0 0 0,1 0 0 0 0,-2 1 0 0 0,-3 0 50 0 0,1 1 0 0 0,-1 0-1 0 0,1 0 1 0 0,-1 0 0 0 0,1 1 0 0 0,0-1 0 0 0,0 2 0 0 0,0-1 0 0 0,1 0 0 0 0,-1 1-1 0 0,1 0 1 0 0,0 0 0 0 0,-1 0 0 0 0,-4 8 0 0 0,-3 3 6 0 0,0 1-1 0 0,2 1 1 0 0,-9 18 0 0 0,11-20-158 0 0,0 0 0 0 0,2 1 0 0 0,0 1 0 0 0,1-1 0 0 0,1 1 0 0 0,0 0 0 0 0,1 0 0 0 0,1 0 0 0 0,0 18 0 0 0,2-26-24 0 0,0 1 0 0 0,1-1 0 0 0,1 1 0 0 0,0-1 0 0 0,0 1 0 0 0,1-1 0 0 0,0 0 0 0 0,0 0 0 0 0,1 0 0 0 0,0 0 0 0 0,1-1 0 0 0,0 0 0 0 0,0 0 0 0 0,1 0 0 0 0,0 0 0 0 0,0-1 0 0 0,12 11 0 0 0,-2-5 59 0 0,0-1 0 0 0,1-1 1 0 0,0 0-1 0 0,0-1 0 0 0,1 0 0 0 0,0-2 0 0 0,1 0 0 0 0,0-1 1 0 0,0-1-1 0 0,1-1 0 0 0,29 4 0 0 0,-32-7-78 0 0,1 0 0 0 0,-1-2 0 0 0,0 0 0 0 0,1-1 0 0 0,-1 0 0 0 0,0-2 0 0 0,0 0 0 0 0,0-1 0 0 0,0 0 0 0 0,-1-1 0 0 0,1-2 0 0 0,-1 1 1 0 0,25-15-1 0 0,-10 0-366 0 0,30-25 1 0 0,-28 19-104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3.5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99 5985 0 0,'-1'-6'574'0'0,"0"0"-1"0"0,1 0 0 0 0,0-1 1 0 0,0 1-1 0 0,0 0 0 0 0,0 0 0 0 0,1 0 1 0 0,0 0-1 0 0,3-9 0 0 0,-2 3 1053 0 0,-1 11-1369 0 0,-1 0 0 0 0,0-1-1 0 0,0 1 1 0 0,1 0 0 0 0,-1 0 0 0 0,1-1-1 0 0,-1 1 1 0 0,1 0 0 0 0,-1 0 0 0 0,1 0-1 0 0,0 0 1 0 0,0 0 0 0 0,-1 0 0 0 0,9 0 3396 0 0,-10 19-2351 0 0,-149 958-1089 0 0,146-940-2933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3.7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5985 0 0,'1'0'124'0'0,"0"-1"1"0"0,0 1-1 0 0,0 0 0 0 0,0-1 0 0 0,0 1 0 0 0,0 0 1 0 0,0 0-1 0 0,0 0 0 0 0,0 0 0 0 0,0 0 0 0 0,0 0 1 0 0,0 0-1 0 0,0 0 0 0 0,0 1 0 0 0,0-1 0 0 0,0 0 1 0 0,0 1-1 0 0,0-1 0 0 0,0 0 0 0 0,0 1 0 0 0,0-1 1 0 0,0 1-1 0 0,0 0 0 0 0,0-1 0 0 0,-1 1 0 0 0,1 0 1 0 0,0-1-1 0 0,0 1 0 0 0,0 1 0 0 0,25 24 2722 0 0,-17-13-1648 0 0,0 0-1 0 0,0 1 0 0 0,9 20 0 0 0,29 93 1851 0 0,-15-39-2029 0 0,19 36-268 0 0,-2-7-736 0 0,39 136 0 0 0,-81-223-831 0 0,0-1-246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3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10594 0 0,'2'-2'289'0'0,"0"0"-1"0"0,1 1 1 0 0,-1-1 0 0 0,1 1-1 0 0,-1-1 1 0 0,1 1-1 0 0,-1 0 1 0 0,1 0-1 0 0,4-1 1 0 0,0-1 251 0 0,34-13 185 0 0,0 2 0 0 0,65-15 0 0 0,-86 25-1061 0 0,1 1 0 0 0,0 1 1 0 0,-1 1-1 0 0,1 1 1 0 0,0 0-1 0 0,0 2 0 0 0,30 6 1 0 0,-18-1 388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4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0 103 10138 0 0,'1'-2'112'0'0,"0"0"-1"0"0,1 1 0 0 0,-1-1 1 0 0,0 1-1 0 0,1-1 0 0 0,-1 1 1 0 0,1 0-1 0 0,-1-1 0 0 0,1 1 1 0 0,0 0-1 0 0,-1 0 0 0 0,1 0 1 0 0,0 0-1 0 0,0 1 0 0 0,0-1 1 0 0,0 0-1 0 0,0 1 0 0 0,0-1 1 0 0,0 1-1 0 0,0 0 0 0 0,0-1 1 0 0,0 1-1 0 0,0 0 0 0 0,0 0 1 0 0,3 1-1 0 0,1-1 398 0 0,1 0 0 0 0,0 1 0 0 0,-1 0 0 0 0,1 0 0 0 0,-1 1 0 0 0,11 3 0 0 0,-11-2-298 0 0,1 1 1 0 0,-1-1-1 0 0,0 1 1 0 0,0 0-1 0 0,-1 1 1 0 0,1 0-1 0 0,-1 0 1 0 0,0 0-1 0 0,0 0 1 0 0,-1 1-1 0 0,1 0 1 0 0,4 8-1 0 0,2 7-47 0 0,-1 0 0 0 0,10 34-1 0 0,-15-40 45 0 0,-1-1-1 0 0,2 0 0 0 0,0 0 1 0 0,1 0-1 0 0,0-1 1 0 0,1 0-1 0 0,19 24 0 0 0,-26-38-144 0 0,-1 1-1 0 0,0-1 1 0 0,1 1 0 0 0,-1-1-1 0 0,0 1 1 0 0,0-1-1 0 0,0 1 1 0 0,1-1 0 0 0,-1 0-1 0 0,0 1 1 0 0,0-1-1 0 0,0 1 1 0 0,0-1 0 0 0,0 1-1 0 0,0-1 1 0 0,0 0-1 0 0,0 1 1 0 0,0-1 0 0 0,0 1-1 0 0,0-1 1 0 0,-1 0-1 0 0,1 1 1 0 0,0-1 0 0 0,0 1-1 0 0,0-1 1 0 0,-1 0-1 0 0,-5-33 107 0 0,4 23 25 0 0,-4-27 35 0 0,2 1 0 0 0,0-39 0 0 0,5 57-595 0 0,0 0 0 0 0,1 1 0 0 0,1-1 0 0 0,0 1 1 0 0,1-1-1 0 0,9-19 0 0 0,-1 9-7441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5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167 520 5529 0 0,'-1'-1'236'0'0,"-1"0"0"0"0,1 1-1 0 0,0-1 1 0 0,0 0 0 0 0,-1 1 0 0 0,1-1-1 0 0,0 1 1 0 0,-1-1 0 0 0,1 1 0 0 0,0 0-1 0 0,-1 0 1 0 0,1-1 0 0 0,-1 1-1 0 0,1 0 1 0 0,-1 0 0 0 0,1 0 0 0 0,0 0-1 0 0,-1 1 1 0 0,-2 0 0 0 0,-28 5 3166 0 0,26-5-2940 0 0,0 1 0 0 0,0 1 0 0 0,0-1 0 0 0,1 1 0 0 0,-1 0 0 0 0,1 0 0 0 0,0 1 0 0 0,0-1 0 0 0,0 1 0 0 0,0 0 0 0 0,1 1 0 0 0,-1-1 1 0 0,1 1-1 0 0,-3 5 0 0 0,3-5-407 0 0,1 0 0 0 0,0 0 0 0 0,1 0 0 0 0,0 1 1 0 0,-1-1-1 0 0,1 1 0 0 0,1-1 0 0 0,-1 1 0 0 0,1 0 0 0 0,0-1 1 0 0,1 1-1 0 0,-1 0 0 0 0,1 0 0 0 0,0 0 0 0 0,1-1 0 0 0,-1 1 1 0 0,1 0-1 0 0,0 0 0 0 0,1-1 0 0 0,-1 1 0 0 0,1-1 0 0 0,0 1 1 0 0,5 8-1 0 0,-7-13-66 0 0,0 0 0 0 0,1-1 0 0 0,-1 1 0 0 0,1 0 0 0 0,-1 0 0 0 0,1 0 0 0 0,-1 0 0 0 0,1-1 0 0 0,0 1 0 0 0,-1 0 0 0 0,1 0 0 0 0,0-1 0 0 0,0 1 0 0 0,-1-1 0 0 0,1 1 0 0 0,0 0 0 0 0,0-1 0 0 0,0 0 0 0 0,0 1 0 0 0,0-1 0 0 0,0 1 0 0 0,0-1 0 0 0,0 0 0 0 0,0 0 0 0 0,0 0 0 0 0,0 0 0 0 0,1 1 0 0 0,-1-2-34 0 0,1 0-1 0 0,0 1 1 0 0,-1-1-1 0 0,1 0 1 0 0,-1 1-1 0 0,1-1 0 0 0,-1 0 1 0 0,0 0-1 0 0,1 0 1 0 0,-1-1-1 0 0,0 1 1 0 0,0 0-1 0 0,0 0 1 0 0,2-3-1 0 0,2-3-264 0 0,-1 0 0 0 0,1 0 0 0 0,-1-1 0 0 0,-1 1 0 0 0,5-12-1 0 0,-3-1-276 0 0,-1-1 0 0 0,-1 1 0 0 0,0-1 0 0 0,-2 0 0 0 0,-2-35 0 0 0,-18-107 1016 0 0,10 105 573 0 0,-2-17 271 0 0,1 18 893 0 0,-3-93-1 0 0,15 168-2013 0 0,1 0 0 0 0,1 0 0 0 0,6 19 0 0 0,-6-22-88 0 0,105 283-53 0 0,-53-157-11 0 0,-46-113 9 0 0,1 2-95 0 0,14 28-1 0 0,-22-51 56 0 0,1-1 0 0 0,-1 0 0 0 0,1 0 0 0 0,0 0 1 0 0,1 0-1 0 0,0-1 0 0 0,0 1 0 0 0,0-1 0 0 0,0 0 0 0 0,8 4 0 0 0,-12-8 20 0 0,0 0 1 0 0,1 0-1 0 0,-1 0 1 0 0,1 0-1 0 0,-1 0 1 0 0,1-1-1 0 0,-1 1 1 0 0,1-1-1 0 0,0 1 1 0 0,-1-1-1 0 0,1 1 1 0 0,0-1-1 0 0,-1 0 1 0 0,1 0-1 0 0,0 0 1 0 0,-1 0-1 0 0,1 0 1 0 0,0 0-1 0 0,-1-1 1 0 0,1 1-1 0 0,0-1 1 0 0,-1 1-1 0 0,1-1 1 0 0,0 1-1 0 0,-1-1 1 0 0,1 0-1 0 0,-1 0 1 0 0,0 0-1 0 0,1 0 1 0 0,-1 0-1 0 0,1 0 1 0 0,-1 0-1 0 0,0 0 1 0 0,0 0-1 0 0,0-1 1 0 0,0 1-1 0 0,0 0 1 0 0,0-1-1 0 0,0 1 1 0 0,0-2-1 0 0,5-8-50 0 0,-1-1 0 0 0,0 1 0 0 0,-1-1-1 0 0,4-19 1 0 0,-1 6-50 0 0,0 3-44 0 0,2 0 0 0 0,13-24 0 0 0,-19 39 108 0 0,1 0 1 0 0,1 0-1 0 0,-1 1 1 0 0,1-1-1 0 0,0 1 1 0 0,0 1-1 0 0,1-1 1 0 0,0 1-1 0 0,0 0 1 0 0,9-6-1 0 0,-15 11 46 0 0,1-1-1 0 0,-1 1 0 0 0,1 0 0 0 0,-1-1 0 0 0,1 1 1 0 0,0 0-1 0 0,-1-1 0 0 0,1 1 0 0 0,0 0 0 0 0,-1 0 0 0 0,1 0 1 0 0,0 0-1 0 0,-1 0 0 0 0,1-1 0 0 0,0 1 0 0 0,-1 0 1 0 0,1 1-1 0 0,0-1 0 0 0,-1 0 0 0 0,1 0 0 0 0,0 0 0 0 0,-1 0 1 0 0,1 0-1 0 0,0 1 0 0 0,-1-1 0 0 0,1 0 0 0 0,-1 1 1 0 0,1-1-1 0 0,-1 0 0 0 0,2 1 0 0 0,-1 1 13 0 0,0-1 0 0 0,0 1 0 0 0,0 0 0 0 0,0-1 1 0 0,0 1-1 0 0,-1 0 0 0 0,1-1 0 0 0,0 1 0 0 0,-1 0 0 0 0,0 0 0 0 0,1 2 0 0 0,0 55 477 0 0,-1-52-404 0 0,-1 9 22 0 0,1 0 17 0 0,-1-1 1 0 0,2 1-1 0 0,2 20 0 0 0,-2-32-145 0 0,0 0 0 0 0,0 0-1 0 0,0-1 1 0 0,0 1 0 0 0,0-1 0 0 0,1 1-1 0 0,0-1 1 0 0,0 1 0 0 0,0-1-1 0 0,0 0 1 0 0,0 0 0 0 0,0 0-1 0 0,1 0 1 0 0,0 0 0 0 0,-1 0 0 0 0,1-1-1 0 0,0 1 1 0 0,6 3 0 0 0,-7-6 15 0 0,0 1 1 0 0,-1 0-1 0 0,1-1 1 0 0,0 0-1 0 0,-1 1 1 0 0,1-1-1 0 0,0 0 1 0 0,-1 0-1 0 0,1 0 1 0 0,0 0-1 0 0,0 0 1 0 0,-1 0-1 0 0,1 0 0 0 0,0-1 1 0 0,-1 1-1 0 0,1-1 1 0 0,0 1-1 0 0,-1-1 1 0 0,1 1-1 0 0,-1-1 1 0 0,1 0-1 0 0,-1 0 1 0 0,1 0-1 0 0,-1 0 1 0 0,0 0-1 0 0,1 0 1 0 0,-1 0-1 0 0,0-1 1 0 0,0 1-1 0 0,0 0 1 0 0,0-1-1 0 0,1-1 1 0 0,6-7 164 0 0,-2 0-1 0 0,1-1 1 0 0,6-16 0 0 0,-7 15-158 0 0,-2 6 33 0 0,9-20 8 0 0,29-41 0 0 0,-39 62-44 0 0,1 0 0 0 0,0 0 0 0 0,0 0 0 0 0,1 1 0 0 0,-1-1 0 0 0,1 1 0 0 0,0 0 0 0 0,0 1 0 0 0,0-1 0 0 0,0 1 0 0 0,1 0 0 0 0,0 0 0 0 0,-1 1 0 0 0,10-4 0 0 0,-13 6 20 0 0,1 0-1 0 0,-1 0 0 0 0,0 0 1 0 0,0 0-1 0 0,0 0 0 0 0,0 1 1 0 0,0-1-1 0 0,0 0 0 0 0,0 1 1 0 0,0 0-1 0 0,0-1 0 0 0,0 1 1 0 0,0 0-1 0 0,0 0 0 0 0,0 0 1 0 0,0 1-1 0 0,-1-1 0 0 0,1 0 1 0 0,0 1-1 0 0,-1-1 0 0 0,1 1 1 0 0,-1-1-1 0 0,1 1 0 0 0,-1-1 1 0 0,0 1-1 0 0,2 3 0 0 0,3 6 71 0 0,0 0 0 0 0,-1 1 0 0 0,6 17 0 0 0,-1-3 95 0 0,-8-21-166 0 0,0 0-1 0 0,1 0 1 0 0,0 0-1 0 0,0 0 1 0 0,1 0 0 0 0,-1-1-1 0 0,1 1 1 0 0,0-1-1 0 0,0 0 1 0 0,0 0-1 0 0,1 0 1 0 0,7 4-1 0 0,22 4-6646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5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13827 0 0,'1'0'100'0'0,"-1"-1"0"0"0,0 1 1 0 0,0-1-1 0 0,0 1 0 0 0,0 0 0 0 0,1-1 1 0 0,-1 1-1 0 0,0-1 0 0 0,0 1 0 0 0,0 0 1 0 0,1 0-1 0 0,-1-1 0 0 0,0 1 0 0 0,1 0 0 0 0,-1-1 1 0 0,0 1-1 0 0,1 0 0 0 0,-1 0 0 0 0,0-1 1 0 0,1 1-1 0 0,-1 0 0 0 0,0 0 0 0 0,1 0 1 0 0,-1 0-1 0 0,1 0 0 0 0,-1-1 0 0 0,0 1 0 0 0,1 0 1 0 0,-1 0-1 0 0,1 0 0 0 0,-1 0 0 0 0,1 0 1 0 0,-1 0-1 0 0,0 0 0 0 0,1 1 0 0 0,-1-1 1 0 0,1 0-1 0 0,-1 0 0 0 0,1 0 0 0 0,14 17 2329 0 0,5 26-13 0 0,-13-4-1864 0 0,5 62-1 0 0,-2-13-1141 0 0,-8-69-1198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5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 8290 0 0,'3'-8'736'0'0,"0"3"-584"0"0,2 4-152 0 0,-2 2 0 0 0,-2 3 0 0 0,2-3 0 0 0,2 1 0 0 0,2 1-72 0 0,4 4 72 0 0,-2 2-64 0 0,-3 3 64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5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2761 0 0,'8'3'137'0'0,"-5"-1"-115"0"0,0-1 0 0 0,0 0 1 0 0,0 1-1 0 0,0 0 0 0 0,0 0 0 0 0,-1 0 1 0 0,1 0-1 0 0,0 0 0 0 0,-1 0 0 0 0,0 1 1 0 0,1-1-1 0 0,-1 1 0 0 0,0 0 1 0 0,0 0-1 0 0,1 3 0 0 0,4 8 442 0 0,0 1 1 0 0,-1 1-1 0 0,-1-1 0 0 0,-1 1 1 0 0,3 17-1 0 0,-3-15 493 0 0,0 0-1 0 0,1-1 1 0 0,13 28-1 0 0,-18-44-894 0 0,0 0-1 0 0,1 0 1 0 0,-1 0 0 0 0,0 0-1 0 0,1 0 1 0 0,-1 0 0 0 0,1-1-1 0 0,0 1 1 0 0,-1 0 0 0 0,1 0-1 0 0,-1-1 1 0 0,1 1 0 0 0,0 0-1 0 0,0-1 1 0 0,-1 1 0 0 0,1-1-1 0 0,0 1 1 0 0,0-1-1 0 0,0 1 1 0 0,0-1 0 0 0,1 1-1 0 0,-1-1-19 0 0,0 0-1 0 0,0-1 0 0 0,-1 1 0 0 0,1 0 0 0 0,0 0 0 0 0,-1-1 0 0 0,1 1 0 0 0,0-1 1 0 0,0 1-1 0 0,-1 0 0 0 0,1-1 0 0 0,-1 1 0 0 0,1-1 0 0 0,0 0 0 0 0,-1 1 1 0 0,1-1-1 0 0,-1 1 0 0 0,1-1 0 0 0,-1 0 0 0 0,1-1 0 0 0,3-6 195 0 0,0-1 1 0 0,0 0-1 0 0,4-14 0 0 0,-5 12 32 0 0,13-31 751 0 0,22-43 1 0 0,-31 72-766 0 0,1 0 0 0 0,0 1 1 0 0,0 0-1 0 0,1 0 0 0 0,1 1 0 0 0,0 0 1 0 0,13-11-1 0 0,-21 20-196 0 0,-1 1 1 0 0,0 0 0 0 0,0 0-1 0 0,1 0 1 0 0,-1 0 0 0 0,0 0-1 0 0,1 0 1 0 0,-1 0 0 0 0,1 0-1 0 0,-1 0 1 0 0,1 1 0 0 0,0-1-1 0 0,-1 1 1 0 0,1-1-1 0 0,0 1 1 0 0,-1-1 0 0 0,1 1-1 0 0,0 0 1 0 0,-1 0 0 0 0,1 0-1 0 0,0 0 1 0 0,0 0 0 0 0,-1 0-1 0 0,1 1 1 0 0,0-1 0 0 0,-1 1-1 0 0,1-1 1 0 0,0 1 0 0 0,-1-1-1 0 0,1 1 1 0 0,2 1 0 0 0,-2 1 40 0 0,1 0 1 0 0,-1 0 0 0 0,0-1 0 0 0,0 1 0 0 0,0 0 0 0 0,-1 1 0 0 0,1-1 0 0 0,-1 0 0 0 0,0 0 0 0 0,1 1-1 0 0,-1-1 1 0 0,-1 1 0 0 0,1-1 0 0 0,0 6 0 0 0,5 50-1383 0 0,-3-39-5658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28:56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1 179 8754 0 0,'10'-43'1297'0'0,"-10"41"-1020"0"0,1-1 1 0 0,0 1-1 0 0,0 0 0 0 0,1 0 0 0 0,-1 0 0 0 0,0 0 0 0 0,1 0 0 0 0,-1 0 0 0 0,1 0 0 0 0,0 1 0 0 0,0-1 0 0 0,-1 0 0 0 0,1 1 0 0 0,0 0 0 0 0,4-3 0 0 0,-5 4-211 0 0,-1 0-1 0 0,1 0 1 0 0,-1 0-1 0 0,1 1 0 0 0,-1-1 1 0 0,0 0-1 0 0,1 0 1 0 0,-1 0-1 0 0,1 1 0 0 0,-1-1 1 0 0,0 0-1 0 0,1 1 1 0 0,-1-1-1 0 0,0 0 1 0 0,1 0-1 0 0,-1 1 0 0 0,0-1 1 0 0,1 1-1 0 0,-1-1 1 0 0,0 0-1 0 0,0 1 0 0 0,0-1 1 0 0,1 1-1 0 0,-1-1 1 0 0,0 0-1 0 0,0 1 0 0 0,0-1 1 0 0,0 1-1 0 0,0-1 1 0 0,0 1-1 0 0,0-1 0 0 0,0 1 1 0 0,0-1-1 0 0,0 1 1 0 0,0-1-1 0 0,0 1 0 0 0,2 26 566 0 0,-2-22-446 0 0,2 8 58 0 0,0 0 0 0 0,1-1 0 0 0,0 1 0 0 0,1-1 0 0 0,0 0-1 0 0,1 0 1 0 0,1 0 0 0 0,0-1 0 0 0,0 0 0 0 0,1 0 0 0 0,0 0 0 0 0,16 16 0 0 0,-19-22-167 0 0,0-1-1 0 0,0 0 0 0 0,1 0 1 0 0,-1 0-1 0 0,1 0 1 0 0,0-1-1 0 0,0 0 1 0 0,0 0-1 0 0,0-1 0 0 0,1 1 1 0 0,-1-1-1 0 0,1 0 1 0 0,-1 0-1 0 0,1-1 1 0 0,0 0-1 0 0,-1 0 0 0 0,1 0 1 0 0,0 0-1 0 0,0-1 1 0 0,0 0-1 0 0,0-1 1 0 0,0 1-1 0 0,-1-1 0 0 0,1 0 1 0 0,0 0-1 0 0,0-1 1 0 0,-1 0-1 0 0,1 0 1 0 0,9-5-1 0 0,-8 3-25 0 0,0 0-1 0 0,0-1 1 0 0,-1 1 0 0 0,1-1 0 0 0,-1-1-1 0 0,0 1 1 0 0,-1-1 0 0 0,1 0 0 0 0,-1-1-1 0 0,0 1 1 0 0,-1-1 0 0 0,0 0 0 0 0,0 0-1 0 0,0 0 1 0 0,-1-1 0 0 0,0 1 0 0 0,0-1-1 0 0,-1 0 1 0 0,0 1 0 0 0,0-1 0 0 0,0-12-1 0 0,-1 10-49 0 0,-1-1 0 0 0,-1 1 0 0 0,0 0 0 0 0,0 0 1 0 0,-1-1-1 0 0,0 1 0 0 0,-1 0 0 0 0,0 1 0 0 0,0-1 0 0 0,-1 0 0 0 0,-1 1 0 0 0,1 0 0 0 0,-2 0 0 0 0,1 0 0 0 0,-1 1 0 0 0,-11-12 0 0 0,-6-4-311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96 4145 0 0,'-1'-3'191'0'0,"-1"-1"0"0"0,1 0 0 0 0,0 0 0 0 0,0 0 0 0 0,0 0 0 0 0,1 0 0 0 0,-1 0 0 0 0,1 0 0 0 0,0 0 0 0 0,0 1 0 0 0,0-1 1 0 0,1 0-1 0 0,-1 0 0 0 0,1 0 0 0 0,0 0 0 0 0,0 0 0 0 0,1 0 0 0 0,-1 1 0 0 0,1-1 0 0 0,-1 0 0 0 0,1 1 0 0 0,4-6 0 0 0,-6 9-124 0 0,0 0-1 0 0,1-1 1 0 0,-1 1-1 0 0,0 0 1 0 0,1 0-1 0 0,-1-1 1 0 0,0 1-1 0 0,1 0 1 0 0,-1 0-1 0 0,0 0 1 0 0,1 0-1 0 0,-1-1 0 0 0,0 1 1 0 0,1 0-1 0 0,-1 0 1 0 0,1 0-1 0 0,-1 0 1 0 0,0 0-1 0 0,1 0 1 0 0,-1 0-1 0 0,1 0 1 0 0,-1 0-1 0 0,0 0 1 0 0,1 0-1 0 0,-1 0 1 0 0,0 0-1 0 0,1 1 1 0 0,-1-1-1 0 0,0 0 1 0 0,1 0-1 0 0,-1 0 1 0 0,1 0-1 0 0,-1 1 1 0 0,0-1-1 0 0,0 0 1 0 0,1 0-1 0 0,-1 1 1 0 0,0-1-1 0 0,1 0 1 0 0,-1 1-1 0 0,0-1 1 0 0,0 0-1 0 0,0 1 1 0 0,1-1-1 0 0,-1 0 1 0 0,0 1-1 0 0,0-1 1 0 0,0 0-1 0 0,0 1 1 0 0,0-1-1 0 0,0 0 0 0 0,1 1 1 0 0,-1 0-1 0 0,7 22 1229 0 0,4 41 615 0 0,-2 0 1 0 0,-1 97-1 0 0,0 5-581 0 0,-3-121-1419 0 0,6 68 573 0 0,-2-39-3468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 3225 0 0,'0'-3'-117'0'0,"1"1"0"0"0,-1 0 0 0 0,1 0 0 0 0,0-1 0 0 0,-1 1 0 0 0,1 0 0 0 0,0 0 0 0 0,0 0 0 0 0,1 0 0 0 0,-1 0 0 0 0,0 0 0 0 0,1 1 0 0 0,2-4 0 0 0,-1 2 299 0 0,0 1 0 0 0,0 0 0 0 0,1 0 0 0 0,-1 0 0 0 0,1 0 0 0 0,-1 1 0 0 0,1 0 0 0 0,-1-1 1 0 0,1 1-1 0 0,0 0 0 0 0,-1 1 0 0 0,8-2 0 0 0,-5 2 202 0 0,0 0 0 0 0,0 0 0 0 0,1 0 0 0 0,-1 0 0 0 0,0 1-1 0 0,0 0 1 0 0,0 1 0 0 0,0-1 0 0 0,0 1 0 0 0,-1 0 0 0 0,1 0 0 0 0,0 1 0 0 0,8 5 0 0 0,-6-1-120 0 0,0 1 1 0 0,0 1-1 0 0,-1-1 1 0 0,0 1 0 0 0,0 1-1 0 0,-1-1 1 0 0,0 1-1 0 0,-1 0 1 0 0,0 0-1 0 0,0 1 1 0 0,-2-1 0 0 0,1 1-1 0 0,2 14 1 0 0,-1 0 204 0 0,0 0 0 0 0,-2 0 1 0 0,-2 0-1 0 0,-1 48 0 0 0,-1-65-457 0 0,1 0-1 0 0,-2 0 0 0 0,1 0 0 0 0,-1-1 1 0 0,0 1-1 0 0,0 0 0 0 0,-1-1 0 0 0,0 0 1 0 0,-1 1-1 0 0,0-1 0 0 0,0-1 0 0 0,0 1 1 0 0,-1 0-1 0 0,0-1 0 0 0,0 0 0 0 0,0 0 1 0 0,-1-1-1 0 0,0 1 0 0 0,0-1 0 0 0,0-1 1 0 0,-1 1-1 0 0,0-1 0 0 0,0 0 0 0 0,0-1 1 0 0,0 1-1 0 0,0-1 0 0 0,-1-1 0 0 0,0 1 1 0 0,1-1-1 0 0,-1-1 0 0 0,-10 2 0 0 0,2-3-1267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0,'1'1'79'0'0,"0"-1"1"0"0,0 1 0 0 0,-1-1 0 0 0,1 1 0 0 0,0 0 0 0 0,0-1-1 0 0,0 1 1 0 0,-1 0 0 0 0,1 0 0 0 0,0 0 0 0 0,-1 0-1 0 0,1-1 1 0 0,-1 1 0 0 0,1 0 0 0 0,-1 0 0 0 0,1 0-1 0 0,-1 0 1 0 0,0 0 0 0 0,0 0 0 0 0,1 2 0 0 0,7 28 1498 0 0,-6-24-930 0 0,20 95 3684 0 0,6 27-982 0 0,-23-113-3033 0 0,1 0 0 0 0,0 0 0 0 0,1 0 0 0 0,0-1-1 0 0,15 22 1 0 0,-21-36-310 0 0,-1 1-1 0 0,1-1 1 0 0,0 1-1 0 0,0-1 1 0 0,0 0-1 0 0,0 1 1 0 0,0-1-1 0 0,0 0 0 0 0,0 0 1 0 0,0 0-1 0 0,1 0 1 0 0,-1 0-1 0 0,0 0 1 0 0,1 0-1 0 0,-1 0 1 0 0,1 0-1 0 0,-1-1 1 0 0,1 1-1 0 0,-1-1 1 0 0,1 1-1 0 0,-1-1 1 0 0,1 1-1 0 0,-1-1 0 0 0,1 0 1 0 0,0 0-1 0 0,-1 0 1 0 0,1 0-1 0 0,0 0 1 0 0,1 0-1 0 0,-1-2-48 0 0,1 1 0 0 0,-1-1 0 0 0,0 0 0 0 0,0 0 0 0 0,0 1 0 0 0,0-1 0 0 0,0-1 0 0 0,-1 1 0 0 0,1 0 0 0 0,-1 0 0 0 0,1 0 0 0 0,-1-1 0 0 0,0 1 0 0 0,0-1 0 0 0,0 1 0 0 0,0-1 0 0 0,1-3-1 0 0,15-76-1720 0 0,-16 67 1353 0 0,2 0 1 0 0,0 0-1 0 0,1 0 1 0 0,0 1-1 0 0,1-1 1 0 0,0 1-1 0 0,9-16 1 0 0,-13 29 388 0 0,-1 0 1 0 0,1 0-1 0 0,-1 0 1 0 0,1 1 0 0 0,-1-1-1 0 0,1 0 1 0 0,0 0-1 0 0,0 0 1 0 0,-1 0 0 0 0,1 1-1 0 0,0-1 1 0 0,0 0-1 0 0,0 0 1 0 0,0 1 0 0 0,0-1-1 0 0,0 1 1 0 0,0-1-1 0 0,0 1 1 0 0,0 0 0 0 0,0-1-1 0 0,0 1 1 0 0,0 0-1 0 0,0-1 1 0 0,0 1 0 0 0,0 0-1 0 0,2 0 1 0 0,-1 1 29 0 0,-1-1 1 0 0,1 1-1 0 0,-1 0 0 0 0,0 0 1 0 0,1 0-1 0 0,-1 0 1 0 0,0 0-1 0 0,1 0 1 0 0,-1 0-1 0 0,0 1 0 0 0,0-1 1 0 0,0 0-1 0 0,0 1 1 0 0,0-1-1 0 0,1 3 1 0 0,4 9 329 0 0,-1-1 0 0 0,0 1 0 0 0,4 17 0 0 0,-7-25-142 0 0,52 166 3101 0 0,-6-63-4079 0 0,-41-94-66 0 0,2-3-217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0 180 6913 0 0,'0'5'19'0'0,"1"0"0"0"0,-1-1-1 0 0,1 1 1 0 0,0 0-1 0 0,0-1 1 0 0,0 0-1 0 0,1 1 1 0 0,-1-1-1 0 0,3 5 1 0 0,0 0 125 0 0,0 5 802 0 0,1 0 1 0 0,1 0 0 0 0,0-1-1 0 0,1 1 1 0 0,12 17-1 0 0,-17-29-910 0 0,-1 0 0 0 0,1 0 0 0 0,-1 1 0 0 0,1-2 0 0 0,0 1 0 0 0,0 0 0 0 0,0 0 0 0 0,0-1 1 0 0,0 1-1 0 0,0-1 0 0 0,0 1 0 0 0,1-1 0 0 0,-1 0 0 0 0,0 0 0 0 0,1 0 0 0 0,-1 0 0 0 0,1-1 0 0 0,-1 1 0 0 0,1-1 0 0 0,-1 1 0 0 0,1-1 0 0 0,0 0 0 0 0,-1 0 0 0 0,1 0 0 0 0,-1 0 0 0 0,1 0 0 0 0,-1-1 0 0 0,1 1 0 0 0,0-1 0 0 0,-1 0 0 0 0,0 0 0 0 0,1 1 0 0 0,-1-2 0 0 0,1 1 0 0 0,-1 0 0 0 0,0 0 0 0 0,0-1 0 0 0,0 1 0 0 0,3-4 0 0 0,1 0-150 0 0,-1 1-1 0 0,1-1 0 0 0,-1-1 1 0 0,-1 1-1 0 0,1-1 1 0 0,-1 0-1 0 0,0 0 1 0 0,0 0-1 0 0,-1 0 1 0 0,0-1-1 0 0,0 1 1 0 0,3-14-1 0 0,-1-2-165 0 0,-1 0 0 0 0,2-41 0 0 0,-5 46 304 0 0,0 1 0 0 0,1-1 0 0 0,1 1 0 0 0,0-1 0 0 0,1 1-1 0 0,9-23 1 0 0,-13 38-1 0 0,1 0-1 0 0,-1 0 0 0 0,1 0 1 0 0,-1-1-1 0 0,1 1 0 0 0,0 0 1 0 0,-1 0-1 0 0,1 0 0 0 0,0 0 1 0 0,0 0-1 0 0,0 0 0 0 0,0 1 1 0 0,0-1-1 0 0,0 0 0 0 0,0 0 1 0 0,1 0-1 0 0,-1 1 8 0 0,-1 0 0 0 0,1 0 0 0 0,-1 0 0 0 0,0 0 0 0 0,1 0 0 0 0,-1 0 0 0 0,1 0 0 0 0,-1 0-1 0 0,1 0 1 0 0,-1 1 0 0 0,1-1 0 0 0,-1 0 0 0 0,1 0 0 0 0,-1 0 0 0 0,0 1 0 0 0,1-1 0 0 0,-1 0 0 0 0,1 0 0 0 0,-1 1 0 0 0,0-1 0 0 0,1 0 0 0 0,-1 1 0 0 0,0-1 0 0 0,0 1-1 0 0,1-1 1 0 0,-1 0 0 0 0,1 1 0 0 0,1 3 139 0 0,-1 0 0 0 0,1 0 0 0 0,-1 0 0 0 0,1 1 0 0 0,-1-1 0 0 0,0 0 0 0 0,0 7 0 0 0,4 205 4436 0 0,-4-75-3578 0 0,-1-123-1081 0 0,-1 1-1 0 0,0-1 1 0 0,-4 21 0 0 0,-11 22-3014 0 0,13-50 941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7 3681 0 0,'0'0'101'0'0,"0"-1"-1"0"0,0 1 1 0 0,-1-1 0 0 0,1 1 0 0 0,0 0 0 0 0,0-1-1 0 0,-1 1 1 0 0,1 0 0 0 0,0 0 0 0 0,0-1 0 0 0,-1 1-1 0 0,1 0 1 0 0,0 0 0 0 0,-1-1 0 0 0,1 1 0 0 0,0 0-1 0 0,-1 0 1 0 0,1 0 0 0 0,-1-1 0 0 0,1 1 0 0 0,0 0-1 0 0,-1 0 1 0 0,1 0 0 0 0,-1 0 0 0 0,1 0 0 0 0,0 0-1 0 0,-1 0 1 0 0,1 0 0 0 0,-1 0 0 0 0,1 0 0 0 0,0 0-1 0 0,-1 0 1 0 0,1 0 0 0 0,-1 0 0 0 0,1 0 0 0 0,0 1-1 0 0,-1-1 1 0 0,1 0 0 0 0,-1 0 0 0 0,1 0 0 0 0,-1 1-1 0 0,-19 18 2465 0 0,-15 33 207 0 0,33-49-2516 0 0,-9 16 510 0 0,-36 61 1561 0 0,42-70-2072 0 0,1 1 1 0 0,0-1-1 0 0,0 1 1 0 0,1-1-1 0 0,0 1 0 0 0,-1 13 1 0 0,4-22-250 0 0,0 0 0 0 0,0-1 0 0 0,0 1 1 0 0,0 0-1 0 0,0 0 0 0 0,0 0 0 0 0,0 0 0 0 0,1-1 1 0 0,-1 1-1 0 0,1 0 0 0 0,-1 0 0 0 0,1-1 0 0 0,0 1 1 0 0,0 0-1 0 0,0-1 0 0 0,0 1 0 0 0,0-1 0 0 0,0 1 0 0 0,0-1 1 0 0,0 1-1 0 0,1-1 0 0 0,-1 0 0 0 0,0 0 0 0 0,1 0 1 0 0,-1 0-1 0 0,1 0 0 0 0,-1 0 0 0 0,1 0 0 0 0,0 0 0 0 0,-1 0 1 0 0,1-1-1 0 0,3 2 0 0 0,6 0-111 0 0,0 0-1 0 0,0 0 1 0 0,0-1-1 0 0,18-1 1 0 0,10 2-174 0 0,-36-1 252 0 0,1-1-1 0 0,-1 1 1 0 0,1 0-1 0 0,-1 0 1 0 0,0 0-1 0 0,1 0 0 0 0,-1 1 1 0 0,0-1-1 0 0,0 1 1 0 0,0 0-1 0 0,0 0 1 0 0,0 0-1 0 0,-1 0 0 0 0,1 0 1 0 0,0 1-1 0 0,-1-1 1 0 0,0 1-1 0 0,1 0 1 0 0,-1 0-1 0 0,0 0 0 0 0,-1 0 1 0 0,3 4-1 0 0,-3-3 23 0 0,0 1-1 0 0,0 0 0 0 0,0-1 0 0 0,0 1 0 0 0,-1 0 1 0 0,0 0-1 0 0,0 0 0 0 0,0 0 0 0 0,-1-1 0 0 0,0 1 1 0 0,0 0-1 0 0,0 0 0 0 0,0-1 0 0 0,-1 1 0 0 0,-3 7 1 0 0,-5 7 103 0 0,-1 1 1 0 0,-1-2 0 0 0,-1 0 0 0 0,-26 30-1 0 0,3-5-666 0 0,27-31-294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0 403 3225 0 0,'2'-1'144'0'0,"-1"1"1"0"0,1-1 0 0 0,0 1 0 0 0,-1-1-1 0 0,1 1 1 0 0,-1 0 0 0 0,1-1-1 0 0,0 1 1 0 0,0 0 0 0 0,-1 0-1 0 0,1 0 1 0 0,0 0 0 0 0,-1 1 0 0 0,1-1-1 0 0,0 0 1 0 0,-1 1 0 0 0,1-1-1 0 0,0 1 1 0 0,-1 0 0 0 0,1-1 0 0 0,-1 1-1 0 0,1 0 1 0 0,-1 0 0 0 0,0 0-1 0 0,1 0 1 0 0,-1 0 0 0 0,0 0 0 0 0,1 0-1 0 0,-1 1 1 0 0,0-1 0 0 0,0 0-1 0 0,0 1 1 0 0,1 1 0 0 0,4 7 1371 0 0,0 0-1 0 0,-1 0 1 0 0,8 21 0 0 0,-8-20-1012 0 0,75 190 5676 0 0,-74-183-6378 0 0,-5-14-58 0 0,0 0-1 0 0,0 0 0 0 0,0-1 0 0 0,0 1 1 0 0,1-1-1 0 0,0 1 0 0 0,-1-1 1 0 0,1 0-1 0 0,0 1 0 0 0,1-1 0 0 0,-1 0 1 0 0,4 3-1 0 0</inkml:trace>
  <inkml:trace contextRef="#ctx0" brushRef="#br0" timeOffset="1">76 50 3225 0 0,'2'-5'288'0'0,"-1"-1"-288"0"0,0 4 0 0 0,-1 0 0 0 0,2 1 64 0 0,-2-2-64 0 0,1-1 0 0 0,2-3 0 0 0,-1 1 576 0 0,2-1 96 0 0,-1 3 8 0 0,0 1 8 0 0,1 3-688 0 0,0 0-160 0 0,0 3-16 0 0,0 1-8 0 0,-2 3 184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39 4145 0 0,'-7'-10'5514'0'0,"6"8"-5103"0"0,0 0 0 0 0,0 0 1 0 0,0 0-1 0 0,-1 0 0 0 0,1 0 1 0 0,0 0-1 0 0,-1 1 0 0 0,0-1 1 0 0,1 1-1 0 0,-1-1 0 0 0,0 1 1 0 0,0 0-1 0 0,1-1 1 0 0,-1 1-1 0 0,0 0 0 0 0,-3-1 1 0 0,2 2-284 0 0,0-1 1 0 0,-1 1 0 0 0,1 0 0 0 0,0 0-1 0 0,-1 0 1 0 0,1 1 0 0 0,0-1 0 0 0,-1 1-1 0 0,1 0 1 0 0,0-1 0 0 0,0 2 0 0 0,-1-1-1 0 0,1 0 1 0 0,0 1 0 0 0,0-1 0 0 0,1 1-1 0 0,-1 0 1 0 0,0 0 0 0 0,0 0 0 0 0,-2 3-1 0 0,-8 6 152 0 0,1 1-1 0 0,-17 20 1 0 0,11-11-142 0 0,2 1 1 0 0,-25 43-1 0 0,36-56-111 0 0,0 1-1 0 0,0 0 1 0 0,1 0-1 0 0,1 0 1 0 0,0 0-1 0 0,0 1 1 0 0,1-1-1 0 0,0 1 0 0 0,1 0 1 0 0,0 12-1 0 0,2-20-64 0 0,0 1-1 0 0,0 0 0 0 0,0 0 0 0 0,0-1 0 0 0,1 1 1 0 0,0-1-1 0 0,0 1 0 0 0,0-1 0 0 0,0 0 0 0 0,0 0 1 0 0,0 0-1 0 0,1 0 0 0 0,0 0 0 0 0,-1 0 0 0 0,1 0 1 0 0,0-1-1 0 0,1 0 0 0 0,-1 0 0 0 0,0 0 0 0 0,1 0 1 0 0,4 2-1 0 0,10 5-366 0 0,1-1-1 0 0,32 9 1 0 0,-49-17 385 0 0,51 14-1826 0 0,-26-7 628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92 450 2304 0 0,'-1'0'36'0'0,"1"0"-1"0"0,-1 0 0 0 0,0 1 0 0 0,1-1 0 0 0,-1 0 0 0 0,0 0 0 0 0,1 0 0 0 0,-1 0 0 0 0,1 1 0 0 0,-1-1 0 0 0,0 0 1 0 0,1 1-1 0 0,-1-1 0 0 0,1 0 0 0 0,-1 1 0 0 0,1-1 0 0 0,-1 1 0 0 0,1-1 0 0 0,0 1 0 0 0,-1-1 0 0 0,1 1 0 0 0,-1-1 0 0 0,1 1 1 0 0,0-1-1 0 0,0 1 0 0 0,-1 0 0 0 0,1-1 0 0 0,0 2 0 0 0,-12 18 1457 0 0,-2 8 490 0 0,1 0 0 0 0,-11 38-1 0 0,20-55-1589 0 0,1 1 0 0 0,1-1-1 0 0,-1 0 1 0 0,2 1-1 0 0,0-1 1 0 0,0 1-1 0 0,1-1 1 0 0,1 1 0 0 0,2 16-1 0 0,-3-26-400 0 0,0 0-1 0 0,1 0 1 0 0,-1 0 0 0 0,1 0-1 0 0,-1 0 1 0 0,1 0 0 0 0,0 0-1 0 0,-1 0 1 0 0,1 0 0 0 0,0 0-1 0 0,1-1 1 0 0,-1 1 0 0 0,0 0 0 0 0,0-1-1 0 0,1 1 1 0 0,-1-1 0 0 0,1 1-1 0 0,-1-1 1 0 0,1 0 0 0 0,0 1-1 0 0,-1-1 1 0 0,1 0 0 0 0,0 0-1 0 0,0 0 1 0 0,0 0 0 0 0,3 0-1 0 0,-3-1-53 0 0,1 0 0 0 0,-1 0 0 0 0,0-1 0 0 0,1 1 0 0 0,-1-1 0 0 0,0 0 0 0 0,1 1-1 0 0,-1-1 1 0 0,0 0 0 0 0,0 0 0 0 0,0-1 0 0 0,0 1 0 0 0,0 0 0 0 0,0-1 0 0 0,0 1 0 0 0,0-1 0 0 0,-1 0 0 0 0,1 1-1 0 0,-1-1 1 0 0,1 0 0 0 0,-1 0 0 0 0,3-4 0 0 0,18-30-860 0 0,22-48 0 0 0,5-7-1769 0 0,-48 89 2612 0 0,0 0 1 0 0,0 0 0 0 0,0 0-1 0 0,0 0 1 0 0,1 0-1 0 0,-1 1 1 0 0,1-1 0 0 0,-1 1-1 0 0,1-1 1 0 0,0 1-1 0 0,0-1 1 0 0,0 1 0 0 0,2-2-1 0 0,-3 3 88 0 0,-1 0-1 0 0,0 0 1 0 0,1 0 0 0 0,-1 0-1 0 0,0 0 1 0 0,1 0-1 0 0,-1 0 1 0 0,0 0 0 0 0,1 0-1 0 0,-1 0 1 0 0,0 0-1 0 0,1 1 1 0 0,-1-1 0 0 0,0 0-1 0 0,1 0 1 0 0,-1 0-1 0 0,0 0 1 0 0,1 0 0 0 0,-1 1-1 0 0,0-1 1 0 0,1 0-1 0 0,-1 0 1 0 0,0 1 0 0 0,0-1-1 0 0,1 0 1 0 0,-1 0 0 0 0,0 1-1 0 0,1-1 1 0 0,4 20 892 0 0,-2 21 1221 0 0,-3-21-898 0 0,2 0 0 0 0,0 0 0 0 0,2 0 1 0 0,7 26-1 0 0,-9-40-1235 0 0,0 0 0 0 0,1 0 0 0 0,0 0 0 0 0,1-1 0 0 0,-1 1 0 0 0,1-1 0 0 0,5 7 0 0 0,-4-8-422 0 0,-1 0 1 0 0,0 0-1 0 0,1 0 1 0 0,0-1 0 0 0,0 0-1 0 0,0 0 1 0 0,0 0-1 0 0,1 0 1 0 0,6 1-1 0 0</inkml:trace>
  <inkml:trace contextRef="#ctx0" brushRef="#br0" timeOffset="1">584 58 4609 0 0,'0'-8'314'0'0,"0"-21"-229"0"0,0 28-34 0 0,0 0-1 0 0,0 0 0 0 0,0 0 0 0 0,0-1 0 0 0,1 1 0 0 0,-1 0 0 0 0,0 0 0 0 0,1 0 0 0 0,-1 0 0 0 0,0 0 0 0 0,1 0 0 0 0,-1 0 0 0 0,1 0 1 0 0,-1 0-1 0 0,1 0 0 0 0,0 0 0 0 0,0 0 0 0 0,1-1 0 0 0,-2 2 109 0 0,1 1 1 0 0,-1-1-1 0 0,0 0 1 0 0,1 1-1 0 0,-1-1 1 0 0,1 0-1 0 0,-1 1 0 0 0,0-1 1 0 0,1 1-1 0 0,-1-1 1 0 0,0 1-1 0 0,1-1 1 0 0,-1 1-1 0 0,0-1 1 0 0,0 1-1 0 0,0-1 0 0 0,1 1 1 0 0,-1-1-1 0 0,0 1 1 0 0,0-1-1 0 0,0 1 1 0 0,0-1-1 0 0,0 1 1 0 0,0 0-1 0 0,0-1 0 0 0,0 1 1 0 0,0-1-1 0 0,-1 1 1 0 0,3 23 1069 0 0,-2-22-839 0 0,1 59 227 0 0,12 186 5052 0 0,-8-212-5016 0 0,1-1-1 0 0,1 1 1 0 0,2-1-1 0 0,2-1 1 0 0,15 35 0 0 0,8 0-464 0 0,-15-31-843 0 0,-2 1 0 0 0,13 41 0 0 0,-19-36-6735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6913 0 0,'-13'0'-1143'0'0,"5"3"3555"0"0,22 10 2905 0 0,-10-12-5144 0 0,1 1 0 0 0,0-1-1 0 0,0 1 1 0 0,0-1 0 0 0,0-1 0 0 0,0 1 0 0 0,0-1-1 0 0,0 0 1 0 0,0 0 0 0 0,0 0 0 0 0,10-2 0 0 0,8 0-95 0 0,43 6 721 0 0,-1 3 0 0 0,125 29-1 0 0,-14-1 656 0 0,-148-31-1414 0 0,34 5 166 0 0,70 3-1 0 0,-114-12-176 0 0,1 0 0 0 0,-1-1 0 0 0,0-1 0 0 0,0-1 0 0 0,0-1 0 0 0,0 0-1 0 0,0-1 1 0 0,25-11 0 0 0,-22 1-1945 0 0,-11 4 81 0 0,-10 11 1788 0 0,0 0 0 0 0,0 0 0 0 0,0-1 0 0 0,0 1 0 0 0,0 0 1 0 0,0 0-1 0 0,0 0 0 0 0,0-1 0 0 0,1 1 0 0 0,-1 0 0 0 0,0 0 0 0 0,0 0 0 0 0,0-1 1 0 0,0 1-1 0 0,0 0 0 0 0,0 0 0 0 0,0 0 0 0 0,0-1 0 0 0,0 1 0 0 0,-1 0 0 0 0,1 0 1 0 0,0-1-1 0 0,0 1 0 0 0,0 0 0 0 0,0 0 0 0 0,0 0 0 0 0,0 0 0 0 0,0-1 1 0 0,0 1-1 0 0,0 0 0 0 0,-1 0 0 0 0,1 0 0 0 0,0 0 0 0 0,0-1 0 0 0,0 1 0 0 0,0 0 1 0 0,-1 0-1 0 0,1 0 0 0 0,0 0 0 0 0,0 0 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8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 5985 0 0,'-1'0'258'0'0,"-1"0"-1"0"0,1 0 1 0 0,0 0-1 0 0,0 0 1 0 0,0 0-1 0 0,0 0 1 0 0,0 0-1 0 0,0 0 1 0 0,0 0-1 0 0,0 1 0 0 0,0-1 1 0 0,0 0-1 0 0,0 1 1 0 0,0-1-1 0 0,0 1 1 0 0,0-1-1 0 0,0 1 1 0 0,0 0-1 0 0,0-1 1 0 0,0 1-1 0 0,0 0 1 0 0,1 0-1 0 0,-1-1 1 0 0,0 1-1 0 0,1 0 1 0 0,-2 2-1 0 0,2-1-25 0 0,-1-1-1 0 0,1 1 1 0 0,0 0 0 0 0,0 0-1 0 0,0 0 1 0 0,0 0 0 0 0,0 0-1 0 0,0 0 1 0 0,0 0-1 0 0,1 0 1 0 0,-1-1 0 0 0,1 1-1 0 0,-1 0 1 0 0,2 2 0 0 0,4 8 268 0 0,0 0 0 0 0,0 0 0 0 0,12 14 0 0 0,-15-22-348 0 0,12 16-28 0 0,0-1 1 0 0,2 0-1 0 0,1-1 0 0 0,0-1 1 0 0,1 0-1 0 0,1-2 0 0 0,0 0 1 0 0,1-1-1 0 0,1-2 0 0 0,0 0 1 0 0,0-1-1 0 0,48 16 0 0 0,7 4-124 0 0,-70-28 0 0 0,-1 1 0 0 0,1-1 0 0 0,-1 1 0 0 0,0 1 0 0 0,-1-1 0 0 0,1 1 0 0 0,-1 0 0 0 0,0 0 0 0 0,6 8 0 0 0,-10-12 4 0 0,-1 0-1 0 0,0 0 1 0 0,0 0-1 0 0,0 0 0 0 0,0 0 1 0 0,0 0-1 0 0,0 0 1 0 0,0 0-1 0 0,0 0 1 0 0,0 1-1 0 0,0-1 0 0 0,-1 0 1 0 0,1 0-1 0 0,0 0 1 0 0,-1 0-1 0 0,1 0 1 0 0,-1 0-1 0 0,1 0 1 0 0,-1 0-1 0 0,1-1 0 0 0,-1 1 1 0 0,0 0-1 0 0,1 0 1 0 0,-2 1-1 0 0,-24 26 197 0 0,17-19-86 0 0,-44 48 803 0 0,33-38-1327 0 0,1 2-1 0 0,1 0 0 0 0,1 0 0 0 0,-14 26 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0 356 5985 0 0,'2'1'251'0'0,"-1"0"0"0"0,1 0 0 0 0,0-1 0 0 0,0 0 0 0 0,-1 1 0 0 0,1-1 0 0 0,0 0-1 0 0,0 1 1 0 0,0-1 0 0 0,0 0 0 0 0,-1-1 0 0 0,1 1 0 0 0,0 0 0 0 0,3-1 0 0 0,26-6 2855 0 0,-14 2-2180 0 0,0-1 0 0 0,-1-1-1 0 0,0 0 1 0 0,-1-1 0 0 0,18-12 0 0 0,-19 11-773 0 0,-1-1 0 0 0,-1 0-1 0 0,0-1 1 0 0,0 0 0 0 0,-1 0 0 0 0,0-2-1 0 0,-1 1 1 0 0,-1-1 0 0 0,16-28 0 0 0,-23 34-181 0 0,1 0 0 0 0,-1 0 0 0 0,0 0 0 0 0,-1 0 0 0 0,0 0 1 0 0,0-1-1 0 0,-1 1 0 0 0,1 0 0 0 0,-2-1 0 0 0,0-8 0 0 0,1 13-55 0 0,0 0 0 0 0,-1 0-1 0 0,1-1 1 0 0,-1 1 0 0 0,0 0-1 0 0,0 0 1 0 0,0-1 0 0 0,0 1-1 0 0,-1 0 1 0 0,1 0 0 0 0,-1 0-1 0 0,0 1 1 0 0,0-1 0 0 0,0 0-1 0 0,0 1 1 0 0,0-1 0 0 0,0 1-1 0 0,-1 0 1 0 0,1-1-1 0 0,-1 1 1 0 0,0 0 0 0 0,1 1-1 0 0,-1-1 1 0 0,-4-1 0 0 0,4 2-21 0 0,0 1 1 0 0,-1 0-1 0 0,1 0 1 0 0,0 0-1 0 0,0 0 1 0 0,0 0-1 0 0,0 1 1 0 0,0 0-1 0 0,-1-1 1 0 0,1 1-1 0 0,0 0 1 0 0,1 1-1 0 0,-1-1 1 0 0,0 0-1 0 0,0 1 0 0 0,0 0 1 0 0,1-1-1 0 0,-1 1 1 0 0,1 0-1 0 0,0 1 1 0 0,-1-1-1 0 0,-2 4 1 0 0,-7 6 28 0 0,1 1 0 0 0,-15 24 1 0 0,26-37 76 0 0,-15 22 359 0 0,1 1 0 0 0,-12 29 0 0 0,22-44-213 0 0,1-1-1 0 0,0 1 1 0 0,0 0 0 0 0,1 1-1 0 0,0-1 1 0 0,1 0 0 0 0,0 1-1 0 0,0-1 1 0 0,1 0-1 0 0,-1 1 1 0 0,3 8 0 0 0,-1-12-92 0 0,1 0 1 0 0,0 0 0 0 0,0 0-1 0 0,0 0 1 0 0,0-1-1 0 0,1 1 1 0 0,0-1 0 0 0,0 0-1 0 0,0 0 1 0 0,1 0-1 0 0,0 0 1 0 0,-1 0 0 0 0,1-1-1 0 0,0 1 1 0 0,1-1 0 0 0,-1 0-1 0 0,0 0 1 0 0,1-1-1 0 0,0 1 1 0 0,0-1 0 0 0,-1 0-1 0 0,1-1 1 0 0,1 1-1 0 0,5 0 1 0 0,4 2 13 0 0,0-1 0 0 0,0-1 0 0 0,0 0 0 0 0,0-1 0 0 0,0-1 0 0 0,0 0 0 0 0,19-3 0 0 0,-14-1-536 0 0,0 0-1 0 0,-1-1 1 0 0,1-1-1 0 0,-2 0 1 0 0,1-2 0 0 0,21-11-1 0 0,-13 2-5593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20 3681 0 0,'-5'-15'518'0'0,"5"14"-463"0"0,0 1 0 0 0,1 0 0 0 0,-1 0 0 0 0,0 0 0 0 0,0-1 0 0 0,0 1 0 0 0,0 0 0 0 0,0 0 0 0 0,1 0 0 0 0,-1-1 0 0 0,0 1 0 0 0,0 0 0 0 0,0 0 0 0 0,1 0 0 0 0,-1 0 0 0 0,0 0 0 0 0,0-1 0 0 0,0 1 0 0 0,1 0 0 0 0,-1 0 0 0 0,0 0 0 0 0,0 0-1 0 0,1 0 1 0 0,-1 0 0 0 0,0 0 0 0 0,0 0 0 0 0,7 4 2708 0 0,-5 1-1446 0 0,7 21 61 0 0,-1 0 0 0 0,-2 1-1 0 0,6 38 1 0 0,1 90 1611 0 0,-9-88-1637 0 0,15 79 0 0 0,50 117-2713 0 0,-58-230-5690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1 237 5529 0 0,'22'-3'3968'0'0,"-11"0"-2414"0"0,0-1 1 0 0,0 0 0 0 0,17-10-1 0 0,-17 8-843 0 0,-1 0 0 0 0,0-1 0 0 0,17-16 0 0 0,-22 19-749 0 0,0-1-1 0 0,0 1 1 0 0,-1-1-1 0 0,0 0 0 0 0,0 0 1 0 0,0-1-1 0 0,-1 1 1 0 0,0-1-1 0 0,0 0 1 0 0,0 0-1 0 0,-1 0 0 0 0,0 0 1 0 0,0 0-1 0 0,-1-1 1 0 0,1 1-1 0 0,-1 0 1 0 0,0-1-1 0 0,-1 1 0 0 0,0-8 1 0 0,0 12-171 0 0,0 0-1 0 0,0 0 1 0 0,0 0 0 0 0,-1 0 0 0 0,1 0-1 0 0,-1 0 1 0 0,1 0 0 0 0,-1 0 0 0 0,0 0-1 0 0,0 0 1 0 0,0 0 0 0 0,0 1 0 0 0,0-1-1 0 0,0 0 1 0 0,0 1 0 0 0,0-1 0 0 0,-1 1-1 0 0,1-1 1 0 0,0 1 0 0 0,-1-1 0 0 0,0 1-1 0 0,-2-2 1 0 0,1 2-16 0 0,0 1 0 0 0,1-1-1 0 0,-1 0 1 0 0,0 1 0 0 0,0 0-1 0 0,1 0 1 0 0,-1 0 0 0 0,0 0 0 0 0,0 0-1 0 0,1 0 1 0 0,-1 1 0 0 0,0-1-1 0 0,0 1 1 0 0,-3 1 0 0 0,-4 2 13 0 0,1 0 0 0 0,0 0 0 0 0,-13 8 1 0 0,-15 15 2994 0 0,35-25-2703 0 0,1-1 0 0 0,-1 1 0 0 0,1 0 1 0 0,0-1-1 0 0,0 1 0 0 0,-1 0 0 0 0,1 0 0 0 0,1 0 1 0 0,-1-1-1 0 0,0 1 0 0 0,0 0 0 0 0,1 0 0 0 0,-1 0 1 0 0,1 1-1 0 0,-1-1 0 0 0,1 0 0 0 0,0 0 0 0 0,0 0 0 0 0,0 0 1 0 0,0 0-1 0 0,0 0 0 0 0,1 0 0 0 0,-1 0 0 0 0,1 0 1 0 0,1 4-1 0 0,2 7 608 0 0,1-1 0 0 0,0 0 1 0 0,9 14-1 0 0,1 3-134 0 0,-5-7-551 0 0,-5-8-260 0 0,0 0-1 0 0,2 0 1 0 0,0-1-1 0 0,0 0 1 0 0,1-1-1 0 0,1 1 1 0 0,12 12-1 0 0,-8-15-5119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3681 0 0,'0'0'284'0'0,"0"0"-187"0"0,-2 0 703 0 0,-1 1 0 0 0,0-1 0 0 0,1 1 0 0 0,-1 0-1 0 0,0 0 1 0 0,1 0 0 0 0,-1 0 0 0 0,1 1 0 0 0,-5 2 0 0 0,0 2-33 0 0,-1-1 1 0 0,1 1-1 0 0,0 0 1 0 0,-5 8-1 0 0,7-7-553 0 0,0 1-1 0 0,1 0 1 0 0,0 0-1 0 0,0 0 1 0 0,1 0-1 0 0,0 0 1 0 0,0 1-1 0 0,1 0 1 0 0,0-1-1 0 0,1 1 1 0 0,0 0-1 0 0,0 0 1 0 0,1 0-1 0 0,0 0 1 0 0,1 0 0 0 0,0-1-1 0 0,0 1 1 0 0,4 12-1 0 0,-3-13-146 0 0,0 1-1 0 0,0-1 1 0 0,1 0-1 0 0,0 0 0 0 0,1-1 1 0 0,-1 1-1 0 0,2-1 1 0 0,-1 0-1 0 0,1 0 1 0 0,0 0-1 0 0,0 0 1 0 0,1-1-1 0 0,0 0 1 0 0,0 0-1 0 0,0-1 1 0 0,1 1-1 0 0,0-1 1 0 0,0-1-1 0 0,12 7 1 0 0,-14-10-81 0 0,0 1 1 0 0,0 0 0 0 0,0-1 0 0 0,0 0-1 0 0,0 0 1 0 0,0-1 0 0 0,0 0 0 0 0,0 1-1 0 0,0-2 1 0 0,0 1 0 0 0,1 0 0 0 0,-1-1-1 0 0,9-3 1 0 0,19-12-5875 0 0,-13 0-649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7370 0 0,'3'-3'2297'0'0,"4"7"-450"0"0,4 10 907 0 0,-1 23-693 0 0,-2 0-1 0 0,4 45 1 0 0,0-6-1150 0 0,38 132 298 0 0,-16-79-3268 0 0,-27-104-5305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7834 0 0,'6'2'444'0'0,"-1"1"1"0"0,1-1-1 0 0,0 1 1 0 0,-1-2-1 0 0,1 1 1 0 0,0-1-1 0 0,0 0 1 0 0,0 0-1 0 0,11 0 1 0 0,-5 0 409 0 0,8 1 208 0 0,1-2-1 0 0,0 0 0 0 0,0-1 0 0 0,34-6 0 0 0,-9-3-2565 0 0,-2 0-4410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1 173 6913 0 0,'16'4'1017'0'0,"1"1"-1"0"0,-1 0 0 0 0,1 1 0 0 0,-1 1 0 0 0,-1 0 0 0 0,21 14 0 0 0,-28-16-726 0 0,0 0 1 0 0,0 0-1 0 0,-1 1 0 0 0,0 1 1 0 0,0-1-1 0 0,-1 1 0 0 0,0 0 1 0 0,0 0-1 0 0,-1 1 0 0 0,1 0 1 0 0,-2 0-1 0 0,1 0 0 0 0,3 11 1 0 0,-7-6-18 0 0,-9-16-34 0 0,-10-17 235 0 0,13 7-312 0 0,1 0-1 0 0,1 1 0 0 0,0-1 0 0 0,1 0 0 0 0,0-1 1 0 0,1 1-1 0 0,1-26 0 0 0,13-97-4237 0 0,-10 113 1559 0 0,2-11-3415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1 311 1376 0 0,'7'12'766'0'0,"0"1"0"0"0,-1 0 0 0 0,0 0 0 0 0,-1 0 0 0 0,0 0 0 0 0,4 27 0 0 0,7 87 3948 0 0,-11-71-3239 0 0,-3-64-4517 0 0,-1-20 3151 0 0,-2 10-109 0 0</inkml:trace>
  <inkml:trace contextRef="#ctx0" brushRef="#br0" timeOffset="1">66 22 9218 0 0,'0'-3'408'0'0,"1"2"80"0"0,1-2-392 0 0,-1 2-96 0 0,-1 0 0 0 0,2-2-328 0 0,-1 1 136 0 0,0 0-8 0 0,1-1-664 0 0,-1 0-136 0 0,-6 11-1217 0 0,0 1 2217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0 2761 0 0,'-11'2'962'0'0,"0"-1"1"0"0,0 2 0 0 0,1 0 0 0 0,-1 0 0 0 0,1 1 0 0 0,-1 0 0 0 0,1 0 0 0 0,0 1-1 0 0,1 1 1 0 0,-13 9 0 0 0,9-5-541 0 0,1 2 0 0 0,0 0 0 0 0,1 0 0 0 0,0 1 0 0 0,1 0 0 0 0,1 1 0 0 0,0 0 0 0 0,1 1 0 0 0,0 0 0 0 0,1 0 0 0 0,1 0 0 0 0,0 1 0 0 0,-6 29 0 0 0,12-43-416 0 0,-1 1-1 0 0,1-1 1 0 0,-1 1-1 0 0,1-1 1 0 0,0 1 0 0 0,0 0-1 0 0,0-1 1 0 0,0 1-1 0 0,1-1 1 0 0,-1 1 0 0 0,1-1-1 0 0,0 0 1 0 0,-1 1-1 0 0,1-1 1 0 0,0 1 0 0 0,0-1-1 0 0,1 0 1 0 0,-1 0-1 0 0,0 0 1 0 0,1 0-1 0 0,-1 0 1 0 0,1 0 0 0 0,0 0-1 0 0,0 0 1 0 0,-1 0-1 0 0,1-1 1 0 0,0 1 0 0 0,0-1-1 0 0,4 2 1 0 0,0 0-270 0 0,1-1 1 0 0,-1 0 0 0 0,1 0-1 0 0,-1-1 1 0 0,1 0 0 0 0,0 0-1 0 0,-1 0 1 0 0,1-1 0 0 0,12-1-1 0 0,2-1-1271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212 319 3225 0 0,'0'0'61'0'0,"1"-1"1"0"0,0 1-1 0 0,-1 0 1 0 0,1-1-1 0 0,0 1 1 0 0,0 0 0 0 0,-1-1-1 0 0,1 1 1 0 0,0 0-1 0 0,0 0 1 0 0,-1 0-1 0 0,1 0 1 0 0,0 0-1 0 0,0 0 1 0 0,0 0 0 0 0,-1 0-1 0 0,1 0 1 0 0,0 0-1 0 0,0 1 1 0 0,-1-1-1 0 0,1 0 1 0 0,0 0-1 0 0,-1 1 1 0 0,1-1 0 0 0,0 0-1 0 0,1 2 1 0 0,-2-1 182 0 0,0-1 0 0 0,-1 1 1 0 0,1 0-1 0 0,0 0 1 0 0,0 0-1 0 0,0 0 0 0 0,0 0 1 0 0,-1 0-1 0 0,1 0 1 0 0,0 0-1 0 0,-1 0 1 0 0,1-1-1 0 0,-1 1 0 0 0,1 0 1 0 0,-1 0-1 0 0,1 0 1 0 0,-2 0-1 0 0,-33 36 4866 0 0,12-19-3894 0 0,-29 16-1 0 0,33-22-900 0 0,0 0 0 0 0,1 2 1 0 0,-18 16-1 0 0,34-27-290 0 0,-1-1-1 0 0,1 2 1 0 0,0-1 0 0 0,0 0 0 0 0,0 0-1 0 0,0 1 1 0 0,1-1 0 0 0,-1 1 0 0 0,1-1-1 0 0,0 1 1 0 0,0-1 0 0 0,0 1-1 0 0,0 0 1 0 0,1 6 0 0 0,-1-9-15 0 0,1 0 1 0 0,1 0-1 0 0,-1 0 0 0 0,0 0 1 0 0,0 1-1 0 0,0-1 0 0 0,1 0 1 0 0,-1 0-1 0 0,0 0 0 0 0,1 0 1 0 0,-1 0-1 0 0,1 0 0 0 0,-1 0 1 0 0,1 0-1 0 0,0 0 0 0 0,-1 0 1 0 0,1 0-1 0 0,0-1 0 0 0,0 1 1 0 0,1 1-1 0 0,0-1-5 0 0,-1 0 1 0 0,1-1-1 0 0,0 1 0 0 0,-1-1 1 0 0,1 1-1 0 0,0-1 0 0 0,0 0 1 0 0,0 0-1 0 0,-1 1 0 0 0,1-1 1 0 0,0 0-1 0 0,0-1 0 0 0,0 1 1 0 0,-1 0-1 0 0,1-1 0 0 0,0 1 1 0 0,2-1-1 0 0,0-1-57 0 0,0 1 1 0 0,0-1-1 0 0,0 1 0 0 0,0-1 0 0 0,0-1 1 0 0,0 1-1 0 0,-1 0 0 0 0,1-1 0 0 0,-1 0 0 0 0,0 0 1 0 0,0 0-1 0 0,0 0 0 0 0,0 0 0 0 0,4-8 1 0 0,1-2-364 0 0,0 0 0 0 0,9-28 0 0 0,0 2 118 0 0,-18 43 543 0 0,0 0-1 0 0,0 1 0 0 0,1-1 0 0 0,-1 0 1 0 0,1 1-1 0 0,0-1 0 0 0,0 0 1 0 0,1 1-1 0 0,-1-1 0 0 0,3 7 1 0 0,12 47 1177 0 0,-11-49-1364 0 0,0 0 0 0 0,0 0 1 0 0,0-1-1 0 0,1 0 0 0 0,0 0 0 0 0,1 0 0 0 0,0-1 0 0 0,0 1 0 0 0,1-1 0 0 0,0-1 0 0 0,10 9 0 0 0,-15-13-141 0 0,1-1 0 0 0,0 1 0 0 0,-1 0 0 0 0,1-1-1 0 0,0 0 1 0 0,0 1 0 0 0,0-1 0 0 0,0 0 0 0 0,0 0 0 0 0,0-1 0 0 0,0 1 0 0 0,1-1 0 0 0,-1 0 0 0 0,0 1-1 0 0,0-1 1 0 0,0-1 0 0 0,1 1 0 0 0,-1 0 0 0 0,0-1 0 0 0,0 0 0 0 0,0 1 0 0 0,0-1 0 0 0,0 0 0 0 0,0-1 0 0 0,0 1-1 0 0,0 0 1 0 0,-1-1 0 0 0,1 0 0 0 0,0 0 0 0 0,-1 0 0 0 0,1 0 0 0 0,-1 0 0 0 0,0 0 0 0 0,0 0 0 0 0,0-1-1 0 0,0 1 1 0 0,2-4 0 0 0,7-10-910 0 0,-1 0-1 0 0,-1 0 1 0 0,0-1-1 0 0,-1 0 1 0 0,-1-1-1 0 0,-1 0 1 0 0,0 0-1 0 0,5-36 1 0 0,-3 4 622 0 0,-3 0 1 0 0,-2-57-1 0 0,-3 90 342 0 0,-2 1 0 0 0,0 0-1 0 0,-1 0 1 0 0,0 0-1 0 0,-1 0 1 0 0,-1 1-1 0 0,0-1 1 0 0,-2 1-1 0 0,1 0 1 0 0,-2 1-1 0 0,-10-15 1 0 0,16 9 8294 0 0,8 30-6711 0 0,6 26-241 0 0,-2 0 0 0 0,-2 0 0 0 0,5 42 0 0 0,4 21-365 0 0,2-33-732 0 0,2 0-1 0 0,42 89 0 0 0,-39-100-181 0 0,-17-38-116 0 0,-1 0 0 0 0,-1 0 0 0 0,0 0 0 0 0,3 27 0 0 0,-6-14-170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14 10594 0 0,'0'-1'119'0'0,"-1"0"0"0"0,1 0 0 0 0,-1 0 0 0 0,0 0 0 0 0,0 1 0 0 0,1-1 0 0 0,-1 0 0 0 0,0 0 0 0 0,0 1 0 0 0,0-1 0 0 0,0 0 0 0 0,0 1 0 0 0,0-1 0 0 0,1 1 0 0 0,-1 0 0 0 0,-1-1 0 0 0,1 1 0 0 0,0 0 0 0 0,0-1 0 0 0,0 1 0 0 0,0 0-1 0 0,0 0 1 0 0,0 0 0 0 0,0 0 0 0 0,-2 0 0 0 0,1 2 134 0 0,1-1-1 0 0,-1 1 1 0 0,1 0-1 0 0,-1 0 1 0 0,1 0-1 0 0,-1 0 1 0 0,1 0-1 0 0,0 1 1 0 0,0-1-1 0 0,-1 4 1 0 0,-2 2-250 0 0,-8 19 694 0 0,-16 52 0 0 0,26-70-604 0 0,-1 0 1 0 0,1 0 0 0 0,1 0-1 0 0,0 1 1 0 0,0-1 0 0 0,1 0-1 0 0,0 1 1 0 0,1-1 0 0 0,0 1-1 0 0,2 8 1 0 0,-2-16-108 0 0,0 1 1 0 0,0-1-1 0 0,0 0 1 0 0,0 0-1 0 0,1 0 1 0 0,-1 0-1 0 0,1 0 0 0 0,-1 0 1 0 0,1 0-1 0 0,0 0 1 0 0,0 0-1 0 0,0-1 1 0 0,0 1-1 0 0,0-1 1 0 0,0 0-1 0 0,0 1 0 0 0,0-1 1 0 0,1 0-1 0 0,-1 0 1 0 0,0 0-1 0 0,1-1 1 0 0,-1 1-1 0 0,1-1 0 0 0,3 1 1 0 0,8 1-130 0 0,1-1 1 0 0,0 0-1 0 0,17-2 1 0 0,-3 0-13 0 0,-3 1-80 0 0,-16-1 111 0 0,0 1-1 0 0,0 0 1 0 0,0 0 0 0 0,0 1-1 0 0,-1 1 1 0 0,1-1 0 0 0,0 2-1 0 0,-1-1 1 0 0,0 1-1 0 0,1 1 1 0 0,9 4 0 0 0,-18-7 108 0 0,0 0 0 0 0,0 0 0 0 0,0 1 0 0 0,0-1 0 0 0,0 0 0 0 0,0 1 0 0 0,0-1 0 0 0,0 0 0 0 0,-1 1 0 0 0,1-1 0 0 0,-1 1 0 0 0,1-1 0 0 0,-1 1 0 0 0,1-1 0 0 0,-1 1 0 0 0,0-1 0 0 0,0 1 0 0 0,1 0 0 0 0,-1-1 0 0 0,0 1 0 0 0,-1-1 0 0 0,1 1 0 0 0,0 0 0 0 0,0-1 0 0 0,-1 1 0 0 0,1-1 0 0 0,-1 1 0 0 0,1-1 0 0 0,-1 1 0 0 0,0-1 0 0 0,1 0 0 0 0,-1 1 0 0 0,-2 1 0 0 0,-3 7 56 0 0,0 0-1 0 0,-1 0 0 0 0,-9 10 0 0 0,15-19-31 0 0,-1 1-86 0 0,-59 63 1121 0 0,25-37-1478 0 0,31-25-271 0 0,0-1-1 0 0,1 0 0 0 0,-1 1 0 0 0,0-1 1 0 0,-10 2-1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9674 0 0,'4'1'157'0'0,"0"-1"0"0"0,0 1-1 0 0,-1 0 1 0 0,1 1 0 0 0,0-1 0 0 0,-1 1 0 0 0,1-1-1 0 0,-1 1 1 0 0,0 0 0 0 0,1 0 0 0 0,-1 1 0 0 0,0-1-1 0 0,0 1 1 0 0,-1-1 0 0 0,1 1 0 0 0,0 0 0 0 0,-1 0-1 0 0,3 5 1 0 0,7 9 818 0 0,-1 0 0 0 0,10 21 0 0 0,-18-31-755 0 0,8 14 626 0 0,-2 1-1 0 0,0-1 1 0 0,8 34-1 0 0,-15-44-801 0 0,1 0 1 0 0,-1 1-1 0 0,-1 0 0 0 0,0-1 1 0 0,0 1-1 0 0,-1 0 0 0 0,-1-1 1 0 0,-3 21-1 0 0,4-31-125 0 0,-6 13-657 0 0</inkml:trace>
  <inkml:trace contextRef="#ctx0" brushRef="#br0" timeOffset="1">30 15 9218 0 0,'3'-4'408'0'0,"-1"0"80"0"0,3 1-392 0 0,-3 0-96 0 0,0 2 0 0 0,-1 1 0 0 0,0 0-96 0 0,1 0-32 0 0,0 1-16 0 0,2 1 0 0 0,2 2-600 0 0,-2 3-120 0 0,0 3-32 0 0,-1 3-1 0 0,2 0 713 0 0,1 2 184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61 456 0 0,'1'-2'244'0'0,"-1"0"0"0"0,1 0 1 0 0,-1 0-1 0 0,1 0 0 0 0,-1 0 0 0 0,0 0 0 0 0,0 0 0 0 0,0 0 1 0 0,0 0-1 0 0,0 0 0 0 0,0 0 0 0 0,-1 0 0 0 0,1 0 0 0 0,-1 0 0 0 0,1 0 1 0 0,-1 0-1 0 0,0 1 0 0 0,1-1 0 0 0,-1 0 0 0 0,0 0 0 0 0,0 1 1 0 0,0-1-1 0 0,-1 0 0 0 0,1 1 0 0 0,0-1 0 0 0,-1 1 0 0 0,1 0 1 0 0,-2-2-1 0 0,0 2 51 0 0,1 0 1 0 0,0 0 0 0 0,-1 0 0 0 0,1 0-1 0 0,-1 1 1 0 0,1-1 0 0 0,-1 1 0 0 0,1 0-1 0 0,-1 0 1 0 0,1 0 0 0 0,-1 0 0 0 0,1 0-1 0 0,-1 0 1 0 0,1 1 0 0 0,-1-1 0 0 0,1 1-1 0 0,-1-1 1 0 0,1 1 0 0 0,-1 0 0 0 0,1 0-1 0 0,-4 2 1 0 0,-7 5 156 0 0,-1 1 0 0 0,1 0 0 0 0,1 1 0 0 0,0 0 0 0 0,0 1 0 0 0,1 0 0 0 0,-14 17-1 0 0,18-18-396 0 0,-1 0-1 0 0,1 0 0 0 0,1 1 1 0 0,0 0-1 0 0,1 0 0 0 0,0 0 0 0 0,0 1 1 0 0,1-1-1 0 0,-5 25 0 0 0,9-36-54 0 0,0 1 0 0 0,0 0 0 0 0,0 0 0 0 0,-1 0 0 0 0,1-1 0 0 0,0 1 0 0 0,0 0 0 0 0,0 0 0 0 0,0 0 0 0 0,1-1 0 0 0,-1 1 0 0 0,0 0 0 0 0,0 0 0 0 0,0 0 0 0 0,1-1 0 0 0,-1 1 0 0 0,0 0 0 0 0,1-1 0 0 0,-1 1 0 0 0,0 0 0 0 0,1 0 0 0 0,-1-1 0 0 0,1 1 0 0 0,0-1 0 0 0,-1 1 0 0 0,1-1 0 0 0,-1 1 0 0 0,1-1 0 0 0,1 2 0 0 0,-1-2 2 0 0,1 1 0 0 0,0-1 0 0 0,0 0 0 0 0,-1 0 1 0 0,1 0-1 0 0,0 1 0 0 0,0-2 0 0 0,0 1 0 0 0,-1 0 0 0 0,1 0 0 0 0,0 0 0 0 0,3-2 1 0 0,4-1 50 0 0,0 0 1 0 0,0-1 0 0 0,15-8 0 0 0,14-15 56 0 0,-27 19-262 0 0,1-1-1 0 0,0 2 1 0 0,0 0-1 0 0,1 0 1 0 0,20-7-1 0 0,-30 13 128 0 0,1 0 0 0 0,0 0 0 0 0,-1 0 0 0 0,1 1-1 0 0,0 0 1 0 0,-1 0 0 0 0,1 0 0 0 0,0 0-1 0 0,0 0 1 0 0,-1 1 0 0 0,1 0 0 0 0,-1 0-1 0 0,1 0 1 0 0,0 0 0 0 0,-1 0 0 0 0,0 1 0 0 0,1-1-1 0 0,-1 1 1 0 0,0 0 0 0 0,0 0 0 0 0,0 0-1 0 0,0 0 1 0 0,0 1 0 0 0,0-1 0 0 0,-1 1 0 0 0,4 3-1 0 0,5 10 223 0 0,0-1-1 0 0,-2 2 0 0 0,1-1 1 0 0,-2 1-1 0 0,0 1 0 0 0,-1-1 1 0 0,-1 1-1 0 0,-1 0 0 0 0,0 1 1 0 0,-2-1-1 0 0,0 1 0 0 0,-1 0 1 0 0,0 21-1 0 0,-2-31-83 0 0,0-1 0 0 0,-1 1 1 0 0,0-1-1 0 0,-1 1 0 0 0,1-1 0 0 0,-5 10 1 0 0,5-15-136 0 0,0 0 0 0 0,0 0 1 0 0,-1 0-1 0 0,0 0 0 0 0,1 0 1 0 0,-1 0-1 0 0,0-1 0 0 0,0 1 1 0 0,0-1-1 0 0,0 0 1 0 0,-1 1-1 0 0,1-1 0 0 0,-1 0 1 0 0,1 0-1 0 0,-1-1 0 0 0,0 1 1 0 0,0 0-1 0 0,0-1 1 0 0,-4 2-1 0 0,-2 0-681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5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2304 0 0,'5'1'509'0'0,"0"1"-1"0"0,0 0 1 0 0,-1 0-1 0 0,1 1 1 0 0,-1 0-1 0 0,1-1 1 0 0,-1 1-1 0 0,0 1 0 0 0,0-1 1 0 0,0 1-1 0 0,3 4 1 0 0,5 3 456 0 0,61 57 4674 0 0,-45-41-2902 0 0,50 40 0 0 0,-78-67-2731 0 0,0 0-1 0 0,0 0 0 0 0,0 1 1 0 0,1-1-1 0 0,-1 0 0 0 0,0 0 1 0 0,0 0-1 0 0,1 0 1 0 0,-1 0-1 0 0,0 1 0 0 0,0-1 1 0 0,0 0-1 0 0,1 0 0 0 0,-1 0 1 0 0,0 0-1 0 0,0 0 0 0 0,1 0 1 0 0,-1 0-1 0 0,0 0 0 0 0,1 0 1 0 0,-1 0-1 0 0,0 0 0 0 0,0 0 1 0 0,1 0-1 0 0,-1 0 0 0 0,0 0 1 0 0,0 0-1 0 0,1 0 1 0 0,-1 0-1 0 0,0-1 0 0 0,0 1 1 0 0,1 0-1 0 0,-1 0 0 0 0,0 0 1 0 0,0 0-1 0 0,0 0 0 0 0,1-1 1 0 0,-1 1-1 0 0,0 0 0 0 0,0-1 1 0 0,4-13-89 0 0,-7-27-554 0 0,2 34 441 0 0,0-17-490 0 0,0 0 0 0 0,1 0 0 0 0,1 0-1 0 0,9-44 1 0 0,-8 58 645 0 0,0 0 1 0 0,1 1-1 0 0,0-1 0 0 0,1 1 0 0 0,0 0 1 0 0,0 0-1 0 0,1 0 0 0 0,0 1 0 0 0,0-1 1 0 0,1 1-1 0 0,0 0 0 0 0,1 1 1 0 0,0 0-1 0 0,11-10 0 0 0,-17 16 108 0 0,1-1-1 0 0,0 1 0 0 0,0 0 1 0 0,0 0-1 0 0,0 0 1 0 0,0 0-1 0 0,0 0 1 0 0,0 0-1 0 0,0 1 1 0 0,0-1-1 0 0,0 1 1 0 0,1-1-1 0 0,-1 1 1 0 0,0 0-1 0 0,0 0 1 0 0,0 0-1 0 0,1 0 1 0 0,-1 0-1 0 0,4 2 1 0 0,-3-1 20 0 0,0 0 1 0 0,0 1-1 0 0,0-1 1 0 0,0 1-1 0 0,0 0 1 0 0,0 0 0 0 0,0 0-1 0 0,-1 0 1 0 0,1 0-1 0 0,-1 1 1 0 0,4 4 0 0 0,3 7 141 0 0,0 0 1 0 0,-1 0-1 0 0,0 1 1 0 0,6 19-1 0 0,-9-24-179 0 0,39 85 958 0 0,-43-89-830 0 0,-4-9 54 0 0,-3-12-87 0 0,5 4-140 0 0,0-1 1 0 0,1 0-1 0 0,1 1 0 0 0,-1-1 1 0 0,2 1-1 0 0,0-1 0 0 0,0 1 1 0 0,1 0-1 0 0,0-1 0 0 0,6-11 1 0 0,-9 22-19 0 0,1 1 0 0 0,-1-1 0 0 0,0 0 1 0 0,0 1-1 0 0,0-1 0 0 0,1 1 0 0 0,-1-1 0 0 0,0 0 0 0 0,1 1 1 0 0,-1-1-1 0 0,0 1 0 0 0,1-1 0 0 0,-1 1 0 0 0,0-1 1 0 0,1 1-1 0 0,-1 0 0 0 0,1-1 0 0 0,-1 1 0 0 0,1-1 0 0 0,0 1 1 0 0,-1 0-1 0 0,1-1 0 0 0,-1 1 0 0 0,1 0 0 0 0,-1 0 0 0 0,1 0 1 0 0,0-1-1 0 0,-1 1 0 0 0,1 0 0 0 0,0 0 0 0 0,-1 0 1 0 0,1 0-1 0 0,1 0 0 0 0,-1 1 5 0 0,0 0 0 0 0,0 0 0 0 0,0 0 0 0 0,0 0 0 0 0,0 0 0 0 0,0 0 0 0 0,0 1 1 0 0,0-1-1 0 0,0 0 0 0 0,-1 0 0 0 0,1 1 0 0 0,0-1 0 0 0,0 3 0 0 0,14 51 206 0 0,-15-53-183 0 0,6 24 55 0 0,1 1-1 0 0,1-1 0 0 0,1 0 1 0 0,19 36-1 0 0,-13-23-2592 0 0,-9-19-4198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6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309 471 6449 0 0,'-28'-36'2192'0'0,"24"30"-1537"0"0,0 0 0 0 0,0 0 1 0 0,-1 1-1 0 0,0-1 0 0 0,-9-7 0 0 0,12 11-486 0 0,-1 1-1 0 0,1-1 1 0 0,-1 1 0 0 0,0 0 0 0 0,1 0-1 0 0,-1 0 1 0 0,0 0 0 0 0,0 0 0 0 0,0 1-1 0 0,0-1 1 0 0,0 1 0 0 0,0 0 0 0 0,0 0-1 0 0,0 0 1 0 0,0 0 0 0 0,0 0 0 0 0,1 1-1 0 0,-5 0 1 0 0,-5 3 74 0 0,1 0 0 0 0,-1 0 0 0 0,1 2 0 0 0,0-1 0 0 0,0 1 0 0 0,1 1 1 0 0,-1 0-1 0 0,2 1 0 0 0,-1-1 0 0 0,1 2 0 0 0,0-1 0 0 0,1 2 0 0 0,0-1 0 0 0,0 1 0 0 0,1 0 0 0 0,0 0 0 0 0,1 1 0 0 0,-8 18 0 0 0,13-23-223 0 0,0 0-1 0 0,0 0 0 0 0,1 0 1 0 0,0-1-1 0 0,0 1 1 0 0,0 0-1 0 0,1 0 0 0 0,-1 0 1 0 0,2-1-1 0 0,-1 1 0 0 0,1 0 1 0 0,-1-1-1 0 0,2 1 1 0 0,-1-1-1 0 0,0 0 0 0 0,1 0 1 0 0,0 0-1 0 0,6 7 0 0 0,-6-7 1 0 0,1 0-1 0 0,0 0 0 0 0,0 0 0 0 0,0-1 0 0 0,1 0 0 0 0,-1 0 0 0 0,1 0 0 0 0,0-1 0 0 0,0 1 1 0 0,0-1-1 0 0,0 0 0 0 0,1-1 0 0 0,-1 1 0 0 0,1-1 0 0 0,0 0 0 0 0,0 0 0 0 0,10 1 1 0 0,-13-3-66 0 0,-1 0 1 0 0,1-1 0 0 0,0 1-1 0 0,-1-1 1 0 0,1 1 0 0 0,-1-1-1 0 0,1 0 1 0 0,-1 0 0 0 0,1 0-1 0 0,-1 0 1 0 0,0 0 0 0 0,0-1-1 0 0,1 1 1 0 0,-1-1 0 0 0,0 1-1 0 0,0-1 1 0 0,0 0 0 0 0,-1 0-1 0 0,1 0 1 0 0,0 0 0 0 0,-1 0-1 0 0,1 0 1 0 0,-1 0 0 0 0,0-1-1 0 0,0 1 1 0 0,1 0 0 0 0,0-5 0 0 0,3-7-264 0 0,-1 0 0 0 0,0 0 0 0 0,3-25 0 0 0,-5 26 193 0 0,4-24-222 0 0,-2 0-1 0 0,-1-1 1 0 0,-5-65-1 0 0,-1 87 226 0 0,3 16 127 0 0,0-1 0 0 0,0 1 1 0 0,0 0-1 0 0,0 0 0 0 0,-1 0 0 0 0,1 0 0 0 0,0 0 0 0 0,0 0 0 0 0,0 0 0 0 0,0 0 0 0 0,0 0 0 0 0,0 0 0 0 0,0-1 0 0 0,0 1 0 0 0,0 0 0 0 0,0 0 0 0 0,0 0 0 0 0,0 0 0 0 0,-1 0 0 0 0,1 0 0 0 0,0 0 0 0 0,0 0 1 0 0,0 0-1 0 0,0 0 0 0 0,0 0 0 0 0,0 0 0 0 0,0 0 0 0 0,0 0 0 0 0,-1 0 0 0 0,1 0 0 0 0,0 0 0 0 0,0 0 0 0 0,0 0 0 0 0,0 0 0 0 0,0 0 0 0 0,0 0 0 0 0,0 0 0 0 0,-1 0 0 0 0,1 0 0 0 0,0 0 0 0 0,0 0 1 0 0,0 0-1 0 0,0 0 0 0 0,0 0 0 0 0,0 1 0 0 0,0-1 0 0 0,0 0 0 0 0,0 0 0 0 0,0 0 0 0 0,0 0 0 0 0,-1 0 0 0 0,1 0 0 0 0,0 0 0 0 0,0 0 0 0 0,0 0 0 0 0,0 1 0 0 0,-1 0 144 0 0,1 1 1 0 0,-1 0-1 0 0,1 0 0 0 0,-1 0 0 0 0,1 0 0 0 0,-1 0 0 0 0,1-1 1 0 0,0 1-1 0 0,0 0 0 0 0,0 0 0 0 0,1 4 0 0 0,1 4-22 0 0,0 0 0 0 0,1 0 0 0 0,1 0 0 0 0,0 0 0 0 0,0 0 0 0 0,1-1 0 0 0,0 1 0 0 0,0-1 0 0 0,1 0 0 0 0,1-1 0 0 0,-1 0 0 0 0,1 0 0 0 0,1 0 0 0 0,-1-1 0 0 0,14 10 0 0 0,3 1-133 0 0,0-2 0 0 0,1 0 0 0 0,1-2 0 0 0,37 15 0 0 0,-58-26-25 0 0,0-1 0 0 0,0 0 0 0 0,1 0-1 0 0,-1 0 1 0 0,0-1 0 0 0,1 0-1 0 0,-1 0 1 0 0,11 0 0 0 0,-14-1-27 0 0,-1-1 1 0 0,1 1-1 0 0,0-1 0 0 0,0 0 1 0 0,0 1-1 0 0,0-1 1 0 0,-1 0-1 0 0,1 0 0 0 0,0 0 1 0 0,-1 0-1 0 0,1-1 0 0 0,-1 1 1 0 0,1 0-1 0 0,-1-1 1 0 0,1 1-1 0 0,-1-1 0 0 0,0 1 1 0 0,0-1-1 0 0,0 0 1 0 0,0 1-1 0 0,0-1 0 0 0,0 0 1 0 0,0 0-1 0 0,-1 0 1 0 0,1 0-1 0 0,-1 0 0 0 0,1-2 1 0 0,4-14-483 0 0,-2 1 0 0 0,0-1 1 0 0,-1 0-1 0 0,0 0 0 0 0,-2-25 1 0 0,-13-93-1662 0 0,5 58 1193 0 0,3-4 422 0 0,4 40 275 0 0,-14-77 1 0 0,10 106 3005 0 0,2 24 382 0 0,2 23-693 0 0,5 14-2111 0 0,3 0 0 0 0,2 0 0 0 0,2-1 0 0 0,2 0 0 0 0,2-1 0 0 0,2-1 0 0 0,2-1 0 0 0,2 0 0 0 0,1-1 0 0 0,43 58 0 0 0,-50-80-325 0 0,9 13 131 0 0,36 65-1 0 0,-55-89-190 0 0,0 0 0 0 0,-1 0-1 0 0,0 0 1 0 0,-1 1-1 0 0,0 0 1 0 0,0 0 0 0 0,-1 0-1 0 0,-1 0 1 0 0,0 0-1 0 0,0 0 1 0 0,-3 20 0 0 0,-5 2-328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7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0,'8'6'5397'0'0,"-4"7"-4421"0"0,0-1 0 0 0,-1 1 0 0 0,-1 0-1 0 0,0 0 1 0 0,-1 1 0 0 0,0 18 0 0 0,0-14-970 0 0,-3 180 1697 0 0,-1-19-701 0 0,1 124-458 0 0,3 52 367 0 0,6-196-416 0 0,9 131 1061 0 0,7-76-1359 0 0,3 50 66 0 0,-22-187-219 0 0,-8 110 0 0 0,4-182-42 0 0,-16 242 275 0 0,15-186-198 0 0,3 1-1 0 0,10 62 1 0 0,3 35-79 0 0,-11-99 0 0 0,-4-59-28 0 0,0-1 1 0 0,0 1-1 0 0,0 0 0 0 0,0-1 1 0 0,0 1-1 0 0,0 0 0 0 0,0-1 1 0 0,0 1-1 0 0,0 0 0 0 0,0-1 1 0 0,0 1-1 0 0,0 0 1 0 0,1-1-1 0 0,-1 1 0 0 0,0 0 1 0 0,0-1-1 0 0,1 1 0 0 0,-1-1 1 0 0,0 1-1 0 0,1-1 0 0 0,-1 1 1 0 0,1 0-1 0 0,-1-1 1 0 0,2 1-1 0 0,6-13-1557 0 0,4-29-1342 0 0,7-27-3047 0 0,-15 52 1580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8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251 85 3225 0 0,'-11'5'308'0'0,"0"1"1"0"0,0 1-1 0 0,1 0 1 0 0,0 0-1 0 0,0 1 1 0 0,0 0-1 0 0,2 1 1 0 0,-13 14-1 0 0,0 1 449 0 0,-1 1-46 0 0,1 1 0 0 0,1 0 0 0 0,1 1 0 0 0,-23 47 0 0 0,41-74-718 0 0,1 1 0 0 0,0 0 0 0 0,-1 0 1 0 0,1 0-1 0 0,0 0 0 0 0,-1 0 0 0 0,1-1 0 0 0,0 1 1 0 0,0 0-1 0 0,0 0 0 0 0,0 0 0 0 0,0 0 0 0 0,0 0 1 0 0,0 0-1 0 0,0 0 0 0 0,0 0 0 0 0,0 0 0 0 0,1 0 0 0 0,-1-1 1 0 0,0 1-1 0 0,1 0 0 0 0,-1 0 0 0 0,0 0 0 0 0,1 0 1 0 0,0 1-1 0 0,0-2 6 0 0,-1 0 1 0 0,1 0 0 0 0,-1 0 0 0 0,1 0-1 0 0,0 0 1 0 0,-1 1 0 0 0,1-1-1 0 0,-1 0 1 0 0,1 0 0 0 0,0 0-1 0 0,-1 0 1 0 0,1-1 0 0 0,-1 1-1 0 0,1 0 1 0 0,0 0 0 0 0,-1 0-1 0 0,1 0 1 0 0,-1-1 0 0 0,1 1-1 0 0,-1 0 1 0 0,1 0 0 0 0,-1-1 0 0 0,1 1-1 0 0,-1-1 1 0 0,1 1 0 0 0,-1 0-1 0 0,1-1 1 0 0,-1 1 0 0 0,0-1-1 0 0,1 1 1 0 0,-1-1 0 0 0,0 1-1 0 0,1-1 1 0 0,-1 1 0 0 0,0-1-1 0 0,0 1 1 0 0,1-1 0 0 0,-1-1-1 0 0,128-176 654 0 0,-74 109-485 0 0,46-63 34 0 0,-101 135 166 0 0,0 0-1 0 0,0 0 1 0 0,1 1-1 0 0,-1-1 1 0 0,1 0-1 0 0,-1 1 1 0 0,1-1 0 0 0,0 1-1 0 0,1-1 1 0 0,0 6-1 0 0,6 41 832 0 0,-1-29-1007 0 0,0 0 1 0 0,1 0 0 0 0,1-1 0 0 0,1 0 0 0 0,1 0 0 0 0,17 25 0 0 0,82 105 1140 0 0,-103-143-1328 0 0,44 58-5238 0 0,-26-32-704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9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88 2761 0 0,'-24'-33'407'0'0,"21"29"-318"0"0,1 0 0 0 0,-1-1 1 0 0,1 1-1 0 0,-1 0 0 0 0,0 0 0 0 0,0 1 0 0 0,-1-1 1 0 0,1 1-1 0 0,-1-1 0 0 0,0 1 0 0 0,0 0 1 0 0,0 1-1 0 0,0-1 0 0 0,-5-2 0 0 0,8 5 24 0 0,0 0 0 0 0,0 0-1 0 0,0 1 1 0 0,0-1 0 0 0,1 0-1 0 0,-1 0 1 0 0,0 0 0 0 0,0 1-1 0 0,0-1 1 0 0,0 0 0 0 0,1 1-1 0 0,-1-1 1 0 0,0 0 0 0 0,0 1-1 0 0,1-1 1 0 0,-1 1 0 0 0,0 0-1 0 0,1-1 1 0 0,-1 1 0 0 0,0-1-1 0 0,1 1 1 0 0,-1 0 0 0 0,1 0-1 0 0,-1-1 1 0 0,1 1 0 0 0,0 0-1 0 0,-1 0 1 0 0,1-1 0 0 0,0 1-1 0 0,-1 0 1 0 0,1 0 0 0 0,0 0-1 0 0,0 0 1 0 0,0 0 0 0 0,0-1-1 0 0,0 2 1 0 0,-5 37 1423 0 0,5-35-1365 0 0,-1 30 439 0 0,2 0-1 0 0,2 0 1 0 0,11 58-1 0 0,34 98 365 0 0,-21-92-286 0 0,-15-56-487 0 0,-3-13 37 0 0,6 39 0 0 0,-13-60-233 0 0,-1 0-1 0 0,-1 0 1 0 0,0 0 0 0 0,0 0 0 0 0,0 0-1 0 0,-1 0 1 0 0,0 0 0 0 0,-1 0 0 0 0,1 0-1 0 0,-4 7 1 0 0,5-15-5 0 0,0 1-1 0 0,0-1 1 0 0,0 1-1 0 0,0-1 1 0 0,0 1-1 0 0,0-1 1 0 0,0 0-1 0 0,-1 1 0 0 0,1-1 1 0 0,0 1-1 0 0,0-1 1 0 0,0 1-1 0 0,-1-1 1 0 0,1 0-1 0 0,0 1 1 0 0,0-1-1 0 0,-1 0 1 0 0,1 1-1 0 0,0-1 1 0 0,-1 0-1 0 0,1 1 1 0 0,0-1-1 0 0,-1 0 1 0 0,1 0-1 0 0,0 1 0 0 0,-1-1 1 0 0,1 0-1 0 0,-1 0 1 0 0,1 0-1 0 0,0 0 1 0 0,-1 1-1 0 0,1-1 1 0 0,-1 0-1 0 0,1 0 1 0 0,-1 0-1 0 0,1 0 1 0 0,0 0-1 0 0,-1 0 1 0 0,1 0-1 0 0,-1 0 1 0 0,1 0-1 0 0,-1 0 0 0 0,1 0 1 0 0,-1-1-1 0 0,1 1 1 0 0,0 0-1 0 0,-1 0 1 0 0,1 0-1 0 0,-1-1 1 0 0,1 1-1 0 0,0 0 1 0 0,-1 0-1 0 0,1-1 1 0 0,0 1-1 0 0,-1 0 1 0 0,1-1-1 0 0,0 1 1 0 0,-1 0-1 0 0,1-1 0 0 0,0 1 1 0 0,-2-2-31 0 0,1 0 0 0 0,0 0 0 0 0,0 0 0 0 0,0 0 0 0 0,0 0 1 0 0,0-1-1 0 0,0 1 0 0 0,0 0 0 0 0,1 0 0 0 0,-1-3 0 0 0,1-15-582 0 0,2 0 0 0 0,0 0 0 0 0,1 0 0 0 0,1 0 0 0 0,11-34 0 0 0,-14 53 709 0 0,-1-1 1 0 0,1 0-1 0 0,0 1 0 0 0,0-1 1 0 0,-1 1-1 0 0,1-1 0 0 0,1 1 0 0 0,-1 0 1 0 0,0-1-1 0 0,0 1 0 0 0,0 0 1 0 0,1-1-1 0 0,-1 1 0 0 0,0 0 0 0 0,1 0 1 0 0,-1 0-1 0 0,1 1 0 0 0,0-1 1 0 0,-1 0-1 0 0,1 0 0 0 0,0 1 0 0 0,-1-1 1 0 0,1 1-1 0 0,0 0 0 0 0,-1-1 1 0 0,1 1-1 0 0,0 0 0 0 0,0 0 1 0 0,0 0-1 0 0,1 0 0 0 0,8 1 331 0 0,0 1-1 0 0,-1 0 1 0 0,1 1-1 0 0,10 3 1 0 0,11 3-16 0 0,47 3 127 0 0,106 1 0 0 0,81-13-379 0 0,-228-1-72 0 0,167-9 129 0 0,-121 4-119 0 0,1 3 0 0 0,159 15 0 0 0,67 44-68 0 0,113 14-5 0 0,-209-47 41 0 0,458 32 351 0 0,-606-53-333 0 0,-1-4-1 0 0,0-2 0 0 0,0-4 0 0 0,-1-2 0 0 0,0-3 0 0 0,99-33 0 0 0,8-18-28 0 0,-140 54-27 0 0,0 2 0 0 0,1 1 0 0 0,0 1 0 0 0,0 2 0 0 0,51 0 0 0 0,36-4 21 0 0,17-15-522 0 0,-77 12 9 0 0,1 2 0 0 0,66-1 0 0 0,-106 10-760 0 0,-1 0-5039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0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3225 0 0,'-2'3'241'0'0,"0"0"0"0"0,0 0 0 0 0,0 0 0 0 0,0 0 0 0 0,1 0 0 0 0,-1 0 1 0 0,1 0-1 0 0,0 1 0 0 0,-1-1 0 0 0,1 4 0 0 0,1-6-95 0 0,0 1 0 0 0,0-1 0 0 0,0 0 0 0 0,0 0 0 0 0,1 0 0 0 0,-1 0 0 0 0,1 1 0 0 0,-1-1 0 0 0,0 0 1 0 0,1 0-1 0 0,0 0 0 0 0,-1 0 0 0 0,1 0 0 0 0,0 0 0 0 0,-1 0 0 0 0,1 0 0 0 0,0 0 0 0 0,0-1 0 0 0,0 1 0 0 0,0 0 0 0 0,0 0 0 0 0,0-1 0 0 0,0 1 0 0 0,0 0 0 0 0,0-1 0 0 0,0 1 0 0 0,0-1 0 0 0,0 0 0 0 0,1 1 0 0 0,-1-1 0 0 0,0 0 0 0 0,0 0 0 0 0,2 0 0 0 0,70 16 2523 0 0,-52-13-2050 0 0,0 2 0 0 0,0 0 1 0 0,0 1-1 0 0,29 13 0 0 0,-44-16-513 0 0,0 1 1 0 0,0 0-1 0 0,0 0 1 0 0,0 0-1 0 0,-1 1 0 0 0,1 0 1 0 0,-1 0-1 0 0,0 0 1 0 0,-1 0-1 0 0,1 1 1 0 0,-1 0-1 0 0,0 0 0 0 0,-1 0 1 0 0,0 0-1 0 0,0 1 1 0 0,0 0-1 0 0,3 12 1 0 0,-3-6-49 0 0,0 0 0 0 0,-2 0 0 0 0,1 1 0 0 0,-2-1 0 0 0,0 0 0 0 0,0 1 0 0 0,-2-1-1 0 0,1 0 1 0 0,-2 0 0 0 0,1 1 0 0 0,-2-2 0 0 0,-6 18 0 0 0,1-7-395 0 0,-2-1-1 0 0,0 0 0 0 0,-1-1 0 0 0,-1 0 0 0 0,-29 35 0 0 0,24-35-1068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1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2049 456 0 0,'-2'-2'54'0'0,"-1"1"-1"0"0,1 0 1 0 0,0 0 0 0 0,0 1-1 0 0,0-1 1 0 0,0 0 0 0 0,0 1-1 0 0,-1-1 1 0 0,1 1-1 0 0,0 0 1 0 0,-1 0 0 0 0,1 0-1 0 0,0 0 1 0 0,0 0 0 0 0,-4 1-1 0 0,-35 6 913 0 0,40-7-931 0 0,-18 4 804 0 0,1 0 1 0 0,0 2-1 0 0,0 0 0 0 0,0 1 1 0 0,-27 16-1 0 0,164-121 581 0 0,-27 37-484 0 0,2 3 0 0 0,3 5 0 0 0,2 5 0 0 0,152-53 0 0 0,62 7-424 0 0,-163 52-488 0 0,-130 36-15 0 0,168-54-34 0 0,-149 46 86 0 0,-1-3 0 0 0,63-37 0 0 0,30-35 484 0 0,-112 73-369 0 0,0 0 0 0 0,-1-1 0 0 0,-1-1 0 0 0,20-26 0 0 0,77-118 16 0 0,65-85-744 0 0,-51 75 613 0 0,-55 68 17 0 0,-46 68-38 0 0,125-164 429 0 0,-108 148 228 0 0,84-78 0 0 0,-118 121-602 0 0,1 0 0 0 0,0 0 0 0 0,0 1-1 0 0,1 0 1 0 0,0 1 0 0 0,1 1 0 0 0,-1 0 0 0 0,1 0-1 0 0,0 2 1 0 0,1-1 0 0 0,-1 2 0 0 0,1-1 0 0 0,0 2 0 0 0,0 0-1 0 0,0 1 1 0 0,0 0 0 0 0,0 1 0 0 0,25 3 0 0 0,-2 1-65 0 0,87 11 138 0 0,156 37-1 0 0,-245-40-82 0 0,0 2 1 0 0,-1 1-1 0 0,0 2 0 0 0,51 34 1 0 0,-43-25 120 0 0,86 40 1 0 0,252 76 594 0 0,-368-137-789 0 0,0 0 1 0 0,0 0-1 0 0,0-2 1 0 0,1 1 0 0 0,-1-2-1 0 0,1 0 1 0 0,0 0 0 0 0,0-1-1 0 0,0-1 1 0 0,0 0-1 0 0,0 0 1 0 0,-1-2 0 0 0,1 1-1 0 0,0-2 1 0 0,-1 0 0 0 0,1 0-1 0 0,-1-1 1 0 0,19-9 0 0 0,-14 4-338 0 0,0 0 1 0 0,-1-1 0 0 0,0-1 0 0 0,17-17 0 0 0,-11 8-6737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0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5985 0 0,'-3'4'686'0'0,"0"-1"0"0"0,1 1 0 0 0,-1 0 0 0 0,1 0-1 0 0,0 0 1 0 0,0 1 0 0 0,1-1 0 0 0,-1 0 0 0 0,1 1 0 0 0,0-1 0 0 0,0 1-1 0 0,0-1 1 0 0,0 6 0 0 0,-7 26-5429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1 187 2304 0 0,'2'-2'384'0'0,"-1"-1"0"0"0,1 1-1 0 0,-1-1 1 0 0,1 0-1 0 0,-1 0 1 0 0,0 0-1 0 0,2-5 1 0 0,-3 7-144 0 0,1 0 0 0 0,-1 0 1 0 0,0 0-1 0 0,1 0 1 0 0,-1 0-1 0 0,0 0 1 0 0,0 0-1 0 0,0 0 1 0 0,0 0-1 0 0,0 0 1 0 0,0 0-1 0 0,0 0 0 0 0,0 0 1 0 0,0 0-1 0 0,0 0 1 0 0,-1 0-1 0 0,1 0 1 0 0,0 0-1 0 0,-1 0 1 0 0,1 0-1 0 0,-1 0 1 0 0,1 0-1 0 0,-1 0 0 0 0,1 0 1 0 0,-1 1-1 0 0,1-1 1 0 0,-2-1-1 0 0,9 21-8328 0 0,-6-19 8087 0 0,0 0-1 0 0,-1 0 1 0 0,1 0 0 0 0,0 1 0 0 0,-1-1 0 0 0,1 0-1 0 0,0 0 1 0 0,-1 0 0 0 0,1 0 0 0 0,0 0 0 0 0,0 0-1 0 0,2-2-5 0 0,0 1 1 0 0,0 0-1 0 0,-1-1 0 0 0,1 0 0 0 0,-1 0 0 0 0,0 0 0 0 0,1 0 1 0 0,2-3-1 0 0,7-8-47 0 0,-1-1 1 0 0,16-25 0 0 0,-18 24-106 0 0,1 0 0 0 0,21-22 1 0 0,-15 62-851 0 0,-9-2 752 0 0,-7-22 256 0 0,0 0 0 0 0,0 0 0 0 0,0 0 0 0 0,0-1 0 0 0,0 1 0 0 0,0 0-1 0 0,0 0 1 0 0,0 0 0 0 0,0-1 0 0 0,0 1 0 0 0,1 0 0 0 0,-1 0 0 0 0,0 0 0 0 0,1-1 0 0 0,-1 1 0 0 0,0 0 0 0 0,1-1-1 0 0,-1 1 1 0 0,1 0 0 0 0,-1-1 0 0 0,1 1 0 0 0,0 0 0 0 0,-1-1 0 0 0,1 1 0 0 0,-1-1 0 0 0,1 1 0 0 0,0-1-1 0 0,0 0 1 0 0,-1 1 0 0 0,1-1 0 0 0,0 0 0 0 0,0 1 0 0 0,-1-1 0 0 0,1 0 0 0 0,0 0 0 0 0,0 0 0 0 0,0 1 0 0 0,0-1-1 0 0,4 0 102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4145 0 0,'-2'3'197'0'0,"0"1"0"0"0,1-1 1 0 0,-1 0-1 0 0,1 1 0 0 0,0-1 0 0 0,0 1 0 0 0,0-1 1 0 0,0 8-1 0 0,14-28-3772 0 0,-13 17 3302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87 1376 0 0,'-1'-3'340'0'0,"1"3"-327"0"0,0 0 1 0 0,0-1-1 0 0,0 1 1 0 0,0 0-1 0 0,0 0 1 0 0,0 0 0 0 0,0 0-1 0 0,0 0 1 0 0,0 0-1 0 0,0 0 1 0 0,0-1-1 0 0,0 1 1 0 0,0 0-1 0 0,0 0 1 0 0,0 0-1 0 0,0 0 1 0 0,0 0-1 0 0,0-1 1 0 0,0 1-1 0 0,0 0 1 0 0,0 0 0 0 0,0 0-1 0 0,0 0 1 0 0,0 0-1 0 0,0 0 1 0 0,0-1-1 0 0,0 1 1 0 0,0 0-1 0 0,0 0 1 0 0,0 0-1 0 0,0 0 1 0 0,0 0-1 0 0,0 0 1 0 0,0 0 0 0 0,1 0-1 0 0,-1-1 1 0 0,0 1-1 0 0,0 0 1 0 0,0 0-1 0 0,0 0 1 0 0,0 0-1 0 0,0 0 1 0 0,0 0-1 0 0,1 0 1 0 0,-1 0-1 0 0,0 0 1 0 0,0 0-1 0 0,0 0 1 0 0,0 0 0 0 0,21-2-30 0 0</inkml:trace>
  <inkml:trace contextRef="#ctx0" brushRef="#br0" timeOffset="1">157 45 1840 0 0,'1'0'160'0'0,"0"-1"-160"0"0,-1 0 0 0 0,0-1 0 0 0,2 2 88 0 0,-1-1-24 0 0,2-3 0 0 0,0-2 0 0 0,1-2-64 0 0,0 0 0 0 0,-3 1 0 0 0,-1 1 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2304 0 0,'26'-16'2037'0'0,"-2"1"-3524"0"0,-24 14 1434 0 0,-1 1-11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4 205 4145 0 0,'-2'4'184'0'0,"1"-3"40"0"0,1 1-224 0 0,0-1 0 0 0,0-2-248 0 0,1-1 88 0 0,2-3-8 0 0,1 0 168 0 0</inkml:trace>
  <inkml:trace contextRef="#ctx0" brushRef="#br0" timeOffset="1">200 38 3681 0 0,'1'1'54'0'0,"-1"-1"0"0"0,1 0 1 0 0,-1 1-1 0 0,1-1 0 0 0,-1 1 1 0 0,1-1-1 0 0,-1 0 0 0 0,1 1 1 0 0,-1-1-1 0 0,1 0 0 0 0,0 0 0 0 0,-1 0 1 0 0,1 1-1 0 0,-1-1 0 0 0,1 0 1 0 0,0 0-1 0 0,-1 0 0 0 0,1 0 1 0 0,-1 0-1 0 0,1 0 0 0 0,0 0 0 0 0,-1 0 1 0 0,1 0-1 0 0,-1 0 0 0 0,1 0 1 0 0,0-1-1 0 0,-1 1 0 0 0,1 0 1 0 0,-1 0-1 0 0,1 0 0 0 0,-1-1 1 0 0,1 1-1 0 0,0 0 0 0 0,-1-1 0 0 0,1 1 1 0 0,-1-1-1 0 0,0 1 0 0 0,1-1 1 0 0,0 0-1 0 0,17-17-887 0 0,-14 4 654 0 0,-4 9 179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1 515 3225 0 0,'0'1'312'0'0,"1"1"-312"0"0,0 0 192 0 0,1-2 8 0 0,-1 0 0 0 0,0 0 0 0 0,2 0-272 0 0</inkml:trace>
  <inkml:trace contextRef="#ctx0" brushRef="#br0" timeOffset="1">120 242 4609 0 0,'0'-6'1794'0'0,"-9"-15"-3498"0"0,8 19 1911 0 0,-4-7-568 0 0</inkml:trace>
  <inkml:trace contextRef="#ctx0" brushRef="#br0" timeOffset="2">240 64 3209 0 0,'2'-1'288'0'0,"0"0"-288"0"0,-1-1 0 0 0,0 1 0 0 0,-1 0 0 0 0,2-1 0 0 0,-1-1 0 0 0,3-1 0 0 0,0-1-96 0 0,2-3 96 0 0,-1 0 0 0 0,1 0-96 0 0,0-2 96 0 0,0 1-80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6 139 1376 0 0,'6'-7'655'0'0,"-6"7"-633"0"0,0 0 0 0 0,0 0 0 0 0,0 0 0 0 0,0-1 0 0 0,0 1 1 0 0,0 0-1 0 0,0 0 0 0 0,0 0 0 0 0,0 0 0 0 0,0 0 0 0 0,0 0 0 0 0,0-1 0 0 0,1 1 0 0 0,-1 0 0 0 0,0 0 1 0 0,0 0-1 0 0,0 0 0 0 0,0 0 0 0 0,0 0 0 0 0,0 0 0 0 0,1 0 0 0 0,-1 0 0 0 0,0 0 0 0 0,0 0 1 0 0,0 0-1 0 0,0 0 0 0 0,0 0 0 0 0,1-1 0 0 0,-1 1 0 0 0,0 0 0 0 0,0 0 0 0 0,0 0 0 0 0,0 1 0 0 0,0-1 1 0 0,1 0-1 0 0,-1 0 0 0 0,0 0 0 0 0,0 0 0 0 0,0 0 0 0 0,0 0 0 0 0,0 0 0 0 0,0 0 0 0 0,1 0 1 0 0,-1 0-1 0 0,0 0 0 0 0,0 0 0 0 0,0 0 0 0 0,0 0 0 0 0,0 1 0 0 0,0-1 0 0 0,0 0 0 0 0,1 0 1 0 0,-1 0-1 0 0,0 0 0 0 0,0 0 0 0 0,0 0 0 0 0,0 0 0 0 0,0 1 0 0 0,0-1 0 0 0,0 0 0 0 0,0 0 0 0 0,0 0 1 0 0,0 0-1 0 0,0 0 0 0 0,0 1 0 0 0,0-1 0 0 0,0 0 0 0 0,0 4-48 0 0,0 1-1 0 0,-1-1 1 0 0,0 0-1 0 0,0 0 0 0 0,0 0 1 0 0,0 0-1 0 0,0 0 1 0 0,-4 7-1 0 0,-1 0 101 0 0</inkml:trace>
  <inkml:trace contextRef="#ctx0" brushRef="#br0" timeOffset="1">143 46 6913 0 0,'0'0'737'0'0,"0"-1"-737"0"0,0 0-528 0 0,1-5-1497 0 0,1 2 2025 0 0,-2-3 104 0 0,1 2 40 0 0,-2 0 8 0 0,1-2-88 0 0,-2 1-64 0 0,-2 2 72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04.0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83 3225 0 0,'-1'0'122'0'0,"-30"9"1647"0"0,30-9-1704 0 0,0 0-1 0 0,0 1 1 0 0,1-1-1 0 0,-1 0 1 0 0,0 1-1 0 0,0-1 1 0 0,0 0 0 0 0,0 0-1 0 0,0 0 1 0 0,0 0-1 0 0,0 0 1 0 0,1 0-1 0 0,-1 0 1 0 0,0 0 0 0 0,0 0-1 0 0,0-1 1 0 0,0 1-1 0 0,0 0 1 0 0,1 0-1 0 0,-1-1 1 0 0,0 1-1 0 0,0-1 1 0 0,0 1 0 0 0,1-1-1 0 0,-1 1 1 0 0,0-1-1 0 0,1 1 1 0 0,-1-1-1 0 0,0 1 1 0 0,0-2 0 0 0,1 1-16 0 0,0-1 1 0 0,1 1 0 0 0,-1 0 0 0 0,1 0 0 0 0,-1-1 0 0 0,1 1-1 0 0,-1 0 1 0 0,1 0 0 0 0,0 0 0 0 0,-1 0 0 0 0,1 0 0 0 0,0 0-1 0 0,0 0 1 0 0,0 0 0 0 0,0 0 0 0 0,0 0 0 0 0,0 0 0 0 0,0 0-1 0 0,0 1 1 0 0,0-1 0 0 0,0 0 0 0 0,2 0 0 0 0,28-13 576 0 0,-15 11-255 0 0,1 0 1 0 0,0 1-1 0 0,-1 1 0 0 0,1 0 1 0 0,0 1-1 0 0,0 1 0 0 0,24 4 1 0 0,41 2 176 0 0,679-51 1382 0 0,-746 43-1915 0 0,14-3 41 0 0,-1 2-1 0 0,52 3 1 0 0,-71 0-50 0 0,-1 0 1 0 0,1 0-1 0 0,-1 1 1 0 0,0 0 0 0 0,0 1-1 0 0,0 0 1 0 0,0 0-1 0 0,0 1 1 0 0,-1 0-1 0 0,1 0 1 0 0,-1 1-1 0 0,0-1 1 0 0,-1 2 0 0 0,7 5-1 0 0,-6-4-11 0 0,0-1 0 0 0,0 0 0 0 0,0 0-1 0 0,1-1 1 0 0,-1 0 0 0 0,1 0 0 0 0,1-1 0 0 0,-1 0 0 0 0,1 0 0 0 0,-1-1-1 0 0,1 0 1 0 0,0-1 0 0 0,0 0 0 0 0,18 2 0 0 0,-8-3-382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30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1904 1376 0 0,'-5'9'405'0'0,"-14"28"556"0"0,18-36-901 0 0,1 1-1 0 0,-1-1 0 0 0,1 0 0 0 0,-1 0 1 0 0,1 1-1 0 0,-1-1 0 0 0,1 0 0 0 0,0 1 1 0 0,0-1-1 0 0,0 1 0 0 0,-1-1 0 0 0,1 0 0 0 0,1 1 1 0 0,-1-1-1 0 0,0 0 0 0 0,0 1 0 0 0,0-1 1 0 0,1 0-1 0 0,-1 1 0 0 0,1-1 0 0 0,-1 0 1 0 0,2 2-1 0 0,0-2-10 0 0,0-1 1 0 0,0 1-1 0 0,1-1 0 0 0,-1 0 1 0 0,0 0-1 0 0,1 0 0 0 0,-1 0 1 0 0,0 0-1 0 0,1-1 0 0 0,3 0 1 0 0,0 0 704 0 0,6 2 351 0 0,-10 0-966 0 0,-1-1 1 0 0,0 0-1 0 0,1 1 1 0 0,-1-1-1 0 0,1 0 1 0 0,-1 0-1 0 0,1 0 1 0 0,-1-1-1 0 0,1 1 1 0 0,-1 0-1 0 0,1 0 1 0 0,-1-1-1 0 0,0 1 1 0 0,2-1-1 0 0,45-7 2486 0 0,-27 2-2044 0 0,0-1-1 0 0,0-1 1 0 0,37-21 0 0 0,11-5 224 0 0,-33 18-698 0 0,-1-3-1 0 0,-1 0 0 0 0,0-2 1 0 0,-2-2-1 0 0,0-1 1 0 0,-2-1-1 0 0,49-53 0 0 0,-35 31 109 0 0,83-82 221 0 0,-17 45-282 0 0,-24 21-140 0 0,-66 48 208 0 0,37-20 0 0 0,-37 24-128 0 0,-1-1 0 0 0,31-25 0 0 0,82-101 184 0 0,-65 63-172 0 0,9-13-70 0 0,21-21 16 0 0,40-31 220 0 0,-122 121-266 0 0,-2 0 0 0 0,0 0 1 0 0,-2-2-1 0 0,0 1 0 0 0,-1-2 0 0 0,-1 1 1 0 0,11-42-1 0 0,-4 16-30 0 0,-4 19 15 0 0,2 1 0 0 0,0 1-1 0 0,2 0 1 0 0,0 1 0 0 0,2 1-1 0 0,1 0 1 0 0,25-24 0 0 0,-29 34 19 0 0,0 0 1 0 0,0 1-1 0 0,1 1 0 0 0,1 0 1 0 0,0 1-1 0 0,30-14 1 0 0,-8 7 70 0 0,2 2 1 0 0,43-11-1 0 0,-67 23 13 0 0,0 1 0 0 0,19-1 0 0 0,30-6-133 0 0,-47 7 40 0 0,0 0 0 0 0,0 2 0 0 0,0 0 0 0 0,30 2-1 0 0,-25 1 2 0 0,1-2-1 0 0,29-3 0 0 0,-24-2 26 0 0,1 2 1 0 0,-1 1 0 0 0,1 1-1 0 0,0 2 1 0 0,60 9-1 0 0,-74-5 22 0 0,0 1-1 0 0,-1 1 0 0 0,0 1 1 0 0,16 9-1 0 0,15 8 94 0 0,-38-21-48 0 0,-1 2-1 0 0,0-1 0 0 0,0 1 1 0 0,-1 0-1 0 0,1 1 0 0 0,-1 0 1 0 0,-1 0-1 0 0,1 0 0 0 0,-1 1 1 0 0,-1 0-1 0 0,9 14 1 0 0,-7-10 41 0 0,1-1-1 0 0,0 0 1 0 0,1 0 0 0 0,20 19 0 0 0,-22-25-135 0 0,1-1 0 0 0,-1 1 0 0 0,1-1 0 0 0,0-1 0 0 0,1 0 0 0 0,-1 0 0 0 0,0 0 0 0 0,1-1 0 0 0,0-1 0 0 0,16 2 0 0 0,-15-2 0 0 0,0 0 0 0 0,-1 1 0 0 0,1 0 0 0 0,-1 0 0 0 0,0 1 0 0 0,0 1 0 0 0,0-1 0 0 0,0 1 0 0 0,11 7 0 0 0,24 25-14 0 0,-36-28 9 0 0,0 0 0 0 0,1-1 0 0 0,0 0 0 0 0,0-1 0 0 0,1 0 0 0 0,-1 0 0 0 0,1-1 0 0 0,0-1 0 0 0,14 5 0 0 0,42 10 206 0 0,1-4 0 0 0,128 14 0 0 0,-159-27-104 0 0,54 10-1 0 0,-77-9-172 0 0,1 0 1 0 0,-1 1-1 0 0,0 1 1 0 0,0 0-1 0 0,-1 1 0 0 0,1 0 1 0 0,13 9-1 0 0,-13-5-539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3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52 2160 0 0,'4'-17'1772'0'0,"-3"15"-1409"0"0,0 0 1 0 0,0 1-1 0 0,-1-1 0 0 0,1 0 0 0 0,-1 0 0 0 0,0 0 0 0 0,1 0 1 0 0,-1 1-1 0 0,0-1 0 0 0,0 0 0 0 0,0 0 0 0 0,0 0 0 0 0,0 0 1 0 0,0 0-1 0 0,-1 0 0 0 0,0-2 0 0 0,-1 6-11 0 0,1-1-1 0 0,0 1 1 0 0,0 0 0 0 0,0 0-1 0 0,0 0 1 0 0,0 0 0 0 0,1 0-1 0 0,-1 1 1 0 0,0-1 0 0 0,1 0-1 0 0,0 0 1 0 0,-1 3 0 0 0,-15 205 662 0 0,0 0-230 0 0,11-178-813 0 0,1-10-39 0 0,2 0-1 0 0,0 0 1 0 0,1 1 0 0 0,3 31 0 0 0,3-44-141 0 0,2-7-2721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38 1376 0 0,'-5'-16'-313'0'0,"5"15"553"0"0,0 0-1 0 0,0 0 0 0 0,-1 0 0 0 0,1 0 0 0 0,0 0 0 0 0,1 0 0 0 0,-1 0 0 0 0,0 0 0 0 0,0 0 1 0 0,0 0-1 0 0,1 0 0 0 0,-1 0 0 0 0,0 0 0 0 0,1 0 0 0 0,2-4 1192 0 0,-2 5-1261 0 0,-1 0 0 0 0,1-1 0 0 0,-1 1 0 0 0,1 0 1 0 0,-1 0-1 0 0,0 0 0 0 0,1-1 0 0 0,-1 1 0 0 0,1 0 0 0 0,-1 0 1 0 0,1 0-1 0 0,-1 0 0 0 0,1 0 0 0 0,-1 0 0 0 0,1 0 1 0 0,-1 0-1 0 0,1 0 0 0 0,17 11 2271 0 0,-6 0-1213 0 0,-1 0-1 0 0,17 25 1 0 0,35 66 70 0 0,-31-48-788 0 0,-5-8-166 0 0,80 119 307 0 0,-91-143-649 0 0,2 0-1 0 0,0-1 0 0 0,1-2 0 0 0,44 36 0 0 0,-48-48-424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4 223 2761 0 0,'-1'-2'113'0'0,"1"1"1"0"0,-1 0 0 0 0,1-1-1 0 0,-1 1 1 0 0,1-1 0 0 0,0 1 0 0 0,0-1-1 0 0,0 1 1 0 0,0-1 0 0 0,0 1 0 0 0,0-1-1 0 0,0 1 1 0 0,1-1 0 0 0,-1 1-1 0 0,1 0 1 0 0,-1-1 0 0 0,1 1 0 0 0,-1-1-1 0 0,1 1 1 0 0,-1 0 0 0 0,1 0 0 0 0,0-1-1 0 0,0 1 1 0 0,0 0 0 0 0,0 0-1 0 0,2-2 1 0 0,32-33 3581 0 0,-27 29-3029 0 0,19-17 1075 0 0,49-35 0 0 0,-62 50-2129 0 0,0 1 0 0 0,1 0 0 0 0,0 0 0 0 0,0 2 0 0 0,30-10 0 0 0,-31 13-3812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0,'4'2'6195'0'0,"0"0"-5252"0"0,2 2-624 0 0,-1 1 0 0 0,1-1 1 0 0,-1 1-1 0 0,1 1 1 0 0,-2-1-1 0 0,1 1 1 0 0,0 0-1 0 0,-1 0 0 0 0,0 0 1 0 0,5 11-1 0 0,5 14 288 0 0,10 36-1 0 0,2 0-174 0 0,-10-30-170 0 0,40 64 0 0 0,-49-91-593 0 0,0 0 1 0 0,1 0-1 0 0,0 0 1 0 0,1-1-1 0 0,0 0 1 0 0,0-1-1 0 0,1 0 1 0 0,0 0 0 0 0,0-1-1 0 0,15 8 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2128 0 0,'0'-4'117'0'0,"1"0"-1"0"0,0 0 0 0 0,0 0 1 0 0,0 0-1 0 0,0 0 0 0 0,1 0 0 0 0,-1 0 1 0 0,1 1-1 0 0,0-1 0 0 0,0 1 0 0 0,1-1 1 0 0,2-3-1 0 0,2-1 581 0 0,0 0 0 0 0,1 0 0 0 0,11-10 0 0 0,-13 14-434 0 0,-1 0 1 0 0,1 0-1 0 0,0 1 0 0 0,0 0 1 0 0,0 0-1 0 0,1 0 0 0 0,-1 1 1 0 0,1 0-1 0 0,-1 0 0 0 0,1 1 1 0 0,0-1-1 0 0,11 1 0 0 0,-7 1-52 0 0,-1 0-1 0 0,1 1 0 0 0,-1 0 0 0 0,0 1 1 0 0,1 0-1 0 0,-1 1 0 0 0,17 7 0 0 0,-11-3-70 0 0,0 1 0 0 0,0 1 0 0 0,-1 0-1 0 0,0 1 1 0 0,-1 1 0 0 0,0 0 0 0 0,0 1-1 0 0,-1 0 1 0 0,16 21 0 0 0,-24-26-73 0 0,0 0 0 0 0,-1 1 1 0 0,1-1-1 0 0,-2 1 0 0 0,1 0 0 0 0,-1 0 1 0 0,0 0-1 0 0,-1 1 0 0 0,0-1 0 0 0,0 1 1 0 0,-1-1-1 0 0,0 1 0 0 0,-1 0 0 0 0,1-1 1 0 0,-2 1-1 0 0,1 0 0 0 0,-1-1 0 0 0,-1 1 1 0 0,1-1-1 0 0,-1 1 0 0 0,-1-1 0 0 0,0 0 1 0 0,0 0-1 0 0,-7 13 0 0 0,-2 0-111 0 0,0 0-1 0 0,-1-2 1 0 0,-1 0-1 0 0,-1 0 1 0 0,0-1-1 0 0,-2-1 1 0 0,-35 29-1 0 0,46-41-1543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230 183 2304 0 0,'0'-19'1334'0'0,"1"4"-214"0"0,-1 1 0 0 0,-1 0 1 0 0,0-1-1 0 0,-1 1 1 0 0,-5-22-1 0 0,6 33-956 0 0,-1 0 0 0 0,1-1 1 0 0,0 1-1 0 0,-1 0 0 0 0,0 0 0 0 0,1 1 0 0 0,-1-1 0 0 0,0 0 0 0 0,-1 1 0 0 0,1-1 0 0 0,0 1 0 0 0,-1 0 1 0 0,1-1-1 0 0,-1 1 0 0 0,0 0 0 0 0,0 1 0 0 0,0-1 0 0 0,0 0 0 0 0,0 1 0 0 0,0 0 0 0 0,0 0 0 0 0,0 0 1 0 0,0 0-1 0 0,-1 0 0 0 0,1 0 0 0 0,0 1 0 0 0,-1 0 0 0 0,1 0 0 0 0,-5 0 0 0 0,3 0-81 0 0,0 0 0 0 0,0 1 0 0 0,0-1 0 0 0,0 1-1 0 0,0 0 1 0 0,0 1 0 0 0,0-1 0 0 0,0 1 0 0 0,1 0 0 0 0,-1 0-1 0 0,1 0 1 0 0,-1 1 0 0 0,1 0 0 0 0,0 0 0 0 0,0 0 0 0 0,0 0-1 0 0,1 0 1 0 0,-1 1 0 0 0,1 0 0 0 0,0-1 0 0 0,-1 1 0 0 0,2 1-1 0 0,-5 6 1 0 0,1 1-79 0 0,1 0 0 0 0,0 0 0 0 0,1 1 0 0 0,1-1 1 0 0,0 1-1 0 0,0 0 0 0 0,1 0 0 0 0,0 14 0 0 0,1-21-13 0 0,1 0 1 0 0,0 0-1 0 0,0 0 1 0 0,1 0-1 0 0,0-1 1 0 0,0 1 0 0 0,0 0-1 0 0,1 0 1 0 0,-1 0-1 0 0,1-1 1 0 0,1 1-1 0 0,-1-1 1 0 0,1 0-1 0 0,0 1 1 0 0,0-1 0 0 0,1 0-1 0 0,-1-1 1 0 0,1 1-1 0 0,6 5 1 0 0,-4-5-15 0 0,1 0 1 0 0,-1-1 0 0 0,1 0-1 0 0,0 0 1 0 0,0 0 0 0 0,1-1-1 0 0,-1 0 1 0 0,1-1 0 0 0,-1 0-1 0 0,1 0 1 0 0,0 0 0 0 0,0-1-1 0 0,-1 0 1 0 0,10-1 0 0 0,28 1-206 0 0,84-9 1 0 0,-113 6-12 0 0,-1-1-1 0 0,1-1 1 0 0,0 0-1 0 0,-1-1 1 0 0,0 0-1 0 0,0-1 1 0 0,0-1-1 0 0,23-15 1 0 0,-29 15-1083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3225 0 0,'-3'2'1357'0'0,"9"4"-202"0"0,10 2 527 0 0,27-4 928 0 0,53-1-1 0 0,-8-2-1325 0 0,108 11-1583 0 0,-112-7-5076 0 0,-74-4 1808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1840 0 0,'-6'0'88'0'0,"4"-1"102"0"0,0 1 0 0 0,0 0-1 0 0,0 0 1 0 0,0 0 0 0 0,0 0 0 0 0,1 1-1 0 0,-1-1 1 0 0,0 0 0 0 0,0 1-1 0 0,0-1 1 0 0,0 1 0 0 0,0 0 0 0 0,0 0-1 0 0,0 0 1 0 0,-2 2 0 0 0,14-3 3216 0 0,7-1-3103 0 0,0 2 1 0 0,0 0 0 0 0,0 1-1 0 0,0 0 1 0 0,-1 2 0 0 0,1 0-1 0 0,-1 1 1 0 0,0 0 0 0 0,18 9-1 0 0,-25-10-159 0 0,-1 0-1 0 0,0 1 1 0 0,0-1-1 0 0,0 1 0 0 0,-1 1 1 0 0,1 0-1 0 0,-2 0 1 0 0,1 0-1 0 0,0 1 0 0 0,-1 0 1 0 0,-1 0-1 0 0,1 0 1 0 0,-1 1-1 0 0,0 0 0 0 0,-1 0 1 0 0,0 0-1 0 0,0 1 1 0 0,5 15-1 0 0,-9-19-169 0 0,0 1 0 0 0,0 0 0 0 0,0-1-1 0 0,-1 1 1 0 0,0-1 0 0 0,0 0 0 0 0,0 1 0 0 0,0-1 0 0 0,-1 0 0 0 0,0 1 0 0 0,0-1-1 0 0,-1 0 1 0 0,1-1 0 0 0,-1 1 0 0 0,0 0 0 0 0,0-1 0 0 0,-7 8 0 0 0,5-5-43 0 0,-5 6-384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1 920 0 0,'-1'0'80'0'0,"1"0"0"0"0,0 0-1 0 0,0 0 1 0 0,0 1 0 0 0,-1-1-1 0 0,1 0 1 0 0,0 0 0 0 0,0 0 0 0 0,0 0-1 0 0,0 1 1 0 0,-1-1 0 0 0,1 0-1 0 0,0 0 1 0 0,0 1 0 0 0,0-1-1 0 0,0 0 1 0 0,0 0 0 0 0,0 1 0 0 0,0-1-1 0 0,0 0 1 0 0,-1 0 0 0 0,1 1-1 0 0,0-1 1 0 0,0 0 0 0 0,0 0 0 0 0,0 1-1 0 0,0-1 1 0 0,1 0 0 0 0,-1 0-1 0 0,0 1 1 0 0,0-1 0 0 0,0 0-1 0 0,0 0 1 0 0,0 1 0 0 0,0-1 0 0 0,0 0-1 0 0,0 0 1 0 0,0 1 0 0 0,1-1-1 0 0,-1 0 1 0 0,13 5 1668 0 0,16-3 38 0 0,11-4 96 0 0,28-2 970 0 0,84 6-1 0 0,-129 0-2818 0 0,1 1 0 0 0,-1 1 0 0 0,0 2 0 0 0,0 0 0 0 0,-1 1 0 0 0,0 1 0 0 0,31 16 0 0 0,27 23-3160 0 0,-68-40-1459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8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1840 0 0,'8'-2'5617'0'0,"53"-8"-2882"0"0,-57 10-2651 0 0,1 0 1 0 0,-1 1-1 0 0,0 0 1 0 0,0-1 0 0 0,0 2-1 0 0,0-1 1 0 0,0 0 0 0 0,0 1-1 0 0,0-1 1 0 0,0 1 0 0 0,-1 0-1 0 0,1 1 1 0 0,-1-1 0 0 0,1 1-1 0 0,-1-1 1 0 0,0 1 0 0 0,0 0-1 0 0,0 0 1 0 0,0 0 0 0 0,0 1-1 0 0,-1-1 1 0 0,0 1 0 0 0,3 5-1 0 0,-2-5 15 0 0,0 1 0 0 0,0-1 1 0 0,-1 1-1 0 0,0 0 0 0 0,0 0 0 0 0,0 0 0 0 0,0 0 0 0 0,-1 0 0 0 0,0 0 0 0 0,0 1 0 0 0,0-1 0 0 0,-1 0 0 0 0,0 1 0 0 0,0-1 0 0 0,0 0 0 0 0,-1 1 1 0 0,0-1-1 0 0,-1 8 0 0 0,-4-2 197 0 0,-1-1 1 0 0,0 1-1 0 0,-1-1 1 0 0,1-1-1 0 0,-2 1 0 0 0,-15 13 1 0 0,10-9-215 0 0,2-2-222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3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0 169 3225 0 0,'0'-2'174'0'0,"0"0"-1"0"0,0 0 1 0 0,0 1 0 0 0,1-1 0 0 0,-1 0 0 0 0,0 0 0 0 0,1 0 0 0 0,-1 0-1 0 0,1 1 1 0 0,0-1 0 0 0,-1 0 0 0 0,1 0 0 0 0,0 1 0 0 0,0-1 0 0 0,0 0-1 0 0,0 1 1 0 0,0-1 0 0 0,2-1 0 0 0,25-28 1630 0 0,-14 21-1625 0 0,0 0 0 0 0,0 2 0 0 0,1-1 0 0 0,0 2 0 0 0,31-11 0 0 0,14-8-319 0 0,-30 12 12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4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23 126 3225 0 0,'-1'1'187'0'0,"1"-1"0"0"0,-1 0 0 0 0,0 0 0 0 0,0 0 0 0 0,1 0 0 0 0,-1 0 0 0 0,0 0 0 0 0,0 0 0 0 0,0 0 0 0 0,0 0 0 0 0,1 0 0 0 0,-1 0 0 0 0,0 0 0 0 0,0-1 0 0 0,1 1 0 0 0,-1 0 0 0 0,0-1 0 0 0,0 1 0 0 0,1 0 0 0 0,-1-1 0 0 0,0 1 0 0 0,1-1 0 0 0,-1 1 0 0 0,0-1 0 0 0,1 1 0 0 0,-1-1 0 0 0,1 0 0 0 0,-1 1 0 0 0,1-1 0 0 0,-1 1 0 0 0,1-1 0 0 0,-1-1 0 0 0,1 1 32 0 0,1 0 0 0 0,-1 0-1 0 0,1-1 1 0 0,-1 1 0 0 0,1 0-1 0 0,-1 0 1 0 0,1 0 0 0 0,-1 0-1 0 0,1 0 1 0 0,0 0 0 0 0,0 0-1 0 0,0 0 1 0 0,0 0 0 0 0,-1 0-1 0 0,1 1 1 0 0,0-1 0 0 0,0 0-1 0 0,3-1 1 0 0,117-76-959 0 0,-94 60-3869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4145 0 0,'4'-7'386'0'0,"0"-1"1"0"0,0 0-1 0 0,0 1 1 0 0,9-10-1 0 0,-3 8-403 0 0,0 0-1 0 0,1 1 1 0 0,0 0-1 0 0,0 1 1 0 0,1 0-1 0 0,12-5 0 0 0,-12 6 2 0 0,-1 1 0 0 0,1-2 0 0 0,-2 0 0 0 0,1 0 0 0 0,-1-1-1 0 0,17-17 1 0 0,-7-1 16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9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10 321 5065 0 0,'0'0'65'0'0,"0"0"-1"0"0,-1 0 1 0 0,1 0-1 0 0,0 0 1 0 0,0 0-1 0 0,-1 0 1 0 0,1 0-1 0 0,0 0 1 0 0,-1 0-1 0 0,1 0 1 0 0,0 0-1 0 0,0 0 1 0 0,-1 0-1 0 0,1 0 1 0 0,0 0-1 0 0,-1 0 1 0 0,1 0 0 0 0,0 0-1 0 0,0 0 1 0 0,-1 0-1 0 0,1 0 1 0 0,0-1-1 0 0,0 1 1 0 0,-1 0-1 0 0,1 0 1 0 0,0 0-1 0 0,0-1 1 0 0,-1 1-1 0 0,1 0 1 0 0,0 0-1 0 0,0 0 1 0 0,0-1-1 0 0,0 1 1 0 0,-1 0-1 0 0,1 0 1 0 0,0-1-1 0 0,0 1 1 0 0,0 0-1 0 0,0 0 1 0 0,0-1 0 0 0,0 1-1 0 0,0 0 1 0 0,0-1-1 0 0,0 1 1 0 0,0 0-1 0 0,0-1 1 0 0,0 1-1 0 0,0 0 1 0 0,0 0-1 0 0,0-1 1 0 0,0 1-1 0 0,0 0 1 0 0,0-1-1 0 0,0 1 1 0 0,0 0-1 0 0,0 0 1 0 0,1-1-1 0 0,-1 1 1 0 0,19-23 1283 0 0,36-22-1250 0 0,-54 44-64 0 0,289-217-4449 0 0,-259 194 4415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7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1 195 4145 0 0,'2'-3'314'0'0,"1"1"-1"0"0,-1 0 1 0 0,1 0 0 0 0,0 0-1 0 0,-1 1 1 0 0,1-1 0 0 0,5-2 0 0 0,-1 1 174 0 0,65-49 2390 0 0,28-36-4683 0 0,-65 54 1095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41 102 3225 0 0,'-3'-15'606'0'0,"2"7"-76"0"0,0-1 1 0 0,-1 1-1 0 0,0-1 0 0 0,-1 1 1 0 0,0 0-1 0 0,0 0 0 0 0,-8-14 1 0 0,2 16 983 0 0,6 14-557 0 0,5 22-441 0 0,-1-26-637 0 0,6 109 684 0 0,-11 141 1 0 0,0-39-284 0 0,30 423-244 0 0,-13-389 93 0 0,-8 45-1277 0 0,-5-278-2934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57 244 3225 0 0,'-29'-23'1571'0'0,"29"23"-1541"0"0,-1-1 0 0 0,1 1 0 0 0,-1-1 0 0 0,0 1 0 0 0,1 0 1 0 0,-1-1-1 0 0,1 1 0 0 0,-1 0 0 0 0,0-1 0 0 0,0 1 0 0 0,1 0 1 0 0,-1 0-1 0 0,0 0 0 0 0,1 0 0 0 0,-1 0 0 0 0,0 0 1 0 0,0 0-1 0 0,1 0 0 0 0,-1 0 0 0 0,0 0 0 0 0,1 0 0 0 0,-1 0 1 0 0,0 0-1 0 0,1 1 0 0 0,-1-1 0 0 0,0 0 0 0 0,1 0 1 0 0,-1 1-1 0 0,0-1 0 0 0,1 1 0 0 0,-1-1 0 0 0,1 0 0 0 0,-1 1 1 0 0,1-1-1 0 0,-1 1 0 0 0,1-1 0 0 0,-1 1 0 0 0,1 0 1 0 0,-1-1-1 0 0,1 1 0 0 0,0-1 0 0 0,-1 1 0 0 0,1 0 0 0 0,0-1 1 0 0,-1 1-1 0 0,1 0 0 0 0,0-1 0 0 0,0 1 0 0 0,0 0 1 0 0,0 1-1 0 0,0-2-30 0 0,0 1 0 0 0,0 0 0 0 0,0-1 0 0 0,0 1 0 0 0,1-1 0 0 0,-1 1 0 0 0,0 0 0 0 0,0-1 0 0 0,1 1 0 0 0,-1-1 0 0 0,1 1 0 0 0,-1 0 0 0 0,0-1 0 0 0,1 1 0 0 0,-1-1 0 0 0,1 0 0 0 0,-1 1 0 0 0,1-1 1 0 0,-1 1-1 0 0,1-1 0 0 0,0 0 0 0 0,-1 1 0 0 0,1-1 0 0 0,-1 0 0 0 0,1 0 0 0 0,0 1 0 0 0,-1-1 0 0 0,1 0 0 0 0,0 0 0 0 0,-1 0 0 0 0,1 0 0 0 0,1 0 0 0 0,28 4 85 0 0,-23-4 53 0 0,65 8 251 0 0,1-4 0 0 0,-1-4-1 0 0,1-2 1 0 0,81-13 0 0 0,436-92-15 0 0,-84 7-1149 0 0,-406 83 681 0 0,0 5 1 0 0,1 4-1 0 0,192 9 1 0 0,300 72-531 0 0,-23-22-33 0 0,-98-13-965 0 0,-317-24 1078 0 0,77 13 520 0 0,-208-22 85 0 0,0 2 1 0 0,0 0-1 0 0,-1 2 1 0 0,0 0-1 0 0,-1 2 1 0 0,0 0 0 0 0,-1 1-1 0 0,0 2 1 0 0,-1 0-1 0 0,0 1 1 0 0,-1 1-1 0 0,-1 1 1 0 0,-1 0-1 0 0,0 1 1 0 0,26 39-1 0 0,-40-53-76 0 0,-1 0 0 0 0,0-1-1 0 0,1 1 1 0 0,0 0 0 0 0,0-1 0 0 0,0 0-1 0 0,0 0 1 0 0,1 0 0 0 0,-1 0-1 0 0,1-1 1 0 0,0 1 0 0 0,-1-1 0 0 0,1 0-1 0 0,0 0 1 0 0,0 0 0 0 0,1 0 0 0 0,-1-1-1 0 0,0 0 1 0 0,1 0 0 0 0,-1 0 0 0 0,0 0-1 0 0,1-1 1 0 0,-1 0 0 0 0,1 0 0 0 0,-1 0-1 0 0,5-1 1 0 0,15 5-2495 0 0,-18-5 2255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0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2 2761 0 0,'-2'-1'153'0'0,"0"1"1"0"0,0 0 0 0 0,0-1-1 0 0,0 1 1 0 0,0 0 0 0 0,0 0-1 0 0,0 1 1 0 0,0-1 0 0 0,0 0-1 0 0,0 0 1 0 0,0 1 0 0 0,0 0 0 0 0,0-1-1 0 0,0 1 1 0 0,0 0 0 0 0,-3 2-1 0 0,2 0 218 0 0,0-1 0 0 0,0 2-1 0 0,0-1 1 0 0,0 0 0 0 0,1 0 0 0 0,0 1-1 0 0,-3 5 1 0 0,-8 13 163 0 0,2 0 0 0 0,1 1 0 0 0,0 0 0 0 0,2 1 0 0 0,0 0-1 0 0,2 0 1 0 0,1 1 0 0 0,1 0 0 0 0,0-1 0 0 0,2 2 0 0 0,3 47 0 0 0,7 138-377 0 0,6 76-328 0 0,-1-190 568 0 0,5 0 0 0 0,42 130 0 0 0,-29-115-407 0 0,9 22 1073 0 0,19 79 78 0 0,-55-204-1352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1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73 920 0 0,'-28'14'857'0'0,"24"-13"-684"0"0,1 1 0 0 0,-1-1 1 0 0,1 1-1 0 0,-1-1 1 0 0,1 1-1 0 0,0 0 1 0 0,0 0-1 0 0,0 0 1 0 0,0 1-1 0 0,0-1 0 0 0,0 1 1 0 0,1 0-1 0 0,-1-1 1 0 0,1 1-1 0 0,-3 4 1 0 0,5-6-130 0 0,1 0 0 0 0,-1-1 1 0 0,0 1-1 0 0,0 0 1 0 0,0-1-1 0 0,0 1 0 0 0,1-1 1 0 0,-1 1-1 0 0,0 0 1 0 0,1-1-1 0 0,-1 1 0 0 0,0-1 1 0 0,1 1-1 0 0,-1-1 1 0 0,1 1-1 0 0,-1-1 0 0 0,0 1 1 0 0,1-1-1 0 0,-1 0 1 0 0,1 1-1 0 0,0-1 0 0 0,-1 0 1 0 0,1 1-1 0 0,-1-1 1 0 0,1 0-1 0 0,0 0 0 0 0,-1 1 1 0 0,1-1-1 0 0,-1 0 1 0 0,1 0-1 0 0,1 0 0 0 0,25 6 160 0 0,-24-5-125 0 0,31 2 175 0 0,0-2 1 0 0,0-1 0 0 0,1-1 0 0 0,-1-2-1 0 0,54-12 1 0 0,2 1-88 0 0,133-17 103 0 0,201-19-47 0 0,117 40-296 0 0,156-15 418 0 0,-280 26 629 0 0,-346 2-952 0 0,15 4 94 0 0,104 23 0 0 0,-1 1 32 0 0,370 56-965 0 0,-417-62 558 0 0,-68-16 669 0 0,1-4-1 0 0,109-5 0 0 0,7 0-76 0 0,-134 3-352 0 0,-1 3 1 0 0,1 3 0 0 0,-2 2 0 0 0,1 2-1 0 0,85 33 1 0 0,-19-8-2396 0 0,-112-35-549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0:57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25 446 9674 0 0,'-1'0'49'0'0,"0"1"1"0"0,-1-1-1 0 0,1 0 0 0 0,0 1 0 0 0,0-1 1 0 0,-1 1-1 0 0,1-1 0 0 0,0 1 0 0 0,0 0 1 0 0,0-1-1 0 0,0 1 0 0 0,0 0 1 0 0,0 0-1 0 0,0 0 0 0 0,0 0 0 0 0,0 0 1 0 0,0 0-1 0 0,0 0 0 0 0,0 0 0 0 0,1 0 1 0 0,-2 2-1 0 0,2-3-57 0 0,0 1-1 0 0,0 0 1 0 0,0 0 0 0 0,0-1-1 0 0,-1 1 1 0 0,1 0 0 0 0,0 0 0 0 0,0 0-1 0 0,1-1 1 0 0,-1 1 0 0 0,0 0-1 0 0,0 0 1 0 0,0-1 0 0 0,0 1-1 0 0,1 0 1 0 0,-1 0 0 0 0,0-1 0 0 0,1 1-1 0 0,-1 0 1 0 0,1-1 0 0 0,-1 1-1 0 0,0-1 1 0 0,1 1 0 0 0,0 0-1 0 0,-1-1 1 0 0,1 1 0 0 0,-1-1 0 0 0,1 1-1 0 0,0-1 1 0 0,-1 0 0 0 0,1 1-1 0 0,0-1 1 0 0,-1 1 0 0 0,1-1-1 0 0,0 0 1 0 0,-1 0 0 0 0,1 0 0 0 0,1 1-1 0 0,4 0-25 0 0,0 0 0 0 0,0-1 0 0 0,0 0-1 0 0,0 0 1 0 0,0 0 0 0 0,0 0 0 0 0,0-1 0 0 0,0 0-1 0 0,0-1 1 0 0,0 1 0 0 0,0-1 0 0 0,0 0 0 0 0,8-5 0 0 0,27-6 234 0 0,420-47 2558 0 0,-169 30-1413 0 0,11-3-737 0 0,34-4 227 0 0,268-33 819 0 0,-42-10-881 0 0,-219 30 315 0 0,-260 39-813 0 0,103-6 75 0 0,-92 10-339 0 0,111-22-1 0 0,-131 15 112 0 0,0 4 1 0 0,107-2 0 0 0,152 26 1553 0 0,-329-14-1781 0 0,-4 0 44 0 0,0 0 1 0 0,0 0-1 0 0,0 0 1 0 0,1 0 0 0 0,-1 0-1 0 0,0 0 1 0 0,0 0-1 0 0,0 0 1 0 0,0 0 0 0 0,1 1-1 0 0,-1-1 1 0 0,0 0-1 0 0,0 1 1 0 0,0-1 0 0 0,0 1-1 0 0,0-1 1 0 0,0 1 0 0 0,0-1-1 0 0,2 2 1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3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52 206 1376 0 0,'-37'6'2620'0'0,"23"-4"1279"0"0,35-11-1182 0 0,76-27-830 0 0,109-24 1 0 0,106-9 2481 0 0,-247 56-4169 0 0,-12 3-1557 0 0,0 2-1 0 0,1 3 1 0 0,68 2 0 0 0,-97 4-4456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3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5065 0 0,'3'-1'352'0'0,"0"-1"1"0"0,1 1-1 0 0,-1 0 0 0 0,0 0 0 0 0,1 0 1 0 0,-1 0-1 0 0,0 1 0 0 0,1-1 0 0 0,-1 1 1 0 0,1 0-1 0 0,-1 0 0 0 0,1 0 0 0 0,-1 0 0 0 0,1 1 1 0 0,-1-1-1 0 0,0 1 0 0 0,1 0 0 0 0,-1 0 1 0 0,0 0-1 0 0,1 0 0 0 0,-1 1 0 0 0,0 0 1 0 0,0-1-1 0 0,0 1 0 0 0,0 0 0 0 0,-1 0 1 0 0,1 0-1 0 0,0 1 0 0 0,-1-1 0 0 0,0 1 1 0 0,1 0-1 0 0,2 4 0 0 0,2 3 118 0 0,0 1 0 0 0,-1 0 0 0 0,0 0 0 0 0,-1 0 0 0 0,0 1 1 0 0,-1-1-1 0 0,5 24 0 0 0,29 217 1238 0 0,-29-164-1794 0 0,5 0 1 0 0,28 97-1 0 0,-23-134-1283 0 0,-9-32 65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9 423 8754 0 0,'-1'0'82'0'0,"0"0"0"0"0,1 1 0 0 0,-1-1 0 0 0,1 0 0 0 0,-1 1 0 0 0,1-1 0 0 0,0 0 0 0 0,-1 1 0 0 0,1-1 0 0 0,-1 1 0 0 0,1-1 0 0 0,0 1-1 0 0,-1-1 1 0 0,1 1 0 0 0,0-1 0 0 0,0 1 0 0 0,-1-1 0 0 0,1 1 0 0 0,0-1 0 0 0,0 1 0 0 0,0 0 0 0 0,0-1 0 0 0,-1 1 0 0 0,1-1 0 0 0,0 1 0 0 0,0 0 0 0 0,0-1 0 0 0,0 1 0 0 0,1-1 0 0 0,-1 1 0 0 0,0-1 0 0 0,0 1 0 0 0,0 0 0 0 0,0-1 0 0 0,1 1 0 0 0,-1-1 0 0 0,0 1 0 0 0,0-1 0 0 0,1 1 0 0 0,-1-1 0 0 0,0 1 0 0 0,1-1 0 0 0,-1 1 0 0 0,1-1 0 0 0,-1 0 0 0 0,0 1 0 0 0,1-1-1 0 0,-1 1 1 0 0,1-1 0 0 0,-1 0 0 0 0,1 0 0 0 0,-1 1 0 0 0,1-1 0 0 0,0 0 0 0 0,-1 0 0 0 0,1 0 0 0 0,-1 1 0 0 0,1-1 0 0 0,-1 0 0 0 0,1 0 0 0 0,0 0 0 0 0,3 1 255 0 0,-1 0-1 0 0,0 0 1 0 0,0 0 0 0 0,1-1 0 0 0,-1 1-1 0 0,0-1 1 0 0,1 1 0 0 0,-1-1-1 0 0,0 0 1 0 0,6-1 0 0 0,1-3-225 0 0,-1-1 1 0 0,0 1-1 0 0,0-1 1 0 0,-1-1 0 0 0,0 0-1 0 0,0 0 1 0 0,0-1-1 0 0,0 1 1 0 0,-1-2-1 0 0,7-8 1 0 0,2-4 192 0 0,0-1-1 0 0,22-40 1 0 0,-26 39-305 0 0,-1 0 0 0 0,-1-1 0 0 0,12-37 0 0 0,-20 54 0 0 0,-1 0 0 0 0,1 0 0 0 0,-1 0 0 0 0,0-1 0 0 0,-1 1 0 0 0,1 0 0 0 0,-1 0 0 0 0,0 0 0 0 0,-1-1 0 0 0,1 1 0 0 0,-1 0 0 0 0,-1 0 0 0 0,1 0 0 0 0,-1 0 0 0 0,0 0 0 0 0,0 0 0 0 0,-1 1 0 0 0,0-1 0 0 0,-6-9 0 0 0,8 13-33 0 0,-1 0 0 0 0,1 1 0 0 0,0-1 0 0 0,-1 1 0 0 0,1-1 0 0 0,-1 1 0 0 0,0 0 0 0 0,1 0-1 0 0,-1-1 1 0 0,0 1 0 0 0,0 0 0 0 0,0 1 0 0 0,0-1 0 0 0,0 0 0 0 0,0 0 0 0 0,0 1 0 0 0,0-1 0 0 0,0 1 0 0 0,0 0 0 0 0,0 0-1 0 0,0 0 1 0 0,0 0 0 0 0,0 0 0 0 0,0 0 0 0 0,0 0 0 0 0,0 0 0 0 0,0 1 0 0 0,0-1 0 0 0,0 1 0 0 0,0 0 0 0 0,0 0-1 0 0,0 0 1 0 0,0-1 0 0 0,0 2 0 0 0,0-1 0 0 0,1 0 0 0 0,-1 0 0 0 0,1 0 0 0 0,-1 1 0 0 0,1-1 0 0 0,-1 1 0 0 0,-1 2 0 0 0,-3 3-134 0 0,0 0 1 0 0,0 0 0 0 0,1 1-1 0 0,1-1 1 0 0,-1 1 0 0 0,1 0 0 0 0,0 0-1 0 0,-4 15 1 0 0,5-7 178 0 0,0 1 0 0 0,1-1 0 0 0,1 0 0 0 0,0 1 0 0 0,2-1 0 0 0,0 1 0 0 0,0-1 1 0 0,2 0-1 0 0,0 0 0 0 0,1 0 0 0 0,0 0 0 0 0,8 17 0 0 0,-7-21 113 0 0,0-2-1 0 0,0 1 1 0 0,1-1 0 0 0,1 0-1 0 0,0 0 1 0 0,0 0-1 0 0,15 14 1 0 0,-16-19-48 0 0,0 0 1 0 0,0 0-1 0 0,1 0 0 0 0,0-1 1 0 0,0 0-1 0 0,0 0 0 0 0,0-1 1 0 0,0 0-1 0 0,1 0 0 0 0,-1-1 0 0 0,1 0 1 0 0,10 2-1 0 0,-12-3-70 0 0,0-1 0 0 0,0 1 0 0 0,0-1-1 0 0,0-1 1 0 0,0 1 0 0 0,0-1 0 0 0,1 0 0 0 0,-2 0-1 0 0,1-1 1 0 0,0 1 0 0 0,0-1 0 0 0,0-1 0 0 0,-1 1 0 0 0,1-1-1 0 0,-1 0 1 0 0,0 0 0 0 0,0 0 0 0 0,0-1 0 0 0,0 0-1 0 0,-1 0 1 0 0,1 0 0 0 0,-1-1 0 0 0,0 1 0 0 0,0-1 0 0 0,-1 0-1 0 0,6-11 1 0 0,3-7-21 0 0,-1-2 0 0 0,-1 1 0 0 0,-1-1 1 0 0,9-47-1 0 0,-14 55 38 0 0,-3 14-21 0 0,3-13 52 0 0,1 0 0 0 0,9-22 0 0 0,-13 34-22 0 0,1 1-1 0 0,-1 0 1 0 0,1 0 0 0 0,0 0-1 0 0,0 0 1 0 0,0 0 0 0 0,0 0 0 0 0,0 1-1 0 0,1-1 1 0 0,-1 1 0 0 0,1-1-1 0 0,-1 1 1 0 0,1 0 0 0 0,0 0-1 0 0,0 0 1 0 0,0 1 0 0 0,0-1 0 0 0,5-1-1 0 0,-6 3-2 0 0,0 0-1 0 0,0 0 1 0 0,0 0-1 0 0,0 0 0 0 0,0 0 1 0 0,0 1-1 0 0,0-1 1 0 0,0 1-1 0 0,0-1 1 0 0,0 1-1 0 0,0 0 1 0 0,-1 0-1 0 0,1-1 0 0 0,0 1 1 0 0,0 1-1 0 0,-1-1 1 0 0,1 0-1 0 0,0 0 1 0 0,-1 1-1 0 0,1-1 0 0 0,-1 1 1 0 0,0-1-1 0 0,0 1 1 0 0,1-1-1 0 0,0 3 1 0 0,5 7 161 0 0,0 0 0 0 0,9 21 1 0 0,-13-25-123 0 0,13 24 152 0 0,28 67 57 0 0,-41-90-274 0 0,0 0 0 0 0,0 0-1 0 0,-1 0 1 0 0,-1 0 0 0 0,1 1-1 0 0,-1-1 1 0 0,-1 1-1 0 0,0-1 1 0 0,-1 15 0 0 0,-2-12 12 0 0,2-20 17 0 0,4-20-18 0 0,5-7-69 0 0,20-52 0 0 0,-23 76 40 0 0,0 0 1 0 0,1 0-1 0 0,0 1 1 0 0,1-1-1 0 0,0 1 1 0 0,1 1-1 0 0,16-19 1 0 0,-20 26 21 0 0,-1 0 0 0 0,0 0 0 0 0,1 0 0 0 0,0 0 0 0 0,0 1 0 0 0,-1-1 0 0 0,1 1 0 0 0,1 0 0 0 0,-1 0 0 0 0,0 0 0 0 0,1 1 0 0 0,-1 0 0 0 0,0 0 0 0 0,1 0 0 0 0,0 0 0 0 0,-1 0 0 0 0,1 1 0 0 0,-1 0 0 0 0,1 0 0 0 0,0 0 0 0 0,-1 1 0 0 0,1 0 0 0 0,-1 0 0 0 0,1 0 0 0 0,-1 0 0 0 0,1 0 0 0 0,-1 1 0 0 0,0 0 0 0 0,0 0 0 0 0,0 0 0 0 0,0 1 0 0 0,0-1 0 0 0,0 1 0 0 0,-1 0 0 0 0,1 0 0 0 0,-1 0 0 0 0,0 0 0 0 0,0 1 0 0 0,0-1 0 0 0,0 1 0 0 0,0 0 0 0 0,-1 0 0 0 0,0 0 0 0 0,4 8 0 0 0,1 11 58 0 0,-1 0 1 0 0,0 0 0 0 0,-2 0-1 0 0,-1 1 1 0 0,1 24 0 0 0,2-71-164 0 0,1-1 0 0 0,2 1 1 0 0,0 1-1 0 0,1 0 0 0 0,1 0 0 0 0,2 1 1 0 0,0 0-1 0 0,0 1 0 0 0,2 1 0 0 0,21-22 1 0 0,-32 37 88 0 0,-1 1 0 0 0,1 0 0 0 0,0 0 0 0 0,0 0 0 0 0,0 0 0 0 0,1 0 0 0 0,-1 1 1 0 0,1 0-1 0 0,-1 0 0 0 0,1 0 0 0 0,0 0 0 0 0,0 1 0 0 0,-1 0 0 0 0,1 0 0 0 0,0 0 0 0 0,10 0 1 0 0,-9 2 65 0 0,0 0 1 0 0,0 0 0 0 0,0 1-1 0 0,0 0 1 0 0,0 0 0 0 0,0 0 0 0 0,-1 0-1 0 0,1 1 1 0 0,-1 0 0 0 0,1 0 0 0 0,-1 1-1 0 0,0-1 1 0 0,6 7 0 0 0,-2-1-5 0 0,0 1 1 0 0,0-1-1 0 0,-1 1 1 0 0,0 1-1 0 0,-1 0 1 0 0,0 0-1 0 0,-1 0 1 0 0,0 1-1 0 0,5 15 1 0 0,3 16-814 0 0,13 60 0 0 0,0 2-6815 0 0,-19-82 4974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9218 0 0,'1'-2'235'0'0,"-1"0"-1"0"0,1 0 1 0 0,0 0-1 0 0,1 0 1 0 0,-1 0 0 0 0,0 1-1 0 0,0-1 1 0 0,1 0-1 0 0,-1 1 1 0 0,1 0 0 0 0,0-1-1 0 0,-1 1 1 0 0,1 0 0 0 0,0-1-1 0 0,0 1 1 0 0,-1 0-1 0 0,1 0 1 0 0,0 1 0 0 0,0-1-1 0 0,0 0 1 0 0,0 1-1 0 0,0-1 1 0 0,1 1 0 0 0,-1-1-1 0 0,0 1 1 0 0,0 0-1 0 0,0 0 1 0 0,0 0 0 0 0,0 0-1 0 0,0 1 1 0 0,0-1 0 0 0,1 0-1 0 0,-1 1 1 0 0,0 0-1 0 0,0-1 1 0 0,0 1 0 0 0,2 1-1 0 0,4 2 81 0 0,0 0 0 0 0,0 0 0 0 0,-1 0-1 0 0,0 1 1 0 0,0 0 0 0 0,0 1 0 0 0,0 0 0 0 0,-1 0 0 0 0,0 0-1 0 0,0 1 1 0 0,-1 0 0 0 0,1 0 0 0 0,-2 0 0 0 0,7 11-1 0 0,2 8-259 0 0,-1 0-1 0 0,-1 0 1 0 0,8 31-1 0 0,-10-27-1 0 0,-1 0 0 0 0,-2 1 0 0 0,4 39 0 0 0,-9-54-330 0 0,-1 0 0 0 0,0 0-1 0 0,-1-1 1 0 0,-1 1 0 0 0,0 0 0 0 0,-2-1-1 0 0,1 1 1 0 0,-9 19 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8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5065 0 0,'2'-6'357'0'0,"0"0"0"0"0,0 0 1 0 0,1 1-1 0 0,0-1 0 0 0,-1 1 0 0 0,2-1 0 0 0,-1 1 0 0 0,1 0 1 0 0,0 0-1 0 0,0 1 0 0 0,0-1 0 0 0,6-4 0 0 0,1-1 522 0 0,1 0 0 0 0,1 1-1 0 0,23-14 1 0 0,-24 18-365 0 0,1-1 0 0 0,-1 1 0 0 0,1 1 0 0 0,1 0 0 0 0,-1 1 0 0 0,0 0 0 0 0,1 1 0 0 0,16 0 0 0 0,-24 2-428 0 0,0-1 0 0 0,0 1 0 0 0,-1 1 0 0 0,1-1 0 0 0,0 1 0 0 0,-1 0 0 0 0,1 0 0 0 0,0 1 0 0 0,-1-1 0 0 0,0 1 0 0 0,1 0 0 0 0,-1 1 1 0 0,0 0-1 0 0,0-1 0 0 0,0 1 0 0 0,0 1 0 0 0,-1-1 0 0 0,1 1 0 0 0,-1 0 0 0 0,0 0 0 0 0,0 0 0 0 0,3 5 0 0 0,-5-4-86 0 0,0-1 0 0 0,0 1-1 0 0,-1 0 1 0 0,1-1-1 0 0,-1 1 1 0 0,0 0 0 0 0,0 0-1 0 0,-1 0 1 0 0,0 0 0 0 0,0-1-1 0 0,0 1 1 0 0,0 0 0 0 0,-1 0-1 0 0,0 0 1 0 0,0 0 0 0 0,0-1-1 0 0,0 1 1 0 0,-1 0 0 0 0,0-1-1 0 0,0 1 1 0 0,0-1 0 0 0,-5 8-1 0 0,-6 8-13 0 0,0-2 0 0 0,-1 1 0 0 0,-22 22 0 0 0,15-20-1079 0 0,0-1 0 0 0,-2-1-1 0 0,0-1 1 0 0,-45 27 0 0 0,53-36-5051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29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24 314 2761 0 0,'-3'-2'261'0'0,"1"0"1"0"0,0-1-1 0 0,0 1 1 0 0,0-1 0 0 0,1 1-1 0 0,-1-1 1 0 0,0 0-1 0 0,1 0 1 0 0,0 0 0 0 0,0 0-1 0 0,0 0 1 0 0,0 0 0 0 0,0 0-1 0 0,0 0 1 0 0,1 0-1 0 0,0 0 1 0 0,0 0 0 0 0,-1 0-1 0 0,2 0 1 0 0,-1-1-1 0 0,0 1 1 0 0,1 0 0 0 0,-1 0-1 0 0,1 0 1 0 0,0 0-1 0 0,0 0 1 0 0,0 0 0 0 0,0 0-1 0 0,3-4 1 0 0,1-2 432 0 0,-1 0 0 0 0,1 1 0 0 0,1-1 0 0 0,0 1 0 0 0,0 0 0 0 0,0 0 0 0 0,1 1 1 0 0,10-9-1 0 0,12-4-284 0 0,2 1-1 0 0,0 2 1 0 0,1 1 0 0 0,0 1 0 0 0,1 1 0 0 0,1 3 0 0 0,47-11 0 0 0,-76 20-395 0 0,0 1 0 0 0,0 0 0 0 0,0 0-1 0 0,1 0 1 0 0,-1 1 0 0 0,0 0 0 0 0,0 0 0 0 0,1 0 0 0 0,-1 1 0 0 0,0 0 0 0 0,0 0-1 0 0,0 0 1 0 0,0 1 0 0 0,6 1 0 0 0,-9-1 4 0 0,1-1-1 0 0,-1 1 1 0 0,1 0 0 0 0,-1 0 0 0 0,0 0-1 0 0,0 0 1 0 0,0 1 0 0 0,0-1-1 0 0,0 1 1 0 0,0-1 0 0 0,-1 1-1 0 0,1-1 1 0 0,-1 1 0 0 0,0 0 0 0 0,0 0-1 0 0,0 0 1 0 0,0-1 0 0 0,0 1-1 0 0,0 0 1 0 0,-1 0 0 0 0,0 0 0 0 0,1 0-1 0 0,-1 1 1 0 0,0-1 0 0 0,-1 4-1 0 0,0 7 36 0 0,-1 0-1 0 0,0-1 0 0 0,-1 1 1 0 0,-1-1-1 0 0,0 0 0 0 0,0 0 0 0 0,-12 22 1 0 0,-56 83 211 0 0,49-83-101 0 0,-25 47-1 0 0,47-80-138 0 0,0 0-1 0 0,0 0 0 0 0,0 1 0 0 0,1-1 1 0 0,-1 0-1 0 0,1 1 0 0 0,-1-1 1 0 0,1 0-1 0 0,-1 1 0 0 0,1-1 0 0 0,0 4 1 0 0,1-5-13 0 0,-1 0 0 0 0,0-1 1 0 0,0 1-1 0 0,0 0 0 0 0,1 0 1 0 0,-1-1-1 0 0,0 1 0 0 0,1 0 1 0 0,-1 0-1 0 0,1-1 0 0 0,-1 1 1 0 0,1 0-1 0 0,-1-1 0 0 0,1 1 1 0 0,0-1-1 0 0,-1 1 0 0 0,1-1 1 0 0,0 1-1 0 0,-1-1 0 0 0,1 1 1 0 0,0-1-1 0 0,1 1 0 0 0,1 0 17 0 0,1-1 0 0 0,0 1-1 0 0,0-1 1 0 0,0 0 0 0 0,-1 0 0 0 0,1 0-1 0 0,0 0 1 0 0,0-1 0 0 0,0 1-1 0 0,-1-1 1 0 0,1 0 0 0 0,5-2 0 0 0,96-42 229 0 0,-81 33-775 0 0,0 1 0 0 0,1 1 0 0 0,1 2 1 0 0,46-11-1 0 0,-44 15-6886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29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12 8290 0 0,'9'-12'8489'0'0,"-8"12"-8282"0"0,-4 20 80 0 0,-2-1-1 0 0,0-1 1 0 0,-2 1-1 0 0,-12 27 1 0 0,-9 25 130 0 0,24-59-361 0 0,-1 3 138 0 0,0 0 1 0 0,1 0-1 0 0,1 0 1 0 0,-3 30-1 0 0,5-42-138 0 0,1-1-1 0 0,0 1 1 0 0,0 0-1 0 0,0-1 0 0 0,1 1 1 0 0,-1 0-1 0 0,1-1 1 0 0,-1 1-1 0 0,1 0 1 0 0,0-1-1 0 0,0 1 1 0 0,0-1-1 0 0,1 1 1 0 0,-1-1-1 0 0,0 0 1 0 0,1 1-1 0 0,-1-1 0 0 0,1 0 1 0 0,0 0-1 0 0,0 0 1 0 0,0 0-1 0 0,0 0 1 0 0,0-1-1 0 0,0 1 1 0 0,1-1-1 0 0,-1 1 1 0 0,0-1-1 0 0,1 0 0 0 0,-1 0 1 0 0,1 0-1 0 0,-1 0 1 0 0,1 0-1 0 0,0-1 1 0 0,-1 1-1 0 0,4 0 1 0 0,11 0 12 0 0,-1 0 0 0 0,0-1 0 0 0,0 0 0 0 0,1-1 0 0 0,16-4 0 0 0,83-21 448 0 0,-21 3-312 0 0,-46 16-1805 0 0,0 1-1 0 0,62 1 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0.2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46 920 0 0,'-2'-46'17947'0'0,"3"47"-17779"0"0,0-1 6 0 0,0 1 1 0 0,0 0-1 0 0,0-1 1 0 0,0 1-1 0 0,0 0 1 0 0,0 0-1 0 0,0 0 1 0 0,0 0-1 0 0,0 0 1 0 0,0 0-1 0 0,-1 0 1 0 0,1 0-1 0 0,-1 1 1 0 0,1-1-1 0 0,0 0 0 0 0,-1 0 1 0 0,0 0-1 0 0,1 1 1 0 0,-1-1-1 0 0,0 3 1 0 0,6 33-25 0 0,-5-26 149 0 0,6 62 31 0 0,-5 121 0 0 0,-3-125-534 0 0,2-1 1 0 0,12 81-1 0 0,-12-143-27 0 0,0 0 0 0 0,0 0 0 0 0,1 0 0 0 0,0 0 0 0 0,0-1 1 0 0,4 7-1 0 0,0-2-370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0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9 221 3209 0 0,'-9'-32'5884'0'0,"13"48"-4248"0"0,2 18-755 0 0,-5-16-397 0 0,2-1 0 0 0,-1 0 0 0 0,2 0 0 0 0,0-1 0 0 0,1 1 0 0 0,1-1 0 0 0,13 26 0 0 0,-15-35-270 0 0,1 1 1 0 0,0-1 0 0 0,0 0 0 0 0,1-1-1 0 0,0 1 1 0 0,1-1 0 0 0,-1 0 0 0 0,1 0-1 0 0,0-1 1 0 0,0 0 0 0 0,1 0-1 0 0,-1-1 1 0 0,1 0 0 0 0,0 0 0 0 0,0-1-1 0 0,16 4 1 0 0,-17-5-100 0 0,0 0 0 0 0,-1-1 0 0 0,1 0 0 0 0,0 0-1 0 0,0 0 1 0 0,0-1 0 0 0,0-1 0 0 0,0 1 0 0 0,0-1 0 0 0,0 0 0 0 0,0 0-1 0 0,0-1 1 0 0,-1 0 0 0 0,1 0 0 0 0,9-5 0 0 0,-9 3-39 0 0,0-1 1 0 0,-1 0-1 0 0,1 0 1 0 0,-1 0-1 0 0,0-1 1 0 0,0 0 0 0 0,-1 0-1 0 0,1 0 1 0 0,-2-1-1 0 0,1 0 1 0 0,-1 0-1 0 0,7-14 1 0 0,-4 6-1 0 0,-2-1 0 0 0,0 1-1 0 0,-1-1 1 0 0,0 0 0 0 0,-1 0 0 0 0,-1 0 0 0 0,0-1 0 0 0,-2 1 0 0 0,0-1 0 0 0,-2-20 0 0 0,1 26-71 0 0,-1 0-1 0 0,0 1 1 0 0,0-1 0 0 0,-1 0-1 0 0,0 1 1 0 0,-1-1 0 0 0,0 1-1 0 0,-1 0 1 0 0,0 0 0 0 0,0 1-1 0 0,-1 0 1 0 0,-1 0 0 0 0,1 0 0 0 0,-1 0-1 0 0,-1 1 1 0 0,-8-7 0 0 0,11 11-101 0 0,0 1 0 0 0,0 0 1 0 0,0 0-1 0 0,0 1 1 0 0,0 0-1 0 0,0 0 0 0 0,0 0 1 0 0,-11-2-1 0 0,13 3-123 0 0,1 1 0 0 0,-1 0-1 0 0,1 0 1 0 0,-1-1 0 0 0,0 1-1 0 0,1 1 1 0 0,-1-1 0 0 0,1 0-1 0 0,-1 1 1 0 0,1-1 0 0 0,-1 1 0 0 0,1 0-1 0 0,0-1 1 0 0,-1 1 0 0 0,1 0-1 0 0,0 1 1 0 0,0-1 0 0 0,-1 0-1 0 0,1 1 1 0 0,0-1 0 0 0,-3 4-1 0 0,-3 7-1379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1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386 117 6913 0 0,'-1'-6'433'0'0,"0"0"-1"0"0,-1 1 1 0 0,0-1-1 0 0,0 0 1 0 0,-1 0-1 0 0,1 1 1 0 0,-1-1-1 0 0,0 1 1 0 0,-1 0-1 0 0,1 0 1 0 0,-1 0-1 0 0,0 1 1 0 0,0-1-1 0 0,-1 1 1 0 0,1 0-1 0 0,-1 0 1 0 0,0 0-1 0 0,0 1 0 0 0,0 0 1 0 0,0 0-1 0 0,-1 0 1 0 0,1 0-1 0 0,-1 1 1 0 0,0 0-1 0 0,0 0 1 0 0,0 1-1 0 0,-9-2 1 0 0,7 4-315 0 0,0 1 0 0 0,0-1 0 0 0,0 2 1 0 0,1-1-1 0 0,-1 1 0 0 0,1 0 0 0 0,0 1 0 0 0,0-1 1 0 0,0 1-1 0 0,0 1 0 0 0,1 0 0 0 0,-1-1 0 0 0,1 2 1 0 0,-9 9-1 0 0,-3 5-79 0 0,1 1-1 0 0,0 0 1 0 0,-13 24 0 0 0,20-30-31 0 0,1 1 0 0 0,1 0 1 0 0,0 0-1 0 0,1 1 0 0 0,1 0 0 0 0,-8 34 0 0 0,12-44-7 0 0,1-1-1 0 0,1 1 0 0 0,-1 0 0 0 0,1 0 1 0 0,0 0-1 0 0,1-1 0 0 0,0 1 1 0 0,0 0-1 0 0,0-1 0 0 0,1 1 1 0 0,0 0-1 0 0,0-1 0 0 0,1 0 1 0 0,0 0-1 0 0,0 1 0 0 0,0-2 1 0 0,1 1-1 0 0,-1 0 0 0 0,2-1 1 0 0,-1 1-1 0 0,7 5 0 0 0,-1-1 50 0 0,1-1 0 0 0,1-1 0 0 0,-1 1 0 0 0,1-2 0 0 0,1 0 0 0 0,0 0 0 0 0,0-1-1 0 0,0-1 1 0 0,0 0 0 0 0,1-1 0 0 0,0 0 0 0 0,0-1 0 0 0,0-1 0 0 0,0 0 0 0 0,0-1 0 0 0,0 0 0 0 0,1-1 0 0 0,-1-1 0 0 0,0 0-1 0 0,0-1 1 0 0,1-1 0 0 0,-2 0 0 0 0,1-1 0 0 0,0 0 0 0 0,-1-1 0 0 0,1 0 0 0 0,18-12 0 0 0,-11 4-536 0 0,-1 0 0 0 0,31-28 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8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87 6449 0 0,'3'-19'2028'0'0,"-3"14"-1113"0"0,0-1 0 0 0,1 1-1 0 0,-1-1 1 0 0,1 1-1 0 0,1 0 1 0 0,-1-1-1 0 0,1 1 1 0 0,0 0-1 0 0,0 0 1 0 0,4-7-1 0 0,-5 12-843 0 0,-1-1-1 0 0,1 1 0 0 0,0 0 1 0 0,-1-1-1 0 0,1 1 1 0 0,0 0-1 0 0,-1 0 0 0 0,1 0 1 0 0,0-1-1 0 0,-1 1 1 0 0,1 0-1 0 0,0 0 0 0 0,-1 0 1 0 0,1 0-1 0 0,0 0 1 0 0,-1 0-1 0 0,1 0 0 0 0,0 0 1 0 0,-1 1-1 0 0,1-1 0 0 0,0 0 1 0 0,-1 0-1 0 0,1 1 1 0 0,0-1-1 0 0,-1 0 0 0 0,1 1 1 0 0,0-1-1 0 0,-1 0 1 0 0,1 1-1 0 0,-1-1 0 0 0,1 1 1 0 0,-1-1-1 0 0,1 1 1 0 0,-1-1-1 0 0,0 1 0 0 0,1-1 1 0 0,-1 1-1 0 0,1 1 0 0 0,15 23 370 0 0,-11-9-320 0 0,0 0 0 0 0,-1 1 0 0 0,-1-1 0 0 0,0 1 0 0 0,0 23-1 0 0,-5 89 133 0 0,0-75-149 0 0,4 201 46 0 0,1-218-126 0 0,1 0 1 0 0,2-1-1 0 0,2 1 0 0 0,23 64 0 0 0,6-5-3313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8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118 201 4145 0 0,'-20'4'2466'0'0,"-1"1"0"0"0,1 1 0 0 0,-36 17 1 0 0,66-21-1798 0 0,1 1 0 0 0,0 0 0 0 0,-1 1 1 0 0,14 6-1 0 0,-9 0-443 0 0,0 1-1 0 0,-1 1 1 0 0,-1 0 0 0 0,1 0 0 0 0,-2 2-1 0 0,0-1 1 0 0,12 20 0 0 0,-10-15-128 0 0,1 0 0 0 0,0 0-1 0 0,2-2 1 0 0,22 19 0 0 0,-34-31-78 0 0,1-1 0 0 0,0 1 1 0 0,0-1-1 0 0,0 0 0 0 0,0 0 1 0 0,0-1-1 0 0,1 0 0 0 0,-1 0 0 0 0,1 0 1 0 0,0-1-1 0 0,-1 0 0 0 0,1 0 1 0 0,0-1-1 0 0,0 0 0 0 0,0 0 0 0 0,-1 0 1 0 0,1-1-1 0 0,12-3 0 0 0,-5 0 78 0 0,1-2-1 0 0,-1 1 0 0 0,0-2 1 0 0,0 0-1 0 0,0-1 1 0 0,-1 0-1 0 0,0-1 0 0 0,-1 0 1 0 0,0-1-1 0 0,18-19 1 0 0,-3-1 211 0 0,-2-1 0 0 0,42-65 0 0 0,-27 30-295 0 0,46-109-1 0 0,-82 166-454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1 203 10594 0 0,'3'0'325'0'0,"0"-1"-1"0"0,-1 1 1 0 0,1 0-1 0 0,0-1 1 0 0,0 1-1 0 0,0-1 1 0 0,-1 0-1 0 0,5-2 1 0 0,211-76 5305 0 0,115-23-4112 0 0,-320 98-1938 0 0,-1 1-1 0 0,1 0 1 0 0,0 1 0 0 0,17 0-1 0 0,-12 3-6273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 1840 0 0,'-10'-3'432'0'0,"28"16"2370"0"0,-10-4-2265 0 0,-1 0-1 0 0,0 1 0 0 0,0 0 0 0 0,-1 1 1 0 0,-1-1-1 0 0,1 1 0 0 0,-2 0 0 0 0,1 0 1 0 0,-2 1-1 0 0,1-1 0 0 0,-2 1 0 0 0,0 0 1 0 0,2 20-1 0 0,-2 20 1869 0 0,-7 100 1 0 0,1-93-2382 0 0,2-21-1256 0 0,-1-4-4575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63 11522 0 0,'-4'9'318'0'0,"1"-1"0"0"0,1 1-1 0 0,-1 0 1 0 0,1 0-1 0 0,1 0 1 0 0,0 0-1 0 0,0 0 1 0 0,1 0 0 0 0,0 0-1 0 0,2 11 1 0 0,-2 1 389 0 0,0-10-606 0 0,0-1 0 0 0,1 1 0 0 0,1-1-1 0 0,0 0 1 0 0,0 1 0 0 0,0-1 0 0 0,8 16-1 0 0,-9-24-87 0 0,0 0 0 0 0,0 1 0 0 0,0-1 0 0 0,0 0-1 0 0,1 1 1 0 0,-1-1 0 0 0,1 0 0 0 0,0 0 0 0 0,0 0-1 0 0,-1-1 1 0 0,1 1 0 0 0,1 0 0 0 0,-1-1 0 0 0,0 1-1 0 0,0-1 1 0 0,0 0 0 0 0,1 1 0 0 0,-1-1 0 0 0,1 0 0 0 0,-1-1-1 0 0,1 1 1 0 0,-1 0 0 0 0,1-1 0 0 0,-1 1 0 0 0,1-1-1 0 0,-1 0 1 0 0,1 0 0 0 0,0 0 0 0 0,-1 0 0 0 0,1 0-1 0 0,0-1 1 0 0,-1 1 0 0 0,1-1 0 0 0,-1 0 0 0 0,4-1-1 0 0,2-1 103 0 0,-1-1 0 0 0,0 0 0 0 0,1 0-1 0 0,-2-1 1 0 0,1 0 0 0 0,0 0 0 0 0,-1-1-1 0 0,0 0 1 0 0,0 0 0 0 0,-1 0 0 0 0,0-1 0 0 0,0 1-1 0 0,0-1 1 0 0,-1 0 0 0 0,0-1 0 0 0,-1 1-1 0 0,6-17 1 0 0,-5 15-92 0 0,-1-1 1 0 0,0 1-1 0 0,-1-1 0 0 0,0 0 0 0 0,0 0 0 0 0,-1 0 1 0 0,-1 0-1 0 0,0 0 0 0 0,0 0 0 0 0,-1 0 0 0 0,0 0 1 0 0,0 0-1 0 0,-1 0 0 0 0,-6-16 0 0 0,7 23-19 0 0,0 1-1 0 0,-1-1 1 0 0,1 1-1 0 0,-1-1 1 0 0,1 1-1 0 0,-1 0 1 0 0,0-1-1 0 0,0 1 1 0 0,0 0-1 0 0,0 0 1 0 0,0 1-1 0 0,-1-1 1 0 0,1 0-1 0 0,-1 1 1 0 0,1-1-1 0 0,-1 1 1 0 0,1 0-1 0 0,-1 0 1 0 0,1 0-1 0 0,-1 0 1 0 0,0 0-1 0 0,0 1 1 0 0,0-1-1 0 0,1 1 1 0 0,-5 0-1 0 0,0 0-135 0 0,-1 0 0 0 0,1 1 0 0 0,0 0-1 0 0,0 0 1 0 0,0 1 0 0 0,0 0 0 0 0,0 1-1 0 0,-13 5 1 0 0,-3 5-1105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59 10138 0 0,'0'0'70'0'0,"-1"0"0"0"0,1 0 0 0 0,-1 0-1 0 0,1 0 1 0 0,0 0 0 0 0,-1 1 0 0 0,1-1-1 0 0,-1 0 1 0 0,1 0 0 0 0,0 0 0 0 0,-1 1 0 0 0,1-1-1 0 0,0 0 1 0 0,-1 1 0 0 0,1-1 0 0 0,0 0 0 0 0,-1 1-1 0 0,1-1 1 0 0,0 0 0 0 0,0 1 0 0 0,0-1-1 0 0,-1 0 1 0 0,1 1 0 0 0,0-1 0 0 0,0 1 0 0 0,0-1-1 0 0,0 1 1 0 0,0-1 0 0 0,-1 0 0 0 0,1 1 0 0 0,0-1-1 0 0,0 1 1 0 0,0-1 0 0 0,0 1 0 0 0,1-1-1 0 0,-1 0 1 0 0,0 1 0 0 0,10 22 1052 0 0,30 23-616 0 0,-34-39-246 0 0,3 3-206 0 0,-2-1 97 0 0,0-1 0 0 0,1 0 0 0 0,0 0 1 0 0,1-1-1 0 0,16 11 0 0 0,-23-16-127 0 0,1-1 0 0 0,-1 0 0 0 0,1 0 1 0 0,0 0-1 0 0,0 0 0 0 0,-1-1 0 0 0,1 1 0 0 0,0-1 0 0 0,0 1 1 0 0,0-1-1 0 0,0 0 0 0 0,0 0 0 0 0,0 0 0 0 0,-1-1 0 0 0,1 1 1 0 0,0-1-1 0 0,0 0 0 0 0,0 1 0 0 0,-1-1 0 0 0,1 0 0 0 0,0-1 1 0 0,-1 1-1 0 0,1 0 0 0 0,-1-1 0 0 0,1 1 0 0 0,-1-1 0 0 0,3-3 0 0 0,5-3-64 0 0,-2 0-1 0 0,1-1 1 0 0,-1 0-1 0 0,-1-1 1 0 0,1 0-1 0 0,-2 0 1 0 0,10-17-1 0 0,-2-3-121 0 0,14-48 0 0 0,-28 78 169 0 0,0 0 1 0 0,0 0-1 0 0,0-1 0 0 0,0 1 0 0 0,0 0 0 0 0,0 0 0 0 0,1 0 0 0 0,-1-1 0 0 0,0 1 0 0 0,0 0 0 0 0,0 0 1 0 0,0-1-1 0 0,0 1 0 0 0,0 0 0 0 0,0 0 0 0 0,0 0 0 0 0,1-1 0 0 0,-1 1 0 0 0,0 0 0 0 0,0 0 0 0 0,0 0 1 0 0,0 0-1 0 0,1-1 0 0 0,-1 1 0 0 0,0 0 0 0 0,0 0 0 0 0,1 0 0 0 0,-1 0 0 0 0,0 0 0 0 0,0 0 0 0 0,0 0 1 0 0,1-1-1 0 0,-1 1 0 0 0,0 0 0 0 0,0 0 0 0 0,1 0 0 0 0,-1 0 0 0 0,0 0 0 0 0,0 0 0 0 0,1 0 0 0 0,-1 0 1 0 0,8 11 704 0 0,5 22 863 0 0,-12-28-1328 0 0,7 17 347 0 0,-5-11-656 0 0,1-1-1 0 0,0 1 0 0 0,1-1 1 0 0,0 0-1 0 0,1 0 1 0 0,0 0-1 0 0,10 13 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0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146 353 2304 0 0,'1'-2'382'0'0,"-1"1"-1"0"0,0-1 0 0 0,0 0 0 0 0,0 0 0 0 0,0 0 0 0 0,0 0 0 0 0,-1 1 0 0 0,1-1 0 0 0,0 0 0 0 0,-1 0 0 0 0,0 1 0 0 0,1-1 0 0 0,-1 0 0 0 0,0 1 0 0 0,0-1 0 0 0,0 0 0 0 0,0 1 0 0 0,0-1 0 0 0,0 1 0 0 0,0 0 0 0 0,0-1 0 0 0,-1 1 0 0 0,1 0 0 0 0,0 0 0 0 0,-1 0 0 0 0,1 0 0 0 0,-3-2 0 0 0,2 3-182 0 0,0 0 1 0 0,0 0-1 0 0,0 0 1 0 0,0 0-1 0 0,0 0 1 0 0,1 1-1 0 0,-1-1 1 0 0,0 1-1 0 0,0-1 1 0 0,0 1-1 0 0,1-1 1 0 0,-1 1-1 0 0,0 0 0 0 0,1 0 1 0 0,-1 0-1 0 0,1 0 1 0 0,-1 0-1 0 0,1 0 1 0 0,-1 0-1 0 0,1 1 1 0 0,0-1-1 0 0,-1 0 1 0 0,1 1-1 0 0,0-1 1 0 0,0 1-1 0 0,-1 2 1 0 0,-10 13 51 0 0,1 1 0 0 0,1 0 0 0 0,0 0 0 0 0,2 1 0 0 0,-9 25 0 0 0,14-35-275 0 0,1 0 0 0 0,0 0 0 0 0,0 0 0 0 0,1 0 0 0 0,0 0 0 0 0,1 0 0 0 0,0 0 0 0 0,0 0 0 0 0,1 1 0 0 0,0-1-1 0 0,1 0 1 0 0,0 0 0 0 0,0-1 0 0 0,5 13 0 0 0,-6-19 20 0 0,0 0-1 0 0,-1 0 1 0 0,1 0 0 0 0,0 0-1 0 0,0 0 1 0 0,1-1 0 0 0,-1 1-1 0 0,0 0 1 0 0,0-1-1 0 0,1 1 1 0 0,-1-1 0 0 0,1 0-1 0 0,-1 1 1 0 0,1-1 0 0 0,0 0-1 0 0,0 0 1 0 0,-1 0-1 0 0,1 0 1 0 0,0 0 0 0 0,0 0-1 0 0,0-1 1 0 0,3 2 0 0 0,-3-2-29 0 0,1 0 0 0 0,0-1 1 0 0,0 1-1 0 0,0 0 0 0 0,0-1 1 0 0,0 0-1 0 0,-1 1 0 0 0,1-1 1 0 0,0 0-1 0 0,-1 0 0 0 0,1-1 1 0 0,-1 1-1 0 0,1-1 1 0 0,2-1-1 0 0,8-7-421 0 0,-1-1 0 0 0,0 0 1 0 0,0-1-1 0 0,12-17 0 0 0,-24 29 441 0 0,24-30-864 0 0,-2-1 1 0 0,-1-1-1 0 0,-1-1 1 0 0,-2-1-1 0 0,22-58 1 0 0,-30 63 1131 0 0,-1-1 0 0 0,8-52 1 0 0,-13 57 822 0 0,-2-1 0 0 0,-1 1 0 0 0,-4-44 1 0 0,-3 49 988 0 0,0 31-98 0 0,-3 33-476 0 0,7 6-1263 0 0,3-1 0 0 0,1 1 1 0 0,12 66-1 0 0,1-40-114 0 0,34 106-1 0 0,-46-171-114 0 0,1-1 0 0 0,0 0 0 0 0,1 0 1 0 0,0-1-1 0 0,0 1 0 0 0,10 12 0 0 0,-14-21-3 0 0,1 1-1 0 0,-1 0 1 0 0,1-1-1 0 0,-1 1 1 0 0,1-1-1 0 0,-1 1 1 0 0,1-1-1 0 0,0 0 1 0 0,-1 1-1 0 0,1-1 0 0 0,0 0 1 0 0,0 0-1 0 0,0-1 1 0 0,0 1-1 0 0,0 0 1 0 0,0-1-1 0 0,0 1 1 0 0,0-1-1 0 0,0 1 1 0 0,0-1-1 0 0,1 0 1 0 0,-1 0-1 0 0,0 0 1 0 0,0 0-1 0 0,0-1 1 0 0,0 1-1 0 0,0 0 1 0 0,0-1-1 0 0,0 1 1 0 0,0-1-1 0 0,0 0 1 0 0,0 0-1 0 0,0 0 1 0 0,0 0-1 0 0,0 0 1 0 0,0 0-1 0 0,-1 0 1 0 0,1-1-1 0 0,2-1 1 0 0,4-5-50 0 0,0 0 1 0 0,0-1-1 0 0,0 0 0 0 0,-1 0 0 0 0,-1-1 1 0 0,10-18-1 0 0,27-70-438 0 0,-4 8-85 0 0,-29 72 454 0 0,1-1 1 0 0,25-31-1 0 0,-32 45 103 0 0,0 0-1 0 0,0 0 0 0 0,1 0 1 0 0,0 1-1 0 0,0 0 0 0 0,0 0 1 0 0,0 0-1 0 0,1 1 0 0 0,-1 0 1 0 0,1 0-1 0 0,0 0 0 0 0,0 1 1 0 0,0 0-1 0 0,7-2 0 0 0,-11 4 38 0 0,0 0-1 0 0,0-1 0 0 0,0 1 0 0 0,0 0 0 0 0,0 0 1 0 0,0 1-1 0 0,0-1 0 0 0,0 0 0 0 0,0 1 0 0 0,-1-1 0 0 0,1 1 1 0 0,0-1-1 0 0,0 1 0 0 0,0 0 0 0 0,0 0 0 0 0,-1 0 0 0 0,1 0 1 0 0,0 0-1 0 0,-1 0 0 0 0,1 1 0 0 0,-1-1 0 0 0,0 0 0 0 0,1 1 1 0 0,-1-1-1 0 0,0 1 0 0 0,0 0 0 0 0,0-1 0 0 0,2 4 0 0 0,2 5 174 0 0,-1 1-1 0 0,-1-1 0 0 0,1 1 0 0 0,1 14 0 0 0,-3-16-100 0 0,0 0 0 0 0,1 0 0 0 0,-1-1-1 0 0,7 13 1 0 0,-6-17-209 0 0,0 0 1 0 0,0 1-1 0 0,0-1 0 0 0,1-1 1 0 0,-1 1-1 0 0,1 0 0 0 0,0-1 1 0 0,0 0-1 0 0,0 0 0 0 0,1 0 1 0 0,-1-1-1 0 0,8 4 0 0 0,10 1-7530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1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 10594 0 0,'-1'0'123'0'0,"1"0"0"0"0,0 0 1 0 0,-1-1-1 0 0,1 1 0 0 0,0 0 0 0 0,-1 0 0 0 0,1 0 0 0 0,-1 0 0 0 0,1 0 0 0 0,0 0 0 0 0,-1 0 0 0 0,1 0 1 0 0,0 1-1 0 0,-1-1 0 0 0,1 0 0 0 0,0 0 0 0 0,-1 0 0 0 0,-2 2 1231 0 0,3-1-1231 0 0,0-1 0 0 0,0 0 0 0 0,-1 1 1 0 0,1-1-1 0 0,0 0 0 0 0,0 0 0 0 0,0 1 0 0 0,0-1 0 0 0,0 1 0 0 0,0-1 0 0 0,0 0 0 0 0,-1 1 0 0 0,1-1 1 0 0,0 0-1 0 0,0 1 0 0 0,0-1 0 0 0,0 0 0 0 0,0 1 0 0 0,1-1 0 0 0,-1 0 0 0 0,0 1 0 0 0,0-1 0 0 0,0 0 0 0 0,0 1 1 0 0,0-1-1 0 0,0 0 0 0 0,1 1 0 0 0,7 30 245 0 0,-5-20-50 0 0,23 108 413 0 0,-5 1 1 0 0,6 142-1 0 0,14 94-1170 0 0,-21-268-4396 0 0,-17-73-860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1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0 5985 0 0,'-2'1'249'0'0,"0"1"-1"0"0,0-1 0 0 0,0 1 0 0 0,0-1 1 0 0,1 1-1 0 0,-1 0 0 0 0,0-1 0 0 0,1 1 1 0 0,-1 0-1 0 0,1 0 0 0 0,0 0 0 0 0,0 0 1 0 0,0 0-1 0 0,0 0 0 0 0,0 1 1 0 0,0-1-1 0 0,0 0 0 0 0,1 0 0 0 0,-1 1 1 0 0,1-1-1 0 0,0 0 0 0 0,0 1 0 0 0,0-1 1 0 0,0 1-1 0 0,0-1 0 0 0,0 0 1 0 0,0 1-1 0 0,2 3 0 0 0,-1-2-82 0 0,0 0 1 0 0,1 0-1 0 0,-1 0 1 0 0,1 0-1 0 0,0-1 1 0 0,0 1-1 0 0,1-1 0 0 0,-1 1 1 0 0,1-1-1 0 0,-1 0 1 0 0,1 0-1 0 0,0 0 0 0 0,0 0 1 0 0,1 0-1 0 0,-1-1 1 0 0,5 3-1 0 0,29 16 1101 0 0,2-1 0 0 0,1-3 0 0 0,0-1 0 0 0,69 17 0 0 0,-104-31-1251 0 0,0-1 1 0 0,1 0-1 0 0,-1-1 1 0 0,1 0-1 0 0,-1 1 1 0 0,1-2-1 0 0,0 1 1 0 0,-1-1-1 0 0,1 0 1 0 0,-1 0-1 0 0,0 0 0 0 0,1-1 1 0 0,-1 1-1 0 0,0-1 1 0 0,0-1-1 0 0,9-4 1 0 0,-7 1-2 0 0,-1 1 0 0 0,0 0 1 0 0,0-1-1 0 0,0-1 0 0 0,-1 1 0 0 0,0 0 1 0 0,0-1-1 0 0,-1 0 0 0 0,0-1 1 0 0,6-12-1 0 0,4-12-1489 0 0,-2-2-3349 0 0,-1-1-2275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3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0 121 920 0 0,'5'-16'5110'0'0,"10"-9"-3972"0"0,-9 17-635 0 0,1 1-1 0 0,0 0 0 0 0,0 0 1 0 0,0 1-1 0 0,1 0 1 0 0,0 0-1 0 0,0 0 0 0 0,16-6 1 0 0,-21 10-225 0 0,1 0 1 0 0,0 0-1 0 0,0 0 1 0 0,0 1-1 0 0,0 0 1 0 0,0 0-1 0 0,1 0 1 0 0,-1 0-1 0 0,0 0 1 0 0,0 1 0 0 0,1 0-1 0 0,-1 0 1 0 0,0 0-1 0 0,1 0 1 0 0,-1 1-1 0 0,0 0 1 0 0,0 0-1 0 0,0 0 1 0 0,1 0-1 0 0,-1 1 1 0 0,0-1-1 0 0,4 4 1 0 0,-5-2-245 0 0,0 0 0 0 0,0 0 0 0 0,-1 0 0 0 0,0 1-1 0 0,1-1 1 0 0,-1 1 0 0 0,-1-1 0 0 0,1 1 0 0 0,0 0 0 0 0,-1 0 0 0 0,0-1 0 0 0,0 1 0 0 0,0 0 0 0 0,0 0 0 0 0,-1 0-1 0 0,1 1 1 0 0,-1-1 0 0 0,0 0 0 0 0,0 0 0 0 0,-1 5 0 0 0,-1 7 33 0 0,0 1 1 0 0,-1-1-1 0 0,-7 27 0 0 0,-3-8 224 0 0,-19 39-1 0 0,-1 2 512 0 0,32-76-795 0 0,1 0-1 0 0,0 1 1 0 0,0-1-1 0 0,0 0 1 0 0,0 0-1 0 0,0 0 1 0 0,-1 1-1 0 0,1-1 1 0 0,0 0-1 0 0,0 0 1 0 0,0 0-1 0 0,0 1 0 0 0,0-1 1 0 0,0 0-1 0 0,0 0 1 0 0,0 1-1 0 0,0-1 1 0 0,0 0-1 0 0,0 0 1 0 0,0 1-1 0 0,0-1 1 0 0,0 0-1 0 0,0 0 1 0 0,0 0-1 0 0,0 1 1 0 0,0-1-1 0 0,0 0 0 0 0,0 0 1 0 0,0 1-1 0 0,0-1 1 0 0,1 0-1 0 0,-1 0 1 0 0,0 0-1 0 0,0 1 1 0 0,0-1-1 0 0,0 0 1 0 0,0 0-1 0 0,1 0 1 0 0,-1 0-1 0 0,0 1 1 0 0,0-1-1 0 0,0 0 0 0 0,1 0 1 0 0,-1 0-1 0 0,0 0 1 0 0,0 0-1 0 0,15-4 91 0 0,26-23-178 0 0,-29 20 69 0 0,1-2 1 0 0,0 2 0 0 0,0 0-1 0 0,1 0 1 0 0,0 2-1 0 0,0-1 1 0 0,20-3 0 0 0,-30 8 10 0 0,0 0 1 0 0,0 1 0 0 0,-1-1 0 0 0,1 1 0 0 0,0 0 0 0 0,0 0 0 0 0,0 0-1 0 0,0 0 1 0 0,-1 1 0 0 0,1 0 0 0 0,0 0 0 0 0,0 0 0 0 0,-1 0 0 0 0,1 0 0 0 0,0 1-1 0 0,-1 0 1 0 0,0-1 0 0 0,1 1 0 0 0,-1 1 0 0 0,0-1 0 0 0,0 0 0 0 0,0 1-1 0 0,0-1 1 0 0,-1 1 0 0 0,1 0 0 0 0,-1 0 0 0 0,1 0 0 0 0,-1 0 0 0 0,3 7-1 0 0,-2-4 47 0 0,-1 0 0 0 0,0 1 0 0 0,0-1-1 0 0,-1 1 1 0 0,1 0 0 0 0,-1 0-1 0 0,-1-1 1 0 0,1 1 0 0 0,-1 0-1 0 0,-1 0 1 0 0,1 0 0 0 0,-1-1-1 0 0,0 1 1 0 0,0 0 0 0 0,-1-1 0 0 0,0 1-1 0 0,0-1 1 0 0,-1 1 0 0 0,0-1-1 0 0,-5 8 1 0 0,4-6-15 0 0,-1 0 0 0 0,0 0 0 0 0,0-1 0 0 0,-1 1 0 0 0,0-1 0 0 0,-1-1 0 0 0,1 1 0 0 0,-1-1 0 0 0,0 0 0 0 0,-1-1 0 0 0,0 0 0 0 0,1 0 0 0 0,-2 0 0 0 0,-13 5 0 0 0,22-10-54 0 0,0 0-70 0 0,0 0-1 0 0,-1 1 1 0 0,1-1-1 0 0,-1 0 1 0 0,1 0 0 0 0,-1 0-1 0 0,1 0 1 0 0,0 1-1 0 0,-1-1 1 0 0,1 0 0 0 0,-1 0-1 0 0,1 0 1 0 0,-1 0-1 0 0,1 0 1 0 0,-1 0 0 0 0,1 0-1 0 0,-1 0 1 0 0,1 0-1 0 0,-1-1 1 0 0,1 1 0 0 0,-1 0-1 0 0,1 0 1 0 0,0 0-1 0 0,-1 0 1 0 0,1-1 0 0 0,-1 1-1 0 0,0-1 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3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90 1376 0 0,'6'-20'1898'0'0,"-5"14"-977"0"0,1 0 1 0 0,0 0-1 0 0,0-1 1 0 0,1 1-1 0 0,-1 1 1 0 0,7-10-1 0 0,-8 13-729 0 0,1 1-1 0 0,-1-1 1 0 0,1 1-1 0 0,0-1 0 0 0,-1 1 1 0 0,1 0-1 0 0,0-1 0 0 0,0 1 1 0 0,0 0-1 0 0,0 0 0 0 0,0 1 1 0 0,0-1-1 0 0,0 0 0 0 0,0 1 1 0 0,1-1-1 0 0,-1 1 1 0 0,0-1-1 0 0,0 1 0 0 0,0 0 1 0 0,1 0-1 0 0,-1 0 0 0 0,0 1 1 0 0,0-1-1 0 0,4 1 0 0 0,-4 0-63 0 0,1 0 0 0 0,-1 0-1 0 0,1 0 1 0 0,-1 0 0 0 0,0 0-1 0 0,1 1 1 0 0,-1-1-1 0 0,0 1 1 0 0,0 0 0 0 0,0 0-1 0 0,0-1 1 0 0,0 1 0 0 0,-1 0-1 0 0,1 1 1 0 0,-1-1-1 0 0,1 0 1 0 0,-1 0 0 0 0,0 1-1 0 0,1-1 1 0 0,-1 0 0 0 0,0 1-1 0 0,-1 0 1 0 0,2 3-1 0 0,1 5 22 0 0,-1 0 0 0 0,0-1 0 0 0,-1 1 0 0 0,0 16 0 0 0,-3 5 131 0 0,-1 0-1 0 0,-2-1 1 0 0,-2 0 0 0 0,-18 56 0 0 0,-4 19 1482 0 0,28-105-1723 0 0,1-1 0 0 0,0 1 1 0 0,0 0-1 0 0,-1 0 0 0 0,1-1 1 0 0,0 1-1 0 0,0 0 1 0 0,0 0-1 0 0,0 0 0 0 0,0-1 1 0 0,0 1-1 0 0,0 0 1 0 0,0 0-1 0 0,0-1 0 0 0,1 1 1 0 0,-1 0-1 0 0,0 0 0 0 0,0-1 1 0 0,1 1-1 0 0,-1 0 1 0 0,0 0-1 0 0,1-1 0 0 0,-1 1 1 0 0,1 0-1 0 0,0 0-21 0 0,0-1 0 0 0,0 0 0 0 0,-1 0-1 0 0,1 0 1 0 0,0 0 0 0 0,0 1 0 0 0,0-1 0 0 0,-1 0 0 0 0,1 0 0 0 0,0-1-1 0 0,0 1 1 0 0,0 0 0 0 0,0 0 0 0 0,-1 0 0 0 0,1-1 0 0 0,0 1 0 0 0,0 0-1 0 0,-1 0 1 0 0,2-1 0 0 0,44-29-50 0 0,-34 21 128 0 0,124-71-309 0 0,-75 52-6346 0 0,-31 17-373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4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69 8754 0 0,'-6'6'315'0'0,"0"-1"1"0"0,1 0-1 0 0,-1 1 0 0 0,2 0 1 0 0,-1 0-1 0 0,0 1 1 0 0,-6 13-1 0 0,-21 51 1351 0 0,31-68-1629 0 0,-3 6 160 0 0,1 0-1 0 0,0 1 1 0 0,1-1 0 0 0,0 1-1 0 0,0 0 1 0 0,1-1 0 0 0,0 21-1 0 0,1-27-143 0 0,0 0 0 0 0,1 1-1 0 0,-1-1 1 0 0,1 0-1 0 0,-1 1 1 0 0,1-1-1 0 0,0 0 1 0 0,1 0-1 0 0,-1 0 1 0 0,0 0-1 0 0,1 0 1 0 0,0 0 0 0 0,0 0-1 0 0,-1-1 1 0 0,2 1-1 0 0,-1-1 1 0 0,0 1-1 0 0,0-1 1 0 0,1 0-1 0 0,-1 0 1 0 0,1 0-1 0 0,0 0 1 0 0,0 0 0 0 0,0 0-1 0 0,0-1 1 0 0,0 1-1 0 0,4 0 1 0 0,-4-1 100 0 0,-1-1 0 0 0,1 0 1 0 0,0 0-1 0 0,-1 0 0 0 0,1 0 0 0 0,0 0 1 0 0,-1 0-1 0 0,1-1 0 0 0,-1 1 1 0 0,1-1-1 0 0,0 0 0 0 0,-1 0 0 0 0,0 0 1 0 0,1 0-1 0 0,-1 0 0 0 0,1 0 1 0 0,-1-1-1 0 0,0 1 0 0 0,0-1 0 0 0,0 1 1 0 0,0-1-1 0 0,0 0 0 0 0,0 0 1 0 0,-1 0-1 0 0,1 0 0 0 0,0 0 0 0 0,-1-1 1 0 0,3-3-1 0 0,3-7 220 0 0,0 0 0 0 0,-1-1 0 0 0,9-24 0 0 0,-8 17-252 0 0,-2 0 0 0 0,0-1 0 0 0,3-29 0 0 0,-7 42-118 0 0,-1-1-1 0 0,1 1 1 0 0,-2-1 0 0 0,1 1 0 0 0,-2 0 0 0 0,1-1 0 0 0,-1 1-1 0 0,0 0 1 0 0,-1 0 0 0 0,-5-12 0 0 0,7 19-119 0 0,0 0 0 0 0,-1 0 0 0 0,1 0 0 0 0,-1 0-1 0 0,1 0 1 0 0,-1 0 0 0 0,0 0 0 0 0,1 1 0 0 0,-1-1 0 0 0,0 0 0 0 0,0 1 0 0 0,0 0 0 0 0,0-1 0 0 0,-1 1 0 0 0,1 0 0 0 0,0 0 0 0 0,0 1 0 0 0,-1-1 0 0 0,1 0 0 0 0,-1 1-1 0 0,1-1 1 0 0,0 1 0 0 0,-1 0 0 0 0,1 0 0 0 0,-1 0 0 0 0,1 0 0 0 0,-1 0 0 0 0,1 0 0 0 0,0 1 0 0 0,-1-1 0 0 0,1 1 0 0 0,-1 0 0 0 0,1-1 0 0 0,-3 3 0 0 0,-10 5 81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4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33 5065 0 0,'-3'-3'651'0'0,"-1"0"0"0"0,0 0-1 0 0,0 0 1 0 0,0 0 0 0 0,-1 1 0 0 0,1-1 0 0 0,0 1-1 0 0,-1 0 1 0 0,0 1 0 0 0,1-1 0 0 0,-1 1 0 0 0,0 0-1 0 0,-9-2 1 0 0,8 3-571 0 0,0 0-1 0 0,-1 0 1 0 0,1 0-1 0 0,0 1 1 0 0,0 0 0 0 0,0 0-1 0 0,0 0 1 0 0,0 1-1 0 0,0 0 1 0 0,1 0 0 0 0,-1 1-1 0 0,0-1 1 0 0,1 1-1 0 0,0 0 1 0 0,0 1 0 0 0,0-1-1 0 0,-6 6 1 0 0,3 0 65 0 0,-1 1 0 0 0,2 0-1 0 0,0 0 1 0 0,0 0 0 0 0,0 1 0 0 0,1 0 0 0 0,1 0 0 0 0,0 0 0 0 0,1 1 0 0 0,0 0 0 0 0,0 0 0 0 0,2 0 0 0 0,-1 0 0 0 0,2 1 0 0 0,-1-1 0 0 0,2 0 0 0 0,-1 1 0 0 0,3 15 0 0 0,-1-21-7 0 0,0 1 0 0 0,0 0 0 0 0,1 0 0 0 0,0-1 1 0 0,0 1-1 0 0,0-1 0 0 0,1 1 0 0 0,1-1 0 0 0,-1 0 1 0 0,1 0-1 0 0,0-1 0 0 0,1 1 0 0 0,0-1 0 0 0,0 0 1 0 0,0 0-1 0 0,0 0 0 0 0,1-1 0 0 0,0 0 1 0 0,0 0-1 0 0,1 0 0 0 0,-1-1 0 0 0,1 0 0 0 0,0 0 1 0 0,0-1-1 0 0,1 0 0 0 0,-1 0 0 0 0,0-1 0 0 0,1 1 1 0 0,11 0-1 0 0,-8-1-94 0 0,1-1-1 0 0,-1-1 1 0 0,1 0 0 0 0,-1-1 0 0 0,0 0 0 0 0,1-1 0 0 0,-1 0-1 0 0,0 0 1 0 0,0-2 0 0 0,0 1 0 0 0,0-1 0 0 0,0-1 0 0 0,-1 0-1 0 0,15-9 1 0 0,6-7-141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96 4145 0 0,'-1'-3'191'0'0,"-1"-1"0"0"0,1 0 0 0 0,0 0 0 0 0,0 0 0 0 0,0 0 0 0 0,1 0 0 0 0,-1 0 0 0 0,1 0 0 0 0,0 0 0 0 0,0 1 0 0 0,0-1 1 0 0,1 0-1 0 0,-1 0 0 0 0,1 0 0 0 0,0 0 0 0 0,0 0 0 0 0,1 0 0 0 0,-1 1 0 0 0,1-1 0 0 0,-1 0 0 0 0,1 1 0 0 0,4-6 0 0 0,-6 9-124 0 0,0 0-1 0 0,1-1 1 0 0,-1 1-1 0 0,0 0 1 0 0,1 0-1 0 0,-1-1 1 0 0,0 1-1 0 0,1 0 1 0 0,-1 0-1 0 0,0 0 1 0 0,1 0-1 0 0,-1-1 0 0 0,0 1 1 0 0,1 0-1 0 0,-1 0 1 0 0,1 0-1 0 0,-1 0 1 0 0,0 0-1 0 0,1 0 1 0 0,-1 0-1 0 0,1 0 1 0 0,-1 0-1 0 0,0 0 1 0 0,1 0-1 0 0,-1 0 1 0 0,0 0-1 0 0,1 1 1 0 0,-1-1-1 0 0,0 0 1 0 0,1 0-1 0 0,-1 0 1 0 0,1 0-1 0 0,-1 1 1 0 0,0-1-1 0 0,0 0 1 0 0,1 0-1 0 0,-1 1 1 0 0,0-1-1 0 0,1 0 1 0 0,-1 1-1 0 0,0-1 1 0 0,0 0-1 0 0,0 1 1 0 0,1-1-1 0 0,-1 0 1 0 0,0 1-1 0 0,0-1 1 0 0,0 0-1 0 0,0 1 1 0 0,0-1-1 0 0,0 0 0 0 0,1 1 1 0 0,-1 0-1 0 0,7 22 1229 0 0,4 41 615 0 0,-2 0 1 0 0,-1 97-1 0 0,0 5-581 0 0,-3-121-1419 0 0,6 68 573 0 0,-2-39-3468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 3225 0 0,'0'-3'-117'0'0,"1"1"0"0"0,-1 0 0 0 0,1 0 0 0 0,0-1 0 0 0,-1 1 0 0 0,1 0 0 0 0,0 0 0 0 0,0 0 0 0 0,1 0 0 0 0,-1 0 0 0 0,0 0 0 0 0,1 1 0 0 0,2-4 0 0 0,-1 2 299 0 0,0 1 0 0 0,0 0 0 0 0,1 0 0 0 0,-1 0 0 0 0,1 0 0 0 0,-1 1 0 0 0,1 0 0 0 0,-1-1 1 0 0,1 1-1 0 0,0 0 0 0 0,-1 1 0 0 0,8-2 0 0 0,-5 2 202 0 0,0 0 0 0 0,0 0 0 0 0,1 0 0 0 0,-1 0 0 0 0,0 1-1 0 0,0 0 1 0 0,0 1 0 0 0,0-1 0 0 0,0 1 0 0 0,-1 0 0 0 0,1 0 0 0 0,0 1 0 0 0,8 5 0 0 0,-6-1-120 0 0,0 1 1 0 0,0 1-1 0 0,-1-1 1 0 0,0 1 0 0 0,0 1-1 0 0,-1-1 1 0 0,0 1-1 0 0,-1 0 1 0 0,0 0-1 0 0,0 1 1 0 0,-2-1 0 0 0,1 1-1 0 0,2 14 1 0 0,-1 0 204 0 0,0 0 0 0 0,-2 0 1 0 0,-2 0-1 0 0,-1 48 0 0 0,-1-65-457 0 0,1 0-1 0 0,-2 0 0 0 0,1 0 0 0 0,-1-1 1 0 0,0 1-1 0 0,0 0 0 0 0,-1-1 0 0 0,0 0 1 0 0,-1 1-1 0 0,0-1 0 0 0,0-1 0 0 0,0 1 1 0 0,-1 0-1 0 0,0-1 0 0 0,0 0 0 0 0,0 0 1 0 0,-1-1-1 0 0,0 1 0 0 0,0-1 0 0 0,0-1 1 0 0,-1 1-1 0 0,0-1 0 0 0,0 0 0 0 0,0-1 1 0 0,0 1-1 0 0,0-1 0 0 0,-1-1 0 0 0,0 1 1 0 0,1-1-1 0 0,-1-1 0 0 0,-10 2 0 0 0,2-3-1267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0,'1'1'79'0'0,"0"-1"1"0"0,0 1 0 0 0,-1-1 0 0 0,1 1 0 0 0,0 0 0 0 0,0-1-1 0 0,0 1 1 0 0,-1 0 0 0 0,1 0 0 0 0,0 0 0 0 0,-1 0-1 0 0,1-1 1 0 0,-1 1 0 0 0,1 0 0 0 0,-1 0 0 0 0,1 0-1 0 0,-1 0 1 0 0,0 0 0 0 0,0 0 0 0 0,1 2 0 0 0,7 28 1498 0 0,-6-24-930 0 0,20 95 3684 0 0,6 27-982 0 0,-23-113-3033 0 0,1 0 0 0 0,0 0 0 0 0,1 0 0 0 0,0-1-1 0 0,15 22 1 0 0,-21-36-310 0 0,-1 1-1 0 0,1-1 1 0 0,0 1-1 0 0,0-1 1 0 0,0 0-1 0 0,0 1 1 0 0,0-1-1 0 0,0 0 0 0 0,0 0 1 0 0,0 0-1 0 0,1 0 1 0 0,-1 0-1 0 0,0 0 1 0 0,1 0-1 0 0,-1 0 1 0 0,1 0-1 0 0,-1-1 1 0 0,1 1-1 0 0,-1-1 1 0 0,1 1-1 0 0,-1-1 1 0 0,1 1-1 0 0,-1-1 0 0 0,1 0 1 0 0,0 0-1 0 0,-1 0 1 0 0,1 0-1 0 0,0 0 1 0 0,1 0-1 0 0,-1-2-48 0 0,1 1 0 0 0,-1-1 0 0 0,0 0 0 0 0,0 0 0 0 0,0 1 0 0 0,0-1 0 0 0,0-1 0 0 0,-1 1 0 0 0,1 0 0 0 0,-1 0 0 0 0,1 0 0 0 0,-1-1 0 0 0,0 1 0 0 0,0-1 0 0 0,0 1 0 0 0,0-1 0 0 0,1-3-1 0 0,15-76-1720 0 0,-16 67 1353 0 0,2 0 1 0 0,0 0-1 0 0,1 0 1 0 0,0 1-1 0 0,1-1 1 0 0,0 1-1 0 0,9-16 1 0 0,-13 29 388 0 0,-1 0 1 0 0,1 0-1 0 0,-1 0 1 0 0,1 1 0 0 0,-1-1-1 0 0,1 0 1 0 0,0 0-1 0 0,0 0 1 0 0,-1 0 0 0 0,1 1-1 0 0,0-1 1 0 0,0 0-1 0 0,0 0 1 0 0,0 1 0 0 0,0-1-1 0 0,0 1 1 0 0,0-1-1 0 0,0 1 1 0 0,0 0 0 0 0,0-1-1 0 0,0 1 1 0 0,0 0-1 0 0,0-1 1 0 0,0 1 0 0 0,0 0-1 0 0,2 0 1 0 0,-1 1 29 0 0,-1-1 1 0 0,1 1-1 0 0,-1 0 0 0 0,0 0 1 0 0,1 0-1 0 0,-1 0 1 0 0,0 0-1 0 0,1 0 1 0 0,-1 0-1 0 0,0 1 0 0 0,0-1 1 0 0,0 0-1 0 0,0 1 1 0 0,0-1-1 0 0,1 3 1 0 0,4 9 329 0 0,-1-1 0 0 0,0 1 0 0 0,4 17 0 0 0,-7-25-142 0 0,52 166 3101 0 0,-6-63-4079 0 0,-41-94-66 0 0,2-3-217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0 180 6913 0 0,'0'5'19'0'0,"1"0"0"0"0,-1-1-1 0 0,1 1 1 0 0,0 0-1 0 0,0-1 1 0 0,0 0-1 0 0,1 1 1 0 0,-1-1-1 0 0,3 5 1 0 0,0 0 125 0 0,0 5 802 0 0,1 0 1 0 0,1 0 0 0 0,0-1-1 0 0,1 1 1 0 0,12 17-1 0 0,-17-29-910 0 0,-1 0 0 0 0,1 0 0 0 0,-1 1 0 0 0,1-2 0 0 0,0 1 0 0 0,0 0 0 0 0,0 0 0 0 0,0-1 1 0 0,0 1-1 0 0,0-1 0 0 0,0 1 0 0 0,1-1 0 0 0,-1 0 0 0 0,0 0 0 0 0,1 0 0 0 0,-1 0 0 0 0,1-1 0 0 0,-1 1 0 0 0,1-1 0 0 0,-1 1 0 0 0,1-1 0 0 0,0 0 0 0 0,-1 0 0 0 0,1 0 0 0 0,-1 0 0 0 0,1 0 0 0 0,-1-1 0 0 0,1 1 0 0 0,0-1 0 0 0,-1 0 0 0 0,0 0 0 0 0,1 1 0 0 0,-1-2 0 0 0,1 1 0 0 0,-1 0 0 0 0,0 0 0 0 0,0-1 0 0 0,0 1 0 0 0,3-4 0 0 0,1 0-150 0 0,-1 1-1 0 0,1-1 0 0 0,-1-1 1 0 0,-1 1-1 0 0,1-1 1 0 0,-1 0-1 0 0,0 0 1 0 0,0 0-1 0 0,-1 0 1 0 0,0-1-1 0 0,0 1 1 0 0,3-14-1 0 0,-1-2-165 0 0,-1 0 0 0 0,2-41 0 0 0,-5 46 304 0 0,0 1 0 0 0,1-1 0 0 0,1 1 0 0 0,0-1 0 0 0,1 1-1 0 0,9-23 1 0 0,-13 38-1 0 0,1 0-1 0 0,-1 0 0 0 0,1 0 1 0 0,-1-1-1 0 0,1 1 0 0 0,0 0 1 0 0,-1 0-1 0 0,1 0 0 0 0,0 0 1 0 0,0 0-1 0 0,0 0 0 0 0,0 1 1 0 0,0-1-1 0 0,0 0 0 0 0,0 0 1 0 0,1 0-1 0 0,-1 1 8 0 0,-1 0 0 0 0,1 0 0 0 0,-1 0 0 0 0,0 0 0 0 0,1 0 0 0 0,-1 0 0 0 0,1 0 0 0 0,-1 0-1 0 0,1 0 1 0 0,-1 1 0 0 0,1-1 0 0 0,-1 0 0 0 0,1 0 0 0 0,-1 0 0 0 0,0 1 0 0 0,1-1 0 0 0,-1 0 0 0 0,1 0 0 0 0,-1 1 0 0 0,0-1 0 0 0,1 0 0 0 0,-1 1 0 0 0,0-1 0 0 0,0 1-1 0 0,1-1 1 0 0,-1 0 0 0 0,1 1 0 0 0,1 3 139 0 0,-1 0 0 0 0,1 0 0 0 0,-1 0 0 0 0,1 1 0 0 0,-1-1 0 0 0,0 0 0 0 0,0 7 0 0 0,4 205 4436 0 0,-4-75-3578 0 0,-1-123-1081 0 0,-1 1-1 0 0,0-1 1 0 0,-4 21 0 0 0,-11 22-3014 0 0,13-50 941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7 3681 0 0,'0'0'101'0'0,"0"-1"-1"0"0,0 1 1 0 0,-1-1 0 0 0,1 1 0 0 0,0 0 0 0 0,0-1-1 0 0,-1 1 1 0 0,1 0 0 0 0,0 0 0 0 0,0-1 0 0 0,-1 1-1 0 0,1 0 1 0 0,0 0 0 0 0,-1-1 0 0 0,1 1 0 0 0,0 0-1 0 0,-1 0 1 0 0,1 0 0 0 0,-1-1 0 0 0,1 1 0 0 0,0 0-1 0 0,-1 0 1 0 0,1 0 0 0 0,-1 0 0 0 0,1 0 0 0 0,0 0-1 0 0,-1 0 1 0 0,1 0 0 0 0,-1 0 0 0 0,1 0 0 0 0,0 0-1 0 0,-1 0 1 0 0,1 0 0 0 0,-1 0 0 0 0,1 0 0 0 0,0 1-1 0 0,-1-1 1 0 0,1 0 0 0 0,-1 0 0 0 0,1 0 0 0 0,-1 1-1 0 0,-19 18 2465 0 0,-15 33 207 0 0,33-49-2516 0 0,-9 16 510 0 0,-36 61 1561 0 0,42-70-2072 0 0,1 1 1 0 0,0-1-1 0 0,0 1 1 0 0,1-1-1 0 0,0 1 0 0 0,-1 13 1 0 0,4-22-250 0 0,0 0 0 0 0,0-1 0 0 0,0 1 1 0 0,0 0-1 0 0,0 0 0 0 0,0 0 0 0 0,0 0 0 0 0,1-1 1 0 0,-1 1-1 0 0,1 0 0 0 0,-1 0 0 0 0,1-1 0 0 0,0 1 1 0 0,0 0-1 0 0,0-1 0 0 0,0 1 0 0 0,0-1 0 0 0,0 1 0 0 0,0-1 1 0 0,0 1-1 0 0,1-1 0 0 0,-1 0 0 0 0,0 0 0 0 0,1 0 1 0 0,-1 0-1 0 0,1 0 0 0 0,-1 0 0 0 0,1 0 0 0 0,0 0 0 0 0,-1 0 1 0 0,1-1-1 0 0,3 2 0 0 0,6 0-111 0 0,0 0-1 0 0,0 0 1 0 0,0-1-1 0 0,18-1 1 0 0,10 2-174 0 0,-36-1 252 0 0,1-1-1 0 0,-1 1 1 0 0,1 0-1 0 0,-1 0 1 0 0,0 0-1 0 0,1 0 0 0 0,-1 1 1 0 0,0-1-1 0 0,0 1 1 0 0,0 0-1 0 0,0 0 1 0 0,0 0-1 0 0,-1 0 0 0 0,1 0 1 0 0,0 1-1 0 0,-1-1 1 0 0,0 1-1 0 0,1 0 1 0 0,-1 0-1 0 0,0 0 0 0 0,-1 0 1 0 0,3 4-1 0 0,-3-3 23 0 0,0 1-1 0 0,0 0 0 0 0,0-1 0 0 0,0 1 0 0 0,-1 0 1 0 0,0 0-1 0 0,0 0 0 0 0,0 0 0 0 0,-1-1 0 0 0,0 1 1 0 0,0 0-1 0 0,0 0 0 0 0,0-1 0 0 0,-1 1 0 0 0,-3 7 1 0 0,-5 7 103 0 0,-1 1 1 0 0,-1-2 0 0 0,-1 0 0 0 0,-26 30-1 0 0,3-5-666 0 0,27-31-294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0 403 3225 0 0,'2'-1'144'0'0,"-1"1"1"0"0,1-1 0 0 0,0 1 0 0 0,-1-1-1 0 0,1 1 1 0 0,-1 0 0 0 0,1-1-1 0 0,0 1 1 0 0,0 0 0 0 0,-1 0-1 0 0,1 0 1 0 0,0 0 0 0 0,-1 1 0 0 0,1-1-1 0 0,0 0 1 0 0,-1 1 0 0 0,1-1-1 0 0,0 1 1 0 0,-1 0 0 0 0,1-1 0 0 0,-1 1-1 0 0,1 0 1 0 0,-1 0 0 0 0,0 0-1 0 0,1 0 1 0 0,-1 0 0 0 0,0 0 0 0 0,1 0-1 0 0,-1 1 1 0 0,0-1 0 0 0,0 0-1 0 0,0 1 1 0 0,1 1 0 0 0,4 7 1371 0 0,0 0-1 0 0,-1 0 1 0 0,8 21 0 0 0,-8-20-1012 0 0,75 190 5676 0 0,-74-183-6378 0 0,-5-14-58 0 0,0 0-1 0 0,0 0 0 0 0,0-1 0 0 0,0 1 1 0 0,1-1-1 0 0,0 1 0 0 0,-1-1 1 0 0,1 0-1 0 0,0 1 0 0 0,1-1 0 0 0,-1 0 1 0 0,4 3-1 0 0</inkml:trace>
  <inkml:trace contextRef="#ctx0" brushRef="#br0" timeOffset="1">76 50 3225 0 0,'2'-5'288'0'0,"-1"-1"-288"0"0,0 4 0 0 0,-1 0 0 0 0,2 1 64 0 0,-2-2-64 0 0,1-1 0 0 0,2-3 0 0 0,-1 1 576 0 0,2-1 96 0 0,-1 3 8 0 0,0 1 8 0 0,1 3-688 0 0,0 0-160 0 0,0 3-16 0 0,0 1-8 0 0,-2 3 184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39 4145 0 0,'-7'-10'5514'0'0,"6"8"-5103"0"0,0 0 0 0 0,0 0 1 0 0,0 0-1 0 0,-1 0 0 0 0,1 0 1 0 0,0 0-1 0 0,-1 1 0 0 0,0-1 1 0 0,1 1-1 0 0,-1-1 0 0 0,0 1 1 0 0,0 0-1 0 0,1-1 1 0 0,-1 1-1 0 0,0 0 0 0 0,-3-1 1 0 0,2 2-284 0 0,0-1 1 0 0,-1 1 0 0 0,1 0 0 0 0,0 0-1 0 0,-1 0 1 0 0,1 1 0 0 0,0-1 0 0 0,-1 1-1 0 0,1 0 1 0 0,0-1 0 0 0,0 2 0 0 0,-1-1-1 0 0,1 0 1 0 0,0 1 0 0 0,0-1 0 0 0,1 1-1 0 0,-1 0 1 0 0,0 0 0 0 0,0 0 0 0 0,-2 3-1 0 0,-8 6 152 0 0,1 1-1 0 0,-17 20 1 0 0,11-11-142 0 0,2 1 1 0 0,-25 43-1 0 0,36-56-111 0 0,0 1-1 0 0,0 0 1 0 0,1 0-1 0 0,1 0 1 0 0,0 0-1 0 0,0 1 1 0 0,1-1-1 0 0,0 1 0 0 0,1 0 1 0 0,0 12-1 0 0,2-20-64 0 0,0 1-1 0 0,0 0 0 0 0,0 0 0 0 0,0-1 0 0 0,1 1 1 0 0,0-1-1 0 0,0 1 0 0 0,0-1 0 0 0,0 0 0 0 0,0 0 1 0 0,0 0-1 0 0,1 0 0 0 0,0 0 0 0 0,-1 0 0 0 0,1 0 1 0 0,0-1-1 0 0,1 0 0 0 0,-1 0 0 0 0,0 0 0 0 0,1 0 1 0 0,4 2-1 0 0,10 5-366 0 0,1-1-1 0 0,32 9 1 0 0,-49-17 385 0 0,51 14-1826 0 0,-26-7 628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92 450 2304 0 0,'-1'0'36'0'0,"1"0"-1"0"0,-1 0 0 0 0,0 1 0 0 0,1-1 0 0 0,-1 0 0 0 0,0 0 0 0 0,1 0 0 0 0,-1 0 0 0 0,1 1 0 0 0,-1-1 0 0 0,0 0 1 0 0,1 1-1 0 0,-1-1 0 0 0,1 0 0 0 0,-1 1 0 0 0,1-1 0 0 0,-1 1 0 0 0,1-1 0 0 0,0 1 0 0 0,-1-1 0 0 0,1 1 0 0 0,-1-1 0 0 0,1 1 1 0 0,0-1-1 0 0,0 1 0 0 0,-1 0 0 0 0,1-1 0 0 0,0 2 0 0 0,-12 18 1457 0 0,-2 8 490 0 0,1 0 0 0 0,-11 38-1 0 0,20-55-1589 0 0,1 1 0 0 0,1-1-1 0 0,-1 0 1 0 0,2 1-1 0 0,0-1 1 0 0,0 1-1 0 0,1-1 1 0 0,1 1 0 0 0,2 16-1 0 0,-3-26-400 0 0,0 0-1 0 0,1 0 1 0 0,-1 0 0 0 0,1 0-1 0 0,-1 0 1 0 0,1 0 0 0 0,0 0-1 0 0,-1 0 1 0 0,1 0 0 0 0,0 0-1 0 0,1-1 1 0 0,-1 1 0 0 0,0 0 0 0 0,0-1-1 0 0,1 1 1 0 0,-1-1 0 0 0,1 1-1 0 0,-1-1 1 0 0,1 0 0 0 0,0 1-1 0 0,-1-1 1 0 0,1 0 0 0 0,0 0-1 0 0,0 0 1 0 0,0 0 0 0 0,3 0-1 0 0,-3-1-53 0 0,1 0 0 0 0,-1 0 0 0 0,0-1 0 0 0,1 1 0 0 0,-1-1 0 0 0,0 0 0 0 0,1 1-1 0 0,-1-1 1 0 0,0 0 0 0 0,0 0 0 0 0,0-1 0 0 0,0 1 0 0 0,0 0 0 0 0,0-1 0 0 0,0 1 0 0 0,0-1 0 0 0,-1 0 0 0 0,1 1-1 0 0,-1-1 1 0 0,1 0 0 0 0,-1 0 0 0 0,3-4 0 0 0,18-30-860 0 0,22-48 0 0 0,5-7-1769 0 0,-48 89 2612 0 0,0 0 1 0 0,0 0 0 0 0,0 0-1 0 0,0 0 1 0 0,1 0-1 0 0,-1 1 1 0 0,1-1 0 0 0,-1 1-1 0 0,1-1 1 0 0,0 1-1 0 0,0-1 1 0 0,0 1 0 0 0,2-2-1 0 0,-3 3 88 0 0,-1 0-1 0 0,0 0 1 0 0,1 0 0 0 0,-1 0-1 0 0,0 0 1 0 0,1 0-1 0 0,-1 0 1 0 0,0 0 0 0 0,1 0-1 0 0,-1 0 1 0 0,0 0-1 0 0,1 1 1 0 0,-1-1 0 0 0,0 0-1 0 0,1 0 1 0 0,-1 0-1 0 0,0 0 1 0 0,1 0 0 0 0,-1 1-1 0 0,0-1 1 0 0,1 0-1 0 0,-1 0 1 0 0,0 1 0 0 0,0-1-1 0 0,1 0 1 0 0,-1 0 0 0 0,0 1-1 0 0,1-1 1 0 0,4 20 892 0 0,-2 21 1221 0 0,-3-21-898 0 0,2 0 0 0 0,0 0 0 0 0,2 0 1 0 0,7 26-1 0 0,-9-40-1235 0 0,0 0 0 0 0,1 0 0 0 0,0 0 0 0 0,1-1 0 0 0,-1 1 0 0 0,1-1 0 0 0,5 7 0 0 0,-4-8-422 0 0,-1 0 1 0 0,0 0-1 0 0,1 0 1 0 0,0-1 0 0 0,0 0-1 0 0,0 0 1 0 0,0 0-1 0 0,1 0 1 0 0,6 1-1 0 0</inkml:trace>
  <inkml:trace contextRef="#ctx0" brushRef="#br0" timeOffset="1">584 58 4609 0 0,'0'-8'314'0'0,"0"-21"-229"0"0,0 28-34 0 0,0 0-1 0 0,0 0 0 0 0,0 0 0 0 0,0-1 0 0 0,1 1 0 0 0,-1 0 0 0 0,0 0 0 0 0,1 0 0 0 0,-1 0 0 0 0,0 0 0 0 0,1 0 0 0 0,-1 0 0 0 0,1 0 1 0 0,-1 0-1 0 0,1 0 0 0 0,0 0 0 0 0,0 0 0 0 0,1-1 0 0 0,-2 2 109 0 0,1 1 1 0 0,-1-1-1 0 0,0 0 1 0 0,1 1-1 0 0,-1-1 1 0 0,1 0-1 0 0,-1 1 0 0 0,0-1 1 0 0,1 1-1 0 0,-1-1 1 0 0,0 1-1 0 0,1-1 1 0 0,-1 1-1 0 0,0-1 1 0 0,0 1-1 0 0,0-1 0 0 0,1 1 1 0 0,-1-1-1 0 0,0 1 1 0 0,0-1-1 0 0,0 1 1 0 0,0-1-1 0 0,0 1 1 0 0,0 0-1 0 0,0-1 0 0 0,0 1 1 0 0,0-1-1 0 0,-1 1 1 0 0,3 23 1069 0 0,-2-22-839 0 0,1 59 227 0 0,12 186 5052 0 0,-8-212-5016 0 0,1-1-1 0 0,1 1 1 0 0,2-1-1 0 0,2-1 1 0 0,15 35 0 0 0,8 0-464 0 0,-15-31-843 0 0,-2 1 0 0 0,13 41 0 0 0,-19-36-6735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6913 0 0,'-13'0'-1143'0'0,"5"3"3555"0"0,22 10 2905 0 0,-10-12-5144 0 0,1 1 0 0 0,0-1-1 0 0,0 1 1 0 0,0-1 0 0 0,0-1 0 0 0,0 1 0 0 0,0-1-1 0 0,0 0 1 0 0,0 0 0 0 0,0 0 0 0 0,10-2 0 0 0,8 0-95 0 0,43 6 721 0 0,-1 3 0 0 0,125 29-1 0 0,-14-1 656 0 0,-148-31-1414 0 0,34 5 166 0 0,70 3-1 0 0,-114-12-176 0 0,1 0 0 0 0,-1-1 0 0 0,0-1 0 0 0,0-1 0 0 0,0-1 0 0 0,0 0-1 0 0,0-1 1 0 0,25-11 0 0 0,-22 1-1945 0 0,-11 4 81 0 0,-10 11 1788 0 0,0 0 0 0 0,0 0 0 0 0,0-1 0 0 0,0 1 0 0 0,0 0 1 0 0,0 0-1 0 0,0 0 0 0 0,0-1 0 0 0,1 1 0 0 0,-1 0 0 0 0,0 0 0 0 0,0 0 0 0 0,0-1 1 0 0,0 1-1 0 0,0 0 0 0 0,0 0 0 0 0,0 0 0 0 0,0-1 0 0 0,0 1 0 0 0,-1 0 0 0 0,1 0 1 0 0,0-1-1 0 0,0 1 0 0 0,0 0 0 0 0,0 0 0 0 0,0 0 0 0 0,0 0 0 0 0,0-1 1 0 0,0 1-1 0 0,0 0 0 0 0,-1 0 0 0 0,1 0 0 0 0,0 0 0 0 0,0-1 0 0 0,0 1 0 0 0,0 0 1 0 0,-1 0-1 0 0,1 0 0 0 0,0 0 0 0 0,0 0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8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 5985 0 0,'-1'0'258'0'0,"-1"0"-1"0"0,1 0 1 0 0,0 0-1 0 0,0 0 1 0 0,0 0-1 0 0,0 0 1 0 0,0 0-1 0 0,0 0 1 0 0,0 0-1 0 0,0 1 0 0 0,0-1 1 0 0,0 0-1 0 0,0 1 1 0 0,0-1-1 0 0,0 1 1 0 0,0-1-1 0 0,0 1 1 0 0,0 0-1 0 0,0-1 1 0 0,0 1-1 0 0,0 0 1 0 0,1 0-1 0 0,-1-1 1 0 0,0 1-1 0 0,1 0 1 0 0,-2 2-1 0 0,2-1-25 0 0,-1-1-1 0 0,1 1 1 0 0,0 0 0 0 0,0 0-1 0 0,0 0 1 0 0,0 0 0 0 0,0 0-1 0 0,0 0 1 0 0,0 0-1 0 0,1 0 1 0 0,-1-1 0 0 0,1 1-1 0 0,-1 0 1 0 0,2 2 0 0 0,4 8 268 0 0,0 0 0 0 0,0 0 0 0 0,12 14 0 0 0,-15-22-348 0 0,12 16-28 0 0,0-1 1 0 0,2 0-1 0 0,1-1 0 0 0,0-1 1 0 0,1 0-1 0 0,1-2 0 0 0,0 0 1 0 0,1-1-1 0 0,1-2 0 0 0,0 0 1 0 0,0-1-1 0 0,48 16 0 0 0,7 4-124 0 0,-70-28 0 0 0,-1 1 0 0 0,1-1 0 0 0,-1 1 0 0 0,0 1 0 0 0,-1-1 0 0 0,1 1 0 0 0,-1 0 0 0 0,0 0 0 0 0,6 8 0 0 0,-10-12 4 0 0,-1 0-1 0 0,0 0 1 0 0,0 0-1 0 0,0 0 0 0 0,0 0 1 0 0,0 0-1 0 0,0 0 1 0 0,0 0-1 0 0,0 0 1 0 0,0 1-1 0 0,0-1 0 0 0,-1 0 1 0 0,1 0-1 0 0,0 0 1 0 0,-1 0-1 0 0,1 0 1 0 0,-1 0-1 0 0,1 0 1 0 0,-1 0-1 0 0,1-1 0 0 0,-1 1 1 0 0,0 0-1 0 0,1 0 1 0 0,-2 1-1 0 0,-24 26 197 0 0,17-19-86 0 0,-44 48 803 0 0,33-38-1327 0 0,1 2-1 0 0,1 0 0 0 0,1 0 0 0 0,-14 26 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0 356 5985 0 0,'2'1'251'0'0,"-1"0"0"0"0,1 0 0 0 0,0-1 0 0 0,0 0 0 0 0,-1 1 0 0 0,1-1 0 0 0,0 0-1 0 0,0 1 1 0 0,0-1 0 0 0,0 0 0 0 0,-1-1 0 0 0,1 1 0 0 0,0 0 0 0 0,3-1 0 0 0,26-6 2855 0 0,-14 2-2180 0 0,0-1 0 0 0,-1-1-1 0 0,0 0 1 0 0,-1-1 0 0 0,18-12 0 0 0,-19 11-773 0 0,-1-1 0 0 0,-1 0-1 0 0,0-1 1 0 0,0 0 0 0 0,-1 0 0 0 0,0-2-1 0 0,-1 1 1 0 0,-1-1 0 0 0,16-28 0 0 0,-23 34-181 0 0,1 0 0 0 0,-1 0 0 0 0,0 0 0 0 0,-1 0 0 0 0,0 0 1 0 0,0-1-1 0 0,-1 1 0 0 0,1 0 0 0 0,-2-1 0 0 0,0-8 0 0 0,1 13-55 0 0,0 0 0 0 0,-1 0-1 0 0,1-1 1 0 0,-1 1 0 0 0,0 0-1 0 0,0 0 1 0 0,0-1 0 0 0,0 1-1 0 0,-1 0 1 0 0,1 0 0 0 0,-1 0-1 0 0,0 1 1 0 0,0-1 0 0 0,0 0-1 0 0,0 1 1 0 0,0-1 0 0 0,0 1-1 0 0,-1 0 1 0 0,1-1-1 0 0,-1 1 1 0 0,0 0 0 0 0,1 1-1 0 0,-1-1 1 0 0,-4-1 0 0 0,4 2-21 0 0,0 1 1 0 0,-1 0-1 0 0,1 0 1 0 0,0 0-1 0 0,0 0 1 0 0,0 0-1 0 0,0 1 1 0 0,0 0-1 0 0,-1-1 1 0 0,1 1-1 0 0,0 0 1 0 0,1 1-1 0 0,-1-1 1 0 0,0 0-1 0 0,0 1 0 0 0,0 0 1 0 0,1-1-1 0 0,-1 1 1 0 0,1 0-1 0 0,0 1 1 0 0,-1-1-1 0 0,-2 4 1 0 0,-7 6 28 0 0,1 1 0 0 0,-15 24 1 0 0,26-37 76 0 0,-15 22 359 0 0,1 1 0 0 0,-12 29 0 0 0,22-44-213 0 0,1-1-1 0 0,0 1 1 0 0,0 0 0 0 0,1 1-1 0 0,0-1 1 0 0,1 0 0 0 0,0 1-1 0 0,0-1 1 0 0,1 0-1 0 0,-1 1 1 0 0,3 8 0 0 0,-1-12-92 0 0,1 0 1 0 0,0 0 0 0 0,0 0-1 0 0,0 0 1 0 0,0-1-1 0 0,1 1 1 0 0,0-1 0 0 0,0 0-1 0 0,0 0 1 0 0,1 0-1 0 0,0 0 1 0 0,-1 0 0 0 0,1-1-1 0 0,0 1 1 0 0,1-1 0 0 0,-1 0-1 0 0,0 0 1 0 0,1-1-1 0 0,0 1 1 0 0,0-1 0 0 0,-1 0-1 0 0,1-1 1 0 0,1 1-1 0 0,5 0 1 0 0,4 2 13 0 0,0-1 0 0 0,0-1 0 0 0,0 0 0 0 0,0-1 0 0 0,0-1 0 0 0,0 0 0 0 0,19-3 0 0 0,-14-1-536 0 0,0 0-1 0 0,-1-1 1 0 0,1-1-1 0 0,-2 0 1 0 0,1-2 0 0 0,21-11-1 0 0,-13 2-5593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20 3681 0 0,'-5'-15'518'0'0,"5"14"-463"0"0,0 1 0 0 0,1 0 0 0 0,-1 0 0 0 0,0 0 0 0 0,0-1 0 0 0,0 1 0 0 0,0 0 0 0 0,0 0 0 0 0,1 0 0 0 0,-1-1 0 0 0,0 1 0 0 0,0 0 0 0 0,0 0 0 0 0,1 0 0 0 0,-1 0 0 0 0,0 0 0 0 0,0-1 0 0 0,0 1 0 0 0,1 0 0 0 0,-1 0 0 0 0,0 0 0 0 0,0 0-1 0 0,1 0 1 0 0,-1 0 0 0 0,0 0 0 0 0,0 0 0 0 0,7 4 2708 0 0,-5 1-1446 0 0,7 21 61 0 0,-1 0 0 0 0,-2 1-1 0 0,6 38 1 0 0,1 90 1611 0 0,-9-88-1637 0 0,15 79 0 0 0,50 117-2713 0 0,-58-230-5690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1 237 5529 0 0,'22'-3'3968'0'0,"-11"0"-2414"0"0,0-1 1 0 0,0 0 0 0 0,17-10-1 0 0,-17 8-843 0 0,-1 0 0 0 0,0-1 0 0 0,17-16 0 0 0,-22 19-749 0 0,0-1-1 0 0,0 1 1 0 0,-1-1-1 0 0,0 0 0 0 0,0 0 1 0 0,0-1-1 0 0,-1 1 1 0 0,0-1-1 0 0,0 0 1 0 0,0 0-1 0 0,-1 0 0 0 0,0 0 1 0 0,0 0-1 0 0,-1-1 1 0 0,1 1-1 0 0,-1 0 1 0 0,0-1-1 0 0,-1 1 0 0 0,0-8 1 0 0,0 12-171 0 0,0 0-1 0 0,0 0 1 0 0,0 0 0 0 0,-1 0 0 0 0,1 0-1 0 0,-1 0 1 0 0,1 0 0 0 0,-1 0 0 0 0,0 0-1 0 0,0 0 1 0 0,0 0 0 0 0,0 1 0 0 0,0-1-1 0 0,0 0 1 0 0,0 1 0 0 0,0-1 0 0 0,-1 1-1 0 0,1-1 1 0 0,0 1 0 0 0,-1-1 0 0 0,0 1-1 0 0,-2-2 1 0 0,1 2-16 0 0,0 1 0 0 0,1-1-1 0 0,-1 0 1 0 0,0 1 0 0 0,0 0-1 0 0,1 0 1 0 0,-1 0 0 0 0,0 0 0 0 0,0 0-1 0 0,1 0 1 0 0,-1 1 0 0 0,0-1-1 0 0,0 1 1 0 0,-3 1 0 0 0,-4 2 13 0 0,1 0 0 0 0,0 0 0 0 0,-13 8 1 0 0,-15 15 2994 0 0,35-25-2703 0 0,1-1 0 0 0,-1 1 0 0 0,1 0 1 0 0,0-1-1 0 0,0 1 0 0 0,-1 0 0 0 0,1 0 0 0 0,1 0 1 0 0,-1-1-1 0 0,0 1 0 0 0,0 0 0 0 0,1 0 0 0 0,-1 0 1 0 0,1 1-1 0 0,-1-1 0 0 0,1 0 0 0 0,0 0 0 0 0,0 0 0 0 0,0 0 1 0 0,0 0-1 0 0,0 0 0 0 0,1 0 0 0 0,-1 0 0 0 0,1 0 1 0 0,1 4-1 0 0,2 7 608 0 0,1-1 0 0 0,0 0 1 0 0,9 14-1 0 0,1 3-134 0 0,-5-7-551 0 0,-5-8-260 0 0,0 0-1 0 0,2 0 1 0 0,0-1-1 0 0,0 0 1 0 0,1-1-1 0 0,1 1 1 0 0,12 12-1 0 0,-8-15-5119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3681 0 0,'0'0'284'0'0,"0"0"-187"0"0,-2 0 703 0 0,-1 1 0 0 0,0-1 0 0 0,1 1 0 0 0,-1 0-1 0 0,0 0 1 0 0,1 0 0 0 0,-1 0 0 0 0,1 1 0 0 0,-5 2 0 0 0,0 2-33 0 0,-1-1 1 0 0,1 1-1 0 0,0 0 1 0 0,-5 8-1 0 0,7-7-553 0 0,0 1-1 0 0,1 0 1 0 0,0 0-1 0 0,0 0 1 0 0,1 0-1 0 0,0 0 1 0 0,0 1-1 0 0,1 0 1 0 0,0-1-1 0 0,1 1 1 0 0,0 0-1 0 0,0 0 1 0 0,1 0-1 0 0,0 0 1 0 0,1 0 0 0 0,0-1-1 0 0,0 1 1 0 0,4 12-1 0 0,-3-13-146 0 0,0 1-1 0 0,0-1 1 0 0,1 0-1 0 0,0 0 0 0 0,1-1 1 0 0,-1 1-1 0 0,2-1 1 0 0,-1 0-1 0 0,1 0 1 0 0,0 0-1 0 0,0 0 1 0 0,1-1-1 0 0,0 0 1 0 0,0 0-1 0 0,0-1 1 0 0,1 1-1 0 0,0-1 1 0 0,0-1-1 0 0,12 7 1 0 0,-14-10-81 0 0,0 1 1 0 0,0 0 0 0 0,0-1 0 0 0,0 0-1 0 0,0 0 1 0 0,0-1 0 0 0,0 0 0 0 0,0 1-1 0 0,0-2 1 0 0,0 1 0 0 0,1 0 0 0 0,-1-1-1 0 0,9-3 1 0 0,19-12-5875 0 0,-13 0-649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7370 0 0,'3'-3'2297'0'0,"4"7"-450"0"0,4 10 907 0 0,-1 23-693 0 0,-2 0-1 0 0,4 45 1 0 0,0-6-1150 0 0,38 132 298 0 0,-16-79-3268 0 0,-27-104-5305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7834 0 0,'6'2'444'0'0,"-1"1"1"0"0,1-1-1 0 0,0 1 1 0 0,-1-2-1 0 0,1 1 1 0 0,0-1-1 0 0,0 0 1 0 0,0 0-1 0 0,11 0 1 0 0,-5 0 409 0 0,8 1 208 0 0,1-2-1 0 0,0 0 0 0 0,0-1 0 0 0,34-6 0 0 0,-9-3-2565 0 0,-2 0-4410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1 173 6913 0 0,'16'4'1017'0'0,"1"1"-1"0"0,-1 0 0 0 0,1 1 0 0 0,-1 1 0 0 0,-1 0 0 0 0,21 14 0 0 0,-28-16-726 0 0,0 0 1 0 0,0 0-1 0 0,-1 1 0 0 0,0 1 1 0 0,0-1-1 0 0,-1 1 0 0 0,0 0 1 0 0,0 0-1 0 0,-1 1 0 0 0,1 0 1 0 0,-2 0-1 0 0,1 0 0 0 0,3 11 1 0 0,-7-6-18 0 0,-9-16-34 0 0,-10-17 235 0 0,13 7-312 0 0,1 0-1 0 0,1 1 0 0 0,0-1 0 0 0,1 0 0 0 0,0-1 1 0 0,1 1-1 0 0,1-26 0 0 0,13-97-4237 0 0,-10 113 1559 0 0,2-11-3415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1 311 1376 0 0,'7'12'766'0'0,"0"1"0"0"0,-1 0 0 0 0,0 0 0 0 0,-1 0 0 0 0,0 0 0 0 0,4 27 0 0 0,7 87 3948 0 0,-11-71-3239 0 0,-3-64-4517 0 0,-1-20 3151 0 0,-2 10-109 0 0</inkml:trace>
  <inkml:trace contextRef="#ctx0" brushRef="#br0" timeOffset="1">66 22 9218 0 0,'0'-3'408'0'0,"1"2"80"0"0,1-2-392 0 0,-1 2-96 0 0,-1 0 0 0 0,2-2-328 0 0,-1 1 136 0 0,0 0-8 0 0,1-1-664 0 0,-1 0-136 0 0,-6 11-1217 0 0,0 1 2217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0 2761 0 0,'-11'2'962'0'0,"0"-1"1"0"0,0 2 0 0 0,1 0 0 0 0,-1 0 0 0 0,1 1 0 0 0,-1 0 0 0 0,1 0 0 0 0,0 1-1 0 0,1 1 1 0 0,-13 9 0 0 0,9-5-541 0 0,1 2 0 0 0,0 0 0 0 0,1 0 0 0 0,0 1 0 0 0,1 0 0 0 0,1 1 0 0 0,0 0 0 0 0,1 1 0 0 0,0 0 0 0 0,1 0 0 0 0,1 0 0 0 0,0 1 0 0 0,-6 29 0 0 0,12-43-416 0 0,-1 1-1 0 0,1-1 1 0 0,-1 1-1 0 0,1-1 1 0 0,0 1 0 0 0,0 0-1 0 0,0-1 1 0 0,0 1-1 0 0,1-1 1 0 0,-1 1 0 0 0,1-1-1 0 0,0 0 1 0 0,-1 1-1 0 0,1-1 1 0 0,0 1 0 0 0,0-1-1 0 0,1 0 1 0 0,-1 0-1 0 0,0 0 1 0 0,1 0-1 0 0,-1 0 1 0 0,1 0 0 0 0,0 0-1 0 0,0 0 1 0 0,-1 0-1 0 0,1-1 1 0 0,0 1 0 0 0,0-1-1 0 0,4 2 1 0 0,0 0-270 0 0,1-1 1 0 0,-1 0 0 0 0,1 0-1 0 0,-1-1 1 0 0,1 0 0 0 0,0 0-1 0 0,-1 0 1 0 0,1-1 0 0 0,12-1-1 0 0,2-1-1271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212 319 3225 0 0,'0'0'61'0'0,"1"-1"1"0"0,0 1-1 0 0,-1 0 1 0 0,1-1-1 0 0,0 1 1 0 0,0 0 0 0 0,-1-1-1 0 0,1 1 1 0 0,0 0-1 0 0,0 0 1 0 0,-1 0-1 0 0,1 0 1 0 0,0 0-1 0 0,0 0 1 0 0,0 0 0 0 0,-1 0-1 0 0,1 0 1 0 0,0 0-1 0 0,0 1 1 0 0,-1-1-1 0 0,1 0 1 0 0,0 0-1 0 0,-1 1 1 0 0,1-1 0 0 0,0 0-1 0 0,1 2 1 0 0,-2-1 182 0 0,0-1 0 0 0,-1 1 1 0 0,1 0-1 0 0,0 0 1 0 0,0 0-1 0 0,0 0 0 0 0,0 0 1 0 0,-1 0-1 0 0,1 0 1 0 0,0 0-1 0 0,-1 0 1 0 0,1-1-1 0 0,-1 1 0 0 0,1 0 1 0 0,-1 0-1 0 0,1 0 1 0 0,-2 0-1 0 0,-33 36 4866 0 0,12-19-3894 0 0,-29 16-1 0 0,33-22-900 0 0,0 0 0 0 0,1 2 1 0 0,-18 16-1 0 0,34-27-290 0 0,-1-1-1 0 0,1 2 1 0 0,0-1 0 0 0,0 0 0 0 0,0 0-1 0 0,0 1 1 0 0,1-1 0 0 0,-1 1 0 0 0,1-1-1 0 0,0 1 1 0 0,0-1 0 0 0,0 1-1 0 0,0 0 1 0 0,1 6 0 0 0,-1-9-15 0 0,1 0 1 0 0,1 0-1 0 0,-1 0 0 0 0,0 0 1 0 0,0 1-1 0 0,0-1 0 0 0,1 0 1 0 0,-1 0-1 0 0,0 0 0 0 0,1 0 1 0 0,-1 0-1 0 0,1 0 0 0 0,-1 0 1 0 0,1 0-1 0 0,0 0 0 0 0,-1 0 1 0 0,1 0-1 0 0,0-1 0 0 0,0 1 1 0 0,1 1-1 0 0,0-1-5 0 0,-1 0 1 0 0,1-1-1 0 0,0 1 0 0 0,-1-1 1 0 0,1 1-1 0 0,0-1 0 0 0,0 0 1 0 0,0 0-1 0 0,-1 1 0 0 0,1-1 1 0 0,0 0-1 0 0,0-1 0 0 0,0 1 1 0 0,-1 0-1 0 0,1-1 0 0 0,0 1 1 0 0,2-1-1 0 0,0-1-57 0 0,0 1 1 0 0,0-1-1 0 0,0 1 0 0 0,0-1 0 0 0,0-1 1 0 0,0 1-1 0 0,-1 0 0 0 0,1-1 0 0 0,-1 0 0 0 0,0 0 1 0 0,0 0-1 0 0,0 0 0 0 0,0 0 0 0 0,4-8 1 0 0,1-2-364 0 0,0 0 0 0 0,9-28 0 0 0,0 2 118 0 0,-18 43 543 0 0,0 0-1 0 0,0 1 0 0 0,1-1 0 0 0,-1 0 1 0 0,1 1-1 0 0,0-1 0 0 0,0 0 1 0 0,1 1-1 0 0,-1-1 0 0 0,3 7 1 0 0,12 47 1177 0 0,-11-49-1364 0 0,0 0 0 0 0,0 0 1 0 0,0-1-1 0 0,1 0 0 0 0,0 0 0 0 0,1 0 0 0 0,0-1 0 0 0,0 1 0 0 0,1-1 0 0 0,0-1 0 0 0,10 9 0 0 0,-15-13-141 0 0,1-1 0 0 0,0 1 0 0 0,-1 0 0 0 0,1-1-1 0 0,0 0 1 0 0,0 1 0 0 0,0-1 0 0 0,0 0 0 0 0,0 0 0 0 0,0-1 0 0 0,0 1 0 0 0,1-1 0 0 0,-1 0 0 0 0,0 1-1 0 0,0-1 1 0 0,0-1 0 0 0,1 1 0 0 0,-1 0 0 0 0,0-1 0 0 0,0 0 0 0 0,0 1 0 0 0,0-1 0 0 0,0 0 0 0 0,0-1 0 0 0,0 1-1 0 0,0 0 1 0 0,-1-1 0 0 0,1 0 0 0 0,0 0 0 0 0,-1 0 0 0 0,1 0 0 0 0,-1 0 0 0 0,0 0 0 0 0,0 0 0 0 0,0-1-1 0 0,0 1 1 0 0,2-4 0 0 0,7-10-910 0 0,-1 0-1 0 0,-1 0 1 0 0,0-1-1 0 0,-1 0 1 0 0,-1-1-1 0 0,-1 0 1 0 0,0 0-1 0 0,5-36 1 0 0,-3 4 622 0 0,-3 0 1 0 0,-2-57-1 0 0,-3 90 342 0 0,-2 1 0 0 0,0 0-1 0 0,-1 0 1 0 0,0 0-1 0 0,-1 0 1 0 0,-1 1-1 0 0,0-1 1 0 0,-2 1-1 0 0,1 0 1 0 0,-2 1-1 0 0,-10-15 1 0 0,16 9 8294 0 0,8 30-6711 0 0,6 26-241 0 0,-2 0 0 0 0,-2 0 0 0 0,5 42 0 0 0,4 21-365 0 0,2-33-732 0 0,2 0-1 0 0,42 89 0 0 0,-39-100-181 0 0,-17-38-116 0 0,-1 0 0 0 0,-1 0 0 0 0,0 0 0 0 0,3 27 0 0 0,-6-14-170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14 10594 0 0,'0'-1'119'0'0,"-1"0"0"0"0,1 0 0 0 0,-1 0 0 0 0,0 0 0 0 0,0 1 0 0 0,1-1 0 0 0,-1 0 0 0 0,0 0 0 0 0,0 1 0 0 0,0-1 0 0 0,0 0 0 0 0,0 1 0 0 0,0-1 0 0 0,1 1 0 0 0,-1 0 0 0 0,-1-1 0 0 0,1 1 0 0 0,0 0 0 0 0,0-1 0 0 0,0 1 0 0 0,0 0-1 0 0,0 0 1 0 0,0 0 0 0 0,0 0 0 0 0,-2 0 0 0 0,1 2 134 0 0,1-1-1 0 0,-1 1 1 0 0,1 0-1 0 0,-1 0 1 0 0,1 0-1 0 0,-1 0 1 0 0,1 0-1 0 0,0 1 1 0 0,0-1-1 0 0,-1 4 1 0 0,-2 2-250 0 0,-8 19 694 0 0,-16 52 0 0 0,26-70-604 0 0,-1 0 1 0 0,1 0 0 0 0,1 0-1 0 0,0 1 1 0 0,0-1 0 0 0,1 0-1 0 0,0 1 1 0 0,1-1 0 0 0,0 1-1 0 0,2 8 1 0 0,-2-16-108 0 0,0 1 1 0 0,0-1-1 0 0,0 0 1 0 0,0 0-1 0 0,1 0 1 0 0,-1 0-1 0 0,1 0 0 0 0,-1 0 1 0 0,1 0-1 0 0,0 0 1 0 0,0 0-1 0 0,0-1 1 0 0,0 1-1 0 0,0-1 1 0 0,0 0-1 0 0,0 1 0 0 0,0-1 1 0 0,1 0-1 0 0,-1 0 1 0 0,0 0-1 0 0,1-1 1 0 0,-1 1-1 0 0,1-1 0 0 0,3 1 1 0 0,8 1-130 0 0,1-1 1 0 0,0 0-1 0 0,17-2 1 0 0,-3 0-13 0 0,-3 1-80 0 0,-16-1 111 0 0,0 1-1 0 0,0 0 1 0 0,0 0 0 0 0,0 1-1 0 0,-1 1 1 0 0,1-1 0 0 0,0 2-1 0 0,-1-1 1 0 0,0 1-1 0 0,1 1 1 0 0,9 4 0 0 0,-18-7 108 0 0,0 0 0 0 0,0 0 0 0 0,0 1 0 0 0,0-1 0 0 0,0 0 0 0 0,0 1 0 0 0,0-1 0 0 0,0 0 0 0 0,-1 1 0 0 0,1-1 0 0 0,-1 1 0 0 0,1-1 0 0 0,-1 1 0 0 0,1-1 0 0 0,-1 1 0 0 0,0-1 0 0 0,0 1 0 0 0,1 0 0 0 0,-1-1 0 0 0,0 1 0 0 0,-1-1 0 0 0,1 1 0 0 0,0 0 0 0 0,0-1 0 0 0,-1 1 0 0 0,1-1 0 0 0,-1 1 0 0 0,1-1 0 0 0,-1 1 0 0 0,0-1 0 0 0,1 0 0 0 0,-1 1 0 0 0,-2 1 0 0 0,-3 7 56 0 0,0 0-1 0 0,-1 0 0 0 0,-9 10 0 0 0,15-19-31 0 0,-1 1-86 0 0,-59 63 1121 0 0,25-37-1478 0 0,31-25-271 0 0,0-1-1 0 0,1 0 0 0 0,-1 1 0 0 0,0-1 1 0 0,-10 2-1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9674 0 0,'4'1'157'0'0,"0"-1"0"0"0,0 1-1 0 0,-1 0 1 0 0,1 1 0 0 0,0-1 0 0 0,-1 1 0 0 0,1-1-1 0 0,-1 1 1 0 0,0 0 0 0 0,1 0 0 0 0,-1 1 0 0 0,0-1-1 0 0,0 1 1 0 0,-1-1 0 0 0,1 1 0 0 0,0 0 0 0 0,-1 0-1 0 0,3 5 1 0 0,7 9 818 0 0,-1 0 0 0 0,10 21 0 0 0,-18-31-755 0 0,8 14 626 0 0,-2 1-1 0 0,0-1 1 0 0,8 34-1 0 0,-15-44-801 0 0,1 0 1 0 0,-1 1-1 0 0,-1 0 0 0 0,0-1 1 0 0,0 1-1 0 0,-1 0 0 0 0,-1-1 1 0 0,-3 21-1 0 0,4-31-125 0 0,-6 13-657 0 0</inkml:trace>
  <inkml:trace contextRef="#ctx0" brushRef="#br0" timeOffset="1">30 15 9218 0 0,'3'-4'408'0'0,"-1"0"80"0"0,3 1-392 0 0,-3 0-96 0 0,0 2 0 0 0,-1 1 0 0 0,0 0-96 0 0,1 0-32 0 0,0 1-16 0 0,2 1 0 0 0,2 2-600 0 0,-2 3-120 0 0,0 3-32 0 0,-1 3-1 0 0,2 0 713 0 0,1 2 184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61 456 0 0,'1'-2'244'0'0,"-1"0"0"0"0,1 0 1 0 0,-1 0-1 0 0,1 0 0 0 0,-1 0 0 0 0,0 0 0 0 0,0 0 0 0 0,0 0 1 0 0,0 0-1 0 0,0 0 0 0 0,0 0 0 0 0,-1 0 0 0 0,1 0 0 0 0,-1 0 0 0 0,1 0 1 0 0,-1 0-1 0 0,0 1 0 0 0,1-1 0 0 0,-1 0 0 0 0,0 0 0 0 0,0 1 1 0 0,0-1-1 0 0,-1 0 0 0 0,1 1 0 0 0,0-1 0 0 0,-1 1 0 0 0,1 0 1 0 0,-2-2-1 0 0,0 2 51 0 0,1 0 1 0 0,0 0 0 0 0,-1 0 0 0 0,1 0-1 0 0,-1 1 1 0 0,1-1 0 0 0,-1 1 0 0 0,1 0-1 0 0,-1 0 1 0 0,1 0 0 0 0,-1 0 0 0 0,1 0-1 0 0,-1 0 1 0 0,1 1 0 0 0,-1-1 0 0 0,1 1-1 0 0,-1-1 1 0 0,1 1 0 0 0,-1 0 0 0 0,1 0-1 0 0,-4 2 1 0 0,-7 5 156 0 0,-1 1 0 0 0,1 0 0 0 0,1 1 0 0 0,0 0 0 0 0,0 1 0 0 0,1 0 0 0 0,-14 17-1 0 0,18-18-396 0 0,-1 0-1 0 0,1 0 0 0 0,1 1 1 0 0,0 0-1 0 0,1 0 0 0 0,0 0 0 0 0,0 1 1 0 0,1-1-1 0 0,-5 25 0 0 0,9-36-54 0 0,0 1 0 0 0,0 0 0 0 0,0 0 0 0 0,-1 0 0 0 0,1-1 0 0 0,0 1 0 0 0,0 0 0 0 0,0 0 0 0 0,0 0 0 0 0,1-1 0 0 0,-1 1 0 0 0,0 0 0 0 0,0 0 0 0 0,0 0 0 0 0,1-1 0 0 0,-1 1 0 0 0,0 0 0 0 0,1-1 0 0 0,-1 1 0 0 0,0 0 0 0 0,1 0 0 0 0,-1-1 0 0 0,1 1 0 0 0,0-1 0 0 0,-1 1 0 0 0,1-1 0 0 0,-1 1 0 0 0,1-1 0 0 0,1 2 0 0 0,-1-2 2 0 0,1 1 0 0 0,0-1 0 0 0,0 0 0 0 0,-1 0 1 0 0,1 0-1 0 0,0 1 0 0 0,0-2 0 0 0,0 1 0 0 0,-1 0 0 0 0,1 0 0 0 0,0 0 0 0 0,3-2 1 0 0,4-1 50 0 0,0 0 1 0 0,0-1 0 0 0,15-8 0 0 0,14-15 56 0 0,-27 19-262 0 0,1-1-1 0 0,0 2 1 0 0,0 0-1 0 0,1 0 1 0 0,20-7-1 0 0,-30 13 128 0 0,1 0 0 0 0,0 0 0 0 0,-1 0 0 0 0,1 1-1 0 0,0 0 1 0 0,-1 0 0 0 0,1 0 0 0 0,0 0-1 0 0,0 0 1 0 0,-1 1 0 0 0,1 0 0 0 0,-1 0-1 0 0,1 0 1 0 0,0 0 0 0 0,-1 0 0 0 0,0 1 0 0 0,1-1-1 0 0,-1 1 1 0 0,0 0 0 0 0,0 0 0 0 0,0 0-1 0 0,0 0 1 0 0,0 1 0 0 0,0-1 0 0 0,-1 1 0 0 0,4 3-1 0 0,5 10 223 0 0,0-1-1 0 0,-2 2 0 0 0,1-1 1 0 0,-2 1-1 0 0,0 1 0 0 0,-1-1 1 0 0,-1 1-1 0 0,-1 0 0 0 0,0 1 1 0 0,-2-1-1 0 0,0 1 0 0 0,-1 0 1 0 0,0 21-1 0 0,-2-31-83 0 0,0-1 0 0 0,-1 1 1 0 0,0-1-1 0 0,-1 1 0 0 0,1-1 0 0 0,-5 10 1 0 0,5-15-136 0 0,0 0 0 0 0,0 0 1 0 0,-1 0-1 0 0,0 0 0 0 0,1 0 1 0 0,-1 0-1 0 0,0-1 0 0 0,0 1 1 0 0,0-1-1 0 0,0 0 1 0 0,-1 1-1 0 0,1-1 0 0 0,-1 0 1 0 0,1 0-1 0 0,-1-1 0 0 0,0 1 1 0 0,0 0-1 0 0,0-1 1 0 0,-4 2-1 0 0,-2 0-681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5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2304 0 0,'5'1'509'0'0,"0"1"-1"0"0,0 0 1 0 0,-1 0-1 0 0,1 1 1 0 0,-1 0-1 0 0,1-1 1 0 0,-1 1-1 0 0,0 1 0 0 0,0-1 1 0 0,0 1-1 0 0,3 4 1 0 0,5 3 456 0 0,61 57 4674 0 0,-45-41-2902 0 0,50 40 0 0 0,-78-67-2731 0 0,0 0-1 0 0,0 0 0 0 0,0 1 1 0 0,1-1-1 0 0,-1 0 0 0 0,0 0 1 0 0,0 0-1 0 0,1 0 1 0 0,-1 0-1 0 0,0 1 0 0 0,0-1 1 0 0,0 0-1 0 0,1 0 0 0 0,-1 0 1 0 0,0 0-1 0 0,0 0 0 0 0,1 0 1 0 0,-1 0-1 0 0,0 0 0 0 0,1 0 1 0 0,-1 0-1 0 0,0 0 0 0 0,0 0 1 0 0,1 0-1 0 0,-1 0 0 0 0,0 0 1 0 0,0 0-1 0 0,1 0 1 0 0,-1 0-1 0 0,0-1 0 0 0,0 1 1 0 0,1 0-1 0 0,-1 0 0 0 0,0 0 1 0 0,0 0-1 0 0,0 0 0 0 0,1-1 1 0 0,-1 1-1 0 0,0 0 0 0 0,0-1 1 0 0,4-13-89 0 0,-7-27-554 0 0,2 34 441 0 0,0-17-490 0 0,0 0 0 0 0,1 0 0 0 0,1 0-1 0 0,9-44 1 0 0,-8 58 645 0 0,0 0 1 0 0,1 1-1 0 0,0-1 0 0 0,1 1 0 0 0,0 0 1 0 0,0 0-1 0 0,1 0 0 0 0,0 1 0 0 0,0-1 1 0 0,1 1-1 0 0,0 0 0 0 0,1 1 1 0 0,0 0-1 0 0,11-10 0 0 0,-17 16 108 0 0,1-1-1 0 0,0 1 0 0 0,0 0 1 0 0,0 0-1 0 0,0 0 1 0 0,0 0-1 0 0,0 0 1 0 0,0 0-1 0 0,0 1 1 0 0,0-1-1 0 0,0 1 1 0 0,1-1-1 0 0,-1 1 1 0 0,0 0-1 0 0,0 0 1 0 0,0 0-1 0 0,1 0 1 0 0,-1 0-1 0 0,4 2 1 0 0,-3-1 20 0 0,0 0 1 0 0,0 1-1 0 0,0-1 1 0 0,0 1-1 0 0,0 0 1 0 0,0 0 0 0 0,0 0-1 0 0,-1 0 1 0 0,1 0-1 0 0,-1 1 1 0 0,4 4 0 0 0,3 7 141 0 0,0 0 1 0 0,-1 0-1 0 0,0 1 1 0 0,6 19-1 0 0,-9-24-179 0 0,39 85 958 0 0,-43-89-830 0 0,-4-9 54 0 0,-3-12-87 0 0,5 4-140 0 0,0-1 1 0 0,1 0-1 0 0,1 1 0 0 0,-1-1 1 0 0,2 1-1 0 0,0-1 0 0 0,0 1 1 0 0,1 0-1 0 0,0-1 0 0 0,6-11 1 0 0,-9 22-19 0 0,1 1 0 0 0,-1-1 0 0 0,0 0 1 0 0,0 1-1 0 0,0-1 0 0 0,1 1 0 0 0,-1-1 0 0 0,0 0 0 0 0,1 1 1 0 0,-1-1-1 0 0,0 1 0 0 0,1-1 0 0 0,-1 1 0 0 0,0-1 1 0 0,1 1-1 0 0,-1 0 0 0 0,1-1 0 0 0,-1 1 0 0 0,1-1 0 0 0,0 1 1 0 0,-1 0-1 0 0,1-1 0 0 0,-1 1 0 0 0,1 0 0 0 0,-1 0 0 0 0,1 0 1 0 0,0-1-1 0 0,-1 1 0 0 0,1 0 0 0 0,0 0 0 0 0,-1 0 1 0 0,1 0-1 0 0,1 0 0 0 0,-1 1 5 0 0,0 0 0 0 0,0 0 0 0 0,0 0 0 0 0,0 0 0 0 0,0 0 0 0 0,0 0 0 0 0,0 1 1 0 0,0-1-1 0 0,0 0 0 0 0,-1 0 0 0 0,1 1 0 0 0,0-1 0 0 0,0 3 0 0 0,14 51 206 0 0,-15-53-183 0 0,6 24 55 0 0,1 1-1 0 0,1-1 0 0 0,1 0 1 0 0,19 36-1 0 0,-13-23-2592 0 0,-9-19-4198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6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309 471 6449 0 0,'-28'-36'2192'0'0,"24"30"-1537"0"0,0 0 0 0 0,0 0 1 0 0,-1 1-1 0 0,0-1 0 0 0,-9-7 0 0 0,12 11-486 0 0,-1 1-1 0 0,1-1 1 0 0,-1 1 0 0 0,0 0 0 0 0,1 0-1 0 0,-1 0 1 0 0,0 0 0 0 0,0 0 0 0 0,0 1-1 0 0,0-1 1 0 0,0 1 0 0 0,0 0 0 0 0,0 0-1 0 0,0 0 1 0 0,0 0 0 0 0,0 0 0 0 0,1 1-1 0 0,-5 0 1 0 0,-5 3 74 0 0,1 0 0 0 0,-1 0 0 0 0,1 2 0 0 0,0-1 0 0 0,0 1 0 0 0,1 1 1 0 0,-1 0-1 0 0,2 1 0 0 0,-1-1 0 0 0,1 2 0 0 0,0-1 0 0 0,1 2 0 0 0,0-1 0 0 0,0 1 0 0 0,1 0 0 0 0,0 0 0 0 0,1 1 0 0 0,-8 18 0 0 0,13-23-223 0 0,0 0-1 0 0,0 0 0 0 0,1 0 1 0 0,0-1-1 0 0,0 1 1 0 0,0 0-1 0 0,1 0 0 0 0,-1 0 1 0 0,2-1-1 0 0,-1 1 0 0 0,1 0 1 0 0,-1-1-1 0 0,2 1 1 0 0,-1-1-1 0 0,0 0 0 0 0,1 0 1 0 0,0 0-1 0 0,6 7 0 0 0,-6-7 1 0 0,1 0-1 0 0,0 0 0 0 0,0 0 0 0 0,0-1 0 0 0,1 0 0 0 0,-1 0 0 0 0,1 0 0 0 0,0-1 0 0 0,0 1 1 0 0,0-1-1 0 0,0 0 0 0 0,1-1 0 0 0,-1 1 0 0 0,1-1 0 0 0,0 0 0 0 0,0 0 0 0 0,10 1 1 0 0,-13-3-66 0 0,-1 0 1 0 0,1-1 0 0 0,0 1-1 0 0,-1-1 1 0 0,1 1 0 0 0,-1-1-1 0 0,1 0 1 0 0,-1 0 0 0 0,1 0-1 0 0,-1 0 1 0 0,0 0 0 0 0,0-1-1 0 0,1 1 1 0 0,-1-1 0 0 0,0 1-1 0 0,0-1 1 0 0,0 0 0 0 0,-1 0-1 0 0,1 0 1 0 0,0 0 0 0 0,-1 0-1 0 0,1 0 1 0 0,-1 0 0 0 0,0-1-1 0 0,0 1 1 0 0,1 0 0 0 0,0-5 0 0 0,3-7-264 0 0,-1 0 0 0 0,0 0 0 0 0,3-25 0 0 0,-5 26 193 0 0,4-24-222 0 0,-2 0-1 0 0,-1-1 1 0 0,-5-65-1 0 0,-1 87 226 0 0,3 16 127 0 0,0-1 0 0 0,0 1 1 0 0,0 0-1 0 0,0 0 0 0 0,-1 0 0 0 0,1 0 0 0 0,0 0 0 0 0,0 0 0 0 0,0 0 0 0 0,0 0 0 0 0,0 0 0 0 0,0 0 0 0 0,0-1 0 0 0,0 1 0 0 0,0 0 0 0 0,0 0 0 0 0,0 0 0 0 0,0 0 0 0 0,-1 0 0 0 0,1 0 0 0 0,0 0 0 0 0,0 0 1 0 0,0 0-1 0 0,0 0 0 0 0,0 0 0 0 0,0 0 0 0 0,0 0 0 0 0,0 0 0 0 0,-1 0 0 0 0,1 0 0 0 0,0 0 0 0 0,0 0 0 0 0,0 0 0 0 0,0 0 0 0 0,0 0 0 0 0,0 0 0 0 0,0 0 0 0 0,-1 0 0 0 0,1 0 0 0 0,0 0 0 0 0,0 0 1 0 0,0 0-1 0 0,0 0 0 0 0,0 0 0 0 0,0 1 0 0 0,0-1 0 0 0,0 0 0 0 0,0 0 0 0 0,0 0 0 0 0,0 0 0 0 0,-1 0 0 0 0,1 0 0 0 0,0 0 0 0 0,0 0 0 0 0,0 0 0 0 0,0 1 0 0 0,-1 0 144 0 0,1 1 1 0 0,-1 0-1 0 0,1 0 0 0 0,-1 0 0 0 0,1 0 0 0 0,-1 0 0 0 0,1-1 1 0 0,0 1-1 0 0,0 0 0 0 0,0 0 0 0 0,1 4 0 0 0,1 4-22 0 0,0 0 0 0 0,1 0 0 0 0,1 0 0 0 0,0 0 0 0 0,0 0 0 0 0,1-1 0 0 0,0 1 0 0 0,0-1 0 0 0,1 0 0 0 0,1-1 0 0 0,-1 0 0 0 0,1 0 0 0 0,1 0 0 0 0,-1-1 0 0 0,14 10 0 0 0,3 1-133 0 0,0-2 0 0 0,1 0 0 0 0,1-2 0 0 0,37 15 0 0 0,-58-26-25 0 0,0-1 0 0 0,0 0 0 0 0,1 0-1 0 0,-1 0 1 0 0,0-1 0 0 0,1 0-1 0 0,-1 0 1 0 0,11 0 0 0 0,-14-1-27 0 0,-1-1 1 0 0,1 1-1 0 0,0-1 0 0 0,0 0 1 0 0,0 1-1 0 0,0-1 1 0 0,-1 0-1 0 0,1 0 0 0 0,0 0 1 0 0,-1 0-1 0 0,1-1 0 0 0,-1 1 1 0 0,1 0-1 0 0,-1-1 1 0 0,1 1-1 0 0,-1-1 0 0 0,0 1 1 0 0,0-1-1 0 0,0 0 1 0 0,0 1-1 0 0,0-1 0 0 0,0 0 1 0 0,0 0-1 0 0,-1 0 1 0 0,1 0-1 0 0,-1 0 0 0 0,1-2 1 0 0,4-14-483 0 0,-2 1 0 0 0,0-1 1 0 0,-1 0-1 0 0,0 0 0 0 0,-2-25 1 0 0,-13-93-1662 0 0,5 58 1193 0 0,3-4 422 0 0,4 40 275 0 0,-14-77 1 0 0,10 106 3005 0 0,2 24 382 0 0,2 23-693 0 0,5 14-2111 0 0,3 0 0 0 0,2 0 0 0 0,2-1 0 0 0,2 0 0 0 0,2-1 0 0 0,2-1 0 0 0,2-1 0 0 0,2 0 0 0 0,1-1 0 0 0,43 58 0 0 0,-50-80-325 0 0,9 13 131 0 0,36 65-1 0 0,-55-89-190 0 0,0 0 0 0 0,-1 0-1 0 0,0 0 1 0 0,-1 1-1 0 0,0 0 1 0 0,0 0 0 0 0,-1 0-1 0 0,-1 0 1 0 0,0 0-1 0 0,0 0 1 0 0,-3 20 0 0 0,-5 2-328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7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0,'8'6'5397'0'0,"-4"7"-4421"0"0,0-1 0 0 0,-1 1 0 0 0,-1 0-1 0 0,0 0 1 0 0,-1 1 0 0 0,0 18 0 0 0,0-14-970 0 0,-3 180 1697 0 0,-1-19-701 0 0,1 124-458 0 0,3 52 367 0 0,6-196-416 0 0,9 131 1061 0 0,7-76-1359 0 0,3 50 66 0 0,-22-187-219 0 0,-8 110 0 0 0,4-182-42 0 0,-16 242 275 0 0,15-186-198 0 0,3 1-1 0 0,10 62 1 0 0,3 35-79 0 0,-11-99 0 0 0,-4-59-28 0 0,0-1 1 0 0,0 1-1 0 0,0 0 0 0 0,0-1 1 0 0,0 1-1 0 0,0 0 0 0 0,0-1 1 0 0,0 1-1 0 0,0 0 0 0 0,0-1 1 0 0,0 1-1 0 0,0 0 1 0 0,1-1-1 0 0,-1 1 0 0 0,0 0 1 0 0,0-1-1 0 0,1 1 0 0 0,-1-1 1 0 0,0 1-1 0 0,1-1 0 0 0,-1 1 1 0 0,1 0-1 0 0,-1-1 1 0 0,2 1-1 0 0,6-13-1557 0 0,4-29-1342 0 0,7-27-3047 0 0,-15 52 1580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8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251 85 3225 0 0,'-11'5'308'0'0,"0"1"1"0"0,0 1-1 0 0,1 0 1 0 0,0 0-1 0 0,0 1 1 0 0,0 0-1 0 0,2 1 1 0 0,-13 14-1 0 0,0 1 449 0 0,-1 1-46 0 0,1 1 0 0 0,1 0 0 0 0,1 1 0 0 0,-23 47 0 0 0,41-74-718 0 0,1 1 0 0 0,0 0 0 0 0,-1 0 1 0 0,1 0-1 0 0,0 0 0 0 0,-1 0 0 0 0,1-1 0 0 0,0 1 1 0 0,0 0-1 0 0,0 0 0 0 0,0 0 0 0 0,0 0 0 0 0,0 0 1 0 0,0 0-1 0 0,0 0 0 0 0,0 0 0 0 0,0 0 0 0 0,1 0 0 0 0,-1-1 1 0 0,0 1-1 0 0,1 0 0 0 0,-1 0 0 0 0,0 0 0 0 0,1 0 1 0 0,0 1-1 0 0,0-2 6 0 0,-1 0 1 0 0,1 0 0 0 0,-1 0 0 0 0,1 0-1 0 0,0 0 1 0 0,-1 1 0 0 0,1-1-1 0 0,-1 0 1 0 0,1 0 0 0 0,0 0-1 0 0,-1 0 1 0 0,1-1 0 0 0,-1 1-1 0 0,1 0 1 0 0,0 0 0 0 0,-1 0-1 0 0,1 0 1 0 0,-1-1 0 0 0,1 1-1 0 0,-1 0 1 0 0,1 0 0 0 0,-1-1 0 0 0,1 1-1 0 0,-1-1 1 0 0,1 1 0 0 0,-1 0-1 0 0,1-1 1 0 0,-1 1 0 0 0,0-1-1 0 0,1 1 1 0 0,-1-1 0 0 0,0 1-1 0 0,1-1 1 0 0,-1 1 0 0 0,0-1-1 0 0,0 1 1 0 0,1-1 0 0 0,-1-1-1 0 0,128-176 654 0 0,-74 109-485 0 0,46-63 34 0 0,-101 135 166 0 0,0 0-1 0 0,0 0 1 0 0,1 1-1 0 0,-1-1 1 0 0,1 0-1 0 0,-1 1 1 0 0,1-1 0 0 0,0 1-1 0 0,1-1 1 0 0,0 6-1 0 0,6 41 832 0 0,-1-29-1007 0 0,0 0 1 0 0,1 0 0 0 0,1-1 0 0 0,1 0 0 0 0,1 0 0 0 0,17 25 0 0 0,82 105 1140 0 0,-103-143-1328 0 0,44 58-5238 0 0,-26-32-704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9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88 2761 0 0,'-24'-33'407'0'0,"21"29"-318"0"0,1 0 0 0 0,-1-1 1 0 0,1 1-1 0 0,-1 0 0 0 0,0 0 0 0 0,0 1 0 0 0,-1-1 1 0 0,1 1-1 0 0,-1-1 0 0 0,0 1 0 0 0,0 0 1 0 0,0 1-1 0 0,0-1 0 0 0,-5-2 0 0 0,8 5 24 0 0,0 0 0 0 0,0 0-1 0 0,0 1 1 0 0,0-1 0 0 0,1 0-1 0 0,-1 0 1 0 0,0 0 0 0 0,0 1-1 0 0,0-1 1 0 0,0 0 0 0 0,1 1-1 0 0,-1-1 1 0 0,0 0 0 0 0,0 1-1 0 0,1-1 1 0 0,-1 1 0 0 0,0 0-1 0 0,1-1 1 0 0,-1 1 0 0 0,0-1-1 0 0,1 1 1 0 0,-1 0 0 0 0,1 0-1 0 0,-1-1 1 0 0,1 1 0 0 0,0 0-1 0 0,-1 0 1 0 0,1-1 0 0 0,0 1-1 0 0,-1 0 1 0 0,1 0 0 0 0,0 0-1 0 0,0 0 1 0 0,0 0 0 0 0,0-1-1 0 0,0 2 1 0 0,-5 37 1423 0 0,5-35-1365 0 0,-1 30 439 0 0,2 0-1 0 0,2 0 1 0 0,11 58-1 0 0,34 98 365 0 0,-21-92-286 0 0,-15-56-487 0 0,-3-13 37 0 0,6 39 0 0 0,-13-60-233 0 0,-1 0-1 0 0,-1 0 1 0 0,0 0 0 0 0,0 0 0 0 0,0 0-1 0 0,-1 0 1 0 0,0 0 0 0 0,-1 0 0 0 0,1 0-1 0 0,-4 7 1 0 0,5-15-5 0 0,0 1-1 0 0,0-1 1 0 0,0 1-1 0 0,0-1 1 0 0,0 1-1 0 0,0-1 1 0 0,0 0-1 0 0,-1 1 0 0 0,1-1 1 0 0,0 1-1 0 0,0-1 1 0 0,0 1-1 0 0,-1-1 1 0 0,1 0-1 0 0,0 1 1 0 0,0-1-1 0 0,-1 0 1 0 0,1 1-1 0 0,0-1 1 0 0,-1 0-1 0 0,1 1 1 0 0,0-1-1 0 0,-1 0 1 0 0,1 0-1 0 0,0 1 0 0 0,-1-1 1 0 0,1 0-1 0 0,-1 0 1 0 0,1 0-1 0 0,0 0 1 0 0,-1 1-1 0 0,1-1 1 0 0,-1 0-1 0 0,1 0 1 0 0,-1 0-1 0 0,1 0 1 0 0,0 0-1 0 0,-1 0 1 0 0,1 0-1 0 0,-1 0 1 0 0,1 0-1 0 0,-1 0 0 0 0,1 0 1 0 0,-1-1-1 0 0,1 1 1 0 0,0 0-1 0 0,-1 0 1 0 0,1 0-1 0 0,-1-1 1 0 0,1 1-1 0 0,0 0 1 0 0,-1 0-1 0 0,1-1 1 0 0,0 1-1 0 0,-1 0 1 0 0,1-1-1 0 0,0 1 1 0 0,-1 0-1 0 0,1-1 0 0 0,0 1 1 0 0,-2-2-31 0 0,1 0 0 0 0,0 0 0 0 0,0 0 0 0 0,0 0 0 0 0,0 0 1 0 0,0-1-1 0 0,0 1 0 0 0,0 0 0 0 0,1 0 0 0 0,-1-3 0 0 0,1-15-582 0 0,2 0 0 0 0,0 0 0 0 0,1 0 0 0 0,1 0 0 0 0,11-34 0 0 0,-14 53 709 0 0,-1-1 1 0 0,1 0-1 0 0,0 1 0 0 0,0-1 1 0 0,-1 1-1 0 0,1-1 0 0 0,1 1 0 0 0,-1 0 1 0 0,0-1-1 0 0,0 1 0 0 0,0 0 1 0 0,1-1-1 0 0,-1 1 0 0 0,0 0 0 0 0,1 0 1 0 0,-1 0-1 0 0,1 1 0 0 0,0-1 1 0 0,-1 0-1 0 0,1 0 0 0 0,0 1 0 0 0,-1-1 1 0 0,1 1-1 0 0,0 0 0 0 0,-1-1 1 0 0,1 1-1 0 0,0 0 0 0 0,0 0 1 0 0,0 0-1 0 0,1 0 0 0 0,8 1 331 0 0,0 1-1 0 0,-1 0 1 0 0,1 1-1 0 0,10 3 1 0 0,11 3-16 0 0,47 3 127 0 0,106 1 0 0 0,81-13-379 0 0,-228-1-72 0 0,167-9 129 0 0,-121 4-119 0 0,1 3 0 0 0,159 15 0 0 0,67 44-68 0 0,113 14-5 0 0,-209-47 41 0 0,458 32 351 0 0,-606-53-333 0 0,-1-4-1 0 0,0-2 0 0 0,0-4 0 0 0,-1-2 0 0 0,0-3 0 0 0,99-33 0 0 0,8-18-28 0 0,-140 54-27 0 0,0 2 0 0 0,1 1 0 0 0,0 1 0 0 0,0 2 0 0 0,51 0 0 0 0,36-4 21 0 0,17-15-522 0 0,-77 12 9 0 0,1 2 0 0 0,66-1 0 0 0,-106 10-760 0 0,-1 0-5039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0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3225 0 0,'-2'3'241'0'0,"0"0"0"0"0,0 0 0 0 0,0 0 0 0 0,0 0 0 0 0,1 0 0 0 0,-1 0 1 0 0,1 0-1 0 0,0 1 0 0 0,-1-1 0 0 0,1 4 0 0 0,1-6-95 0 0,0 1 0 0 0,0-1 0 0 0,0 0 0 0 0,0 0 0 0 0,1 0 0 0 0,-1 0 0 0 0,1 1 0 0 0,-1-1 0 0 0,0 0 1 0 0,1 0-1 0 0,0 0 0 0 0,-1 0 0 0 0,1 0 0 0 0,0 0 0 0 0,-1 0 0 0 0,1 0 0 0 0,0 0 0 0 0,0-1 0 0 0,0 1 0 0 0,0 0 0 0 0,0 0 0 0 0,0-1 0 0 0,0 1 0 0 0,0 0 0 0 0,0-1 0 0 0,0 1 0 0 0,0-1 0 0 0,0 0 0 0 0,1 1 0 0 0,-1-1 0 0 0,0 0 0 0 0,0 0 0 0 0,2 0 0 0 0,70 16 2523 0 0,-52-13-2050 0 0,0 2 0 0 0,0 0 1 0 0,0 1-1 0 0,29 13 0 0 0,-44-16-513 0 0,0 1 1 0 0,0 0-1 0 0,0 0 1 0 0,0 0-1 0 0,-1 1 0 0 0,1 0 1 0 0,-1 0-1 0 0,0 0 1 0 0,-1 0-1 0 0,1 1 1 0 0,-1 0-1 0 0,0 0 0 0 0,-1 0 1 0 0,0 0-1 0 0,0 1 1 0 0,0 0-1 0 0,3 12 1 0 0,-3-6-49 0 0,0 0 0 0 0,-2 0 0 0 0,1 1 0 0 0,-2-1 0 0 0,0 0 0 0 0,0 1 0 0 0,-2-1-1 0 0,1 0 1 0 0,-2 0 0 0 0,1 1 0 0 0,-2-2 0 0 0,-6 18 0 0 0,1-7-395 0 0,-2-1-1 0 0,0 0 0 0 0,-1-1 0 0 0,-1 0 0 0 0,-29 35 0 0 0,24-35-1068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1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2049 456 0 0,'-2'-2'54'0'0,"-1"1"-1"0"0,1 0 1 0 0,0 0 0 0 0,0 1-1 0 0,0-1 1 0 0,0 0 0 0 0,0 1-1 0 0,-1-1 1 0 0,1 1-1 0 0,0 0 1 0 0,-1 0 0 0 0,1 0-1 0 0,0 0 1 0 0,0 0 0 0 0,-4 1-1 0 0,-35 6 913 0 0,40-7-931 0 0,-18 4 804 0 0,1 0 1 0 0,0 2-1 0 0,0 0 0 0 0,0 1 1 0 0,-27 16-1 0 0,164-121 581 0 0,-27 37-484 0 0,2 3 0 0 0,3 5 0 0 0,2 5 0 0 0,152-53 0 0 0,62 7-424 0 0,-163 52-488 0 0,-130 36-15 0 0,168-54-34 0 0,-149 46 86 0 0,-1-3 0 0 0,63-37 0 0 0,30-35 484 0 0,-112 73-369 0 0,0 0 0 0 0,-1-1 0 0 0,-1-1 0 0 0,20-26 0 0 0,77-118 16 0 0,65-85-744 0 0,-51 75 613 0 0,-55 68 17 0 0,-46 68-38 0 0,125-164 429 0 0,-108 148 228 0 0,84-78 0 0 0,-118 121-602 0 0,1 0 0 0 0,0 0 0 0 0,0 1-1 0 0,1 0 1 0 0,0 1 0 0 0,1 1 0 0 0,-1 0 0 0 0,1 0-1 0 0,0 2 1 0 0,1-1 0 0 0,-1 2 0 0 0,1-1 0 0 0,0 2 0 0 0,0 0-1 0 0,0 1 1 0 0,0 0 0 0 0,0 1 0 0 0,25 3 0 0 0,-2 1-65 0 0,87 11 138 0 0,156 37-1 0 0,-245-40-82 0 0,0 2 1 0 0,-1 1-1 0 0,0 2 0 0 0,51 34 1 0 0,-43-25 120 0 0,86 40 1 0 0,252 76 594 0 0,-368-137-789 0 0,0 0 1 0 0,0 0-1 0 0,0-2 1 0 0,1 1 0 0 0,-1-2-1 0 0,1 0 1 0 0,0 0 0 0 0,0-1-1 0 0,0-1 1 0 0,0 0-1 0 0,0 0 1 0 0,-1-2 0 0 0,1 1-1 0 0,0-2 1 0 0,-1 0 0 0 0,1 0-1 0 0,-1-1 1 0 0,19-9 0 0 0,-14 4-338 0 0,0 0 1 0 0,-1-1 0 0 0,0-1 0 0 0,17-17 0 0 0,-11 8-6737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0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5985 0 0,'-3'4'686'0'0,"0"-1"0"0"0,1 1 0 0 0,-1 0 0 0 0,1 0-1 0 0,0 0 1 0 0,0 1 0 0 0,1-1 0 0 0,-1 0 0 0 0,1 1 0 0 0,0-1 0 0 0,0 1-1 0 0,0-1 1 0 0,0 6 0 0 0,-7 26-5429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1 187 2304 0 0,'2'-2'384'0'0,"-1"-1"0"0"0,1 1-1 0 0,-1-1 1 0 0,1 0-1 0 0,-1 0 1 0 0,0 0-1 0 0,2-5 1 0 0,-3 7-144 0 0,1 0 0 0 0,-1 0 1 0 0,0 0-1 0 0,1 0 1 0 0,-1 0-1 0 0,0 0 1 0 0,0 0-1 0 0,0 0 1 0 0,0 0-1 0 0,0 0 1 0 0,0 0-1 0 0,0 0 0 0 0,0 0 1 0 0,0 0-1 0 0,0 0 1 0 0,-1 0-1 0 0,1 0 1 0 0,0 0-1 0 0,-1 0 1 0 0,1 0-1 0 0,-1 0 1 0 0,1 0-1 0 0,-1 0 0 0 0,1 0 1 0 0,-1 1-1 0 0,1-1 1 0 0,-2-1-1 0 0,9 21-8328 0 0,-6-19 8087 0 0,0 0-1 0 0,-1 0 1 0 0,1 0 0 0 0,0 1 0 0 0,-1-1 0 0 0,1 0-1 0 0,0 0 1 0 0,-1 0 0 0 0,1 0 0 0 0,0 0 0 0 0,0 0-1 0 0,2-2-5 0 0,0 1 1 0 0,0 0-1 0 0,-1-1 0 0 0,1 0 0 0 0,-1 0 0 0 0,0 0 0 0 0,1 0 1 0 0,2-3-1 0 0,7-8-47 0 0,-1-1 1 0 0,16-25 0 0 0,-18 24-106 0 0,1 0 0 0 0,21-22 1 0 0,-15 62-851 0 0,-9-2 752 0 0,-7-22 256 0 0,0 0 0 0 0,0 0 0 0 0,0 0 0 0 0,0-1 0 0 0,0 1 0 0 0,0 0-1 0 0,0 0 1 0 0,0 0 0 0 0,0-1 0 0 0,0 1 0 0 0,1 0 0 0 0,-1 0 0 0 0,0 0 0 0 0,1-1 0 0 0,-1 1 0 0 0,0 0 0 0 0,1-1-1 0 0,-1 1 1 0 0,1 0 0 0 0,-1-1 0 0 0,1 1 0 0 0,0 0 0 0 0,-1-1 0 0 0,1 1 0 0 0,-1-1 0 0 0,1 1 0 0 0,0-1-1 0 0,0 0 1 0 0,-1 1 0 0 0,1-1 0 0 0,0 0 0 0 0,0 1 0 0 0,-1-1 0 0 0,1 0 0 0 0,0 0 0 0 0,0 0 0 0 0,0 1 0 0 0,0-1-1 0 0,4 0 102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4145 0 0,'-2'3'197'0'0,"0"1"0"0"0,1-1 1 0 0,-1 0-1 0 0,1 1 0 0 0,0-1 0 0 0,0 1 0 0 0,0-1 1 0 0,0 8-1 0 0,14-28-3772 0 0,-13 17 3302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87 1376 0 0,'-1'-3'340'0'0,"1"3"-327"0"0,0 0 1 0 0,0-1-1 0 0,0 1 1 0 0,0 0-1 0 0,0 0 1 0 0,0 0 0 0 0,0 0-1 0 0,0 0 1 0 0,0 0-1 0 0,0 0 1 0 0,0-1-1 0 0,0 1 1 0 0,0 0-1 0 0,0 0 1 0 0,0 0-1 0 0,0 0 1 0 0,0 0-1 0 0,0-1 1 0 0,0 1-1 0 0,0 0 1 0 0,0 0 0 0 0,0 0-1 0 0,0 0 1 0 0,0 0-1 0 0,0 0 1 0 0,0-1-1 0 0,0 1 1 0 0,0 0-1 0 0,0 0 1 0 0,0 0-1 0 0,0 0 1 0 0,0 0-1 0 0,0 0 1 0 0,0 0 0 0 0,1 0-1 0 0,-1-1 1 0 0,0 1-1 0 0,0 0 1 0 0,0 0-1 0 0,0 0 1 0 0,0 0-1 0 0,0 0 1 0 0,0 0-1 0 0,1 0 1 0 0,-1 0-1 0 0,0 0 1 0 0,0 0-1 0 0,0 0 1 0 0,0 0 0 0 0,21-2-30 0 0</inkml:trace>
  <inkml:trace contextRef="#ctx0" brushRef="#br0" timeOffset="1">157 45 1840 0 0,'1'0'160'0'0,"0"-1"-160"0"0,-1 0 0 0 0,0-1 0 0 0,2 2 88 0 0,-1-1-24 0 0,2-3 0 0 0,0-2 0 0 0,1-2-64 0 0,0 0 0 0 0,-3 1 0 0 0,-1 1 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2304 0 0,'26'-16'2037'0'0,"-2"1"-3524"0"0,-24 14 1434 0 0,-1 1-11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4 205 4145 0 0,'-2'4'184'0'0,"1"-3"40"0"0,1 1-224 0 0,0-1 0 0 0,0-2-248 0 0,1-1 88 0 0,2-3-8 0 0,1 0 168 0 0</inkml:trace>
  <inkml:trace contextRef="#ctx0" brushRef="#br0" timeOffset="1">200 38 3681 0 0,'1'1'54'0'0,"-1"-1"0"0"0,1 0 1 0 0,-1 1-1 0 0,1-1 0 0 0,-1 1 1 0 0,1-1-1 0 0,-1 0 0 0 0,1 1 1 0 0,-1-1-1 0 0,1 0 0 0 0,0 0 0 0 0,-1 0 1 0 0,1 1-1 0 0,-1-1 0 0 0,1 0 1 0 0,0 0-1 0 0,-1 0 0 0 0,1 0 1 0 0,-1 0-1 0 0,1 0 0 0 0,0 0 0 0 0,-1 0 1 0 0,1 0-1 0 0,-1 0 0 0 0,1 0 1 0 0,0-1-1 0 0,-1 1 0 0 0,1 0 1 0 0,-1 0-1 0 0,1 0 0 0 0,-1-1 1 0 0,1 1-1 0 0,0 0 0 0 0,-1-1 0 0 0,1 1 1 0 0,-1-1-1 0 0,0 1 0 0 0,1-1 1 0 0,0 0-1 0 0,17-17-887 0 0,-14 4 654 0 0,-4 9 179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1 515 3225 0 0,'0'1'312'0'0,"1"1"-312"0"0,0 0 192 0 0,1-2 8 0 0,-1 0 0 0 0,0 0 0 0 0,2 0-272 0 0</inkml:trace>
  <inkml:trace contextRef="#ctx0" brushRef="#br0" timeOffset="1">120 242 4609 0 0,'0'-6'1794'0'0,"-9"-15"-3498"0"0,8 19 1911 0 0,-4-7-568 0 0</inkml:trace>
  <inkml:trace contextRef="#ctx0" brushRef="#br0" timeOffset="2">240 64 3209 0 0,'2'-1'288'0'0,"0"0"-288"0"0,-1-1 0 0 0,0 1 0 0 0,-1 0 0 0 0,2-1 0 0 0,-1-1 0 0 0,3-1 0 0 0,0-1-96 0 0,2-3 96 0 0,-1 0 0 0 0,1 0-96 0 0,0-2 96 0 0,0 1-80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6 139 1376 0 0,'6'-7'655'0'0,"-6"7"-633"0"0,0 0 0 0 0,0 0 0 0 0,0 0 0 0 0,0-1 0 0 0,0 1 1 0 0,0 0-1 0 0,0 0 0 0 0,0 0 0 0 0,0 0 0 0 0,0 0 0 0 0,0 0 0 0 0,0-1 0 0 0,1 1 0 0 0,-1 0 0 0 0,0 0 1 0 0,0 0-1 0 0,0 0 0 0 0,0 0 0 0 0,0 0 0 0 0,0 0 0 0 0,1 0 0 0 0,-1 0 0 0 0,0 0 0 0 0,0 0 1 0 0,0 0-1 0 0,0 0 0 0 0,0 0 0 0 0,1-1 0 0 0,-1 1 0 0 0,0 0 0 0 0,0 0 0 0 0,0 0 0 0 0,0 1 0 0 0,0-1 1 0 0,1 0-1 0 0,-1 0 0 0 0,0 0 0 0 0,0 0 0 0 0,0 0 0 0 0,0 0 0 0 0,0 0 0 0 0,0 0 0 0 0,1 0 1 0 0,-1 0-1 0 0,0 0 0 0 0,0 0 0 0 0,0 0 0 0 0,0 0 0 0 0,0 1 0 0 0,0-1 0 0 0,0 0 0 0 0,1 0 1 0 0,-1 0-1 0 0,0 0 0 0 0,0 0 0 0 0,0 0 0 0 0,0 0 0 0 0,0 1 0 0 0,0-1 0 0 0,0 0 0 0 0,0 0 0 0 0,0 0 1 0 0,0 0-1 0 0,0 0 0 0 0,0 1 0 0 0,0-1 0 0 0,0 0 0 0 0,0 4-48 0 0,0 1-1 0 0,-1-1 1 0 0,0 0-1 0 0,0 0 0 0 0,0 0 1 0 0,0 0-1 0 0,0 0 1 0 0,-4 7-1 0 0,-1 0 101 0 0</inkml:trace>
  <inkml:trace contextRef="#ctx0" brushRef="#br0" timeOffset="1">143 46 6913 0 0,'0'0'737'0'0,"0"-1"-737"0"0,0 0-528 0 0,1-5-1497 0 0,1 2 2025 0 0,-2-3 104 0 0,1 2 40 0 0,-2 0 8 0 0,1-2-88 0 0,-2 1-64 0 0,-2 2 72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04.0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83 3225 0 0,'-1'0'122'0'0,"-30"9"1647"0"0,30-9-1704 0 0,0 0-1 0 0,0 1 1 0 0,1-1-1 0 0,-1 0 1 0 0,0 1-1 0 0,0-1 1 0 0,0 0 0 0 0,0 0-1 0 0,0 0 1 0 0,0 0-1 0 0,0 0 1 0 0,1 0-1 0 0,-1 0 1 0 0,0 0 0 0 0,0 0-1 0 0,0-1 1 0 0,0 1-1 0 0,0 0 1 0 0,1 0-1 0 0,-1-1 1 0 0,0 1-1 0 0,0-1 1 0 0,0 1 0 0 0,1-1-1 0 0,-1 1 1 0 0,0-1-1 0 0,1 1 1 0 0,-1-1-1 0 0,0 1 1 0 0,0-2 0 0 0,1 1-16 0 0,0-1 1 0 0,1 1 0 0 0,-1 0 0 0 0,1 0 0 0 0,-1-1 0 0 0,1 1-1 0 0,-1 0 1 0 0,1 0 0 0 0,0 0 0 0 0,-1 0 0 0 0,1 0 0 0 0,0 0-1 0 0,0 0 1 0 0,0 0 0 0 0,0 0 0 0 0,0 0 0 0 0,0 0 0 0 0,0 0-1 0 0,0 1 1 0 0,0-1 0 0 0,0 0 0 0 0,2 0 0 0 0,28-13 576 0 0,-15 11-255 0 0,1 0 1 0 0,0 1-1 0 0,-1 1 0 0 0,1 0 1 0 0,0 1-1 0 0,0 1 0 0 0,24 4 1 0 0,41 2 176 0 0,679-51 1382 0 0,-746 43-1915 0 0,14-3 41 0 0,-1 2-1 0 0,52 3 1 0 0,-71 0-50 0 0,-1 0 1 0 0,1 0-1 0 0,-1 1 1 0 0,0 0 0 0 0,0 1-1 0 0,0 0 1 0 0,0 0-1 0 0,0 1 1 0 0,-1 0-1 0 0,1 0 1 0 0,-1 1-1 0 0,0-1 1 0 0,-1 2 0 0 0,7 5-1 0 0,-6-4-11 0 0,0-1 0 0 0,0 0 0 0 0,0 0-1 0 0,1-1 1 0 0,-1 0 0 0 0,1 0 0 0 0,1-1 0 0 0,-1 0 0 0 0,1 0 0 0 0,-1-1-1 0 0,1 0 1 0 0,0-1 0 0 0,0 0 0 0 0,18 2 0 0 0,-8-3-382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30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1904 1376 0 0,'-5'9'405'0'0,"-14"28"556"0"0,18-36-901 0 0,1 1-1 0 0,-1-1 0 0 0,1 0 0 0 0,-1 0 1 0 0,1 1-1 0 0,-1-1 0 0 0,1 0 0 0 0,0 1 1 0 0,0-1-1 0 0,0 1 0 0 0,-1-1 0 0 0,1 0 0 0 0,1 1 1 0 0,-1-1-1 0 0,0 0 0 0 0,0 1 0 0 0,0-1 1 0 0,1 0-1 0 0,-1 1 0 0 0,1-1 0 0 0,-1 0 1 0 0,2 2-1 0 0,0-2-10 0 0,0-1 1 0 0,0 1-1 0 0,1-1 0 0 0,-1 0 1 0 0,0 0-1 0 0,1 0 0 0 0,-1 0 1 0 0,0 0-1 0 0,1-1 0 0 0,3 0 1 0 0,0 0 704 0 0,6 2 351 0 0,-10 0-966 0 0,-1-1 1 0 0,0 0-1 0 0,1 1 1 0 0,-1-1-1 0 0,1 0 1 0 0,-1 0-1 0 0,1 0 1 0 0,-1-1-1 0 0,1 1 1 0 0,-1 0-1 0 0,1 0 1 0 0,-1-1-1 0 0,0 1 1 0 0,2-1-1 0 0,45-7 2486 0 0,-27 2-2044 0 0,0-1-1 0 0,0-1 1 0 0,37-21 0 0 0,11-5 224 0 0,-33 18-698 0 0,-1-3-1 0 0,-1 0 0 0 0,0-2 1 0 0,-2-2-1 0 0,0-1 1 0 0,-2-1-1 0 0,49-53 0 0 0,-35 31 109 0 0,83-82 221 0 0,-17 45-282 0 0,-24 21-140 0 0,-66 48 208 0 0,37-20 0 0 0,-37 24-128 0 0,-1-1 0 0 0,31-25 0 0 0,82-101 184 0 0,-65 63-172 0 0,9-13-70 0 0,21-21 16 0 0,40-31 220 0 0,-122 121-266 0 0,-2 0 0 0 0,0 0 1 0 0,-2-2-1 0 0,0 1 0 0 0,-1-2 0 0 0,-1 1 1 0 0,11-42-1 0 0,-4 16-30 0 0,-4 19 15 0 0,2 1 0 0 0,0 1-1 0 0,2 0 1 0 0,0 1 0 0 0,2 1-1 0 0,1 0 1 0 0,25-24 0 0 0,-29 34 19 0 0,0 0 1 0 0,0 1-1 0 0,1 1 0 0 0,1 0 1 0 0,0 1-1 0 0,30-14 1 0 0,-8 7 70 0 0,2 2 1 0 0,43-11-1 0 0,-67 23 13 0 0,0 1 0 0 0,19-1 0 0 0,30-6-133 0 0,-47 7 40 0 0,0 0 0 0 0,0 2 0 0 0,0 0 0 0 0,30 2-1 0 0,-25 1 2 0 0,1-2-1 0 0,29-3 0 0 0,-24-2 26 0 0,1 2 1 0 0,-1 1 0 0 0,1 1-1 0 0,0 2 1 0 0,60 9-1 0 0,-74-5 22 0 0,0 1-1 0 0,-1 1 0 0 0,0 1 1 0 0,16 9-1 0 0,15 8 94 0 0,-38-21-48 0 0,-1 2-1 0 0,0-1 0 0 0,0 1 1 0 0,-1 0-1 0 0,1 1 0 0 0,-1 0 1 0 0,-1 0-1 0 0,1 0 0 0 0,-1 1 1 0 0,-1 0-1 0 0,9 14 1 0 0,-7-10 41 0 0,1-1-1 0 0,0 0 1 0 0,1 0 0 0 0,20 19 0 0 0,-22-25-135 0 0,1-1 0 0 0,-1 1 0 0 0,1-1 0 0 0,0-1 0 0 0,1 0 0 0 0,-1 0 0 0 0,0 0 0 0 0,1-1 0 0 0,0-1 0 0 0,16 2 0 0 0,-15-2 0 0 0,0 0 0 0 0,-1 1 0 0 0,1 0 0 0 0,-1 0 0 0 0,0 1 0 0 0,0 1 0 0 0,0-1 0 0 0,0 1 0 0 0,11 7 0 0 0,24 25-14 0 0,-36-28 9 0 0,0 0 0 0 0,1-1 0 0 0,0 0 0 0 0,0-1 0 0 0,1 0 0 0 0,-1 0 0 0 0,1-1 0 0 0,0-1 0 0 0,14 5 0 0 0,42 10 206 0 0,1-4 0 0 0,128 14 0 0 0,-159-27-104 0 0,54 10-1 0 0,-77-9-172 0 0,1 0 1 0 0,-1 1-1 0 0,0 1 1 0 0,0 0-1 0 0,-1 1 0 0 0,1 0 1 0 0,13 9-1 0 0,-13-5-539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3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52 2160 0 0,'4'-17'1772'0'0,"-3"15"-1409"0"0,0 0 1 0 0,0 1-1 0 0,-1-1 0 0 0,1 0 0 0 0,-1 0 0 0 0,0 0 0 0 0,1 0 1 0 0,-1 1-1 0 0,0-1 0 0 0,0 0 0 0 0,0 0 0 0 0,0 0 0 0 0,0 0 1 0 0,0 0-1 0 0,-1 0 0 0 0,0-2 0 0 0,-1 6-11 0 0,1-1-1 0 0,0 1 1 0 0,0 0 0 0 0,0 0-1 0 0,0 0 1 0 0,0 0 0 0 0,1 0-1 0 0,-1 1 1 0 0,0-1 0 0 0,1 0-1 0 0,0 0 1 0 0,-1 3 0 0 0,-15 205 662 0 0,0 0-230 0 0,11-178-813 0 0,1-10-39 0 0,2 0-1 0 0,0 0 1 0 0,1 1 0 0 0,3 31 0 0 0,3-44-141 0 0,2-7-2721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38 1376 0 0,'-5'-16'-313'0'0,"5"15"553"0"0,0 0-1 0 0,0 0 0 0 0,-1 0 0 0 0,1 0 0 0 0,0 0 0 0 0,1 0 0 0 0,-1 0 0 0 0,0 0 0 0 0,0 0 1 0 0,0 0-1 0 0,1 0 0 0 0,-1 0 0 0 0,0 0 0 0 0,1 0 0 0 0,2-4 1192 0 0,-2 5-1261 0 0,-1 0 0 0 0,1-1 0 0 0,-1 1 0 0 0,1 0 1 0 0,-1 0-1 0 0,0 0 0 0 0,1-1 0 0 0,-1 1 0 0 0,1 0 0 0 0,-1 0 1 0 0,1 0-1 0 0,-1 0 0 0 0,1 0 0 0 0,-1 0 0 0 0,1 0 1 0 0,-1 0-1 0 0,1 0 0 0 0,17 11 2271 0 0,-6 0-1213 0 0,-1 0-1 0 0,17 25 1 0 0,35 66 70 0 0,-31-48-788 0 0,-5-8-166 0 0,80 119 307 0 0,-91-143-649 0 0,2 0-1 0 0,0-1 0 0 0,1-2 0 0 0,44 36 0 0 0,-48-48-424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4 223 2761 0 0,'-1'-2'113'0'0,"1"1"1"0"0,-1 0 0 0 0,1-1-1 0 0,-1 1 1 0 0,1-1 0 0 0,0 1 0 0 0,0-1-1 0 0,0 1 1 0 0,0-1 0 0 0,0 1 0 0 0,0-1-1 0 0,0 1 1 0 0,1-1 0 0 0,-1 1-1 0 0,1 0 1 0 0,-1-1 0 0 0,1 1 0 0 0,-1-1-1 0 0,1 1 1 0 0,-1 0 0 0 0,1 0 0 0 0,0-1-1 0 0,0 1 1 0 0,0 0 0 0 0,0 0-1 0 0,2-2 1 0 0,32-33 3581 0 0,-27 29-3029 0 0,19-17 1075 0 0,49-35 0 0 0,-62 50-2129 0 0,0 1 0 0 0,1 0 0 0 0,0 0 0 0 0,0 2 0 0 0,30-10 0 0 0,-31 13-3812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0,'4'2'6195'0'0,"0"0"-5252"0"0,2 2-624 0 0,-1 1 0 0 0,1-1 1 0 0,-1 1-1 0 0,1 1 1 0 0,-2-1-1 0 0,1 1 1 0 0,0 0-1 0 0,-1 0 0 0 0,0 0 1 0 0,5 11-1 0 0,5 14 288 0 0,10 36-1 0 0,2 0-174 0 0,-10-30-170 0 0,40 64 0 0 0,-49-91-593 0 0,0 0 1 0 0,1 0-1 0 0,0 0 1 0 0,1-1-1 0 0,0 0 1 0 0,0-1-1 0 0,1 0 1 0 0,0 0 0 0 0,0-1-1 0 0,15 8 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2128 0 0,'0'-4'117'0'0,"1"0"-1"0"0,0 0 0 0 0,0 0 1 0 0,0 0-1 0 0,0 0 0 0 0,1 0 0 0 0,-1 0 1 0 0,1 1-1 0 0,0-1 0 0 0,0 1 0 0 0,1-1 1 0 0,2-3-1 0 0,2-1 581 0 0,0 0 0 0 0,1 0 0 0 0,11-10 0 0 0,-13 14-434 0 0,-1 0 1 0 0,1 0-1 0 0,0 1 0 0 0,0 0 1 0 0,0 0-1 0 0,1 0 0 0 0,-1 1 1 0 0,1 0-1 0 0,-1 0 0 0 0,1 1 1 0 0,0-1-1 0 0,11 1 0 0 0,-7 1-52 0 0,-1 0-1 0 0,1 1 0 0 0,-1 0 0 0 0,0 1 1 0 0,1 0-1 0 0,-1 1 0 0 0,17 7 0 0 0,-11-3-70 0 0,0 1 0 0 0,0 1 0 0 0,-1 0-1 0 0,0 1 1 0 0,-1 1 0 0 0,0 0 0 0 0,0 1-1 0 0,-1 0 1 0 0,16 21 0 0 0,-24-26-73 0 0,0 0 0 0 0,-1 1 1 0 0,1-1-1 0 0,-2 1 0 0 0,1 0 0 0 0,-1 0 1 0 0,0 0-1 0 0,-1 1 0 0 0,0-1 0 0 0,0 1 1 0 0,-1-1-1 0 0,0 1 0 0 0,-1 0 0 0 0,1-1 1 0 0,-2 1-1 0 0,1 0 0 0 0,-1-1 0 0 0,-1 1 1 0 0,1-1-1 0 0,-1 1 0 0 0,-1-1 0 0 0,0 0 1 0 0,0 0-1 0 0,-7 13 0 0 0,-2 0-111 0 0,0 0-1 0 0,-1-2 1 0 0,-1 0-1 0 0,-1 0 1 0 0,0-1-1 0 0,-2-1 1 0 0,-35 29-1 0 0,46-41-1543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230 183 2304 0 0,'0'-19'1334'0'0,"1"4"-214"0"0,-1 1 0 0 0,-1 0 1 0 0,0-1-1 0 0,-1 1 1 0 0,-5-22-1 0 0,6 33-956 0 0,-1 0 0 0 0,1-1 1 0 0,0 1-1 0 0,-1 0 0 0 0,0 0 0 0 0,1 1 0 0 0,-1-1 0 0 0,0 0 0 0 0,-1 1 0 0 0,1-1 0 0 0,0 1 0 0 0,-1 0 1 0 0,1-1-1 0 0,-1 1 0 0 0,0 0 0 0 0,0 1 0 0 0,0-1 0 0 0,0 0 0 0 0,0 1 0 0 0,0 0 0 0 0,0 0 0 0 0,0 0 1 0 0,0 0-1 0 0,-1 0 0 0 0,1 0 0 0 0,0 1 0 0 0,-1 0 0 0 0,1 0 0 0 0,-5 0 0 0 0,3 0-81 0 0,0 0 0 0 0,0 1 0 0 0,0-1 0 0 0,0 1-1 0 0,0 0 1 0 0,0 1 0 0 0,0-1 0 0 0,0 1 0 0 0,1 0 0 0 0,-1 0-1 0 0,1 0 1 0 0,-1 1 0 0 0,1 0 0 0 0,0 0 0 0 0,0 0 0 0 0,0 0-1 0 0,1 0 1 0 0,-1 1 0 0 0,1 0 0 0 0,0-1 0 0 0,-1 1 0 0 0,2 1-1 0 0,-5 6 1 0 0,1 1-79 0 0,1 0 0 0 0,0 0 0 0 0,1 1 0 0 0,1-1 1 0 0,0 1-1 0 0,0 0 0 0 0,1 0 0 0 0,0 14 0 0 0,1-21-13 0 0,1 0 1 0 0,0 0-1 0 0,0 0 1 0 0,1 0-1 0 0,0-1 1 0 0,0 1 0 0 0,0 0-1 0 0,1 0 1 0 0,-1 0-1 0 0,1-1 1 0 0,1 1-1 0 0,-1-1 1 0 0,1 0-1 0 0,0 1 1 0 0,0-1 0 0 0,1 0-1 0 0,-1-1 1 0 0,1 1-1 0 0,6 5 1 0 0,-4-5-15 0 0,1 0 1 0 0,-1-1 0 0 0,1 0-1 0 0,0 0 1 0 0,0 0 0 0 0,1-1-1 0 0,-1 0 1 0 0,1-1 0 0 0,-1 0-1 0 0,1 0 1 0 0,0 0 0 0 0,0-1-1 0 0,-1 0 1 0 0,10-1 0 0 0,28 1-206 0 0,84-9 1 0 0,-113 6-12 0 0,-1-1-1 0 0,1-1 1 0 0,0 0-1 0 0,-1-1 1 0 0,0 0-1 0 0,0-1 1 0 0,0-1-1 0 0,23-15 1 0 0,-29 15-1083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3225 0 0,'-3'2'1357'0'0,"9"4"-202"0"0,10 2 527 0 0,27-4 928 0 0,53-1-1 0 0,-8-2-1325 0 0,108 11-1583 0 0,-112-7-5076 0 0,-74-4 1808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1840 0 0,'-6'0'88'0'0,"4"-1"102"0"0,0 1 0 0 0,0 0-1 0 0,0 0 1 0 0,0 0 0 0 0,0 0 0 0 0,1 1-1 0 0,-1-1 1 0 0,0 0 0 0 0,0 1-1 0 0,0-1 1 0 0,0 1 0 0 0,0 0 0 0 0,0 0-1 0 0,0 0 1 0 0,-2 2 0 0 0,14-3 3216 0 0,7-1-3103 0 0,0 2 1 0 0,0 0 0 0 0,0 1-1 0 0,0 0 1 0 0,-1 2 0 0 0,1 0-1 0 0,-1 1 1 0 0,0 0 0 0 0,18 9-1 0 0,-25-10-159 0 0,-1 0-1 0 0,0 1 1 0 0,0-1-1 0 0,0 1 0 0 0,-1 1 1 0 0,1 0-1 0 0,-2 0 1 0 0,1 0-1 0 0,0 1 0 0 0,-1 0 1 0 0,-1 0-1 0 0,1 0 1 0 0,-1 1-1 0 0,0 0 0 0 0,-1 0 1 0 0,0 0-1 0 0,0 1 1 0 0,5 15-1 0 0,-9-19-169 0 0,0 1 0 0 0,0 0 0 0 0,0-1-1 0 0,-1 1 1 0 0,0-1 0 0 0,0 0 0 0 0,0 1 0 0 0,0-1 0 0 0,-1 0 0 0 0,0 1 0 0 0,0-1-1 0 0,-1 0 1 0 0,1-1 0 0 0,-1 1 0 0 0,0 0 0 0 0,0-1 0 0 0,-7 8 0 0 0,5-5-43 0 0,-5 6-384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1 920 0 0,'-1'0'80'0'0,"1"0"0"0"0,0 0-1 0 0,0 0 1 0 0,0 1 0 0 0,-1-1-1 0 0,1 0 1 0 0,0 0 0 0 0,0 0 0 0 0,0 0-1 0 0,0 1 1 0 0,-1-1 0 0 0,1 0-1 0 0,0 0 1 0 0,0 1 0 0 0,0-1-1 0 0,0 0 1 0 0,0 0 0 0 0,0 1 0 0 0,0-1-1 0 0,0 0 1 0 0,-1 0 0 0 0,1 1-1 0 0,0-1 1 0 0,0 0 0 0 0,0 0 0 0 0,0 1-1 0 0,0-1 1 0 0,1 0 0 0 0,-1 0-1 0 0,0 1 1 0 0,0-1 0 0 0,0 0-1 0 0,0 0 1 0 0,0 1 0 0 0,0-1 0 0 0,0 0-1 0 0,0 0 1 0 0,0 1 0 0 0,1-1-1 0 0,-1 0 1 0 0,13 5 1668 0 0,16-3 38 0 0,11-4 96 0 0,28-2 970 0 0,84 6-1 0 0,-129 0-2818 0 0,1 1 0 0 0,-1 1 0 0 0,0 2 0 0 0,0 0 0 0 0,-1 1 0 0 0,0 1 0 0 0,31 16 0 0 0,27 23-3160 0 0,-68-40-1459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8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1840 0 0,'8'-2'5617'0'0,"53"-8"-2882"0"0,-57 10-2651 0 0,1 0 1 0 0,-1 1-1 0 0,0 0 1 0 0,0-1 0 0 0,0 2-1 0 0,0-1 1 0 0,0 0 0 0 0,0 1-1 0 0,0-1 1 0 0,0 1 0 0 0,-1 0-1 0 0,1 1 1 0 0,-1-1 0 0 0,1 1-1 0 0,-1-1 1 0 0,0 1 0 0 0,0 0-1 0 0,0 0 1 0 0,0 0 0 0 0,0 1-1 0 0,-1-1 1 0 0,0 1 0 0 0,3 5-1 0 0,-2-5 15 0 0,0 1 0 0 0,0-1 1 0 0,-1 1-1 0 0,0 0 0 0 0,0 0 0 0 0,0 0 0 0 0,0 0 0 0 0,-1 0 0 0 0,0 0 0 0 0,0 1 0 0 0,0-1 0 0 0,-1 0 0 0 0,0 1 0 0 0,0-1 0 0 0,0 0 0 0 0,-1 1 1 0 0,0-1-1 0 0,-1 8 0 0 0,-4-2 197 0 0,-1-1 1 0 0,0 1-1 0 0,-1-1 1 0 0,1-1-1 0 0,-2 1 0 0 0,-15 13 1 0 0,10-9-215 0 0,2-2-222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3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0 169 3225 0 0,'0'-2'174'0'0,"0"0"-1"0"0,0 0 1 0 0,0 1 0 0 0,1-1 0 0 0,-1 0 0 0 0,0 0 0 0 0,1 0 0 0 0,-1 0-1 0 0,1 1 1 0 0,0-1 0 0 0,-1 0 0 0 0,1 0 0 0 0,0 1 0 0 0,0-1 0 0 0,0 0-1 0 0,0 1 1 0 0,0-1 0 0 0,2-1 0 0 0,25-28 1630 0 0,-14 21-1625 0 0,0 0 0 0 0,0 2 0 0 0,1-1 0 0 0,0 2 0 0 0,31-11 0 0 0,14-8-319 0 0,-30 12 12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4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23 126 3225 0 0,'-1'1'187'0'0,"1"-1"0"0"0,-1 0 0 0 0,0 0 0 0 0,0 0 0 0 0,1 0 0 0 0,-1 0 0 0 0,0 0 0 0 0,0 0 0 0 0,0 0 0 0 0,0 0 0 0 0,1 0 0 0 0,-1 0 0 0 0,0 0 0 0 0,0-1 0 0 0,1 1 0 0 0,-1 0 0 0 0,0-1 0 0 0,0 1 0 0 0,1 0 0 0 0,-1-1 0 0 0,0 1 0 0 0,1-1 0 0 0,-1 1 0 0 0,0-1 0 0 0,1 1 0 0 0,-1-1 0 0 0,1 0 0 0 0,-1 1 0 0 0,1-1 0 0 0,-1 1 0 0 0,1-1 0 0 0,-1-1 0 0 0,1 1 32 0 0,1 0 0 0 0,-1 0-1 0 0,1-1 1 0 0,-1 1 0 0 0,1 0-1 0 0,-1 0 1 0 0,1 0 0 0 0,-1 0-1 0 0,1 0 1 0 0,0 0 0 0 0,0 0-1 0 0,0 0 1 0 0,0 0 0 0 0,-1 0-1 0 0,1 1 1 0 0,0-1 0 0 0,0 0-1 0 0,3-1 1 0 0,117-76-959 0 0,-94 60-3869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4145 0 0,'4'-7'386'0'0,"0"-1"1"0"0,0 0-1 0 0,0 1 1 0 0,9-10-1 0 0,-3 8-403 0 0,0 0-1 0 0,1 1 1 0 0,0 0-1 0 0,0 1 1 0 0,1 0-1 0 0,12-5 0 0 0,-12 6 2 0 0,-1 1 0 0 0,1-2 0 0 0,-2 0 0 0 0,1 0 0 0 0,-1-1-1 0 0,17-17 1 0 0,-7-1 16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9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10 321 5065 0 0,'0'0'65'0'0,"0"0"-1"0"0,-1 0 1 0 0,1 0-1 0 0,0 0 1 0 0,0 0-1 0 0,-1 0 1 0 0,1 0-1 0 0,0 0 1 0 0,-1 0-1 0 0,1 0 1 0 0,0 0-1 0 0,0 0 1 0 0,-1 0-1 0 0,1 0 1 0 0,0 0-1 0 0,-1 0 1 0 0,1 0 0 0 0,0 0-1 0 0,0 0 1 0 0,-1 0-1 0 0,1 0 1 0 0,0-1-1 0 0,0 1 1 0 0,-1 0-1 0 0,1 0 1 0 0,0 0-1 0 0,0-1 1 0 0,-1 1-1 0 0,1 0 1 0 0,0 0-1 0 0,0 0 1 0 0,0-1-1 0 0,0 1 1 0 0,-1 0-1 0 0,1 0 1 0 0,0-1-1 0 0,0 1 1 0 0,0 0-1 0 0,0 0 1 0 0,0-1 0 0 0,0 1-1 0 0,0 0 1 0 0,0-1-1 0 0,0 1 1 0 0,0 0-1 0 0,0-1 1 0 0,0 1-1 0 0,0 0 1 0 0,0 0-1 0 0,0-1 1 0 0,0 1-1 0 0,0 0 1 0 0,0-1-1 0 0,0 1 1 0 0,0 0-1 0 0,0 0 1 0 0,1-1-1 0 0,-1 1 1 0 0,19-23 1283 0 0,36-22-1250 0 0,-54 44-64 0 0,289-217-4449 0 0,-259 194 4415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7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1 195 4145 0 0,'2'-3'314'0'0,"1"1"-1"0"0,-1 0 1 0 0,1 0 0 0 0,0 0-1 0 0,-1 1 1 0 0,1-1 0 0 0,5-2 0 0 0,-1 1 174 0 0,65-49 2390 0 0,28-36-4683 0 0,-65 54 1095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41 102 3225 0 0,'-3'-15'606'0'0,"2"7"-76"0"0,0-1 1 0 0,-1 1-1 0 0,0-1 0 0 0,-1 1 1 0 0,0 0-1 0 0,0 0 0 0 0,-8-14 1 0 0,2 16 983 0 0,6 14-557 0 0,5 22-441 0 0,-1-26-637 0 0,6 109 684 0 0,-11 141 1 0 0,0-39-284 0 0,30 423-244 0 0,-13-389 93 0 0,-8 45-1277 0 0,-5-278-2934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57 244 3225 0 0,'-29'-23'1571'0'0,"29"23"-1541"0"0,-1-1 0 0 0,1 1 0 0 0,-1-1 0 0 0,0 1 0 0 0,1 0 1 0 0,-1-1-1 0 0,1 1 0 0 0,-1 0 0 0 0,0-1 0 0 0,0 1 0 0 0,1 0 1 0 0,-1 0-1 0 0,0 0 0 0 0,1 0 0 0 0,-1 0 0 0 0,0 0 1 0 0,0 0-1 0 0,1 0 0 0 0,-1 0 0 0 0,0 0 0 0 0,1 0 0 0 0,-1 0 1 0 0,0 0-1 0 0,1 1 0 0 0,-1-1 0 0 0,0 0 0 0 0,1 0 1 0 0,-1 1-1 0 0,0-1 0 0 0,1 1 0 0 0,-1-1 0 0 0,1 0 0 0 0,-1 1 1 0 0,1-1-1 0 0,-1 1 0 0 0,1-1 0 0 0,-1 1 0 0 0,1 0 1 0 0,-1-1-1 0 0,1 1 0 0 0,0-1 0 0 0,-1 1 0 0 0,1 0 0 0 0,0-1 1 0 0,-1 1-1 0 0,1 0 0 0 0,0-1 0 0 0,0 1 0 0 0,0 0 1 0 0,0 1-1 0 0,0-2-30 0 0,0 1 0 0 0,0 0 0 0 0,0-1 0 0 0,0 1 0 0 0,1-1 0 0 0,-1 1 0 0 0,0 0 0 0 0,0-1 0 0 0,1 1 0 0 0,-1-1 0 0 0,1 1 0 0 0,-1 0 0 0 0,0-1 0 0 0,1 1 0 0 0,-1-1 0 0 0,1 0 0 0 0,-1 1 0 0 0,1-1 1 0 0,-1 1-1 0 0,1-1 0 0 0,0 0 0 0 0,-1 1 0 0 0,1-1 0 0 0,-1 0 0 0 0,1 0 0 0 0,0 1 0 0 0,-1-1 0 0 0,1 0 0 0 0,0 0 0 0 0,-1 0 0 0 0,1 0 0 0 0,1 0 0 0 0,28 4 85 0 0,-23-4 53 0 0,65 8 251 0 0,1-4 0 0 0,-1-4-1 0 0,1-2 1 0 0,81-13 0 0 0,436-92-15 0 0,-84 7-1149 0 0,-406 83 681 0 0,0 5 1 0 0,1 4-1 0 0,192 9 1 0 0,300 72-531 0 0,-23-22-33 0 0,-98-13-965 0 0,-317-24 1078 0 0,77 13 520 0 0,-208-22 85 0 0,0 2 1 0 0,0 0-1 0 0,-1 2 1 0 0,0 0-1 0 0,-1 2 1 0 0,0 0 0 0 0,-1 1-1 0 0,0 2 1 0 0,-1 0-1 0 0,0 1 1 0 0,-1 1-1 0 0,-1 1 1 0 0,-1 0-1 0 0,0 1 1 0 0,26 39-1 0 0,-40-53-76 0 0,-1 0 0 0 0,0-1-1 0 0,1 1 1 0 0,0 0 0 0 0,0-1 0 0 0,0 0-1 0 0,0 0 1 0 0,1 0 0 0 0,-1 0-1 0 0,1-1 1 0 0,0 1 0 0 0,-1-1 0 0 0,1 0-1 0 0,0 0 1 0 0,0 0 0 0 0,1 0 0 0 0,-1-1-1 0 0,0 0 1 0 0,1 0 0 0 0,-1 0 0 0 0,0 0-1 0 0,1-1 1 0 0,-1 0 0 0 0,1 0 0 0 0,-1 0-1 0 0,5-1 1 0 0,15 5-2495 0 0,-18-5 2255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0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2 2761 0 0,'-2'-1'153'0'0,"0"1"1"0"0,0 0 0 0 0,0-1-1 0 0,0 1 1 0 0,0 0 0 0 0,0 0-1 0 0,0 1 1 0 0,0-1 0 0 0,0 0-1 0 0,0 0 1 0 0,0 1 0 0 0,0 0 0 0 0,0-1-1 0 0,0 1 1 0 0,0 0 0 0 0,-3 2-1 0 0,2 0 218 0 0,0-1 0 0 0,0 2-1 0 0,0-1 1 0 0,0 0 0 0 0,1 0 0 0 0,0 1-1 0 0,-3 5 1 0 0,-8 13 163 0 0,2 0 0 0 0,1 1 0 0 0,0 0 0 0 0,2 1 0 0 0,0 0-1 0 0,2 0 1 0 0,1 1 0 0 0,1 0 0 0 0,0-1 0 0 0,2 2 0 0 0,3 47 0 0 0,7 138-377 0 0,6 76-328 0 0,-1-190 568 0 0,5 0 0 0 0,42 130 0 0 0,-29-115-407 0 0,9 22 1073 0 0,19 79 78 0 0,-55-204-1352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1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73 920 0 0,'-28'14'857'0'0,"24"-13"-684"0"0,1 1 0 0 0,-1-1 1 0 0,1 1-1 0 0,-1-1 1 0 0,1 1-1 0 0,0 0 1 0 0,0 0-1 0 0,0 0 1 0 0,0 1-1 0 0,0-1 0 0 0,0 1 1 0 0,1 0-1 0 0,-1-1 1 0 0,1 1-1 0 0,-3 4 1 0 0,5-6-130 0 0,1 0 0 0 0,-1-1 1 0 0,0 1-1 0 0,0 0 1 0 0,0-1-1 0 0,0 1 0 0 0,1-1 1 0 0,-1 1-1 0 0,0 0 1 0 0,1-1-1 0 0,-1 1 0 0 0,0-1 1 0 0,1 1-1 0 0,-1-1 1 0 0,1 1-1 0 0,-1-1 0 0 0,0 1 1 0 0,1-1-1 0 0,-1 0 1 0 0,1 1-1 0 0,0-1 0 0 0,-1 0 1 0 0,1 1-1 0 0,-1-1 1 0 0,1 0-1 0 0,0 0 0 0 0,-1 1 1 0 0,1-1-1 0 0,-1 0 1 0 0,1 0-1 0 0,1 0 0 0 0,25 6 160 0 0,-24-5-125 0 0,31 2 175 0 0,0-2 1 0 0,0-1 0 0 0,1-1 0 0 0,-1-2-1 0 0,54-12 1 0 0,2 1-88 0 0,133-17 103 0 0,201-19-47 0 0,117 40-296 0 0,156-15 418 0 0,-280 26 629 0 0,-346 2-952 0 0,15 4 94 0 0,104 23 0 0 0,-1 1 32 0 0,370 56-965 0 0,-417-62 558 0 0,-68-16 669 0 0,1-4-1 0 0,109-5 0 0 0,7 0-76 0 0,-134 3-352 0 0,-1 3 1 0 0,1 3 0 0 0,-2 2 0 0 0,1 2-1 0 0,85 33 1 0 0,-19-8-2396 0 0,-112-35-549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0:57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25 446 9674 0 0,'-1'0'49'0'0,"0"1"1"0"0,-1-1-1 0 0,1 0 0 0 0,0 1 0 0 0,0-1 1 0 0,-1 1-1 0 0,1-1 0 0 0,0 1 0 0 0,0 0 1 0 0,0-1-1 0 0,0 1 0 0 0,0 0 1 0 0,0 0-1 0 0,0 0 0 0 0,0 0 0 0 0,0 0 1 0 0,0 0-1 0 0,0 0 0 0 0,0 0 0 0 0,1 0 1 0 0,-2 2-1 0 0,2-3-57 0 0,0 1-1 0 0,0 0 1 0 0,0 0 0 0 0,0-1-1 0 0,-1 1 1 0 0,1 0 0 0 0,0 0 0 0 0,0 0-1 0 0,1-1 1 0 0,-1 1 0 0 0,0 0-1 0 0,0 0 1 0 0,0-1 0 0 0,0 1-1 0 0,1 0 1 0 0,-1 0 0 0 0,0-1 0 0 0,1 1-1 0 0,-1 0 1 0 0,1-1 0 0 0,-1 1-1 0 0,0-1 1 0 0,1 1 0 0 0,0 0-1 0 0,-1-1 1 0 0,1 1 0 0 0,-1-1 0 0 0,1 1-1 0 0,0-1 1 0 0,-1 0 0 0 0,1 1-1 0 0,0-1 1 0 0,-1 1 0 0 0,1-1-1 0 0,0 0 1 0 0,-1 0 0 0 0,1 0 0 0 0,1 1-1 0 0,4 0-25 0 0,0 0 0 0 0,0-1 0 0 0,0 0-1 0 0,0 0 1 0 0,0 0 0 0 0,0 0 0 0 0,0-1 0 0 0,0 0-1 0 0,0-1 1 0 0,0 1 0 0 0,0-1 0 0 0,0 0 0 0 0,8-5 0 0 0,27-6 234 0 0,420-47 2558 0 0,-169 30-1413 0 0,11-3-737 0 0,34-4 227 0 0,268-33 819 0 0,-42-10-881 0 0,-219 30 315 0 0,-260 39-813 0 0,103-6 75 0 0,-92 10-339 0 0,111-22-1 0 0,-131 15 112 0 0,0 4 1 0 0,107-2 0 0 0,152 26 1553 0 0,-329-14-1781 0 0,-4 0 44 0 0,0 0 1 0 0,0 0-1 0 0,0 0 1 0 0,1 0 0 0 0,-1 0-1 0 0,0 0 1 0 0,0 0-1 0 0,0 0 1 0 0,0 0 0 0 0,1 1-1 0 0,-1-1 1 0 0,0 0-1 0 0,0 1 1 0 0,0-1 0 0 0,0 1-1 0 0,0-1 1 0 0,0 1 0 0 0,0-1-1 0 0,2 2 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3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52 206 1376 0 0,'-37'6'2620'0'0,"23"-4"1279"0"0,35-11-1182 0 0,76-27-830 0 0,109-24 1 0 0,106-9 2481 0 0,-247 56-4169 0 0,-12 3-1557 0 0,0 2-1 0 0,1 3 1 0 0,68 2 0 0 0,-97 4-4456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3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5065 0 0,'3'-1'352'0'0,"0"-1"1"0"0,1 1-1 0 0,-1 0 0 0 0,0 0 0 0 0,1 0 1 0 0,-1 0-1 0 0,0 1 0 0 0,1-1 0 0 0,-1 1 1 0 0,1 0-1 0 0,-1 0 0 0 0,1 0 0 0 0,-1 0 0 0 0,1 1 1 0 0,-1-1-1 0 0,0 1 0 0 0,1 0 0 0 0,-1 0 1 0 0,0 0-1 0 0,1 0 0 0 0,-1 1 0 0 0,0 0 1 0 0,0-1-1 0 0,0 1 0 0 0,0 0 0 0 0,-1 0 1 0 0,1 0-1 0 0,0 1 0 0 0,-1-1 0 0 0,0 1 1 0 0,1 0-1 0 0,2 4 0 0 0,2 3 118 0 0,0 1 0 0 0,-1 0 0 0 0,0 0 0 0 0,-1 0 0 0 0,0 1 1 0 0,-1-1-1 0 0,5 24 0 0 0,29 217 1238 0 0,-29-164-1794 0 0,5 0 1 0 0,28 97-1 0 0,-23-134-1283 0 0,-9-32 65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9 423 8754 0 0,'-1'0'82'0'0,"0"0"0"0"0,1 1 0 0 0,-1-1 0 0 0,1 0 0 0 0,-1 1 0 0 0,1-1 0 0 0,0 0 0 0 0,-1 1 0 0 0,1-1 0 0 0,-1 1 0 0 0,1-1 0 0 0,0 1-1 0 0,-1-1 1 0 0,1 1 0 0 0,0-1 0 0 0,0 1 0 0 0,-1-1 0 0 0,1 1 0 0 0,0-1 0 0 0,0 1 0 0 0,0 0 0 0 0,0-1 0 0 0,-1 1 0 0 0,1-1 0 0 0,0 1 0 0 0,0 0 0 0 0,0-1 0 0 0,0 1 0 0 0,1-1 0 0 0,-1 1 0 0 0,0-1 0 0 0,0 1 0 0 0,0 0 0 0 0,0-1 0 0 0,1 1 0 0 0,-1-1 0 0 0,0 1 0 0 0,0-1 0 0 0,1 1 0 0 0,-1-1 0 0 0,0 1 0 0 0,1-1 0 0 0,-1 1 0 0 0,1-1 0 0 0,-1 0 0 0 0,0 1 0 0 0,1-1-1 0 0,-1 1 1 0 0,1-1 0 0 0,-1 0 0 0 0,1 0 0 0 0,-1 1 0 0 0,1-1 0 0 0,0 0 0 0 0,-1 0 0 0 0,1 0 0 0 0,-1 1 0 0 0,1-1 0 0 0,-1 0 0 0 0,1 0 0 0 0,0 0 0 0 0,3 1 255 0 0,-1 0-1 0 0,0 0 1 0 0,0 0 0 0 0,1-1 0 0 0,-1 1-1 0 0,0-1 1 0 0,1 1 0 0 0,-1-1-1 0 0,0 0 1 0 0,6-1 0 0 0,1-3-225 0 0,-1-1 1 0 0,0 1-1 0 0,0-1 1 0 0,-1-1 0 0 0,0 0-1 0 0,0 0 1 0 0,0-1-1 0 0,0 1 1 0 0,-1-2-1 0 0,7-8 1 0 0,2-4 192 0 0,0-1-1 0 0,22-40 1 0 0,-26 39-305 0 0,-1 0 0 0 0,-1-1 0 0 0,12-37 0 0 0,-20 54 0 0 0,-1 0 0 0 0,1 0 0 0 0,-1 0 0 0 0,0-1 0 0 0,-1 1 0 0 0,1 0 0 0 0,-1 0 0 0 0,0 0 0 0 0,-1-1 0 0 0,1 1 0 0 0,-1 0 0 0 0,-1 0 0 0 0,1 0 0 0 0,-1 0 0 0 0,0 0 0 0 0,0 0 0 0 0,-1 1 0 0 0,0-1 0 0 0,-6-9 0 0 0,8 13-33 0 0,-1 0 0 0 0,1 1 0 0 0,0-1 0 0 0,-1 1 0 0 0,1-1 0 0 0,-1 1 0 0 0,0 0 0 0 0,1 0-1 0 0,-1-1 1 0 0,0 1 0 0 0,0 0 0 0 0,0 1 0 0 0,0-1 0 0 0,0 0 0 0 0,0 0 0 0 0,0 1 0 0 0,0-1 0 0 0,0 1 0 0 0,0 0 0 0 0,0 0-1 0 0,0 0 1 0 0,0 0 0 0 0,0 0 0 0 0,0 0 0 0 0,0 0 0 0 0,0 0 0 0 0,0 1 0 0 0,0-1 0 0 0,0 1 0 0 0,0 0 0 0 0,0 0-1 0 0,0 0 1 0 0,0-1 0 0 0,0 2 0 0 0,0-1 0 0 0,1 0 0 0 0,-1 0 0 0 0,1 0 0 0 0,-1 1 0 0 0,1-1 0 0 0,-1 1 0 0 0,-1 2 0 0 0,-3 3-134 0 0,0 0 1 0 0,0 0 0 0 0,1 1-1 0 0,1-1 1 0 0,-1 1 0 0 0,1 0 0 0 0,0 0-1 0 0,-4 15 1 0 0,5-7 178 0 0,0 1 0 0 0,1-1 0 0 0,1 0 0 0 0,0 1 0 0 0,2-1 0 0 0,0 1 0 0 0,0-1 1 0 0,2 0-1 0 0,0 0 0 0 0,1 0 0 0 0,0 0 0 0 0,8 17 0 0 0,-7-21 113 0 0,0-2-1 0 0,0 1 1 0 0,1-1 0 0 0,1 0-1 0 0,0 0 1 0 0,0 0-1 0 0,15 14 1 0 0,-16-19-48 0 0,0 0 1 0 0,0 0-1 0 0,1 0 0 0 0,0-1 1 0 0,0 0-1 0 0,0 0 0 0 0,0-1 1 0 0,0 0-1 0 0,1 0 0 0 0,-1-1 0 0 0,1 0 1 0 0,10 2-1 0 0,-12-3-70 0 0,0-1 0 0 0,0 1 0 0 0,0-1-1 0 0,0-1 1 0 0,0 1 0 0 0,0-1 0 0 0,1 0 0 0 0,-2 0-1 0 0,1-1 1 0 0,0 1 0 0 0,0-1 0 0 0,0-1 0 0 0,-1 1 0 0 0,1-1-1 0 0,-1 0 1 0 0,0 0 0 0 0,0 0 0 0 0,0-1 0 0 0,0 0-1 0 0,-1 0 1 0 0,1 0 0 0 0,-1-1 0 0 0,0 1 0 0 0,0-1 0 0 0,-1 0-1 0 0,6-11 1 0 0,3-7-21 0 0,-1-2 0 0 0,-1 1 0 0 0,-1-1 1 0 0,9-47-1 0 0,-14 55 38 0 0,-3 14-21 0 0,3-13 52 0 0,1 0 0 0 0,9-22 0 0 0,-13 34-22 0 0,1 1-1 0 0,-1 0 1 0 0,1 0 0 0 0,0 0-1 0 0,0 0 1 0 0,0 0 0 0 0,0 0 0 0 0,0 1-1 0 0,1-1 1 0 0,-1 1 0 0 0,1-1-1 0 0,-1 1 1 0 0,1 0 0 0 0,0 0-1 0 0,0 0 1 0 0,0 1 0 0 0,0-1 0 0 0,5-1-1 0 0,-6 3-2 0 0,0 0-1 0 0,0 0 1 0 0,0 0-1 0 0,0 0 0 0 0,0 0 1 0 0,0 1-1 0 0,0-1 1 0 0,0 1-1 0 0,0-1 1 0 0,0 1-1 0 0,0 0 1 0 0,-1 0-1 0 0,1-1 0 0 0,0 1 1 0 0,0 1-1 0 0,-1-1 1 0 0,1 0-1 0 0,0 0 1 0 0,-1 1-1 0 0,1-1 0 0 0,-1 1 1 0 0,0-1-1 0 0,0 1 1 0 0,1-1-1 0 0,0 3 1 0 0,5 7 161 0 0,0 0 0 0 0,9 21 1 0 0,-13-25-123 0 0,13 24 152 0 0,28 67 57 0 0,-41-90-274 0 0,0 0 0 0 0,0 0-1 0 0,-1 0 1 0 0,-1 0 0 0 0,1 1-1 0 0,-1-1 1 0 0,-1 1-1 0 0,0-1 1 0 0,-1 15 0 0 0,-2-12 12 0 0,2-20 17 0 0,4-20-18 0 0,5-7-69 0 0,20-52 0 0 0,-23 76 40 0 0,0 0 1 0 0,1 0-1 0 0,0 1 1 0 0,1-1-1 0 0,0 1 1 0 0,1 1-1 0 0,16-19 1 0 0,-20 26 21 0 0,-1 0 0 0 0,0 0 0 0 0,1 0 0 0 0,0 0 0 0 0,0 1 0 0 0,-1-1 0 0 0,1 1 0 0 0,1 0 0 0 0,-1 0 0 0 0,0 0 0 0 0,1 1 0 0 0,-1 0 0 0 0,0 0 0 0 0,1 0 0 0 0,0 0 0 0 0,-1 0 0 0 0,1 1 0 0 0,-1 0 0 0 0,1 0 0 0 0,0 0 0 0 0,-1 1 0 0 0,1 0 0 0 0,-1 0 0 0 0,1 0 0 0 0,-1 0 0 0 0,1 0 0 0 0,-1 1 0 0 0,0 0 0 0 0,0 0 0 0 0,0 0 0 0 0,0 1 0 0 0,0-1 0 0 0,0 1 0 0 0,-1 0 0 0 0,1 0 0 0 0,-1 0 0 0 0,0 0 0 0 0,0 1 0 0 0,0-1 0 0 0,0 1 0 0 0,0 0 0 0 0,-1 0 0 0 0,0 0 0 0 0,4 8 0 0 0,1 11 58 0 0,-1 0 1 0 0,0 0 0 0 0,-2 0-1 0 0,-1 1 1 0 0,1 24 0 0 0,2-71-164 0 0,1-1 0 0 0,2 1 1 0 0,0 1-1 0 0,1 0 0 0 0,1 0 0 0 0,2 1 1 0 0,0 0-1 0 0,0 1 0 0 0,2 1 0 0 0,21-22 1 0 0,-32 37 88 0 0,-1 1 0 0 0,1 0 0 0 0,0 0 0 0 0,0 0 0 0 0,0 0 0 0 0,1 0 0 0 0,-1 1 1 0 0,1 0-1 0 0,-1 0 0 0 0,1 0 0 0 0,0 0 0 0 0,0 1 0 0 0,-1 0 0 0 0,1 0 0 0 0,0 0 0 0 0,10 0 1 0 0,-9 2 65 0 0,0 0 1 0 0,0 0 0 0 0,0 1-1 0 0,0 0 1 0 0,0 0 0 0 0,0 0 0 0 0,-1 0-1 0 0,1 1 1 0 0,-1 0 0 0 0,1 0 0 0 0,-1 1-1 0 0,0-1 1 0 0,6 7 0 0 0,-2-1-5 0 0,0 1 1 0 0,0-1-1 0 0,-1 1 1 0 0,0 1-1 0 0,-1 0 1 0 0,0 0-1 0 0,-1 0 1 0 0,0 1-1 0 0,5 15 1 0 0,3 16-814 0 0,13 60 0 0 0,0 2-6815 0 0,-19-82 4974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9218 0 0,'1'-2'235'0'0,"-1"0"-1"0"0,1 0 1 0 0,0 0-1 0 0,1 0 1 0 0,-1 0 0 0 0,0 1-1 0 0,0-1 1 0 0,1 0-1 0 0,-1 1 1 0 0,1 0 0 0 0,0-1-1 0 0,-1 1 1 0 0,1 0 0 0 0,0-1-1 0 0,0 1 1 0 0,-1 0-1 0 0,1 0 1 0 0,0 1 0 0 0,0-1-1 0 0,0 0 1 0 0,0 1-1 0 0,0-1 1 0 0,1 1 0 0 0,-1-1-1 0 0,0 1 1 0 0,0 0-1 0 0,0 0 1 0 0,0 0 0 0 0,0 0-1 0 0,0 1 1 0 0,0-1 0 0 0,1 0-1 0 0,-1 1 1 0 0,0 0-1 0 0,0-1 1 0 0,0 1 0 0 0,2 1-1 0 0,4 2 81 0 0,0 0 0 0 0,0 0 0 0 0,-1 0-1 0 0,0 1 1 0 0,0 0 0 0 0,0 1 0 0 0,0 0 0 0 0,-1 0 0 0 0,0 0-1 0 0,0 1 1 0 0,-1 0 0 0 0,1 0 0 0 0,-2 0 0 0 0,7 11-1 0 0,2 8-259 0 0,-1 0-1 0 0,-1 0 1 0 0,8 31-1 0 0,-10-27-1 0 0,-1 0 0 0 0,-2 1 0 0 0,4 39 0 0 0,-9-54-330 0 0,-1 0 0 0 0,0 0-1 0 0,-1-1 1 0 0,-1 1 0 0 0,0 0 0 0 0,-2-1-1 0 0,1 1 1 0 0,-9 19 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04.8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5065 0 0,'2'-6'357'0'0,"0"0"0"0"0,0 0 1 0 0,1 1-1 0 0,0-1 0 0 0,-1 1 0 0 0,2-1 0 0 0,-1 1 0 0 0,1 0 1 0 0,0 0-1 0 0,0 1 0 0 0,0-1 0 0 0,6-4 0 0 0,1-1 522 0 0,1 0 0 0 0,1 1-1 0 0,23-14 1 0 0,-24 18-365 0 0,1-1 0 0 0,-1 1 0 0 0,1 1 0 0 0,1 0 0 0 0,-1 1 0 0 0,0 0 0 0 0,1 1 0 0 0,16 0 0 0 0,-24 2-428 0 0,0-1 0 0 0,0 1 0 0 0,-1 1 0 0 0,1-1 0 0 0,0 1 0 0 0,-1 0 0 0 0,1 0 0 0 0,0 1 0 0 0,-1-1 0 0 0,0 1 0 0 0,1 0 0 0 0,-1 1 1 0 0,0 0-1 0 0,0-1 0 0 0,0 1 0 0 0,0 1 0 0 0,-1-1 0 0 0,1 1 0 0 0,-1 0 0 0 0,0 0 0 0 0,0 0 0 0 0,3 5 0 0 0,-5-4-86 0 0,0-1 0 0 0,0 1-1 0 0,-1 0 1 0 0,1-1-1 0 0,-1 1 1 0 0,0 0 0 0 0,0 0-1 0 0,-1 0 1 0 0,0 0 0 0 0,0-1-1 0 0,0 1 1 0 0,0 0 0 0 0,-1 0-1 0 0,0 0 1 0 0,0 0 0 0 0,0-1-1 0 0,0 1 1 0 0,-1 0 0 0 0,0-1-1 0 0,0 1 1 0 0,0-1 0 0 0,-5 8-1 0 0,-6 8-13 0 0,0-2 0 0 0,-1 1 0 0 0,-22 22 0 0 0,15-20-1079 0 0,0-1 0 0 0,-2-1-1 0 0,0-1 1 0 0,-45 27 0 0 0,53-36-5051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29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24 314 2761 0 0,'-3'-2'261'0'0,"1"0"1"0"0,0-1-1 0 0,0 1 1 0 0,0-1 0 0 0,1 1-1 0 0,-1-1 1 0 0,0 0-1 0 0,1 0 1 0 0,0 0 0 0 0,0 0-1 0 0,0 0 1 0 0,0 0 0 0 0,0 0-1 0 0,0 0 1 0 0,1 0-1 0 0,0 0 1 0 0,0 0 0 0 0,-1 0-1 0 0,2 0 1 0 0,-1-1-1 0 0,0 1 1 0 0,1 0 0 0 0,-1 0-1 0 0,1 0 1 0 0,0 0-1 0 0,0 0 1 0 0,0 0 0 0 0,0 0-1 0 0,3-4 1 0 0,1-2 432 0 0,-1 0 0 0 0,1 1 0 0 0,1-1 0 0 0,0 1 0 0 0,0 0 0 0 0,0 0 0 0 0,1 1 1 0 0,10-9-1 0 0,12-4-284 0 0,2 1-1 0 0,0 2 1 0 0,1 1 0 0 0,0 1 0 0 0,1 1 0 0 0,1 3 0 0 0,47-11 0 0 0,-76 20-395 0 0,0 1 0 0 0,0 0 0 0 0,0 0-1 0 0,1 0 1 0 0,-1 1 0 0 0,0 0 0 0 0,0 0 0 0 0,1 0 0 0 0,-1 1 0 0 0,0 0 0 0 0,0 0-1 0 0,0 0 1 0 0,0 1 0 0 0,6 1 0 0 0,-9-1 4 0 0,1-1-1 0 0,-1 1 1 0 0,1 0 0 0 0,-1 0 0 0 0,0 0-1 0 0,0 0 1 0 0,0 1 0 0 0,0-1-1 0 0,0 1 1 0 0,0-1 0 0 0,-1 1-1 0 0,1-1 1 0 0,-1 1 0 0 0,0 0 0 0 0,0 0-1 0 0,0 0 1 0 0,0-1 0 0 0,0 1-1 0 0,0 0 1 0 0,-1 0 0 0 0,0 0 0 0 0,1 0-1 0 0,-1 1 1 0 0,0-1 0 0 0,-1 4-1 0 0,0 7 36 0 0,-1 0-1 0 0,0-1 0 0 0,-1 1 1 0 0,-1-1-1 0 0,0 0 0 0 0,0 0 0 0 0,-12 22 1 0 0,-56 83 211 0 0,49-83-101 0 0,-25 47-1 0 0,47-80-138 0 0,0 0-1 0 0,0 0 0 0 0,0 1 0 0 0,1-1 1 0 0,-1 0-1 0 0,1 1 0 0 0,-1-1 1 0 0,1 0-1 0 0,-1 1 0 0 0,1-1 0 0 0,0 4 1 0 0,1-5-13 0 0,-1 0 0 0 0,0-1 1 0 0,0 1-1 0 0,0 0 0 0 0,1 0 1 0 0,-1-1-1 0 0,0 1 0 0 0,1 0 1 0 0,-1 0-1 0 0,1-1 0 0 0,-1 1 1 0 0,1 0-1 0 0,-1-1 0 0 0,1 1 1 0 0,0-1-1 0 0,-1 1 0 0 0,1-1 1 0 0,0 1-1 0 0,-1-1 0 0 0,1 1 1 0 0,0-1-1 0 0,1 1 0 0 0,1 0 17 0 0,1-1 0 0 0,0 1-1 0 0,0-1 1 0 0,0 0 0 0 0,-1 0 0 0 0,1 0-1 0 0,0 0 1 0 0,0-1 0 0 0,0 1-1 0 0,-1-1 1 0 0,1 0 0 0 0,5-2 0 0 0,96-42 229 0 0,-81 33-775 0 0,0 1 0 0 0,1 1 0 0 0,1 2 1 0 0,46-11-1 0 0,-44 15-6886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29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12 8290 0 0,'9'-12'8489'0'0,"-8"12"-8282"0"0,-4 20 80 0 0,-2-1-1 0 0,0-1 1 0 0,-2 1-1 0 0,-12 27 1 0 0,-9 25 130 0 0,24-59-361 0 0,-1 3 138 0 0,0 0 1 0 0,1 0-1 0 0,1 0 1 0 0,-3 30-1 0 0,5-42-138 0 0,1-1-1 0 0,0 1 1 0 0,0 0-1 0 0,0-1 0 0 0,1 1 1 0 0,-1 0-1 0 0,1-1 1 0 0,-1 1-1 0 0,1 0 1 0 0,0-1-1 0 0,0 1 1 0 0,0-1-1 0 0,1 1 1 0 0,-1-1-1 0 0,0 0 1 0 0,1 1-1 0 0,-1-1 0 0 0,1 0 1 0 0,0 0-1 0 0,0 0 1 0 0,0 0-1 0 0,0 0 1 0 0,0-1-1 0 0,0 1 1 0 0,1-1-1 0 0,-1 1 1 0 0,0-1-1 0 0,1 0 0 0 0,-1 0 1 0 0,1 0-1 0 0,-1 0 1 0 0,1 0-1 0 0,0-1 1 0 0,-1 1-1 0 0,4 0 1 0 0,11 0 12 0 0,-1 0 0 0 0,0-1 0 0 0,0 0 0 0 0,1-1 0 0 0,16-4 0 0 0,83-21 448 0 0,-21 3-312 0 0,-46 16-1805 0 0,0 1-1 0 0,62 1 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0.2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46 920 0 0,'-2'-46'17947'0'0,"3"47"-17779"0"0,0-1 6 0 0,0 1 1 0 0,0 0-1 0 0,0-1 1 0 0,0 1-1 0 0,0 0 1 0 0,0 0-1 0 0,0 0 1 0 0,0 0-1 0 0,0 0 1 0 0,0 0-1 0 0,-1 0 1 0 0,1 0-1 0 0,-1 1 1 0 0,1-1-1 0 0,0 0 0 0 0,-1 0 1 0 0,0 0-1 0 0,1 1 1 0 0,-1-1-1 0 0,0 3 1 0 0,6 33-25 0 0,-5-26 149 0 0,6 62 31 0 0,-5 121 0 0 0,-3-125-534 0 0,2-1 1 0 0,12 81-1 0 0,-12-143-27 0 0,0 0 0 0 0,0 0 0 0 0,1 0 0 0 0,0 0 0 0 0,0-1 1 0 0,4 7-1 0 0,0-2-370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0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9 221 3209 0 0,'-9'-32'5884'0'0,"13"48"-4248"0"0,2 18-755 0 0,-5-16-397 0 0,2-1 0 0 0,-1 0 0 0 0,2 0 0 0 0,0-1 0 0 0,1 1 0 0 0,1-1 0 0 0,13 26 0 0 0,-15-35-270 0 0,1 1 1 0 0,0-1 0 0 0,0 0 0 0 0,1-1-1 0 0,0 1 1 0 0,1-1 0 0 0,-1 0 0 0 0,1 0-1 0 0,0-1 1 0 0,0 0 0 0 0,1 0-1 0 0,-1-1 1 0 0,1 0 0 0 0,0 0 0 0 0,0-1-1 0 0,16 4 1 0 0,-17-5-100 0 0,0 0 0 0 0,-1-1 0 0 0,1 0 0 0 0,0 0-1 0 0,0 0 1 0 0,0-1 0 0 0,0-1 0 0 0,0 1 0 0 0,0-1 0 0 0,0 0 0 0 0,0 0-1 0 0,0-1 1 0 0,-1 0 0 0 0,1 0 0 0 0,9-5 0 0 0,-9 3-39 0 0,0-1 1 0 0,-1 0-1 0 0,1 0 1 0 0,-1 0-1 0 0,0-1 1 0 0,0 0 0 0 0,-1 0-1 0 0,1 0 1 0 0,-2-1-1 0 0,1 0 1 0 0,-1 0-1 0 0,7-14 1 0 0,-4 6-1 0 0,-2-1 0 0 0,0 1-1 0 0,-1-1 1 0 0,0 0 0 0 0,-1 0 0 0 0,-1 0 0 0 0,0-1 0 0 0,-2 1 0 0 0,0-1 0 0 0,-2-20 0 0 0,1 26-71 0 0,-1 0-1 0 0,0 1 1 0 0,0-1 0 0 0,-1 0-1 0 0,0 1 1 0 0,-1-1 0 0 0,0 1-1 0 0,-1 0 1 0 0,0 0 0 0 0,0 1-1 0 0,-1 0 1 0 0,-1 0 0 0 0,1 0 0 0 0,-1 0-1 0 0,-1 1 1 0 0,-8-7 0 0 0,11 11-101 0 0,0 1 0 0 0,0 0 1 0 0,0 0-1 0 0,0 1 1 0 0,0 0-1 0 0,0 0 0 0 0,0 0 1 0 0,-11-2-1 0 0,13 3-123 0 0,1 1 0 0 0,-1 0-1 0 0,1 0 1 0 0,-1-1 0 0 0,0 1-1 0 0,1 1 1 0 0,-1-1 0 0 0,1 0-1 0 0,-1 1 1 0 0,1-1 0 0 0,-1 1 0 0 0,1 0-1 0 0,0-1 1 0 0,-1 1 0 0 0,1 0-1 0 0,0 1 1 0 0,0-1 0 0 0,-1 0-1 0 0,1 1 1 0 0,0-1 0 0 0,-3 4-1 0 0,-3 7-1379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1:31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386 117 6913 0 0,'-1'-6'433'0'0,"0"0"-1"0"0,-1 1 1 0 0,0-1-1 0 0,0 0 1 0 0,-1 0-1 0 0,1 1 1 0 0,-1-1-1 0 0,0 1 1 0 0,-1 0-1 0 0,1 0 1 0 0,-1 0-1 0 0,0 1 1 0 0,0-1-1 0 0,-1 1 1 0 0,1 0-1 0 0,-1 0 1 0 0,0 0-1 0 0,0 1 0 0 0,0 0 1 0 0,0 0-1 0 0,-1 0 1 0 0,1 0-1 0 0,-1 1 1 0 0,0 0-1 0 0,0 0 1 0 0,0 1-1 0 0,-9-2 1 0 0,7 4-315 0 0,0 1 0 0 0,0-1 0 0 0,0 2 1 0 0,1-1-1 0 0,-1 1 0 0 0,1 0 0 0 0,0 1 0 0 0,0-1 1 0 0,0 1-1 0 0,0 1 0 0 0,1 0 0 0 0,-1-1 0 0 0,1 2 1 0 0,-9 9-1 0 0,-3 5-79 0 0,1 1-1 0 0,0 0 1 0 0,-13 24 0 0 0,20-30-31 0 0,1 1 0 0 0,1 0 1 0 0,0 0-1 0 0,1 1 0 0 0,1 0 0 0 0,-8 34 0 0 0,12-44-7 0 0,1-1-1 0 0,1 1 0 0 0,-1 0 0 0 0,1 0 1 0 0,0 0-1 0 0,1-1 0 0 0,0 1 1 0 0,0 0-1 0 0,0-1 0 0 0,1 1 1 0 0,0 0-1 0 0,0-1 0 0 0,1 0 1 0 0,0 0-1 0 0,0 1 0 0 0,0-2 1 0 0,1 1-1 0 0,-1 0 0 0 0,2-1 1 0 0,-1 1-1 0 0,7 5 0 0 0,-1-1 50 0 0,1-1 0 0 0,1-1 0 0 0,-1 1 0 0 0,1-2 0 0 0,1 0 0 0 0,0 0 0 0 0,0-1-1 0 0,0-1 1 0 0,0 0 0 0 0,1-1 0 0 0,0 0 0 0 0,0-1 0 0 0,0-1 0 0 0,0 0 0 0 0,0-1 0 0 0,0 0 0 0 0,1-1 0 0 0,-1-1 0 0 0,0 0-1 0 0,0-1 1 0 0,1-1 0 0 0,-2 0 0 0 0,1-1 0 0 0,0 0 0 0 0,-1-1 0 0 0,1 0 0 0 0,18-12 0 0 0,-11 4-536 0 0,-1 0 0 0 0,31-28 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8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87 6449 0 0,'3'-19'2028'0'0,"-3"14"-1113"0"0,0-1 0 0 0,1 1-1 0 0,-1-1 1 0 0,1 1-1 0 0,1 0 1 0 0,-1-1-1 0 0,1 1 1 0 0,0 0-1 0 0,0 0 1 0 0,4-7-1 0 0,-5 12-843 0 0,-1-1-1 0 0,1 1 0 0 0,0 0 1 0 0,-1-1-1 0 0,1 1 1 0 0,0 0-1 0 0,-1 0 0 0 0,1 0 1 0 0,0-1-1 0 0,-1 1 1 0 0,1 0-1 0 0,0 0 0 0 0,-1 0 1 0 0,1 0-1 0 0,0 0 1 0 0,-1 0-1 0 0,1 0 0 0 0,0 0 1 0 0,-1 1-1 0 0,1-1 0 0 0,0 0 1 0 0,-1 0-1 0 0,1 1 1 0 0,0-1-1 0 0,-1 0 0 0 0,1 1 1 0 0,0-1-1 0 0,-1 0 1 0 0,1 1-1 0 0,-1-1 0 0 0,1 1 1 0 0,-1-1-1 0 0,1 1 1 0 0,-1-1-1 0 0,0 1 0 0 0,1-1 1 0 0,-1 1-1 0 0,1 1 0 0 0,15 23 370 0 0,-11-9-320 0 0,0 0 0 0 0,-1 1 0 0 0,-1-1 0 0 0,0 1 0 0 0,0 23-1 0 0,-5 89 133 0 0,0-75-149 0 0,4 201 46 0 0,1-218-126 0 0,1 0 1 0 0,2-1-1 0 0,2 1 0 0 0,23 64 0 0 0,6-5-3313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8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118 201 4145 0 0,'-20'4'2466'0'0,"-1"1"0"0"0,1 1 0 0 0,-36 17 1 0 0,66-21-1798 0 0,1 1 0 0 0,0 0 0 0 0,-1 1 1 0 0,14 6-1 0 0,-9 0-443 0 0,0 1-1 0 0,-1 1 1 0 0,-1 0 0 0 0,1 0 0 0 0,-2 2-1 0 0,0-1 1 0 0,12 20 0 0 0,-10-15-128 0 0,1 0 0 0 0,0 0-1 0 0,2-2 1 0 0,22 19 0 0 0,-34-31-78 0 0,1-1 0 0 0,0 1 1 0 0,0-1-1 0 0,0 0 0 0 0,0 0 1 0 0,0-1-1 0 0,1 0 0 0 0,-1 0 0 0 0,1 0 1 0 0,0-1-1 0 0,-1 0 0 0 0,1 0 1 0 0,0-1-1 0 0,0 0 0 0 0,0 0 0 0 0,-1 0 1 0 0,1-1-1 0 0,12-3 0 0 0,-5 0 78 0 0,1-2-1 0 0,-1 1 0 0 0,0-2 1 0 0,0 0-1 0 0,0-1 1 0 0,-1 0-1 0 0,0-1 0 0 0,-1 0 1 0 0,0-1-1 0 0,18-19 1 0 0,-3-1 211 0 0,-2-1 0 0 0,42-65 0 0 0,-27 30-295 0 0,46-109-1 0 0,-82 166-454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1 203 10594 0 0,'3'0'325'0'0,"0"-1"-1"0"0,-1 1 1 0 0,1 0-1 0 0,0-1 1 0 0,0 1-1 0 0,0-1 1 0 0,-1 0-1 0 0,5-2 1 0 0,211-76 5305 0 0,115-23-4112 0 0,-320 98-1938 0 0,-1 1-1 0 0,1 0 1 0 0,0 1 0 0 0,17 0-1 0 0,-12 3-6273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 1840 0 0,'-10'-3'432'0'0,"28"16"2370"0"0,-10-4-2265 0 0,-1 0-1 0 0,0 1 0 0 0,0 0 0 0 0,-1 1 1 0 0,-1-1-1 0 0,1 1 0 0 0,-2 0 0 0 0,1 0 1 0 0,-2 1-1 0 0,1-1 0 0 0,-2 1 0 0 0,0 0 1 0 0,2 20-1 0 0,-2 20 1869 0 0,-7 100 1 0 0,1-93-2382 0 0,2-21-1256 0 0,-1-4-4575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63 11522 0 0,'-4'9'318'0'0,"1"-1"0"0"0,1 1-1 0 0,-1 0 1 0 0,1 0-1 0 0,1 0 1 0 0,0 0-1 0 0,0 0 1 0 0,1 0 0 0 0,0 0-1 0 0,2 11 1 0 0,-2 1 389 0 0,0-10-606 0 0,0-1 0 0 0,1 1 0 0 0,1-1-1 0 0,0 0 1 0 0,0 1 0 0 0,0-1 0 0 0,8 16-1 0 0,-9-24-87 0 0,0 0 0 0 0,0 1 0 0 0,0-1 0 0 0,0 0-1 0 0,1 1 1 0 0,-1-1 0 0 0,1 0 0 0 0,0 0 0 0 0,0 0-1 0 0,-1-1 1 0 0,1 1 0 0 0,1 0 0 0 0,-1-1 0 0 0,0 1-1 0 0,0-1 1 0 0,0 0 0 0 0,1 1 0 0 0,-1-1 0 0 0,1 0 0 0 0,-1-1-1 0 0,1 1 1 0 0,-1 0 0 0 0,1-1 0 0 0,-1 1 0 0 0,1-1-1 0 0,-1 0 1 0 0,1 0 0 0 0,0 0 0 0 0,-1 0 0 0 0,1 0-1 0 0,0-1 1 0 0,-1 1 0 0 0,1-1 0 0 0,-1 0 0 0 0,4-1-1 0 0,2-1 103 0 0,-1-1 0 0 0,0 0 0 0 0,1 0-1 0 0,-2-1 1 0 0,1 0 0 0 0,0 0 0 0 0,-1-1-1 0 0,0 0 1 0 0,0 0 0 0 0,-1 0 0 0 0,0-1 0 0 0,0 1-1 0 0,0-1 1 0 0,-1 0 0 0 0,0-1 0 0 0,-1 1-1 0 0,6-17 1 0 0,-5 15-92 0 0,-1-1 1 0 0,0 1-1 0 0,-1-1 0 0 0,0 0 0 0 0,0 0 0 0 0,-1 0 1 0 0,-1 0-1 0 0,0 0 0 0 0,0 0 0 0 0,-1 0 0 0 0,0 0 1 0 0,0 0-1 0 0,-1 0 0 0 0,-6-16 0 0 0,7 23-19 0 0,0 1-1 0 0,-1-1 1 0 0,1 1-1 0 0,-1-1 1 0 0,1 1-1 0 0,-1 0 1 0 0,0-1-1 0 0,0 1 1 0 0,0 0-1 0 0,0 0 1 0 0,0 1-1 0 0,-1-1 1 0 0,1 0-1 0 0,-1 1 1 0 0,1-1-1 0 0,-1 1 1 0 0,1 0-1 0 0,-1 0 1 0 0,1 0-1 0 0,-1 0 1 0 0,0 0-1 0 0,0 1 1 0 0,0-1-1 0 0,1 1 1 0 0,-5 0-1 0 0,0 0-135 0 0,-1 0 0 0 0,1 1 0 0 0,0 0-1 0 0,0 0 1 0 0,0 1 0 0 0,0 0 0 0 0,0 1-1 0 0,-13 5 1 0 0,-3 5-1105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29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59 10138 0 0,'0'0'70'0'0,"-1"0"0"0"0,1 0 0 0 0,-1 0-1 0 0,1 0 1 0 0,0 0 0 0 0,-1 1 0 0 0,1-1-1 0 0,-1 0 1 0 0,1 0 0 0 0,0 0 0 0 0,-1 1 0 0 0,1-1-1 0 0,0 0 1 0 0,-1 1 0 0 0,1-1 0 0 0,0 0 0 0 0,-1 1-1 0 0,1-1 1 0 0,0 0 0 0 0,0 1 0 0 0,0-1-1 0 0,-1 0 1 0 0,1 1 0 0 0,0-1 0 0 0,0 1 0 0 0,0-1-1 0 0,0 1 1 0 0,0-1 0 0 0,-1 0 0 0 0,1 1 0 0 0,0-1-1 0 0,0 1 1 0 0,0-1 0 0 0,0 1 0 0 0,1-1-1 0 0,-1 0 1 0 0,0 1 0 0 0,10 22 1052 0 0,30 23-616 0 0,-34-39-246 0 0,3 3-206 0 0,-2-1 97 0 0,0-1 0 0 0,1 0 0 0 0,0 0 1 0 0,1-1-1 0 0,16 11 0 0 0,-23-16-127 0 0,1-1 0 0 0,-1 0 0 0 0,1 0 1 0 0,0 0-1 0 0,0 0 0 0 0,-1-1 0 0 0,1 1 0 0 0,0-1 0 0 0,0 1 1 0 0,0-1-1 0 0,0 0 0 0 0,0 0 0 0 0,0 0 0 0 0,-1-1 0 0 0,1 1 1 0 0,0-1-1 0 0,0 0 0 0 0,0 1 0 0 0,-1-1 0 0 0,1 0 0 0 0,0-1 1 0 0,-1 1-1 0 0,1 0 0 0 0,-1-1 0 0 0,1 1 0 0 0,-1-1 0 0 0,3-3 0 0 0,5-3-64 0 0,-2 0-1 0 0,1-1 1 0 0,-1 0-1 0 0,-1-1 1 0 0,1 0-1 0 0,-2 0 1 0 0,10-17-1 0 0,-2-3-121 0 0,14-48 0 0 0,-28 78 169 0 0,0 0 1 0 0,0 0-1 0 0,0-1 0 0 0,0 1 0 0 0,0 0 0 0 0,0 0 0 0 0,1 0 0 0 0,-1-1 0 0 0,0 1 0 0 0,0 0 0 0 0,0 0 1 0 0,0-1-1 0 0,0 1 0 0 0,0 0 0 0 0,0 0 0 0 0,0 0 0 0 0,1-1 0 0 0,-1 1 0 0 0,0 0 0 0 0,0 0 0 0 0,0 0 1 0 0,0 0-1 0 0,1-1 0 0 0,-1 1 0 0 0,0 0 0 0 0,0 0 0 0 0,1 0 0 0 0,-1 0 0 0 0,0 0 0 0 0,0 0 0 0 0,0 0 1 0 0,1-1-1 0 0,-1 1 0 0 0,0 0 0 0 0,0 0 0 0 0,1 0 0 0 0,-1 0 0 0 0,0 0 0 0 0,0 0 0 0 0,1 0 0 0 0,-1 0 1 0 0,8 11 704 0 0,5 22 863 0 0,-12-28-1328 0 0,7 17 347 0 0,-5-11-656 0 0,1-1-1 0 0,0 1 0 0 0,1-1 1 0 0,0 0-1 0 0,1 0 1 0 0,0 0-1 0 0,10 13 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0.6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146 353 2304 0 0,'1'-2'382'0'0,"-1"1"-1"0"0,0-1 0 0 0,0 0 0 0 0,0 0 0 0 0,0 0 0 0 0,0 0 0 0 0,-1 1 0 0 0,1-1 0 0 0,0 0 0 0 0,-1 0 0 0 0,0 1 0 0 0,1-1 0 0 0,-1 0 0 0 0,0 1 0 0 0,0-1 0 0 0,0 0 0 0 0,0 1 0 0 0,0-1 0 0 0,0 1 0 0 0,0 0 0 0 0,0-1 0 0 0,-1 1 0 0 0,1 0 0 0 0,0 0 0 0 0,-1 0 0 0 0,1 0 0 0 0,-3-2 0 0 0,2 3-182 0 0,0 0 1 0 0,0 0-1 0 0,0 0 1 0 0,0 0-1 0 0,0 0 1 0 0,1 1-1 0 0,-1-1 1 0 0,0 1-1 0 0,0-1 1 0 0,0 1-1 0 0,1-1 1 0 0,-1 1-1 0 0,0 0 0 0 0,1 0 1 0 0,-1 0-1 0 0,1 0 1 0 0,-1 0-1 0 0,1 0 1 0 0,-1 0-1 0 0,1 1 1 0 0,0-1-1 0 0,-1 0 1 0 0,1 1-1 0 0,0-1 1 0 0,0 1-1 0 0,-1 2 1 0 0,-10 13 51 0 0,1 1 0 0 0,1 0 0 0 0,0 0 0 0 0,2 1 0 0 0,-9 25 0 0 0,14-35-275 0 0,1 0 0 0 0,0 0 0 0 0,0 0 0 0 0,1 0 0 0 0,0 0 0 0 0,1 0 0 0 0,0 0 0 0 0,0 0 0 0 0,1 1 0 0 0,0-1-1 0 0,1 0 1 0 0,0 0 0 0 0,0-1 0 0 0,5 13 0 0 0,-6-19 20 0 0,0 0-1 0 0,-1 0 1 0 0,1 0 0 0 0,0 0-1 0 0,0 0 1 0 0,1-1 0 0 0,-1 1-1 0 0,0 0 1 0 0,0-1-1 0 0,1 1 1 0 0,-1-1 0 0 0,1 0-1 0 0,-1 1 1 0 0,1-1 0 0 0,0 0-1 0 0,0 0 1 0 0,-1 0-1 0 0,1 0 1 0 0,0 0 0 0 0,0 0-1 0 0,0-1 1 0 0,3 2 0 0 0,-3-2-29 0 0,1 0 0 0 0,0-1 1 0 0,0 1-1 0 0,0 0 0 0 0,0-1 1 0 0,0 0-1 0 0,-1 1 0 0 0,1-1 1 0 0,0 0-1 0 0,-1 0 0 0 0,1-1 1 0 0,-1 1-1 0 0,1-1 1 0 0,2-1-1 0 0,8-7-421 0 0,-1-1 0 0 0,0 0 1 0 0,0-1-1 0 0,12-17 0 0 0,-24 29 441 0 0,24-30-864 0 0,-2-1 1 0 0,-1-1-1 0 0,-1-1 1 0 0,-2-1-1 0 0,22-58 1 0 0,-30 63 1131 0 0,-1-1 0 0 0,8-52 1 0 0,-13 57 822 0 0,-2-1 0 0 0,-1 1 0 0 0,-4-44 1 0 0,-3 49 988 0 0,0 31-98 0 0,-3 33-476 0 0,7 6-1263 0 0,3-1 0 0 0,1 1 1 0 0,12 66-1 0 0,1-40-114 0 0,34 106-1 0 0,-46-171-114 0 0,1-1 0 0 0,0 0 0 0 0,1 0 1 0 0,0-1-1 0 0,0 1 0 0 0,10 12 0 0 0,-14-21-3 0 0,1 1-1 0 0,-1 0 1 0 0,1-1-1 0 0,-1 1 1 0 0,1-1-1 0 0,-1 1 1 0 0,1-1-1 0 0,0 0 1 0 0,-1 1-1 0 0,1-1 0 0 0,0 0 1 0 0,0 0-1 0 0,0-1 1 0 0,0 1-1 0 0,0 0 1 0 0,0-1-1 0 0,0 1 1 0 0,0-1-1 0 0,0 1 1 0 0,0-1-1 0 0,1 0 1 0 0,-1 0-1 0 0,0 0 1 0 0,0 0-1 0 0,0-1 1 0 0,0 1-1 0 0,0 0 1 0 0,0-1-1 0 0,0 1 1 0 0,0-1-1 0 0,0 0 1 0 0,0 0-1 0 0,0 0 1 0 0,0 0-1 0 0,0 0 1 0 0,0 0-1 0 0,-1 0 1 0 0,1-1-1 0 0,2-1 1 0 0,4-5-50 0 0,0 0 1 0 0,0-1-1 0 0,0 0 0 0 0,-1 0 0 0 0,-1-1 1 0 0,10-18-1 0 0,27-70-438 0 0,-4 8-85 0 0,-29 72 454 0 0,1-1 1 0 0,25-31-1 0 0,-32 45 103 0 0,0 0-1 0 0,0 0 0 0 0,1 0 1 0 0,0 1-1 0 0,0 0 0 0 0,0 0 1 0 0,0 0-1 0 0,1 1 0 0 0,-1 0 1 0 0,1 0-1 0 0,0 0 0 0 0,0 1 1 0 0,0 0-1 0 0,7-2 0 0 0,-11 4 38 0 0,0 0-1 0 0,0-1 0 0 0,0 1 0 0 0,0 0 0 0 0,0 0 1 0 0,0 1-1 0 0,0-1 0 0 0,0 0 0 0 0,0 1 0 0 0,-1-1 0 0 0,1 1 1 0 0,0-1-1 0 0,0 1 0 0 0,0 0 0 0 0,0 0 0 0 0,-1 0 0 0 0,1 0 1 0 0,0 0-1 0 0,-1 0 0 0 0,1 1 0 0 0,-1-1 0 0 0,0 0 0 0 0,1 1 1 0 0,-1-1-1 0 0,0 1 0 0 0,0 0 0 0 0,0-1 0 0 0,2 4 0 0 0,2 5 174 0 0,-1 1-1 0 0,-1-1 0 0 0,1 1 0 0 0,1 14 0 0 0,-3-16-100 0 0,0 0 0 0 0,1 0 0 0 0,-1-1-1 0 0,7 13 1 0 0,-6-17-209 0 0,0 0 1 0 0,0 1-1 0 0,0-1 0 0 0,1-1 1 0 0,-1 1-1 0 0,1 0 0 0 0,0-1 1 0 0,0 0-1 0 0,0 0 0 0 0,1 0 1 0 0,-1-1-1 0 0,8 4 0 0 0,10 1-7530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1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 10594 0 0,'-1'0'123'0'0,"1"0"0"0"0,0 0 1 0 0,-1-1-1 0 0,1 1 0 0 0,0 0 0 0 0,-1 0 0 0 0,1 0 0 0 0,-1 0 0 0 0,1 0 0 0 0,0 0 0 0 0,-1 0 0 0 0,1 0 1 0 0,0 1-1 0 0,-1-1 0 0 0,1 0 0 0 0,0 0 0 0 0,-1 0 0 0 0,-2 2 1231 0 0,3-1-1231 0 0,0-1 0 0 0,0 0 0 0 0,-1 1 1 0 0,1-1-1 0 0,0 0 0 0 0,0 0 0 0 0,0 1 0 0 0,0-1 0 0 0,0 1 0 0 0,0-1 0 0 0,0 0 0 0 0,-1 1 0 0 0,1-1 1 0 0,0 0-1 0 0,0 1 0 0 0,0-1 0 0 0,0 0 0 0 0,0 1 0 0 0,1-1 0 0 0,-1 0 0 0 0,0 1 0 0 0,0-1 0 0 0,0 0 0 0 0,0 1 1 0 0,0-1-1 0 0,0 0 0 0 0,1 1 0 0 0,7 30 245 0 0,-5-20-50 0 0,23 108 413 0 0,-5 1 1 0 0,6 142-1 0 0,14 94-1170 0 0,-21-268-4396 0 0,-17-73-860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1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0 5985 0 0,'-2'1'249'0'0,"0"1"-1"0"0,0-1 0 0 0,0 1 0 0 0,0-1 1 0 0,1 1-1 0 0,-1 0 0 0 0,0-1 0 0 0,1 1 1 0 0,-1 0-1 0 0,1 0 0 0 0,0 0 0 0 0,0 0 1 0 0,0 0-1 0 0,0 0 0 0 0,0 1 1 0 0,0-1-1 0 0,0 0 0 0 0,1 0 0 0 0,-1 1 1 0 0,1-1-1 0 0,0 0 0 0 0,0 1 0 0 0,0-1 1 0 0,0 1-1 0 0,0-1 0 0 0,0 0 1 0 0,0 1-1 0 0,2 3 0 0 0,-1-2-82 0 0,0 0 1 0 0,1 0-1 0 0,-1 0 1 0 0,1 0-1 0 0,0-1 1 0 0,0 1-1 0 0,1-1 0 0 0,-1 1 1 0 0,1-1-1 0 0,-1 0 1 0 0,1 0-1 0 0,0 0 0 0 0,0 0 1 0 0,1 0-1 0 0,-1-1 1 0 0,5 3-1 0 0,29 16 1101 0 0,2-1 0 0 0,1-3 0 0 0,0-1 0 0 0,69 17 0 0 0,-104-31-1251 0 0,0-1 1 0 0,1 0-1 0 0,-1-1 1 0 0,1 0-1 0 0,-1 1 1 0 0,1-2-1 0 0,0 1 1 0 0,-1-1-1 0 0,1 0 1 0 0,-1 0-1 0 0,0 0 0 0 0,1-1 1 0 0,-1 1-1 0 0,0-1 1 0 0,0-1-1 0 0,9-4 1 0 0,-7 1-2 0 0,-1 1 0 0 0,0 0 1 0 0,0-1-1 0 0,0-1 0 0 0,-1 1 0 0 0,0 0 1 0 0,0-1-1 0 0,-1 0 0 0 0,0-1 1 0 0,6-12-1 0 0,4-12-1489 0 0,-2-2-3349 0 0,-1-1-2275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3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0 121 920 0 0,'5'-16'5110'0'0,"10"-9"-3972"0"0,-9 17-635 0 0,1 1-1 0 0,0 0 0 0 0,0 0 1 0 0,0 1-1 0 0,1 0 1 0 0,0 0-1 0 0,0 0 0 0 0,16-6 1 0 0,-21 10-225 0 0,1 0 1 0 0,0 0-1 0 0,0 0 1 0 0,0 1-1 0 0,0 0 1 0 0,0 0-1 0 0,1 0 1 0 0,-1 0-1 0 0,0 0 1 0 0,0 1 0 0 0,1 0-1 0 0,-1 0 1 0 0,0 0-1 0 0,1 0 1 0 0,-1 1-1 0 0,0 0 1 0 0,0 0-1 0 0,0 0 1 0 0,1 0-1 0 0,-1 1 1 0 0,0-1-1 0 0,4 4 1 0 0,-5-2-245 0 0,0 0 0 0 0,0 0 0 0 0,-1 0 0 0 0,0 1-1 0 0,1-1 1 0 0,-1 1 0 0 0,-1-1 0 0 0,1 1 0 0 0,0 0 0 0 0,-1 0 0 0 0,0-1 0 0 0,0 1 0 0 0,0 0 0 0 0,0 0 0 0 0,-1 0-1 0 0,1 1 1 0 0,-1-1 0 0 0,0 0 0 0 0,0 0 0 0 0,-1 5 0 0 0,-1 7 33 0 0,0 1 1 0 0,-1-1-1 0 0,-7 27 0 0 0,-3-8 224 0 0,-19 39-1 0 0,-1 2 512 0 0,32-76-795 0 0,1 0-1 0 0,0 1 1 0 0,0-1-1 0 0,0 0 1 0 0,0 0-1 0 0,0 0 1 0 0,-1 1-1 0 0,1-1 1 0 0,0 0-1 0 0,0 0 1 0 0,0 0-1 0 0,0 1 0 0 0,0-1 1 0 0,0 0-1 0 0,0 0 1 0 0,0 1-1 0 0,0-1 1 0 0,0 0-1 0 0,0 0 1 0 0,0 1-1 0 0,0-1 1 0 0,0 0-1 0 0,0 0 1 0 0,0 0-1 0 0,0 1 1 0 0,0-1-1 0 0,0 0 0 0 0,0 0 1 0 0,0 1-1 0 0,0-1 1 0 0,1 0-1 0 0,-1 0 1 0 0,0 0-1 0 0,0 1 1 0 0,0-1-1 0 0,0 0 1 0 0,0 0-1 0 0,1 0 1 0 0,-1 0-1 0 0,0 1 1 0 0,0-1-1 0 0,0 0 0 0 0,1 0 1 0 0,-1 0-1 0 0,0 0 1 0 0,0 0-1 0 0,15-4 91 0 0,26-23-178 0 0,-29 20 69 0 0,1-2 1 0 0,0 2 0 0 0,0 0-1 0 0,1 0 1 0 0,0 2-1 0 0,0-1 1 0 0,20-3 0 0 0,-30 8 10 0 0,0 0 1 0 0,0 1 0 0 0,-1-1 0 0 0,1 1 0 0 0,0 0 0 0 0,0 0 0 0 0,0 0-1 0 0,0 0 1 0 0,-1 1 0 0 0,1 0 0 0 0,0 0 0 0 0,0 0 0 0 0,-1 0 0 0 0,1 0 0 0 0,0 1-1 0 0,-1 0 1 0 0,0-1 0 0 0,1 1 0 0 0,-1 1 0 0 0,0-1 0 0 0,0 0 0 0 0,0 1-1 0 0,0-1 1 0 0,-1 1 0 0 0,1 0 0 0 0,-1 0 0 0 0,1 0 0 0 0,-1 0 0 0 0,3 7-1 0 0,-2-4 47 0 0,-1 0 0 0 0,0 1 0 0 0,0-1-1 0 0,-1 1 1 0 0,1 0 0 0 0,-1 0-1 0 0,-1-1 1 0 0,1 1 0 0 0,-1 0-1 0 0,-1 0 1 0 0,1 0 0 0 0,-1-1-1 0 0,0 1 1 0 0,0 0 0 0 0,-1-1 0 0 0,0 1-1 0 0,0-1 1 0 0,-1 1 0 0 0,0-1-1 0 0,-5 8 1 0 0,4-6-15 0 0,-1 0 0 0 0,0 0 0 0 0,0-1 0 0 0,-1 1 0 0 0,0-1 0 0 0,-1-1 0 0 0,1 1 0 0 0,-1-1 0 0 0,0 0 0 0 0,-1-1 0 0 0,0 0 0 0 0,1 0 0 0 0,-2 0 0 0 0,-13 5 0 0 0,22-10-54 0 0,0 0-70 0 0,0 0-1 0 0,-1 1 1 0 0,1-1-1 0 0,-1 0 1 0 0,1 0 0 0 0,-1 0-1 0 0,1 0 1 0 0,0 1-1 0 0,-1-1 1 0 0,1 0 0 0 0,-1 0-1 0 0,1 0 1 0 0,-1 0-1 0 0,1 0 1 0 0,-1 0 0 0 0,1 0-1 0 0,-1 0 1 0 0,1 0-1 0 0,-1-1 1 0 0,1 1 0 0 0,-1 0-1 0 0,1 0 1 0 0,0 0-1 0 0,-1 0 1 0 0,1-1 0 0 0,-1 1-1 0 0,0-1 1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3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90 1376 0 0,'6'-20'1898'0'0,"-5"14"-977"0"0,1 0 1 0 0,0 0-1 0 0,0-1 1 0 0,1 1-1 0 0,-1 1 1 0 0,7-10-1 0 0,-8 13-729 0 0,1 1-1 0 0,-1-1 1 0 0,1 1-1 0 0,0-1 0 0 0,-1 1 1 0 0,1 0-1 0 0,0-1 0 0 0,0 1 1 0 0,0 0-1 0 0,0 0 0 0 0,0 1 1 0 0,0-1-1 0 0,0 0 0 0 0,0 1 1 0 0,1-1-1 0 0,-1 1 1 0 0,0-1-1 0 0,0 1 0 0 0,0 0 1 0 0,1 0-1 0 0,-1 0 0 0 0,0 1 1 0 0,0-1-1 0 0,4 1 0 0 0,-4 0-63 0 0,1 0 0 0 0,-1 0-1 0 0,1 0 1 0 0,-1 0 0 0 0,0 0-1 0 0,1 1 1 0 0,-1-1-1 0 0,0 1 1 0 0,0 0 0 0 0,0 0-1 0 0,0-1 1 0 0,0 1 0 0 0,-1 0-1 0 0,1 1 1 0 0,-1-1-1 0 0,1 0 1 0 0,-1 0 0 0 0,0 1-1 0 0,1-1 1 0 0,-1 0 0 0 0,0 1-1 0 0,-1 0 1 0 0,2 3-1 0 0,1 5 22 0 0,-1 0 0 0 0,0-1 0 0 0,-1 1 0 0 0,0 16 0 0 0,-3 5 131 0 0,-1 0-1 0 0,-2-1 1 0 0,-2 0 0 0 0,-18 56 0 0 0,-4 19 1482 0 0,28-105-1723 0 0,1-1 0 0 0,0 1 1 0 0,0 0-1 0 0,-1 0 0 0 0,1-1 1 0 0,0 1-1 0 0,0 0 1 0 0,0 0-1 0 0,0 0 0 0 0,0-1 1 0 0,0 1-1 0 0,0 0 1 0 0,0 0-1 0 0,0-1 0 0 0,1 1 1 0 0,-1 0-1 0 0,0 0 0 0 0,0-1 1 0 0,1 1-1 0 0,-1 0 1 0 0,0 0-1 0 0,1-1 0 0 0,-1 1 1 0 0,1 0-1 0 0,0 0-21 0 0,0-1 0 0 0,0 0 0 0 0,-1 0-1 0 0,1 0 1 0 0,0 0 0 0 0,0 1 0 0 0,0-1 0 0 0,-1 0 0 0 0,1 0 0 0 0,0-1-1 0 0,0 1 1 0 0,0 0 0 0 0,0 0 0 0 0,-1 0 0 0 0,1-1 0 0 0,0 1 0 0 0,0 0-1 0 0,-1 0 1 0 0,2-1 0 0 0,44-29-50 0 0,-34 21 128 0 0,124-71-309 0 0,-75 52-6346 0 0,-31 17-373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4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69 8754 0 0,'-6'6'315'0'0,"0"-1"1"0"0,1 0-1 0 0,-1 1 0 0 0,2 0 1 0 0,-1 0-1 0 0,0 1 1 0 0,-6 13-1 0 0,-21 51 1351 0 0,31-68-1629 0 0,-3 6 160 0 0,1 0-1 0 0,0 1 1 0 0,1-1 0 0 0,0 1-1 0 0,0 0 1 0 0,1-1 0 0 0,0 21-1 0 0,1-27-143 0 0,0 0 0 0 0,1 1-1 0 0,-1-1 1 0 0,1 0-1 0 0,-1 1 1 0 0,1-1-1 0 0,0 0 1 0 0,1 0-1 0 0,-1 0 1 0 0,0 0-1 0 0,1 0 1 0 0,0 0 0 0 0,0 0-1 0 0,-1-1 1 0 0,2 1-1 0 0,-1-1 1 0 0,0 1-1 0 0,0-1 1 0 0,1 0-1 0 0,-1 0 1 0 0,1 0-1 0 0,0 0 1 0 0,0 0 0 0 0,0 0-1 0 0,0-1 1 0 0,0 1-1 0 0,4 0 1 0 0,-4-1 100 0 0,-1-1 0 0 0,1 0 1 0 0,0 0-1 0 0,-1 0 0 0 0,1 0 0 0 0,0 0 1 0 0,-1 0-1 0 0,1-1 0 0 0,-1 1 1 0 0,1-1-1 0 0,0 0 0 0 0,-1 0 0 0 0,0 0 1 0 0,1 0-1 0 0,-1 0 0 0 0,1 0 1 0 0,-1-1-1 0 0,0 1 0 0 0,0-1 0 0 0,0 1 1 0 0,0-1-1 0 0,0 0 0 0 0,0 0 1 0 0,-1 0-1 0 0,1 0 0 0 0,0 0 0 0 0,-1-1 1 0 0,3-3-1 0 0,3-7 220 0 0,0 0 0 0 0,-1-1 0 0 0,9-24 0 0 0,-8 17-252 0 0,-2 0 0 0 0,0-1 0 0 0,3-29 0 0 0,-7 42-118 0 0,-1-1-1 0 0,1 1 1 0 0,-2-1 0 0 0,1 1 0 0 0,-2 0 0 0 0,1-1 0 0 0,-1 1-1 0 0,0 0 1 0 0,-1 0 0 0 0,-5-12 0 0 0,7 19-119 0 0,0 0 0 0 0,-1 0 0 0 0,1 0 0 0 0,-1 0-1 0 0,1 0 1 0 0,-1 0 0 0 0,0 0 0 0 0,1 1 0 0 0,-1-1 0 0 0,0 0 0 0 0,0 1 0 0 0,0 0 0 0 0,0-1 0 0 0,-1 1 0 0 0,1 0 0 0 0,0 0 0 0 0,0 1 0 0 0,-1-1 0 0 0,1 0 0 0 0,-1 1-1 0 0,1-1 1 0 0,0 1 0 0 0,-1 0 0 0 0,1 0 0 0 0,-1 0 0 0 0,1 0 0 0 0,-1 0 0 0 0,1 0 0 0 0,0 1 0 0 0,-1-1 0 0 0,1 1 0 0 0,-1 0 0 0 0,1-1 0 0 0,-3 3 0 0 0,-10 5 81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2:34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33 5065 0 0,'-3'-3'651'0'0,"-1"0"0"0"0,0 0-1 0 0,0 0 1 0 0,0 0 0 0 0,-1 1 0 0 0,1-1 0 0 0,0 1-1 0 0,-1 0 1 0 0,0 1 0 0 0,1-1 0 0 0,-1 1 0 0 0,0 0-1 0 0,-9-2 1 0 0,8 3-571 0 0,0 0-1 0 0,-1 0 1 0 0,1 0-1 0 0,0 1 1 0 0,0 0 0 0 0,0 0-1 0 0,0 0 1 0 0,0 1-1 0 0,0 0 1 0 0,1 0 0 0 0,-1 1-1 0 0,0-1 1 0 0,1 1-1 0 0,0 0 1 0 0,0 1 0 0 0,0-1-1 0 0,-6 6 1 0 0,3 0 65 0 0,-1 1 0 0 0,2 0-1 0 0,0 0 1 0 0,0 0 0 0 0,0 1 0 0 0,1 0 0 0 0,1 0 0 0 0,0 0 0 0 0,1 1 0 0 0,0 0 0 0 0,0 0 0 0 0,2 0 0 0 0,-1 0 0 0 0,2 1 0 0 0,-1-1 0 0 0,2 0 0 0 0,-1 1 0 0 0,3 15 0 0 0,-1-21-7 0 0,0 1 0 0 0,0 0 0 0 0,1 0 0 0 0,0-1 1 0 0,0 1-1 0 0,0-1 0 0 0,1 1 0 0 0,1-1 0 0 0,-1 0 1 0 0,1 0-1 0 0,0-1 0 0 0,1 1 0 0 0,0-1 0 0 0,0 0 1 0 0,0 0-1 0 0,0 0 0 0 0,1-1 0 0 0,0 0 1 0 0,0 0-1 0 0,1 0 0 0 0,-1-1 0 0 0,1 0 0 0 0,0 0 1 0 0,0-1-1 0 0,1 0 0 0 0,-1 0 0 0 0,0-1 0 0 0,1 1 1 0 0,11 0-1 0 0,-8-1-94 0 0,1-1-1 0 0,-1-1 1 0 0,1 0 0 0 0,-1-1 0 0 0,0 0 0 0 0,1-1 0 0 0,-1 0-1 0 0,0 0 1 0 0,0-2 0 0 0,0 1 0 0 0,0-1 0 0 0,0-1 0 0 0,-1 0-1 0 0,15-9 1 0 0,6-7-141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2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201 133 5985 0 0,'12'-15'1134'0'0,"-1"1"-1"0"0,-1-2 1 0 0,0 1 0 0 0,-2-1-1 0 0,11-24 1 0 0,-19 39-1065 0 0,1 1 0 0 0,-1 0 0 0 0,0-1 0 0 0,0 1 0 0 0,1-1 0 0 0,-1 1 0 0 0,0-1 0 0 0,0 1 0 0 0,0 0 0 0 0,0-1 0 0 0,0 1 0 0 0,0-1 0 0 0,1 1-1 0 0,-1-1 1 0 0,0 1 0 0 0,0-1 0 0 0,0 1 0 0 0,-1-1 0 0 0,1 1 0 0 0,0-1 0 0 0,0 1 0 0 0,0-1 0 0 0,0 1 0 0 0,0-1 0 0 0,0 1 0 0 0,-1 0 0 0 0,1-1 0 0 0,0 1 0 0 0,0-1 0 0 0,-1 1 0 0 0,1 0 0 0 0,0-1 0 0 0,-1 1 0 0 0,1 0 0 0 0,0-1 0 0 0,-1 1 0 0 0,0-1 0 0 0,-19 6 1365 0 0,-22 19-160 0 0,20-7-830 0 0,1 2 0 0 0,1 0 0 0 0,-36 44 0 0 0,44-48-229 0 0,0 1 0 0 0,1 1 0 0 0,1 0 0 0 0,1 1 0 0 0,0 0 0 0 0,-8 28 0 0 0,15-43-218 0 0,1 1 0 0 0,0-1 1 0 0,0 1-1 0 0,1 0 1 0 0,-1-1-1 0 0,1 1 1 0 0,0-1-1 0 0,0 1 1 0 0,0 0-1 0 0,0-1 0 0 0,1 1 1 0 0,-1 0-1 0 0,1-1 1 0 0,0 1-1 0 0,0-1 1 0 0,0 1-1 0 0,1-1 0 0 0,-1 0 1 0 0,1 1-1 0 0,0-1 1 0 0,0 0-1 0 0,0 0 1 0 0,0 0-1 0 0,5 5 1 0 0,-1-3-4 0 0,1-1 0 0 0,-1 1 0 0 0,1-1 0 0 0,0-1 0 0 0,0 1 1 0 0,1-1-1 0 0,-1 0 0 0 0,1-1 0 0 0,-1 0 0 0 0,13 2 1 0 0,68 8-142 0 0,-68-11 86 0 0,0 1 1 0 0,0 0 0 0 0,-1 2 0 0 0,1 0 0 0 0,-1 2 0 0 0,0 0 0 0 0,27 12-1 0 0,-43-16 63 0 0,0 0-1 0 0,-1-1 0 0 0,1 1 0 0 0,0 1 0 0 0,-1-1 1 0 0,1 0-1 0 0,-1 1 0 0 0,0-1 0 0 0,1 1 0 0 0,-1-1 0 0 0,-1 1 1 0 0,1 0-1 0 0,0 0 0 0 0,-1 0 0 0 0,1 0 0 0 0,-1 0 1 0 0,0 1-1 0 0,1 5 0 0 0,-1-2 26 0 0,-1-1-1 0 0,1 0 1 0 0,-2 0-1 0 0,1 1 1 0 0,-1-1 0 0 0,0 0-1 0 0,0 0 1 0 0,0 0 0 0 0,-5 10-1 0 0,-3 5 226 0 0,0 0 1 0 0,-2-1-1 0 0,-1 0 0 0 0,-21 27 0 0 0,-1-5-87 0 0,-59 56-1 0 0,71-76-473 0 0,-4 8-2102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3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0 604 5065 0 0,'1'-2'106'0'0,"-1"0"0"0"0,0-1-1 0 0,1 1 1 0 0,0 0 0 0 0,-1 0-1 0 0,1 0 1 0 0,0 0 0 0 0,0 0 0 0 0,0 0-1 0 0,0 0 1 0 0,1 0 0 0 0,-1 0 0 0 0,0 1-1 0 0,1-1 1 0 0,-1 0 0 0 0,3-1-1 0 0,4-7 287 0 0,12-19 815 0 0,-1 0 0 0 0,-2-2 0 0 0,-1 0 0 0 0,17-50 0 0 0,-25 56-992 0 0,-1-1 0 0 0,-1 1 0 0 0,-1-1 1 0 0,-1-1-1 0 0,-2 1 0 0 0,-1-45 0 0 0,-4-53-303 0 0,0 117 85 0 0,-2 13 64 0 0,-2 12 105 0 0,-6 37 292 0 0,-12 102 1 0 0,23-138-414 0 0,2 1 1 0 0,-1-1 0 0 0,2 1 0 0 0,1-1-1 0 0,0 0 1 0 0,2 1 0 0 0,0-1-1 0 0,1-1 1 0 0,7 20 0 0 0,-9-33-95 0 0,-1 1 1 0 0,1 0 0 0 0,1-1-1 0 0,-1 0 1 0 0,1 1-1 0 0,0-1 1 0 0,0-1-1 0 0,0 1 1 0 0,1-1-1 0 0,-1 1 1 0 0,1-1 0 0 0,0 0-1 0 0,0-1 1 0 0,9 5-1 0 0,-10-6-84 0 0,0-1 0 0 0,-1 0 0 0 0,1 0 0 0 0,0 0 0 0 0,0 0 0 0 0,0-1 0 0 0,0 1 0 0 0,0-1 0 0 0,0 0 0 0 0,0 0 0 0 0,-1 0 0 0 0,1-1 0 0 0,0 0 0 0 0,0 1 0 0 0,0-1-1 0 0,0-1 1 0 0,-1 1 0 0 0,1 0 0 0 0,0-1 0 0 0,-1 0 0 0 0,1 0 0 0 0,-1 0 0 0 0,0 0 0 0 0,4-4 0 0 0,9-8 79 0 0,-1-2 1 0 0,0 0-1 0 0,-1-1 0 0 0,-1 0 0 0 0,-1-1 1 0 0,0-1-1 0 0,15-34 0 0 0,-17 32 282 0 0,1 0 0 0 0,2 1 0 0 0,0 0 1 0 0,0 1-1 0 0,2 0 0 0 0,18-17 0 0 0,-29 32-166 0 0,0 1 1 0 0,1-1-1 0 0,-1 1 0 0 0,1 0 0 0 0,0 0 1 0 0,0 0-1 0 0,0 1 0 0 0,0 0 1 0 0,1 0-1 0 0,-1 0 0 0 0,1 0 1 0 0,8-1-1 0 0,-10 3 9 0 0,-1 0 0 0 0,0 0 0 0 0,1 1 1 0 0,-1-1-1 0 0,0 1 0 0 0,1-1 0 0 0,-1 1 0 0 0,0 0 0 0 0,0 0 0 0 0,0 1 0 0 0,0-1 0 0 0,0 1 1 0 0,0-1-1 0 0,0 1 0 0 0,0 0 0 0 0,0 0 0 0 0,-1 0 0 0 0,1 0 0 0 0,-1 1 0 0 0,0-1 0 0 0,1 1 1 0 0,2 4-1 0 0,6 11 363 0 0,-1 0 1 0 0,-1 0-1 0 0,13 38 1 0 0,14 28 1325 0 0,-32-76-1654 0 0,1-1 1 0 0,-1 1-1 0 0,2-1 0 0 0,-1 0 0 0 0,1-1 0 0 0,0 1 0 0 0,14 10 0 0 0,-19-15-106 0 0,1 0 0 0 0,0-1 0 0 0,0 1-1 0 0,0-1 1 0 0,0 0 0 0 0,0 1-1 0 0,0-1 1 0 0,0 0 0 0 0,0 0 0 0 0,0 0-1 0 0,1-1 1 0 0,-1 1 0 0 0,0-1 0 0 0,1 1-1 0 0,-1-1 1 0 0,0 0 0 0 0,1 0 0 0 0,-1 1-1 0 0,0-2 1 0 0,1 1 0 0 0,-1 0 0 0 0,0 0-1 0 0,1-1 1 0 0,-1 0 0 0 0,0 1 0 0 0,1-1-1 0 0,-1 0 1 0 0,0 0 0 0 0,0 0 0 0 0,0 0-1 0 0,0 0 1 0 0,0-1 0 0 0,0 1-1 0 0,0-1 1 0 0,0 1 0 0 0,-1-1 0 0 0,1 0-1 0 0,-1 0 1 0 0,1 1 0 0 0,1-4 0 0 0,5-8 2 0 0,0-1 0 0 0,-1 0 0 0 0,-1 0 0 0 0,0-1 0 0 0,4-16 0 0 0,0 1 20 0 0,-7 22 6 0 0,0 1 0 0 0,1-1-1 0 0,1 1 1 0 0,-1 0-1 0 0,6-7 1 0 0,-9 13-27 0 0,0 0-1 0 0,-1-1 1 0 0,1 1 0 0 0,0 0-1 0 0,0 0 1 0 0,0 0 0 0 0,0 0-1 0 0,0 0 1 0 0,0 1 0 0 0,0-1-1 0 0,0 0 1 0 0,0 0 0 0 0,0 1-1 0 0,0-1 1 0 0,0 0 0 0 0,1 1-1 0 0,-1 0 1 0 0,0-1 0 0 0,0 1-1 0 0,1-1 1 0 0,-1 1 0 0 0,0 0-1 0 0,1 0 1 0 0,-1 0-1 0 0,0 0 1 0 0,1 0 0 0 0,-1 0-1 0 0,0 0 1 0 0,1 0 0 0 0,-1 1-1 0 0,0-1 1 0 0,1 0 0 0 0,-1 1-1 0 0,0-1 1 0 0,0 1 0 0 0,0 0-1 0 0,1-1 1 0 0,-1 1 0 0 0,0 0-1 0 0,0 0 1 0 0,1 0 0 0 0,1 4 67 0 0,0 0 1 0 0,-1 0 0 0 0,1 0-1 0 0,-1 0 1 0 0,0 0-1 0 0,-1 1 1 0 0,1-1 0 0 0,-1 1-1 0 0,0-1 1 0 0,0 1 0 0 0,-1-1-1 0 0,1 8 1 0 0,3 24 399 0 0,-2-31-647 0 0,0 0-1 0 0,0 0 1 0 0,0 0-1 0 0,1 0 1 0 0,0-1 0 0 0,0 1-1 0 0,6 8 1 0 0,6 4-412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4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11 5985 0 0,'-10'-9'5337'0'0,"9"9"-5004"0"0,1 0 1 0 0,-1-1-1 0 0,0 1 1 0 0,0 0-1 0 0,-1 0 1 0 0,-22 3 3205 0 0,18-1-3037 0 0,0 0 0 0 0,0 1-1 0 0,0 0 1 0 0,0 0 0 0 0,-6 4-1 0 0,9-5-465 0 0,0 1 0 0 0,1-1 0 0 0,-1 0 0 0 0,0 1-1 0 0,1-1 1 0 0,-1 1 0 0 0,1 0 0 0 0,0 0 0 0 0,0 0 0 0 0,0 0 0 0 0,0 0-1 0 0,0 0 1 0 0,1 0 0 0 0,-1 1 0 0 0,1-1 0 0 0,0 0 0 0 0,0 1-1 0 0,1 0 1 0 0,-1-1 0 0 0,1 1 0 0 0,-1-1 0 0 0,1 1 0 0 0,0-1 0 0 0,0 1-1 0 0,1 0 1 0 0,-1-1 0 0 0,1 1 0 0 0,0-1 0 0 0,0 1 0 0 0,0-1-1 0 0,0 1 1 0 0,0-1 0 0 0,1 0 0 0 0,0 0 0 0 0,0 1 0 0 0,0-1-1 0 0,0 0 1 0 0,0-1 0 0 0,0 1 0 0 0,1 0 0 0 0,-1-1 0 0 0,1 1 0 0 0,0-1-1 0 0,0 0 1 0 0,0 0 0 0 0,0 0 0 0 0,0 0 0 0 0,3 1 0 0 0,36 9-3 0 0,-36-10-63 0 0,1-1 1 0 0,-1 1 0 0 0,1 0 0 0 0,-1 0-1 0 0,10 6 1 0 0,-15-7 3 0 0,0-1 1 0 0,0 1-1 0 0,0 0 1 0 0,0 0-1 0 0,-1 0 1 0 0,1 0-1 0 0,0 0 1 0 0,-1 0-1 0 0,1 0 0 0 0,-1 1 1 0 0,1-1-1 0 0,-1 0 1 0 0,0 0-1 0 0,0 0 1 0 0,1 0-1 0 0,-1 1 1 0 0,0-1-1 0 0,0 0 1 0 0,0 0-1 0 0,0 0 0 0 0,0 1 1 0 0,0-1-1 0 0,0 0 1 0 0,-1 0-1 0 0,1 0 1 0 0,0 0-1 0 0,-1 1 1 0 0,1-1-1 0 0,-1 0 0 0 0,1 0 1 0 0,-2 1-1 0 0,-21 38-433 0 0,20-36 422 0 0,-9 13 59 0 0,-2 0-1 0 0,0-1 1 0 0,0 0-1 0 0,-2-1 0 0 0,-31 23 1 0 0,-13 0-5457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4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29 3225 0 0,'-16'1'8653'0'0,"15"0"-8398"0"0,-18 22 3026 0 0,-10 31-730 0 0,25-46-2224 0 0,-3 6 250 0 0,1 1 1 0 0,-7 23 0 0 0,12-35-525 0 0,0-1 1 0 0,0 1-1 0 0,1 0 1 0 0,-1-1 0 0 0,1 1-1 0 0,-1 0 1 0 0,1-1 0 0 0,0 1-1 0 0,0 0 1 0 0,1 0-1 0 0,-1-1 1 0 0,0 1 0 0 0,1 0-1 0 0,0-1 1 0 0,-1 1 0 0 0,1-1-1 0 0,0 1 1 0 0,1-1-1 0 0,-1 1 1 0 0,0-1 0 0 0,1 1-1 0 0,2 2 1 0 0,-2-3-43 0 0,1 0-1 0 0,0-1 1 0 0,-1 1 0 0 0,1-1 0 0 0,0 0 0 0 0,0 0-1 0 0,0 0 1 0 0,0 0 0 0 0,0 0 0 0 0,0 0 0 0 0,1-1-1 0 0,-1 0 1 0 0,0 1 0 0 0,0-1 0 0 0,0 0-1 0 0,1-1 1 0 0,-1 1 0 0 0,0 0 0 0 0,0-1 0 0 0,0 0-1 0 0,5-1 1 0 0,2-2 47 0 0,1 0 0 0 0,-1 0 0 0 0,0-1 0 0 0,17-11 0 0 0,-11 5 81 0 0,0-1-1 0 0,-2-1 1 0 0,18-17 0 0 0,-25 22-162 0 0,0-1 0 0 0,0 1 0 0 0,-1-1 1 0 0,0 0-1 0 0,0 0 0 0 0,-1-1 0 0 0,5-13 0 0 0,-9 21 34 0 0,0 0 1 0 0,0 0 0 0 0,-1 0-1 0 0,1 0 1 0 0,-1 0 0 0 0,0 0-1 0 0,1 0 1 0 0,-1 0-1 0 0,0 0 1 0 0,0 0 0 0 0,-1 0-1 0 0,1 0 1 0 0,0 0 0 0 0,-1 0-1 0 0,1 0 1 0 0,-1 0 0 0 0,1 0-1 0 0,-1 0 1 0 0,0 0-1 0 0,0 0 1 0 0,-1-2 0 0 0,0 2-18 0 0,0 0 0 0 0,0 0 1 0 0,0 1-1 0 0,-1-1 0 0 0,1 0 0 0 0,-1 1 1 0 0,1-1-1 0 0,-1 1 0 0 0,1 0 0 0 0,-1 0 1 0 0,1 0-1 0 0,-1 0 0 0 0,-4 0 0 0 0,-8-2-2 0 0,0 2-1 0 0,1 0 0 0 0,-1 0 0 0 0,-21 3 0 0 0,35-2 16 0 0,-4 1-187 0 0,-12 0 79 0 0,0 0-1 0 0,-24 7 0 0 0,36-7-758 0 0,0 0-1 0 0,0 1 1 0 0,1 0-1 0 0,-1 0 1 0 0,0 1-1 0 0,1-1 0 0 0,-7 6 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4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80 167 2761 0 0,'-41'-40'1779'0'0,"2"8"11503"0"0,65 42-11604 0 0,-16-4-1557 0 0,-1 1-1 0 0,0 0 1 0 0,-1 0 0 0 0,0 1-1 0 0,0 0 1 0 0,11 16 0 0 0,33 57 1168 0 0,-42-61-1069 0 0,2-1 0 0 0,0 0-1 0 0,1 0 1 0 0,19 19 0 0 0,-32-38-219 0 0,0 0 0 0 0,0 0 0 0 0,0 0-1 0 0,0 0 1 0 0,0 0 0 0 0,0 0 0 0 0,0 0 0 0 0,0 0 0 0 0,1 1 0 0 0,-1-1 0 0 0,0 0 0 0 0,0 0-1 0 0,0 0 1 0 0,0 0 0 0 0,0 0 0 0 0,0 0 0 0 0,0 0 0 0 0,0 0 0 0 0,0 0 0 0 0,1 0 0 0 0,-1 0-1 0 0,0 0 1 0 0,0 0 0 0 0,0 0 0 0 0,0 0 0 0 0,0 0 0 0 0,0 0 0 0 0,0 0 0 0 0,1 0 0 0 0,-1 0-1 0 0,0 0 1 0 0,0 0 0 0 0,0 0 0 0 0,0 0 0 0 0,0 0 0 0 0,0 0 0 0 0,0 0 0 0 0,0 0 0 0 0,1 0-1 0 0,-1 0 1 0 0,0 0 0 0 0,0 0 0 0 0,0 0 0 0 0,0 0 0 0 0,0-1 0 0 0,0 1 0 0 0,0 0 0 0 0,0 0-1 0 0,0 0 1 0 0,0 0 0 0 0,0 0 0 0 0,1 0 0 0 0,-1 0 0 0 0,0 0 0 0 0,0 0 0 0 0,0-1 0 0 0,0 1-1 0 0,1-12 129 0 0,-4-25 201 0 0,2 17-184 0 0,0 2-66 0 0,2 0 0 0 0,0 1 0 0 0,1-1 0 0 0,0 0 0 0 0,2 1 0 0 0,9-30 0 0 0,-9 36-145 0 0,1-1-1 0 0,0 1 0 0 0,1 1 1 0 0,1-1-1 0 0,-1 1 1 0 0,2 0-1 0 0,-1 1 0 0 0,1-1 1 0 0,1 2-1 0 0,16-15 1 0 0,2 3-390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7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107 284 920 0 0,'-14'-11'387'0'0,"0"0"1"0"0,0-1-1 0 0,1 0 0 0 0,1-1 0 0 0,-17-22 0 0 0,27 31-113 0 0,1 0-1 0 0,-1 1 1 0 0,1-1-1 0 0,0 0 1 0 0,0 0-1 0 0,0 0 1 0 0,0 0-1 0 0,1-1 1 0 0,0 1-1 0 0,0 0 1 0 0,0 0-1 0 0,0 0 1 0 0,1 0-1 0 0,1-8 0 0 0,19-61 4598 0 0,-16 59-3356 0 0,-4 11-1081 0 0,0 1-1 0 0,0-1 1 0 0,0 0 0 0 0,0 0-1 0 0,1 0 1 0 0,-1 1 0 0 0,1-1-1 0 0,-1 1 1 0 0,1-1 0 0 0,3-2-1 0 0,-4 5-365 0 0,-1 0 1 0 0,0-1-1 0 0,1 1 0 0 0,-1 0 0 0 0,0 0 0 0 0,1 0 0 0 0,-1-1 0 0 0,0 1 0 0 0,1 0 0 0 0,-1 0 0 0 0,1 0 0 0 0,-1 0 0 0 0,0 0 0 0 0,1 0 1 0 0,-1 0-1 0 0,1 0 0 0 0,-1 0 0 0 0,0 0 0 0 0,1 0 0 0 0,-1 0 0 0 0,1 0 0 0 0,-1 0 0 0 0,0 1 0 0 0,1-1 0 0 0,-1 0 0 0 0,1 0 1 0 0,-1 0-1 0 0,1 1 0 0 0,11 18 591 0 0,2 23-371 0 0,13 72-1 0 0,-6-21-72 0 0,56 303-238 0 0,-34 4-2 0 0,-20-166 33 0 0,-14-170-870 0 0,-9-60 83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7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13 280 10594 0 0,'-2'-2'196'0'0,"1"-1"-1"0"0,0 1 0 0 0,-1-1 0 0 0,1 1 1 0 0,0-1-1 0 0,0 0 0 0 0,0 1 0 0 0,1-1 1 0 0,-1 0-1 0 0,0-5 0 0 0,1 7 33 0 0,0 0-1 0 0,-1-1 1 0 0,1 1-1 0 0,0-1 1 0 0,0 1-1 0 0,0 0 1 0 0,0-1-1 0 0,0 1 1 0 0,0-1-1 0 0,1 1 1 0 0,-1 0-1 0 0,0-1 1 0 0,1 1-1 0 0,-1 0 1 0 0,1-1-1 0 0,0 1 1 0 0,-1 0-1 0 0,1 0 1 0 0,0-1-1 0 0,-1 1 1 0 0,1 0 0 0 0,0 0-1 0 0,1-1 1 0 0,1 3-155 0 0,-1 0 0 0 0,0-1 0 0 0,0 1 0 0 0,0 1 0 0 0,0-1 0 0 0,0 0 0 0 0,0 0 0 0 0,0 1 1 0 0,0-1-1 0 0,0 1 0 0 0,0 0 0 0 0,-1 0 0 0 0,1-1 0 0 0,1 4 0 0 0,3 2 248 0 0,12 11 424 0 0,27 38-1 0 0,-32-39-660 0 0,0 0-1 0 0,1-1 1 0 0,0 0-1 0 0,2-1 1 0 0,19 16-1 0 0,-31-29-79 0 0,1 1-1 0 0,-1 0 1 0 0,0-1 0 0 0,1 0-1 0 0,0 0 1 0 0,-1 0 0 0 0,1-1-1 0 0,0 1 1 0 0,0-1-1 0 0,0-1 1 0 0,0 1 0 0 0,0 0-1 0 0,0-1 1 0 0,0 0-1 0 0,0 0 1 0 0,0-1 0 0 0,0 1-1 0 0,-1-1 1 0 0,1 0-1 0 0,0-1 1 0 0,0 1 0 0 0,0-1-1 0 0,-1 0 1 0 0,1 0-1 0 0,-1 0 1 0 0,1-1 0 0 0,3-2-1 0 0,4-4 65 0 0,0-1-1 0 0,0 0 1 0 0,-1 0 0 0 0,-1-1-1 0 0,0 0 1 0 0,0-1-1 0 0,15-26 1 0 0,49-102 622 0 0,-49 90-426 0 0,-20 39-238 0 0,59-106 135 0 0,-63 117-501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8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37 6913 0 0,'1'-2'46'0'0,"15"-24"3346"0"0,-16 17-801 0 0,-13 12-311 0 0,5 1-1883 0 0,1 1 0 0 0,0 0 0 0 0,0 1 1 0 0,0 0-1 0 0,1 0 0 0 0,0 0 0 0 0,0 1 0 0 0,-9 13 0 0 0,-36 64 620 0 0,43-68-834 0 0,-7 10 46 0 0,-38 76-14 0 0,48-91-219 0 0,1 0 0 0 0,0 1 1 0 0,0 0-1 0 0,1-1 0 0 0,1 1 0 0 0,0 1 0 0 0,0 12 1 0 0,2-23-18 0 0,0 0 0 0 0,0 0 0 0 0,0 0 0 0 0,0-1 0 0 0,0 1 0 0 0,0 0 0 0 0,1 0 1 0 0,-1 0-1 0 0,1 0 0 0 0,-1-1 0 0 0,1 1 0 0 0,0 0 0 0 0,-1-1 0 0 0,1 1 0 0 0,0 0 0 0 0,0-1 0 0 0,0 1 1 0 0,1-1-1 0 0,-1 1 0 0 0,0-1 0 0 0,0 0 0 0 0,1 0 0 0 0,-1 1 0 0 0,1-1 0 0 0,-1 0 0 0 0,1 0 1 0 0,-1 0-1 0 0,1-1 0 0 0,0 1 0 0 0,-1 0 0 0 0,1-1 0 0 0,0 1 0 0 0,0-1 0 0 0,0 1 0 0 0,-1-1 0 0 0,1 0 1 0 0,0 0-1 0 0,0 0 0 0 0,2 0 0 0 0,8 0-175 0 0,0-2 1 0 0,0 1-1 0 0,0-2 0 0 0,22-6 1 0 0,-13 3-102 0 0,5-1 45 0 0,-15 3 98 0 0,0 1 1 0 0,0 0 0 0 0,1 1-1 0 0,-1 0 1 0 0,1 1-1 0 0,-1 0 1 0 0,16 2 0 0 0,-26-1 145 0 0,0 0 0 0 0,-1 0 0 0 0,1 0 0 0 0,0 0 0 0 0,-1 1 0 0 0,1-1 0 0 0,-1 0 0 0 0,1 0 0 0 0,0 1 0 0 0,-1-1 0 0 0,1 1 0 0 0,-1-1 0 0 0,1 0 0 0 0,-1 1 0 0 0,1-1 0 0 0,-1 1 0 0 0,1-1 0 0 0,-1 1 0 0 0,1-1 0 0 0,-1 1 0 0 0,0 0 0 0 0,1-1 0 0 0,-1 1 0 0 0,0-1 0 0 0,0 1 1 0 0,1 1-1 0 0,-2 21-55 0 0,-17 25 186 0 0,16-43-92 0 0,-4 7-127 0 0,-2 6 592 0 0,0 0-1 0 0,1 1 0 0 0,1-1 1 0 0,-4 22-1 0 0,9-36-389 0 0,1 0 0 0 0,-1 0 0 0 0,1 0 0 0 0,-1 0 0 0 0,1 0 0 0 0,1 0 0 0 0,-1 0 0 0 0,0 0 0 0 0,1 0-1 0 0,0 0 1 0 0,0 0 0 0 0,0 0 0 0 0,0 0 0 0 0,1 0 0 0 0,-1-1 0 0 0,1 1 0 0 0,0-1 0 0 0,0 1 0 0 0,0-1 0 0 0,1 0 0 0 0,-1 0 0 0 0,1 0 0 0 0,0 0 0 0 0,0 0 0 0 0,0 0 0 0 0,6 3 0 0 0,-6-4-103 0 0,0-1 0 0 0,1 1 0 0 0,-1-1 0 0 0,1 0 0 0 0,0 0 0 0 0,-1-1 0 0 0,1 1 0 0 0,0-1 0 0 0,0 1 0 0 0,-1-1 0 0 0,1 0 0 0 0,0-1 0 0 0,0 1 0 0 0,-1-1 0 0 0,1 1 0 0 0,0-1 0 0 0,4-2 0 0 0,7-2-563 0 0,-1-1 0 0 0,23-12 0 0 0,-26 11-348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9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10594 0 0,'1'-30'7773'0'0,"5"42"-5701"0"0,3 20-848 0 0,7 46 0 0 0,-11-51-1153 0 0,0-1 0 0 0,2 1-1 0 0,13 35 1 0 0,-11-44-233 0 0,13 35-253 0 0,-6-18-5389 0 0,-1-6-1415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9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1 476 5985 0 0,'2'-2'384'0'0,"1"-1"1"0"0,-1 1-1 0 0,1-1 0 0 0,-1 1 0 0 0,0-1 0 0 0,0 0 0 0 0,3-5 1 0 0,2-2 463 0 0,51-60 2001 0 0,58-75 957 0 0,-95 116-3502 0 0,-2-1 1 0 0,0 0-1 0 0,15-38 1 0 0,-33 65-264 0 0,1-1-62 0 0,0 0 1 0 0,0 0-1 0 0,-1 0 0 0 0,1 0 0 0 0,-1 0 0 0 0,0 0 0 0 0,0 0 1 0 0,0-1-1 0 0,-1 1 0 0 0,0 0 0 0 0,0 0 0 0 0,0-6 0 0 0,0 9 25 0 0,-1 1 0 0 0,1-1 0 0 0,-1 1 0 0 0,1-1 0 0 0,-1 1 0 0 0,1 0 0 0 0,-1-1 0 0 0,1 1 0 0 0,-1 0 0 0 0,1 0 0 0 0,-1-1 0 0 0,1 1 0 0 0,-1 0 0 0 0,1 0 0 0 0,-1 0 0 0 0,0 0 0 0 0,1 0 0 0 0,-1 0-1 0 0,1 0 1 0 0,-1 0 0 0 0,1 0 0 0 0,-1 0 0 0 0,0 0 0 0 0,1 0 0 0 0,-1 0 0 0 0,1 0 0 0 0,-1 0 0 0 0,1 0 0 0 0,-1 1 0 0 0,0-1 0 0 0,1 0 0 0 0,-1 0 0 0 0,1 1 0 0 0,-1-1 0 0 0,1 0 0 0 0,0 1 0 0 0,-1-1-1 0 0,1 1 1 0 0,-1-1 0 0 0,1 1 0 0 0,0-1 0 0 0,-1 1 0 0 0,-20 18-107 0 0,14-11 211 0 0,1 0-1 0 0,0 0 1 0 0,0 0 0 0 0,1 1-1 0 0,0 0 1 0 0,1 0-1 0 0,0 0 1 0 0,1 1 0 0 0,-1-1-1 0 0,2 1 1 0 0,-1 0 0 0 0,1 0-1 0 0,1 0 1 0 0,0 0-1 0 0,0 0 1 0 0,1 0 0 0 0,2 14-1 0 0,-1-15-89 0 0,1-1-1 0 0,-1 0 0 0 0,2 0 1 0 0,-1 0-1 0 0,1 0 1 0 0,1-1-1 0 0,-1 1 1 0 0,1-1-1 0 0,0 0 0 0 0,1 0 1 0 0,0 0-1 0 0,0 0 1 0 0,0-1-1 0 0,1 0 1 0 0,0 0-1 0 0,0-1 0 0 0,1 1 1 0 0,-1-1-1 0 0,1-1 1 0 0,0 1-1 0 0,13 5 1 0 0,-12-7-324 0 0,1 0 1 0 0,-1 0 0 0 0,0-1 0 0 0,1 0 0 0 0,13 1 0 0 0,-1-2-1118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09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0 8754 0 0,'-9'1'898'0'0,"1"0"-1"0"0,-1 0 1 0 0,1 0 0 0 0,0 1 0 0 0,0 1-1 0 0,0-1 1 0 0,-14 7 0 0 0,11-3-259 0 0,0 0 1 0 0,0 1-1 0 0,1 0 1 0 0,0 0-1 0 0,-13 13 1 0 0,16-14-436 0 0,1 1 0 0 0,1-1 1 0 0,-1 1-1 0 0,1 0 0 0 0,0 0 1 0 0,1 1-1 0 0,0-1 0 0 0,-5 12 1 0 0,8-14-126 0 0,-1 0 0 0 0,1 0 0 0 0,0 0 1 0 0,0 0-1 0 0,0 0 0 0 0,1 0 1 0 0,0 0-1 0 0,0 0 0 0 0,0 0 0 0 0,0 0 1 0 0,1 0-1 0 0,0 0 0 0 0,0 0 1 0 0,4 9-1 0 0,-2-8-65 0 0,0-1 1 0 0,0 0 0 0 0,1 1-1 0 0,0-1 1 0 0,0-1-1 0 0,0 1 1 0 0,1-1-1 0 0,-1 1 1 0 0,1-1-1 0 0,0-1 1 0 0,0 1-1 0 0,1-1 1 0 0,-1 1 0 0 0,1-2-1 0 0,-1 1 1 0 0,1-1-1 0 0,0 1 1 0 0,0-2-1 0 0,9 3 1 0 0,0-1-173 0 0,0 0 1 0 0,1-1-1 0 0,-1 0 0 0 0,1-2 1 0 0,-1 1-1 0 0,28-5 1 0 0,2-7-3147 0 0,-23 2-3586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0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22 920 0 0,'-29'-22'17620'0'0,"29"23"-17476"0"0,-2 21 1726 0 0,23 123-137 0 0,-6-60-1647 0 0,1 18-45 0 0,42 151-1 0 0,-4-106-6693 0 0,-43-124-138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0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1 215 8290 0 0,'0'-3'176'0'0,"1"1"0"0"0,0-1 0 0 0,0 0 0 0 0,0 1 0 0 0,0 0 0 0 0,0-1 0 0 0,0 1 0 0 0,1 0 0 0 0,-1-1 0 0 0,1 1 0 0 0,-1 0 0 0 0,1 0 0 0 0,0 0 0 0 0,0 0 1 0 0,0 1-1 0 0,4-4 0 0 0,43-28 2588 0 0,-33 23-2077 0 0,6-5 120 0 0,98-61 3815 0 0,-104 68-4875 0 0,0 1-1 0 0,1 0 1 0 0,21-5-1 0 0,-15 6-6612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0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1 205 6449 0 0,'1'2'271'0'0,"1"-1"0"0"0,-1 0-1 0 0,1 0 1 0 0,0 1-1 0 0,0-1 1 0 0,0 0 0 0 0,0 0-1 0 0,0-1 1 0 0,0 1-1 0 0,0 0 1 0 0,0-1-1 0 0,4 2 1 0 0,3 1 460 0 0,42 18 2263 0 0,91 44 3182 0 0,-128-62-4814 0 0,-10-12-519 0 0,-13-27-175 0 0,3 14-540 0 0,4 3-329 0 0,0 1 0 0 0,2-1-1 0 0,0 0 1 0 0,1 0 0 0 0,0 1 0 0 0,2-1 0 0 0,0 1 0 0 0,1-1 0 0 0,1 1 0 0 0,8-19-1 0 0,-1 16-7251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1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11979 0 0,'1'-1'302'0'0,"1"0"0"0"0,0 1 0 0 0,-1-1 0 0 0,1 0 0 0 0,0 1 1 0 0,0-1-1 0 0,0 1 0 0 0,-1 0 0 0 0,1-1 0 0 0,0 1 0 0 0,0 0 1 0 0,0 0-1 0 0,0 0 0 0 0,0 0 0 0 0,0 1 0 0 0,-1-1 0 0 0,1 0 1 0 0,0 1-1 0 0,0-1 0 0 0,2 2 0 0 0,-1 0-30 0 0,0 0 0 0 0,-1 0-1 0 0,1 0 1 0 0,-1 0 0 0 0,0 0-1 0 0,1 1 1 0 0,-1-1 0 0 0,0 1-1 0 0,0-1 1 0 0,-1 1 0 0 0,3 3-1 0 0,2 7 41 0 0,-1 1 0 0 0,0 0 0 0 0,0 0 0 0 0,2 16 0 0 0,-7-28-299 0 0,5 17-12 0 0,18 68 266 0 0,-21-79-357 0 0,1 0 1 0 0,1 0 0 0 0,0 0-1 0 0,0 0 1 0 0,0-1 0 0 0,1 0-1 0 0,0 0 1 0 0,7 7 0 0 0,-11-13-26 0 0,5 4-1347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1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1840 0 0,'-3'17'11787'0'0,"4"-8"-10923"0"0,1 3-448 0 0,-1 5-96 0 0,2-2-8 0 0,1 2-1200 0 0,3 0-232 0 0,1 0-56 0 0,1-1-9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1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14 14283 0 0,'-4'-2'271'0'0,"0"0"-1"0"0,0 0 1 0 0,0 1-1 0 0,0-1 1 0 0,0 1-1 0 0,-1 0 1 0 0,1 0-1 0 0,-1 0 1 0 0,1 1 0 0 0,-1-1-1 0 0,1 1 1 0 0,-1 0-1 0 0,1 1 1 0 0,-1-1-1 0 0,1 1 1 0 0,-1 0-1 0 0,1 0 1 0 0,0 0-1 0 0,-6 2 1 0 0,5-1-159 0 0,0 0 0 0 0,-1 1 0 0 0,1-1 0 0 0,1 1 0 0 0,-1 0-1 0 0,0 0 1 0 0,1 1 0 0 0,-1-1 0 0 0,1 1 0 0 0,0 0 0 0 0,0 0 0 0 0,0 1 0 0 0,1-1 0 0 0,-6 9 0 0 0,6-5-106 0 0,0 0 0 0 0,0 0 0 0 0,1 0 1 0 0,-1 0-1 0 0,2 0 0 0 0,-1 0 0 0 0,1 0 0 0 0,1 1 1 0 0,-1-1-1 0 0,1 0 0 0 0,1 1 0 0 0,0-1 1 0 0,0 0-1 0 0,0 0 0 0 0,1 1 0 0 0,1-1 1 0 0,-1 0-1 0 0,1-1 0 0 0,0 1 0 0 0,1 0 1 0 0,0-1-1 0 0,0 0 0 0 0,6 8 0 0 0,-5-9-317 0 0,0 0-1 0 0,0 0 1 0 0,1 0 0 0 0,0-1-1 0 0,0 0 1 0 0,0 0-1 0 0,0 0 1 0 0,1-1-1 0 0,0 0 1 0 0,0 0 0 0 0,0-1-1 0 0,0 0 1 0 0,1 0-1 0 0,-1-1 1 0 0,14 3 0 0 0,9-2-5803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2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226 407 3681 0 0,'-1'0'172'0'0,"1"-1"0"0"0,0 1 0 0 0,0-1 0 0 0,-1 1 0 0 0,1-1 0 0 0,0 1 0 0 0,-1-1 0 0 0,1 1 0 0 0,-1 0 0 0 0,1-1 0 0 0,0 1 0 0 0,-1-1 0 0 0,1 1 0 0 0,-1 0 1 0 0,1-1-1 0 0,-1 1 0 0 0,1 0 0 0 0,-1 0 0 0 0,1-1 0 0 0,-1 1 0 0 0,0 0 0 0 0,1 0 0 0 0,-1 0 0 0 0,1 0 0 0 0,-1 0 0 0 0,0 0 0 0 0,1 0 0 0 0,-1 0 0 0 0,1 0 0 0 0,-1 0 0 0 0,1 0 0 0 0,-1 0 0 0 0,0 0 0 0 0,1 0 0 0 0,-1 1 1 0 0,1-1-1 0 0,-1 0 0 0 0,1 0 0 0 0,-1 1 0 0 0,1-1 0 0 0,-2 1 0 0 0,-25 10 3108 0 0,16-3-2799 0 0,0-1 1 0 0,1 2-1 0 0,0-1 0 0 0,0 1 0 0 0,1 1 0 0 0,0 0 1 0 0,1 0-1 0 0,0 1 0 0 0,1 0 0 0 0,-7 13 1 0 0,1 0-413 0 0,1 2 0 0 0,1-1 0 0 0,-13 48 1 0 0,15-20 141 0 0,9-50-228 0 0,0 0-1 0 0,0 0 1 0 0,0 0 0 0 0,0 0-1 0 0,0 0 1 0 0,0 0-1 0 0,1 0 1 0 0,0 0 0 0 0,0 0-1 0 0,0 0 1 0 0,0 0-1 0 0,0 0 1 0 0,0 0 0 0 0,4 4-1 0 0,-5-7 15 0 0,1 1-1 0 0,0-1 0 0 0,0 1 1 0 0,-1-1-1 0 0,1 1 0 0 0,0-1 1 0 0,0 0-1 0 0,0 0 0 0 0,0 1 1 0 0,0-1-1 0 0,0 0 0 0 0,0 0 1 0 0,-1 0-1 0 0,1 0 0 0 0,0 0 1 0 0,0 0-1 0 0,0 0 0 0 0,0 0 1 0 0,0-1-1 0 0,0 1 0 0 0,0 0 1 0 0,0 0-1 0 0,-1-1 0 0 0,1 1 1 0 0,0-1-1 0 0,0 1 0 0 0,0-1 1 0 0,-1 1-1 0 0,1-1 0 0 0,0 1 1 0 0,-1-1-1 0 0,1 1 0 0 0,0-1 1 0 0,-1 0-1 0 0,1 0 0 0 0,-1 1 1 0 0,1-2-1 0 0,23-27-65 0 0,-7-1-103 0 0,-1 1-1 0 0,16-46 1 0 0,18-35-218 0 0,-49 109 390 0 0,0-1 1 0 0,-1 0-1 0 0,1 1 0 0 0,0-1 0 0 0,1 0 0 0 0,-1 1 1 0 0,0-1-1 0 0,0 1 0 0 0,1 0 0 0 0,-1-1 0 0 0,1 1 0 0 0,-1 0 1 0 0,1 0-1 0 0,-1 0 0 0 0,1 0 0 0 0,0 0 0 0 0,-1 0 0 0 0,1 1 1 0 0,0-1-1 0 0,0 0 0 0 0,0 1 0 0 0,0 0 0 0 0,-1-1 1 0 0,3 1-1 0 0,-1 0 57 0 0,-1 1 0 0 0,0-1 0 0 0,0 1 1 0 0,0 0-1 0 0,0 0 0 0 0,-1 0 0 0 0,1 0 0 0 0,0 0 1 0 0,0 0-1 0 0,0 0 0 0 0,-1 0 0 0 0,1 1 0 0 0,-1-1 1 0 0,1 1-1 0 0,-1-1 0 0 0,0 1 0 0 0,1 0 0 0 0,-1-1 1 0 0,0 1-1 0 0,0 0 0 0 0,1 3 0 0 0,4 7 268 0 0,1-1 0 0 0,1 1 0 0 0,-1-1-1 0 0,2 0 1 0 0,16 16 0 0 0,-23-24-340 0 0,0-1-1 0 0,1 0 1 0 0,-1 0 0 0 0,1 0 0 0 0,-1 0 0 0 0,1-1-1 0 0,-1 1 1 0 0,1-1 0 0 0,0 1 0 0 0,0-1-1 0 0,0 0 1 0 0,0 0 0 0 0,0 0 0 0 0,0-1 0 0 0,0 1-1 0 0,0-1 1 0 0,0 1 0 0 0,0-1 0 0 0,0 0 0 0 0,0 0-1 0 0,0-1 1 0 0,0 1 0 0 0,0-1 0 0 0,0 1-1 0 0,0-1 1 0 0,0 0 0 0 0,0 0 0 0 0,0 0 0 0 0,0 0-1 0 0,0-1 1 0 0,4-3 0 0 0,-2 1-235 0 0,0 0-1 0 0,-1-1 1 0 0,1 0 0 0 0,-1 0-1 0 0,0 0 1 0 0,-1 0 0 0 0,1-1-1 0 0,-1 1 1 0 0,0-1 0 0 0,2-8-1 0 0,21-67-2901 0 0,-20 61 2559 0 0,4-23-579 0 0,0 0 1 0 0,-3-1-1 0 0,3-71 0 0 0,-10 71 3288 0 0,-9-76-1 0 0,0 96 5109 0 0,9 43-6364 0 0,3 43-675 0 0,3 0 0 0 0,3 0 0 0 0,2-1 0 0 0,3-1 0 0 0,3 0 0 0 0,46 110 0 0 0,-55-153-175 0 0,0-1 1 0 0,0 0-1 0 0,2 0 0 0 0,0-1 0 0 0,0 0 0 0 0,2-1 0 0 0,0 0 0 0 0,22 20 0 0 0,-13-21-294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3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79 2761 0 0,'-6'1'618'0'0,"1"1"1"0"0,-1-1 0 0 0,1 1-1 0 0,0 0 1 0 0,-1 1 0 0 0,-6 3 0 0 0,11-5-364 0 0,0 0 0 0 0,0 0 0 0 0,-1 0 0 0 0,1 0 0 0 0,0 1 1 0 0,0-1-1 0 0,0 0 0 0 0,0 1 0 0 0,1-1 0 0 0,-1 0 0 0 0,0 1 1 0 0,1-1-1 0 0,-1 1 0 0 0,0-1 0 0 0,1 1 0 0 0,0-1 1 0 0,-1 1-1 0 0,1 0 0 0 0,0-1 0 0 0,0 1 0 0 0,0-1 0 0 0,0 1 1 0 0,0 0-1 0 0,0-1 0 0 0,0 1 0 0 0,1-1 0 0 0,0 3 0 0 0,4 16 469 0 0,0 0-1 0 0,2-1 0 0 0,0 0 0 0 0,2 0 0 0 0,0-1 1 0 0,14 22-1 0 0,-18-33-685 0 0,1 1 1 0 0,-1-1 0 0 0,1 1-1 0 0,1-2 1 0 0,-1 1-1 0 0,1-1 1 0 0,1 0 0 0 0,-1 0-1 0 0,1-1 1 0 0,0 0-1 0 0,0-1 1 0 0,0 1-1 0 0,1-1 1 0 0,-1-1 0 0 0,19 5-1 0 0,-24-8-80 0 0,0 1-1 0 0,0-2 1 0 0,0 1-1 0 0,1 0 0 0 0,-1 0 1 0 0,0-1-1 0 0,0 0 1 0 0,0 0-1 0 0,0 1 0 0 0,0-2 1 0 0,0 1-1 0 0,0 0 1 0 0,0-1-1 0 0,0 1 1 0 0,0-1-1 0 0,-1 0 0 0 0,1 0 1 0 0,-1 0-1 0 0,1 0 1 0 0,-1 0-1 0 0,0-1 1 0 0,0 1-1 0 0,0-1 0 0 0,0 0 1 0 0,0 1-1 0 0,-1-1 1 0 0,3-4-1 0 0,5-11-294 0 0,0-1-1 0 0,-2 0 1 0 0,8-23-1 0 0,-10 27 216 0 0,3-17-167 0 0,-7 25 259 0 0,0 0-1 0 0,1 1 0 0 0,-1-1 0 0 0,2 0 1 0 0,-1 1-1 0 0,1 0 0 0 0,0-1 0 0 0,0 1 1 0 0,0 0-1 0 0,1 1 0 0 0,0-1 0 0 0,6-7 1 0 0,-9 13 69 0 0,0-1 0 0 0,0 1 0 0 0,0-1 0 0 0,0 1 1 0 0,0 0-1 0 0,0-1 0 0 0,0 1 0 0 0,0 0 0 0 0,0 0 0 0 0,0 0 1 0 0,1 0-1 0 0,-1 0 0 0 0,0 0 0 0 0,0 0 0 0 0,0 0 1 0 0,0 0-1 0 0,0 0 0 0 0,0 1 0 0 0,0-1 0 0 0,0 0 1 0 0,0 1-1 0 0,0-1 0 0 0,0 1 0 0 0,0-1 0 0 0,0 1 1 0 0,0-1-1 0 0,0 1 0 0 0,0 0 0 0 0,-1-1 0 0 0,1 1 1 0 0,0 0-1 0 0,0 0 0 0 0,-1 0 0 0 0,1 0 0 0 0,-1 0 1 0 0,2 1-1 0 0,23 40 1808 0 0,-21-34-1598 0 0,20 47 752 0 0,-21-46-936 0 0,0 1 0 0 0,1-1 0 0 0,0 1 0 0 0,1-1 0 0 0,0 0 0 0 0,0-1 0 0 0,1 1-1 0 0,12 13 1 0 0,-17-21-71 0 0,0-1 1 0 0,0 1-1 0 0,0-1 0 0 0,0 1 0 0 0,0-1 0 0 0,0 1 0 0 0,0-1 0 0 0,0 0 0 0 0,0 0 0 0 0,0 1 0 0 0,0-1 1 0 0,0 0-1 0 0,0 0 0 0 0,0 0 0 0 0,0 0 0 0 0,0 0 0 0 0,0 0 0 0 0,0 0 0 0 0,0-1 0 0 0,0 1 0 0 0,0 0 1 0 0,0 0-1 0 0,-1-1 0 0 0,1 1 0 0 0,0-1 0 0 0,0 1 0 0 0,0-1 0 0 0,0 1 0 0 0,0-1 0 0 0,-1 1 0 0 0,1-1 1 0 0,0 0-1 0 0,0 0 0 0 0,0-1 0 0 0,27-33-358 0 0,-21 26 222 0 0,40-64-796 0 0,-32 49 748 0 0,28-37 1 0 0,-36 52 233 0 0,1 2 1 0 0,-1-1 0 0 0,1 1 0 0 0,0 0 0 0 0,1 1 0 0 0,0 0 0 0 0,0 0 0 0 0,10-4 0 0 0,-16 8 42 0 0,-1 1 0 0 0,1 0 1 0 0,0-1-1 0 0,0 1 0 0 0,0 0 1 0 0,0 1-1 0 0,0-1 1 0 0,0 0-1 0 0,0 1 0 0 0,0 0 1 0 0,0 0-1 0 0,0 0 0 0 0,0 0 1 0 0,0 0-1 0 0,0 0 1 0 0,6 2-1 0 0,-6 0-15 0 0,0-1 0 0 0,-1 1-1 0 0,1 0 1 0 0,-1 0 0 0 0,1 0 0 0 0,-1 0 0 0 0,0 1-1 0 0,0-1 1 0 0,0 0 0 0 0,0 1 0 0 0,0 0 0 0 0,0-1-1 0 0,-1 1 1 0 0,1 0 0 0 0,-1 0 0 0 0,2 4 0 0 0,9 30-20 0 0,-11-29-37 0 0,1-1-1 0 0,1 1 0 0 0,-1-1 1 0 0,1 1-1 0 0,1-1 0 0 0,-1 0 0 0 0,1-1 1 0 0,9 13-1 0 0,-12-19-31 0 0,-1 1 0 0 0,1-1 0 0 0,0 0 0 0 0,0 0 0 0 0,-1 0 0 0 0,1 0 0 0 0,0 0 0 0 0,0 0 0 0 0,-1 0 0 0 0,1 0 0 0 0,0 0 0 0 0,0 0 0 0 0,-1 0 1 0 0,1 0-1 0 0,0-1 0 0 0,-1 1 0 0 0,1 0 0 0 0,0-1 0 0 0,0 1 0 0 0,-1 0 0 0 0,1-1 0 0 0,-1 1 0 0 0,1-1 0 0 0,0 1 0 0 0,-1-1 0 0 0,1 1 0 0 0,-1-1 0 0 0,1 1 0 0 0,-1-1 0 0 0,1 0 0 0 0,-1 1 0 0 0,0-1 0 0 0,1 0 0 0 0,19-26-824 0 0,-19 24 761 0 0,24-38-749 0 0,-14 21 677 0 0,23-32-1 0 0,-31 48 173 0 0,0 0 0 0 0,0 0 0 0 0,1 1 0 0 0,0-1 0 0 0,-1 1 0 0 0,1-1 0 0 0,1 1 0 0 0,-1 1 0 0 0,0-1 1 0 0,1 0-1 0 0,-1 1 0 0 0,11-3 0 0 0,-12 4 54 0 0,1 1 1 0 0,-1 0-1 0 0,1 0 1 0 0,-1 0 0 0 0,1 1-1 0 0,-1-1 1 0 0,0 1-1 0 0,1 0 1 0 0,-1 0 0 0 0,0 0-1 0 0,1 1 1 0 0,-1-1-1 0 0,0 1 1 0 0,0-1-1 0 0,0 1 1 0 0,0 0 0 0 0,0 0-1 0 0,-1 0 1 0 0,1 1-1 0 0,-1-1 1 0 0,1 1-1 0 0,3 5 1 0 0,6 7 25 0 0,-1 0-1 0 0,17 29 1 0 0,3 10-2041 0 0,-23-37 1182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4.0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0,'2'22'11252'0'0,"8"16"-9903"0"0,-1-4-1122 0 0,-3-4-317 0 0,1 10-197 0 0,2 0 1 0 0,2-1 0 0 0,1 0 0 0 0,23 50 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4.2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7 10594 0 0,'-10'2'944'0'0,"-9"-9"7186"0"0,20 6-8130 0 0,2 1-144 0 0,1 0-48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4.5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13 11522 0 0,'-4'-12'5239'0'0,"16"37"-1916"0"0,31 196-486 0 0,-31-142-2753 0 0,4 0 0 0 0,28 83 0 0 0,21-6-1626 0 0,-50-123-6206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5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69 13827 0 0,'13'-1'963'0'0,"0"0"0"0"0,-1-2 1 0 0,1 1-1 0 0,21-9 0 0 0,16-3 280 0 0,88-5 508 0 0,-38 8-2364 0 0,-64 4 137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6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295 142 2761 0 0,'5'-11'878'0'0,"-1"0"0"0"0,-1 1 0 0 0,0-2 0 0 0,0 1 0 0 0,-1 0 0 0 0,-1 0 0 0 0,0-1 0 0 0,0 1 0 0 0,-2-22 0 0 0,1 32-825 0 0,0 1-1 0 0,-1-1 1 0 0,1 1 0 0 0,0 0 0 0 0,0-1-1 0 0,0 1 1 0 0,0 0 0 0 0,0-1-1 0 0,0 1 1 0 0,-1 0 0 0 0,1-1-1 0 0,0 1 1 0 0,0 0 0 0 0,0-1-1 0 0,-1 1 1 0 0,1 0 0 0 0,0-1-1 0 0,-1 1 1 0 0,1 0 0 0 0,0 0-1 0 0,0-1 1 0 0,-1 1 0 0 0,1 0-1 0 0,0 0 1 0 0,-1 0 0 0 0,1 0-1 0 0,-1-1 1 0 0,1 1 0 0 0,0 0-1 0 0,-1 0 1 0 0,1 0 0 0 0,0 0 0 0 0,-1 0-1 0 0,1 0 1 0 0,-1 0 0 0 0,1 0-1 0 0,0 0 1 0 0,-1 0 0 0 0,1 0-1 0 0,0 0 1 0 0,-1 0 0 0 0,1 1-1 0 0,-1-1 1 0 0,1 0 0 0 0,0 0-1 0 0,-1 0 1 0 0,1 0 0 0 0,0 1-1 0 0,-1-1 1 0 0,1 0 0 0 0,0 0-1 0 0,0 1 1 0 0,-1-1 0 0 0,1 0-1 0 0,0 0 1 0 0,-1 1 0 0 0,1-1-1 0 0,0 0 1 0 0,0 1 0 0 0,0 0 0 0 0,-18 19 1094 0 0,-1 12-446 0 0,1 0 1 0 0,1 2-1 0 0,-21 58 1 0 0,-24 113 77 0 0,-25 154 234 0 0,71-277-759 0 0,5 1-1 0 0,-3 120 1 0 0,14-179-230 0 0,1 0 1 0 0,1 0-1 0 0,1 0 1 0 0,1-1 0 0 0,2 1-1 0 0,7 22 1 0 0,-7-32-10 0 0,0 0 0 0 0,0 0 0 0 0,2 0 1 0 0,0-1-1 0 0,0 0 0 0 0,1-1 0 0 0,1 0 0 0 0,0 0 0 0 0,0-1 0 0 0,17 13 0 0 0,-6-7 38 0 0,0-2 0 0 0,2 0 0 0 0,-1-1 0 0 0,2-1 0 0 0,0-1 0 0 0,0-2-1 0 0,27 9 1 0 0,-35-14-126 0 0,0-1-1 0 0,1-1 0 0 0,0 0 1 0 0,0-1-1 0 0,0 0 0 0 0,-1-2 1 0 0,1 0-1 0 0,0-1 0 0 0,0 0 1 0 0,0-2-1 0 0,0 0 0 0 0,18-6 1 0 0,13-9-1724 0 0,0-4-5188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6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26 10594 0 0,'-2'-3'120'0'0,"-12"-18"1512"0"0,7 19 45 0 0,3 16 792 0 0,5 1-1716 0 0,0 0 1 0 0,1 0-1 0 0,0-1 1 0 0,2 1-1 0 0,-1-1 1 0 0,12 27-1 0 0,1 10-228 0 0,13 75-332 0 0,14 154-1 0 0,-29-173-1001 0 0,-13-101 561 0 0,2 21-1227 0 0,-8-14-2548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6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90 6913 0 0,'15'-11'629'0'0,"0"1"-1"0"0,1 0 0 0 0,0 1 0 0 0,0 1 0 0 0,1 0 0 0 0,0 1 0 0 0,0 1 0 0 0,1 1 0 0 0,0 0 0 0 0,0 2 0 0 0,0 0 0 0 0,22-1 0 0 0,-35 3-256 0 0,0 1-1 0 0,0 0 1 0 0,1 1-1 0 0,-1-1 1 0 0,0 1 0 0 0,0 0-1 0 0,0 0 1 0 0,0 0 0 0 0,0 1-1 0 0,9 4 1 0 0,-12-5-308 0 0,-1 0-1 0 0,1 0 1 0 0,-1 1 0 0 0,1-1 0 0 0,-1 0 0 0 0,0 1-1 0 0,0-1 1 0 0,0 0 0 0 0,0 1 0 0 0,0-1-1 0 0,0 1 1 0 0,0 0 0 0 0,0-1 0 0 0,-1 1-1 0 0,1 0 1 0 0,-1-1 0 0 0,1 1 0 0 0,-1 0-1 0 0,0 0 1 0 0,1 0 0 0 0,-1-1 0 0 0,0 1 0 0 0,0 0-1 0 0,0 0 1 0 0,-1 0 0 0 0,1-1 0 0 0,0 1-1 0 0,-1 0 1 0 0,1 0 0 0 0,-1-1 0 0 0,1 1-1 0 0,-1 0 1 0 0,-1 2 0 0 0,-4 8 37 0 0,-1 1 1 0 0,0-1-1 0 0,-1-1 1 0 0,0 1-1 0 0,-1-1 1 0 0,0-1-1 0 0,-16 15 1 0 0,-17 12-3640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7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5 10594 0 0,'-2'-4'3293'0'0,"9"16"-168"0"0,3 17-2159 0 0,-1 0 1 0 0,-2 0-1 0 0,4 36 1 0 0,-8-41-868 0 0,0-1 0 0 0,2 1 1 0 0,1-1-1 0 0,1 0 0 0 0,1-1 0 0 0,21 42 1 0 0,-29-63-111 0 0,0 0 0 0 0,0-1 0 0 0,0 1 0 0 0,1-1 1 0 0,-1 1-1 0 0,0 0 0 0 0,1-1 0 0 0,-1 1 0 0 0,0-1 1 0 0,1 1-1 0 0,-1-1 0 0 0,1 1 0 0 0,-1-1 0 0 0,1 0 1 0 0,-1 1-1 0 0,1-1 0 0 0,-1 1 0 0 0,1-1 0 0 0,0 0 1 0 0,-1 1-1 0 0,1-1 0 0 0,-1 0 0 0 0,1 0 0 0 0,0 0 1 0 0,-1 1-1 0 0,1-1 0 0 0,0 0 0 0 0,-1 0 0 0 0,1 0 1 0 0,0 0-1 0 0,-1 0 0 0 0,1 0 0 0 0,0 0 0 0 0,-1 0 1 0 0,1-1-1 0 0,0 1 0 0 0,1-1-79 0 0,-1-1-1 0 0,1 1 1 0 0,-1-1-1 0 0,0 1 1 0 0,1-1-1 0 0,-1 1 1 0 0,0-1-1 0 0,0 0 1 0 0,0 0-1 0 0,0 1 1 0 0,1-5 0 0 0,16-56-2265 0 0,-18 61 2298 0 0,5-22-642 0 0,1 0 0 0 0,1 0 0 0 0,16-35 0 0 0,-20 51 722 0 0,0 1-1 0 0,1-1 1 0 0,-1 1-1 0 0,1 0 1 0 0,0 0-1 0 0,1 1 1 0 0,-1-1 0 0 0,1 1-1 0 0,1 0 1 0 0,-1 0-1 0 0,1 1 1 0 0,-1-1-1 0 0,1 1 1 0 0,0 0-1 0 0,1 1 1 0 0,7-4-1 0 0,-12 6 77 0 0,1 1 0 0 0,-1-1-1 0 0,0 1 1 0 0,0 0 0 0 0,0 0 0 0 0,0 0-1 0 0,1 0 1 0 0,-1 0 0 0 0,0 0 0 0 0,0 0-1 0 0,0 1 1 0 0,0-1 0 0 0,0 1 0 0 0,0 0-1 0 0,1-1 1 0 0,-1 1 0 0 0,-1 0 0 0 0,1 0-1 0 0,0 0 1 0 0,0 1 0 0 0,0-1 0 0 0,0 0-1 0 0,-1 1 1 0 0,1-1 0 0 0,-1 1 0 0 0,1-1-1 0 0,-1 1 1 0 0,2 2 0 0 0,4 7 513 0 0,-1-1 0 0 0,1 2 0 0 0,8 22-1 0 0,2 4-44 0 0,-1-15-389 0 0,1-1 0 0 0,1 0 1 0 0,22 20-1 0 0,8 10-110 0 0,-23-29-1918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7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 10594 0 0,'-1'0'54'0'0,"0"-1"-1"0"0,1 1 1 0 0,-1-1 0 0 0,0 1-1 0 0,0-1 1 0 0,0 1-1 0 0,0 0 1 0 0,1 0 0 0 0,-1-1-1 0 0,0 1 1 0 0,0 0-1 0 0,0 0 1 0 0,0 0 0 0 0,0 0-1 0 0,0 0 1 0 0,0 0-1 0 0,0 0 1 0 0,1 0 0 0 0,-1 1-1 0 0,0-1 1 0 0,0 0 0 0 0,-1 1-1 0 0,1 0 57 0 0,0 0 1 0 0,0 0-1 0 0,0 0 1 0 0,0 0-1 0 0,1 0 0 0 0,-1 0 1 0 0,0 1-1 0 0,1-1 1 0 0,-1 0-1 0 0,0 1 0 0 0,1-1 1 0 0,0 0-1 0 0,-1 1 1 0 0,1 1-1 0 0,-3 9 327 0 0,2 1 0 0 0,-1-1 0 0 0,2 0 0 0 0,0 1 1 0 0,0-1-1 0 0,1 1 0 0 0,1-1 0 0 0,0 0 0 0 0,1 0 0 0 0,0 0 0 0 0,0 0 1 0 0,1 0-1 0 0,11 21 0 0 0,-11-27-441 0 0,0 1 0 0 0,0-1 1 0 0,0 0-1 0 0,1 0 0 0 0,-1-1 0 0 0,2 0 1 0 0,-1 1-1 0 0,0-1 0 0 0,1-1 1 0 0,12 8-1 0 0,-13-9 6 0 0,0-1 1 0 0,0 0-1 0 0,0 0 0 0 0,0 0 1 0 0,1-1-1 0 0,-1 0 1 0 0,0 0-1 0 0,1 0 0 0 0,-1-1 1 0 0,1 1-1 0 0,-1-1 1 0 0,1-1-1 0 0,-1 1 0 0 0,1-1 1 0 0,10-3-1 0 0,-10 2-11 0 0,0 0-1 0 0,0 0 1 0 0,0-1-1 0 0,-1 0 0 0 0,1-1 1 0 0,-1 1-1 0 0,1-1 1 0 0,-1 0-1 0 0,-1 0 1 0 0,1-1-1 0 0,0 0 1 0 0,-1 1-1 0 0,4-7 0 0 0,8-11 177 0 0,23-46 0 0 0,-11 18-11 0 0,-24 44-135 0 0,0 1 0 0 0,0 0 1 0 0,0 0-1 0 0,1 0 0 0 0,0 0 0 0 0,0 1 0 0 0,8-6 0 0 0,-12 9-22 0 0,0 1 0 0 0,0-1 0 0 0,0 1 1 0 0,0-1-1 0 0,0 1 0 0 0,0-1 0 0 0,0 1 0 0 0,0 0 1 0 0,0-1-1 0 0,0 1 0 0 0,0 0 0 0 0,0 0 0 0 0,1 0 1 0 0,-1 0-1 0 0,0 0 0 0 0,0 0 0 0 0,0 0 0 0 0,0 0 1 0 0,0 1-1 0 0,2-1 0 0 0,-2 1 4 0 0,0 0 1 0 0,0 0-1 0 0,0 0 1 0 0,0 0-1 0 0,0 1 0 0 0,0-1 1 0 0,0 0-1 0 0,0 0 1 0 0,0 1-1 0 0,0-1 1 0 0,0 0-1 0 0,-1 1 0 0 0,1-1 1 0 0,-1 1-1 0 0,1-1 1 0 0,-1 1-1 0 0,1-1 0 0 0,-1 1 1 0 0,0 1-1 0 0,4 22 295 0 0,-2-1 0 0 0,-1 1 0 0 0,-1-1-1 0 0,-1 1 1 0 0,-1-1 0 0 0,-5 27 0 0 0,-1-13-72 0 0,-1-1 0 0 0,-1 0 1 0 0,-20 42-1 0 0,20-58-990 0 0,-1 0-4680 0 0,0-2-1832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8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144 6 6913 0 0,'3'-2'-266'0'0,"10"-2"6085"0"0,-19 14-3110 0 0,-54 61-727 0 0,33-42-739 0 0,-31 47 1 0 0,57-75-1251 0 0,0 0 1 0 0,0 1-1 0 0,0-1 0 0 0,1 0 0 0 0,-1 0 0 0 0,0 1 0 0 0,1-1 1 0 0,-1 0-1 0 0,1 1 0 0 0,0-1 0 0 0,-1 0 0 0 0,1 1 0 0 0,0-1 1 0 0,0 1-1 0 0,0-1 0 0 0,0 2 0 0 0,0-2-5 0 0,1-1 0 0 0,-1 1 0 0 0,0 0 0 0 0,1-1 0 0 0,-1 1 0 0 0,0-1 0 0 0,1 1-1 0 0,-1-1 1 0 0,1 1 0 0 0,-1-1 0 0 0,1 1 0 0 0,-1-1 0 0 0,1 1 0 0 0,-1-1 0 0 0,1 1 0 0 0,0-1 0 0 0,-1 0 0 0 0,1 1 0 0 0,0-1-1 0 0,-1 0 1 0 0,1 0 0 0 0,1 1 0 0 0,5 0-91 0 0,0 0-1 0 0,1-1 1 0 0,-1 0 0 0 0,0 0-1 0 0,9-1 1 0 0,4 0-24 0 0,3 1 97 0 0,0 1 1 0 0,0 1 0 0 0,37 8 0 0 0,-52-8 21 0 0,0 0 0 0 0,0 1 0 0 0,-1 0 0 0 0,0 0 1 0 0,1 1-1 0 0,7 6 0 0 0,-12-8 11 0 0,0 0 0 0 0,0 1 0 0 0,0-1 0 0 0,0 1 1 0 0,-1 0-1 0 0,1 0 0 0 0,-1 0 0 0 0,0 0 0 0 0,0 0 0 0 0,0 0 0 0 0,0 1 0 0 0,0-1 0 0 0,1 8 1 0 0,-2-6 7 0 0,0 0 0 0 0,-1 0 0 0 0,0 0 0 0 0,0 0 0 0 0,-1 0 0 0 0,1 0 0 0 0,-1 0 0 0 0,0 0 0 0 0,0-1 1 0 0,-1 1-1 0 0,1 0 0 0 0,-1-1 0 0 0,0 1 0 0 0,-1-1 0 0 0,1 1 0 0 0,-1-1 0 0 0,0 0 0 0 0,0 0 1 0 0,0 0-1 0 0,-5 4 0 0 0,-3 4 12 0 0,-1 0 0 0 0,0-1 0 0 0,-1 0 0 0 0,-25 15 0 0 0,30-21-790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8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6449 0 0,'3'3'620'0'0,"1"0"0"0"0,-1 0-1 0 0,0 1 1 0 0,-1-1-1 0 0,1 1 1 0 0,0 0 0 0 0,-1-1-1 0 0,0 1 1 0 0,0 0 0 0 0,0 0-1 0 0,0 0 1 0 0,-1 1-1 0 0,2 4 1 0 0,9 59 3320 0 0,-9-33-3413 0 0,-2-1 0 0 0,-6 58 1 0 0,4-82-1022 0 0,-1 16-6687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8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16131 0 0,'0'4'713'0'0,"1"1"151"0"0,1-1-696 0 0,-1 0-168 0 0,0-2 0 0 0,-1 1 0 0 0,2 3 128 0 0,1 0-16 0 0,1 7 0 0 0,1 1 0 0 0,2 1-112 0 0,0-1 0 0 0,1-2 0 0 0,0-1 0 0 0,1 0-1792 0 0,2-2-401 0 0,3 1-79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8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31 3225 0 0,'-5'-5'330'0'0,"-1"1"1"0"0,0 1-1 0 0,0-1 1 0 0,0 1-1 0 0,-1 0 1 0 0,1 1-1 0 0,-8-3 1 0 0,11 5-12 0 0,0-1 0 0 0,1 1-1 0 0,-1 0 1 0 0,0 0 0 0 0,1 0 0 0 0,-1 0 0 0 0,1 0 0 0 0,-1 0 0 0 0,0 1-1 0 0,1-1 1 0 0,-1 1 0 0 0,1 0 0 0 0,-1 0 0 0 0,1 0 0 0 0,-1 0 0 0 0,1 0 0 0 0,0 0-1 0 0,0 1 1 0 0,-1-1 0 0 0,1 1 0 0 0,0 0 0 0 0,-2 2 0 0 0,-3 4 200 0 0,0 1 1 0 0,0 0 0 0 0,1 0-1 0 0,0 1 1 0 0,1 0 0 0 0,0 0-1 0 0,0 0 1 0 0,1 1 0 0 0,1-1-1 0 0,-4 17 1 0 0,4-17-446 0 0,2 0 0 0 0,-1 0 0 0 0,1 0 0 0 0,1 0 0 0 0,0 0 0 0 0,0 0 0 0 0,1 0 0 0 0,0-1 0 0 0,0 1 0 0 0,1 0 0 0 0,7 18 0 0 0,-8-25-281 0 0,1 0 1 0 0,-1 0-1 0 0,1 0 1 0 0,0 0-1 0 0,0 0 1 0 0,0 0-1 0 0,1-1 1 0 0,-1 1-1 0 0,1-1 1 0 0,-1 1 0 0 0,4 1-1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9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9 6913 0 0,'-3'-2'330'0'0,"1"1"0"0"0,-1 0 0 0 0,0 0 0 0 0,0 0 0 0 0,0 0 0 0 0,0 1 0 0 0,0-1 0 0 0,0 1 0 0 0,0 0 0 0 0,0-1 0 0 0,0 1 0 0 0,0 1 0 0 0,0-1 0 0 0,-1 0 0 0 0,1 1 0 0 0,0 0 0 0 0,-4 1 0 0 0,2 0 94 0 0,0 1 1 0 0,1-1 0 0 0,-1 1 0 0 0,1 0 0 0 0,0 0-1 0 0,0 0 1 0 0,0 1 0 0 0,0-1 0 0 0,-5 8 0 0 0,1-1-84 0 0,1 1 0 0 0,0 0 0 0 0,1 0-1 0 0,0 1 1 0 0,0 0 0 0 0,2 0 0 0 0,-7 21 0 0 0,10-28-330 0 0,0 0 0 0 0,1 0-1 0 0,-1 0 1 0 0,1 1-1 0 0,0-1 1 0 0,1 0 0 0 0,-1 0-1 0 0,1 0 1 0 0,0 0 0 0 0,3 9-1 0 0,-3-13-49 0 0,-1 1 0 0 0,1-1 0 0 0,-1 0 0 0 0,1 0 0 0 0,0 0 0 0 0,-1 1 0 0 0,1-1 0 0 0,0 0 0 0 0,0 0 0 0 0,0 0 0 0 0,0 0 0 0 0,0 0 0 0 0,0 0 0 0 0,0-1 0 0 0,0 1 0 0 0,0 0 0 0 0,0-1 0 0 0,1 1 0 0 0,-1 0 0 0 0,0-1 0 0 0,1 1 0 0 0,-1-1 0 0 0,0 0 0 0 0,1 1 0 0 0,-1-1 0 0 0,0 0 1 0 0,1 0-1 0 0,-1 0 0 0 0,0 0 0 0 0,1 0 0 0 0,-1 0 0 0 0,0 0 0 0 0,1-1 0 0 0,-1 1 0 0 0,0 0 0 0 0,1-1 0 0 0,-1 1 0 0 0,0-1 0 0 0,0 1 0 0 0,1-1 0 0 0,-1 0 0 0 0,0 1 0 0 0,0-1 0 0 0,2-2 0 0 0,10-6-619 0 0,-1-1 0 0 0,0-1 0 0 0,0 0 1 0 0,-1 0-1 0 0,-1-2 0 0 0,0 1 0 0 0,0-1 1 0 0,13-26-1 0 0,21-25-433 0 0,-44 63 1156 0 0,1 0 1 0 0,0-1-1 0 0,0 1 1 0 0,0 0-1 0 0,0 0 1 0 0,0 0-1 0 0,0 0 1 0 0,0 0-1 0 0,0 0 1 0 0,0 0-1 0 0,1 0 1 0 0,-1 0-1 0 0,0 1 1 0 0,1-1-1 0 0,-1 0 1 0 0,0 1-1 0 0,1-1 1 0 0,-1 1 0 0 0,1 0-1 0 0,-1-1 1 0 0,1 1-1 0 0,-1 0 1 0 0,1 0-1 0 0,1 0 1 0 0,-1 1 110 0 0,-1 0 0 0 0,1-1 0 0 0,-1 1 0 0 0,1 0 0 0 0,-1 0 0 0 0,0 0 1 0 0,1 1-1 0 0,-1-1 0 0 0,0 0 0 0 0,0 0 0 0 0,0 1 0 0 0,0-1 1 0 0,0 1-1 0 0,0-1 0 0 0,0 1 0 0 0,-1-1 0 0 0,1 1 0 0 0,0-1 0 0 0,-1 1 1 0 0,0 0-1 0 0,1 2 0 0 0,5 16 873 0 0,-1 1-379 0 0,1-2 0 0 0,0 1-1 0 0,2-1 1 0 0,10 21-1 0 0,-15-36-854 0 0,-1 0 0 0 0,1 0 0 0 0,0 0-1 0 0,0 0 1 0 0,1-1 0 0 0,-1 1 0 0 0,1-1-1 0 0,0 0 1 0 0,7 5 0 0 0,-8-6-182 0 0,-1-1 1 0 0,1 0 0 0 0,0 0-1 0 0,0 0 1 0 0,0 0 0 0 0,0 0-1 0 0,1-1 1 0 0,-1 1-1 0 0,0-1 1 0 0,0 0 0 0 0,0 0-1 0 0,0 0 1 0 0,0 0 0 0 0,1-1-1 0 0,-1 1 1 0 0,4-2-1 0 0,-2 0 334 0 0,-1 1 0 0 0,0-1 0 0 0,0 0 0 0 0,0-1 0 0 0,0 1 0 0 0,-1-1 0 0 0,1 1 0 0 0,-1-1 0 0 0,1 0 0 0 0,-1 0-1 0 0,0-1 1 0 0,0 1 0 0 0,-1-1 0 0 0,1 1 0 0 0,2-6 0 0 0,5-12 44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19.5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 13363 0 0,'-3'11'548'0'0,"0"0"0"0"0,1 1 1 0 0,0-1-1 0 0,1 1 0 0 0,0-1 1 0 0,0 1-1 0 0,3 21 0 0 0,17 85 2379 0 0,-13-89-2262 0 0,89 375 1119 0 0,-92-392-1783 0 0,10 42-218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20.5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64 3225 0 0,'-2'-34'3213'0'0,"3"4"7198"0"0,15 53-9032 0 0,-3 18-16 0 0,10 54 1 0 0,-16-60-1158 0 0,1-1 0 0 0,23 56 0 0 0,-21-74-250 0 0,-10-16 29 0 0,0 1 1 0 0,0-1-1 0 0,0 0 1 0 0,1 0-1 0 0,-1 0 1 0 0,0 0-1 0 0,0 0 1 0 0,0 0 0 0 0,0 0-1 0 0,1 0 1 0 0,-1 0-1 0 0,0 0 1 0 0,0 0-1 0 0,0 0 1 0 0,0-1-1 0 0,1 1 1 0 0,-1 0-1 0 0,0 0 1 0 0,0 0-1 0 0,0 0 1 0 0,0 0 0 0 0,0 0-1 0 0,1 0 1 0 0,-1 0-1 0 0,0 0 1 0 0,0 0-1 0 0,0-1 1 0 0,0 1-1 0 0,0 0 1 0 0,0 0-1 0 0,0 0 1 0 0,1 0 0 0 0,-1 0-1 0 0,0-1 1 0 0,0 1-1 0 0,0 0 1 0 0,0 0-1 0 0,0 0 1 0 0,0 0-1 0 0,0-1 1 0 0,0 1-1 0 0,0 0 1 0 0,0 0 0 0 0,0 0-1 0 0,0 0 1 0 0,0-1-1 0 0,0 1 1 0 0,2-36-1973 0 0,-2 24 1464 0 0,0 1-197 0 0,1-22-1347 0 0,10-63 0 0 0,-9 87 2124 0 0,0 0 0 0 0,1 0 0 0 0,0 0 0 0 0,0 1 0 0 0,0-1 0 0 0,1 1-1 0 0,1 0 1 0 0,-1 0 0 0 0,1 0 0 0 0,1 1 0 0 0,-1 0 0 0 0,8-7 0 0 0,-11 12 30 0 0,-1 0 0 0 0,1 0-1 0 0,0 1 1 0 0,1-1 0 0 0,-1 0 0 0 0,0 1 0 0 0,0 0 0 0 0,1-1-1 0 0,-1 1 1 0 0,1 0 0 0 0,-1 0 0 0 0,1 1 0 0 0,-1-1-1 0 0,1 0 1 0 0,-1 1 0 0 0,1 0 0 0 0,0-1 0 0 0,-1 1-1 0 0,1 0 1 0 0,5 1 0 0 0,-4 0 71 0 0,-1 0 1 0 0,1 1-1 0 0,0 0 0 0 0,-1-1 0 0 0,1 1 0 0 0,-1 1 1 0 0,1-1-1 0 0,-1 0 0 0 0,0 1 0 0 0,0-1 1 0 0,0 1-1 0 0,3 5 0 0 0,6 7 269 0 0,0 2-1 0 0,-2 0 1 0 0,0 0 0 0 0,10 25-1 0 0,-3 5-259 0 0,-14-35-94 0 0,1 0 1 0 0,1-1-1 0 0,10 19 0 0 0,-15-29-72 0 0,0-1-1 0 0,0 0 0 0 0,0 0 0 0 0,0 0 0 0 0,0 1 0 0 0,0-1 1 0 0,0 0-1 0 0,1 0 0 0 0,-1 0 0 0 0,0 1 0 0 0,0-1 0 0 0,0 0 0 0 0,0 0 1 0 0,1 0-1 0 0,-1 0 0 0 0,0 0 0 0 0,0 0 0 0 0,0 1 0 0 0,1-1 1 0 0,-1 0-1 0 0,0 0 0 0 0,0 0 0 0 0,1 0 0 0 0,-1 0 0 0 0,0 0 0 0 0,0 0 1 0 0,0 0-1 0 0,1 0 0 0 0,-1 0 0 0 0,0 0 0 0 0,0 0 0 0 0,1 0 1 0 0,-1 0-1 0 0,0 0 0 0 0,0 0 0 0 0,0 0 0 0 0,1 0 0 0 0,-1 0 1 0 0,0-1-1 0 0,0 1 0 0 0,1 0 0 0 0,-1 0 0 0 0,8-12-19 0 0,3-15-178 0 0,4-33-154 0 0,4-17-416 0 0,-16 70 720 0 0,-1 0-1 0 0,1 0 1 0 0,1 1 0 0 0,-1-1 0 0 0,1 1 0 0 0,0 0-1 0 0,0 0 1 0 0,7-7 0 0 0,-9 12 83 0 0,0-1 0 0 0,0 1 0 0 0,0-1 0 0 0,0 1 0 0 0,0 0 0 0 0,0-1 0 0 0,0 1 0 0 0,0 0 0 0 0,0 1 0 0 0,1-1 0 0 0,-1 0 0 0 0,0 1 0 0 0,1-1 0 0 0,-1 1 0 0 0,0 0 0 0 0,1 0 0 0 0,-1 0 0 0 0,1 0 0 0 0,-1 0 0 0 0,0 0 0 0 0,1 0 0 0 0,-1 1 0 0 0,0 0 0 0 0,1-1 0 0 0,-1 1 0 0 0,0 0 0 0 0,0 0 0 0 0,1 0 0 0 0,-1 0 0 0 0,0 0 0 0 0,0 1 0 0 0,0-1 0 0 0,2 3 0 0 0,2 1 106 0 0,0 0-1 0 0,0 0 0 0 0,-1 1 1 0 0,1 0-1 0 0,-1 0 0 0 0,0 0 1 0 0,-1 1-1 0 0,7 13 1 0 0,-1 4-845 0 0,-1 1 0 0 0,10 50 0 0 0,-13-46-6270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20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3 373 5065 0 0,'13'-11'531'0'0,"0"0"0"0"0,-1-1 0 0 0,0 0 0 0 0,0-1 0 0 0,-2 0 0 0 0,1-1 0 0 0,10-20 0 0 0,-6 8 428 0 0,-2-1 1 0 0,0-1-1 0 0,10-36 1 0 0,-22 59-834 0 0,1 0 0 0 0,-1 0 0 0 0,-1-1 0 0 0,1 1 1 0 0,-1 0-1 0 0,0 0 0 0 0,0-1 0 0 0,0 1 0 0 0,-1 0 0 0 0,0 0 1 0 0,0-1-1 0 0,0 1 0 0 0,-3-8 0 0 0,3 12-37 0 0,0-1-1 0 0,0 0 1 0 0,0 1 0 0 0,0-1 0 0 0,0 1-1 0 0,0-1 1 0 0,0 1 0 0 0,-1-1-1 0 0,1 1 1 0 0,0 0 0 0 0,-1 0 0 0 0,1 0-1 0 0,-1 0 1 0 0,0 0 0 0 0,1 0 0 0 0,-1 0-1 0 0,0 0 1 0 0,1 0 0 0 0,-1 1-1 0 0,0-1 1 0 0,0 1 0 0 0,0 0 0 0 0,1-1-1 0 0,-1 1 1 0 0,0 0 0 0 0,0 0 0 0 0,0 0-1 0 0,0 0 1 0 0,0 0 0 0 0,1 1-1 0 0,-1-1 1 0 0,0 0 0 0 0,0 1 0 0 0,0 0-1 0 0,1-1 1 0 0,-1 1 0 0 0,0 0-1 0 0,1 0 1 0 0,-1 0 0 0 0,-2 2 0 0 0,-3 1 24 0 0,0 1 0 0 0,1 0 0 0 0,0 0 0 0 0,0 1 0 0 0,0 0 0 0 0,1 0 0 0 0,0 0 0 0 0,0 0 0 0 0,1 1 0 0 0,-8 14 0 0 0,7-11-162 0 0,0 0 1 0 0,0 1-1 0 0,2-1 1 0 0,-1 1-1 0 0,1 0 1 0 0,1 0-1 0 0,-2 14 0 0 0,4-17 64 0 0,0 0 0 0 0,1 0-1 0 0,0 0 1 0 0,0 0-1 0 0,1 0 1 0 0,0 0-1 0 0,0 0 1 0 0,1-1 0 0 0,0 1-1 0 0,0-1 1 0 0,1 1-1 0 0,0-1 1 0 0,0-1-1 0 0,1 1 1 0 0,0 0-1 0 0,8 7 1 0 0,-7-7-251 0 0,0-1-1 0 0,1 0 1 0 0,0-1 0 0 0,0 1 0 0 0,0-1-1 0 0,1-1 1 0 0,-1 1 0 0 0,1-1 0 0 0,0-1-1 0 0,0 0 1 0 0,1 0 0 0 0,-1 0 0 0 0,1-1-1 0 0,-1 0 1 0 0,10 0 0 0 0,5-2-5599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21.2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10 8754 0 0,'-1'-1'94'0'0,"1"0"0"0"0,-1 1 0 0 0,0-1 0 0 0,1 0 1 0 0,-1 1-1 0 0,0-1 0 0 0,1 1 0 0 0,-1-1 0 0 0,0 1 0 0 0,0-1 0 0 0,1 1 0 0 0,-1-1 1 0 0,0 1-1 0 0,0 0 0 0 0,0-1 0 0 0,0 1 0 0 0,1 0 0 0 0,-1 0 0 0 0,0 0 1 0 0,0 0-1 0 0,0 0 0 0 0,0 0 0 0 0,0 0 0 0 0,0 0 0 0 0,-1 0 0 0 0,-27 12 2051 0 0,20-6-1241 0 0,1 1 0 0 0,0 0 0 0 0,-14 14 0 0 0,7-4-511 0 0,1 1 0 0 0,1 1 0 0 0,-17 32 0 0 0,25-41-282 0 0,0 0 0 0 0,1-1 0 0 0,0 1 0 0 0,1 1 0 0 0,0-1 0 0 0,1 0 0 0 0,0 1 0 0 0,1-1 0 0 0,-1 22 0 0 0,2-31-131 0 0,0 0 0 0 0,0-1 0 0 0,0 1 0 0 0,0 0-1 0 0,0 0 1 0 0,0 0 0 0 0,0 0 0 0 0,0 0 0 0 0,0 0 0 0 0,0 0-1 0 0,1 0 1 0 0,-1-1 0 0 0,0 1 0 0 0,1 0 0 0 0,-1 0 0 0 0,1 0 0 0 0,-1-1-1 0 0,1 1 1 0 0,-1 0 0 0 0,1 0 0 0 0,-1-1 0 0 0,1 1 0 0 0,0-1-1 0 0,-1 1 1 0 0,1 0 0 0 0,0-1 0 0 0,0 1 0 0 0,-1-1 0 0 0,1 0-1 0 0,0 1 1 0 0,0-1 0 0 0,1 1 0 0 0,0-1-87 0 0,0-1 1 0 0,0 1-1 0 0,0 0 0 0 0,0-1 1 0 0,0 1-1 0 0,0-1 0 0 0,0 0 1 0 0,0 0-1 0 0,0 0 0 0 0,0 0 1 0 0,0 0-1 0 0,0 0 0 0 0,1-2 1 0 0,9-6-714 0 0,0-1 1 0 0,16-19-1 0 0,-27 29 819 0 0,18-24-137 0 0,0-1 0 0 0,-1-1 0 0 0,-2 0 0 0 0,14-30 0 0 0,-29 55 187 0 0,-1-1-1 0 0,1 1 0 0 0,0 0 0 0 0,-1-1 0 0 0,1 1 0 0 0,0 0 0 0 0,0 0 1 0 0,0 0-1 0 0,0 0 0 0 0,0 0 0 0 0,0 0 0 0 0,0 0 0 0 0,0 0 1 0 0,1 0-1 0 0,-1 0 0 0 0,0 0 0 0 0,0 1 0 0 0,1-1 0 0 0,-1 1 0 0 0,0-1 1 0 0,3 0-1 0 0,-3 1 57 0 0,0 1 0 0 0,1-1 1 0 0,-1 0-1 0 0,0 0 0 0 0,1 1 0 0 0,-1-1 0 0 0,0 1 1 0 0,1-1-1 0 0,-1 1 0 0 0,0 0 0 0 0,0-1 1 0 0,1 1-1 0 0,-1 0 0 0 0,0 0 0 0 0,0 0 1 0 0,0 0-1 0 0,0 0 0 0 0,1 1 0 0 0,5 7 613 0 0,0 1-1 0 0,-1 0 1 0 0,0 0-1 0 0,6 14 1 0 0,-6-12-496 0 0,19 27-1023 0 0,-14-28-95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21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3 9674 0 0,'-2'-1'233'0'0,"0"1"-1"0"0,0-1 0 0 0,0 1 1 0 0,0 0-1 0 0,0 0 1 0 0,0 0-1 0 0,0 0 1 0 0,0 0-1 0 0,0 0 1 0 0,0 1-1 0 0,0-1 0 0 0,0 1 1 0 0,0-1-1 0 0,0 1 1 0 0,0 0-1 0 0,0-1 1 0 0,0 1-1 0 0,0 0 1 0 0,1 0-1 0 0,-1 1 1 0 0,0-1-1 0 0,1 0 0 0 0,-1 1 1 0 0,1-1-1 0 0,-1 1 1 0 0,1-1-1 0 0,0 1 1 0 0,0-1-1 0 0,-1 1 1 0 0,1 0-1 0 0,0 0 1 0 0,-1 3-1 0 0,0-2-171 0 0,1-1 1 0 0,0 1-1 0 0,-1-1 1 0 0,1 1-1 0 0,0 0 1 0 0,0-1-1 0 0,0 1 1 0 0,0 0-1 0 0,1 0 1 0 0,-1 0-1 0 0,1 0 0 0 0,0 0 1 0 0,0 0-1 0 0,0 0 1 0 0,0 0-1 0 0,0-1 1 0 0,1 1-1 0 0,-1 0 1 0 0,1 0-1 0 0,0 0 1 0 0,0 0-1 0 0,0-1 0 0 0,0 1 1 0 0,2 3-1 0 0,2-1-60 0 0,1-1-1 0 0,-1 1 1 0 0,1-1 0 0 0,0 0-1 0 0,0 0 1 0 0,0 0-1 0 0,1-1 1 0 0,-1 0-1 0 0,1 0 1 0 0,8 1-1 0 0,-7-1 10 0 0,0 0 0 0 0,0 1-1 0 0,0-1 1 0 0,0 2 0 0 0,13 8-1 0 0,-20-12-5 0 0,0 0 1 0 0,0 0-1 0 0,0-1 0 0 0,0 1 0 0 0,-1 0 0 0 0,1 0 0 0 0,0 0 0 0 0,0 0 0 0 0,-1 0 0 0 0,1 0 1 0 0,-1 0-1 0 0,1 0 0 0 0,-1 0 0 0 0,1 0 0 0 0,-1 0 0 0 0,0 0 0 0 0,0 0 0 0 0,1 1 0 0 0,-1-1 0 0 0,0 0 1 0 0,0 0-1 0 0,0 0 0 0 0,0 0 0 0 0,0 0 0 0 0,-1 2 0 0 0,0-1 7 0 0,0 1-1 0 0,0-1 1 0 0,0 0 0 0 0,0 0 0 0 0,0 1-1 0 0,-1-1 1 0 0,1 0 0 0 0,-1 0-1 0 0,0 0 1 0 0,1 0 0 0 0,-3 1-1 0 0,-5 4-49 0 0,0 0 0 0 0,0-1 0 0 0,-1 0-1 0 0,-12 6 1 0 0,8-6-301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21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12899 0 0,'-4'-1'5543'0'0,"2"9"-3660"0"0,4 7-739 0 0,6 7-704 0 0,1-2 0 0 0,0 1 0 0 0,2-1 0 0 0,22 32 0 0 0,15 30-104 0 0,-31-46-312 0 0,-1 1-1 0 0,-2 0 0 0 0,-1 1 1 0 0,-2 1-1 0 0,-2-1 1 0 0,-1 2-1 0 0,-3-1 0 0 0,-1 1 1 0 0,-1 0-1 0 0,-3 0 1 0 0,-1 0-1 0 0,-2 0 1 0 0,-2 0-1 0 0,-1-1 0 0 0,-18 59 1 0 0,1-28-1855 0 0,-4 0-6275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5.8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82 1376 0 0,'-7'0'499'0'0,"0"1"1"0"0,1 0-1 0 0,-1 1 0 0 0,1-1 0 0 0,-1 1 0 0 0,1 1 1 0 0,0-1-1 0 0,0 1 0 0 0,0 0 0 0 0,0 0 0 0 0,0 1 1 0 0,1 0-1 0 0,-1 0 0 0 0,1 0 0 0 0,-7 8 0 0 0,11-11-275 0 0,1-1-149 0 0,0 0 0 0 0,0 0-1 0 0,-1 1 1 0 0,1-1 0 0 0,0 0-1 0 0,0 0 1 0 0,0 0 0 0 0,0 1-1 0 0,0-1 1 0 0,0 0 0 0 0,0 0-1 0 0,0 0 1 0 0,0 1 0 0 0,0-1-1 0 0,0 0 1 0 0,0 0 0 0 0,0 1-1 0 0,0-1 1 0 0,0 0 0 0 0,0 0-1 0 0,0 1 1 0 0,0-1 0 0 0,0 0-1 0 0,0 0 1 0 0,0 0 0 0 0,0 1-1 0 0,0-1 1 0 0,0 0 0 0 0,0 0-1 0 0,0 0 1 0 0,1 1 0 0 0,-1-1 0 0 0,0 0 149 0 0,0 1-150 0 0,1-1 1 0 0,-1 0 0 0 0,0 0-1 0 0,14 4 1556 0 0,14-4 57 0 0,33-9-53 0 0,-1-2 0 0 0,83-26 0 0 0,24-6-814 0 0,-97 28-812 0 0,80-14-2474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 6449 0 0,'-10'-6'14399'0'0,"16"67"-13216"0"0,19 78-1 0 0,-1-16-822 0 0,-13-17-280 0 0,-3 165 0 0 0,-8-264-254 0 0,0-1 1 0 0,0 1-1 0 0,0 0 0 0 0,1-1 0 0 0,0 1 0 0 0,0-1 1 0 0,1 1-1 0 0,-1-1 0 0 0,1 0 0 0 0,1 0 0 0 0,-1 0 1 0 0,7 11-1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6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63 3209 0 0,'4'-7'-18'0'0,"19"-30"2364"0"0,-22 35-1873 0 0,0 1 0 0 0,-1 0 0 0 0,1 0-1 0 0,0-1 1 0 0,1 1 0 0 0,-1 0 0 0 0,0 0 0 0 0,0 0-1 0 0,0 0 1 0 0,1 0 0 0 0,-1 0 0 0 0,0 1 0 0 0,1-1-1 0 0,-1 0 1 0 0,1 1 0 0 0,-1-1 0 0 0,1 1 0 0 0,-1-1-1 0 0,1 1 1 0 0,-1 0 0 0 0,1 0 0 0 0,1-1 0 0 0,-2 2-248 0 0,0-1 0 0 0,0 1 1 0 0,0 0-1 0 0,0-1 1 0 0,0 1-1 0 0,0 0 1 0 0,0 0-1 0 0,0-1 0 0 0,0 1 1 0 0,0 0-1 0 0,-1 0 1 0 0,1 0-1 0 0,0 0 1 0 0,-1 0-1 0 0,1 0 0 0 0,-1 0 1 0 0,1 0-1 0 0,-1 0 1 0 0,1 2-1 0 0,7 26 757 0 0,-6-21-703 0 0,7 36 56 0 0,-2 0 1 0 0,-3 1 0 0 0,0 79 0 0 0,-4-64-120 0 0,10 71 1 0 0,-8-112-273 0 0,7 37-163 0 0,-8-53 267 0 0,0 0 1 0 0,0 0 0 0 0,0 0 0 0 0,0 0 0 0 0,1 0 0 0 0,-1 0-1 0 0,1 0 1 0 0,0 0 0 0 0,0 0 0 0 0,0-1 0 0 0,0 1 0 0 0,0-1-1 0 0,3 4 1 0 0,-4-6-68 0 0,0 0-1 0 0,-1 0 0 0 0,1 0 1 0 0,-1 0-1 0 0,1 0 0 0 0,-1 0 1 0 0,1 0-1 0 0,0 0 0 0 0,-1 0 0 0 0,1 0 1 0 0,-1 0-1 0 0,1 0 0 0 0,-1 0 1 0 0,1 0-1 0 0,0 0 0 0 0,-1 0 1 0 0,1-1-1 0 0,-1 1 0 0 0,1 0 1 0 0,-1 0-1 0 0,1-1 0 0 0,-1 1 1 0 0,1 0-1 0 0,-1-1 0 0 0,0 1 1 0 0,1-1-1 0 0,-1 1 0 0 0,1 0 1 0 0,-1-1-1 0 0,0 1 0 0 0,1-1 1 0 0,-1 1-1 0 0,0-1 0 0 0,0 1 1 0 0,1-1-1 0 0,-1 1 0 0 0,0-1 1 0 0,0 0-1 0 0,0 1 0 0 0,0-1 1 0 0,0 1-1 0 0,1-1 0 0 0,-1 1 1 0 0,0-2-1 0 0,8-31 161 0 0,-7 28-202 0 0,9-64-504 0 0,6-22 744 0 0,-14 83-167 0 0,0-1-1 0 0,1 1 0 0 0,1 0 0 0 0,-1 0 1 0 0,1 0-1 0 0,0 0 0 0 0,1 1 0 0 0,6-9 1 0 0,-10 14-14 0 0,1 0 0 0 0,0 0 0 0 0,0 0 0 0 0,0 0 0 0 0,0 0 0 0 0,0 0 0 0 0,0 0 0 0 0,1 1 0 0 0,-1-1 0 0 0,0 1 1 0 0,1 0-1 0 0,-1-1 0 0 0,1 1 0 0 0,0 0 0 0 0,-1 1 0 0 0,1-1 0 0 0,0 0 0 0 0,-1 1 0 0 0,1-1 0 0 0,0 1 0 0 0,0 0 0 0 0,-1 0 1 0 0,1 0-1 0 0,0 0 0 0 0,0 1 0 0 0,0-1 0 0 0,-1 1 0 0 0,1 0 0 0 0,0 0 0 0 0,-1-1 0 0 0,1 2 0 0 0,-1-1 0 0 0,1 0 0 0 0,-1 0 1 0 0,1 1-1 0 0,3 3 0 0 0,7 6 175 0 0,0 1-1 0 0,0 0 1 0 0,-1 1 0 0 0,19 26 0 0 0,-8-10-101 0 0,-12-18-28 0 0,0 0-1 0 0,1-1 1 0 0,0 0-1 0 0,1-1 1 0 0,18 11-1 0 0,71 30-2057 0 0,-95-47 1657 0 0,20 9-7567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7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20 485 9218 0 0,'-1'0'67'0'0,"1"-1"-1"0"0,-1 0 1 0 0,1 1 0 0 0,-1-1 0 0 0,1 1-1 0 0,0-1 1 0 0,-1 1 0 0 0,1-1 0 0 0,0 0-1 0 0,0 1 1 0 0,0-1 0 0 0,-1 0 0 0 0,1 1-1 0 0,0-1 1 0 0,0 0 0 0 0,0 1-1 0 0,0-1 1 0 0,0 0 0 0 0,0 0 0 0 0,0 1-1 0 0,0-1 1 0 0,0 0 0 0 0,1 1 0 0 0,-1-1-1 0 0,0 0 1 0 0,0 1 0 0 0,0-1 0 0 0,1 1-1 0 0,-1-1 1 0 0,0 0 0 0 0,1 1-1 0 0,-1-1 1 0 0,1 0 0 0 0,16-30 2011 0 0,-13 24-1068 0 0,11-21 387 0 0,-1 0 1 0 0,17-51-1 0 0,-26 66-1004 0 0,-2 0-1 0 0,0 0 1 0 0,0-1 0 0 0,-1 0-1 0 0,-1 1 1 0 0,-1-1-1 0 0,0 0 1 0 0,-3-23 0 0 0,3 35-404 0 0,0 0 0 0 0,0 0 0 0 0,-1 1 0 0 0,1-1 0 0 0,0 0 0 0 0,-1 0 0 0 0,0 1 1 0 0,1-1-1 0 0,-1 1 0 0 0,0-1 0 0 0,0 0 0 0 0,0 1 0 0 0,0-1 0 0 0,0 1 0 0 0,-1 0 0 0 0,-1-3 0 0 0,2 4-7 0 0,0-1-1 0 0,0 1 0 0 0,0-1 0 0 0,0 1 0 0 0,0 0 0 0 0,0 0 0 0 0,0-1 1 0 0,0 1-1 0 0,0 0 0 0 0,0 0 0 0 0,0 0 0 0 0,0 0 0 0 0,0 0 0 0 0,0 0 1 0 0,0 1-1 0 0,0-1 0 0 0,0 0 0 0 0,0 0 0 0 0,0 1 0 0 0,0-1 0 0 0,-1 1 1 0 0,-2 2-38 0 0,0-1 0 0 0,0 1 0 0 0,0-1 0 0 0,0 1 0 0 0,1 1 0 0 0,0-1 0 0 0,0 0 0 0 0,-1 1 0 0 0,2 0 0 0 0,-1-1 0 0 0,-3 7-1 0 0,1-1-32 0 0,0 0 0 0 0,1 1 0 0 0,0 0 0 0 0,1 0 0 0 0,0 0-1 0 0,0 0 1 0 0,1 0 0 0 0,0 0 0 0 0,1 1 0 0 0,0-1 0 0 0,1 14-1 0 0,1-18 86 0 0,0-1 0 0 0,0 0 0 0 0,0 1 0 0 0,1-1 0 0 0,0 1 0 0 0,0-1 0 0 0,0 0 1 0 0,1 0-1 0 0,-1 0 0 0 0,1-1 0 0 0,1 1 0 0 0,-1-1 0 0 0,0 1 0 0 0,1-1 0 0 0,0 0 0 0 0,0 0 0 0 0,0-1 0 0 0,1 1 0 0 0,-1-1 0 0 0,1 0 0 0 0,0 0 0 0 0,9 4 0 0 0,-3-2 205 0 0,1 0-1 0 0,-1-1 1 0 0,1 0-1 0 0,0-1 1 0 0,1 0 0 0 0,-1-1-1 0 0,0-1 1 0 0,1 0-1 0 0,20-1 1 0 0,-26 0-218 0 0,-1-1 0 0 0,0 0 0 0 0,0 0 0 0 0,0 0 0 0 0,0-1 0 0 0,0 1 0 0 0,-1-2 0 0 0,1 1 0 0 0,0-1 0 0 0,-1 1 0 0 0,0-2 0 0 0,1 1 0 0 0,-1 0 0 0 0,-1-1 0 0 0,1 0 0 0 0,0 0 0 0 0,-1-1 0 0 0,0 1 0 0 0,0-1 0 0 0,0 0 0 0 0,4-7 0 0 0,-2-2-25 0 0,0-1-1 0 0,0 1 1 0 0,3-19-1 0 0,-7 23 34 0 0,0 1-1 0 0,1-1 0 0 0,0 1 0 0 0,1 0 0 0 0,0 0 1 0 0,0 0-1 0 0,1 0 0 0 0,0 1 0 0 0,1 0 1 0 0,10-13-1 0 0,-15 20 40 0 0,0 0-1 0 0,0 0 1 0 0,0 0-1 0 0,0 1 1 0 0,0-1 0 0 0,0 0-1 0 0,1 1 1 0 0,-1-1 0 0 0,0 1-1 0 0,0-1 1 0 0,1 1 0 0 0,-1-1-1 0 0,0 1 1 0 0,1 0 0 0 0,-1 0-1 0 0,0 0 1 0 0,1-1-1 0 0,-1 1 1 0 0,0 1 0 0 0,1-1-1 0 0,-1 0 1 0 0,0 0 0 0 0,3 1-1 0 0,-1 0 21 0 0,-1 0 0 0 0,1 1 0 0 0,0-1 0 0 0,-1 1 0 0 0,1 0 0 0 0,-1 0 0 0 0,0 0 0 0 0,0 0-1 0 0,1 0 1 0 0,1 3 0 0 0,5 8 92 0 0,0 0 0 0 0,-1 0 0 0 0,8 18 0 0 0,-13-24-123 0 0,9 19 77 0 0,-7-15-28 0 0,0 0-1 0 0,0-1 1 0 0,1 1 0 0 0,1-1-1 0 0,-1 0 1 0 0,1-1 0 0 0,15 16-1 0 0,-21-25-58 0 0,-1 0-1 0 0,0 1 0 0 0,0-1 0 0 0,0 0 0 0 0,0 0 0 0 0,0 0 1 0 0,0 0-1 0 0,1 0 0 0 0,-1 1 0 0 0,0-1 0 0 0,0 0 0 0 0,0 0 1 0 0,0 0-1 0 0,1 0 0 0 0,-1 0 0 0 0,0 0 0 0 0,0 0 0 0 0,0 0 1 0 0,1 0-1 0 0,-1 0 0 0 0,0 0 0 0 0,0 0 0 0 0,0 0 0 0 0,1 0 1 0 0,-1 0-1 0 0,0 0 0 0 0,0 0 0 0 0,0 0 0 0 0,0 0 0 0 0,1 0 1 0 0,-1 0-1 0 0,0 0 0 0 0,0 0 0 0 0,0 0 0 0 0,1 0 0 0 0,-1 0 1 0 0,0 0-1 0 0,0 0 0 0 0,0 0 0 0 0,0-1 0 0 0,1 1 0 0 0,-1 0 1 0 0,0 0-1 0 0,0 0 0 0 0,0-1 0 0 0,2-11 247 0 0,-6-20 20 0 0,4 30-251 0 0,-3-18-49 0 0,-5-27 349 0 0,-1-52 1 0 0,8 86-662 0 0,1-1-1 0 0,1 1 1 0 0,0-1 0 0 0,1 1 0 0 0,0-1-1 0 0,1 1 1 0 0,0 0 0 0 0,10-22 0 0 0,2 7-7701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8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85 9674 0 0,'0'-1'236'0'0,"0"-1"0"0"0,0 1 0 0 0,0 0 0 0 0,0-1 0 0 0,11-11 5490 0 0,-7 28-4243 0 0,-2-4-1118 0 0,4 30 555 0 0,14 43 0 0 0,-18-74-913 0 0,1 0 0 0 0,1 0 0 0 0,0 0 0 0 0,1 0 1 0 0,-1-1-1 0 0,2 0 0 0 0,-1 0 0 0 0,1-1 0 0 0,14 16 0 0 0,-19-23-38 0 0,1 0 0 0 0,-1 1 0 0 0,0-1-1 0 0,1 0 1 0 0,0 0 0 0 0,-1 0 0 0 0,1 0 0 0 0,-1 0 0 0 0,1-1-1 0 0,0 1 1 0 0,0 0 0 0 0,0-1 0 0 0,-1 1 0 0 0,1-1 0 0 0,0 0-1 0 0,0 0 1 0 0,0 1 0 0 0,0-1 0 0 0,0 0 0 0 0,-1-1 0 0 0,1 1 0 0 0,0 0-1 0 0,0 0 1 0 0,0-1 0 0 0,0 1 0 0 0,-1-1 0 0 0,1 0 0 0 0,0 0-1 0 0,-1 1 1 0 0,1-1 0 0 0,0 0 0 0 0,-1 0 0 0 0,1 0 0 0 0,-1-1-1 0 0,1 1 1 0 0,-1 0 0 0 0,0-1 0 0 0,1 1 0 0 0,0-2 0 0 0,7-8-22 0 0,-1 0 0 0 0,0-1 0 0 0,0 0 0 0 0,7-17 0 0 0,-5 10 421 0 0,-2 5-221 0 0,46-72 494 0 0,-49 79-613 0 0,0 1 0 0 0,0-1 1 0 0,1 1-1 0 0,0 0 1 0 0,0 1-1 0 0,0-1 1 0 0,1 1-1 0 0,0 0 1 0 0,12-5-1 0 0,-17 9 17 0 0,0 0 0 0 0,0 1 0 0 0,0 0 0 0 0,0-1 0 0 0,0 1 1 0 0,0 0-1 0 0,0 0 0 0 0,1 0 0 0 0,-1 1 0 0 0,0-1 0 0 0,0 0 0 0 0,0 1 0 0 0,0-1 0 0 0,0 1 0 0 0,0 0 0 0 0,0 0 0 0 0,0 0 0 0 0,0 0 0 0 0,-1 0 0 0 0,1 0 0 0 0,0 0 0 0 0,0 1 0 0 0,-1-1 0 0 0,1 0 0 0 0,-1 1 0 0 0,3 2 0 0 0,5 7 276 0 0,0 0 0 0 0,15 24 0 0 0,-11-15-350 0 0,-10-15 35 0 0,2 2-6 0 0,-1 0 1 0 0,1-1 0 0 0,0 0 0 0 0,0 0-1 0 0,1 0 1 0 0,11 8 0 0 0,-17-14-2 0 0,1 0 1 0 0,0 0-1 0 0,-1 0 1 0 0,1 0 0 0 0,-1 0-1 0 0,1-1 1 0 0,-1 1-1 0 0,1 0 1 0 0,-1 0-1 0 0,1 0 1 0 0,-1-1-1 0 0,1 1 1 0 0,-1 0 0 0 0,1 0-1 0 0,-1-1 1 0 0,1 1-1 0 0,-1-1 1 0 0,1 1-1 0 0,-1 0 1 0 0,0-1-1 0 0,1 1 1 0 0,-1-1 0 0 0,0 1-1 0 0,1-1 1 0 0,-1 1-1 0 0,1-1 1 0 0,11-20-49 0 0,-8 14 0 0 0,18-28-339 0 0,-11 16-3 0 0,1 1 0 0 0,0 0 0 0 0,30-31 0 0 0,-39 45 374 0 0,1 0-1 0 0,0 1 0 0 0,0 0 1 0 0,0-1-1 0 0,1 2 0 0 0,-1-1 0 0 0,1 0 1 0 0,-1 1-1 0 0,1 0 0 0 0,0 0 1 0 0,0 0-1 0 0,0 1 0 0 0,0 0 0 0 0,0 0 1 0 0,0 0-1 0 0,0 0 0 0 0,0 1 0 0 0,1 0 1 0 0,-1 0-1 0 0,0 0 0 0 0,10 3 1 0 0,-8-1 107 0 0,0 0 1 0 0,0 0 0 0 0,0 1-1 0 0,0 0 1 0 0,-1 1 0 0 0,0-1-1 0 0,1 1 1 0 0,-1 0 0 0 0,-1 1 0 0 0,1-1-1 0 0,-1 1 1 0 0,7 7 0 0 0,2 6 216 0 0,-1 0 0 0 0,19 32 0 0 0,-18-26-107 0 0,22 28 0 0 0,-31-46-213 0 0,0 1-1 0 0,1-1 0 0 0,0-1 1 0 0,1 1-1 0 0,-1-1 0 0 0,1 0 1 0 0,0 0-1 0 0,12 5 0 0 0,-18-9-103 0 0,0-1 0 0 0,0 1 0 0 0,1-1 0 0 0,-1 1 0 0 0,0-1 0 0 0,0 0 0 0 0,1 0 0 0 0,-1 0 0 0 0,0 1 0 0 0,1-1 0 0 0,-1 0 0 0 0,0-1 0 0 0,0 1 0 0 0,1 0 0 0 0,-1 0 0 0 0,2-1 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8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6449 0 0,'1'-2'4516'0'0,"8"4"-1242"0"0,9 6 979 0 0,-14-4-3922 0 0,1 0 0 0 0,-1 0-1 0 0,-1 0 1 0 0,1 0 0 0 0,-1 1 0 0 0,1-1-1 0 0,-1 1 1 0 0,-1 0 0 0 0,1 0 0 0 0,-1 0 0 0 0,0 1-1 0 0,0-1 1 0 0,2 8 0 0 0,0 7 73 0 0,-1 1-1 0 0,1 29 1 0 0,-3-35-1647 0 0,0 0-1 0 0,1 0 1 0 0,0 1-1 0 0,1-1 1 0 0,6 16-1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8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17972 0 0,'2'-1'54'0'0,"-1"1"-1"0"0,1 0 1 0 0,0-1 0 0 0,-1 1-1 0 0,1 0 1 0 0,-1 0 0 0 0,1 0 0 0 0,0 0-1 0 0,-1 0 1 0 0,1 1 0 0 0,-1-1 0 0 0,1 0-1 0 0,0 1 1 0 0,-1-1 0 0 0,1 1-1 0 0,-1-1 1 0 0,1 1 0 0 0,-1 0 0 0 0,0 0-1 0 0,2 1 1 0 0,-1 0 19 0 0,1 0 0 0 0,-1 0 0 0 0,0 1-1 0 0,-1-1 1 0 0,1 1 0 0 0,0 0 0 0 0,-1-1 0 0 0,1 1-1 0 0,1 6 1 0 0,2 5-1425 0 0,-1 1-1 0 0,-1 0 0 0 0,3 25 1 0 0,3 12-1909 0 0,-4-31 2426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8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175 19 10594 0 0,'0'0'53'0'0,"1"0"-1"0"0,-1 0 1 0 0,0-1 0 0 0,1 1-1 0 0,-1 0 1 0 0,0-1 0 0 0,1 1-1 0 0,-1 0 1 0 0,0-1-1 0 0,0 1 1 0 0,1 0 0 0 0,-1-1-1 0 0,0 1 1 0 0,0 0-1 0 0,0-1 1 0 0,0 1 0 0 0,1-1-1 0 0,-1 1 1 0 0,0-1-1 0 0,0 1 1 0 0,0 0 0 0 0,0-1-1 0 0,0 1 1 0 0,0-1-1 0 0,0 1 1 0 0,0-1 0 0 0,0 1-1 0 0,0 0 1 0 0,0-1-1 0 0,0 1 1 0 0,-1-1 0 0 0,1 1-1 0 0,0 0 1 0 0,0-1 0 0 0,0 1-1 0 0,-1-1 1 0 0,1 1-1 0 0,0 0 1 0 0,0-1 0 0 0,-1 1-1 0 0,1 0 1 0 0,0-1-1 0 0,0 1 1 0 0,-1 0 0 0 0,1 0-1 0 0,-1-1 1 0 0,1 1-1 0 0,0 0 1 0 0,-1 0 0 0 0,1 0-1 0 0,0-1 1 0 0,-1 1-1 0 0,1 0 1 0 0,-1 0 0 0 0,1 0-1 0 0,0 0 1 0 0,-1 0 0 0 0,1 0-1 0 0,-1 0 1 0 0,1 0-1 0 0,-1 0 1 0 0,1 0 0 0 0,0 0-1 0 0,-1 0 1 0 0,0 0-1 0 0,-2 0 261 0 0,0 1-1 0 0,-1-1 0 0 0,1 1 0 0 0,0 0 0 0 0,0-1 0 0 0,0 1 0 0 0,-6 3 1 0 0,-3 4-4 0 0,0 1 1 0 0,0 1 0 0 0,1 0 0 0 0,0 0 0 0 0,1 1 0 0 0,0 1 0 0 0,1-1 0 0 0,0 2 0 0 0,0-1-1 0 0,-12 28 1 0 0,20-38-269 0 0,0 0-1 0 0,-1 0 0 0 0,1 0 1 0 0,0 0-1 0 0,1 0 0 0 0,-1 0 1 0 0,0 1-1 0 0,1-1 0 0 0,-1 0 1 0 0,1 1-1 0 0,0-1 0 0 0,-1 0 1 0 0,1 1-1 0 0,0-1 0 0 0,1 0 1 0 0,-1 1-1 0 0,0-1 0 0 0,1 0 1 0 0,-1 1-1 0 0,1-1 0 0 0,0 0 1 0 0,-1 0-1 0 0,1 0 0 0 0,0 0 1 0 0,1 0-1 0 0,-1 0 0 0 0,0 0 1 0 0,1 0-1 0 0,-1 0 0 0 0,1 0 1 0 0,-1 0-1 0 0,1-1 0 0 0,0 1 1 0 0,-1-1-1 0 0,1 1 0 0 0,0-1 1 0 0,0 0-1 0 0,0 0 0 0 0,3 1 1 0 0,9 4-10 0 0,1-1 0 0 0,-1-1 0 0 0,1 0 1 0 0,0-1-1 0 0,17 2 0 0 0,-1-1 146 0 0,-24-2-165 0 0,10 1-33 0 0,-1 1 1 0 0,21 7-1 0 0,-34-10 24 0 0,0 0-1 0 0,0 0 1 0 0,-1 0-1 0 0,1 0 0 0 0,0 1 1 0 0,-1-1-1 0 0,1 1 1 0 0,-1 0-1 0 0,1 0 1 0 0,-1 0-1 0 0,0 0 0 0 0,0 0 1 0 0,0 0-1 0 0,0 0 1 0 0,0 1-1 0 0,0-1 1 0 0,-1 1-1 0 0,1-1 0 0 0,-1 1 1 0 0,2 4-1 0 0,-3-3 9 0 0,0-1 0 0 0,0 1 0 0 0,-1-1 0 0 0,1 0 1 0 0,-1 1-1 0 0,0-1 0 0 0,0 0 0 0 0,0 0 0 0 0,0 1 0 0 0,0-1 0 0 0,-1 0 0 0 0,0 0 0 0 0,1-1 0 0 0,-1 1 0 0 0,0 0 0 0 0,0 0 0 0 0,-1-1 0 0 0,1 1 0 0 0,0-1 0 0 0,-1 0 0 0 0,0 0 0 0 0,1 0 0 0 0,-7 3 0 0 0,-1 2 30 0 0,0-1 0 0 0,-1 0-1 0 0,0 0 1 0 0,0-1 0 0 0,-17 4 0 0 0,-20 1-2698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9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0 5065 0 0,'-2'1'291'0'0,"-3"0"1315"0"0,-1 0 0 0 0,1 0 1 0 0,-1 1-1 0 0,1 0 0 0 0,-9 4 0 0 0,13-6-1408 0 0,0 1 0 0 0,0 0 0 0 0,0-1 0 0 0,0 1 0 0 0,1 0 0 0 0,-1-1 0 0 0,0 1 0 0 0,1 0 0 0 0,-1 0 0 0 0,0 0 0 0 0,1-1 0 0 0,-1 1 0 0 0,1 0 0 0 0,0 0-1 0 0,-1 0 1 0 0,1 0 0 0 0,-1 0 0 0 0,1 0 0 0 0,0 0 0 0 0,0 0 0 0 0,0 0 0 0 0,0 0 0 0 0,0 0 0 0 0,0 0 0 0 0,0 0 0 0 0,0 0 0 0 0,0 0 0 0 0,0 0 0 0 0,0 0-1 0 0,1 0 1 0 0,-1 0 0 0 0,0 0 0 0 0,1 0 0 0 0,-1 0 0 0 0,1 0 0 0 0,-1 0 0 0 0,1-1 0 0 0,0 3 0 0 0,12 21 241 0 0,-1 0 0 0 0,-2 1 0 0 0,13 46 0 0 0,10 81-69 0 0,-25-103-389 0 0,3 0 0 0 0,2-1 1 0 0,19 49-1 0 0,-7-51-2076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1 140 12443 0 0,'131'-58'9331'0'0,"-80"33"-9532"0"0,71-25-1 0 0,-99 43-7446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39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0 14283 0 0,'-6'3'427'0'0,"1"0"0"0"0,0 1 0 0 0,0-1 0 0 0,0 1 0 0 0,0 0 0 0 0,1 0 1 0 0,-1 0-1 0 0,1 0 0 0 0,0 1 0 0 0,0 0 0 0 0,1 0 0 0 0,0 0 0 0 0,-1 0 0 0 0,2 1 0 0 0,-5 10 0 0 0,3-5-256 0 0,0-1 1 0 0,1 1-1 0 0,0-1 0 0 0,1 1 1 0 0,0 0-1 0 0,1 0 0 0 0,0 0 1 0 0,1 12-1 0 0,1-16-150 0 0,0 0 0 0 0,1 0 1 0 0,-1 0-1 0 0,1-1 0 0 0,0 1 0 0 0,1-1 0 0 0,0 1 0 0 0,0-1 0 0 0,0 0 0 0 0,1 0 0 0 0,0 0 0 0 0,0 0 1 0 0,0-1-1 0 0,1 0 0 0 0,9 9 0 0 0,-10-11 7 0 0,0 0 0 0 0,0 0 0 0 0,-1 0-1 0 0,1-1 1 0 0,1 0 0 0 0,-1 1 0 0 0,0-2 0 0 0,1 1 0 0 0,-1 0 0 0 0,1-1 0 0 0,-1 0 0 0 0,1 0-1 0 0,-1 0 1 0 0,1-1 0 0 0,0 1 0 0 0,-1-1 0 0 0,1 0 0 0 0,0-1 0 0 0,0 1 0 0 0,-1-1 0 0 0,1 0-1 0 0,-1 0 1 0 0,1 0 0 0 0,5-3 0 0 0,-8 3-24 0 0,-1 1-1 0 0,1-1 1 0 0,-1 0-1 0 0,1 0 1 0 0,-1 0-1 0 0,1 0 1 0 0,-1 0-1 0 0,0 0 1 0 0,1 0 0 0 0,-1 0-1 0 0,0-1 1 0 0,0 1-1 0 0,0 0 1 0 0,0-1-1 0 0,0 1 1 0 0,0-1-1 0 0,-1 1 1 0 0,1-1-1 0 0,0 0 1 0 0,-1 1 0 0 0,1-3-1 0 0,-1 1 9 0 0,1 0 0 0 0,-1 0 0 0 0,0 0-1 0 0,0 0 1 0 0,-1-1 0 0 0,1 1 0 0 0,-1 0 0 0 0,1 0-1 0 0,-1 0 1 0 0,-2-5 0 0 0,-1-1 13 0 0,-1 0 0 0 0,1 1 1 0 0,-1 0-1 0 0,-1-1 0 0 0,1 2 0 0 0,-12-13 0 0 0,-3 2-99 0 0,-32-22 0 0 0,14 11-1928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3:40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0 240 13827 0 0,'3'3'226'0'0,"-1"0"0"0"0,1 1-1 0 0,0-1 1 0 0,1 0 0 0 0,-1 0 0 0 0,0-1 0 0 0,1 1-1 0 0,0-1 1 0 0,-1 0 0 0 0,5 2 0 0 0,12 9 748 0 0,-5-1 314 0 0,-1 2 0 0 0,15 17-1 0 0,-24-25-1028 0 0,0 0 0 0 0,0 1 1 0 0,-1-1-1 0 0,0 1 0 0 0,0 0 0 0 0,0 1 0 0 0,-1-1 0 0 0,2 9 0 0 0,-28-49 2036 0 0,17 17-2020 0 0,1 0 0 0 0,0 0 0 0 0,1 0-1 0 0,0-1 1 0 0,1 0 0 0 0,1 1 0 0 0,1-32 0 0 0,2 21-654 0 0,1-1-1 0 0,1 1 0 0 0,1 0 1 0 0,9-29-1 0 0,4 5-8956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1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256 83 6913 0 0,'1'-6'658'0'0,"-1"0"0"0"0,1 0-1 0 0,-1 0 1 0 0,0 0 0 0 0,0 0 0 0 0,-1 0-1 0 0,1 0 1 0 0,-3-8 0 0 0,2 13-545 0 0,1 0 1 0 0,0-1-1 0 0,-1 1 1 0 0,1 0-1 0 0,-1 0 1 0 0,1 0-1 0 0,-1 0 1 0 0,0 0-1 0 0,1 0 1 0 0,-1 0-1 0 0,0 0 1 0 0,0 0-1 0 0,0 0 1 0 0,0 0-1 0 0,1 0 1 0 0,-1 0-1 0 0,0 1 1 0 0,-2-2-1 0 0,2 2-52 0 0,-1 0-1 0 0,1 0 1 0 0,0 0-1 0 0,-1 0 1 0 0,1 0-1 0 0,0 0 1 0 0,0 0-1 0 0,-1 0 1 0 0,1 0-1 0 0,0 1 1 0 0,0-1-1 0 0,0 1 1 0 0,-1-1-1 0 0,1 1 1 0 0,0-1-1 0 0,0 1 1 0 0,0 0-1 0 0,0-1 1 0 0,0 1-1 0 0,0 0 1 0 0,0 0-1 0 0,-1 1 1 0 0,-6 5 154 0 0,2 1 1 0 0,-1-1-1 0 0,1 1 1 0 0,0 0-1 0 0,1 1 1 0 0,-1-1 0 0 0,2 1-1 0 0,-5 11 1 0 0,-25 80 666 0 0,24-68-604 0 0,-17 59 188 0 0,3 0 0 0 0,4 2 0 0 0,4 0-1 0 0,-6 137 1 0 0,22-214-385 0 0,0-1 0 0 0,1 1 0 0 0,1 0 0 0 0,0-1 1 0 0,1 1-1 0 0,1-1 0 0 0,0 0 0 0 0,11 25 0 0 0,-9-30-52 0 0,-1 0 0 0 0,2-1 0 0 0,-1 1 0 0 0,1-1 0 0 0,1 0 0 0 0,-1-1 0 0 0,2 0 0 0 0,-1 0 0 0 0,1-1 0 0 0,0 0 0 0 0,0 0 0 0 0,17 8 0 0 0,12 4-76 0 0,70 24 0 0 0,-43-21-2935 0 0,-57-19 2285 0 0,12 4-6308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1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169 245 456 0 0,'13'-6'228'0'0,"-1"0"0"0"0,0-1 0 0 0,0 0 0 0 0,0-1 0 0 0,-1-1 0 0 0,-1 1 0 0 0,16-17 0 0 0,-25 25-220 0 0,-1-1 0 0 0,0 1 0 0 0,1 0 0 0 0,-1 0 0 0 0,0 0 0 0 0,0 0-1 0 0,1-1 1 0 0,-1 1 0 0 0,0 0 0 0 0,0 0 0 0 0,1-1 0 0 0,-1 1-1 0 0,0 0 1 0 0,0-1 0 0 0,0 1 0 0 0,0 0 0 0 0,1 0 0 0 0,-1-1 0 0 0,0 1-1 0 0,0 0 1 0 0,0-1 0 0 0,0 1 0 0 0,0 0 0 0 0,0-1 0 0 0,0 1-1 0 0,0 0 1 0 0,0-1 0 0 0,0 1 0 0 0,0 0 0 0 0,0-1 0 0 0,0 1-1 0 0,0 0 1 0 0,0-1 0 0 0,0 1 0 0 0,0 0 0 0 0,-1-1 0 0 0,1 1 0 0 0,0 0-1 0 0,0-1 1 0 0,0 1 0 0 0,0 0 0 0 0,-1 0 0 0 0,1-1 0 0 0,0 1-1 0 0,0 0 1 0 0,-1 0 0 0 0,1-1 0 0 0,0 1 0 0 0,0 0 0 0 0,-1 0-1 0 0,1 0 1 0 0,0-1 0 0 0,-1 1 0 0 0,1 0 0 0 0,0 0 0 0 0,-1 0 0 0 0,1 0-1 0 0,0 0 1 0 0,-1 0 0 0 0,0 0 100 0 0,1-1 1 0 0,-1 1-1 0 0,0 0 0 0 0,1 0 1 0 0,-1-1-1 0 0,1 1 0 0 0,-1-1 1 0 0,0 1-1 0 0,1 0 0 0 0,-1-1 1 0 0,1 1-1 0 0,-1-1 0 0 0,1 1 1 0 0,-1-1-1 0 0,1 0 0 0 0,0 1 1 0 0,-1-1-1 0 0,1 1 0 0 0,0-1 0 0 0,-1 0 1 0 0,1 1-1 0 0,0-1 0 0 0,0 0 1 0 0,-1 1-1 0 0,1-1 0 0 0,0 0 1 0 0,0 1-1 0 0,0-1 0 0 0,0 0 1 0 0,0 0-1 0 0,0 0 0 0 0,4-25 1757 0 0,-2 20-1107 0 0,-1 0 1 0 0,0 0 0 0 0,-1 0 0 0 0,1 0 0 0 0,-1-1-1 0 0,-1-10 1 0 0,0 15-586 0 0,0-1 0 0 0,0 0 0 0 0,0 1 0 0 0,0-1 0 0 0,-1 1 0 0 0,1-1 0 0 0,-1 1 0 0 0,1 0-1 0 0,-1-1 1 0 0,0 1 0 0 0,0 0 0 0 0,0 0 0 0 0,0 0 0 0 0,0 0 0 0 0,0 1 0 0 0,-1-1 0 0 0,1 1 0 0 0,-1-1 0 0 0,-2 0 0 0 0,1 0-113 0 0,1 0 1 0 0,-1 0-1 0 0,0 1 0 0 0,1 0 1 0 0,-1 0-1 0 0,0 0 1 0 0,0 0-1 0 0,0 0 1 0 0,0 1-1 0 0,0 0 1 0 0,0 0-1 0 0,0 0 1 0 0,0 0-1 0 0,0 1 1 0 0,0-1-1 0 0,0 1 1 0 0,-5 2-1 0 0,2 0 46 0 0,1 0 0 0 0,0 0 0 0 0,0 0 0 0 0,0 1 0 0 0,0 0 0 0 0,1 0 0 0 0,-1 1 0 0 0,1-1 0 0 0,-6 9 0 0 0,0 0 91 0 0,0 1-1 0 0,2 0 1 0 0,0 0 0 0 0,0 1-1 0 0,1 1 1 0 0,1-1 0 0 0,-7 24 0 0 0,10-22-67 0 0,0 1 0 0 0,1 0 0 0 0,0 1 1 0 0,2-1-1 0 0,0 0 0 0 0,1 0 0 0 0,1 1 1 0 0,1-1-1 0 0,0 0 0 0 0,2 0 0 0 0,5 19 0 0 0,-6-28-38 0 0,0-1-1 0 0,1 1 0 0 0,-1-1 0 0 0,2 0 0 0 0,-1-1 0 0 0,1 1 0 0 0,0-1 0 0 0,1 0 0 0 0,0 0 0 0 0,11 10 1 0 0,-11-12-64 0 0,0-1 0 0 0,0 0 0 0 0,0-1 0 0 0,0 0 0 0 0,1 1 0 0 0,-1-2 1 0 0,1 1-1 0 0,0-1 0 0 0,0 0 0 0 0,0-1 0 0 0,0 1 0 0 0,0-2 1 0 0,0 1-1 0 0,0-1 0 0 0,7 0 0 0 0,78-10-2360 0 0,-68 5-5322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2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8754 0 0,'1'1'245'0'0,"0"0"-1"0"0,0 0 1 0 0,0 0 0 0 0,0 0-1 0 0,0 0 1 0 0,-1 0 0 0 0,1 0-1 0 0,0 0 1 0 0,0 1 0 0 0,-1-1-1 0 0,1 0 1 0 0,-1 0 0 0 0,1 1-1 0 0,-1-1 1 0 0,1 0 0 0 0,-1 1-1 0 0,0-1 1 0 0,0 0 0 0 0,0 1-1 0 0,0-1 1 0 0,0 1 0 0 0,0 1-1 0 0,2 38 2603 0 0,-2-1-2339 0 0,2 78 1484 0 0,-1-106-1848 0 0,1 0-1 0 0,0-1 1 0 0,0 1-1 0 0,1-1 1 0 0,1 0-1 0 0,0 1 1 0 0,9 16-1 0 0,-11-25-237 0 0,-1 0 0 0 0,1 0-1 0 0,0 0 1 0 0,1-1-1 0 0,-1 1 1 0 0,0 0-1 0 0,1-1 1 0 0,0 0-1 0 0,-1 0 1 0 0,1 1 0 0 0,0-1-1 0 0,0-1 1 0 0,4 3-1 0 0,-6-4 57 0 0,0 0 0 0 0,1 1-1 0 0,-1-1 1 0 0,0 0 0 0 0,1 0 0 0 0,-1 0-1 0 0,0 0 1 0 0,0 0 0 0 0,1 0-1 0 0,-1 0 1 0 0,0-1 0 0 0,0 1 0 0 0,1 0-1 0 0,-1-1 1 0 0,0 1 0 0 0,0-1 0 0 0,0 1-1 0 0,1-1 1 0 0,-1 0 0 0 0,0 1 0 0 0,0-1-1 0 0,0 0 1 0 0,0 0 0 0 0,0 0-1 0 0,-1 1 1 0 0,1-1 0 0 0,0 0 0 0 0,0 0-1 0 0,0-1 1 0 0,-1 1 0 0 0,1 0 0 0 0,-1 0-1 0 0,1 0 1 0 0,-1 0 0 0 0,1-1-1 0 0,-1 1 1 0 0,1-2 0 0 0,19-70-1245 0 0,-17 57 1075 0 0,1 1 0 0 0,0 0 0 0 0,1 0 0 0 0,1 1 0 0 0,8-17 0 0 0,-14 31 277 0 0,0-1 1 0 0,1 1 0 0 0,-1-1-1 0 0,0 1 1 0 0,1-1 0 0 0,-1 1-1 0 0,1 0 1 0 0,-1-1 0 0 0,1 1-1 0 0,-1-1 1 0 0,0 1 0 0 0,1 0-1 0 0,0-1 1 0 0,-1 1 0 0 0,1 0 0 0 0,-1 0-1 0 0,1-1 1 0 0,-1 1 0 0 0,1 0-1 0 0,-1 0 1 0 0,1 0 0 0 0,0 0-1 0 0,-1 0 1 0 0,1 0 0 0 0,0 0-1 0 0,-1 0 1 0 0,1 0 0 0 0,-1 0-1 0 0,1 0 1 0 0,0 0 0 0 0,-1 0-1 0 0,1 0 1 0 0,-1 1 0 0 0,1-1-1 0 0,-1 0 1 0 0,1 0 0 0 0,-1 1-1 0 0,1-1 1 0 0,-1 0 0 0 0,1 1-1 0 0,-1-1 1 0 0,1 0 0 0 0,-1 1-1 0 0,1-1 1 0 0,-1 1 0 0 0,0-1 0 0 0,1 1-1 0 0,-1-1 1 0 0,0 1 0 0 0,1-1-1 0 0,-1 2 1 0 0,23 35 2098 0 0,-17-27-1915 0 0,58 79 715 0 0,-4-6-3577 0 0,-47-62-4608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2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2 6913 0 0,'-1'-2'4511'0'0,"-8"3"-2800"0"0,-8 4-299 0 0,8-1-1138 0 0,1 1 0 0 0,-1 0 0 0 0,1 0 0 0 0,0 1 0 0 0,0 0 0 0 0,1 0 1 0 0,0 1-1 0 0,0 0 0 0 0,0 0 0 0 0,1 1 0 0 0,0 0 0 0 0,-9 15 0 0 0,8-10-179 0 0,0 1 1 0 0,1-1 0 0 0,1 2-1 0 0,0-1 1 0 0,0 0-1 0 0,2 1 1 0 0,-4 24 0 0 0,7-36-91 0 0,0 0 1 0 0,-1 0 0 0 0,1-1-1 0 0,1 1 1 0 0,-1 0 0 0 0,0 0-1 0 0,1-1 1 0 0,-1 1 0 0 0,1 0-1 0 0,0-1 1 0 0,0 1 0 0 0,0-1-1 0 0,0 1 1 0 0,0-1 0 0 0,0 1-1 0 0,1-1 1 0 0,-1 0 0 0 0,1 1-1 0 0,0-1 1 0 0,0 0-1 0 0,0 0 1 0 0,0 0 0 0 0,0-1-1 0 0,3 3 1 0 0,-3-3-72 0 0,0 0 1 0 0,0 0-1 0 0,0 0 0 0 0,0-1 0 0 0,1 1 0 0 0,-1-1 1 0 0,0 1-1 0 0,0-1 0 0 0,1 0 0 0 0,-1 0 0 0 0,0 0 1 0 0,1 0-1 0 0,-1 0 0 0 0,0-1 0 0 0,0 1 0 0 0,1-1 1 0 0,-1 1-1 0 0,0-1 0 0 0,0 0 0 0 0,0 0 0 0 0,0 0 1 0 0,0 0-1 0 0,0 0 0 0 0,0-1 0 0 0,0 1 0 0 0,0 0 1 0 0,0-1-1 0 0,-1 1 0 0 0,3-4 0 0 0,5-5-413 0 0,-1 0-1 0 0,-1 0 1 0 0,0-1-1 0 0,0 0 0 0 0,7-17 1 0 0,-9 17 697 0 0,1 0 1 0 0,0 0-1 0 0,1 0 0 0 0,0 0 1 0 0,12-12-1 0 0,-19 22-160 0 0,0 1 1 0 0,1 0-1 0 0,-1-1 0 0 0,1 1 0 0 0,-1-1 0 0 0,0 1 1 0 0,1 0-1 0 0,-1-1 0 0 0,1 1 0 0 0,-1 0 0 0 0,1 0 1 0 0,-1-1-1 0 0,1 1 0 0 0,-1 0 0 0 0,1 0 0 0 0,0 0 1 0 0,-1-1-1 0 0,1 1 0 0 0,-1 0 0 0 0,1 0 0 0 0,-1 0 0 0 0,1 0 1 0 0,-1 0-1 0 0,1 0 0 0 0,0 0 0 0 0,-1 0 0 0 0,1 1 1 0 0,0-1-1 0 0,10 14 1087 0 0,0 32 4 0 0,-10-39-1003 0 0,1 0-88 0 0,0 0 1 0 0,0-1-1 0 0,0 1 1 0 0,1-1-1 0 0,0 1 1 0 0,7 9-1 0 0,-8-13-62 0 0,0 0 0 0 0,0 0-1 0 0,0-1 1 0 0,0 1 0 0 0,1-1-1 0 0,-1 1 1 0 0,1-1 0 0 0,-1 0-1 0 0,1 0 1 0 0,0 0 0 0 0,0 0-1 0 0,0-1 1 0 0,0 1 0 0 0,0-1 0 0 0,0 0-1 0 0,4 1 1 0 0,-5-2-45 0 0,1 0 0 0 0,-1 0-1 0 0,0 0 1 0 0,0-1 0 0 0,0 1 0 0 0,0-1-1 0 0,0 1 1 0 0,0-1 0 0 0,0 0 0 0 0,-1 0 0 0 0,1 0-1 0 0,0 0 1 0 0,0 0 0 0 0,0 0 0 0 0,-1-1 0 0 0,1 1-1 0 0,-1 0 1 0 0,1-1 0 0 0,-1 1 0 0 0,0-1-1 0 0,1 0 1 0 0,-1 1 0 0 0,1-3 0 0 0,28-50-704 0 0,-21 38 293 0 0,-4 7 371 0 0,0 0-1 0 0,1 1 1 0 0,0 0 0 0 0,9-10-1 0 0,-12 15 221 0 0,0 0 0 0 0,0 0 0 0 0,1 1 0 0 0,-1-1 0 0 0,1 1 0 0 0,-1 0 0 0 0,1-1 0 0 0,0 2 0 0 0,-1-1 0 0 0,1 0 0 0 0,0 1 0 0 0,0 0 0 0 0,5-1 0 0 0,-8 2-84 0 0,0 0-1 0 0,1 0 1 0 0,-1 0 0 0 0,1 1 0 0 0,-1-1-1 0 0,0 0 1 0 0,1 1 0 0 0,-1-1 0 0 0,0 1-1 0 0,1 0 1 0 0,-1-1 0 0 0,0 1-1 0 0,0 0 1 0 0,0 0 0 0 0,0-1 0 0 0,0 1-1 0 0,0 0 1 0 0,0 0 0 0 0,0 0-1 0 0,0 0 1 0 0,0 1 0 0 0,0-1 0 0 0,0 0-1 0 0,-1 0 1 0 0,1 0 0 0 0,-1 1-1 0 0,1-1 1 0 0,-1 0 0 0 0,1 3 0 0 0,11 45 190 0 0,-11-42-188 0 0,2 18 13 0 0,6 29-256 0 0,-9-51 185 0 0,1-1 1 0 0,0 1-1 0 0,0-1 0 0 0,-1 1 1 0 0,2-1-1 0 0,-1 1 1 0 0,0-1-1 0 0,0 0 1 0 0,1 1-1 0 0,-1-1 1 0 0,1 0-1 0 0,0 0 1 0 0,0 0-1 0 0,0 0 1 0 0,3 2-1 0 0,-4-4 7 0 0,-1 1 0 0 0,1-1 0 0 0,0 0 0 0 0,0 0 0 0 0,-1 0 0 0 0,1 0 0 0 0,0 0 0 0 0,0 0 0 0 0,-1 0 0 0 0,1 0 0 0 0,0 0 0 0 0,0 0 0 0 0,-1 0 0 0 0,1 0 1 0 0,0-1-1 0 0,-1 1 0 0 0,1 0 0 0 0,0 0 0 0 0,0-1 0 0 0,-1 1 0 0 0,1-1 0 0 0,-1 1 0 0 0,1 0 0 0 0,0-1 0 0 0,-1 1 0 0 0,1-1 0 0 0,-1 0 0 0 0,1 1 0 0 0,-1-1 0 0 0,1 1 0 0 0,-1-1 0 0 0,0 0 0 0 0,1 1 0 0 0,-1-1 0 0 0,0 0 0 0 0,1-1 0 0 0,13-32-84 0 0,-10 25 74 0 0,11-34 110 0 0,-9 24 19 0 0,1 1-1 0 0,0 1 1 0 0,11-19-1 0 0,-16 33-99 0 0,0-1-1 0 0,0 1 0 0 0,0-1 0 0 0,1 1 0 0 0,0 0 1 0 0,0 0-1 0 0,0 0 0 0 0,0 0 0 0 0,0 1 0 0 0,0-1 1 0 0,1 1-1 0 0,-1 0 0 0 0,1 0 0 0 0,-1 0 0 0 0,1 0 1 0 0,0 1-1 0 0,0-1 0 0 0,0 1 0 0 0,6-1 1 0 0,-7 2 30 0 0,0 0 1 0 0,0 0-1 0 0,0 1 1 0 0,-1-1-1 0 0,1 1 1 0 0,0 0-1 0 0,0 0 1 0 0,0 0 0 0 0,-1 0-1 0 0,1 0 1 0 0,0 0-1 0 0,-1 1 1 0 0,1-1-1 0 0,-1 1 1 0 0,0 0-1 0 0,1 0 1 0 0,-1 0 0 0 0,0 0-1 0 0,0 0 1 0 0,0 0-1 0 0,2 4 1 0 0,6 7 189 0 0,-1 1 0 0 0,12 25 0 0 0,-8-16-274 0 0,37 58-3082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3.4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13 1840 0 0,'-35'-10'11538'0'0,"1"7"-6057"0"0,31 4-5332 0 0,-1-1 0 0 0,1 1-1 0 0,-1 0 1 0 0,1 0 0 0 0,-1 0 0 0 0,1 0 0 0 0,0 1 0 0 0,-1-1 0 0 0,1 1 0 0 0,0 0 0 0 0,0 0 0 0 0,0 0 0 0 0,0 0 0 0 0,1 1 0 0 0,-1-1-1 0 0,1 1 1 0 0,-5 5 0 0 0,4-5-89 0 0,1 0 0 0 0,0 1 0 0 0,-1-1 0 0 0,1 1 0 0 0,0-1 0 0 0,1 1 0 0 0,-1 0 0 0 0,1-1 0 0 0,-1 1-1 0 0,1 0 1 0 0,0 0 0 0 0,1 0 0 0 0,-1 0 0 0 0,1 0 0 0 0,0 0 0 0 0,-1 0 0 0 0,2 7 0 0 0,0-6-67 0 0,1 0 1 0 0,-1-1 0 0 0,1 0-1 0 0,0 1 1 0 0,0-1-1 0 0,0 0 1 0 0,0 0 0 0 0,1 0-1 0 0,0 0 1 0 0,-1-1-1 0 0,2 1 1 0 0,-1-1 0 0 0,0 1-1 0 0,1-1 1 0 0,5 4-1 0 0,-3-4-155 0 0,0 1 0 0 0,1-1-1 0 0,-1-1 1 0 0,1 1 0 0 0,-1-1 0 0 0,1 0-1 0 0,0-1 1 0 0,0 0 0 0 0,0 0-1 0 0,0 0 1 0 0,0-1 0 0 0,0 0-1 0 0,0 0 1 0 0,8-2 0 0 0,11 2-1196 0 0,-24 0 1435 0 0,0 0-1 0 0,0 1 1 0 0,0-1 0 0 0,0 1 0 0 0,0 0 0 0 0,0 0 0 0 0,0 0-1 0 0,0 0 1 0 0,-1 0 0 0 0,1 0 0 0 0,0 0 0 0 0,-1 0 0 0 0,1 1-1 0 0,-1-1 1 0 0,1 1 0 0 0,-1-1 0 0 0,0 1 0 0 0,1-1 0 0 0,-1 1-1 0 0,0 0 1 0 0,0 0 0 0 0,0-1 0 0 0,-1 1 0 0 0,1 0 0 0 0,0 0-1 0 0,-1 0 1 0 0,1 0 0 0 0,-1 0 0 0 0,0 0 0 0 0,1 0 0 0 0,-1 4-1 0 0,1 2 95 0 0,0 0-1 0 0,-1 0 0 0 0,0 0 0 0 0,0 0 0 0 0,-1 0 1 0 0,-3 15-1 0 0,3-18-157 0 0,-1-1 0 0 0,0 1-1 0 0,0 0 1 0 0,-1 0 0 0 0,1-1 0 0 0,-1 0 0 0 0,0 1 0 0 0,0-1 0 0 0,0 0 0 0 0,-1 0-1 0 0,1-1 1 0 0,-1 1 0 0 0,0-1 0 0 0,-6 4 0 0 0,-1 0-416 0 0,0 0 0 0 0,-1-2 0 0 0,0 1 0 0 0,-19 5 0 0 0,26-9-392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4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8 276 7834 0 0,'-8'22'10771'0'0,"20"-30"-9721"0"0,2-4-873 0 0,-2-1 0 0 0,1-1 0 0 0,-2 0-1 0 0,0-1 1 0 0,0 0 0 0 0,-1-1 0 0 0,-1 0 0 0 0,-1 0 0 0 0,-1-1 0 0 0,0 0 0 0 0,-1-1 0 0 0,0 1 0 0 0,4-32-1 0 0,-9 47-182 0 0,-1 0 0 0 0,0 0 0 0 0,0 0-1 0 0,0 0 1 0 0,0 0 0 0 0,0 0 0 0 0,0 0 0 0 0,0 0-1 0 0,-1 0 1 0 0,1 0 0 0 0,-1 0 0 0 0,0 1-1 0 0,1-1 1 0 0,-1 0 0 0 0,-1-2 0 0 0,1 4 0 0 0,1-1 0 0 0,-1 0 0 0 0,1 1 0 0 0,-1-1 0 0 0,0 1 1 0 0,0-1-1 0 0,1 1 0 0 0,-1-1 0 0 0,0 1 0 0 0,0 0 0 0 0,1-1 1 0 0,-1 1-1 0 0,0 0 0 0 0,0-1 0 0 0,0 1 0 0 0,0 0 0 0 0,1 0 1 0 0,-1 0-1 0 0,0 0 0 0 0,0 0 0 0 0,0 0 0 0 0,0 0 0 0 0,-1 0 1 0 0,-1 1 7 0 0,0 0 0 0 0,0 0 1 0 0,0 1-1 0 0,0-1 1 0 0,0 1-1 0 0,0-1 1 0 0,1 1-1 0 0,-1 0 0 0 0,1 0 1 0 0,-1 0-1 0 0,1 0 1 0 0,0 0-1 0 0,-1 1 0 0 0,1-1 1 0 0,0 1-1 0 0,-2 4 1 0 0,0 0 38 0 0,1 0 0 0 0,0 1 0 0 0,0-1 0 0 0,0 1 0 0 0,1 0 0 0 0,1 0 0 0 0,-1 0 0 0 0,1 0 0 0 0,0 0 0 0 0,1 0 0 0 0,0 0 0 0 0,0 0 1 0 0,1 1-1 0 0,0-1 0 0 0,0 0 0 0 0,1 0 0 0 0,0-1 0 0 0,1 1 0 0 0,-1 0 0 0 0,6 8 0 0 0,-4-6-85 0 0,2 0 0 0 0,-1-1 0 0 0,1 0 1 0 0,1 0-1 0 0,0 0 0 0 0,0 0 0 0 0,0-1 0 0 0,1-1 0 0 0,1 1 0 0 0,-1-1 0 0 0,1-1 0 0 0,0 1 1 0 0,0-2-1 0 0,14 7 0 0 0,6-2-5291 0 0,1-3-1881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4.8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1 201 14283 0 0,'21'-3'1876'0'0,"-17"1"-1735"0"0,-1 2 1 0 0,1-1-1 0 0,0 0 0 0 0,0 1 1 0 0,0 0-1 0 0,0-1 1 0 0,0 2-1 0 0,0-1 1 0 0,0 0-1 0 0,-1 1 0 0 0,7 1 1 0 0,-4 1-14 0 0,1 0 1 0 0,-1 1 0 0 0,0-1-1 0 0,0 1 1 0 0,-1 0-1 0 0,1 1 1 0 0,-1-1 0 0 0,0 1-1 0 0,0 1 1 0 0,0-1 0 0 0,-1 0-1 0 0,8 13 1 0 0,-8-11-23 0 0,1 1 0 0 0,-2 0-1 0 0,1 0 1 0 0,-1 0 0 0 0,0 0 0 0 0,0 0 0 0 0,-1 1 0 0 0,0-1 0 0 0,-1 1 0 0 0,1 10-1 0 0,-5-6 444 0 0,-4-16 163 0 0,-6-21 132 0 0,10 3-1026 0 0,1 0 1 0 0,0-1 0 0 0,2 1-1 0 0,1 0 1 0 0,0 0-1 0 0,2 0 1 0 0,0 0-1 0 0,1 0 1 0 0,1 0-1 0 0,1 1 1 0 0,1 0-1 0 0,1 0 1 0 0,1 0-1 0 0,11-18 1 0 0,-4 15-698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5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0 393 9218 0 0,'0'1'42'0'0,"1"0"1"0"0,-1-1-1 0 0,0 1 1 0 0,1 0-1 0 0,-1 0 1 0 0,1 0-1 0 0,-1 0 1 0 0,1 0-1 0 0,0-1 1 0 0,-1 1-1 0 0,1 0 1 0 0,0-1-1 0 0,0 1 1 0 0,-1 0-1 0 0,1-1 1 0 0,0 1-1 0 0,0-1 1 0 0,0 1-1 0 0,0-1 1 0 0,0 1-1 0 0,-1-1 1 0 0,1 0-1 0 0,0 0 1 0 0,0 1-1 0 0,0-1 1 0 0,0 0-1 0 0,2 0 1 0 0,0 0 37 0 0,-1-1 0 0 0,1 1 0 0 0,-1-1 0 0 0,0 0-1 0 0,1 0 1 0 0,-1 0 0 0 0,0 0 0 0 0,1 0 0 0 0,-1 0 0 0 0,4-4 0 0 0,4-3 141 0 0,-1 0 0 0 0,0-1 0 0 0,13-15 0 0 0,-10 8-6 0 0,-1-1 0 0 0,0-1 1 0 0,-1 0-1 0 0,-1-1 1 0 0,0 0-1 0 0,-2 0 1 0 0,0-1-1 0 0,-1 0 0 0 0,-1 0 1 0 0,-1 0-1 0 0,-1 0 1 0 0,0-1-1 0 0,-2 0 1 0 0,-1-31-1 0 0,0 51-194 0 0,0-1 0 0 0,0 1 0 0 0,0-1 0 0 0,0 1 0 0 0,-1 0 0 0 0,1-1 1 0 0,0 1-1 0 0,0 0 0 0 0,-1-1 0 0 0,1 1 0 0 0,-1 0 0 0 0,1 0 0 0 0,-1-1 0 0 0,0 1 0 0 0,1 0 0 0 0,-1 0 0 0 0,0 0 0 0 0,0 0 1 0 0,-1-2-1 0 0,1 3 11 0 0,0 0 1 0 0,1 0-1 0 0,-1 0 1 0 0,0 1 0 0 0,0-1-1 0 0,1 0 1 0 0,-1 0 0 0 0,0 0-1 0 0,1 0 1 0 0,-1 1-1 0 0,0-1 1 0 0,1 0 0 0 0,-1 1-1 0 0,1-1 1 0 0,-1 0 0 0 0,0 1-1 0 0,1-1 1 0 0,-1 1-1 0 0,1-1 1 0 0,-1 1 0 0 0,1-1-1 0 0,-1 1 1 0 0,1-1 0 0 0,0 1-1 0 0,-1 0 1 0 0,-4 7 260 0 0,0-1 1 0 0,0 1 0 0 0,1 0-1 0 0,-4 11 1 0 0,3-8-76 0 0,2 1-1 0 0,-1 0 1 0 0,2 0 0 0 0,-1 0-1 0 0,2 0 1 0 0,0 0 0 0 0,0 0-1 0 0,1 0 1 0 0,0 0 0 0 0,4 22-1 0 0,-2-26-404 0 0,0-1 0 0 0,0 0 0 0 0,1 0-1 0 0,0 0 1 0 0,0 0 0 0 0,0 0 0 0 0,1-1 0 0 0,0 0-1 0 0,1 1 1 0 0,-1-1 0 0 0,1-1 0 0 0,0 1-1 0 0,1-1 1 0 0,-1 0 0 0 0,1 0 0 0 0,0 0-1 0 0,0-1 1 0 0,10 5 0 0 0,1 0-6052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5.4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 70 6449 0 0,'1'-3'233'0'0,"0"0"-1"0"0,0 1 1 0 0,0-1 0 0 0,0 0-1 0 0,0 0 1 0 0,-1 1-1 0 0,1-1 1 0 0,-1 0-1 0 0,0 0 1 0 0,0 0-1 0 0,0 0 1 0 0,0 0 0 0 0,0 1-1 0 0,-1-1 1 0 0,1 0-1 0 0,-1 0 1 0 0,0 0-1 0 0,-1-3 1 0 0,1 5-20 0 0,1 0 0 0 0,-1 0 0 0 0,1 1 0 0 0,-1-1 0 0 0,0 0 0 0 0,1 0 1 0 0,-1 1-1 0 0,0-1 0 0 0,0 0 0 0 0,0 1 0 0 0,0-1 0 0 0,1 1 0 0 0,-1-1 0 0 0,0 1 0 0 0,0-1 1 0 0,0 1-1 0 0,0 0 0 0 0,0-1 0 0 0,0 1 0 0 0,-2 0 0 0 0,1 0-2 0 0,0 0-1 0 0,-1 0 1 0 0,1 0 0 0 0,0 1-1 0 0,-1-1 1 0 0,1 1-1 0 0,0-1 1 0 0,0 1 0 0 0,0 0-1 0 0,-1 0 1 0 0,1 0 0 0 0,-3 2-1 0 0,-3 3-30 0 0,1 0-1 0 0,-1 0 1 0 0,1 1-1 0 0,0 0 1 0 0,1 0-1 0 0,0 1 1 0 0,0-1 0 0 0,1 1-1 0 0,0 1 1 0 0,-6 10-1 0 0,6-8-112 0 0,0 0 0 0 0,1-1 1 0 0,0 2-1 0 0,1-1 0 0 0,0 0 0 0 0,0 1 0 0 0,2-1 0 0 0,-2 14 0 0 0,3-21-38 0 0,0 0-1 0 0,0 0 1 0 0,1 0-1 0 0,-1 0 1 0 0,1-1-1 0 0,0 1 0 0 0,0 0 1 0 0,0-1-1 0 0,1 1 1 0 0,-1-1-1 0 0,1 1 1 0 0,0-1-1 0 0,0 1 0 0 0,0-1 1 0 0,0 0-1 0 0,1 0 1 0 0,-1 0-1 0 0,1 0 1 0 0,0-1-1 0 0,-1 1 0 0 0,1-1 1 0 0,1 1-1 0 0,-1-1 1 0 0,0 0-1 0 0,0 0 1 0 0,1-1-1 0 0,-1 1 0 0 0,1-1 1 0 0,0 0-1 0 0,-1 1 1 0 0,6-1-1 0 0,10 3-40 0 0,1-1 0 0 0,-1-2 0 0 0,0 0 0 0 0,37-3-1 0 0,-39 1-43 0 0,-16 1 44 0 0,1 0 0 0 0,-1 0 0 0 0,0-1 0 0 0,1 1 0 0 0,-1 0 0 0 0,0 0 0 0 0,1 0 0 0 0,-1 1 0 0 0,0-1 0 0 0,0 0 0 0 0,1 0 0 0 0,-1 1 0 0 0,0-1 0 0 0,0 0 0 0 0,1 1 0 0 0,-1 0 0 0 0,0-1 0 0 0,0 1 0 0 0,0-1 0 0 0,0 1 0 0 0,0 0 0 0 0,0 0 0 0 0,0 0 0 0 0,0 0 0 0 0,0 0 0 0 0,0 0 0 0 0,-1 0 0 0 0,2 2 0 0 0,-1-1 2 0 0,-1 0 1 0 0,0 1 0 0 0,0-1-1 0 0,0 0 1 0 0,0 0 0 0 0,-1 0-1 0 0,1 0 1 0 0,-1 1 0 0 0,1-1-1 0 0,-1 0 1 0 0,0 0 0 0 0,0 0-1 0 0,0 0 1 0 0,0 0-1 0 0,0 0 1 0 0,-2 2 0 0 0,-2 3-109 0 0,1-1 0 0 0,-1 0 0 0 0,-1 0 0 0 0,1 0 0 0 0,-1-1 0 0 0,0 0 0 0 0,0 0 0 0 0,0 0 1 0 0,-1-1-1 0 0,1 0 0 0 0,-9 3 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5.6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14283 0 0,'4'-2'225'0'0,"-1"1"0"0"0,1-1 0 0 0,0 1 0 0 0,-1 0 0 0 0,1 1 0 0 0,0-1 0 0 0,-1 0 0 0 0,1 1 0 0 0,0 0 0 0 0,0 0 0 0 0,0 0 1 0 0,0 0-1 0 0,-1 1 0 0 0,1 0 0 0 0,0 0 0 0 0,-1 0 0 0 0,1 0 0 0 0,0 0 0 0 0,-1 0 0 0 0,1 1 0 0 0,-1 0 0 0 0,0 0 0 0 0,0 0 0 0 0,1 0 0 0 0,-1 0 0 0 0,-1 1 0 0 0,1-1 0 0 0,0 1 0 0 0,0 0 0 0 0,2 4 0 0 0,-1-2-6 0 0,0 1-1 0 0,0 1 0 0 0,-1-1 0 0 0,0 0 1 0 0,0 1-1 0 0,-1 0 0 0 0,1 0 1 0 0,1 13-1 0 0,5 61 81 0 0,-3-22-890 0 0,-6-46-1986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5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2745 0 0,'0'0'1'0'0,"21"-51"14349"0"0,-20 52-13994 0 0,9 13-212 0 0,-1 0 0 0 0,0 1 0 0 0,-1-1 0 0 0,8 23 0 0 0,-9-13-144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6.2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0 5065 0 0,'-5'0'671'0'0,"1"1"1"0"0,0-1-1 0 0,-1 1 0 0 0,1 0 0 0 0,0 0 0 0 0,-1 1 1 0 0,1-1-1 0 0,0 1 0 0 0,0 0 0 0 0,-4 2 0 0 0,1 0-149 0 0,1 1 0 0 0,-1 0 0 0 0,1 0 0 0 0,0 0 0 0 0,-7 9 0 0 0,7-7-239 0 0,0 1 0 0 0,0 0 1 0 0,1 1-1 0 0,0-1 0 0 0,0 1 0 0 0,1 0 0 0 0,0 0 1 0 0,0 1-1 0 0,-3 13 0 0 0,7-20-214 0 0,0-1-1 0 0,0 1 1 0 0,0-1 0 0 0,0 1-1 0 0,0-1 1 0 0,0 1-1 0 0,0-1 1 0 0,1 1 0 0 0,-1-1-1 0 0,1 0 1 0 0,0 1 0 0 0,0-1-1 0 0,0 0 1 0 0,0 1 0 0 0,0-1-1 0 0,0 0 1 0 0,1 0 0 0 0,-1 0-1 0 0,1 0 1 0 0,-1 0 0 0 0,1-1-1 0 0,0 1 1 0 0,0 0 0 0 0,0-1-1 0 0,0 1 1 0 0,0-1-1 0 0,3 2 1 0 0,7 4 32 0 0,1-1-1 0 0,0 0 1 0 0,25 7-1 0 0,3 2 10 0 0,-36-12-91 0 0,-1-1-1 0 0,1 1 1 0 0,-1 1 0 0 0,1-1 0 0 0,-1 1 0 0 0,0-1-1 0 0,0 1 1 0 0,0 0 0 0 0,-1 1 0 0 0,0-1-1 0 0,1 1 1 0 0,-1-1 0 0 0,-1 1 0 0 0,1 0 0 0 0,-1 0-1 0 0,0 0 1 0 0,0 0 0 0 0,2 11 0 0 0,-3-12-22 0 0,-1-1 1 0 0,1 1-1 0 0,-1 0 1 0 0,0 0-1 0 0,0-1 1 0 0,0 1-1 0 0,-1 0 1 0 0,1 0-1 0 0,-1-1 1 0 0,0 1-1 0 0,0 0 1 0 0,0-1-1 0 0,-1 1 1 0 0,1-1-1 0 0,-1 1 1 0 0,0-1-1 0 0,0 0 0 0 0,0 0 1 0 0,0 0-1 0 0,0 0 1 0 0,-1 0-1 0 0,1 0 1 0 0,-1-1-1 0 0,0 1 1 0 0,0-1-1 0 0,0 1 1 0 0,0-1-1 0 0,-6 2 1 0 0,-1 1-1197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6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 12899 0 0,'1'-5'84'0'0,"13"-21"1790"0"0,-5 24-127 0 0,3 15 470 0 0,-2 6-1500 0 0,-2 1 0 0 0,0 0 0 0 0,-1 0 0 0 0,-1 1-1 0 0,4 30 1 0 0,7 19-145 0 0,11 16 14 0 0,40 83-1 0 0,-32-86-2820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6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60 7370 0 0,'0'0'15'0'0,"0"0"0"0"0,0 0 0 0 0,-1 0 0 0 0,1 0 0 0 0,0 0 1 0 0,0 0-1 0 0,-1 0 0 0 0,1 0 0 0 0,0 0 0 0 0,0 0 1 0 0,-1 0-1 0 0,1 0 0 0 0,0 0 0 0 0,0-1 0 0 0,-1 1 0 0 0,1 0 1 0 0,0 0-1 0 0,0 0 0 0 0,0 0 0 0 0,-1 0 0 0 0,1-1 1 0 0,0 1-1 0 0,0 0 0 0 0,0 0 0 0 0,0 0 0 0 0,-1-1 0 0 0,1 1 1 0 0,0 0-1 0 0,0 0 0 0 0,0 0 0 0 0,0-1 0 0 0,0 1 1 0 0,0 0-1 0 0,0 0 0 0 0,0-1 0 0 0,-1 1 0 0 0,1 0 0 0 0,0 0 1 0 0,0-1-1 0 0,0 1 0 0 0,0 0 0 0 0,0 0 0 0 0,0-1 1 0 0,1 1-1 0 0,-1 0 0 0 0,0 0 0 0 0,0-1 0 0 0,0 1 0 0 0,0 0 1 0 0,0 0-1 0 0,0-1 0 0 0,0 1 0 0 0,0 0 0 0 0,1 0 1 0 0,-1 0-1 0 0,0-1 0 0 0,0 1 0 0 0,0 0 0 0 0,0 0 0 0 0,1 0 1 0 0,-1 0-1 0 0,0-1 0 0 0,1 1 0 0 0,24-13 2030 0 0,39-5 1347 0 0,53 3-3794 0 0,-89 12-395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7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23 6913 0 0,'0'0'315'0'0,"-31"-21"7518"0"0,28 21-7581 0 0,1-1 0 0 0,0 1 1 0 0,0 0-1 0 0,0 0 1 0 0,-1 0-1 0 0,1 0 1 0 0,0 0-1 0 0,0 1 1 0 0,0-1-1 0 0,0 1 0 0 0,-1-1 1 0 0,1 1-1 0 0,0 0 1 0 0,0 0-1 0 0,0 0 1 0 0,0 0-1 0 0,1 0 1 0 0,-1 0-1 0 0,0 1 1 0 0,0-1-1 0 0,1 1 0 0 0,-1-1 1 0 0,1 1-1 0 0,-1-1 1 0 0,1 1-1 0 0,-1 0 1 0 0,1 0-1 0 0,0 0 1 0 0,-1 3-1 0 0,-5 8-158 0 0,1 0-1 0 0,0 0 1 0 0,-6 21 0 0 0,6-14 286 0 0,0-5-369 0 0,0-1 1 0 0,1 1 0 0 0,1 1-1 0 0,1-1 1 0 0,0 1-1 0 0,1-1 1 0 0,0 25-1 0 0,2-39-16 0 0,0-1 1 0 0,-1 1-1 0 0,1-1 0 0 0,0 1 0 0 0,0-1 1 0 0,0 1-1 0 0,1-1 0 0 0,-1 1 0 0 0,0-1 1 0 0,0 1-1 0 0,0-1 0 0 0,0 1 0 0 0,0-1 1 0 0,0 1-1 0 0,1-1 0 0 0,-1 1 0 0 0,0-1 1 0 0,0 0-1 0 0,1 1 0 0 0,-1-1 0 0 0,0 1 1 0 0,1-1-1 0 0,-1 0 0 0 0,0 1 0 0 0,1-1 1 0 0,-1 0-1 0 0,1 0 0 0 0,-1 1 0 0 0,1-1 1 0 0,10-7-202 0 0,11-26-364 0 0,-21 31 466 0 0,21-37-504 0 0,-13 21 578 0 0,1-1-1 0 0,1 2 0 0 0,1 0 1 0 0,0 0-1 0 0,1 1 0 0 0,23-22 1 0 0,-35 37 42 0 0,0 0 0 0 0,0 0 0 0 0,0 1 0 0 0,0-1 1 0 0,0 0-1 0 0,0 1 0 0 0,0-1 0 0 0,0 1 0 0 0,0 0 1 0 0,0-1-1 0 0,0 1 0 0 0,0 0 0 0 0,0-1 0 0 0,1 1 1 0 0,-1 0-1 0 0,0 0 0 0 0,0 0 0 0 0,0 0 0 0 0,1 0 1 0 0,-1 0-1 0 0,0 0 0 0 0,0 1 0 0 0,0-1 0 0 0,2 1 1 0 0,-1 0 30 0 0,0 0 0 0 0,0 0 1 0 0,-1 1-1 0 0,1-1 1 0 0,0 1-1 0 0,-1 0 1 0 0,1-1-1 0 0,-1 1 1 0 0,1 0-1 0 0,-1 0 1 0 0,0 0-1 0 0,1 2 1 0 0,4 8 181 0 0,-1 0 0 0 0,-1 0 0 0 0,5 20 0 0 0,-7-27-211 0 0,4 25-24 0 0,-4-17-5 0 0,1 1 0 0 0,0-2 0 0 0,1 1 0 0 0,9 21 0 0 0,-12-32 13 0 0,0 0 0 0 0,1 1 1 0 0,-1-1-1 0 0,1 0 0 0 0,-1 0 1 0 0,1 0-1 0 0,0 0 0 0 0,0 0 1 0 0,0 0-1 0 0,0 0 0 0 0,0-1 0 0 0,0 1 1 0 0,0-1-1 0 0,0 1 0 0 0,1-1 1 0 0,-1 0-1 0 0,1 0 0 0 0,-1 0 1 0 0,1 0-1 0 0,-1 0 0 0 0,1-1 1 0 0,0 1-1 0 0,-1-1 0 0 0,1 1 0 0 0,0-1 1 0 0,-1 0-1 0 0,1 0 0 0 0,0-1 1 0 0,2 1-1 0 0,-2-1 2 0 0,0 0 0 0 0,0 0 0 0 0,0-1 0 0 0,0 1 1 0 0,0 0-1 0 0,-1-1 0 0 0,1 0 0 0 0,0 1 0 0 0,-1-1 0 0 0,1 0 0 0 0,-1-1 0 0 0,0 1 0 0 0,0 0 0 0 0,1-1 1 0 0,2-4-1 0 0,27-49-18 0 0,-16 26-59 0 0,-12 25 94 0 0,-1 0 1 0 0,1 1 0 0 0,-1-1-1 0 0,1 1 1 0 0,0 0-1 0 0,1 0 1 0 0,-1 1 0 0 0,1-1-1 0 0,0 1 1 0 0,-1 0 0 0 0,2 0-1 0 0,-1 1 1 0 0,8-4 0 0 0,-11 6-10 0 0,0-1 0 0 0,-1 1 1 0 0,1 0-1 0 0,0-1 0 0 0,0 1 1 0 0,0 0-1 0 0,1 0 0 0 0,-1 0 1 0 0,0 0-1 0 0,0 1 0 0 0,-1-1 1 0 0,1 0-1 0 0,0 1 0 0 0,0 0 1 0 0,0-1-1 0 0,4 3 0 0 0,-4-2 5 0 0,0 1 0 0 0,0 0 0 0 0,0 0-1 0 0,0 0 1 0 0,0 0 0 0 0,-1 0 0 0 0,1 0 0 0 0,-1 1-1 0 0,1-1 1 0 0,-1 0 0 0 0,0 1 0 0 0,0-1 0 0 0,0 1-1 0 0,0 0 1 0 0,1 4 0 0 0,0-1 49 0 0,0 3-49 0 0,0 0-1 0 0,1 0 1 0 0,0 0-1 0 0,1 0 1 0 0,5 9-1 0 0,-9-18-17 0 0,1 0 0 0 0,-1 1-1 0 0,1-1 1 0 0,-1 0 0 0 0,1 0-1 0 0,-1 1 1 0 0,1-1 0 0 0,-1 0-1 0 0,1 0 1 0 0,-1 0-1 0 0,1 1 1 0 0,-1-1 0 0 0,1 0-1 0 0,0 0 1 0 0,-1 0 0 0 0,1 0-1 0 0,-1 0 1 0 0,1 0 0 0 0,-1 0-1 0 0,1 0 1 0 0,0-1-1 0 0,-1 1 1 0 0,1 0 0 0 0,-1 0-1 0 0,1 0 1 0 0,-1-1 0 0 0,1 1-1 0 0,-1 0 1 0 0,1 0 0 0 0,-1-1-1 0 0,1 1 1 0 0,-1 0-1 0 0,1-1 1 0 0,-1 1 0 0 0,0-1-1 0 0,1 1 1 0 0,-1-1 0 0 0,0 1-1 0 0,1-1 1 0 0,20-24 20 0 0,-17 19 16 0 0,10-11-98 0 0,4-7 254 0 0,25-23 0 0 0,-37 42-201 0 0,-1 0-1 0 0,1 0 1 0 0,0 0-1 0 0,0 1 0 0 0,0 0 1 0 0,0 0-1 0 0,1 1 1 0 0,0 0-1 0 0,0 0 1 0 0,7-2-1 0 0,-12 5 19 0 0,0-1 1 0 0,0 1-1 0 0,0 0 1 0 0,0 0-1 0 0,0 0 0 0 0,-1 0 1 0 0,1 1-1 0 0,0-1 1 0 0,0 0-1 0 0,0 1 0 0 0,0-1 1 0 0,0 1-1 0 0,-1 0 0 0 0,1-1 1 0 0,0 1-1 0 0,0 0 1 0 0,-1 0-1 0 0,1 0 0 0 0,-1 1 1 0 0,1-1-1 0 0,-1 0 0 0 0,1 0 1 0 0,-1 1-1 0 0,0-1 1 0 0,2 3-1 0 0,3 5-149 0 0,0 0 1 0 0,-1 1-1 0 0,7 15 0 0 0,5 8-1212 0 0,-6-17 563 0 0,2 1-7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7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43 14283 0 0,'0'-3'181'0'0,"0"0"0"0"0,0 0 0 0 0,-1 1-1 0 0,0-1 1 0 0,1 1 0 0 0,-1-1 0 0 0,0 1 0 0 0,0-1 0 0 0,-1 1-1 0 0,1-1 1 0 0,-3-2 0 0 0,3 4-73 0 0,0 0-1 0 0,0 0 1 0 0,-1 0-1 0 0,1 0 0 0 0,0 1 1 0 0,-1-1-1 0 0,1 0 1 0 0,-1 1-1 0 0,1-1 1 0 0,0 1-1 0 0,-1 0 1 0 0,1-1-1 0 0,-1 1 1 0 0,0 0-1 0 0,1 0 1 0 0,-1 0-1 0 0,1 0 1 0 0,-1 0-1 0 0,1 0 1 0 0,-1 1-1 0 0,1-1 1 0 0,-3 1-1 0 0,0 0 69 0 0,1 1 0 0 0,-1 0 0 0 0,0 0 0 0 0,1 0 0 0 0,-1 0 0 0 0,1 0 0 0 0,0 1 0 0 0,0 0-1 0 0,0-1 1 0 0,0 1 0 0 0,0 0 0 0 0,1 0 0 0 0,-1 1 0 0 0,1-1 0 0 0,0 0 0 0 0,0 1 0 0 0,0 0 0 0 0,0-1-1 0 0,-1 5 1 0 0,-3 7-14 0 0,1-1 0 0 0,0 1 1 0 0,-4 26-1 0 0,8-32-103 0 0,0 0 1 0 0,0 1-1 0 0,1-1 1 0 0,0 0-1 0 0,0 1 1 0 0,1-1-1 0 0,0 0 1 0 0,1 0 0 0 0,0 1-1 0 0,4 8 1 0 0,-5-15-63 0 0,0 0 1 0 0,1 0-1 0 0,-1 0 1 0 0,1 0 0 0 0,0 0-1 0 0,0 0 1 0 0,0 0-1 0 0,1 0 1 0 0,-1-1 0 0 0,1 1-1 0 0,-1-1 1 0 0,1 0-1 0 0,0 0 1 0 0,0 0 0 0 0,0 0-1 0 0,0 0 1 0 0,0-1-1 0 0,0 1 1 0 0,0-1-1 0 0,1 0 1 0 0,-1 0 0 0 0,0 0-1 0 0,1 0 1 0 0,-1 0-1 0 0,1-1 1 0 0,-1 0 0 0 0,1 0-1 0 0,-1 0 1 0 0,7-1-1 0 0,7-1-1717 0 0,2-2-6159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8.0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1 313 13131 0 0,'6'-2'229'0'0,"0"-1"-1"0"0,0 0 1 0 0,0 0 0 0 0,0 0-1 0 0,-1-1 1 0 0,1 0 0 0 0,-1 0 0 0 0,0 0-1 0 0,0 0 1 0 0,-1-1 0 0 0,6-6 0 0 0,4-7 979 0 0,23-35 1 0 0,-30 42-874 0 0,-1-1 0 0 0,0 0 0 0 0,0-1 0 0 0,-2 1 0 0 0,5-17 0 0 0,-8 25-275 0 0,0 0 0 0 0,0-1 0 0 0,0 1 0 0 0,-1 0 0 0 0,1-1 0 0 0,-1 1 0 0 0,0 0 1 0 0,0-1-1 0 0,-1 1 0 0 0,1 0 0 0 0,-1 0 0 0 0,0-1 0 0 0,0 1 0 0 0,0 0 0 0 0,-1 0 0 0 0,0 0 0 0 0,1 0 0 0 0,-1 0 0 0 0,-1 1 1 0 0,-2-5-1 0 0,5 7-50 0 0,-1 0 0 0 0,0 0 0 0 0,0 0 0 0 0,0 1 1 0 0,1-1-1 0 0,-1 0 0 0 0,0 0 0 0 0,0 1 1 0 0,0-1-1 0 0,0 0 0 0 0,-1 1 0 0 0,1-1 1 0 0,0 1-1 0 0,0 0 0 0 0,0-1 0 0 0,0 1 0 0 0,0 0 1 0 0,-1 0-1 0 0,1-1 0 0 0,0 1 0 0 0,0 0 1 0 0,0 0-1 0 0,-1 0 0 0 0,0 1 0 0 0,0-1 15 0 0,0 1-1 0 0,0 0 0 0 0,1 0 1 0 0,-1 0-1 0 0,0 0 1 0 0,1 0-1 0 0,-1 1 0 0 0,1-1 1 0 0,0 0-1 0 0,-1 1 1 0 0,1-1-1 0 0,0 1 1 0 0,-2 2-1 0 0,-2 4 46 0 0,1-1 0 0 0,0 1-1 0 0,1 1 1 0 0,0-1 0 0 0,-3 13 0 0 0,3-9-40 0 0,1-1 0 0 0,0 1 0 0 0,1-1 0 0 0,0 1 0 0 0,1-1 0 0 0,1 1 1 0 0,0-1-1 0 0,0 1 0 0 0,5 19 0 0 0,-4-26-28 0 0,0 0 0 0 0,0 0 1 0 0,0-1-1 0 0,0 1 0 0 0,1-1 1 0 0,-1 1-1 0 0,1-1 0 0 0,1 0 1 0 0,-1 0-1 0 0,0 0 0 0 0,1 0 1 0 0,0-1-1 0 0,0 0 0 0 0,0 0 0 0 0,0 0 1 0 0,0 0-1 0 0,1 0 0 0 0,-1-1 1 0 0,1 0-1 0 0,0 0 0 0 0,-1 0 1 0 0,1 0-1 0 0,0-1 0 0 0,8 1 1 0 0,8 0-633 0 0,1-1 0 0 0,-1-2 0 0 0,0 0 0 0 0,0-1 1 0 0,0-1-1 0 0,22-7 0 0 0,-11 4 271 0 0,-12 2 359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8.3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0 1376 0 0,'0'0'173'0'0,"-1"0"0"0"0,1 0 0 0 0,-1 0 0 0 0,1 0 0 0 0,-1 0 0 0 0,1 0-1 0 0,-1 1 1 0 0,1-1 0 0 0,-1 0 0 0 0,1 0 0 0 0,-1 0 0 0 0,-3 4 1728 0 0,3-4-1728 0 0,1 0 0 0 0,0 1 0 0 0,0-1 0 0 0,-1 1 0 0 0,1-1 0 0 0,0 1 0 0 0,0-1-1 0 0,0 1 1 0 0,0-1 0 0 0,-1 1 0 0 0,1-1 0 0 0,0 1 0 0 0,0-1 0 0 0,0 1 0 0 0,0-1-1 0 0,0 1 1 0 0,0-1 0 0 0,0 1 0 0 0,0-1 0 0 0,1 2 0 0 0,1 23 3592 0 0,1-14-2747 0 0,1 0 0 0 0,0 0 0 0 0,1-1 0 0 0,0 0 0 0 0,10 16 0 0 0,39 46 1586 0 0,-19-28-1825 0 0,3 8-322 0 0,-3 3-1 0 0,-1 0 1 0 0,-4 2-1 0 0,-1 2 1 0 0,-4 0-1 0 0,24 81 1 0 0,-38-100-496 0 0,-2 0 0 0 0,-1 1 0 0 0,-3 0 0 0 0,-1 0 0 0 0,-2 0 0 0 0,-2 0 0 0 0,-2 1 0 0 0,-1-1 0 0 0,-2 0 1 0 0,-22 79-1 0 0,4-49-331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09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12 10138 0 0,'5'-12'4188'0'0,"-5"20"-727"0"0,-4 17-2047 0 0,-1 0-1165 0 0,2 1-1 0 0,1 0 0 0 0,0-1 0 0 0,2 1 0 0 0,1 0 1 0 0,1 0-1 0 0,2 0 0 0 0,8 35 0 0 0,-7-43-117 0 0,1 0-1 0 0,0 0 1 0 0,2 0 0 0 0,0-1-1 0 0,0 0 1 0 0,2 0-1 0 0,0-1 1 0 0,1 0-1 0 0,1-1 1 0 0,0 0 0 0 0,27 24-1 0 0,-35-36-97 0 0,0 1 0 0 0,1-1 0 0 0,0 1-1 0 0,0-1 1 0 0,0-1 0 0 0,0 1 0 0 0,0-1-1 0 0,0 0 1 0 0,1 0 0 0 0,-1 0 0 0 0,1-1-1 0 0,10 2 1 0 0,-12-3-40 0 0,-1 0 1 0 0,1 0-1 0 0,0-1 0 0 0,0 1 0 0 0,-1-1 1 0 0,1 0-1 0 0,0 0 0 0 0,-1 0 0 0 0,1-1 1 0 0,0 1-1 0 0,-1-1 0 0 0,0 0 0 0 0,1 0 1 0 0,-1 0-1 0 0,0 0 0 0 0,0-1 0 0 0,0 1 1 0 0,-1-1-1 0 0,6-6 0 0 0,12-17-734 0 0,-2-1 1 0 0,-1-1 0 0 0,15-31-1 0 0,-21 37-6619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0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19 6449 0 0,'-1'-2'106'0'0,"0"1"-1"0"0,-1-1 0 0 0,1 1 0 0 0,0-1 0 0 0,-1 1 1 0 0,0 0-1 0 0,1 0 0 0 0,-1 0 0 0 0,0 0 0 0 0,1 0 1 0 0,-1 0-1 0 0,0 0 0 0 0,0 1 0 0 0,0-1 0 0 0,0 1 1 0 0,0-1-1 0 0,0 1 0 0 0,1 0 0 0 0,-1 0 0 0 0,0-1 1 0 0,0 1-1 0 0,0 1 0 0 0,0-1 0 0 0,-4 1 0 0 0,4 0 282 0 0,-1 1 0 0 0,0-1-1 0 0,0 1 1 0 0,1 0-1 0 0,-1 0 1 0 0,1 0-1 0 0,-1 0 1 0 0,1 0-1 0 0,0 1 1 0 0,0-1-1 0 0,0 1 1 0 0,0-1 0 0 0,-2 6-1 0 0,-4 7 1165 0 0,1 0 0 0 0,1 1-1 0 0,0-1 1 0 0,-5 27 0 0 0,8-29-1600 0 0,1-1 0 0 0,1 1 0 0 0,0 0-1 0 0,1 21 1 0 0,0-32 38 0 0,0 1-1 0 0,0 0 0 0 0,0-1 0 0 0,0 1 0 0 0,1-1 1 0 0,-1 1-1 0 0,1-1 0 0 0,0 1 0 0 0,0-1 1 0 0,0 0-1 0 0,0 1 0 0 0,0-1 0 0 0,0 0 0 0 0,0 1 1 0 0,1-1-1 0 0,-1 0 0 0 0,1 0 0 0 0,0 0 0 0 0,0 0 1 0 0,-1-1-1 0 0,1 1 0 0 0,0 0 0 0 0,1-1 0 0 0,-1 0 1 0 0,0 1-1 0 0,0-1 0 0 0,1 0 0 0 0,-1 0 1 0 0,0 0-1 0 0,3 1 0 0 0,-1-2-70 0 0,-1-1 0 0 0,0 1 1 0 0,0 0-1 0 0,0-1 0 0 0,1 0 0 0 0,-1 1 0 0 0,0-1 1 0 0,0-1-1 0 0,0 1 0 0 0,0 0 0 0 0,0-1 1 0 0,0 1-1 0 0,-1-1 0 0 0,1 0 0 0 0,-1 0 0 0 0,1 0 1 0 0,-1 0-1 0 0,1-1 0 0 0,2-3 0 0 0,7-8-197 0 0,-1 0-1 0 0,11-18 0 0 0,-16 23 213 0 0,71-124-384 0 0,-76 132 533 0 0,-1 1-1 0 0,1-1 1 0 0,-1 0-1 0 0,1 0 0 0 0,-1 0 1 0 0,1 0-1 0 0,0 0 1 0 0,-1 1-1 0 0,1-1 1 0 0,0 0-1 0 0,0 0 1 0 0,0 1-1 0 0,-1-1 0 0 0,1 1 1 0 0,0-1-1 0 0,0 1 1 0 0,0-1-1 0 0,0 1 1 0 0,0 0-1 0 0,0-1 0 0 0,2 1 1 0 0,-2 0-14 0 0,-1 0 0 0 0,1 0-1 0 0,0 1 1 0 0,0-1 0 0 0,0 0 0 0 0,0 1 0 0 0,0-1 0 0 0,0 1 0 0 0,-1-1 0 0 0,1 1-1 0 0,0-1 1 0 0,0 1 0 0 0,-1 0 0 0 0,1-1 0 0 0,0 1 0 0 0,-1 0 0 0 0,1 0-1 0 0,-1-1 1 0 0,1 2 0 0 0,4 7 288 0 0,0 0 1 0 0,-1 1-1 0 0,6 16 0 0 0,-4-8-269 0 0,3 2-41 0 0,0-2 0 0 0,2 1 0 0 0,0-1-1 0 0,21 25 1 0 0,-25-35-524 0 0,1 0 0 0 0,-1-1 0 0 0,1 0 0 0 0,14 9 0 0 0,-16-12-373 0 0,-1-1 0 0 0,1 0 0 0 0,-1-1 0 0 0,1 1 0 0 0,0-1 1 0 0,0 0-1 0 0,0-1 0 0 0,11 2 0 0 0,7-6-3015 0 0,-11-2 90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0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1 219 4609 0 0,'77'-114'3096'0'0,"9"10"5133"0"0,-93 112-5500 0 0,-21 23 623 0 0,17-19-3214 0 0,1 1 0 0 0,1-1 0 0 0,0 1 0 0 0,1 1-1 0 0,-12 23 1 0 0,20-34-134 0 0,-1-1 0 0 0,1 1 0 0 0,0-1 0 0 0,0 1 0 0 0,0-1 0 0 0,0 1 0 0 0,0-1 0 0 0,0 0 1 0 0,0 1-1 0 0,1-1 0 0 0,-1 1 0 0 0,1-1 0 0 0,0 0 0 0 0,0 1 0 0 0,0-1 0 0 0,0 0 0 0 0,0 0 0 0 0,0 1 0 0 0,1-1 0 0 0,-1 0 0 0 0,1 0 0 0 0,-1-1 0 0 0,1 1 0 0 0,0 0 0 0 0,0 0 0 0 0,0-1 0 0 0,0 1 0 0 0,2 0 0 0 0,9 7-9 0 0,1 0 0 0 0,0-2 1 0 0,20 9-1 0 0,-9-4 14 0 0,-16-7-40 0 0,0 0-1 0 0,0 0 1 0 0,-1 1 0 0 0,1 0 0 0 0,-1 0-1 0 0,13 15 1 0 0,-20-20 17 0 0,0 1 0 0 0,0-1 0 0 0,0 1 0 0 0,0 0 0 0 0,0-1-1 0 0,0 1 1 0 0,0 0 0 0 0,0 0 0 0 0,-1 0 0 0 0,1 0 0 0 0,-1-1 0 0 0,1 1 0 0 0,-1 0 0 0 0,0 0-1 0 0,0 0 1 0 0,0 0 0 0 0,0 2 0 0 0,-1-1 10 0 0,1-1 0 0 0,-1 0-1 0 0,0 0 1 0 0,0 0 0 0 0,0 1 0 0 0,-1-1-1 0 0,1 0 1 0 0,-1 0 0 0 0,1-1-1 0 0,-1 1 1 0 0,1 0 0 0 0,-1 0 0 0 0,0-1-1 0 0,0 1 1 0 0,0-1 0 0 0,0 1 0 0 0,-3 1-1 0 0,-2 0-99 0 0,0 1-1 0 0,0-1 0 0 0,-1 0 0 0 0,1 0 1 0 0,-1-1-1 0 0,0 0 0 0 0,1-1 0 0 0,-12 2 1 0 0,13-3-893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0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1 278 5065 0 0,'2'0'559'0'0,"1"-1"-1"0"0,-1 1 1 0 0,1-1-1 0 0,-1 0 1 0 0,1 0-1 0 0,-1 0 1 0 0,0 0 0 0 0,1 0-1 0 0,3-3 1 0 0,36-29 3408 0 0,-36 28-3206 0 0,33-28 1926 0 0,-20 19-2097 0 0,-1-1 0 0 0,0-1 0 0 0,-1-1 0 0 0,-1 0 0 0 0,-1-1-1 0 0,16-24 1 0 0,-30 41-600 0 0,0 0-1 0 0,0 0 0 0 0,0-1 0 0 0,-1 1 1 0 0,1 0-1 0 0,0 0 0 0 0,-1-1 0 0 0,1 1 0 0 0,-1-1 1 0 0,0 1-1 0 0,1 0 0 0 0,-1-1 0 0 0,0 1 1 0 0,0-1-1 0 0,0 1 0 0 0,0 0 0 0 0,0-1 0 0 0,0 1 1 0 0,0-1-1 0 0,0 1 0 0 0,-1-1 0 0 0,1 1 1 0 0,-1 0-1 0 0,1-1 0 0 0,-1 1 0 0 0,1 0 0 0 0,-1-1 1 0 0,0 1-1 0 0,1 0 0 0 0,-1 0 0 0 0,0 0 1 0 0,0 0-1 0 0,0-1 0 0 0,0 1 0 0 0,0 1 1 0 0,0-1-1 0 0,0 0 0 0 0,-1 0 0 0 0,1 0 0 0 0,0 0 1 0 0,0 1-1 0 0,-1-1 0 0 0,1 1 0 0 0,0-1 1 0 0,-1 1-1 0 0,-1-1 0 0 0,1 0-9 0 0,-1 1 1 0 0,1-1-1 0 0,-1 1 0 0 0,1 0 0 0 0,-1 0 1 0 0,1 0-1 0 0,-1 0 0 0 0,1 0 0 0 0,-1 1 1 0 0,1-1-1 0 0,-1 1 0 0 0,1 0 1 0 0,0-1-1 0 0,-1 1 0 0 0,1 0 0 0 0,0 0 1 0 0,0 0-1 0 0,-1 1 0 0 0,1-1 1 0 0,0 1-1 0 0,0-1 0 0 0,0 1 0 0 0,1 0 1 0 0,-1-1-1 0 0,0 1 0 0 0,-2 4 1 0 0,1 0-9 0 0,0 1 1 0 0,0-1 0 0 0,1 1-1 0 0,0-1 1 0 0,1 1 0 0 0,-1 0-1 0 0,1 0 1 0 0,1-1 0 0 0,-1 1-1 0 0,1 0 1 0 0,0 0 0 0 0,1 0-1 0 0,-1 0 1 0 0,2 0 0 0 0,-1-1-1 0 0,1 1 1 0 0,3 9 0 0 0,-2-8-29 0 0,0 0 0 0 0,1 0 0 0 0,0 0 0 0 0,0 0 1 0 0,1-1-1 0 0,0 0 0 0 0,0 0 0 0 0,0 0 0 0 0,1-1 0 0 0,0 0 0 0 0,1 0 1 0 0,-1 0-1 0 0,12 6 0 0 0,-7-5-402 0 0,1-1-1 0 0,-1 0 1 0 0,1-1-1 0 0,1-1 1 0 0,-1 0 0 0 0,1 0-1 0 0,0-1 1 0 0,0-1 0 0 0,18 2-1 0 0,-3-5-725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1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215 437 1840 0 0,'-1'-1'199'0'0,"1"-1"-1"0"0,0 1 0 0 0,0 0 1 0 0,0 0-1 0 0,-1 0 0 0 0,1-1 1 0 0,-1 1-1 0 0,1 0 0 0 0,-1 0 1 0 0,1 0-1 0 0,-1 0 0 0 0,0 0 1 0 0,1 0-1 0 0,-1 0 0 0 0,0 0 1 0 0,0 0-1 0 0,0 0 0 0 0,0 0 1 0 0,0 0-1 0 0,0 1 0 0 0,0-1 1 0 0,0 0-1 0 0,0 1 0 0 0,0-1 1 0 0,0 1-1 0 0,0-1 0 0 0,-1 1 1 0 0,1 0-1 0 0,0-1 0 0 0,0 1 1 0 0,-1 0-1 0 0,-1 0 0 0 0,-1-1 132 0 0,0 1 1 0 0,0 0-1 0 0,1 0 0 0 0,-1 0 0 0 0,0 0 0 0 0,0 1 0 0 0,0-1 0 0 0,1 1 0 0 0,-7 2 0 0 0,2 2 177 0 0,-1 0 0 0 0,1 0 0 0 0,0 1 0 0 0,0 0 0 0 0,0 1 0 0 0,1 0 0 0 0,0 0 0 0 0,1 0 0 0 0,-1 1 0 0 0,-7 13 0 0 0,6-9 51 0 0,1 0 1 0 0,0 1-1 0 0,1-1 1 0 0,0 2 0 0 0,1-1-1 0 0,-6 25 1 0 0,11-36-528 0 0,-1 0 1 0 0,1 1 0 0 0,0-1 0 0 0,-1 0 0 0 0,1 1 0 0 0,0-1 0 0 0,1 1 0 0 0,-1-1 0 0 0,0 1 0 0 0,1-1-1 0 0,-1 0 1 0 0,1 1 0 0 0,0-1 0 0 0,0 0 0 0 0,0 0 0 0 0,0 0 0 0 0,0 1 0 0 0,0-1 0 0 0,0 0-1 0 0,3 2 1 0 0,-3-3-38 0 0,0 0 0 0 0,0-1 1 0 0,1 1-1 0 0,-1 0 0 0 0,1-1 0 0 0,-1 1 0 0 0,1 0 0 0 0,-1-1 0 0 0,1 0 0 0 0,-1 1 0 0 0,1-1 0 0 0,-1 0 0 0 0,1 0 0 0 0,0 0 0 0 0,-1 0 0 0 0,1 0 0 0 0,-1 0 0 0 0,1 0 0 0 0,-1-1 0 0 0,1 1 0 0 0,-1 0 0 0 0,1-1 0 0 0,-1 1 1 0 0,1-1-1 0 0,-1 0 0 0 0,1 0 0 0 0,-1 1 0 0 0,0-1 0 0 0,1 0 0 0 0,-1 0 0 0 0,0 0 0 0 0,2-2 0 0 0,6-5-85 0 0,-1 0 1 0 0,1-1-1 0 0,-2 0 1 0 0,1 0-1 0 0,-1-1 1 0 0,0 1-1 0 0,-1-2 0 0 0,0 1 1 0 0,-1-1-1 0 0,6-18 1 0 0,0-2-285 0 0,-1-1-1 0 0,7-51 1 0 0,-13 58-47 0 0,-2 0-1 0 0,-1 0 0 0 0,-1-1 1 0 0,-6-44-1 0 0,-2 21-221 0 0,-21-69 0 0 0,28 115 654 0 0,-8-26 213 0 0,8 28-110 0 0,1 0 0 0 0,0 0-1 0 0,-1 0 1 0 0,1 0 0 0 0,-1 0 0 0 0,1 0 0 0 0,-1 0-1 0 0,1 0 1 0 0,-1 0 0 0 0,0 1 0 0 0,1-1 0 0 0,-1 0-1 0 0,0 0 1 0 0,0 1 0 0 0,1-1 0 0 0,-1 0-1 0 0,0 1 1 0 0,0-1 0 0 0,0 1 0 0 0,0-1 0 0 0,-2 0-1 0 0,2 3 142 0 0,0 0 0 0 0,0 0 0 0 0,0 0 0 0 0,1 0 0 0 0,-1 0-1 0 0,0 0 1 0 0,1 0 0 0 0,-1 0 0 0 0,1 0 0 0 0,0 1 0 0 0,0-1-1 0 0,0 0 1 0 0,0 0 0 0 0,0 2 0 0 0,2 28 8 0 0,0-1 0 0 0,3 0 0 0 0,0 0 0 0 0,2-1 0 0 0,1 0 0 0 0,2 0 0 0 0,18 40 0 0 0,114 193-160 0 0,-118-221-401 0 0,-8-15-112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1.6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52 14283 0 0,'-1'11'748'0'0,"-1"-1"1"0"0,1 1-1 0 0,-2-1 1 0 0,0 0-1 0 0,0 0 0 0 0,-8 17 1 0 0,6-15-549 0 0,0 0 0 0 0,1 0 0 0 0,0 0 0 0 0,-1 15 0 0 0,4-17-170 0 0,1 1 1 0 0,0-1 0 0 0,0 1 0 0 0,1 0-1 0 0,1-1 1 0 0,0 0 0 0 0,0 1 0 0 0,1-1 0 0 0,7 17-1 0 0,-8-23-13 0 0,0 1-1 0 0,0-1 0 0 0,0 0 1 0 0,0 0-1 0 0,0-1 1 0 0,1 1-1 0 0,0 0 0 0 0,0-1 1 0 0,0 1-1 0 0,0-1 0 0 0,0 0 1 0 0,1 0-1 0 0,-1-1 1 0 0,1 1-1 0 0,0-1 0 0 0,0 1 1 0 0,0-1-1 0 0,0 0 1 0 0,0-1-1 0 0,0 1 0 0 0,1-1 1 0 0,-1 0-1 0 0,1 0 0 0 0,-1 0 1 0 0,6 0-1 0 0,-5-1-21 0 0,0-1-1 0 0,0 0 1 0 0,-1 0-1 0 0,1-1 1 0 0,0 0-1 0 0,-1 1 0 0 0,1-1 1 0 0,-1-1-1 0 0,0 1 1 0 0,1-1-1 0 0,-1 1 1 0 0,0-1-1 0 0,-1 0 1 0 0,1-1-1 0 0,0 1 1 0 0,2-5-1 0 0,3-1-15 0 0,-1-1 0 0 0,-1 0-1 0 0,0 0 1 0 0,0-1 0 0 0,6-13 0 0 0,-9 12 17 0 0,1 0 0 0 0,-1 0 1 0 0,-1 0-1 0 0,-1 0 0 0 0,1-1 1 0 0,-2 1-1 0 0,0-1 0 0 0,0 0 1 0 0,-2-17-1 0 0,0 21 16 0 0,0 0 1 0 0,0 0-1 0 0,-1 1 1 0 0,0-1-1 0 0,0 1 1 0 0,-1-1-1 0 0,0 1 1 0 0,-1 0-1 0 0,0 0 1 0 0,0 1-1 0 0,-1-1 1 0 0,0 1-1 0 0,0 0 1 0 0,-8-9 0 0 0,11 14-41 0 0,-1 0 1 0 0,1 0 0 0 0,-1 0 0 0 0,1 0 0 0 0,-1 1 0 0 0,0-1 0 0 0,0 1-1 0 0,0 0 1 0 0,1-1 0 0 0,-1 1 0 0 0,0 1 0 0 0,-1-1 0 0 0,1 0 0 0 0,0 1-1 0 0,0 0 1 0 0,0-1 0 0 0,0 1 0 0 0,0 1 0 0 0,0-1 0 0 0,-5 1 0 0 0,4 0-241 0 0,1 0 1 0 0,-1 0 0 0 0,1 0 0 0 0,0 1-1 0 0,0-1 1 0 0,-1 1 0 0 0,1 0 0 0 0,0 0-1 0 0,0 0 1 0 0,1 0 0 0 0,-5 4 0 0 0,-5 9-6131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1.9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6449 0 0,'34'-6'1372'0'0,"-31"6"-982"0"0,0 0-1 0 0,0 0 1 0 0,0 1-1 0 0,0-1 1 0 0,1 1-1 0 0,-1 0 0 0 0,0 0 1 0 0,0 0-1 0 0,-1 0 1 0 0,1 0-1 0 0,0 1 1 0 0,0-1-1 0 0,-1 1 0 0 0,1 0 1 0 0,0 0-1 0 0,-1 0 1 0 0,0 0-1 0 0,1 0 1 0 0,-1 1-1 0 0,0-1 0 0 0,0 1 1 0 0,1 2-1 0 0,6 10 457 0 0,-1 0 0 0 0,0 0-1 0 0,-1 1 1 0 0,-1-1 0 0 0,7 27 0 0 0,-6-19-428 0 0,17 39 1 0 0,-24-62-410 0 0,0 1 0 0 0,0 0 0 0 0,0-1-1 0 0,1 1 1 0 0,-1 0 0 0 0,0-1 0 0 0,0 1 0 0 0,1 0 0 0 0,-1-1-1 0 0,1 1 1 0 0,-1-1 0 0 0,0 1 0 0 0,1-1 0 0 0,-1 1-1 0 0,1-1 1 0 0,-1 1 0 0 0,1-1 0 0 0,0 1 0 0 0,-1-1 0 0 0,1 0-1 0 0,-1 1 1 0 0,1-1 0 0 0,0 0 0 0 0,-1 0 0 0 0,1 1 0 0 0,0-1-1 0 0,-1 0 1 0 0,1 0 0 0 0,0 0 0 0 0,1 0 0 0 0,-1 0-7 0 0,0-1 1 0 0,-1 0 0 0 0,1 0-1 0 0,0 1 1 0 0,0-1 0 0 0,0 0-1 0 0,0 0 1 0 0,0 0 0 0 0,-1 0-1 0 0,1 0 1 0 0,-1 0 0 0 0,1 0-1 0 0,0 0 1 0 0,-1 0 0 0 0,1-2-1 0 0,12-47-27 0 0,-11 37 25 0 0,18-78 0 0 0,-18 83 0 0 0,1-1 0 0 0,0 0 0 0 0,1 1 0 0 0,0-1 0 0 0,0 1 0 0 0,1 0 0 0 0,10-12 0 0 0,-14 18 13 0 0,0 0 0 0 0,1 1 0 0 0,-1-1 0 0 0,1 1 0 0 0,-1-1 0 0 0,1 1 0 0 0,0 0 0 0 0,0 0 0 0 0,0 0 0 0 0,-1 0 0 0 0,1 0-1 0 0,0 0 1 0 0,0 0 0 0 0,0 0 0 0 0,0 1 0 0 0,0-1 0 0 0,1 1 0 0 0,-1 0 0 0 0,0-1 0 0 0,0 1 0 0 0,0 0 0 0 0,0 0 0 0 0,0 1 0 0 0,0-1 0 0 0,0 0 0 0 0,1 1 0 0 0,-1-1 0 0 0,0 1 0 0 0,0-1 0 0 0,0 1 0 0 0,0 0 0 0 0,2 1 0 0 0,5 5 79 0 0,0-1 0 0 0,0 1 0 0 0,0 0 0 0 0,-1 1 0 0 0,9 10 1 0 0,12 11-82 0 0,-4-11-351 0 0,1-1 1 0 0,29 15-1 0 0,-23-15-576 0 0,-5-2-150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2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3681 0 0,'-3'12'19381'0'0,"11"14"-19741"0"0,-2-6 1294 0 0,32 156 963 0 0,-27-111-2001 0 0,4 0 0 0 0,2 0-1 0 0,42 100 1 0 0,-57-157-77 0 0,2-1 0 0 0,-1 0-1 0 0,1 0 1 0 0,0 0 0 0 0,1 0-1 0 0,-1 0 1 0 0,1-1 0 0 0,1 0 0 0 0,-1 0-1 0 0,1-1 1 0 0,9 8 0 0 0,-4-9-355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2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0 135 12443 0 0,'7'1'297'0'0,"0"0"1"0"0,1-1 0 0 0,-1 1 0 0 0,0-1-1 0 0,0-1 1 0 0,1 1 0 0 0,-1-1 0 0 0,13-4-1 0 0,59-21 2134 0 0,-57 17-2174 0 0,47-17 1593 0 0,-25 8-2957 0 0,0 3 0 0 0,60-14 0 0 0,-90 26 592 0 0,1 1 0 0 0,-1 0 0 0 0,0 2 0 0 0,0-1 0 0 0,1 2 0 0 0,-1 0 0 0 0,0 0 0 0 0,0 1 0 0 0,0 1 0 0 0,0 0 0 0 0,26 11 1 0 0,-10 1 500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3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0 374 1376 0 0,'6'-1'807'0'0,"-1"0"0"0"0,0 0-1 0 0,1 0 1 0 0,-1-1-1 0 0,0 0 1 0 0,0 0 0 0 0,0 0-1 0 0,0 0 1 0 0,-1-1 0 0 0,10-6-1 0 0,39-36 3768 0 0,-42 34-4101 0 0,-2-1 1 0 0,0 0-1 0 0,0 0 0 0 0,-1 0 1 0 0,-1-1-1 0 0,0-1 0 0 0,-1 1 0 0 0,0-1 1 0 0,-1 0-1 0 0,0 0 0 0 0,-1-1 0 0 0,-1 1 1 0 0,-1-1-1 0 0,0 0 0 0 0,0-26 0 0 0,-2 39-476 0 0,0-1 0 0 0,0 0-1 0 0,0 1 1 0 0,0-1 0 0 0,0 1-1 0 0,-1-1 1 0 0,1 1 0 0 0,-1-1-1 0 0,0 1 1 0 0,0 0 0 0 0,0-1-1 0 0,0 1 1 0 0,0 0 0 0 0,-1 0-1 0 0,1-1 1 0 0,-1 1 0 0 0,1 0-1 0 0,-1 1 1 0 0,0-1 0 0 0,1 0-1 0 0,-1 0 1 0 0,0 1 0 0 0,0-1-1 0 0,0 1 1 0 0,-1-1 0 0 0,1 1-1 0 0,0 0 1 0 0,0 0 0 0 0,-5-1-1 0 0,4 1-37 0 0,0 1 0 0 0,0 0 0 0 0,0 0 1 0 0,0 0-1 0 0,0 1 0 0 0,0-1 0 0 0,0 1 0 0 0,0 0 0 0 0,0-1 0 0 0,0 1 0 0 0,1 0 0 0 0,-1 1 0 0 0,0-1 1 0 0,1 0-1 0 0,-1 1 0 0 0,0 0 0 0 0,1-1 0 0 0,0 1 0 0 0,-1 0 0 0 0,1 0 0 0 0,0 1 0 0 0,0-1 0 0 0,0 0 0 0 0,-3 6 1 0 0,2-3 13 0 0,-1 0 0 0 0,1 1 1 0 0,1-1-1 0 0,-1 1 0 0 0,1 0 0 0 0,-1 0 1 0 0,2 0-1 0 0,-1 0 0 0 0,1 0 1 0 0,0 1-1 0 0,0-1 0 0 0,0 0 1 0 0,1 1-1 0 0,0-1 0 0 0,1 0 1 0 0,-1 0-1 0 0,1 1 0 0 0,0-1 1 0 0,1 0-1 0 0,-1 0 0 0 0,1 0 1 0 0,4 8-1 0 0,-1-5 20 0 0,-1-1-1 0 0,1 0 1 0 0,1 0 0 0 0,-1 0 0 0 0,2-1-1 0 0,-1 0 1 0 0,1 0 0 0 0,0 0-1 0 0,0-1 1 0 0,1 0 0 0 0,-1 0 0 0 0,1-1-1 0 0,1 0 1 0 0,8 4 0 0 0,-4-4 26 0 0,1 2 146 0 0,1 0 0 0 0,0-1 0 0 0,21 5 1 0 0,-32-10-141 0 0,0-1 0 0 0,0 1 0 0 0,0-1 0 0 0,0 1 0 0 0,1-1 0 0 0,-1 0 0 0 0,0-1 0 0 0,0 1 0 0 0,0-1 0 0 0,0 0 0 0 0,0 0 0 0 0,0 0 1 0 0,-1 0-1 0 0,1-1 0 0 0,0 1 0 0 0,0-1 0 0 0,-1 0 0 0 0,6-4 0 0 0,-1-2 62 0 0,1 0 1 0 0,-1-1-1 0 0,0 0 1 0 0,-1 0 0 0 0,0-1-1 0 0,0 0 1 0 0,-1-1-1 0 0,8-19 1 0 0,3-2 175 0 0,-17 31-250 0 0,0 1 1 0 0,1-1-1 0 0,-1 1 1 0 0,1-1-1 0 0,-1 1 1 0 0,0-1-1 0 0,1 1 1 0 0,-1-1-1 0 0,1 1 1 0 0,0 0-1 0 0,-1-1 0 0 0,1 1 1 0 0,-1 0-1 0 0,1-1 1 0 0,-1 1-1 0 0,1 0 1 0 0,0 0-1 0 0,-1-1 1 0 0,1 1-1 0 0,0 0 1 0 0,-1 0-1 0 0,1 0 1 0 0,0 0-1 0 0,-1 0 0 0 0,1 0 1 0 0,0 0-1 0 0,-1 0 1 0 0,1 0-1 0 0,0 0 1 0 0,-1 1-1 0 0,1-1 1 0 0,-1 0-1 0 0,1 0 1 0 0,0 1-1 0 0,-1-1 1 0 0,1 0-1 0 0,-1 1 1 0 0,1-1-1 0 0,-1 0 0 0 0,1 1 1 0 0,-1-1-1 0 0,1 1 1 0 0,-1-1-1 0 0,1 1 1 0 0,-1-1-1 0 0,0 1 1 0 0,1 0-1 0 0,30 37 183 0 0,-17-20-153 0 0,20 14 57 0 0,10 12-51 0 0,-42-41-49 0 0,0 0 0 0 0,1 0 0 0 0,-1 1 0 0 0,-1-1 0 0 0,1 1-1 0 0,0-1 1 0 0,-1 1 0 0 0,0 0 0 0 0,0 0 0 0 0,0 0 0 0 0,0-1-1 0 0,0 1 1 0 0,-1 5 0 0 0,4-17-167 0 0,1 0 0 0 0,0 0 0 0 0,0 0-1 0 0,7-7 1 0 0,3-7-17 0 0,9-16 69 0 0,-16 23 55 0 0,1 2 0 0 0,0-1 1 0 0,0 1-1 0 0,2 0 0 0 0,16-16 0 0 0,-26 28 66 0 0,0 0 0 0 0,0 0-1 0 0,0 0 1 0 0,1 0-1 0 0,-1 0 1 0 0,0 0-1 0 0,1 0 1 0 0,-1 0-1 0 0,1 1 1 0 0,-1-1-1 0 0,1 0 1 0 0,-1 1 0 0 0,1 0-1 0 0,0-1 1 0 0,-1 1-1 0 0,1 0 1 0 0,0-1-1 0 0,-1 1 1 0 0,1 0-1 0 0,0 0 1 0 0,-1 1-1 0 0,1-1 1 0 0,-1 0 0 0 0,1 0-1 0 0,0 1 1 0 0,-1-1-1 0 0,1 1 1 0 0,-1 0-1 0 0,1-1 1 0 0,-1 1-1 0 0,1 0 1 0 0,-1 0-1 0 0,0 0 1 0 0,1 0 0 0 0,-1 0-1 0 0,0 0 1 0 0,0 0-1 0 0,0 0 1 0 0,1 0-1 0 0,0 3 1 0 0,5 6 76 0 0,-2-1 0 0 0,1 1 0 0 0,-2 0 0 0 0,8 21 0 0 0,-5-13-74 0 0,-7-17-9 0 0,1-1 1 0 0,-1 1-1 0 0,0-1 0 0 0,0 1 1 0 0,1 0-1 0 0,-1-1 0 0 0,0 0 1 0 0,0 1-1 0 0,1-1 0 0 0,-1 1 1 0 0,1-1-1 0 0,-1 1 0 0 0,0-1 1 0 0,1 0-1 0 0,-1 1 0 0 0,1-1 1 0 0,-1 0-1 0 0,1 1 0 0 0,-1-1 1 0 0,1 0-1 0 0,-1 0 0 0 0,1 0 1 0 0,0 1-1 0 0,-1-1 0 0 0,1 0 1 0 0,-1 0-1 0 0,1 0 0 0 0,-1 0 1 0 0,2 0-1 0 0,16-9-18 0 0,14-25-194 0 0,-30 32 173 0 0,24-39-659 0 0,8-9-247 0 0,-31 47 928 0 0,-1-1 1 0 0,2 1-1 0 0,-1 0 1 0 0,0 0-1 0 0,1 0 1 0 0,-1 0-1 0 0,1 0 1 0 0,0 1-1 0 0,8-4 0 0 0,-10 5 86 0 0,1 0 0 0 0,0 0-1 0 0,-1 1 1 0 0,1-1-1 0 0,0 1 1 0 0,-1 0-1 0 0,1 0 1 0 0,0 0-1 0 0,0 0 1 0 0,-1 0-1 0 0,1 1 1 0 0,0-1-1 0 0,0 1 1 0 0,-1 0 0 0 0,1 0-1 0 0,-1 0 1 0 0,1 0-1 0 0,-1 0 1 0 0,1 0-1 0 0,-1 1 1 0 0,0-1-1 0 0,3 3 1 0 0,5 4 93 0 0,0 1 0 0 0,-1 1-1 0 0,14 16 1 0 0,13 13-1449 0 0,-26-32 578 0 0,0-1-9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3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6913 0 0,'7'53'9011'0'0,"15"29"-5060"0"0,-12-49-2333 0 0,17 60-365 0 0,0-6-343 0 0,16 99-1 0 0,-21-72-580 0 0,-11-63-1014 0 0,-2 1 0 0 0,4 86 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3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0,'6'0'352'0'0,"1"0"-1"0"0,-1 1 0 0 0,0 0 0 0 0,0 0 1 0 0,0 0-1 0 0,0 0 0 0 0,0 1 0 0 0,0 0 1 0 0,0 0-1 0 0,-1 1 0 0 0,9 4 0 0 0,9 7 2895 0 0,27 21 0 0 0,-37-26-2618 0 0,5 5 1035 0 0,-1 0 1 0 0,0 1 0 0 0,23 26-1 0 0,-35-35-1472 0 0,-1-1-1 0 0,1 1 1 0 0,-1 0-1 0 0,0 0 1 0 0,-1 1 0 0 0,1-1-1 0 0,-1 1 1 0 0,0 0-1 0 0,-1-1 1 0 0,0 1-1 0 0,0 0 1 0 0,0 1-1 0 0,-1-1 1 0 0,1 14 0 0 0,-2-20-192 0 0,0 0 0 0 0,0 0 1 0 0,0 0-1 0 0,-1 0 1 0 0,1 0-1 0 0,0 0 0 0 0,0 0 1 0 0,0 0-1 0 0,-1 0 1 0 0,1 0-1 0 0,-1 0 0 0 0,1 0 1 0 0,-1-1-1 0 0,1 1 1 0 0,-1 0-1 0 0,1 0 0 0 0,-1 0 1 0 0,1-1-1 0 0,-1 1 1 0 0,0 0-1 0 0,0-1 0 0 0,1 1 1 0 0,-1 0-1 0 0,0-1 1 0 0,0 1-1 0 0,0-1 0 0 0,0 1 1 0 0,-1-1-1 0 0,-1-2-312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4:13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17972 0 0,'2'8'1600'0'0,"-1"-1"-1280"0"0,2-3-256 0 0,-2-2-64 0 0,-1 1 576 0 0,2 1 113 0 0,2 3 15 0 0,0 4 8 0 0,1 1-272 0 0,2-5-56 0 0,2-6-16 0 0,2-13 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5.0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28 150 4609 0 0,'-27'-149'6425'0'0,"36"208"333"0"0,-1 48-6335 0 0,-4-42 118 0 0,14 602 1071 0 0,1 8-27 0 0,9-420-787 0 0,-4-42-152 0 0,-23-198-647 0 0,2 6-46 0 0,-1 0 1 0 0,-1 0-1 0 0,-1 0 0 0 0,-1 0 0 0 0,-1 0 1 0 0,-7 36-1 0 0,9-57-66 0 0,-5 12-282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5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198 1 920 0 0,'-5'1'627'0'0,"0"1"-1"0"0,0 1 0 0 0,0-1 0 0 0,0 1 1 0 0,1-1-1 0 0,0 1 0 0 0,-1 1 1 0 0,1-1-1 0 0,-6 7 0 0 0,3-4 29 0 0,-17 14 954 0 0,1 1-1 0 0,1 1 1 0 0,1 1 0 0 0,-23 33 0 0 0,43-56-1578 0 0,1 1-1 0 0,-1 0 1 0 0,1 0-1 0 0,-1 0 1 0 0,1 0-1 0 0,0 0 1 0 0,-1-1-1 0 0,1 1 1 0 0,0 0-1 0 0,-1 0 1 0 0,1 0 0 0 0,0 0-1 0 0,0 0 1 0 0,0 0-1 0 0,0 0 1 0 0,0 0-1 0 0,0 0 1 0 0,0 0-1 0 0,1 0 1 0 0,-1 0-1 0 0,0 0 1 0 0,0 0-1 0 0,1 0 1 0 0,-1-1 0 0 0,1 3-1 0 0,0-1 3 0 0,1-1 0 0 0,0 1 0 0 0,-1 0-1 0 0,1 0 1 0 0,0-1 0 0 0,0 1 0 0 0,0-1 0 0 0,0 1 0 0 0,4 1-1 0 0,3 2 40 0 0,1-1 0 0 0,0 0 0 0 0,16 3 0 0 0,132 19 829 0 0,-116-22-716 0 0,-2 2-1 0 0,1 2 1 0 0,70 23 0 0 0,-106-30-161 0 0,0 1-1 0 0,0 1 1 0 0,0-1-1 0 0,0 1 1 0 0,-1 0 0 0 0,1 0-1 0 0,-1 0 1 0 0,0 0-1 0 0,1 1 1 0 0,4 7 0 0 0,-7-10-19 0 0,-1 2 0 0 0,0-1 1 0 0,0 0-1 0 0,0 0 0 0 0,0 0 0 0 0,0 0 1 0 0,-1 1-1 0 0,1-1 0 0 0,-1 0 1 0 0,0 0-1 0 0,1 1 0 0 0,-1-1 1 0 0,0 0-1 0 0,0 1 0 0 0,-1-1 0 0 0,1 0 1 0 0,0 1-1 0 0,-1-1 0 0 0,1 0 1 0 0,-1 1-1 0 0,0-1 0 0 0,0 0 1 0 0,0 0-1 0 0,0 0 0 0 0,0 0 1 0 0,0 0-1 0 0,-2 2 0 0 0,-6 9 31 0 0,0 0 0 0 0,-1-1 1 0 0,0 0-1 0 0,-1 0 0 0 0,-1-1 0 0 0,-12 9 0 0 0,-84 54 131 0 0,74-53-202 0 0,-61 50 0 0 0,80-58-4 0 0,7-6 6 0 0,0 0 0 0 0,0 0 0 0 0,1 1 0 0 0,-10 13-1 0 0,17-20 19 0 0,0-1 0 0 0,-1 0 0 0 0,1 0 0 0 0,0 1 0 0 0,0-1 0 0 0,-1 1-1 0 0,1-1 1 0 0,0 0 0 0 0,0 1 0 0 0,0-1 0 0 0,0 0 0 0 0,0 1 0 0 0,0-1-1 0 0,0 1 1 0 0,0-1 0 0 0,0 0 0 0 0,0 1 0 0 0,0-1 0 0 0,0 1-1 0 0,0-1 1 0 0,0 0 0 0 0,0 1 0 0 0,0-1 0 0 0,0 0 0 0 0,0 1 0 0 0,0-1-1 0 0,1 1 1 0 0,-1-1 0 0 0,0 0 0 0 0,0 1 0 0 0,0-1 0 0 0,1 0-1 0 0,-1 0 1 0 0,0 1 0 0 0,1-1 0 0 0,16 6-460 0 0,20-5-138 0 0,-29-1 594 0 0,7-2-69 0 0,0 1 1 0 0,0 0-1 0 0,0 1 0 0 0,0 1 0 0 0,0 1 1 0 0,0 0-1 0 0,-1 1 0 0 0,29 8 1 0 0,-42-10 85 0 0,0-1 1 0 0,0 1 0 0 0,0-1-1 0 0,0 1 1 0 0,1 0 0 0 0,-2-1-1 0 0,1 1 1 0 0,0 0 0 0 0,0 0-1 0 0,0-1 1 0 0,0 1 0 0 0,0 0-1 0 0,-1 0 1 0 0,1 0 0 0 0,0 0-1 0 0,-1 0 1 0 0,1 0 0 0 0,-1 0-1 0 0,1 0 1 0 0,-1 1 0 0 0,1-1-1 0 0,-1 0 1 0 0,0 0 0 0 0,0 0-1 0 0,1 0 1 0 0,-1 1 0 0 0,0-1-1 0 0,0 0 1 0 0,0 0 0 0 0,0 0-1 0 0,0 1 1 0 0,-1-1 0 0 0,1 0-1 0 0,0 0 1 0 0,-1 0 0 0 0,1 0-1 0 0,0 0 1 0 0,-1 1 0 0 0,0-1-1 0 0,1 0 1 0 0,-1 0 0 0 0,1 0-1 0 0,-1 0 1 0 0,0 0 0 0 0,-1 1-1 0 0,-5 7-26 0 0,-1 0 0 0 0,0-1-1 0 0,-17 14 1 0 0,16-14 3 0 0,-163 157-1400 0 0,156-149 204 0 0,12-10 194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6.1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2304 0 0,'0'0'167'0'0,"11"32"6057"0"0,19 74 1978 0 0,30 125-4079 0 0,-31-76-3311 0 0,60 291 136 0 0,-46-252-642 0 0,-8 1 0 0 0,-9 2 1 0 0,1 237-1 0 0,-27-413-322 0 0,-1-13-102 0 0,0-1 1 0 0,1 1-1 0 0,0 0 1 0 0,1 0-1 0 0,-1-1 1 0 0,2 1-1 0 0,-1 0 1 0 0,4 11 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6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496 1 9674 0 0,'-80'39'1837'0'0,"-117"62"1163"0"0,165-81-2332 0 0,1 0 1 0 0,0 2 0 0 0,-49 47 0 0 0,73-62-524 0 0,-18 20 278 0 0,23-26-434 0 0,1 0 0 0 0,0 1-1 0 0,0-1 1 0 0,0 1 0 0 0,0-1 0 0 0,0 1 0 0 0,0 0 0 0 0,1 0 0 0 0,-1-1 0 0 0,0 1-1 0 0,1 0 1 0 0,-1 0 0 0 0,1-1 0 0 0,0 1 0 0 0,-1 2 0 0 0,2-3-57 0 0,0 0 0 0 0,0 0 0 0 0,-1 0 1 0 0,1 0-1 0 0,0 0 0 0 0,0 0 0 0 0,0-1 0 0 0,0 1 1 0 0,0 0-1 0 0,0-1 0 0 0,0 1 0 0 0,0-1 0 0 0,0 1 0 0 0,1-1 1 0 0,-1 1-1 0 0,0-1 0 0 0,0 0 0 0 0,0 0 0 0 0,1 1 1 0 0,-1-1-1 0 0,0 0 0 0 0,2 0 0 0 0,33 1-863 0 0,-34-1 841 0 0,22 0-106 0 0,7 0 64 0 0,1 0 0 0 0,42 8 1 0 0,-65-7 129 0 0,-1 1 0 0 0,1 1-1 0 0,0-1 1 0 0,-1 1 0 0 0,1 1 0 0 0,-1 0 0 0 0,0 0 0 0 0,0 0 0 0 0,0 1 0 0 0,-1 0 0 0 0,0 1 0 0 0,13 11-1 0 0,-18-15 42 0 0,-1 1 0 0 0,1-1 0 0 0,0 0-1 0 0,-1 0 1 0 0,0 0 0 0 0,0 1-1 0 0,1-1 1 0 0,-1 1 0 0 0,-1-1-1 0 0,1 1 1 0 0,0-1 0 0 0,-1 1 0 0 0,1 0-1 0 0,-1-1 1 0 0,0 1 0 0 0,0 0-1 0 0,0 4 1 0 0,-1 2 226 0 0,-1 1-1 0 0,0-1 0 0 0,-6 16 1 0 0,-5 27 544 0 0,12-49-807 0 0,1 0 1 0 0,0 0-1 0 0,0-1 1 0 0,0 1-1 0 0,1 0 1 0 0,-1 0-1 0 0,1 0 1 0 0,-1-1-1 0 0,1 1 1 0 0,0 0-1 0 0,0-1 1 0 0,0 1-1 0 0,1-1 1 0 0,-1 1-1 0 0,0-1 1 0 0,3 3-1 0 0,-3-3-75 0 0,1-1-1 0 0,-1 0 0 0 0,1 0 0 0 0,-1 0 0 0 0,1 0 0 0 0,-1 0 1 0 0,1 0-1 0 0,0-1 0 0 0,-1 1 0 0 0,1 0 0 0 0,0-1 1 0 0,0 1-1 0 0,0-1 0 0 0,-1 0 0 0 0,1 0 0 0 0,0 1 1 0 0,0-1-1 0 0,0 0 0 0 0,0-1 0 0 0,-1 1 0 0 0,1 0 1 0 0,3-1-1 0 0,22 1-665 0 0,-27 3 801 0 0,0-1 1 0 0,0 0-1 0 0,0 0 1 0 0,0 1 0 0 0,-1-1-1 0 0,1 0 1 0 0,-1 0-1 0 0,0 0 1 0 0,0 0-1 0 0,1 0 1 0 0,-1 0 0 0 0,-2 2-1 0 0,-1 7 174 0 0,4-9-278 0 0,-1-1-1 0 0,1 1 0 0 0,0 0 0 0 0,-1 0 0 0 0,1 0 0 0 0,0-1 1 0 0,0 1-1 0 0,0 0 0 0 0,1 0 0 0 0,-1-1 0 0 0,0 1 0 0 0,1 0 1 0 0,-1 0-1 0 0,1-1 0 0 0,-1 1 0 0 0,1 0 0 0 0,0-1 1 0 0,0 1-1 0 0,0-1 0 0 0,0 1 0 0 0,0-1 0 0 0,0 1 0 0 0,0-1 1 0 0,2 2-1 0 0,-1-2-43 0 0,0 0 1 0 0,1 0 0 0 0,-1 0-1 0 0,0 0 1 0 0,0 0 0 0 0,1-1-1 0 0,-1 0 1 0 0,1 1-1 0 0,-1-1 1 0 0,0 0 0 0 0,1 0-1 0 0,-1 0 1 0 0,1 0 0 0 0,-1 0-1 0 0,1-1 1 0 0,-1 1-1 0 0,4-2 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7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0 4593 0 0,'-19'7'515'0'0,"16"-7"-464"0"0,0 1 1 0 0,0 0-1 0 0,-1 0 1 0 0,1 0 0 0 0,1 0-1 0 0,-1 0 1 0 0,0 1-1 0 0,0 0 1 0 0,0-1-1 0 0,1 1 1 0 0,-5 4 0 0 0,7-5 77 0 0,0-1 0 0 0,0 1 0 0 0,0 0 0 0 0,0-1 0 0 0,0 1 0 0 0,0 0 0 0 0,1-1 0 0 0,-1 1 0 0 0,0-1 1 0 0,1 1-1 0 0,-1 0 0 0 0,0-1 0 0 0,1 1 0 0 0,-1-1 0 0 0,1 1 0 0 0,-1-1 0 0 0,1 1 0 0 0,-1-1 0 0 0,1 1 0 0 0,-1-1 1 0 0,1 0-1 0 0,-1 1 0 0 0,1-1 0 0 0,-1 0 0 0 0,1 1 0 0 0,0-1 0 0 0,-1 0 0 0 0,1 0 0 0 0,0 0 0 0 0,-1 1 1 0 0,1-1-1 0 0,0 0 0 0 0,-1 0 0 0 0,1 0 0 0 0,0 0 0 0 0,0 0 0 0 0,29 4 2307 0 0,46-4 759 0 0,-50-1-2604 0 0,-1 1 0 0 0,34 4 1 0 0,-58-4-596 0 0,1 0 0 0 0,-1 0 0 0 0,0 0 0 0 0,0 0 0 0 0,0 0 0 0 0,0 0 0 0 0,0 1 0 0 0,0-1 0 0 0,0 0 0 0 0,0 1 0 0 0,0-1 1 0 0,0 1-1 0 0,0-1 0 0 0,0 1 0 0 0,0 0 0 0 0,0-1 0 0 0,0 1 0 0 0,0 0 0 0 0,0 0 0 0 0,-1-1 0 0 0,1 1 0 0 0,0 0 0 0 0,-1 0 0 0 0,2 1 0 0 0,-2-1-3 0 0,0 1-1 0 0,0-1 1 0 0,0 0 0 0 0,0 0-1 0 0,-1 0 1 0 0,1 1-1 0 0,0-1 1 0 0,-1 0-1 0 0,1 0 1 0 0,0 0-1 0 0,-1 0 1 0 0,1 0-1 0 0,-1 1 1 0 0,0-1-1 0 0,1 0 1 0 0,-1 0 0 0 0,0-1-1 0 0,-1 3 1 0 0,-6 5-76 0 0,-1 1 1 0 0,0-1-1 0 0,-15 10 1 0 0,18-14 20 0 0,-51 35-262 0 0,42-30 69 0 0,1 0 1 0 0,0 1-1 0 0,0 1 1 0 0,1 0-1 0 0,0 1 0 0 0,1 0 1 0 0,-12 16-1 0 0,22-27 303 0 0,1 1-1 0 0,0-1 0 0 0,0 1 1 0 0,0 0-1 0 0,0-1 1 0 0,0 1-1 0 0,1 0 1 0 0,-1-1-1 0 0,0 1 0 0 0,1 0 1 0 0,-1 0-1 0 0,1-1 1 0 0,0 1-1 0 0,0 0 1 0 0,-1 0-1 0 0,1 0 0 0 0,0 0 1 0 0,1 0-1 0 0,-1-1 1 0 0,0 1-1 0 0,0 0 1 0 0,1 0-1 0 0,-1 0 0 0 0,1-1 1 0 0,0 1-1 0 0,-1 0 1 0 0,3 2-1 0 0,-2-2-62 0 0,1-1 0 0 0,0 0 0 0 0,-1 1 0 0 0,1-1 0 0 0,0 0 0 0 0,0 0 0 0 0,0 0 0 0 0,0 0 0 0 0,0-1 0 0 0,0 1 0 0 0,0 0 0 0 0,0-1 0 0 0,0 1 0 0 0,0-1 0 0 0,0 0 0 0 0,0 0 0 0 0,0 0 0 0 0,1 0 0 0 0,-1 0 0 0 0,0 0 0 0 0,0-1 0 0 0,0 1 0 0 0,4-2 0 0 0,-2 1-516 0 0,17-3 1129 0 0,-12 5-2026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7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4609 0 0,'20'-2'11353'0'0,"-16"3"-10480"0"0,13 5 680 0 0,-15-4-1274 0 0,0 1-1 0 0,0 0 1 0 0,0 0 0 0 0,0 0-1 0 0,-1 1 1 0 0,1-1 0 0 0,-1 0 0 0 0,0 1-1 0 0,0-1 1 0 0,0 0 0 0 0,0 1-1 0 0,0-1 1 0 0,-1 5 0 0 0,1 53 328 0 0,-2-37-396 0 0,5 270 101 0 0,51 369 1 0 0,-37-533-315 0 0,50 304 140 0 0,-57-370-1153 0 0,3 87-1 0 0,-13-135-50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8.6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1 2304 0 0,'-7'0'220'0'0,"-17"-1"582"0"0,-40 6-1 0 0,57-4-498 0 0,1 0 0 0 0,0 1 1 0 0,-1 0-1 0 0,1 0 0 0 0,0 0 0 0 0,0 0 0 0 0,0 1 0 0 0,0 0 0 0 0,0 1 0 0 0,0-1 0 0 0,-4 5 0 0 0,9-7-219 0 0,1-1-1 0 0,-1 0 1 0 0,1 0-1 0 0,0 1 1 0 0,-1-1-1 0 0,1 0 1 0 0,0 1-1 0 0,-1-1 1 0 0,1 0-1 0 0,0 1 1 0 0,-1-1-1 0 0,1 0 1 0 0,0 1-1 0 0,0-1 1 0 0,0 1-1 0 0,-1-1 1 0 0,1 1-1 0 0,0-1 1 0 0,0 1-1 0 0,0-1 1 0 0,0 1-1 0 0,0-1 1 0 0,0 0-1 0 0,0 1 1 0 0,0-1-1 0 0,0 1 1 0 0,0-1-1 0 0,0 1 1 0 0,0-1-1 0 0,0 1 1 0 0,0-1-1 0 0,0 1 1 0 0,0-1-1 0 0,1 1 1 0 0,-1-1-1 0 0,0 1 1 0 0,19 9 1584 0 0,24-1-91 0 0,392-2 6142 0 0,-174-30-5899 0 0,-155 11-3701 0 0,0 3-5576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8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6449 0 0,'3'2'380'0'0,"-1"-1"-1"0"0,0 0 0 0 0,1-1 1 0 0,-1 1-1 0 0,1 0 0 0 0,-1-1 1 0 0,1 1-1 0 0,-1-1 0 0 0,5 0 1 0 0,-2 1 90 0 0,15 3 616 0 0,0 1 0 0 0,-1 1 0 0 0,0 1 0 0 0,0 1 0 0 0,0 0 0 0 0,-1 1 0 0 0,26 18 0 0 0,4 8 382 0 0,54 51 1 0 0,-27-22-2445 0 0,-59-50-4224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09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304 1 5065 0 0,'-12'1'6000'0'0,"11"0"-5828"0"0,-11 14 3781 0 0,9-11-3701 0 0,-69 93 5266 0 0,-26 59-4068 0 0,44-67-1219 0 0,27-45-1786 0 0,3-2-5992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0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77 10138 0 0,'-10'3'585'0'0,"4"-1"-545"0"0,0 0 0 0 0,0 0 0 0 0,0 1 0 0 0,1 0 0 0 0,-1 0 0 0 0,1 0 0 0 0,-1 0 0 0 0,1 1 1 0 0,0 0-1 0 0,-7 7 0 0 0,13-11 1 0 0,-1 1 0 0 0,0-1-1 0 0,0 1 1 0 0,1-1 0 0 0,-1 0 0 0 0,0 1 0 0 0,1-1 0 0 0,-1 0 0 0 0,0 1 0 0 0,1-1 0 0 0,-1 0 0 0 0,1 1-1 0 0,-1-1 1 0 0,1 0 0 0 0,-1 0 0 0 0,0 0 0 0 0,1 1 0 0 0,-1-1 0 0 0,1 0 0 0 0,-1 0 0 0 0,1 0 0 0 0,-1 0-1 0 0,1 0 1 0 0,-1 0 0 0 0,1 0 0 0 0,-1 0 0 0 0,1 0 0 0 0,-1 0 0 0 0,1 0 0 0 0,0 0 0 0 0,19 0 320 0 0,48-7 684 0 0,75-18 0 0 0,-33 5-294 0 0,87-12 174 0 0,278-9 0 0 0,1 48-2166 0 0,-373-5-680 0 0,-55-2 930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1.6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26 10138 0 0,'-12'-13'690'0'0,"1"0"1297"0"0,7 16-750 0 0,4 8 29 0 0,4 21-91 0 0,1 0-1 0 0,18 56 1 0 0,-5-22-612 0 0,69 379 1248 0 0,-27-125-5579 0 0,-57-303-2622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2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6 145 10594 0 0,'-1'-3'77'0'0,"0"0"-1"0"0,0 0 1 0 0,0 0-1 0 0,1 0 1 0 0,-1 0-1 0 0,1 0 1 0 0,0 0-1 0 0,0-1 0 0 0,0 1 1 0 0,0 0-1 0 0,0 0 1 0 0,1 0-1 0 0,0 0 1 0 0,-1-1-1 0 0,1 1 1 0 0,0 0-1 0 0,1 0 1 0 0,-1 1-1 0 0,0-1 1 0 0,1 0-1 0 0,0 0 1 0 0,-1 1-1 0 0,5-5 1 0 0,0-1 445 0 0,-1 1 1 0 0,1 0-1 0 0,1 0 1 0 0,-1 1-1 0 0,1 0 1 0 0,0 0 0 0 0,10-6-1 0 0,-15 11-431 0 0,0 0 0 0 0,0-1 1 0 0,0 1-1 0 0,-1 1 0 0 0,1-1 0 0 0,0 0 0 0 0,0 0 0 0 0,0 1 0 0 0,0-1 1 0 0,0 1-1 0 0,0 0 0 0 0,0-1 0 0 0,1 1 0 0 0,-1 0 0 0 0,0 0 0 0 0,0 0 1 0 0,0 1-1 0 0,0-1 0 0 0,0 0 0 0 0,0 1 0 0 0,0-1 0 0 0,0 1 0 0 0,0 0 1 0 0,0 0-1 0 0,0 0 0 0 0,-1 0 0 0 0,1 0 0 0 0,2 2 0 0 0,-2-1-42 0 0,0 0 0 0 0,0 0-1 0 0,-1 1 1 0 0,1-1 0 0 0,-1 0 0 0 0,0 1-1 0 0,1 0 1 0 0,-1-1 0 0 0,0 1-1 0 0,-1-1 1 0 0,1 1 0 0 0,0 0 0 0 0,-1 0-1 0 0,1 0 1 0 0,-1-1 0 0 0,0 1-1 0 0,0 0 1 0 0,0 0 0 0 0,0 0 0 0 0,-2 3-1 0 0,-5 26 149 0 0,-2 0-1 0 0,-1-1 1 0 0,-2 0-1 0 0,-17 33 1 0 0,-7 20 109 0 0,27-62-204 0 0,4-13-23 0 0,1 0 0 0 0,0 0 1 0 0,1 1-1 0 0,0 0 1 0 0,1 0-1 0 0,0-1 1 0 0,0 1-1 0 0,1 0 0 0 0,0 16 1 0 0,2-24-66 0 0,0 0 0 0 0,-1 0 0 0 0,1 0 0 0 0,0 0 0 0 0,1 0 0 0 0,-1 0 0 0 0,0 0 0 0 0,1 0 0 0 0,-1 0 0 0 0,1-1 1 0 0,-1 1-1 0 0,1-1 0 0 0,0 1 0 0 0,-1-1 0 0 0,1 0 0 0 0,0 1 0 0 0,0-1 0 0 0,0 0 0 0 0,0 0 0 0 0,0 0 0 0 0,0-1 0 0 0,1 1 0 0 0,-1 0 0 0 0,0-1 0 0 0,0 0 0 0 0,0 1 1 0 0,1-1-1 0 0,2 0 0 0 0,10 1 16 0 0,0 0 1 0 0,29-3 0 0 0,-40 2-14 0 0,51-6 182 0 0,-2 0-1019 0 0,-18 4-5140 0 0,-18 2-1083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2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2 120 9674 0 0,'-2'2'1878'0'0,"7"-2"-371"0"0,15-6 679 0 0,25-9 878 0 0,116-39 1415 0 0,4 15-5048 0 0,-146 35 265 0 0,8 1-1315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2.5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0 456 0 0,'3'9'12866'0'0,"34"64"-6699"0"0,-5 3-3318 0 0,-6 0-2212 0 0,19 91 1 0 0,-41-147-758 0 0,1 0 0 0 0,1 0 0 0 0,0-1 0 0 0,2 0 0 0 0,17 32 0 0 0,-10-30-200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3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1826 62 6449 0 0,'0'-10'993'0'0,"0"5"-571"0"0,0 0-1 0 0,0 1 0 0 0,0-1 0 0 0,0 1 0 0 0,-1-1 0 0 0,-1-7 1 0 0,1 12-361 0 0,1-1 0 0 0,-1 0 0 0 0,1 0 1 0 0,-1 1-1 0 0,1-1 0 0 0,-1 0 1 0 0,1 1-1 0 0,-1-1 0 0 0,0 0 0 0 0,1 1 1 0 0,-1-1-1 0 0,0 1 0 0 0,1-1 0 0 0,-1 1 1 0 0,0-1-1 0 0,0 1 0 0 0,0 0 1 0 0,1-1-1 0 0,-1 1 0 0 0,0 0 0 0 0,0 0 1 0 0,0 0-1 0 0,0-1 0 0 0,0 1 0 0 0,0 0 1 0 0,1 0-1 0 0,-1 0 0 0 0,0 0 1 0 0,0 1-1 0 0,0-1 0 0 0,0 0 0 0 0,0 0 1 0 0,0 0-1 0 0,1 1 0 0 0,-1-1 0 0 0,0 0 1 0 0,0 1-1 0 0,0-1 0 0 0,1 1 1 0 0,-1-1-1 0 0,-1 2 0 0 0,-12 6 212 0 0,-1 1-1 0 0,2 1 1 0 0,-1 0 0 0 0,1 1-1 0 0,1 0 1 0 0,-16 19-1 0 0,2-4-118 0 0,-80 89-236 0 0,-153 215 0 0 0,176-219-714 0 0,-159 170-750 0 0,37-49 1037 0 0,147-159 379 0 0,-202 232 4170 0 0,121-156-2413 0 0,69-72-67 0 0,-106 92 0 0 0,174-167-1578 0 0,-23 17-823 0 0,24-19 807 0 0,0 1-1 0 0,0 0 1 0 0,0-1 0 0 0,0 1 0 0 0,0-1-1 0 0,0 1 1 0 0,-1-1 0 0 0,1 1 0 0 0,0-1 0 0 0,0 0-1 0 0,0 0 1 0 0,0 1 0 0 0,0-1 0 0 0,-1 0-1 0 0,1 0 1 0 0,0 0 0 0 0,0 0 0 0 0,0-1-1 0 0,0 1 1 0 0,-1 0 0 0 0,1 0 0 0 0,-1-1-1 0 0,1 0-98 0 0,1-1 0 0 0,0 1 0 0 0,-1-1 0 0 0,1 1 0 0 0,0 0-1 0 0,0-1 1 0 0,0 1 0 0 0,0-1 0 0 0,0 1 0 0 0,0 0 0 0 0,0-1 0 0 0,0 1-1 0 0,1 0 1 0 0,-1-1 0 0 0,2-2 0 0 0,-2 1-799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3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71 5065 0 0,'-30'11'4983'0'0,"44"-5"-4199"0"0,2-3-314 0 0,-1 0 0 0 0,1-1 0 0 0,0-1 0 0 0,0-1 1 0 0,28-2-1 0 0,80-17 1154 0 0,-53 2-617 0 0,93-35 1 0 0,-161 51-950 0 0,-1 0 1 0 0,1 0 0 0 0,0 0-1 0 0,0 0 1 0 0,-1 0 0 0 0,1 1-1 0 0,0 0 1 0 0,0-1 0 0 0,0 1 0 0 0,0 0-1 0 0,-1 0 1 0 0,1 0 0 0 0,0 1-1 0 0,0-1 1 0 0,0 1 0 0 0,-1-1-1 0 0,6 3 1 0 0,-7-1 5 0 0,1-1-1 0 0,-1 1 1 0 0,1-1 0 0 0,-1 1 0 0 0,0 0-1 0 0,1 0 1 0 0,-1 0 0 0 0,0 0 0 0 0,0 0-1 0 0,-1 0 1 0 0,1 0 0 0 0,0 0 0 0 0,-1 0-1 0 0,1 0 1 0 0,-1 1 0 0 0,0-1-1 0 0,1 0 1 0 0,-1 0 0 0 0,0 0 0 0 0,0 1-1 0 0,-1-1 1 0 0,1 0 0 0 0,-1 3 0 0 0,-3 21 309 0 0,-1 0 1 0 0,-2 0 0 0 0,0-1 0 0 0,-2 0 0 0 0,-1 0 0 0 0,-14 26-1 0 0,-26 70-1960 0 0,44-97-5909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4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8 8754 0 0,'-4'-8'5374'0'0,"6"15"-3303"0"0,44 172 2839 0 0,-3 102-3254 0 0,-34-168-1573 0 0,13 104-230 0 0,-21-207-303 0 0,1-1 0 0 0,1 1 0 0 0,-1-1 0 0 0,1 0 0 0 0,1 0 0 0 0,5 11 0 0 0,3-1-6674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4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18 9218 0 0,'-3'1'210'0'0,"-1"-1"1"0"0,1 1-1 0 0,0 0 0 0 0,0 0 0 0 0,0 0 1 0 0,0 1-1 0 0,0-1 0 0 0,1 1 1 0 0,-1-1-1 0 0,0 1 0 0 0,1 0 0 0 0,-1 0 1 0 0,1 0-1 0 0,0 0 0 0 0,-1 1 1 0 0,1-1-1 0 0,0 1 0 0 0,0-1 0 0 0,1 1 1 0 0,-1 0-1 0 0,1-1 0 0 0,-1 1 1 0 0,0 4-1 0 0,-4 6 418 0 0,0 1 0 0 0,1 0 0 0 0,-5 24 0 0 0,5-11-31 0 0,0 1-1 0 0,0 53 1 0 0,4-68-528 0 0,2-1 1 0 0,0 0-1 0 0,0 0 0 0 0,1 0 1 0 0,1 0-1 0 0,0 0 0 0 0,0-1 1 0 0,1 1-1 0 0,7 13 0 0 0,-9-21-23 0 0,0 0 0 0 0,0-1 0 0 0,1 1 0 0 0,-1-1 0 0 0,1 1-1 0 0,-1-1 1 0 0,1 0 0 0 0,0 0 0 0 0,0 0 0 0 0,1 0 0 0 0,-1 0 0 0 0,1-1 0 0 0,-1 1 0 0 0,1-1 0 0 0,0 0-1 0 0,0 0 1 0 0,0-1 0 0 0,0 1 0 0 0,0-1 0 0 0,0 0 0 0 0,0 0 0 0 0,0 0 0 0 0,0 0 0 0 0,1-1-1 0 0,-1 0 1 0 0,0 0 0 0 0,1 0 0 0 0,-1 0 0 0 0,0-1 0 0 0,0 1 0 0 0,1-1 0 0 0,-1 0 0 0 0,8-4 0 0 0,-4 2 38 0 0,1-2 0 0 0,-1 1 0 0 0,0-1 1 0 0,0 0-1 0 0,0-1 0 0 0,-1 0 0 0 0,0 0 1 0 0,0 0-1 0 0,0-1 0 0 0,-1 0 1 0 0,0-1-1 0 0,0 1 0 0 0,-1-1 0 0 0,6-13 1 0 0,-4 6-24 0 0,-1-1 1 0 0,0 0-1 0 0,-1 0 1 0 0,-1-1 0 0 0,-1 0-1 0 0,0 1 1 0 0,-1-1-1 0 0,0-26 1 0 0,-2 33-43 0 0,-1 1 0 0 0,1 0 0 0 0,-2 0 0 0 0,1 0 0 0 0,-1 0 0 0 0,0 0 0 0 0,-1 0 0 0 0,0 0 0 0 0,-1 1 0 0 0,0-1 0 0 0,0 1 0 0 0,0 0 0 0 0,-1 0 0 0 0,0 1 0 0 0,-1-1 0 0 0,0 1 0 0 0,-8-8 0 0 0,10 12-107 0 0,-1 0 0 0 0,0 0-1 0 0,1 0 1 0 0,-1 0 0 0 0,0 1 0 0 0,0 0 0 0 0,-1 0 0 0 0,1 0-1 0 0,0 1 1 0 0,-10-2 0 0 0,-14 2-6017 0 0,10 3-743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4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 13827 0 0,'0'-1'165'0'0,"0"1"-1"0"0,1-1 1 0 0,-1 1 0 0 0,1-1 0 0 0,-1 1-1 0 0,1 0 1 0 0,-1-1 0 0 0,1 1-1 0 0,-1 0 1 0 0,1-1 0 0 0,-1 1 0 0 0,1 0-1 0 0,-1-1 1 0 0,1 1 0 0 0,-1 0-1 0 0,1 0 1 0 0,0 0 0 0 0,-1 0 0 0 0,1 0-1 0 0,-1-1 1 0 0,1 1 0 0 0,0 0-1 0 0,-1 0 1 0 0,1 0 0 0 0,0 1 0 0 0,-1-1-1 0 0,1 0 1 0 0,-1 0 0 0 0,1 0-1 0 0,0 1 1 0 0,0-1 16 0 0,0 1-1 0 0,0 0 0 0 0,0 0 1 0 0,0 0-1 0 0,0 0 0 0 0,0 0 1 0 0,-1 0-1 0 0,1 1 0 0 0,0-1 1 0 0,-1 0-1 0 0,1 0 0 0 0,0 3 0 0 0,8 38 1145 0 0,-4 12-912 0 0,28 198 678 0 0,-27-224-1543 0 0,1-1 0 0 0,1 0-1 0 0,1-1 1 0 0,1 0 0 0 0,2 0 0 0 0,28 46-1 0 0,-30-60-4720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5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267 1 10138 0 0,'-16'29'2365'0'0,"-68"78"680"0"0,-53 79 836 0 0,132-179-3553 0 0,1 0-1 0 0,0 1 0 0 0,1-1 0 0 0,-1 1 0 0 0,1 0 1 0 0,-3 15-1 0 0,6-22-285 0 0,0 1 1 0 0,-1-1 0 0 0,1 1-1 0 0,0-1 1 0 0,0 1 0 0 0,0-1-1 0 0,0 1 1 0 0,1-1 0 0 0,-1 1-1 0 0,0-1 1 0 0,1 1 0 0 0,-1-1-1 0 0,1 1 1 0 0,-1-1 0 0 0,1 1-1 0 0,0-1 1 0 0,-1 0 0 0 0,1 1-1 0 0,0-1 1 0 0,0 0 0 0 0,0 0-1 0 0,0 0 1 0 0,0 1 0 0 0,0-1-1 0 0,0 0 1 0 0,1-1 0 0 0,-1 1-1 0 0,0 0 1 0 0,1 0 0 0 0,-1 0-1 0 0,0-1 1 0 0,1 1 0 0 0,-1-1-1 0 0,1 1 1 0 0,-1-1 0 0 0,1 1-1 0 0,-1-1 1 0 0,1 0 0 0 0,-1 0-1 0 0,1 0 1 0 0,-1 0 0 0 0,1 0-1 0 0,1 0 1 0 0,26-2-23 0 0,0-1 1 0 0,0-1-1 0 0,-1-1 1 0 0,1-1-1 0 0,45-18 0 0 0,-36 12-878 0 0,-4 2-4697 0 0,-1-1-1885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6.4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80 143 3225 0 0,'-3'-6'572'0'0,"0"0"0"0"0,-1 0 1 0 0,0 0-1 0 0,0 1 0 0 0,0-1 0 0 0,-1 1 1 0 0,0 0-1 0 0,0 1 0 0 0,0-1 1 0 0,-1 1-1 0 0,0 0 0 0 0,1 0 1 0 0,-1 0-1 0 0,-8-3 0 0 0,14 7-391 0 0,0-1-1 0 0,0 1 1 0 0,0-1 0 0 0,0 1-1 0 0,1-1 1 0 0,-1 1 0 0 0,3-4 1444 0 0,-3 4-1444 0 0,1 0 0 0 0,-1-1-1 0 0,1 1 1 0 0,-1 0-1 0 0,1-1 1 0 0,-1 1 0 0 0,0 0-1 0 0,1 0 1 0 0,0 0 0 0 0,-1 0-1 0 0,1 0 1 0 0,0-1-1 0 0,26-12 50 0 0,-22 10 193 0 0,8-3-146 0 0,-1 0 0 0 0,2 0 0 0 0,-1 1 0 0 0,0 1 0 0 0,1 0 0 0 0,0 1 0 0 0,25-2 0 0 0,-35 5-241 0 0,1 0 1 0 0,0 0-1 0 0,-1 0 1 0 0,1 1 0 0 0,-1 0-1 0 0,0 0 1 0 0,1 0-1 0 0,-1 0 1 0 0,0 1 0 0 0,1 0-1 0 0,-1-1 1 0 0,0 2-1 0 0,0-1 1 0 0,-1 0 0 0 0,1 1-1 0 0,0 0 1 0 0,-1 0-1 0 0,0 0 1 0 0,1 0 0 0 0,-1 0-1 0 0,0 1 1 0 0,-1-1-1 0 0,1 1 1 0 0,-1 0 0 0 0,1 0-1 0 0,-1 0 1 0 0,3 8-1 0 0,-1 0-95 0 0,-1 0-1 0 0,0 0 0 0 0,0 1 0 0 0,-1-1 0 0 0,-1 1 0 0 0,0-1 0 0 0,-1 1 0 0 0,0-1 1 0 0,-1 1-1 0 0,-1 0 0 0 0,0-1 0 0 0,0 0 0 0 0,-7 20 0 0 0,-7 14-295 0 0,-2-1 1 0 0,-28 50-1 0 0,32-67 321 0 0,7-8-149 0 0,7-20 174 0 0,0 0 0 0 0,0 0 0 0 0,0 0 0 0 0,0 0 0 0 0,0 0 0 0 0,0 1 0 0 0,0-1 0 0 0,0 0 0 0 0,0 0 0 0 0,0 0 0 0 0,0 0 0 0 0,0 1 0 0 0,0-1 0 0 0,0 0 0 0 0,0 0 0 0 0,0 0 0 0 0,0 0 0 0 0,0 0 0 0 0,0 1 0 0 0,0-1 0 0 0,1 0 0 0 0,-1 0 0 0 0,0 0 0 0 0,0 0 0 0 0,0 0 0 0 0,0 0 0 0 0,0 0 0 0 0,0 0 0 0 0,1 1 0 0 0,-1-1 0 0 0,0 0 0 0 0,0 0 0 0 0,0 0 0 0 0,0 0 0 0 0,0 0 0 0 0,1 0 0 0 0,-1 0 0 0 0,0 0 0 0 0,0 0 0 0 0,0 0 0 0 0,0 0 0 0 0,1 0 0 0 0,-1 0 0 0 0,0 0 0 0 0,0 0 0 0 0,0 0 0 0 0,0 0 0 0 0,1 0 0 0 0,29-18-987 0 0,-22 12 838 0 0,10-6-142 0 0,1 1-1 0 0,0 0 1 0 0,0 2-1 0 0,1 0 0 0 0,1 1 1 0 0,27-7-1 0 0,-42 13 335 0 0,1 1 0 0 0,0-1 0 0 0,0 1 0 0 0,0 1-1 0 0,0 0 1 0 0,0 0 0 0 0,0 0 0 0 0,0 0 0 0 0,0 1 0 0 0,0 1-1 0 0,0-1 1 0 0,0 1 0 0 0,0 0 0 0 0,-1 1 0 0 0,1-1-1 0 0,-1 1 1 0 0,1 1 0 0 0,-1-1 0 0 0,0 1 0 0 0,-1 0 0 0 0,1 0-1 0 0,-1 1 1 0 0,8 7 0 0 0,-11-9 60 0 0,1 0-1 0 0,-1 0 1 0 0,0 0 0 0 0,0 0-1 0 0,0 0 1 0 0,0 1-1 0 0,-1-1 1 0 0,1 1 0 0 0,-1-1-1 0 0,0 1 1 0 0,0 0-1 0 0,0-1 1 0 0,-1 1 0 0 0,1 0-1 0 0,-1 0 1 0 0,0 4 0 0 0,0-2 47 0 0,-1 1 0 0 0,0-1 1 0 0,-1 1-1 0 0,0-1 0 0 0,0 1 0 0 0,0-1 1 0 0,0 0-1 0 0,-6 9 0 0 0,-5 6 149 0 0,-1 0 1 0 0,-1-1-1 0 0,-32 32 0 0 0,45-50-290 0 0,-91 90-1455 0 0,73-73 252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6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12443 0 0,'-5'62'5937'0'0,"0"-38"-5551"0"0,-14 42-1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7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5529 0 0,'8'-10'681'0'0,"0"1"1"0"0,0 0-1 0 0,1 0 0 0 0,0 1 0 0 0,1 0 1 0 0,16-10-1 0 0,-20 14-31 0 0,0 0 0 0 0,1 1 0 0 0,0 0 0 0 0,-1 0 0 0 0,1 0 0 0 0,0 1 1 0 0,0 0-1 0 0,1 0 0 0 0,-1 0 0 0 0,0 1 0 0 0,1 1 0 0 0,8-1 0 0 0,-15 1-598 0 0,0 0 1 0 0,0 1-1 0 0,-1-1 0 0 0,1 0 0 0 0,0 1 0 0 0,0-1 0 0 0,0 1 0 0 0,0-1 1 0 0,0 1-1 0 0,-1-1 0 0 0,1 1 0 0 0,0-1 0 0 0,0 1 0 0 0,-1 0 0 0 0,1-1 1 0 0,0 1-1 0 0,-1 0 0 0 0,1 0 0 0 0,-1 0 0 0 0,1-1 0 0 0,-1 1 0 0 0,1 0 0 0 0,-1 0 1 0 0,0 0-1 0 0,1 0 0 0 0,-1 0 0 0 0,0 0 0 0 0,0 0 0 0 0,0 0 0 0 0,0 0 1 0 0,1 0-1 0 0,-1 0 0 0 0,-1 0 0 0 0,1 0 0 0 0,0 0 0 0 0,0 1 0 0 0,-9 40 208 0 0,8-38-170 0 0,-29 71 50 0 0,21-55-91 0 0,1 0 1 0 0,-7 23 0 0 0,15-41-47 0 0,0 0 0 0 0,-1-1 1 0 0,1 1-1 0 0,0 0 1 0 0,0 0-1 0 0,0 0 0 0 0,0 0 1 0 0,0-1-1 0 0,1 1 1 0 0,-1 0-1 0 0,1 0 0 0 0,-1 0 1 0 0,1-1-1 0 0,-1 1 1 0 0,1 0-1 0 0,0-1 0 0 0,0 1 1 0 0,0-1-1 0 0,0 1 1 0 0,0-1-1 0 0,0 1 0 0 0,1-1 1 0 0,-1 1-1 0 0,0-1 1 0 0,1 0-1 0 0,-1 0 0 0 0,1 0 1 0 0,-1 0-1 0 0,3 1 1 0 0,6 4 31 0 0,1-1 1 0 0,0-1 0 0 0,21 7 0 0 0,11 5 15 0 0,-33-10 49 0 0,-1 1 0 0 0,1 1 1 0 0,-1-1-1 0 0,0 2 0 0 0,-1-1 1 0 0,0 1-1 0 0,0 0 0 0 0,-1 1 1 0 0,-1 0-1 0 0,1 0 1 0 0,-1 0-1 0 0,5 14 0 0 0,-8-18-137 0 0,-1-1-1 0 0,0 1 1 0 0,0-1 0 0 0,0 1-1 0 0,-1 0 1 0 0,0 0-1 0 0,0 0 1 0 0,0 0 0 0 0,-1 0-1 0 0,0 0 1 0 0,0 0-1 0 0,-1 0 1 0 0,1-1 0 0 0,-1 1-1 0 0,0 0 1 0 0,-1 0-1 0 0,0 0 1 0 0,0-1 0 0 0,0 1-1 0 0,0-1 1 0 0,-1 1-1 0 0,0-1 1 0 0,0 0 0 0 0,0 0-1 0 0,-1 0 1 0 0,-4 4-1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8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203 107 9218 0 0,'0'-8'931'0'0,"-3"-50"2858"0"0,3 56-3656 0 0,-1 0 1 0 0,1 0-1 0 0,0 0 1 0 0,-1 0 0 0 0,1 0-1 0 0,-1 0 1 0 0,0 1 0 0 0,1-1-1 0 0,-1 0 1 0 0,0 0-1 0 0,0 1 1 0 0,0-1 0 0 0,-1 1-1 0 0,1-1 1 0 0,0 1 0 0 0,0-1-1 0 0,-1 1 1 0 0,1 0-1 0 0,-1-1 1 0 0,1 1 0 0 0,-1 0-1 0 0,0 0 1 0 0,1 0-1 0 0,-1 0 1 0 0,-2 0 0 0 0,2 1-50 0 0,0 0 1 0 0,-1 0 0 0 0,1 0-1 0 0,0 1 1 0 0,0-1-1 0 0,-1 1 1 0 0,1-1 0 0 0,0 1-1 0 0,0 0 1 0 0,0 0 0 0 0,0 0-1 0 0,0 0 1 0 0,0 0-1 0 0,0 0 1 0 0,0 1 0 0 0,0-1-1 0 0,1 1 1 0 0,-1-1-1 0 0,0 1 1 0 0,1 0 0 0 0,-1-1-1 0 0,-1 4 1 0 0,-30 47 513 0 0,30-46-543 0 0,-12 22 87 0 0,2 1 0 0 0,1 0 0 0 0,2 0-1 0 0,0 1 1 0 0,-7 44 0 0 0,13-55-142 0 0,2 1 0 0 0,0 0 1 0 0,1 0-1 0 0,1 0 0 0 0,1 0 0 0 0,0-1 0 0 0,2 1 0 0 0,0 0 0 0 0,10 32 0 0 0,-10-45 18 0 0,-1-1 0 0 0,1 1-1 0 0,0 0 1 0 0,1-1 0 0 0,0 0 0 0 0,0 0-1 0 0,0 0 1 0 0,1 0 0 0 0,-1-1 0 0 0,1 1-1 0 0,1-1 1 0 0,-1 0 0 0 0,1-1 0 0 0,0 0 0 0 0,0 1-1 0 0,0-2 1 0 0,0 1 0 0 0,1-1 0 0 0,0 0-1 0 0,-1 0 1 0 0,1-1 0 0 0,0 0 0 0 0,0 0-1 0 0,0-1 1 0 0,1 0 0 0 0,-1 0 0 0 0,0 0-1 0 0,0-1 1 0 0,1 0 0 0 0,-1-1 0 0 0,0 0-1 0 0,0 0 1 0 0,1 0 0 0 0,-1-1 0 0 0,0 0 0 0 0,0 0-1 0 0,-1-1 1 0 0,1 0 0 0 0,0 0 0 0 0,-1 0-1 0 0,0-1 1 0 0,0 0 0 0 0,7-6 0 0 0,-9 7-133 0 0,-1-1 1 0 0,0 1-1 0 0,0-1 1 0 0,0 0-1 0 0,0 0 1 0 0,-1 0 0 0 0,0 0-1 0 0,0 0 1 0 0,0-1-1 0 0,0 1 1 0 0,0 0-1 0 0,-1-1 1 0 0,0 0-1 0 0,0 1 1 0 0,0-1-1 0 0,-1 0 1 0 0,1 1 0 0 0,-1-10-1 0 0,0 11 21 0 0,-1-1-1 0 0,1 1 1 0 0,-1-1-1 0 0,0 0 1 0 0,1 1-1 0 0,-1-1 1 0 0,-1 1-1 0 0,1 0 1 0 0,-1-1-1 0 0,1 1 1 0 0,-1 0-1 0 0,0 0 1 0 0,0 0-1 0 0,0 0 1 0 0,0 0-1 0 0,-1 1 1 0 0,1-1-1 0 0,-1 0 1 0 0,0 1-1 0 0,0 0 1 0 0,0 0-1 0 0,0 0 1 0 0,0 0-1 0 0,-6-3 1 0 0,6 4 93 0 0,-1 0 0 0 0,1 0 0 0 0,0-1 0 0 0,0 1 0 0 0,0-1 0 0 0,0 0 0 0 0,0 0 0 0 0,0 0 0 0 0,0 0 0 0 0,1 0 0 0 0,-1-1 1 0 0,1 0-1 0 0,-4-3 0 0 0,6 4-1 0 0,-1 0 1 0 0,1 1 0 0 0,-1-1 0 0 0,1 0 0 0 0,0 0-1 0 0,0 1 1 0 0,0-1 0 0 0,0 0 0 0 0,0 0 0 0 0,0 1-1 0 0,0-1 1 0 0,1 0 0 0 0,-1 1 0 0 0,0-1 0 0 0,1 0-1 0 0,0 1 1 0 0,-1-1 0 0 0,1 0 0 0 0,0 1 0 0 0,0-1-1 0 0,0 1 1 0 0,0-1 0 0 0,0 1 0 0 0,0 0-1 0 0,0-1 1 0 0,0 1 0 0 0,1 0 0 0 0,2-2 0 0 0,10-11-30 0 0,2 1 0 0 0,-1 0 0 0 0,2 1 0 0 0,31-17 0 0 0,-41 25 201 0 0,0 0 0 0 0,0 1-1 0 0,1 0 1 0 0,-1 0 0 0 0,1 1 0 0 0,-1 0 0 0 0,1 0 0 0 0,0 1 0 0 0,0-1 0 0 0,0 2-1 0 0,0-1 1 0 0,0 2 0 0 0,0-1 0 0 0,0 1 0 0 0,8 1 0 0 0,-12 0-110 0 0,0 0-1 0 0,0 0 1 0 0,0 0 0 0 0,-1 0-1 0 0,1 1 1 0 0,-1 0 0 0 0,1-1-1 0 0,-1 1 1 0 0,0 0 0 0 0,0 1-1 0 0,0-1 1 0 0,-1 0 0 0 0,1 1 0 0 0,-1 0-1 0 0,0 0 1 0 0,0-1 0 0 0,0 1-1 0 0,0 0 1 0 0,-1 1 0 0 0,0-1-1 0 0,0 0 1 0 0,1 4 0 0 0,3 15 166 0 0,-2 0 0 0 0,2 43 0 0 0,-4-49-66 0 0,1 144 242 0 0,-3-102-7064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8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0 17076 0 0,'-2'36'950'0'0,"-1"0"0"0"0,-3-1 1 0 0,-14 54-1 0 0,10-52-659 0 0,2 0-1 0 0,-6 73 1 0 0,14-95-867 0 0,1 59 447 0 0,0-69-849 0 0,0 0-1 0 0,0-1 1 0 0,0 1-1 0 0,1 0 1 0 0,-1 0-1 0 0,1-1 1 0 0,3 6-1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8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1 188 6913 0 0,'-1'0'54'0'0,"1"0"-1"0"0,0-1 0 0 0,0 1 0 0 0,0 0 0 0 0,0 0 0 0 0,0 0 0 0 0,0-1 0 0 0,0 1 0 0 0,0 0 1 0 0,0 0-1 0 0,0 0 0 0 0,0-1 0 0 0,0 1 0 0 0,0 0 0 0 0,1 0 0 0 0,-1 0 0 0 0,0-1 0 0 0,0 1 0 0 0,0 0 1 0 0,0 0-1 0 0,0 0 0 0 0,0 0 0 0 0,0-1 0 0 0,0 1 0 0 0,1 0 0 0 0,-1 0 0 0 0,0 0 0 0 0,0 0 0 0 0,0 0 1 0 0,0-1-1 0 0,1 1 0 0 0,-1 0 0 0 0,0 0 0 0 0,0 0 0 0 0,0 0 0 0 0,0 0 0 0 0,1 0 0 0 0,-1 0 0 0 0,0 0 1 0 0,0 0-1 0 0,0 0 0 0 0,1 0 0 0 0,-1 0 0 0 0,0 0 0 0 0,0 0 0 0 0,0 0 0 0 0,1 0 0 0 0,-1 0 0 0 0,0 0 1 0 0,1 0-1 0 0,12 9 2021 0 0,11 16 602 0 0,81 92 3615 0 0,65 47-3973 0 0,-163-158-2294 0 0,0-1 0 0 0,0 1 0 0 0,0-1 0 0 0,1-1 0 0 0,0 1 0 0 0,15 4-1 0 0,-22-8-22 0 0,0 0 0 0 0,0-1 0 0 0,1 1 0 0 0,-1-1 0 0 0,0 1 0 0 0,1-1 0 0 0,-1 0 0 0 0,0 1 0 0 0,1-1 0 0 0,-1 0 0 0 0,0 0 0 0 0,1 0 0 0 0,-1 0 0 0 0,1 0 0 0 0,-1 0 0 0 0,0-1 0 0 0,1 1 0 0 0,-1 0 0 0 0,0-1 0 0 0,1 1 0 0 0,-1-1 0 0 0,0 1 0 0 0,0-1 0 0 0,0 0 0 0 0,1 1 0 0 0,-1-1 0 0 0,0 0 0 0 0,0 0 0 0 0,0 0 0 0 0,0 0 0 0 0,0 0 0 0 0,0 0 0 0 0,-1 0 0 0 0,1 0 0 0 0,0 0 0 0 0,0-1 0 0 0,-1 1 0 0 0,1 0 0 0 0,-1 0 0 0 0,1-1 0 0 0,-1 1 0 0 0,1 0 0 0 0,-1-1 0 0 0,0 1 0 0 0,0 0 0 0 0,0-1 0 0 0,0 1 0 0 0,0 0 0 0 0,0-1 0 0 0,0 1 0 0 0,-1-3 0 0 0,0-18 15 0 0,-1-1 1 0 0,-2 1-1 0 0,-6-23 1 0 0,-4-30 71 0 0,10 37-188 0 0,1 0 0 0 0,2 0-1 0 0,5-47 1 0 0,11 1-6439 0 0,-7 52-513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9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11522 0 0,'0'0'154'0'0,"1"0"-1"0"0,0 0 0 0 0,-1 0 0 0 0,1 1 0 0 0,0-1 0 0 0,-1 0 0 0 0,1 0 0 0 0,0 0 1 0 0,-1 0-1 0 0,1 1 0 0 0,0-1 0 0 0,-1 0 0 0 0,1 1 0 0 0,0-1 0 0 0,-1 1 0 0 0,1-1 1 0 0,-1 0-1 0 0,1 1 0 0 0,-1-1 0 0 0,1 1 0 0 0,-1 0 0 0 0,0-1 0 0 0,1 1 0 0 0,-1-1 0 0 0,1 1 1 0 0,-1 0-1 0 0,0-1 0 0 0,0 1 0 0 0,1-1 0 0 0,-1 1 0 0 0,0 0 0 0 0,0-1 0 0 0,0 1 1 0 0,0 0-1 0 0,0 0 0 0 0,0 0 0 0 0,6 36 1747 0 0,-6-30-1385 0 0,11 159 2832 0 0,0 1-2686 0 0,-7-140-650 0 0,1 0 1 0 0,1 0 0 0 0,1 0-1 0 0,11 27 1 0 0,-16-51-92 0 0,0 1-1 0 0,0 0 1 0 0,0 0-1 0 0,0-1 0 0 0,0 1 1 0 0,1-1-1 0 0,5 6 1 0 0,-1-4-452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19.2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28 4145 0 0,'1'-2'213'0'0,"-1"1"0"0"0,0 0-1 0 0,1-1 1 0 0,-1 1 0 0 0,1 0 0 0 0,-1 0 0 0 0,1-1-1 0 0,0 1 1 0 0,-1 0 0 0 0,1 0 0 0 0,0 0 0 0 0,0 0-1 0 0,0 0 1 0 0,0 0 0 0 0,0 0 0 0 0,0 0 0 0 0,0 0 0 0 0,0 0-1 0 0,0 0 1 0 0,1 1 0 0 0,-1-1 0 0 0,0 0 0 0 0,1 1-1 0 0,-1-1 1 0 0,0 1 0 0 0,1 0 0 0 0,-1-1 0 0 0,0 1-1 0 0,1 0 1 0 0,-1 0 0 0 0,0 0 0 0 0,4 0 0 0 0,2-1 461 0 0,-1 1 0 0 0,1 0 0 0 0,0 1 0 0 0,0-1 0 0 0,10 3 1 0 0,-5 0-308 0 0,0 1 1 0 0,-1 0 0 0 0,1 1 0 0 0,-1 0-1 0 0,0 1 1 0 0,0 0 0 0 0,-1 1 0 0 0,0 0 0 0 0,0 0-1 0 0,-1 1 1 0 0,0 0 0 0 0,0 1 0 0 0,-1 0-1 0 0,0 1 1 0 0,0-1 0 0 0,-1 1 0 0 0,8 16-1 0 0,-8-12-255 0 0,-1-1 0 0 0,-1 1 0 0 0,-1 1-1 0 0,1-1 1 0 0,-2 0 0 0 0,0 1-1 0 0,-1 0 1 0 0,-1 0 0 0 0,0 0-1 0 0,-1 0 1 0 0,0 0 0 0 0,-1-1-1 0 0,-1 1 1 0 0,-4 15 0 0 0,0-5-107 0 0,-2 0 1 0 0,0 0-1 0 0,-2-1 0 0 0,-1 0 1 0 0,-1-1-1 0 0,0 0 1 0 0,-20 25-1 0 0,5-13-8 0 0,-2 0 0 0 0,-1-2 1 0 0,-47 40-1 0 0,54-54-285 0 0,3-7-7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2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2304 0 0,'14'-3'11528'0'0,"-2"22"-6106"0"0,-9-9-6347 0 0,-8 21 2283 0 0,1 9-763 0 0,23 100 61 0 0,-11-93-365 0 0,-2 0 0 0 0,-2 0 0 0 0,-2 62 0 0 0,-16 53-149 0 0,2-35-192 0 0,5 166-1 0 0,51 253-77 0 0,6 244 126 0 0,-72-293-27 0 0,-1-54 618 0 0,11 241-429 0 0,7-543-1300 0 0,0 34-1120 0 0,6-155 971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3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94 266 4145 0 0,'-59'30'1301'0'0,"25"-4"2743"0"0,67-34 1070 0 0,-20 5-5031 0 0,27-10 138 0 0,1 2-1 0 0,1 2 1 0 0,73-7-1 0 0,127 11-158 0 0,173 4-79 0 0,-158-1 294 0 0,1443 1 2265 0 0,-664-34-2426 0 0,-475 9-101 0 0,108 10 213 0 0,-2 35 0 0 0,-95 1-228 0 0,-525-19 0 0 0,611-22-55 0 0,-186 0 22 0 0,-129 16-31 0 0,821-26-341 0 0,-658 4 2194 0 0,5-15 388 0 0,-403 30-2037 0 0,235-34-40 0 0,-325 45-171 0 0,12-3-24 0 0,-16-2-3219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4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10 6913 0 0,'-11'-9'858'0'0,"4"14"924"0"0,2 24 1014 0 0,5-25-2816 0 0,-1 26 906 0 0,1-1-1 0 0,2 1 1 0 0,10 49 0 0 0,-6-40-480 0 0,75 413 182 0 0,-60-346-2015 0 0,-13-57-3607 0 0,-5-26 534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4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62 143 6449 0 0,'7'-11'457'0'0,"0"0"0"0"0,1 0-1 0 0,0 1 1 0 0,1-1 0 0 0,0 2-1 0 0,1 0 1 0 0,0 0-1 0 0,0 0 1 0 0,1 2 0 0 0,0-1-1 0 0,0 1 1 0 0,1 1 0 0 0,-1 0-1 0 0,19-7 1 0 0,-27 12-377 0 0,-1 0 0 0 0,1 1 0 0 0,-1-1 0 0 0,1 0 0 0 0,-1 1 0 0 0,1-1 0 0 0,0 1 0 0 0,-1 0 0 0 0,1 0 0 0 0,-1 0 0 0 0,1 0 0 0 0,0 0 0 0 0,-1 0 0 0 0,1 1 0 0 0,0 0 1 0 0,-1-1-1 0 0,1 1 0 0 0,-1 0 0 0 0,0 0 0 0 0,1 0 0 0 0,-1 0 0 0 0,0 1 0 0 0,1-1 0 0 0,-1 1 0 0 0,0-1 0 0 0,3 5 0 0 0,-3-4-75 0 0,-1 1 0 0 0,1-1-1 0 0,-1 1 1 0 0,0 0 0 0 0,0-1 0 0 0,0 1-1 0 0,0 0 1 0 0,-1 0 0 0 0,1 0 0 0 0,-1 0-1 0 0,0 0 1 0 0,0 0 0 0 0,0-1 0 0 0,0 1 0 0 0,0 0-1 0 0,-1 0 1 0 0,1 0 0 0 0,-1 0 0 0 0,0 0-1 0 0,0 0 1 0 0,0-1 0 0 0,0 1 0 0 0,0 0 0 0 0,-2 2-1 0 0,-13 20 244 0 0,-1 0 1 0 0,-1-1-1 0 0,-1-1 0 0 0,-1-1 0 0 0,-41 35 0 0 0,12-10-52 0 0,16-11-160 0 0,20-21-52 0 0,-1 0 0 0 0,-22 17 0 0 0,97-40 1432 0 0,-46 6-1179 0 0,-1 2 0 0 0,1 0 0 0 0,0 0-1 0 0,-1 2 1 0 0,1 0 0 0 0,25 6 0 0 0,86 35 687 0 0,-48-15-421 0 0,-60-22-618 0 0,38 11 268 0 0,-18-13-2812 0 0,-32-4 1667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5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1 210 13507 0 0,'13'-16'1480'0'0,"11"-7"1593"0"0,43-31 0 0 0,-37 32-2644 0 0,2 2 0 0 0,63-29-1 0 0,-38 30-967 0 0,-17 13-3541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5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0,'4'4'1104'0'0,"-1"0"-1"0"0,0 0 0 0 0,-1 0 0 0 0,1 0 1 0 0,0 0-1 0 0,1 7 0 0 0,-3-11-823 0 0,5 15 1035 0 0,0 0 0 0 0,-1 1-1 0 0,0-1 1 0 0,4 28 0 0 0,3 69 273 0 0,-10-86-1280 0 0,1 14-40 0 0,-2-18-863 0 0,0-1 0 0 0,2 1 0 0 0,0-1 0 0 0,2 0 0 0 0,0 0 0 0 0,10 24 0 0 0,-13-38 558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6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43 7834 0 0,'1'-2'349'0'0,"1"0"1"0"0,-1 1 0 0 0,1-1-1 0 0,-1 1 1 0 0,1-1 0 0 0,-1 1-1 0 0,1-1 1 0 0,0 1 0 0 0,3-2-1 0 0,3 3 1784 0 0,-12 14-1265 0 0,-92 136-195 0 0,22-38-682 0 0,57-85 252 0 0,7-12 600 0 0,24-34-432 0 0,51-72-796 0 0,48-73 2334 0 0,-111 161-1799 0 0,29-40 1309 0 0,-29 41-1367 0 0,-1 0-1 0 0,0 0 1 0 0,1 1-1 0 0,0-1 0 0 0,-1 1 1 0 0,1-1-1 0 0,0 1 0 0 0,0-1 1 0 0,0 1-1 0 0,0 0 0 0 0,0 0 1 0 0,0 0-1 0 0,0 0 0 0 0,0 0 1 0 0,0 1-1 0 0,1-1 1 0 0,-1 1-1 0 0,0-1 0 0 0,3 1 1 0 0,-2 0-36 0 0,-2 1 1 0 0,1 0 0 0 0,0 0 0 0 0,0 0-1 0 0,0 0 1 0 0,0 0 0 0 0,0 0 0 0 0,-1 0-1 0 0,1 1 1 0 0,-1-1 0 0 0,1 1-1 0 0,-1-1 1 0 0,1 1 0 0 0,-1-1 0 0 0,2 4-1 0 0,19 33 227 0 0,-14-22-244 0 0,3 2-361 0 0,1 0-1 0 0,0-1 1 0 0,2 0-1 0 0,17 17 1 0 0,-4-8-7241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7.3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1 159 3225 0 0,'14'-4'7409'0'0,"200"-17"-121"0"0,21-4-4542 0 0,-115 6-2514 0 0,156-4 1 0 0,-260 22-255 0 0,-1 1-76 0 0,0-1 1 0 0,0 0-1 0 0,0-1 1 0 0,0-1-1 0 0,-1 0 1 0 0,18-6-1 0 0,-32 9-2 0 0,1 0 0 0 0,-1 0 0 0 0,1 0 1 0 0,-1-1-1 0 0,0 1 0 0 0,1 0 0 0 0,-1 0 0 0 0,1 0 0 0 0,-1 0 0 0 0,0-1 0 0 0,1 1 0 0 0,-1 0 0 0 0,0 0 0 0 0,1-1 0 0 0,-1 1 0 0 0,0 0 0 0 0,1-1 0 0 0,-1 1 0 0 0,0 0 0 0 0,1-1 0 0 0,-1 1 0 0 0,0-1 0 0 0,0 1 0 0 0,0 0 0 0 0,1-1 0 0 0,-1 1 0 0 0,0-1 0 0 0,0 1 0 0 0,0 0 1 0 0,0-1-1 0 0,0 1 0 0 0,0-1 0 0 0,0 1 0 0 0,0-1 0 0 0,0 0 0 0 0,-14-10-2497 0 0,-31-4-877 0 0,43 14 3085 0 0,-12-2-1118 0 0,-1-2-1867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7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39 456 0 0,'-3'-1'507'0'0,"1"0"-1"0"0,-1 1 1 0 0,1-1-1 0 0,-1 0 0 0 0,1 0 1 0 0,0 0-1 0 0,-1-1 1 0 0,1 1-1 0 0,0-1 1 0 0,0 1-1 0 0,0-1 1 0 0,0 0-1 0 0,-2-2 1 0 0,2 2 204 0 0,0 0 0 0 0,0 0 0 0 0,0 1-1 0 0,0-1 1 0 0,0 1 0 0 0,-1-1 0 0 0,1 1 0 0 0,0 0 0 0 0,-1-1 0 0 0,1 1 0 0 0,-1 1 0 0 0,1-1 0 0 0,-8 3 3069 0 0,10-2-3730 0 0,5 5 1381 0 0,-3-3-1346 0 0,2 0 14 0 0,39 16 95 0 0,-14-6-136 0 0,0 0 1 0 0,0 3-1 0 0,-2 0 0 0 0,28 20 1 0 0,-53-33-62 0 0,1 0 1 0 0,0 0-1 0 0,-1 0 1 0 0,1 0-1 0 0,-1 1 1 0 0,0-1-1 0 0,0 1 1 0 0,0 0-1 0 0,0-1 1 0 0,0 1-1 0 0,-1 0 1 0 0,1 0-1 0 0,-1 0 1 0 0,0 0 0 0 0,0 1-1 0 0,0-1 1 0 0,0 0-1 0 0,0 0 1 0 0,-1 1-1 0 0,0-1 1 0 0,1 0-1 0 0,-1 1 1 0 0,0-1-1 0 0,-1 0 1 0 0,1 1-1 0 0,-1-1 1 0 0,1 0-1 0 0,-1 1 1 0 0,0-1 0 0 0,0 0-1 0 0,0 0 1 0 0,-1 0-1 0 0,1 0 1 0 0,-1 0-1 0 0,0 0 1 0 0,0 0-1 0 0,-2 3 1 0 0,-7 7-54 0 0,0 0 1 0 0,-1-1-1 0 0,0 0 0 0 0,-1-1 1 0 0,0-1-1 0 0,-16 10 1 0 0,1-2-985 0 0,-1 1-4146 0 0,4-1-1695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27.7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1 1 18532 0 0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5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3113 0 0,'1'0'70'0'0,"0"0"0"0"0,0 0 1 0 0,-1 0-1 0 0,1 1 0 0 0,0-1 0 0 0,0 0 1 0 0,-1 0-1 0 0,1 1 0 0 0,0-1 1 0 0,0 0-1 0 0,-1 1 0 0 0,1-1 1 0 0,0 1-1 0 0,-1-1 0 0 0,1 1 0 0 0,-1-1 1 0 0,1 1-1 0 0,0-1 0 0 0,-1 1 1 0 0,1 0-1 0 0,-1-1 0 0 0,0 1 0 0 0,1 0 1 0 0,-1-1-1 0 0,1 1 0 0 0,-1 0 1 0 0,0 0-1 0 0,0-1 0 0 0,1 1 1 0 0,-1 0-1 0 0,0 0 0 0 0,0-1 0 0 0,0 1 1 0 0,0 0-1 0 0,0 0 0 0 0,0 0 1 0 0,0 0-1 0 0,5 15 3012 0 0,-3-15-2808 0 0,-1 0 0 0 0,1 0 0 0 0,0-1 0 0 0,0 1 0 0 0,0 0 0 0 0,0-1 0 0 0,-1 1 0 0 0,1-1 0 0 0,0 1 0 0 0,0-1 0 0 0,0 0 0 0 0,0 0 0 0 0,0 0 0 0 0,4 0 0 0 0,37-5 413 0 0,-21 2 253 0 0,108-15 1409 0 0,-86 10-1818 0 0,0 1 0 0 0,46 1 0 0 0,67 12-357 0 0,35 0-265 0 0,-88-10 122 0 0,-2-1 85 0 0,182 16 1 0 0,-215-6-93 0 0,-1-3 0 0 0,79-8 0 0 0,93 3 32 0 0,-140 9-71 0 0,121 14-34 0 0,-176-16 49 0 0,0-2 0 0 0,0-1 0 0 0,1-3 0 0 0,60-10 0 0 0,-29 4 0 0 0,22-1-16 0 0,125-14-40 0 0,-20 5 56 0 0,-97 12 0 0 0,5-9 0 0 0,-80 9 0 0 0,0 2 0 0 0,0 1 0 0 0,1 1 0 0 0,-1 2 0 0 0,38 4 0 0 0,-28 3 0 0 0,29 5 0 0 0,1-2 0 0 0,0-4 0 0 0,89-3 0 0 0,87-2 0 0 0,-14 1 0 0 0,233-28 0 0 0,-358 17 0 0 0,288-12 0 0 0,-326 22 75 0 0,-24 1 564 0 0,0-3 1 0 0,77-10 0 0 0,-105 9-241 0 0,-8 1-429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6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 3225 0 0,'-9'2'11846'0'0,"19"13"-6341"0"0,-4 0-7893 0 0,10 94 3583 0 0,-15-86-1267 0 0,1-1 1 0 0,1 0-1 0 0,1 0 0 0 0,1 0 0 0 0,1-1 1 0 0,1 0-1 0 0,13 27 0 0 0,-20-47 40 0 0,1 0 0 0 0,-1 1 0 0 0,1-1 0 0 0,0 0 0 0 0,-1 0 0 0 0,1 0-1 0 0,0 0 1 0 0,0 0 0 0 0,0 0 0 0 0,0 0 0 0 0,0 0 0 0 0,0 0 0 0 0,0 0-1 0 0,0 0 1 0 0,0-1 0 0 0,0 1 0 0 0,0 0 0 0 0,1-1 0 0 0,-1 1 0 0 0,0-1-1 0 0,0 1 1 0 0,3-1 0 0 0,-3 0 44 0 0,0-1 0 0 0,0 1 0 0 0,0-1 0 0 0,0 1-1 0 0,0-1 1 0 0,0 0 0 0 0,0 1 0 0 0,0-1 0 0 0,0 0 0 0 0,0 0 0 0 0,-1 0 0 0 0,1 1-1 0 0,0-1 1 0 0,-1 0 0 0 0,1 0 0 0 0,0 0 0 0 0,-1 0 0 0 0,1 0 0 0 0,-1 0-1 0 0,0-1 1 0 0,1 1 0 0 0,-1 0 0 0 0,0 0 0 0 0,0 0 0 0 0,1-2 0 0 0,4-23 13 0 0,2 1 1 0 0,0 0 0 0 0,2 1 0 0 0,1 0-1 0 0,1 0 1 0 0,1 1 0 0 0,0 0 0 0 0,2 1-1 0 0,21-26 1 0 0,-34 47 3 0 0,1-1-1 0 0,-1 0 1 0 0,1 0 0 0 0,-1 1 0 0 0,1-1-1 0 0,0 1 1 0 0,0-1 0 0 0,0 1-1 0 0,-1 0 1 0 0,1-1 0 0 0,0 1-1 0 0,1 0 1 0 0,-1 1 0 0 0,0-1 0 0 0,0 0-1 0 0,0 0 1 0 0,0 1 0 0 0,1 0-1 0 0,-1-1 1 0 0,0 1 0 0 0,1 0 0 0 0,-1 0-1 0 0,0 0 1 0 0,0 0 0 0 0,1 0-1 0 0,-1 1 1 0 0,3 0 0 0 0,-1 1 39 0 0,0 0 0 0 0,-1 1-1 0 0,1-1 1 0 0,-1 1 0 0 0,1 0 0 0 0,-1 0 0 0 0,0 0 0 0 0,0 0-1 0 0,0 0 1 0 0,0 1 0 0 0,-1 0 0 0 0,0-1 0 0 0,4 7 0 0 0,9 24 137 0 0,-1 0 0 0 0,-1 0 1 0 0,-2 1-1 0 0,-2 0 0 0 0,5 40 0 0 0,5 11-3467 0 0,-16-70-3439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7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63 5529 0 0,'-1'25'6766'0'0,"5"20"-5410"0"0,-1-24-877 0 0,1 1 0 0 0,0-1 0 0 0,1-1-1 0 0,2 1 1 0 0,9 21 0 0 0,-14-38-465 0 0,-1 0 0 0 0,1-1 0 0 0,0 1 0 0 0,0 0 0 0 0,1-1 0 0 0,-1 0 0 0 0,1 0 0 0 0,0 1 0 0 0,-1-1 0 0 0,1-1 0 0 0,1 1 0 0 0,-1 0 1 0 0,0-1-1 0 0,1 0 0 0 0,-1 0 0 0 0,1 0 0 0 0,0 0 0 0 0,0 0 0 0 0,-1-1 0 0 0,1 1 0 0 0,0-1 0 0 0,0 0 0 0 0,0 0 0 0 0,1-1 0 0 0,-1 1 0 0 0,0-1 0 0 0,0 0 0 0 0,0 0 0 0 0,0-1 0 0 0,0 1 0 0 0,1-1 0 0 0,-1 0 0 0 0,7-2 0 0 0,-4 1 27 0 0,0 0-1 0 0,0-1 1 0 0,0 0 0 0 0,0-1 0 0 0,0 1-1 0 0,-1-1 1 0 0,1 0 0 0 0,-1-1 0 0 0,0 0-1 0 0,-1 0 1 0 0,1 0 0 0 0,-1-1-1 0 0,0 1 1 0 0,0-1 0 0 0,7-13 0 0 0,-9 14 31 0 0,-1 0 1 0 0,0 0 0 0 0,0 0-1 0 0,0-1 1 0 0,-1 1 0 0 0,0-1-1 0 0,0 1 1 0 0,0-1 0 0 0,-1 1-1 0 0,0-1 1 0 0,0 0 0 0 0,0 1-1 0 0,-1-1 1 0 0,1 1 0 0 0,-2-1-1 0 0,1 1 1 0 0,0-1 0 0 0,-1 1-1 0 0,0 0 1 0 0,0 0 0 0 0,-1 0-1 0 0,-3-7 1 0 0,-2 0 10 0 0,0 0 1 0 0,-1 0-1 0 0,-1 1 0 0 0,1 0 1 0 0,-19-16-1 0 0,23 23-249 0 0,0 0-1 0 0,0 0 1 0 0,0 1-1 0 0,0-1 0 0 0,-1 1 1 0 0,1 0-1 0 0,-1 0 1 0 0,0 1-1 0 0,0 0 1 0 0,0 0-1 0 0,0 0 1 0 0,0 1-1 0 0,-1 0 1 0 0,1 0-1 0 0,-8 0 1 0 0,-6 5-4102 0 0,2 4-1286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7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 11202 0 0,'0'0'98'0'0,"1"-1"0"0"0,-1 0-1 0 0,0 0 1 0 0,0 1 0 0 0,0-1-1 0 0,1 0 1 0 0,-1 0-1 0 0,0 1 1 0 0,0-1 0 0 0,1 0-1 0 0,-1 1 1 0 0,1-1-1 0 0,-1 1 1 0 0,1-1 0 0 0,-1 1-1 0 0,1-1 1 0 0,-1 0 0 0 0,1 1-1 0 0,-1 0 1 0 0,1-1-1 0 0,0 1 1 0 0,-1-1 0 0 0,1 1-1 0 0,0 0 1 0 0,-1-1 0 0 0,1 1-1 0 0,0 0 1 0 0,0 0-1 0 0,-1 0 1 0 0,1-1 0 0 0,0 1-1 0 0,-1 0 1 0 0,1 0 0 0 0,0 0-1 0 0,0 0 1 0 0,-1 0-1 0 0,1 0 1 0 0,0 1 0 0 0,0-1-1 0 0,-1 0 1 0 0,1 0 0 0 0,0 0-1 0 0,0 1 1 0 0,-1-1-1 0 0,1 0 1 0 0,0 1 0 0 0,-1-1-1 0 0,1 1 1 0 0,-1-1 0 0 0,1 0-1 0 0,0 1 1 0 0,-1-1-1 0 0,1 1 1 0 0,0 1 0 0 0,3 1 464 0 0,-1 1 1 0 0,1 0-1 0 0,-1 0 1 0 0,1 1 0 0 0,-1-1-1 0 0,4 8 1 0 0,-1 5-101 0 0,1-1 0 0 0,-2 1 1 0 0,0 0-1 0 0,4 30 0 0 0,2 75-321 0 0,-5-43-22 0 0,-2-23-564 0 0,7 50 838 0 0,3-56-2728 0 0,9-4-3720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8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17 120 1376 0 0,'-17'1'199'0'0,"19"-6"1610"0"0,22-9 578 0 0,20-5-210 0 0,0 1 1 0 0,82-20 0 0 0,-84 30-1721 0 0,0 1 0 0 0,0 2 0 0 0,56 0 0 0 0,-85 4-337 0 0,13 1-19 0 0,-23 1 248 0 0,-16 4 862 0 0,9-3-719 0 0,1 0-426 0 0,0 0 1 0 0,0 0 0 0 0,1 1-1 0 0,-1-1 1 0 0,0 1 0 0 0,1 0-1 0 0,0 0 1 0 0,0 0 0 0 0,0 0-1 0 0,0 0 1 0 0,0 0 0 0 0,0 0-1 0 0,1 0 1 0 0,-1 1-1 0 0,1-1 1 0 0,0 1 0 0 0,0-1-1 0 0,0 1 1 0 0,1 0 0 0 0,-1-1-1 0 0,1 1 1 0 0,0-1 0 0 0,0 1-1 0 0,0 0 1 0 0,1-1-1 0 0,-1 1 1 0 0,1 0 0 0 0,0-1-1 0 0,0 1 1 0 0,0-1 0 0 0,0 1-1 0 0,4 5 1 0 0,-2-4-27 0 0,0 1 1 0 0,0-1-1 0 0,1 0 0 0 0,-1-1 1 0 0,1 1-1 0 0,0 0 0 0 0,1-1 1 0 0,-1 0-1 0 0,1 0 0 0 0,0-1 1 0 0,0 1-1 0 0,0-1 0 0 0,0 0 1 0 0,1 0-1 0 0,-1-1 0 0 0,1 1 0 0 0,0-1 1 0 0,10 2-1 0 0,-12-3-10 0 0,1 0 0 0 0,-1-1 0 0 0,1 1 0 0 0,-1-1 0 0 0,0 0 0 0 0,1 0 0 0 0,-1-1 0 0 0,1 1 0 0 0,-1-1 0 0 0,0 0 0 0 0,1 0 0 0 0,-1 0 0 0 0,0-1 0 0 0,0 1 0 0 0,0-1 0 0 0,0 0 0 0 0,0 0 0 0 0,0-1 0 0 0,0 1 0 0 0,-1-1 0 0 0,1 0 0 0 0,-1 0 0 0 0,0 0 0 0 0,0 0 0 0 0,0-1 0 0 0,2-3 0 0 0,-3 4 12 0 0,-1 0 0 0 0,1-1-1 0 0,-1 1 1 0 0,0 0-1 0 0,0-1 1 0 0,0 1 0 0 0,-1-1-1 0 0,1 1 1 0 0,-1-1 0 0 0,0 1-1 0 0,0-1 1 0 0,0 0-1 0 0,0 1 1 0 0,-1-1 0 0 0,1 1-1 0 0,-1-1 1 0 0,0 1 0 0 0,0 0-1 0 0,0-1 1 0 0,-1 1-1 0 0,-3-6 1 0 0,3 4-45 0 0,-1 0 0 0 0,1 1 0 0 0,-1-1 0 0 0,0 1-1 0 0,-1 0 1 0 0,1 0 0 0 0,-1 0 0 0 0,0 0 0 0 0,0 1 0 0 0,0-1 0 0 0,0 1 0 0 0,-1 0 0 0 0,-8-4-1 0 0,11 6-277 0 0,-1 0 0 0 0,1 0-1 0 0,-1 0 1 0 0,0 0-1 0 0,1 0 1 0 0,-1 1-1 0 0,0 0 1 0 0,0-1-1 0 0,1 1 1 0 0,-1 0-1 0 0,0 0 1 0 0,0 1-1 0 0,0-1 1 0 0,1 0-1 0 0,-1 1 1 0 0,-5 1-1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8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4145 0 0,'2'5'498'0'0,"-1"0"1"0"0,0 1-1 0 0,0-1 0 0 0,0 0 1 0 0,-1 1-1 0 0,0-1 0 0 0,-1 8 1 0 0,1 0 708 0 0,1 1-636 0 0,0-1-1 0 0,1 0 1 0 0,0 0-1 0 0,1 0 1 0 0,1 0-1 0 0,0 0 1 0 0,6 12-1 0 0,-9-22-521 0 0,0-1 0 0 0,0 1 1 0 0,1-1-1 0 0,-1 0 0 0 0,1 1 0 0 0,-1-1 0 0 0,1 0 0 0 0,-1 0 0 0 0,1 0 0 0 0,0 0 0 0 0,0 0 0 0 0,0-1 0 0 0,0 1 0 0 0,1 0 0 0 0,-1-1 0 0 0,0 0 0 0 0,1 1 0 0 0,-1-1 0 0 0,1 0 0 0 0,-1 0 0 0 0,1-1 0 0 0,-1 1 0 0 0,1 0 1 0 0,0-1-1 0 0,-1 1 0 0 0,1-1 0 0 0,0 0 0 0 0,-1 0 0 0 0,1 0 0 0 0,0-1 0 0 0,0 1 0 0 0,-1 0 0 0 0,1-1 0 0 0,-1 0 0 0 0,1 0 0 0 0,0 1 0 0 0,-1-2 0 0 0,0 1 0 0 0,1 0 0 0 0,-1 0 0 0 0,3-2 0 0 0,2-2-20 0 0,0 1 0 0 0,-1-1 0 0 0,0 0 0 0 0,1 0 0 0 0,-2-1 0 0 0,1 1 0 0 0,0-1 0 0 0,7-13 0 0 0,-1 0 600 0 0,17-39-1 0 0,-28 56-577 0 0,-1 1 4 0 0,1-1 0 0 0,-1 1 0 0 0,1 0 0 0 0,0-1 1 0 0,-1 1-1 0 0,1 0 0 0 0,0 0 0 0 0,0 0 0 0 0,0 0 0 0 0,0 0 1 0 0,0 0-1 0 0,0 0 0 0 0,0 0 0 0 0,0 0 0 0 0,0 0 0 0 0,0 0 1 0 0,3-1-1 0 0,-3 2-34 0 0,-1 0 0 0 0,1 0 0 0 0,0 0 0 0 0,0 0 1 0 0,-1 1-1 0 0,1-1 0 0 0,0 0 0 0 0,-1 0 0 0 0,1 0 0 0 0,0 1 1 0 0,-1-1-1 0 0,1 0 0 0 0,0 1 0 0 0,-1-1 0 0 0,1 1 0 0 0,-1-1 1 0 0,1 1-1 0 0,-1-1 0 0 0,1 1 0 0 0,-1-1 0 0 0,1 1 0 0 0,-1-1 1 0 0,1 1-1 0 0,0 0 0 0 0,3 8 71 0 0,1-1 1 0 0,-2 1 0 0 0,1 0-1 0 0,2 10 1 0 0,-1-5 114 0 0,-3-8-206 0 0,1 0 1 0 0,0 0-1 0 0,0-1 0 0 0,1 1 1 0 0,-1-1-1 0 0,1 0 0 0 0,0 0 0 0 0,1 0 1 0 0,-1 0-1 0 0,1-1 0 0 0,7 6 1 0 0,-8-7-291 0 0,0-1 1 0 0,0 0 0 0 0,0 0 0 0 0,0 0-1 0 0,0-1 1 0 0,0 1 0 0 0,0-1 0 0 0,1 0-1 0 0,-1 0 1 0 0,1 0 0 0 0,-1-1 0 0 0,1 1-1 0 0,-1-1 1 0 0,1 0 0 0 0,-1-1 0 0 0,0 1-1 0 0,7-2 1 0 0,1-2-5117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39.2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91 308 8290 0 0,'1'-1'129'0'0,"-1"0"1"0"0,1 0-1 0 0,-1 0 0 0 0,0 0 1 0 0,1 0-1 0 0,-1 0 1 0 0,0 0-1 0 0,0 0 0 0 0,0 0 1 0 0,0 0-1 0 0,0 0 1 0 0,0 0-1 0 0,0 0 0 0 0,0 0 1 0 0,0 0-1 0 0,0 0 1 0 0,-1 0-1 0 0,1 0 0 0 0,0 0 1 0 0,-1 0-1 0 0,1 0 1 0 0,-1 0-1 0 0,1 0 0 0 0,-1 0 1 0 0,1 0-1 0 0,-1 0 1 0 0,0 0-1 0 0,1 1 0 0 0,-1-1 1 0 0,0 0-1 0 0,0 0 1 0 0,0 1-1 0 0,0-1 0 0 0,1 1 1 0 0,-1-1-1 0 0,0 1 1 0 0,0-1-1 0 0,0 1 0 0 0,0-1 1 0 0,0 1-1 0 0,0 0 1 0 0,0 0-1 0 0,0-1 0 0 0,0 1 1 0 0,0 0-1 0 0,-1 0 1 0 0,1 0-1 0 0,0 0 0 0 0,0 0 1 0 0,0 0-1 0 0,0 1 1 0 0,0-1-1 0 0,0 0 0 0 0,0 0 1 0 0,0 1-1 0 0,0-1 1 0 0,0 1-1 0 0,0-1 0 0 0,0 1 1 0 0,0-1-1 0 0,1 1 1 0 0,-1 0-1 0 0,0-1 0 0 0,0 1 1 0 0,0 0-1 0 0,0 1 1 0 0,-5 5 0 0 0,0 1 0 0 0,1 0 0 0 0,0 0 0 0 0,0 0 0 0 0,1 0 1 0 0,0 1-1 0 0,-5 15 0 0 0,8-20-144 0 0,0-1 0 0 0,0 1 0 0 0,0 0 0 0 0,0 0 0 0 0,1 0 0 0 0,-1 0 0 0 0,1 0 0 0 0,0 0 0 0 0,0 0 0 0 0,0-1 0 0 0,1 1 0 0 0,-1 0 0 0 0,1 0 0 0 0,0 0 0 0 0,0 0 0 0 0,1-1 0 0 0,-1 1 0 0 0,1 0-1 0 0,-1-1 1 0 0,6 7 0 0 0,-5-8-48 0 0,0 0 0 0 0,1-1-1 0 0,-1 1 1 0 0,0-1-1 0 0,1 0 1 0 0,0 0-1 0 0,-1 0 1 0 0,1 0-1 0 0,0 0 1 0 0,-1 0-1 0 0,1-1 1 0 0,0 0-1 0 0,0 1 1 0 0,0-1 0 0 0,-1 0-1 0 0,1 0 1 0 0,0 0-1 0 0,0-1 1 0 0,0 1-1 0 0,-1-1 1 0 0,1 1-1 0 0,0-1 1 0 0,0 0-1 0 0,-1 0 1 0 0,4-2-1 0 0,9-3-446 0 0,0-1 0 0 0,26-17 0 0 0,-31 17 436 0 0,-1-1 0 0 0,1 0 0 0 0,-2 0 0 0 0,1-1 0 0 0,-1 0 0 0 0,0-1 0 0 0,-1 0 0 0 0,0 0 0 0 0,0-1 0 0 0,-1 1 0 0 0,-1-1 1 0 0,0-1-1 0 0,0 1 0 0 0,-1-1 0 0 0,3-15 0 0 0,-1 1 448 0 0,-2 0 1 0 0,0 0-1 0 0,-2 0 1 0 0,-1-1 0 0 0,-1 1-1 0 0,-4-31 1 0 0,4 54-211 0 0,0 0 0 0 0,0 1 0 0 0,-1-1 0 0 0,0 1 0 0 0,1-1 1 0 0,-1 1-1 0 0,0-1 0 0 0,0 1 0 0 0,-2-5 0 0 0,3 7-138 0 0,-1 0 0 0 0,1 0-1 0 0,0 0 1 0 0,0 0 0 0 0,0 0-1 0 0,0-1 1 0 0,0 1 0 0 0,0 0-1 0 0,0 0 1 0 0,-1 0 0 0 0,1 0-1 0 0,0 0 1 0 0,0 0 0 0 0,0 0-1 0 0,0 0 1 0 0,0 0 0 0 0,-1 0-1 0 0,1 0 1 0 0,0 0 0 0 0,0 0-1 0 0,0 0 1 0 0,0 0 0 0 0,0 0-1 0 0,0 0 1 0 0,-1 0 0 0 0,1 0-1 0 0,0 1 1 0 0,0-1 0 0 0,0 0-1 0 0,0 0 1 0 0,0 0 0 0 0,0 0-1 0 0,-1 0 1 0 0,1 0 0 0 0,0 0-1 0 0,0 0 1 0 0,0 0 0 0 0,0 0-1 0 0,0 1 1 0 0,0-1 0 0 0,0 0-1 0 0,0 0 1 0 0,0 0 0 0 0,0 0-1 0 0,0 0 1 0 0,0 0 0 0 0,0 1-1 0 0,-1-1 1 0 0,1 0 0 0 0,-4 19 430 0 0,0 19-356 0 0,1 0 1 0 0,2 1-1 0 0,6 61 1 0 0,-3-83-196 0 0,1 1 0 0 0,1-1 0 0 0,0 1 0 0 0,1-1 0 0 0,1 0 1 0 0,0-1-1 0 0,2 1 0 0 0,0-1 0 0 0,0-1 0 0 0,12 16 0 0 0,-17-28-10 0 0,-1 1 0 0 0,1-1 1 0 0,0 1-1 0 0,0-1 0 0 0,0 0 0 0 0,0 0 1 0 0,1-1-1 0 0,-1 1 0 0 0,1-1 0 0 0,0 1 0 0 0,0-1 1 0 0,0 0-1 0 0,0-1 0 0 0,0 1 0 0 0,0-1 1 0 0,0 0-1 0 0,6 1 0 0 0,-7-2 88 0 0,0 0 0 0 0,0 0 0 0 0,0-1 0 0 0,0 1 0 0 0,0-1 0 0 0,0 0 0 0 0,0 0 0 0 0,0 0 0 0 0,0 0 0 0 0,0-1 0 0 0,0 1 0 0 0,-1-1 0 0 0,1 1 1 0 0,-1-1-1 0 0,1 0 0 0 0,-1 0 0 0 0,0 0 0 0 0,1-1 0 0 0,-1 1 0 0 0,0 0 0 0 0,0-1 0 0 0,-1 1 0 0 0,1-1 0 0 0,1-4 0 0 0,23-49 574 0 0,-20 39-293 0 0,1 1 0 0 0,11-20 0 0 0,-15 32-154 0 0,-1 0 0 0 0,1 0-1 0 0,0 1 1 0 0,0-1 0 0 0,0 1-1 0 0,1 0 1 0 0,-1 0 0 0 0,1 0 0 0 0,-1 0-1 0 0,1 0 1 0 0,0 1 0 0 0,0 0-1 0 0,6-3 1 0 0,-8 5-71 0 0,-1-1 0 0 0,1 1 0 0 0,-1 0 0 0 0,0 0 0 0 0,1 0 0 0 0,-1 0 0 0 0,1 0 0 0 0,-1 0 0 0 0,1 0 0 0 0,-1 1-1 0 0,0-1 1 0 0,1 0 0 0 0,-1 1 0 0 0,0-1 0 0 0,1 1 0 0 0,-1-1 0 0 0,0 1 0 0 0,0 0 0 0 0,0 0 0 0 0,1 0 0 0 0,-1-1 0 0 0,0 1 0 0 0,0 0 0 0 0,0 0 0 0 0,0 0-1 0 0,0 1 1 0 0,-1-1 0 0 0,1 0 0 0 0,0 0 0 0 0,0 0 0 0 0,-1 1 0 0 0,1-1 0 0 0,-1 0 0 0 0,2 3 0 0 0,2 6 143 0 0,-1 1 0 0 0,0 0 0 0 0,3 13 0 0 0,-5-17-154 0 0,1 1-43 0 0,0 0 0 0 0,0 0 1 0 0,1 0-1 0 0,0 0 0 0 0,7 13 0 0 0,-8-19-300 0 0,0 1-1 0 0,0 0 1 0 0,0 0 0 0 0,1-1 0 0 0,-1 1 0 0 0,1-1-1 0 0,-1 1 1 0 0,1-1 0 0 0,0 0 0 0 0,0 0-1 0 0,0-1 1 0 0,0 1 0 0 0,0 0 0 0 0,1-1 0 0 0,-1 0-1 0 0,5 1 1 0 0,8 2-1413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1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28 102 4145 0 0,'-27'-9'5982'0'0,"41"4"-4338"0"0,140-28 4085 0 0,106-16-2633 0 0,-229 46-3299 0 0,48 1 0 0 0,-31 7-5959 0 0,-30-2 120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2.0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 10138 0 0,'0'1'117'0'0,"-1"1"0"0"0,0-1-1 0 0,1 1 1 0 0,-1-1 0 0 0,1 1-1 0 0,-1 0 1 0 0,1-1 0 0 0,0 1-1 0 0,0-1 1 0 0,0 1 0 0 0,0 0 0 0 0,0-1-1 0 0,0 1 1 0 0,0-1 0 0 0,0 1-1 0 0,0 0 1 0 0,1 1 0 0 0,9 36 1251 0 0,-6-24-691 0 0,30 121 3860 0 0,18 86-1825 0 0,-32-128-3258 0 0,-10-55-5415 0 0,-4-19-503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2.4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10594 0 0,'2'0'287'0'0,"0"1"-1"0"0,0 0 0 0 0,0-1 1 0 0,0 1-1 0 0,0 0 1 0 0,0 0-1 0 0,0 1 0 0 0,0-1 1 0 0,0 0-1 0 0,-1 0 1 0 0,1 1-1 0 0,0-1 0 0 0,-1 1 1 0 0,1 0-1 0 0,-1-1 0 0 0,0 1 1 0 0,2 3-1 0 0,19 34 1842 0 0,-11-13-1286 0 0,-2 1-1 0 0,-2 0 1 0 0,9 54-1 0 0,5 17-6989 0 0,-13-72-329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2.5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22 10594 0 0,'0'0'29'0'0,"0"0"0"0"0,-1-1 1 0 0,1 1-1 0 0,0-1 0 0 0,-1 1 0 0 0,1-1 0 0 0,0 1 0 0 0,0-1 0 0 0,-1 1 0 0 0,1-1 0 0 0,0 1 0 0 0,0-1 1 0 0,0 1-1 0 0,0-1 0 0 0,0 1 0 0 0,0-1 0 0 0,0 1 0 0 0,0-1 0 0 0,0 1 0 0 0,0-1 0 0 0,0 0 0 0 0,0 1 1 0 0,0-1-1 0 0,0 1 0 0 0,0-1 0 0 0,0 1 0 0 0,1-1 0 0 0,-1 1 0 0 0,0-1 0 0 0,0 1 0 0 0,1-1 0 0 0,-1 1 1 0 0,0-1-1 0 0,1 1 0 0 0,-1 0 0 0 0,0-1 0 0 0,1 1 0 0 0,-1 0 0 0 0,1-1 0 0 0,-1 1 0 0 0,1 0 0 0 0,-1-1 1 0 0,1 1-1 0 0,-1 0 0 0 0,1 0 0 0 0,-1-1 0 0 0,1 1 0 0 0,-1 0 0 0 0,1 0 0 0 0,-1 0 0 0 0,1 0 1 0 0,-1 0-1 0 0,1 0 0 0 0,-1 0 0 0 0,1 0 0 0 0,0 0 0 0 0,-1 0 0 0 0,1 0 0 0 0,-1 0 0 0 0,1 0 0 0 0,-1 0 1 0 0,1 1-1 0 0,-1-1 0 0 0,1 0 0 0 0,2 1 35 0 0,-1-1 0 0 0,1 1 0 0 0,-1 0 0 0 0,0-1 0 0 0,1 1 0 0 0,-1 0 0 0 0,0 0 0 0 0,0 1 0 0 0,0-1 0 0 0,0 0 0 0 0,0 1 0 0 0,0-1 0 0 0,0 1 0 0 0,0 0 0 0 0,2 2 0 0 0,17 38-1882 0 0,-14-27 1496 0 0,1 0 0 0 0,12 18 0 0 0,-4-12 262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45 6913 0 0,'0'0'110'0'0,"1"-1"0"0"0,-1 0 0 0 0,1 0 0 0 0,0 1 0 0 0,-1-1 0 0 0,1 0 0 0 0,0 1 0 0 0,-1-1-1 0 0,1 1 1 0 0,0-1 0 0 0,0 1 0 0 0,-1-1 0 0 0,1 1 0 0 0,0-1 0 0 0,0 1 0 0 0,0 0-1 0 0,0 0 1 0 0,-1-1 0 0 0,1 1 0 0 0,0 0 0 0 0,0 0 0 0 0,0 0 0 0 0,0 0 0 0 0,0 0-1 0 0,0 0 1 0 0,0 0 0 0 0,1 0 0 0 0,0 1 195 0 0,1 0-1 0 0,0 0 1 0 0,0 0-1 0 0,-1 1 1 0 0,1-1-1 0 0,-1 0 1 0 0,1 1-1 0 0,-1 0 1 0 0,2 2-1 0 0,4 2 398 0 0,-1 2 0 0 0,1-1-1 0 0,-2 1 1 0 0,8 12 0 0 0,-8-9-711 0 0,-1-1 0 0 0,0 1 1 0 0,-1 1-1 0 0,0-1 0 0 0,-1 0 1 0 0,-1 1-1 0 0,1 0 0 0 0,-2 0 1 0 0,0 0-1 0 0,0 0 0 0 0,-1 0 1 0 0,0-1-1 0 0,-4 21 0 0 0,13-46-241 0 0,5-15 586 0 0,-4 1 220 0 0,16-32 0 0 0,-21 51-358 0 0,0 0 1 0 0,0 0-1 0 0,1 0 1 0 0,0 1 0 0 0,1 0-1 0 0,0 0 1 0 0,9-8-1 0 0,-15 15-148 0 0,0 0 0 0 0,1 0 0 0 0,-1 0-1 0 0,0 0 1 0 0,0 0 0 0 0,1 0 0 0 0,-1 1 0 0 0,1-1-1 0 0,-1 1 1 0 0,1-1 0 0 0,-1 1 0 0 0,1-1 0 0 0,-1 1-1 0 0,1 0 1 0 0,-1 0 0 0 0,1-1 0 0 0,0 1 0 0 0,-1 0-1 0 0,1 0 1 0 0,-1 1 0 0 0,1-1 0 0 0,0 0 0 0 0,-1 1-1 0 0,1-1 1 0 0,-1 1 0 0 0,1-1 0 0 0,-1 1 0 0 0,0-1-1 0 0,1 1 1 0 0,-1 0 0 0 0,0 0 0 0 0,1 0 0 0 0,-1 0-1 0 0,0 0 1 0 0,0 0 0 0 0,0 0 0 0 0,0 0 0 0 0,2 2-1 0 0,4 7 38 0 0,0 0 0 0 0,-1 1-1 0 0,0-1 1 0 0,6 17 0 0 0,9 13-112 0 0,-21-39 17 0 0,1 0 0 0 0,-1 0-1 0 0,1-1 1 0 0,0 1 0 0 0,0 0-1 0 0,-1 0 1 0 0,1-1 0 0 0,0 1-1 0 0,0 0 1 0 0,0-1 0 0 0,0 1-1 0 0,-1-1 1 0 0,1 1 0 0 0,0-1-1 0 0,0 1 1 0 0,0-1-1 0 0,0 1 1 0 0,0-1 0 0 0,0 0-1 0 0,1 0 1 0 0,-1 0 0 0 0,0 0-1 0 0,0 0 1 0 0,1 0 0 0 0,0 0-14 0 0,0-1 0 0 0,-1 1 0 0 0,1-1 0 0 0,0 0 0 0 0,-1 0 0 0 0,1 0 0 0 0,-1 0 0 0 0,0 0 0 0 0,1 0 0 0 0,-1 0 0 0 0,0 0 0 0 0,1-1 0 0 0,0-1 0 0 0,5-6-133 0 0,-1 0 1 0 0,0-1-1 0 0,7-17 0 0 0,-10 22 91 0 0,-2 1 59 0 0,37-64 104 0 0,-36 63-35 0 0,2 1 0 0 0,-1-1 0 0 0,0 1 0 0 0,1 0 0 0 0,0 0-1 0 0,0 1 1 0 0,0-1 0 0 0,0 1 0 0 0,1 0 0 0 0,-1 0 0 0 0,1 0 0 0 0,5-2 0 0 0,-9 5-38 0 0,1-1 1 0 0,-1 1 0 0 0,1 0-1 0 0,-1 0 1 0 0,1 0 0 0 0,-1 0-1 0 0,1 0 1 0 0,-1 0 0 0 0,1 1 0 0 0,-1-1-1 0 0,1 0 1 0 0,-1 1 0 0 0,1-1-1 0 0,-1 1 1 0 0,1-1 0 0 0,-1 1-1 0 0,0 0 1 0 0,1 0 0 0 0,-1 0-1 0 0,0 0 1 0 0,0 0 0 0 0,0 0 0 0 0,0 0-1 0 0,0 0 1 0 0,0 0 0 0 0,2 2-1 0 0,25 41 270 0 0,-20-29-147 0 0,1 1-584 0 0,26 38 1087 0 0,-8-22-7402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3.5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1 269 8522 0 0,'5'-1'528'0'0,"0"-1"-1"0"0,-1 0 1 0 0,1 0 0 0 0,0 0-1 0 0,-1 0 1 0 0,1-1 0 0 0,-1 0 0 0 0,5-4-1 0 0,2-1 1176 0 0,-5 4-1445 0 0,0-1-1 0 0,0 0 1 0 0,0 0 0 0 0,-1 0-1 0 0,0-1 1 0 0,0 0 0 0 0,0 0-1 0 0,-1 0 1 0 0,1-1 0 0 0,-2 1-1 0 0,1-1 1 0 0,-1 0 0 0 0,0 0-1 0 0,0 0 1 0 0,2-11 0 0 0,-4 12-259 0 0,0 1 1 0 0,0-1-1 0 0,0 0 1 0 0,-1 1 0 0 0,0-1-1 0 0,0 0 1 0 0,-1 1-1 0 0,1-1 1 0 0,-1 0 0 0 0,0 1-1 0 0,-1-1 1 0 0,1 1 0 0 0,-1-1-1 0 0,0 1 1 0 0,-1 0-1 0 0,1 0 1 0 0,-1 0 0 0 0,0 0-1 0 0,0 0 1 0 0,-1 1-1 0 0,-5-7 1 0 0,9 10 20 0 0,-1 1 0 0 0,0-1 1 0 0,1 1-1 0 0,-1-1 0 0 0,1 1 0 0 0,-1 0 0 0 0,0-1 0 0 0,1 1 1 0 0,-1 0-1 0 0,0-1 0 0 0,1 1 0 0 0,-1 0 0 0 0,0 0 0 0 0,1 0 1 0 0,-1-1-1 0 0,0 1 0 0 0,0 0 0 0 0,1 0 0 0 0,-1 0 0 0 0,0 0 0 0 0,0 0 1 0 0,1 1-1 0 0,-1-1 0 0 0,0 0 0 0 0,0 0 0 0 0,1 0 0 0 0,-1 1 1 0 0,0-1-1 0 0,1 0 0 0 0,-1 1 0 0 0,0-1 0 0 0,1 0 0 0 0,-1 1 1 0 0,1-1-1 0 0,-1 1 0 0 0,1-1 0 0 0,-1 1 0 0 0,1-1 0 0 0,-1 1 1 0 0,1-1-1 0 0,-1 1 0 0 0,1 0 0 0 0,-1-1 0 0 0,1 1 0 0 0,-1 1 0 0 0,-16 34 383 0 0,15-30-358 0 0,-7 15 71 0 0,1 0 0 0 0,0 1 0 0 0,2 1-1 0 0,1-1 1 0 0,-5 45 0 0 0,10-61-108 0 0,-1-1 0 0 0,1 1 0 0 0,1 0-1 0 0,-1 0 1 0 0,1-1 0 0 0,0 1 0 0 0,0 0 0 0 0,1-1 0 0 0,-1 1 0 0 0,1-1-1 0 0,1 0 1 0 0,-1 0 0 0 0,1 1 0 0 0,0-1 0 0 0,0-1 0 0 0,0 1 0 0 0,1 0 0 0 0,-1-1-1 0 0,1 0 1 0 0,0 0 0 0 0,0 0 0 0 0,1 0 0 0 0,-1-1 0 0 0,1 1 0 0 0,0-1-1 0 0,0 0 1 0 0,0-1 0 0 0,0 1 0 0 0,6 1 0 0 0,2 0-290 0 0,0 0 0 0 0,0 0 0 0 0,19 2-1 0 0,17-5-3420 0 0,-24-3-2457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3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74 5985 0 0,'-2'-1'922'0'0,"2"0"-868"0"0,0 1 1 0 0,-1 0-1 0 0,3-4 1735 0 0,-2 4-1735 0 0,12-7 1783 0 0,15-4 184 0 0,10 0-382 0 0,0 1-1 0 0,53-5 1 0 0,-31 9-746 0 0,-1 2-1 0 0,80 6 0 0 0,-2 10-128 0 0,-77-4-954 0 0,1-3 1 0 0,0-3-1 0 0,0-3 1 0 0,66-8-1 0 0,-125 9-3 0 0,0 0 0 0 0,0 0 0 0 0,1 0 0 0 0,-1 0 0 0 0,0 0-1 0 0,0 0 1 0 0,0-1 0 0 0,0 1 0 0 0,0 0 0 0 0,0-1 0 0 0,0 1 0 0 0,0-1-1 0 0,0 1 1 0 0,0-1 0 0 0,0 1 0 0 0,0-1 0 0 0,0 0 0 0 0,0 1 0 0 0,0-1-1 0 0,0 0 1 0 0,-1 0 0 0 0,1 1 0 0 0,0-1 0 0 0,0 0 0 0 0,-1 0 0 0 0,1 0-1 0 0,-1 0 1 0 0,1 0 0 0 0,-1 0 0 0 0,1 0 0 0 0,-1 0 0 0 0,0 0-1 0 0,1-1 1 0 0,-1 0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2:54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 94 3225 0 0,'-13'-6'274'0'0,"0"1"1"0"0,0 0 0 0 0,0 1 0 0 0,-27-5 0 0 0,26 6 1148 0 0,1 0 0 0 0,-1-1 0 0 0,1 0 0 0 0,-22-10 1 0 0,33 13-1158 0 0,1 0 1 0 0,-1 0 0 0 0,1 1 0 0 0,0-1 0 0 0,0 0 0 0 0,0 0 0 0 0,-1 0 0 0 0,1 0 0 0 0,0-1 0 0 0,0 1 0 0 0,1 0 0 0 0,-3-2 0 0 0,3 2-126 0 0,0 1-1 0 0,0-1 0 0 0,0 1 0 0 0,0-1 0 0 0,-1 1 0 0 0,1-1 1 0 0,0 1-1 0 0,0-1 0 0 0,0 1 0 0 0,0-1 0 0 0,0 1 0 0 0,0-1 1 0 0,0 1-1 0 0,0-1 0 0 0,1 1 0 0 0,-1-1 0 0 0,0 1 1 0 0,0-1-1 0 0,0 1 0 0 0,0-1 0 0 0,1 1 0 0 0,-1-1 0 0 0,0 1 1 0 0,1-1-1 0 0,0 0-17 0 0,0 0 0 0 0,0 0 1 0 0,1 0-1 0 0,-1 1 0 0 0,0-1 0 0 0,1 0 1 0 0,-1 1-1 0 0,0-1 0 0 0,1 1 0 0 0,-1 0 1 0 0,1-1-1 0 0,-1 1 0 0 0,0 0 0 0 0,1 0 1 0 0,-1 0-1 0 0,1 0 0 0 0,-1 0 0 0 0,1 0 1 0 0,-1 0-1 0 0,1 0 0 0 0,-1 1 1 0 0,1-1-1 0 0,-1 1 0 0 0,2 0 0 0 0,30 12 178 0 0,0 2-1 0 0,0 1 1 0 0,-2 1-1 0 0,0 2 1 0 0,40 32-1 0 0,-61-43-309 0 0,1 1 0 0 0,-1 0 0 0 0,-1 0 0 0 0,0 1-1 0 0,0 0 1 0 0,14 23 0 0 0,-21-29 37 0 0,0 1 1 0 0,0-1 0 0 0,0 0-1 0 0,0 1 1 0 0,-1-1 0 0 0,0 1-1 0 0,0-1 1 0 0,0 1 0 0 0,0-1-1 0 0,-1 1 1 0 0,0 0 0 0 0,0-1-1 0 0,0 1 1 0 0,0 0-1 0 0,-1-1 1 0 0,0 1 0 0 0,0-1-1 0 0,0 1 1 0 0,0-1 0 0 0,-1 1-1 0 0,0-1 1 0 0,0 0 0 0 0,-3 6-1 0 0,-5 4 209 0 0,-1-1-1 0 0,0 1 0 0 0,-1-2 1 0 0,0 0-1 0 0,-21 16 0 0 0,22-20-390 0 0,0 1-1 0 0,1 0 0 0 0,0 1 0 0 0,0-1 1 0 0,1 2-1 0 0,1 0 0 0 0,0 0 0 0 0,0 0 1 0 0,-11 24-1 0 0,17-29-1819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0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30 920 0 0,'0'-2'152'0'0,"0"0"1"0"0,1 1-1 0 0,-1-1 0 0 0,1 0 0 0 0,0 1 1 0 0,-1-1-1 0 0,1 0 0 0 0,0 1 0 0 0,0-1 1 0 0,0 1-1 0 0,2-3 0 0 0,-3 3-21 0 0,1 1 1 0 0,-1-1-1 0 0,0 1 0 0 0,1-1 1 0 0,-1 1-1 0 0,0 0 1 0 0,1-1-1 0 0,-1 1 0 0 0,1 0 1 0 0,-1-1-1 0 0,1 1 0 0 0,-1 0 1 0 0,1-1-1 0 0,-1 1 1 0 0,1 0-1 0 0,-1 0 0 0 0,1-1 1 0 0,-1 1-1 0 0,1 0 0 0 0,-1 0 1 0 0,1 0-1 0 0,-1 0 0 0 0,1 0 1 0 0,-1 0-1 0 0,1 0 1 0 0,0 0-1 0 0,-1 0 0 0 0,1 0 1 0 0,-1 0-1 0 0,1 0 0 0 0,-1 0 1 0 0,1 1-1 0 0,-1-1 1 0 0,1 0-1 0 0,-1 0 0 0 0,1 1 1 0 0,-1-1-1 0 0,1 0 0 0 0,0 1 1 0 0,35 42 5599 0 0,5 26-2378 0 0,-23-36-2842 0 0,-7-17-260 0 0,0 0 1 0 0,13 15-1 0 0,-13-19-95 0 0,-1 1-1 0 0,-1 0 1 0 0,15 25-1 0 0,9 34 429 0 0,-10-20-255 0 0,42 69 0 0 0,31 41 21 0 0,46 67 222 0 0,-92-157-336 0 0,77 101 308 0 0,-101-141-468 0 0,2-1 0 0 0,2-2 0 0 0,39 31 0 0 0,24 15-97 0 0,175 123 298 0 0,307 100-267 0 0,-552-287 58 0 0,53 25-25 0 0,2-3 0 0 0,95 27 1 0 0,-41-23-110 0 0,202 44 140 0 0,-198-55-74 0 0,169 24 0 0 0,-174-37 38 0 0,208-5 0 0 0,-183-15 27 0 0,140-9 66 0 0,-232 14-1583 0 0,101 9-1 0 0,-57 0-2091 0 0,-90-7-3554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1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62 4609 0 0,'-19'-28'896'0'0,"-7"-6"5462"0"0,34 57-988 0 0,-2-2-4603 0 0,153 508 3664 0 0,-145-440-5301 0 0,-12-51-4760 0 0,-2-9-1219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1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93 5529 0 0,'-15'-8'2925'0'0,"36"-1"1868"0"0,-8 4-5125 0 0,22-9 1115 0 0,1 2 0 0 0,0 1 1 0 0,39-6-1 0 0,-29 10-1120 0 0,-1 2 0 0 0,52 0 0 0 0,-42 8-2649 0 0,-28-2-1559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2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86 2761 0 0,'-1'-3'347'0'0,"-1"1"0"0"0,1-1 0 0 0,0 1 0 0 0,0 0 1 0 0,-1 0-1 0 0,1 0 0 0 0,-1 0 0 0 0,0 0 0 0 0,0 0 1 0 0,0 0-1 0 0,0 0 0 0 0,0 1 0 0 0,0-1 0 0 0,0 1 1 0 0,0-1-1 0 0,-1 1 0 0 0,1 0 0 0 0,0 0 1 0 0,-1 0-1 0 0,1 0 0 0 0,-1 0 0 0 0,-3 0 0 0 0,4 1-48 0 0,-1 1-1 0 0,1-1 1 0 0,-1 0-1 0 0,1 1 1 0 0,0 0-1 0 0,0 0 1 0 0,-1-1-1 0 0,1 1 1 0 0,0 1-1 0 0,0-1 1 0 0,0 0 0 0 0,0 0-1 0 0,0 1 1 0 0,0-1-1 0 0,0 1 1 0 0,0 0-1 0 0,1-1 1 0 0,-1 1-1 0 0,1 0 1 0 0,-1 0-1 0 0,1 0 1 0 0,0 0-1 0 0,0 0 1 0 0,-2 4-1 0 0,-1 2-251 0 0,1 1 0 0 0,0 0 0 0 0,0 0-1 0 0,0 0 1 0 0,1 0 0 0 0,1 1 0 0 0,0-1-1 0 0,0 1 1 0 0,1-1 0 0 0,0 1 0 0 0,0-1 0 0 0,1 0-1 0 0,0 1 1 0 0,1-1 0 0 0,0 0 0 0 0,1 0 0 0 0,0 0-1 0 0,0 0 1 0 0,1 0 0 0 0,0-1 0 0 0,0 1-1 0 0,1-1 1 0 0,0 0 0 0 0,9 10 0 0 0,-8-10-13 0 0,0-1 0 0 0,0 0 1 0 0,1 0-1 0 0,0 0 0 0 0,0-1 1 0 0,1 0-1 0 0,-1-1 0 0 0,1 1 1 0 0,1-2-1 0 0,-1 1 0 0 0,1-1 0 0 0,-1 0 1 0 0,1-1-1 0 0,0 0 0 0 0,1 0 1 0 0,-1-1-1 0 0,0-1 0 0 0,1 1 1 0 0,-1-1-1 0 0,1-1 0 0 0,-1 0 0 0 0,1 0 1 0 0,-1-1-1 0 0,12-2 0 0 0,-15 2-36 0 0,-1-1 0 0 0,0 1 0 0 0,0-1-1 0 0,0-1 1 0 0,0 1 0 0 0,0-1 0 0 0,-1 1 0 0 0,1-1-1 0 0,-1-1 1 0 0,1 1 0 0 0,-1-1 0 0 0,0 1-1 0 0,-1-1 1 0 0,1 0 0 0 0,-1 0 0 0 0,4-5 0 0 0,-3 1-7 0 0,0 1 0 0 0,-1-1 0 0 0,0 0 1 0 0,0 0-1 0 0,0 0 0 0 0,-1 0 0 0 0,0-1 1 0 0,-1 1-1 0 0,1-13 0 0 0,-1 3-7 0 0,-2 0-1 0 0,0 0 0 0 0,-1 0 0 0 0,0 1 1 0 0,-2-1-1 0 0,0 1 0 0 0,-1 0 1 0 0,-1 0-1 0 0,-9-20 0 0 0,11 30-51 0 0,1 0-1 0 0,-2 0 1 0 0,1 1 0 0 0,-9-10-1 0 0,12 14-133 0 0,0 1 0 0 0,-1-1-1 0 0,1 1 1 0 0,-1 0 0 0 0,1-1 0 0 0,-1 1-1 0 0,0 0 1 0 0,1 0 0 0 0,-1 0 0 0 0,0 0 0 0 0,0 0-1 0 0,0 1 1 0 0,0-1 0 0 0,0 0 0 0 0,0 1-1 0 0,0 0 1 0 0,0-1 0 0 0,0 1 0 0 0,0 0-1 0 0,0 0 1 0 0,0 0 0 0 0,0 0 0 0 0,-2 1-1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8 9674 0 0,'-8'-8'7529'0'0,"6"11"-7363"0"0,1 0 0 0 0,0 0 1 0 0,0 1-1 0 0,0-1 0 0 0,1 0 1 0 0,-1 0-1 0 0,1 1 1 0 0,0 2-1 0 0,1 4-103 0 0,0 0 1 0 0,1 0-1 0 0,0 0 0 0 0,0-1 1 0 0,1 1-1 0 0,1-1 0 0 0,0 0 0 0 0,0 0 1 0 0,6 10-1 0 0,-7-14-68 0 0,0 0 1 0 0,1 0-1 0 0,-1-1 1 0 0,1 0-1 0 0,-1 0 0 0 0,1 0 1 0 0,1 0-1 0 0,-1 0 0 0 0,0-1 1 0 0,1 0-1 0 0,0 0 0 0 0,0 0 1 0 0,0 0-1 0 0,0-1 0 0 0,0 0 1 0 0,0 0-1 0 0,10 2 0 0 0,-12-4-16 0 0,0 0 0 0 0,-1 0 0 0 0,1 0 0 0 0,0-1 0 0 0,0 1-1 0 0,-1-1 1 0 0,1 1 0 0 0,0-1 0 0 0,-1 0 0 0 0,1 0 0 0 0,-1 0-1 0 0,1-1 1 0 0,-1 1 0 0 0,1 0 0 0 0,-1-1 0 0 0,0 0 0 0 0,0 1 0 0 0,0-1-1 0 0,0 0 1 0 0,0 0 0 0 0,0 0 0 0 0,0-1 0 0 0,1-1 0 0 0,6-10 29 0 0,0 0 1 0 0,12-28 0 0 0,-7 14 346 0 0,-11 23-182 0 0,0 0 1 0 0,0 0-1 0 0,0 0 0 0 0,1 1 1 0 0,0-1-1 0 0,0 1 0 0 0,8-7 1 0 0,-12 11-125 0 0,1-1 1 0 0,0 0-1 0 0,0 1 1 0 0,0-1-1 0 0,0 1 0 0 0,0 0 1 0 0,0-1-1 0 0,0 1 1 0 0,0 0-1 0 0,0-1 1 0 0,1 1-1 0 0,-1 0 0 0 0,0 0 1 0 0,0 0-1 0 0,0 0 1 0 0,0 0-1 0 0,0 0 1 0 0,2 1-1 0 0,-1 0-16 0 0,-1-1-1 0 0,1 1 1 0 0,0 0 0 0 0,-1 0 0 0 0,0 0-1 0 0,1 1 1 0 0,-1-1 0 0 0,1 0 0 0 0,-1 0-1 0 0,0 1 1 0 0,0-1 0 0 0,0 1-1 0 0,0-1 1 0 0,0 1 0 0 0,1 1 0 0 0,26 61 319 0 0,5 9-112 0 0,-30-68-637 0 0,0 0 1 0 0,1 1 0 0 0,0-1 0 0 0,0 0 0 0 0,0-1-1 0 0,1 1 1 0 0,-1-1 0 0 0,1 0 0 0 0,11 7 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3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107 241 5065 0 0,'0'-1'187'0'0,"0"-1"0"0"0,0 1 0 0 0,0-1 0 0 0,0 0 0 0 0,-1 1 0 0 0,1-1 0 0 0,0 1 0 0 0,-1-1 0 0 0,1 1 0 0 0,-1-1 0 0 0,1 1-1 0 0,-1 0 1 0 0,0-1 0 0 0,0 1 0 0 0,0 0 0 0 0,1-1 0 0 0,-1 1 0 0 0,0 0 0 0 0,-1 0 0 0 0,0-1 0 0 0,1 1 34 0 0,0 1 0 0 0,0-1 0 0 0,0 1 0 0 0,-1-1 0 0 0,1 1 0 0 0,0 0 0 0 0,0 0 0 0 0,0 0 0 0 0,0 0 0 0 0,-1 0 0 0 0,1 0 0 0 0,0 0 0 0 0,0 0 0 0 0,0 0 0 0 0,-1 0 0 0 0,1 0 0 0 0,0 1 0 0 0,0-1 0 0 0,0 1 0 0 0,0-1 0 0 0,0 1 0 0 0,0-1 0 0 0,0 1 0 0 0,0-1 0 0 0,0 1 0 0 0,0 0 0 0 0,-2 1 0 0 0,-2 3 27 0 0,-1 1 0 0 0,1-1 0 0 0,0 1 0 0 0,0 0 0 0 0,1 1 0 0 0,0-1-1 0 0,0 1 1 0 0,0 0 0 0 0,1 0 0 0 0,0 0 0 0 0,0 0 0 0 0,1 0 0 0 0,0 1 0 0 0,0-1 0 0 0,1 1-1 0 0,0 0 1 0 0,0-1 0 0 0,1 1 0 0 0,0 0 0 0 0,1 12 0 0 0,0-16-253 0 0,-1 1 1 0 0,1-1-1 0 0,0 0 1 0 0,0 1 0 0 0,0-1-1 0 0,1 0 1 0 0,-1 0-1 0 0,1 0 1 0 0,0 0-1 0 0,0 0 1 0 0,0 0-1 0 0,1-1 1 0 0,-1 1 0 0 0,1-1-1 0 0,0 1 1 0 0,0-1-1 0 0,0 0 1 0 0,1 0-1 0 0,-1 0 1 0 0,1-1-1 0 0,-1 1 1 0 0,1-1 0 0 0,0 0-1 0 0,0 0 1 0 0,0 0-1 0 0,0-1 1 0 0,0 1-1 0 0,0-1 1 0 0,1 0-1 0 0,-1 0 1 0 0,0-1 0 0 0,1 1-1 0 0,-1-1 1 0 0,0 0-1 0 0,1 0 1 0 0,7-1-1 0 0,-5 0-24 0 0,-1-1 0 0 0,0 0 0 0 0,0 0 0 0 0,0 0 0 0 0,-1-1 0 0 0,1 0 0 0 0,-1 0 0 0 0,1 0 0 0 0,-1 0 0 0 0,0-1 0 0 0,0 0 0 0 0,0 0 0 0 0,-1-1 0 0 0,1 1 0 0 0,-1-1-1 0 0,0 0 1 0 0,-1 0 0 0 0,1 0 0 0 0,-1-1 0 0 0,3-5 0 0 0,2-5-66 0 0,0 0-1 0 0,-2 0 0 0 0,0-1 0 0 0,0 0 1 0 0,5-34-1 0 0,-7 15 656 0 0,-2 0 0 0 0,-5-62-1 0 0,0 15 48 0 0,19 162 566 0 0,-9-38-1087 0 0,1 0-1 0 0,26 73 0 0 0,-26-92-224 0 0,2 0 1 0 0,1-1-1 0 0,0-1 0 0 0,1 0 0 0 0,2-1 0 0 0,25 30 0 0 0,-29-37-233 0 0,-8-8 66 0 0,1 0 0 0 0,0 0-1 0 0,0 0 1 0 0,1-1-1 0 0,-1 1 1 0 0,1-1 0 0 0,-1 0-1 0 0,1 0 1 0 0,0-1-1 0 0,0 1 1 0 0,6 2-1 0 0,-9-5 274 0 0,0 0 0 0 0,-1 0 0 0 0,1-1 0 0 0,0 1 0 0 0,0 0 0 0 0,-1-1-1 0 0,1 1 1 0 0,0 0 0 0 0,-1-1 0 0 0,1 1 0 0 0,-1-1 0 0 0,1 1 0 0 0,0-1-1 0 0,-1 0 1 0 0,1 1 0 0 0,-1-1 0 0 0,1 0 0 0 0,-1 1 0 0 0,0-1 0 0 0,1 0-1 0 0,-1 1 1 0 0,0-1 0 0 0,1 0 0 0 0,-1 0 0 0 0,0 1 0 0 0,0-1-1 0 0,0 0 1 0 0,1 0 0 0 0,-1-1 0 0 0,5-31 20 0 0,-4 25-61 0 0,2-9 381 0 0,4-21 1008 0 0,12-42 0 0 0,-16 71-1076 0 0,0-1 0 0 0,1 0 1 0 0,0 1-1 0 0,0 0 1 0 0,1 0-1 0 0,1 1 0 0 0,-1-1 1 0 0,1 1-1 0 0,11-12 0 0 0,-15 19-219 0 0,-1-1 0 0 0,0 1 0 0 0,1 0 0 0 0,-1-1 0 0 0,1 1 0 0 0,0 0 0 0 0,-1 0 0 0 0,1 0 0 0 0,0 0 0 0 0,0 1 0 0 0,0-1 0 0 0,-1 0 0 0 0,1 1 0 0 0,0-1 0 0 0,0 1 0 0 0,0 0 0 0 0,0 0 0 0 0,0-1 0 0 0,0 1 0 0 0,0 0 0 0 0,0 1 0 0 0,0-1 0 0 0,0 0 0 0 0,0 1 0 0 0,0-1 0 0 0,0 1 0 0 0,0-1 0 0 0,-1 1 0 0 0,1 0 0 0 0,0 0 0 0 0,0 0 0 0 0,-1 0 0 0 0,1 0 0 0 0,0 0 0 0 0,-1 0 0 0 0,1 1 0 0 0,1 2 0 0 0,6 5 151 0 0,-1 1 0 0 0,0 0 0 0 0,-1 1-1 0 0,11 20 1 0 0,-6-10-87 0 0,-1-3-207 0 0,1-1 1 0 0,2 0-1 0 0,19 20 0 0 0,-12-17-338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3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13827 0 0,'2'2'315'0'0,"1"-1"0"0"0,-1 1 0 0 0,1 0 0 0 0,-1 1 0 0 0,0-1 0 0 0,0 0 0 0 0,0 1 0 0 0,0-1 0 0 0,-1 1 0 0 0,1 0 0 0 0,0-1 0 0 0,1 6 0 0 0,0-3 315 0 0,11 22 9 0 0,-1 0 0 0 0,-1 1 0 0 0,-2 1 0 0 0,0 0 0 0 0,-2 0 0 0 0,4 35 0 0 0,-6-25-1998 0 0,0 46 0 0 0,-11 38-8099 0 0,5-119 9173 0 0,0 0 1 0 0,-1-1-1 0 0,1 1 0 0 0,-1 0 1 0 0,0-1-1 0 0,0 1 0 0 0,0-1 1 0 0,-1 1-1 0 0,1-1 0 0 0,-1 0 1 0 0,0 1-1 0 0,-4 4 0 0 0,-6 2 259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4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3 286 2304 0 0,'0'-2'15'0'0,"-1"-1"164"0"0,1-1-1 0 0,-1 1 0 0 0,1-1 1 0 0,0 1-1 0 0,0-1 0 0 0,0 1 1 0 0,0-1-1 0 0,1 1 1 0 0,-1-1-1 0 0,1 1 0 0 0,0 0 1 0 0,0-1-1 0 0,0 1 0 0 0,0 0 1 0 0,1-1-1 0 0,0 1 0 0 0,-1 0 1 0 0,1 0-1 0 0,3-3 1 0 0,8-10 687 0 0,1 1 0 0 0,0 0 0 0 0,1 1 1 0 0,1 0-1 0 0,0 1 0 0 0,1 1 1 0 0,31-17-1 0 0,1 5 702 0 0,89-31 1 0 0,-135 53-1505 0 0,0 1 0 0 0,0 0 0 0 0,0 1 1 0 0,0-1-1 0 0,-1 0 0 0 0,1 1 0 0 0,0 0 0 0 0,0-1 0 0 0,0 1 0 0 0,0 0 0 0 0,0 1 1 0 0,0-1-1 0 0,0 0 0 0 0,0 1 0 0 0,0 0 0 0 0,0-1 0 0 0,0 1 0 0 0,0 1 0 0 0,-1-1 1 0 0,1 0-1 0 0,0 1 0 0 0,-1-1 0 0 0,1 1 0 0 0,-1 0 0 0 0,0-1 0 0 0,1 1 0 0 0,-1 0 1 0 0,0 1-1 0 0,0-1 0 0 0,0 0 0 0 0,0 1 0 0 0,-1-1 0 0 0,1 1 0 0 0,-1-1 0 0 0,1 1 0 0 0,0 3 1 0 0,5 12 271 0 0,-1-1 1 0 0,-1 1 0 0 0,-1 0 0 0 0,4 34-1 0 0,-3-17 34 0 0,-5-35-364 0 0,13 47 716 0 0,-13-46-701 0 0,1 0 1 0 0,-1 0 0 0 0,0 0 0 0 0,0 0 0 0 0,1 0-1 0 0,-1 0 1 0 0,1 0 0 0 0,-1 0 0 0 0,1 0-1 0 0,-1 0 1 0 0,1 0 0 0 0,0 0 0 0 0,0 0-1 0 0,-1 0 1 0 0,1 0 0 0 0,0-1 0 0 0,0 1 0 0 0,0 0-1 0 0,0-1 1 0 0,0 1 0 0 0,0 0 0 0 0,0-1-1 0 0,0 0 1 0 0,0 1 0 0 0,0-1 0 0 0,0 1-1 0 0,0-1 1 0 0,0 0 0 0 0,0 0 0 0 0,0 0 0 0 0,0 1-1 0 0,0-1 1 0 0,1 0 0 0 0,-1-1 0 0 0,0 1-1 0 0,0 0 1 0 0,0 0 0 0 0,2-1 0 0 0,-1 0 1 0 0,0-1 0 0 0,0 1 0 0 0,-1-1 0 0 0,1 0 0 0 0,0 0 0 0 0,-1 0 0 0 0,1 1 0 0 0,-1-2 0 0 0,1 1 0 0 0,-1 0 1 0 0,0 0-1 0 0,0 0 0 0 0,1-4 0 0 0,11-37 81 0 0,-7 24 5 0 0,1-3 14 0 0,-4 10-104 0 0,0 1 0 0 0,1 0 0 0 0,0 0 0 0 0,1 0 0 0 0,10-16 0 0 0,-13 25-16 0 0,-1 0-1 0 0,1 0 1 0 0,-1 1-1 0 0,1-1 1 0 0,0 0 0 0 0,0 1-1 0 0,0-1 1 0 0,0 1-1 0 0,0-1 1 0 0,0 1 0 0 0,0 0-1 0 0,1 0 1 0 0,-1 0-1 0 0,0 0 1 0 0,1 1-1 0 0,-1-1 1 0 0,0 0 0 0 0,1 1-1 0 0,-1 0 1 0 0,1 0-1 0 0,-1-1 1 0 0,1 1 0 0 0,-1 1-1 0 0,1-1 1 0 0,-1 0-1 0 0,0 1 1 0 0,1-1 0 0 0,-1 1-1 0 0,1 0 1 0 0,-1-1-1 0 0,0 1 1 0 0,3 2 0 0 0,8 3 38 0 0,-1 1 0 0 0,-1 0 0 0 0,1 1 0 0 0,-1 0 0 0 0,-1 0 0 0 0,1 2 0 0 0,-2-1 0 0 0,16 19 0 0 0,4 9-1900 0 0,26 46 0 0 0,-53-80 1613 0 0,11 17-6780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4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1 309 5065 0 0,'1'-8'1098'0'0,"-1"0"-1"0"0,1 0 0 0 0,1 0 1 0 0,0 1-1 0 0,0-1 1 0 0,0 1-1 0 0,7-13 1 0 0,30-52 3584 0 0,0 3-3190 0 0,-38 66-1475 0 0,14-38 248 0 0,-14 38-254 0 0,0 0 1 0 0,0 0 0 0 0,-1 0-1 0 0,0 0 1 0 0,1 0 0 0 0,-1 0-1 0 0,0 0 1 0 0,0 0 0 0 0,-1 0-1 0 0,1 1 1 0 0,-1-1 0 0 0,-1-5-1 0 0,2 7-9 0 0,0 1 0 0 0,0 0 0 0 0,-1-1 0 0 0,1 1 0 0 0,0 0 0 0 0,0-1 0 0 0,0 1 0 0 0,-1 0 0 0 0,1-1 0 0 0,0 1 0 0 0,-1 0 0 0 0,1-1 0 0 0,0 1 0 0 0,-1 0 0 0 0,1 0 0 0 0,0 0 0 0 0,-1-1 0 0 0,1 1 0 0 0,-1 0 0 0 0,1 0 0 0 0,0 0 0 0 0,-1 0 0 0 0,1 0 0 0 0,-1 0 0 0 0,1 0 0 0 0,0 0 0 0 0,-1-1 0 0 0,1 2 0 0 0,-1-1 0 0 0,1 0 0 0 0,-1 0 0 0 0,-16 8 139 0 0,-12 16 78 0 0,29-23-219 0 0,-6 4 33 0 0,1 1 0 0 0,0 0 0 0 0,0 0-1 0 0,0 1 1 0 0,1-1 0 0 0,0 1 0 0 0,0 0-1 0 0,1 0 1 0 0,0 0 0 0 0,0 0 0 0 0,1 1-1 0 0,0-1 1 0 0,0 1 0 0 0,0 0-1 0 0,0 9 1 0 0,2-7 20 0 0,1-1 0 0 0,0 1 0 0 0,0-1-1 0 0,1 1 1 0 0,0-1 0 0 0,0 0 0 0 0,1 0-1 0 0,0 0 1 0 0,1 0 0 0 0,0 0 0 0 0,1-1-1 0 0,6 10 1 0 0,-7-11-168 0 0,0 0 0 0 0,1 0-1 0 0,0-1 1 0 0,0 0 0 0 0,1 0 0 0 0,-1 0-1 0 0,1-1 1 0 0,0 1 0 0 0,1-2 0 0 0,0 1 0 0 0,-1-1-1 0 0,1 0 1 0 0,1 0 0 0 0,-1 0 0 0 0,0-1-1 0 0,1-1 1 0 0,0 1 0 0 0,-1-1 0 0 0,16 2 0 0 0,7-2-7040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5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120 300 2304 0 0,'-1'-1'257'0'0,"-2"-2"1280"0"0,2 2-1281 0 0,1 1 0 0 0,-1-1 0 0 0,0 1 1 0 0,1-1-1 0 0,-1 1 0 0 0,0 0 0 0 0,1-1 0 0 0,-1 1 1 0 0,0 0-1 0 0,0 0 0 0 0,1 0 0 0 0,-1-1 0 0 0,0 1 0 0 0,0 0 1 0 0,0 0-1 0 0,1 0 0 0 0,-1 0 0 0 0,-1 1 0 0 0,-22 9 2511 0 0,17-4-2337 0 0,0-1 0 0 0,1 1 0 0 0,0 0 0 0 0,-7 9 0 0 0,8-8-199 0 0,1 0 1 0 0,0 0-1 0 0,0 1 1 0 0,0 0-1 0 0,1 0 1 0 0,0 0-1 0 0,1 0 1 0 0,-1 0-1 0 0,0 13 1 0 0,2-18-227 0 0,1 0 0 0 0,-1 0-1 0 0,1-1 1 0 0,0 1 0 0 0,0 1 0 0 0,0-1 0 0 0,0 0 0 0 0,0-1 0 0 0,1 1 0 0 0,-1 0 0 0 0,1 0 0 0 0,0 0-1 0 0,0 0 1 0 0,0 0 0 0 0,0 0 0 0 0,1-1 0 0 0,-1 1 0 0 0,1-1 0 0 0,0 1 0 0 0,-1-1 0 0 0,1 1 0 0 0,0-1 0 0 0,0 0-1 0 0,1 0 1 0 0,-1 0 0 0 0,0 0 0 0 0,1 0 0 0 0,-1-1 0 0 0,1 1 0 0 0,2 1 0 0 0,-2-3-94 0 0,-1 1 1 0 0,0 0 0 0 0,1-1-1 0 0,-1 1 1 0 0,1-1 0 0 0,-1 0-1 0 0,1 1 1 0 0,-1-1-1 0 0,1 0 1 0 0,-1-1 0 0 0,1 1-1 0 0,-1 0 1 0 0,0-1 0 0 0,1 1-1 0 0,-1-1 1 0 0,1 0 0 0 0,2-1-1 0 0,-1-1-91 0 0,0 1-1 0 0,0-1 1 0 0,0 0-1 0 0,0 0 1 0 0,0 0-1 0 0,0-1 1 0 0,-1 1-1 0 0,4-6 1 0 0,1-3-258 0 0,0 0 0 0 0,0 0 0 0 0,-2-1 0 0 0,1 1 0 0 0,3-16 0 0 0,-7 21 321 0 0,-1-1 1 0 0,0 0-1 0 0,-1 1 0 0 0,0-1 0 0 0,0 0 0 0 0,-1 0 1 0 0,0 1-1 0 0,0-1 0 0 0,-1 0 0 0 0,0 0 0 0 0,-3-12 1 0 0,-4-5 275 0 0,0 1 0 0 0,-15-29 0 0 0,12 29 1150 0 0,-16-48 0 0 0,23 58-630 0 0,2 8-74 0 0,0-1-1 0 0,0 0 1 0 0,1 0-1 0 0,0 0 1 0 0,0 0 0 0 0,0 0-1 0 0,2-11 1 0 0,-1 18-571 0 0,0-1-1 0 0,0 1 1 0 0,0 0 0 0 0,0 0 0 0 0,0 0 0 0 0,0 0 0 0 0,0 0-1 0 0,0-1 238 0 0,0 1-237 0 0,1 0 0 0 0,-1 0-1 0 0,0 0 1 0 0,0 0 0 0 0,0 0 0 0 0,0 0 0 0 0,0 0-1 0 0,0 0 1 0 0,0 0 0 0 0,0 0 0 0 0,0 0 0 0 0,1 0 0 0 0,-1 0-1 0 0,0 0 1 0 0,0 0 0 0 0,0 0 0 0 0,0 0 0 0 0,0 0-1 0 0,0 0 1 0 0,0 0 0 0 0,1 0 0 0 0,-1 0 0 0 0,0 0 0 0 0,0 0-1 0 0,0 0 1 0 0,0 0 0 0 0,0 0 0 0 0,1 0 236 0 0,-1 1-236 0 0,0-1 0 0 0,0 0 0 0 0,0 0 0 0 0,0 0-1 0 0,0 0 1 0 0,0 0 0 0 0,0 0 0 0 0,8 10 678 0 0,5 11-349 0 0,80 210 1458 0 0,-69-162-1642 0 0,3 0 0 0 0,37 67 0 0 0,-4-39-1240 0 0,-46-77 645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5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60 248 9674 0 0,'1'0'112'0'0,"0"-1"0"0"0,0 1 0 0 0,0-1-1 0 0,0 1 1 0 0,0-1 0 0 0,0 1 0 0 0,0-1 0 0 0,0 0 0 0 0,0 0 0 0 0,0 1-1 0 0,-1-1 1 0 0,1 0 0 0 0,0 0 0 0 0,0 0 0 0 0,-1 0 0 0 0,1 0 0 0 0,-1 0-1 0 0,1 0 1 0 0,-1 0 0 0 0,1 0 0 0 0,-1 0 0 0 0,0 0 0 0 0,1 0 0 0 0,-1 0-1 0 0,0-2 1 0 0,7-32 1559 0 0,-7 33-1470 0 0,2-13 272 0 0,0 1 1 0 0,-1-1-1 0 0,-1 1 0 0 0,0-1 1 0 0,-1 0-1 0 0,-1 1 1 0 0,0 0-1 0 0,-1-1 1 0 0,-9-26-1 0 0,12 41-441 0 0,0-1 1 0 0,0 0-1 0 0,0 0 0 0 0,-1 1 0 0 0,1-1 1 0 0,0 0-1 0 0,0 0 0 0 0,-1 1 0 0 0,1-1 1 0 0,-1 0-1 0 0,1 1 0 0 0,-1-1 0 0 0,1 1 1 0 0,-1-1-1 0 0,1 1 0 0 0,-1-1 0 0 0,1 1 1 0 0,-1-1-1 0 0,0 1 0 0 0,1-1 0 0 0,-1 1 1 0 0,0 0-1 0 0,0-1 0 0 0,1 1 0 0 0,-1 0 1 0 0,0 0-1 0 0,1-1 0 0 0,-1 1 0 0 0,0 0 1 0 0,0 0-1 0 0,0 0 0 0 0,1 0 0 0 0,-2 0 1 0 0,0 1 11 0 0,1 0 0 0 0,-1 0 0 0 0,1 0 0 0 0,-1 0 0 0 0,1 0 1 0 0,0 1-1 0 0,-1-1 0 0 0,1 0 0 0 0,0 1 0 0 0,0-1 0 0 0,0 1 0 0 0,0-1 1 0 0,-1 3-1 0 0,-4 8 112 0 0,1 0 0 0 0,-7 23 0 0 0,9-26-104 0 0,1 1 0 0 0,1 0-1 0 0,0 0 1 0 0,0-1-1 0 0,1 1 1 0 0,0 0 0 0 0,0 0-1 0 0,2 0 1 0 0,-1 0 0 0 0,1 0-1 0 0,0-1 1 0 0,1 1 0 0 0,0-1-1 0 0,7 14 1 0 0,-7-16-165 0 0,1-1-1 0 0,0 1 1 0 0,0-1 0 0 0,0 0 0 0 0,1-1 0 0 0,0 1 0 0 0,0-1-1 0 0,1 0 1 0 0,-1 0 0 0 0,1 0 0 0 0,7 3 0 0 0,-7-5-423 0 0,-1 0 0 0 0,1 0 0 0 0,0 0 0 0 0,1-1 0 0 0,-1 0 0 0 0,0-1 0 0 0,1 1 1 0 0,8 0-1 0 0,2-2-6315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5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1 130 7114 0 0,'0'-1'80'0'0,"0"1"1"0"0,0 0-1 0 0,0-1 1 0 0,0 1-1 0 0,0 0 1 0 0,0-1 0 0 0,0 1-1 0 0,0 0 1 0 0,1-1-1 0 0,-1 1 1 0 0,0 0-1 0 0,0 0 1 0 0,0-1 0 0 0,1 1-1 0 0,-1 0 1 0 0,0 0-1 0 0,0-1 1 0 0,0 1 0 0 0,1 0-1 0 0,-1 0 1 0 0,16 7 6865 0 0,-6 9-2267 0 0,-8-11-6043 0 0,1 2 1736 0 0,0 0 1 0 0,-1 1 0 0 0,0-1-1 0 0,0 1 1 0 0,-1-1 0 0 0,0 1-1 0 0,0 0 1 0 0,-1-1 0 0 0,-1 14-1 0 0,1-8-200 0 0,2-26-89 0 0,0 0-1 0 0,0 1 1 0 0,7-20 0 0 0,0-2 26 0 0,-4 17-225 0 0,0 0-1 0 0,0 0 1 0 0,14-26 0 0 0,-13 32-873 0 0,0 1-1 0 0,1-1 1 0 0,11-12 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5065 0 0,'19'29'2249'0'0,"1"-2"0"0"0,1 0-1 0 0,31 29 1 0 0,3-1-972 0 0,-20-21-4141 0 0,-36-40 1207 0 0,-6-3 1643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6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72 6913 0 0,'-6'-12'-120'0'0,"3"6"1205"0"0,-1 0 0 0 0,1 0 0 0 0,1 0 0 0 0,-1-1 1 0 0,1 1-1 0 0,0-1 0 0 0,-1-8 0 0 0,28 44-6330 0 0,-16-17 5157 0 0,-1 4 77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6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3 7202 0 0,'-5'-1'243'0'0,"0"0"0"0"0,0 1 0 0 0,0 0 0 0 0,0 0 0 0 0,0 0 0 0 0,0 0 0 0 0,0 1 0 0 0,1 0 1 0 0,-1 0-1 0 0,0 0 0 0 0,0 0 0 0 0,0 1 0 0 0,1 0 0 0 0,-1 0 0 0 0,1 0 0 0 0,-1 1 1 0 0,1 0-1 0 0,0-1 0 0 0,0 1 0 0 0,0 1 0 0 0,1-1 0 0 0,-1 1 0 0 0,1-1 0 0 0,0 1 1 0 0,0 0-1 0 0,0 0 0 0 0,0 0 0 0 0,0 1 0 0 0,-3 8 0 0 0,3-7 85 0 0,1 0 0 0 0,-1 1 0 0 0,1 0 0 0 0,0-1 0 0 0,1 1-1 0 0,0 0 1 0 0,0 0 0 0 0,0 0 0 0 0,1 0 0 0 0,0-1 0 0 0,0 1 0 0 0,1 0 0 0 0,0 0 0 0 0,0 0-1 0 0,0 0 1 0 0,1-1 0 0 0,0 1 0 0 0,0 0 0 0 0,1-1 0 0 0,0 0 0 0 0,4 7 0 0 0,-3-8-509 0 0,-1 1 0 0 0,1-1 0 0 0,1-1 0 0 0,-1 1 0 0 0,1 0 0 0 0,0-1 0 0 0,0 0 0 0 0,0 0 1 0 0,0-1-1 0 0,1 1 0 0 0,-1-1 0 0 0,1 0 0 0 0,0-1 0 0 0,0 1 0 0 0,0-1 0 0 0,12 2 0 0 0,0-2-6569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6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29 110 5065 0 0,'-4'16'8682'0'0,"6"-15"-8511"0"0,1 0 0 0 0,-1 0 1 0 0,0 0-1 0 0,1 0 0 0 0,-1 0 0 0 0,1-1 0 0 0,-1 1 1 0 0,0-1-1 0 0,1 0 0 0 0,-1 1 0 0 0,1-1 1 0 0,0 0-1 0 0,-1 0 0 0 0,1-1 0 0 0,-1 1 0 0 0,1-1 1 0 0,-1 1-1 0 0,0-1 0 0 0,1 0 0 0 0,-1 0 1 0 0,0 0-1 0 0,1 0 0 0 0,-1 0 0 0 0,0 0 0 0 0,0-1 1 0 0,0 1-1 0 0,0-1 0 0 0,0 1 0 0 0,0-1 1 0 0,0 0-1 0 0,-1 0 0 0 0,1 0 0 0 0,-1 0 0 0 0,1 0 1 0 0,1-4-1 0 0,-2 3-176 0 0,0 0 0 0 0,0 0 0 0 0,0 0 0 0 0,0-1 0 0 0,-1 1 0 0 0,1 0 0 0 0,-1 0 0 0 0,0-1 0 0 0,0 1 0 0 0,0 0 0 0 0,-1-1 0 0 0,1 1 0 0 0,-1 0 0 0 0,0 0 0 0 0,1 0 0 0 0,-1-1 0 0 0,-1 1 0 0 0,1 0 0 0 0,0 0 0 0 0,-4-5 0 0 0,3 6 2 0 0,1 0-1 0 0,0 0 1 0 0,-1 0-1 0 0,1 0 1 0 0,-1 1-1 0 0,1-1 1 0 0,-1 0-1 0 0,0 1 1 0 0,0-1-1 0 0,0 1 1 0 0,0 0-1 0 0,0 0 1 0 0,0-1-1 0 0,0 1 1 0 0,-1 0-1 0 0,1 1 1 0 0,0-1-1 0 0,0 0 1 0 0,-1 1-1 0 0,1-1 1 0 0,0 1-1 0 0,-1 0 1 0 0,1 0-1 0 0,-1 0 1 0 0,1 0 0 0 0,0 0-1 0 0,-1 0 1 0 0,1 1-1 0 0,-4 0 1 0 0,4 1 52 0 0,-1-1 1 0 0,1 1-1 0 0,0-1 1 0 0,0 1-1 0 0,-1 0 1 0 0,1 0-1 0 0,1 0 1 0 0,-1 0-1 0 0,0 0 1 0 0,0 0-1 0 0,1 1 1 0 0,-1-1-1 0 0,1 0 1 0 0,0 1-1 0 0,0-1 1 0 0,0 1-1 0 0,0 0 1 0 0,0-1-1 0 0,1 1 1 0 0,-1 0-1 0 0,1-1 1 0 0,-1 1-1 0 0,1 0 1 0 0,0 0-1 0 0,0 3 1 0 0,0 5 54 0 0,0 0 0 0 0,1 0 0 0 0,0 0 0 0 0,6 21 0 0 0,-5-23-39 0 0,1 1 0 0 0,1-1 1 0 0,-1 0-1 0 0,2-1 0 0 0,-1 1 1 0 0,1-1-1 0 0,0 0 1 0 0,1 0-1 0 0,0-1 0 0 0,0 1 1 0 0,1-1-1 0 0,0-1 0 0 0,0 1 1 0 0,0-1-1 0 0,13 8 1 0 0,-12-10-165 0 0,-1 0 0 0 0,0-1 0 0 0,1 0 0 0 0,0 0 0 0 0,-1-1 0 0 0,1 0 0 0 0,0 0 0 0 0,0-1 0 0 0,0 0 0 0 0,1 0 0 0 0,-1-1 1 0 0,0 0-1 0 0,0-1 0 0 0,0 1 0 0 0,0-2 0 0 0,0 1 0 0 0,0-1 0 0 0,14-5 0 0 0,40-21-658 0 0,-34 8 739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27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3681 0 0,'6'-2'14948'0'0,"9"13"-10894"0"0,20 23-6205 0 0,-27-27 3786 0 0,17 20-1452 0 0,0 2-1 0 0,31 48 0 0 0,-33-44-1808 0 0,1-1 0 0 0,29 29 0 0 0,-29-37-71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47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22 157 2304 0 0,'-8'-64'1864'0'0,"5"36"861"0"0,-8-37 0 0 0,18 104-1023 0 0,-3 0 0 0 0,-1 0-1 0 0,-4 78 1 0 0,0 17 909 0 0,89 1041-1855 0 0,-37-402 2025 0 0,-63-509-2089 0 0,4-170-1394 0 0,6 148 1 0 0,3-233-261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47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2761 0 0,'5'12'7737'0'0,"2"12"-5604"0"0,-7-24-2112 0 0,8 37 1390 0 0,-3 1 0 0 0,-1 0 0 0 0,-1 57 0 0 0,0-3-135 0 0,-1-48-727 0 0,-5 57 0 0 0,0-72-2782 0 0,-8 37 1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48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7 848 3681 0 0,'-6'5'12719'0'0,"23"-12"-12470"0"0,0 1 0 0 0,1 0 0 0 0,0 1 0 0 0,26-3 0 0 0,84-6 211 0 0,-32 5-441 0 0,537-49 1365 0 0,-386 36-1112 0 0,57-2-249 0 0,25 25 451 0 0,127-2 531 0 0,-346-4-675 0 0,288-7-1 0 0,-228 9-158 0 0,197 1-126 0 0,-12-4 152 0 0,-167-1-218 0 0,229-20 182 0 0,-164 7 63 0 0,402-24-385 0 0,12-1 289 0 0,-643 43-128 0 0,1311-87-168 0 0,-920 70 211 0 0,652-45 118 0 0,69-27-284 0 0,-882 72 82 0 0,834-26-271 0 0,-896 56 417 0 0,94-1 86 0 0,-272-11-239 0 0,-8 2-74 0 0,1-1 0 0 0,0 0 0 0 0,0-1 1 0 0,-1 0-1 0 0,1 0 0 0 0,0 0 0 0 0,-1-1 0 0 0,8-3 1 0 0,-13 5-100 0 0,-1-1 1 0 0,1 1 0 0 0,-1-1-1 0 0,1 0 1 0 0,-1 0 0 0 0,1 1-1 0 0,-1-1 1 0 0,0 0 0 0 0,1 0 0 0 0,-1 1-1 0 0,0-1 1 0 0,0 0 0 0 0,0 0-1 0 0,1 0 1 0 0,-1 0 0 0 0,0 1-1 0 0,0-1 1 0 0,0 0 0 0 0,0 0-1 0 0,0 0 1 0 0,-1 0 0 0 0,1 1 0 0 0,0-1-1 0 0,0 0 1 0 0,0 0 0 0 0,-1 0-1 0 0,1 1 1 0 0,0-1 0 0 0,-1 0-1 0 0,1 0 1 0 0,-1 1 0 0 0,1-1-1 0 0,-1 0 1 0 0,1 1 0 0 0,-1-1 0 0 0,0 1-1 0 0,1-1 1 0 0,-2 0 0 0 0,-14-12-3101 0 0,-1 10 3459 0 0,14 4-152 0 0,0 0 1 0 0,0 0-1 0 0,0-1 0 0 0,0 0 0 0 0,-1 1 1 0 0,1-1-1 0 0,0 0 0 0 0,0 0 0 0 0,0-1 1 0 0,0 1-1 0 0,0-1 0 0 0,0 1 1 0 0,0-1-1 0 0,0 0 0 0 0,0 0 0 0 0,0 0 1 0 0,0-1-1 0 0,0 1 0 0 0,1-1 0 0 0,-1 1 1 0 0,0-1-1 0 0,1 0 0 0 0,0 0 1 0 0,-1 0-1 0 0,1-1 0 0 0,0 1 0 0 0,0 0 1 0 0,0-1-1 0 0,0 1 0 0 0,1-1 0 0 0,-1 0 1 0 0,1 1-1 0 0,-1-1 0 0 0,1 0 1 0 0,0 0-1 0 0,0 0 0 0 0,0 0 0 0 0,1 0 1 0 0,-1 0-1 0 0,1 0 0 0 0,0-1 0 0 0,-1 1 1 0 0,2-6-1 0 0,-1 9 20 0 0,5-43-209 0 0,-19 4 15973 0 0,15 39-15644 0 0,1 0-1 0 0,0 0 1 0 0,-1 1 0 0 0,1-1 0 0 0,-1 1 0 0 0,1 0 0 0 0,-1-1 0 0 0,1 1 0 0 0,-1 0 0 0 0,0 0 0 0 0,1 0 0 0 0,-1 0 0 0 0,3 2 0 0 0,-2-1 22 0 0,4 2-162 0 0,-1 0 1 0 0,0 1 0 0 0,0-1 0 0 0,0 1 0 0 0,0 0-1 0 0,-1 0 1 0 0,0 1 0 0 0,0 0 0 0 0,0-1-1 0 0,-1 1 1 0 0,0 0 0 0 0,0 0 0 0 0,-1 1-1 0 0,1-1 1 0 0,1 9 0 0 0,1 6-52 0 0,-1 1-1 0 0,-1 1 1 0 0,1 23-1 0 0,-4-31 14 0 0,0 0 0 0 0,-1 0-1 0 0,0 1 1 0 0,-1-2 0 0 0,-1 1-1 0 0,-1 0 1 0 0,0 0 0 0 0,0-1 0 0 0,-2 0-1 0 0,0 0 1 0 0,-13 24 0 0 0,10-25-1845 0 0,0 1 1 0 0,-1-2-1 0 0,-18 19 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49.8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91 1840 0 0,'-9'3'15066'0'0,"4"1"-17241"0"0,-5 9 2643 0 0,0-1 0 0 0,1 2-1 0 0,0-1 1 0 0,1 1 0 0 0,1 0 0 0 0,-7 18 0 0 0,-3 4-87 0 0,-69 137 335 0 0,86-172-526 0 0,1-9-209 0 0,0 0-1 0 0,1 0 0 0 0,0 0 0 0 0,1 1 0 0 0,5-15 0 0 0,1 0-494 0 0,58-151-3252 0 0,-59 156 3944 0 0,0 0-1 0 0,2 1 1 0 0,0 0 0 0 0,1 1-1 0 0,0 0 1 0 0,1 1 0 0 0,26-24-1 0 0,-36 36-56 0 0,0 0-1 0 0,1 1 0 0 0,-1 0 0 0 0,0-1 1 0 0,1 1-1 0 0,-1 0 0 0 0,1 0 0 0 0,-1 0 1 0 0,1 0-1 0 0,0 0 0 0 0,-1 1 0 0 0,1-1 1 0 0,0 1-1 0 0,0 0 0 0 0,-1 0 0 0 0,1 0 1 0 0,0 0-1 0 0,0 0 0 0 0,-1 1 0 0 0,1-1 1 0 0,0 1-1 0 0,-1 0 0 0 0,1-1 0 0 0,0 1 1 0 0,-1 1-1 0 0,1-1 0 0 0,-1 0 0 0 0,0 0 1 0 0,1 1-1 0 0,-1 0 0 0 0,0-1 0 0 0,0 1 1 0 0,0 0-1 0 0,0 0 0 0 0,2 2 0 0 0,8 10 255 0 0,-1-1 0 0 0,0 1 0 0 0,-1 1 0 0 0,11 20 0 0 0,-14-22-260 0 0,17 29 291 0 0,-8-12-135 0 0,22 28 0 0 0,-33-51-293 0 0,0 0 1 0 0,1 0-1 0 0,0-1 0 0 0,0 1 1 0 0,0-1-1 0 0,1-1 1 0 0,0 0-1 0 0,0 0 1 0 0,10 5-1 0 0,-1-3-427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50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 10594 0 0,'3'-20'3985'0'0,"-3"19"-3897"0"0,0 1-1 0 0,0-1 1 0 0,1 1 0 0 0,-1-1 0 0 0,0 1 0 0 0,0 0 0 0 0,0-1 0 0 0,0 1 0 0 0,1-1 0 0 0,-1 1-1 0 0,0 0 1 0 0,1-1 0 0 0,-1 1 0 0 0,0 0 0 0 0,0-1 0 0 0,1 1 0 0 0,-1 0 0 0 0,0 0 0 0 0,1-1-1 0 0,-1 1 1 0 0,1 0 0 0 0,-1 0 0 0 0,0-1 0 0 0,1 1 0 0 0,-1 0 0 0 0,1 0 0 0 0,-1 0 0 0 0,1 0-1 0 0,-1 0 1 0 0,0 0 0 0 0,1 0 0 0 0,-1 0 0 0 0,1 0 0 0 0,-1 0 0 0 0,1 0 0 0 0,-1 0 0 0 0,1 0-1 0 0,-1 0 1 0 0,0 0 0 0 0,1 0 0 0 0,-1 0 0 0 0,1 1 0 0 0,-1-1 0 0 0,0 0 0 0 0,1 0 0 0 0,-1 1-1 0 0,1-1 1 0 0,-1 0 0 0 0,0 0 0 0 0,1 1 0 0 0,-1-1 0 0 0,0 0 0 0 0,0 1 0 0 0,1-1 0 0 0,-1 0-1 0 0,0 1 1 0 0,1 0 0 0 0,8 13 270 0 0,0 0 0 0 0,-1 1 0 0 0,-1 0 0 0 0,0 1 0 0 0,-1-1 0 0 0,0 1 0 0 0,-1 0 0 0 0,3 22 0 0 0,5 37 28 0 0,5 82 1 0 0,7 43-262 0 0,-21-179-317 0 0,2 0-1 0 0,1 0 1 0 0,0 0 0 0 0,2-1 0 0 0,0 0-1 0 0,22 33 1 0 0,-26-41-1359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50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29 277 3225 0 0,'-1'0'100'0'0,"-1"-1"1"0"0,1 1-1 0 0,0 0 1 0 0,-1 0 0 0 0,1-1-1 0 0,0 1 1 0 0,0-1-1 0 0,-1 0 1 0 0,1 1-1 0 0,0-1 1 0 0,0 0-1 0 0,0 0 1 0 0,0 1 0 0 0,-1-1-1 0 0,1 0 1 0 0,1 0-1 0 0,-1 0 1 0 0,0 0-1 0 0,0 0 1 0 0,0-1 0 0 0,0 1-1 0 0,1 0 1 0 0,-1 0-1 0 0,1-1 1 0 0,-1 1-1 0 0,1 0 1 0 0,-1 0 0 0 0,1-1-1 0 0,-1-2 1 0 0,1 1 212 0 0,1 0 1 0 0,-1 0-1 0 0,1 0 1 0 0,0 0 0 0 0,0 0-1 0 0,0 0 1 0 0,0 0-1 0 0,0 0 1 0 0,1 1-1 0 0,-1-1 1 0 0,1 0-1 0 0,0 1 1 0 0,2-3 0 0 0,8-10 670 0 0,1 1 1 0 0,1 0 0 0 0,0 1-1 0 0,1 1 1 0 0,1 1 0 0 0,26-16-1 0 0,-9 8 149 0 0,2 2-1 0 0,48-17 1 0 0,-61 26-886 0 0,-1 2-1 0 0,1 0 1 0 0,28-3 0 0 0,-1 8-6391 0 0,-30 3-635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50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0 181 14283 0 0,'88'-68'5712'0'0,"-64"48"-6178"0"0,0 2 0 0 0,0 0 0 0 0,52-27 0 0 0,-71 43-391 0 0,1 0 1 0 0,-1 0 0 0 0,1 0-1 0 0,0 1 1 0 0,0 0 0 0 0,-1 0-1 0 0,1 1 1 0 0,0 0 0 0 0,10 0-1 0 0,3 1-1885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51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19 236 8290 0 0,'-19'5'4089'0'0,"27"-14"-368"0"0,31-17-642 0 0,106-67 350 0 0,-4-8-4943 0 0,-125 90-613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3:51.7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0,'4'0'308'0'0,"-1"1"-1"0"0,0 0 1 0 0,1 0 0 0 0,-1 0-1 0 0,0 1 1 0 0,0-1 0 0 0,0 1-1 0 0,0 0 1 0 0,0-1 0 0 0,0 2-1 0 0,-1-1 1 0 0,1 0 0 0 0,0 0-1 0 0,-1 1 1 0 0,0-1 0 0 0,0 1-1 0 0,0 0 1 0 0,0 0 0 0 0,0 0-1 0 0,2 4 1 0 0,5 9 419 0 0,-1 1 1 0 0,10 25-1 0 0,3 23 180 0 0,17 99 0 0 0,-11-44-582 0 0,-23-103-585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0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39 330 3225 0 0,'-1'1'128'0'0,"-1"-1"1"0"0,1 0 0 0 0,-1 1-1 0 0,0-1 1 0 0,1 1 0 0 0,-1-1-1 0 0,1 1 1 0 0,-1 0 0 0 0,1 0 0 0 0,0-1-1 0 0,-3 3 1 0 0,-15 5 4112 0 0,37-14-994 0 0,4-1-3461 0 0,610-62 2070 0 0,-510 58-1408 0 0,296-17 642 0 0,236-2 249 0 0,-275 7-1079 0 0,-108 7 2 0 0,112-4-284 0 0,241-6 102 0 0,-368 21-71 0 0,206-8 32 0 0,-99-15 27 0 0,154-7 22 0 0,-271 19 102 0 0,-128 7-18 0 0,118 4 0 0 0,94 8 1033 0 0,-201-3-362 0 0,-120 1-748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2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24 456 0 0,'-37'-17'9928'0'0,"29"11"-8108"0"0,12 11-1089 0 0,1 1-1 0 0,-1-1 1 0 0,-1 1 0 0 0,1 0 0 0 0,-1 0 0 0 0,0 0-1 0 0,5 14 1 0 0,11 51 250 0 0,-13-46-592 0 0,-5-17-343 0 0,0-2-58 0 0,1 1 0 0 0,-1-1 0 0 0,1 0 0 0 0,0 1 0 0 0,1-1 0 0 0,-1 0 0 0 0,1 0 0 0 0,0 0 0 0 0,1-1 0 0 0,-1 1 0 0 0,1-1 0 0 0,6 7-1 0 0,-9-12-34 0 0,0 1 0 0 0,0-1-1 0 0,-1 0 1 0 0,1 0 0 0 0,0 0-1 0 0,0 0 1 0 0,-1 1-1 0 0,1-1 1 0 0,0 0 0 0 0,0 0-1 0 0,-1 0 1 0 0,1-1-1 0 0,0 1 1 0 0,0 0 0 0 0,0 0-1 0 0,-1 0 1 0 0,1 0-1 0 0,0-1 1 0 0,-1 1 0 0 0,1 0-1 0 0,0-1 1 0 0,0 1 0 0 0,-1-1-1 0 0,1 1 1 0 0,-1-1-1 0 0,1 1 1 0 0,0-1 0 0 0,-1 1-1 0 0,1-1 1 0 0,-1 1-1 0 0,1-1 1 0 0,-1 0 0 0 0,0 1-1 0 0,1-1 1 0 0,0-1-1 0 0,17-29-811 0 0,-15 26 775 0 0,11-22-168 0 0,35-56 413 0 0,-43 75 40 0 0,0-1 1 0 0,1 1 0 0 0,-1 0-1 0 0,2 1 1 0 0,-1 0-1 0 0,17-12 1 0 0,-22 17-119 0 0,0 1 0 0 0,-1 0 0 0 0,1 0 0 0 0,0 0 1 0 0,0 0-1 0 0,0 0 0 0 0,0 0 0 0 0,1 1 0 0 0,-1-1 0 0 0,0 1 0 0 0,0-1 1 0 0,0 1-1 0 0,0 0 0 0 0,1 0 0 0 0,-1 0 0 0 0,0 0 0 0 0,0 0 0 0 0,1 0 1 0 0,-1 1-1 0 0,4 0 0 0 0,-3 1 1 0 0,-1-1 0 0 0,1 1 0 0 0,-1 0 0 0 0,1-1 0 0 0,-1 1 0 0 0,1 1 0 0 0,-1-1 0 0 0,0 0 0 0 0,0 0 0 0 0,0 1 0 0 0,-1-1 0 0 0,1 1 0 0 0,2 3 0 0 0,3 10 118 0 0,-1 1 0 0 0,0-1-1 0 0,-1 1 1 0 0,4 22-1 0 0,-7-27-170 0 0,11 52-360 0 0,-8-21-2676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2.3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8754 0 0,'0'0'32'0'0,"0"0"0"0"0,0 0 0 0 0,0 0 0 0 0,0 0 0 0 0,0 0 0 0 0,0 0 0 0 0,1 0 0 0 0,-1 0 0 0 0,0 0 0 0 0,0 0 0 0 0,0 0 0 0 0,0 0-1 0 0,1-1 1 0 0,-1 1 0 0 0,0 0 0 0 0,0 0 0 0 0,0 0 0 0 0,0 0 0 0 0,1 0 0 0 0,-1 0 0 0 0,0 1 0 0 0,0-1 0 0 0,0 0 0 0 0,0 0 0 0 0,0 0 0 0 0,1 0 0 0 0,-1 0 0 0 0,0 0 0 0 0,0 0 0 0 0,0 0 0 0 0,0 0 0 0 0,0 0 0 0 0,1 0 0 0 0,-1 1 0 0 0,0-1 0 0 0,0 0 0 0 0,0 0 0 0 0,0 0 0 0 0,0 0 0 0 0,0 0 0 0 0,0 0 0 0 0,0 1 0 0 0,0-1 0 0 0,1 0 0 0 0,-1 0 0 0 0,5 13 1227 0 0,2 14 366 0 0,-7-26-1575 0 0,1 8 284 0 0,1 0 0 0 0,1 0 0 0 0,0 0 0 0 0,0 0 0 0 0,0-1 0 0 0,1 1 1 0 0,1-1-1 0 0,-1 0 0 0 0,2 0 0 0 0,-1-1 0 0 0,1 1 0 0 0,7 6 0 0 0,-10-11-279 0 0,1 0 0 0 0,0 0 0 0 0,-1 0-1 0 0,1-1 1 0 0,0 1 0 0 0,1-1 0 0 0,-1 0 0 0 0,0 0-1 0 0,1-1 1 0 0,-1 1 0 0 0,1-1 0 0 0,-1 0-1 0 0,1 0 1 0 0,0-1 0 0 0,-1 1 0 0 0,1-1 0 0 0,0 0-1 0 0,-1 0 1 0 0,1-1 0 0 0,0 0 0 0 0,-1 1 0 0 0,1-1-1 0 0,-1-1 1 0 0,1 1 0 0 0,7-4 0 0 0,-6 3-14 0 0,-1-1 1 0 0,1 1-1 0 0,-1-1 1 0 0,0-1-1 0 0,0 1 1 0 0,0-1-1 0 0,0 1 1 0 0,0-2-1 0 0,-1 1 1 0 0,0 0-1 0 0,0-1 0 0 0,0 0 1 0 0,0 1-1 0 0,-1-2 1 0 0,0 1-1 0 0,0 0 1 0 0,0-1-1 0 0,-1 1 1 0 0,4-12-1 0 0,-5 12 24 0 0,0 0-1 0 0,-1 0 0 0 0,0 0 1 0 0,1 0-1 0 0,-2 0 0 0 0,1 0 1 0 0,-1 0-1 0 0,0 0 0 0 0,0 0 1 0 0,0 0-1 0 0,0 1 0 0 0,-1-1 1 0 0,0 0-1 0 0,0 1 0 0 0,0-1 1 0 0,-1 1-1 0 0,1 0 0 0 0,-1-1 1 0 0,0 1-1 0 0,0 1 0 0 0,-1-1 1 0 0,1 0-1 0 0,-1 1 0 0 0,-6-5 1 0 0,4 4-150 0 0,1 0 0 0 0,-1 0 1 0 0,1 1-1 0 0,-1 0 0 0 0,-8-4 1 0 0,-18 1-5692 0 0,9 6-711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2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55 6913 0 0,'-11'-26'3278'0'0,"5"-2"4986"0"0,23 57-4461 0 0,-7 1-3623 0 0,-2 0 0 0 0,-1 1 0 0 0,-1 0-1 0 0,2 51 1 0 0,5 20-116 0 0,18 43-161 0 0,-25-127-680 0 0,0 0 0 0 0,1 0-1 0 0,1-1 1 0 0,1 0-1 0 0,20 29 1 0 0,-17-29-6025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3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1 131 6913 0 0,'0'0'28'0'0,"0"-1"0"0"0,0 1 0 0 0,0 0 0 0 0,0-1 0 0 0,0 1 0 0 0,0 0-1 0 0,0-1 1 0 0,0 1 0 0 0,0 0 0 0 0,0-1 0 0 0,0 1 0 0 0,1 0-1 0 0,-1 0 1 0 0,0-1 0 0 0,0 1 0 0 0,0 0 0 0 0,0-1 0 0 0,1 1 0 0 0,-1 0-1 0 0,0 0 1 0 0,0-1 0 0 0,1 1 0 0 0,-1 0 0 0 0,0 0 0 0 0,0 0-1 0 0,1-1 1 0 0,-1 1 0 0 0,0 0 0 0 0,1 0 0 0 0,-1 0 0 0 0,0 0 0 0 0,1 0-1 0 0,-1 0 1 0 0,0 0 0 0 0,1 0 0 0 0,17-9 442 0 0,-13 8-246 0 0,237-86 4947 0 0,-208 76-4957 0 0,-25 8-155 0 0,0 0 1 0 0,1 1-1 0 0,-1 0 1 0 0,1 0-1 0 0,-1 1 1 0 0,1 0-1 0 0,10 1 1 0 0,-17 0-42 0 0,0 0 1 0 0,-1 1-1 0 0,1-1 0 0 0,-1 1 1 0 0,0 0-1 0 0,1 0 1 0 0,-1 0-1 0 0,1 0 1 0 0,-1 0-1 0 0,0 0 1 0 0,0 1-1 0 0,0-1 0 0 0,0 1 1 0 0,0-1-1 0 0,0 1 1 0 0,0 0-1 0 0,0 0 1 0 0,-1 0-1 0 0,1 0 0 0 0,-1 0 1 0 0,1 0-1 0 0,-1 1 1 0 0,0-1-1 0 0,0 0 1 0 0,0 1-1 0 0,0-1 0 0 0,0 0 1 0 0,-1 1-1 0 0,1-1 1 0 0,-1 1-1 0 0,1 3 1 0 0,-2 49 876 0 0,0-48-703 0 0,0-1 0 0 0,1 1 0 0 0,0 0 0 0 0,0-1 0 0 0,0 1 0 0 0,1 0 0 0 0,0-1 0 0 0,0 1 0 0 0,0 0 0 0 0,1-1 0 0 0,4 11 0 0 0,-5-16-165 0 0,0-1 1 0 0,0 1 0 0 0,0 0-1 0 0,0 0 1 0 0,0-1-1 0 0,0 1 1 0 0,0 0-1 0 0,0-1 1 0 0,0 1-1 0 0,1-1 1 0 0,-1 1-1 0 0,0-1 1 0 0,0 0-1 0 0,0 1 1 0 0,1-1 0 0 0,-1 0-1 0 0,0 0 1 0 0,0 0-1 0 0,1 0 1 0 0,-1 0-1 0 0,0 0 1 0 0,0 0-1 0 0,1-1 1 0 0,-1 1-1 0 0,0 0 1 0 0,0-1-1 0 0,0 1 1 0 0,1-1 0 0 0,-1 1-1 0 0,0-1 1 0 0,0 1-1 0 0,0-1 1 0 0,0 0-1 0 0,0 0 1 0 0,1-1-1 0 0,41-31 109 0 0,-39 30-40 0 0,10-10-15 0 0,0-1 0 0 0,12-15 0 0 0,-22 24 2 0 0,0 0 0 0 0,-1 0 0 0 0,1 0 0 0 0,-1 0 0 0 0,0-1 0 0 0,0 1 0 0 0,-1-1 0 0 0,0 0 0 0 0,0 0 0 0 0,1-7 0 0 0,-3 12-66 0 0,1 0-1 0 0,-1 0 0 0 0,0 1 1 0 0,0-1-1 0 0,0 0 1 0 0,-1 0-1 0 0,1 0 1 0 0,0 1-1 0 0,0-1 0 0 0,0 0 1 0 0,0 1-1 0 0,-1-1 1 0 0,1 0-1 0 0,0 0 1 0 0,-1 1-1 0 0,1-1 0 0 0,-1 1 1 0 0,1-1-1 0 0,0 0 1 0 0,-1 1-1 0 0,1-1 1 0 0,-1 1-1 0 0,0-1 0 0 0,1 1 1 0 0,-1-1-1 0 0,1 1 1 0 0,-1-1-1 0 0,-1 1 1 0 0,0-1 10 0 0,-1 0 1 0 0,1 0 0 0 0,-1 1 0 0 0,1-1 0 0 0,-1 1 0 0 0,0 0 0 0 0,1-1 0 0 0,-6 2 0 0 0,-1 0-94 0 0,-1 0 1 0 0,1 0 0 0 0,-17 6 0 0 0,18-4-176 0 0,1 1 1 0 0,-1-1-1 0 0,0 1 0 0 0,-10 7 1 0 0,1 5-5885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3.4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6913 0 0,'12'-2'9870'0'0,"1"19"-7102"0"0,-9-9-2884 0 0,-1 1 397 0 0,0 0 1 0 0,0 1 0 0 0,-1-1-1 0 0,3 17 1 0 0,-4-18-220 0 0,0 1 0 0 0,1-1 0 0 0,0 0 0 0 0,0 0 1 0 0,1 0-1 0 0,6 13 0 0 0,-5-14-62 0 0,0-1-1 0 0,0 1 1 0 0,0-1 0 0 0,1 0-1 0 0,0 0 1 0 0,0-1 0 0 0,7 6-1 0 0,-10-10-39 0 0,-1 0 0 0 0,0 0 0 0 0,1 0 0 0 0,-1 0 0 0 0,1-1 0 0 0,-1 1 0 0 0,1 0 0 0 0,0-1 0 0 0,-1 1 0 0 0,1-1 0 0 0,0 1 0 0 0,-1-1 0 0 0,1 0 0 0 0,0 0 0 0 0,0 0 0 0 0,-1 0 0 0 0,1 0 0 0 0,0 0 0 0 0,-1 0 0 0 0,1 0 0 0 0,0-1 0 0 0,-1 1 0 0 0,1-1 0 0 0,0 1 0 0 0,-1-1 0 0 0,1 0 0 0 0,-1 0 0 0 0,1 0 0 0 0,-1 0 0 0 0,1 0 0 0 0,-1 0 0 0 0,0 0 0 0 0,1 0 0 0 0,-1 0 0 0 0,0 0 0 0 0,1-2 0 0 0,10-12 59 0 0,0-1 0 0 0,-2 0 1 0 0,13-25-1 0 0,-13 23 466 0 0,1-1-1 0 0,19-23 1 0 0,-30 41-457 0 0,0 0 0 0 0,1 0 0 0 0,-1 1 0 0 0,1-1 0 0 0,0 0 0 0 0,-1 0 0 0 0,1 1-1 0 0,-1-1 1 0 0,1 1 0 0 0,0-1 0 0 0,0 1 0 0 0,-1-1 0 0 0,1 1 0 0 0,0-1 0 0 0,0 1 0 0 0,0-1 0 0 0,-1 1 0 0 0,1 0 0 0 0,0 0 0 0 0,0-1 0 0 0,0 1 0 0 0,0 0 0 0 0,0 0 0 0 0,0 0 0 0 0,0 0-1 0 0,-1 0 1 0 0,1 0 0 0 0,0 0 0 0 0,0 0 0 0 0,0 1 0 0 0,0-1 0 0 0,0 0 0 0 0,0 0 0 0 0,0 1 0 0 0,-1-1 0 0 0,1 1 0 0 0,0-1 0 0 0,0 0 0 0 0,-1 1 0 0 0,1 0 0 0 0,0-1 0 0 0,0 1 0 0 0,-1-1 0 0 0,1 1-1 0 0,-1 0 1 0 0,1-1 0 0 0,-1 1 0 0 0,1 0 0 0 0,-1 0 0 0 0,1 1 0 0 0,4 6 0 0 0,0 1 0 0 0,0 1-1 0 0,5 18 1 0 0,0-4-12 0 0,-7-18-171 0 0,1-2-1 0 0,0 1 0 0 0,-1 0 1 0 0,2-1-1 0 0,-1 0 0 0 0,0 0 1 0 0,8 5-1 0 0,20 11-3957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04.0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112 116 3225 0 0,'-2'0'258'0'0,"1"-1"-1"0"0,-1 0 1 0 0,0 1 0 0 0,1-1 0 0 0,-1 1 0 0 0,0-1-1 0 0,1 1 1 0 0,-1 0 0 0 0,0 0 0 0 0,1 0 0 0 0,-1 0 0 0 0,0 0-1 0 0,0 0 1 0 0,1 0 0 0 0,-1 0 0 0 0,0 1 0 0 0,1-1 0 0 0,-1 1-1 0 0,0-1 1 0 0,-1 2 0 0 0,0 0 206 0 0,0 0 0 0 0,0 0 0 0 0,0 0 0 0 0,0 0-1 0 0,1 1 1 0 0,-1-1 0 0 0,1 1 0 0 0,-1 0 0 0 0,-1 3 0 0 0,-3 4 353 0 0,1 0 0 0 0,1 1-1 0 0,0 0 1 0 0,-7 20 0 0 0,9-20-670 0 0,0-1 0 0 0,1 0 0 0 0,1 1 0 0 0,0 0 0 0 0,0-1 0 0 0,2 21 1 0 0,-1-28-160 0 0,0 1 0 0 0,0-1 1 0 0,1 1-1 0 0,0-1 0 0 0,0 1 1 0 0,0-1-1 0 0,0 0 0 0 0,0 0 1 0 0,0 1-1 0 0,1-1 0 0 0,0 0 1 0 0,0 0-1 0 0,0 0 0 0 0,0 0 1 0 0,0-1-1 0 0,0 1 0 0 0,1 0 1 0 0,-1-1-1 0 0,1 0 0 0 0,0 0 1 0 0,-1 1-1 0 0,1-2 0 0 0,0 1 1 0 0,6 2-1 0 0,-6-3-20 0 0,0-1 1 0 0,0 1-1 0 0,1-1 1 0 0,-1 0-1 0 0,0 0 1 0 0,0 0-1 0 0,0-1 0 0 0,0 1 1 0 0,1-1-1 0 0,-1 0 1 0 0,0 0-1 0 0,0 0 1 0 0,0 0-1 0 0,0 0 1 0 0,-1-1-1 0 0,1 1 0 0 0,0-1 1 0 0,-1 0-1 0 0,1 0 1 0 0,-1 0-1 0 0,1 0 1 0 0,-1 0-1 0 0,3-3 1 0 0,3-3 23 0 0,-1-1 0 0 0,1 1 1 0 0,-2-2-1 0 0,1 1 1 0 0,5-12-1 0 0,4-14 434 0 0,-2-1-1 0 0,-2 0 1 0 0,-1-1-1 0 0,6-40 1 0 0,0 6 1370 0 0,-15 93-1231 0 0,0-1 0 0 0,9 32 1 0 0,-4-32-534 0 0,2 0 0 0 0,0-1 1 0 0,1 0-1 0 0,0-1 0 0 0,2 0 0 0 0,0 0 1 0 0,28 30-1 0 0,-4-2-42 0 0,-34-44-9 0 0,0 0-1 0 0,1 0 1 0 0,-1 0 0 0 0,1 0-1 0 0,0 0 1 0 0,0-1 0 0 0,0 1 0 0 0,0-1-1 0 0,1 0 1 0 0,-1 0 0 0 0,0 0-1 0 0,1 0 1 0 0,0 0 0 0 0,-1-1 0 0 0,6 2-1 0 0,-7-3-33 0 0,0 0 0 0 0,0 0 0 0 0,1 0 0 0 0,-1 0 0 0 0,0-1 0 0 0,0 1 0 0 0,1-1 0 0 0,-1 1 0 0 0,0-1 0 0 0,0 0 0 0 0,0 0 0 0 0,0 0 0 0 0,0 0 0 0 0,0 0 0 0 0,0 0 0 0 0,-1 0 0 0 0,1-1 0 0 0,0 1 0 0 0,0-1 0 0 0,-1 1 0 0 0,1-1 0 0 0,-1 0 1 0 0,0 1-1 0 0,1-1 0 0 0,-1 0 0 0 0,0 0 0 0 0,1-4 0 0 0,23-51-1700 0 0,-22 48 1848 0 0,0-1-1 0 0,1 1 0 0 0,0 0 0 0 0,0 0 0 0 0,1 0 1 0 0,1 0-1 0 0,-1 1 0 0 0,13-13 0 0 0,-17 20-12 0 0,0-1 0 0 0,0 2-1 0 0,0-1 1 0 0,0 0-1 0 0,0 0 1 0 0,1 0 0 0 0,-1 0-1 0 0,0 1 1 0 0,1-1-1 0 0,-1 1 1 0 0,0-1 0 0 0,1 1-1 0 0,-1-1 1 0 0,1 1-1 0 0,-1 0 1 0 0,1 0-1 0 0,-1-1 1 0 0,1 1 0 0 0,-1 0-1 0 0,1 1 1 0 0,-1-1-1 0 0,3 0 1 0 0,-2 1-24 0 0,1 0 1 0 0,-1 1-1 0 0,0-1 0 0 0,0 0 0 0 0,0 1 1 0 0,0-1-1 0 0,0 1 0 0 0,0-1 0 0 0,0 1 1 0 0,0 0-1 0 0,-1 0 0 0 0,3 3 0 0 0,3 6-1 0 0,0 2 0 0 0,0-1-1 0 0,8 25 1 0 0,-11-27 50 0 0,-2-6-301 0 0,-1 0 0 0 0,1-1 0 0 0,1 1 1 0 0,-1 0-1 0 0,0 0 0 0 0,1-1 0 0 0,0 0 0 0 0,0 1 1 0 0,6 4-1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2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1614 1376 0 0,'-5'-3'8479'0'0,"25"-4"-6567"0"0,34-6-1394 0 0,110-35 1090 0 0,8-2-1514 0 0,-128 41 73 0 0,214-54 1698 0 0,-118 19-1162 0 0,60-21-89 0 0,188-68 622 0 0,-332 115-1116 0 0,62-13-1 0 0,-33 10-38 0 0,50-16 39 0 0,144-36 263 0 0,-215 59-903 0 0,163-31 900 0 0,-200 38-354 0 0,0 0 1 0 0,0-2 0 0 0,-1-1-1 0 0,0-1 1 0 0,-1-1-1 0 0,44-29 1 0 0,7-2 440 0 0,10-2-293 0 0,-2-3-1 0 0,82-63 0 0 0,-94 53-162 0 0,-3-2 0 0 0,97-112-1 0 0,-108 109 38 0 0,2 2 0 0 0,90-70 0 0 0,-145 127-59 0 0,21-18-551 0 0,-25 21 452 0 0,-1 1 0 0 0,1-1 0 0 0,0 0 0 0 0,0 0 0 0 0,0 0 0 0 0,0 0 0 0 0,-1 0 0 0 0,1 0 0 0 0,0 0 0 0 0,-1 0 0 0 0,1 0 0 0 0,-1-1 0 0 0,1 1 0 0 0,-1 0 0 0 0,0 0 0 0 0,1 0 0 0 0,-1-1 0 0 0,0 1 0 0 0,0 0 0 0 0,0-2 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4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7 2304 0 0,'0'-3'201'0'0,"0"1"-201"0"0,0 1 0 0 0,-2 1 0 0 0,1 0 0 0 0,-1 0-72 0 0,-2 0 72 0 0,-1 1 0 0 0,-2 1-64 0 0,-1 2 64 0 0,2 1 0 0 0,0 1 0 0 0,2-1 0 0 0,-1-1 0 0 0,0-1-65 0 0,1 0 65 0 0,-2-3 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5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73 4609 0 0,'1'-2'217'0'0,"0"0"-1"0"0,0 0 1 0 0,-1-1 0 0 0,1 1 0 0 0,-1 0-1 0 0,1 0 1 0 0,-1-1 0 0 0,0 1 0 0 0,0-5-1 0 0,0 5 359 0 0,0-1-1 0 0,-1 0 1 0 0,1 1 0 0 0,-1-1-1 0 0,0 1 1 0 0,0-1-1 0 0,0 1 1 0 0,0-1 0 0 0,0 1-1 0 0,0 0 1 0 0,0-1-1 0 0,-4-3 1 0 0,4 5-316 0 0,0 0 1 0 0,1 1 0 0 0,-1-1-1 0 0,0 0 1 0 0,0 0 0 0 0,0 1-1 0 0,0-1 1 0 0,0 1-1 0 0,0-1 1 0 0,0 1 0 0 0,0-1-1 0 0,0 1 1 0 0,0-1-1 0 0,0 1 1 0 0,0 0 0 0 0,0 0-1 0 0,0-1 1 0 0,0 1 0 0 0,-1 0-1 0 0,1 0 1 0 0,-2 1-1 0 0,1-1-203 0 0,0 1-1 0 0,1 0 1 0 0,-1-1-1 0 0,0 1 1 0 0,1 0-1 0 0,-1 0 0 0 0,1 1 1 0 0,-1-1-1 0 0,1 0 1 0 0,-1 0-1 0 0,1 1 1 0 0,0-1-1 0 0,-1 1 0 0 0,1-1 1 0 0,0 1-1 0 0,0-1 1 0 0,-1 4-1 0 0,-6 10-13 0 0,1 0 0 0 0,1 0 1 0 0,0 0-1 0 0,1 1 0 0 0,1 0 0 0 0,0 0 0 0 0,1 0 0 0 0,1 1 0 0 0,1-1 1 0 0,0 0-1 0 0,1 1 0 0 0,1-1 0 0 0,4 26 0 0 0,-4-33-20 0 0,1 0-1 0 0,0 0 1 0 0,1 0-1 0 0,0 0 1 0 0,1 0-1 0 0,0-1 0 0 0,0 0 1 0 0,1 1-1 0 0,0-1 1 0 0,0-1-1 0 0,1 1 1 0 0,0-1-1 0 0,0 0 1 0 0,0 0-1 0 0,1-1 1 0 0,0 0-1 0 0,1 0 1 0 0,-1-1-1 0 0,1 1 1 0 0,0-2-1 0 0,1 1 1 0 0,-1-1-1 0 0,1-1 0 0 0,0 1 1 0 0,9 1-1 0 0,-11-3-136 0 0,0 0-1 0 0,0-1 1 0 0,0 0-1 0 0,0-1 0 0 0,0 1 1 0 0,0-1-1 0 0,0-1 1 0 0,0 1-1 0 0,0-1 1 0 0,1-1-1 0 0,-2 1 0 0 0,1-1 1 0 0,0 0-1 0 0,12-6 1 0 0,-8 2-779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5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39 7834 0 0,'-1'-1'104'0'0,"1"1"0"0"0,0-1 0 0 0,0 1 0 0 0,0-1 0 0 0,0 1 0 0 0,0-1 0 0 0,0 1 0 0 0,0-1 0 0 0,0 1 0 0 0,0-1 1 0 0,0 1-1 0 0,0-1 0 0 0,0 1 0 0 0,0-1 0 0 0,0 1 0 0 0,0-1 0 0 0,1 1 0 0 0,-1-1 0 0 0,0 1 0 0 0,0-1 0 0 0,0 1 0 0 0,1-1 1 0 0,-1 1-1 0 0,0-1 0 0 0,1 1 0 0 0,0-1 0 0 0,6 13 2866 0 0,5 26-758 0 0,-10-30-2005 0 0,-1-1-1 0 0,1-1 1 0 0,0 1-1 0 0,0 0 1 0 0,1 0 0 0 0,0-1-1 0 0,0 1 1 0 0,1-1 0 0 0,4 7-1 0 0,-7-12-151 0 0,1 1 1 0 0,-1 0-1 0 0,1-1 0 0 0,-1 1 1 0 0,1-1-1 0 0,0 1 0 0 0,0-1 0 0 0,-1 0 1 0 0,1 1-1 0 0,0-1 0 0 0,0 0 0 0 0,0-1 1 0 0,0 1-1 0 0,1 0 0 0 0,-1 0 1 0 0,0-1-1 0 0,0 1 0 0 0,0-1 0 0 0,0 0 1 0 0,1 0-1 0 0,-1 0 0 0 0,0 0 0 0 0,0 0 1 0 0,1 0-1 0 0,-1 0 0 0 0,0-1 1 0 0,0 1-1 0 0,0-1 0 0 0,0 0 0 0 0,0 0 1 0 0,0 0-1 0 0,3-1 0 0 0,2-2-23 0 0,-1-1 0 0 0,-1 1 0 0 0,1-1 0 0 0,-1 0 0 0 0,1-1-1 0 0,-1 1 1 0 0,-1-1 0 0 0,1 0 0 0 0,-1 0 0 0 0,0 0 0 0 0,-1-1 0 0 0,5-9-1 0 0,-5 8 19 0 0,1 1-1 0 0,0-1 1 0 0,1 1 0 0 0,-1 0-1 0 0,1 1 1 0 0,1-1-1 0 0,-1 1 1 0 0,1 0-1 0 0,8-6 1 0 0,-12 11-34 0 0,-1 0 0 0 0,0 0 0 0 0,0 1 0 0 0,0-1 0 0 0,0 0 0 0 0,1 1 0 0 0,-1 0 0 0 0,0-1 0 0 0,0 1 0 0 0,1 0 0 0 0,-1-1 0 0 0,0 1 0 0 0,1 0 0 0 0,-1 0 0 0 0,0 0 0 0 0,1 0 0 0 0,-1 0 0 0 0,0 0 0 0 0,1 1 0 0 0,-1-1 0 0 0,0 0 0 0 0,3 2 0 0 0,-2-1 42 0 0,0 0 1 0 0,1 1-1 0 0,-1 0 0 0 0,0-1 0 0 0,0 1 0 0 0,0 0 0 0 0,0 0 1 0 0,-1 0-1 0 0,1 0 0 0 0,2 5 0 0 0,3 5 202 0 0,-1 0 0 0 0,-1 1-1 0 0,7 20 1 0 0,-10-26-232 0 0,8 26-159 0 0,-6-18-123 0 0,1 0 0 0 0,0 0 1 0 0,1 0-1 0 0,1-1 0 0 0,0 0 1 0 0,1 0-1 0 0,9 13 0 0 0,-6-15-1154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5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1 155 6913 0 0,'2'-12'643'0'0,"4"-24"3207"0"0,-6 35-3656 0 0,0 0 1 0 0,0 0-1 0 0,0 1 1 0 0,0-1-1 0 0,1 0 1 0 0,-1 0-1 0 0,0 0 1 0 0,1 0-1 0 0,-1 0 1 0 0,1 0-1 0 0,-1 0 1 0 0,1 1-1 0 0,-1-1 1 0 0,1 0-1 0 0,0 0 1 0 0,-1 1-1 0 0,1-1 1 0 0,0 1-1 0 0,-1-1 1 0 0,1 0-1 0 0,0 1 0 0 0,0-1 1 0 0,0 1-1 0 0,0-1 1 0 0,0 1-1 0 0,1-1 1 0 0,-1 2 18 0 0,1 0-1 0 0,0-1 1 0 0,-1 1-1 0 0,1 0 1 0 0,-1 0 0 0 0,0 0-1 0 0,1 0 1 0 0,-1 0 0 0 0,0 1-1 0 0,0-1 1 0 0,1 0-1 0 0,-1 0 1 0 0,0 1 0 0 0,0-1-1 0 0,-1 1 1 0 0,1-1 0 0 0,0 1-1 0 0,1 2 1 0 0,13 30 821 0 0,-15-34-986 0 0,15 46 599 0 0,-13-37-624 0 0,0 0 0 0 0,1-1 1 0 0,0 1-1 0 0,0-1 0 0 0,1 0 1 0 0,0 1-1 0 0,1-2 1 0 0,0 1-1 0 0,0 0 0 0 0,0-1 1 0 0,1 0-1 0 0,0 0 0 0 0,8 6 1 0 0,-13-13-4 0 0,-1-1-1 0 0,1 1 1 0 0,-1 0 0 0 0,1-1 0 0 0,-1 1 0 0 0,1-1-1 0 0,-1 1 1 0 0,1-1 0 0 0,-1 0 0 0 0,1 1 0 0 0,-1-1-1 0 0,0 1 1 0 0,1-1 0 0 0,-1 0 0 0 0,0 1 0 0 0,1-1-1 0 0,-1 0 1 0 0,0 1 0 0 0,0-1 0 0 0,0 0 0 0 0,0 0-1 0 0,0 1 1 0 0,1-1 0 0 0,-1 0 0 0 0,-1 0 0 0 0,1 1-1 0 0,0-2 1 0 0,5-34 121 0 0,-4 28-88 0 0,5-50 71 0 0,-4 30-265 0 0,2-1 0 0 0,0 0 0 0 0,16-48 0 0 0,-19 74 70 0 0,0 0 0 0 0,0 1 0 0 0,0-1 0 0 0,1 0 0 0 0,-1 1 1 0 0,1-1-1 0 0,0 1 0 0 0,2-3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6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7834 0 0,'4'-4'610'0'0,"0"1"0"0"0,0 0 0 0 0,0 1 0 0 0,0-1 0 0 0,0 1 0 0 0,10-4 0 0 0,-8 3 245 0 0,-4 2-615 0 0,0-1 0 0 0,0 1 0 0 0,1 0 0 0 0,-1 0 0 0 0,0 0 0 0 0,1 1 1 0 0,-1-1-1 0 0,1 1 0 0 0,-1-1 0 0 0,1 1 0 0 0,-1 0 0 0 0,1 0 0 0 0,-1 0 0 0 0,1 0 0 0 0,-1 0 1 0 0,1 1-1 0 0,-1-1 0 0 0,1 1 0 0 0,-1-1 0 0 0,0 1 0 0 0,1 0 0 0 0,2 2 0 0 0,-2-1-73 0 0,0 0 1 0 0,0 1-1 0 0,0 0 0 0 0,0 0 0 0 0,-1 0 1 0 0,1 0-1 0 0,-1 0 0 0 0,0 0 0 0 0,0 1 0 0 0,0-1 1 0 0,-1 1-1 0 0,3 7 0 0 0,2 7-45 0 0,-2 1 1 0 0,0 0-1 0 0,-1 0 1 0 0,0 32-1 0 0,-3-11-4 0 0,0-6 116 0 0,1-26 196 0 0,0-11 341 0 0,1-8-750 0 0,7-43 210 0 0,19-65 1 0 0,-24 105-495 0 0,1 0-1 0 0,0 0 1 0 0,1 1 0 0 0,1 0-1 0 0,0 0 1 0 0,0 1-1 0 0,1 0 1 0 0,1 0 0 0 0,0 1-1 0 0,10-11 1 0 0,-15 19-174 0 0,-1 0-1 0 0,0 0 1 0 0,1 1-1 0 0,0-1 1 0 0,0 1-1 0 0,0 0 1 0 0,0 0 0 0 0,6-2-1 0 0,0 2-1405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6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1 213 3681 0 0,'0'1'100'0'0,"-1"0"1"0"0,1 0 0 0 0,0-1-1 0 0,0 1 1 0 0,0 0 0 0 0,0 0-1 0 0,0 0 1 0 0,0 0-1 0 0,0 0 1 0 0,0-1 0 0 0,1 1-1 0 0,-1 0 1 0 0,0 0 0 0 0,0 0-1 0 0,1 0 1 0 0,-1-1-1 0 0,1 1 1 0 0,-1 0 0 0 0,0 0-1 0 0,1-1 1 0 0,-1 1 0 0 0,1 0-1 0 0,0-1 1 0 0,-1 1-1 0 0,1-1 1 0 0,-1 1 0 0 0,1-1-1 0 0,1 2 1 0 0,-1-2 136 0 0,1-1-1 0 0,-1 1 1 0 0,1 0 0 0 0,-1-1 0 0 0,1 1-1 0 0,-1-1 1 0 0,0 1 0 0 0,1-1-1 0 0,-1 0 1 0 0,0 1 0 0 0,0-1-1 0 0,1 0 1 0 0,-1 0 0 0 0,0 0 0 0 0,0 0-1 0 0,0 0 1 0 0,1-2 0 0 0,6-6 372 0 0,-1 1 0 0 0,0-1 0 0 0,-1-1 0 0 0,0 1 0 0 0,-1-1 1 0 0,0 0-1 0 0,5-14 0 0 0,-7 17-451 0 0,-1-1-1 0 0,1 0 1 0 0,-1 0 0 0 0,-1 0-1 0 0,1 0 1 0 0,-1 0 0 0 0,-1-1 0 0 0,1 1-1 0 0,-2 0 1 0 0,0-13 0 0 0,1 21-156 0 0,0 0 1 0 0,0-1-1 0 0,0 1 1 0 0,0 0-1 0 0,0-1 1 0 0,0 1-1 0 0,0 0 0 0 0,0 0 1 0 0,0-1-1 0 0,0 1 1 0 0,0 0-1 0 0,0 0 1 0 0,0-1-1 0 0,-1 1 1 0 0,1 0-1 0 0,0 0 1 0 0,0 0-1 0 0,0-1 1 0 0,0 1-1 0 0,0 0 1 0 0,0 0-1 0 0,-1-1 1 0 0,1 1-1 0 0,0 0 0 0 0,0 0 1 0 0,0 0-1 0 0,-1 0 1 0 0,1-1-1 0 0,0 1 1 0 0,0 0-1 0 0,0 0 1 0 0,-1 0-1 0 0,1 0 1 0 0,0 0-1 0 0,0 0 1 0 0,-1 0-1 0 0,1-1 1 0 0,0 1-1 0 0,0 0 1 0 0,-1 0-1 0 0,1 0 0 0 0,0 0 1 0 0,0 0-1 0 0,-1 0 1 0 0,1 0-1 0 0,-10 13-115 0 0,-2 20-71 0 0,9-20 140 0 0,2 1 1 0 0,-1 0-1 0 0,2 0 1 0 0,0 0 0 0 0,1 0-1 0 0,3 19 1 0 0,-4-27 18 0 0,1 0 1 0 0,1 0-1 0 0,-1 0 1 0 0,1-1-1 0 0,0 1 1 0 0,0 0-1 0 0,1-1 1 0 0,-1 0-1 0 0,1 1 0 0 0,1-1 1 0 0,-1-1-1 0 0,1 1 1 0 0,-1 0-1 0 0,1-1 1 0 0,1 0-1 0 0,-1 1 1 0 0,8 4-1 0 0,-10-8-30 0 0,-1 0 0 0 0,1 0 0 0 0,0-1 0 0 0,0 1 0 0 0,0 0 0 0 0,0-1 0 0 0,1 1 0 0 0,-1-1-1 0 0,0 0 1 0 0,0 1 0 0 0,0-1 0 0 0,0 0 0 0 0,0 0 0 0 0,0-1 0 0 0,1 1 0 0 0,-1 0 0 0 0,0-1 0 0 0,3 0 0 0 0,-1-1-8 0 0,0 0 0 0 0,0 0 0 0 0,0 0 1 0 0,0-1-1 0 0,-1 1 0 0 0,1-1 0 0 0,-1 0 0 0 0,5-4 0 0 0,0-2 96 0 0,-1 0 0 0 0,1 0 0 0 0,-2-1 0 0 0,0 0-1 0 0,10-20 1 0 0,-11 17 271 0 0,0 1 0 0 0,1 1-1 0 0,1-1 1 0 0,0 1 0 0 0,12-16 0 0 0,-17 26-223 0 0,-1-1 1 0 0,1 1-1 0 0,-1-1 0 0 0,1 1 1 0 0,0-1-1 0 0,-1 1 1 0 0,1 0-1 0 0,0 0 0 0 0,0 0 1 0 0,0 0-1 0 0,0 0 1 0 0,0 1-1 0 0,0-1 0 0 0,0 1 1 0 0,0-1-1 0 0,0 1 1 0 0,3-1-1 0 0,-2 2-28 0 0,-1-1 0 0 0,0 1 0 0 0,1 0-1 0 0,-1-1 1 0 0,0 1 0 0 0,0 1 0 0 0,1-1 0 0 0,-1 0 0 0 0,0 0 0 0 0,0 1-1 0 0,0-1 1 0 0,-1 1 0 0 0,1-1 0 0 0,0 1 0 0 0,0 0 0 0 0,-1 0 0 0 0,1 0-1 0 0,-1 0 1 0 0,2 3 0 0 0,3 6 209 0 0,0 0 1 0 0,8 22-1 0 0,-9-19-152 0 0,1-1 0 0 0,0 0 0 0 0,9 12 0 0 0,-14-22-119 0 0,1 0 0 0 0,0 0 0 0 0,0-1 0 0 0,1 1 0 0 0,-1-1 0 0 0,0 0 0 0 0,1 0 0 0 0,-1 0 1 0 0,1 0-1 0 0,0 0 0 0 0,0 0 0 0 0,0-1 0 0 0,0 0 0 0 0,0 1 0 0 0,0-1 0 0 0,0 0 0 0 0,0 0 1 0 0,4 0-1 0 0,-6-1-45 0 0,1 0-1 0 0,0 0 1 0 0,0-1 0 0 0,-1 1 0 0 0,1-1 0 0 0,-1 1-1 0 0,1-1 1 0 0,0 1 0 0 0,-1-1 0 0 0,1 0 0 0 0,-1 0-1 0 0,1 0 1 0 0,-1 0 0 0 0,0 0 0 0 0,1 0 0 0 0,-1 0-1 0 0,0 0 1 0 0,0-1 0 0 0,0 1 0 0 0,0 0 0 0 0,0-1-1 0 0,0 1 1 0 0,0-1 0 0 0,0 1 0 0 0,0-1 0 0 0,0-1-1 0 0,18-50-48 0 0,-16 43 159 0 0,-3 8-50 0 0,9-26 442 0 0,17-39 0 0 0,-23 60-351 0 0,0 1 0 0 0,0 0-1 0 0,1 0 1 0 0,0 0 0 0 0,0 0 0 0 0,1 1 0 0 0,-1-1-1 0 0,1 1 1 0 0,0 0 0 0 0,0 0 0 0 0,1 1-1 0 0,6-4 1 0 0,-10 7-55 0 0,0 0-1 0 0,0 1 1 0 0,0-1-1 0 0,0 1 1 0 0,0-1 0 0 0,0 1-1 0 0,0 0 1 0 0,0 0-1 0 0,0 0 1 0 0,1 0-1 0 0,-1 0 1 0 0,0 0 0 0 0,0 1-1 0 0,0-1 1 0 0,0 1-1 0 0,0-1 1 0 0,0 1-1 0 0,0 0 1 0 0,0 0 0 0 0,0 0-1 0 0,0 0 1 0 0,0 0-1 0 0,0 0 1 0 0,-1 0-1 0 0,1 1 1 0 0,0-1 0 0 0,1 4-1 0 0,8 5 17 0 0,-1 1 1 0 0,-1 1-1 0 0,10 14 0 0 0,-1-2-420 0 0,-15-20-21 0 0,0-1 0 0 0,0-1 1 0 0,0 1-1 0 0,0 0 0 0 0,0-1 0 0 0,1 0 0 0 0,-1 0 0 0 0,1 0 0 0 0,0 0 1 0 0,0 0-1 0 0,-1-1 0 0 0,1 0 0 0 0,6 2 0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7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0 133 8754 0 0,'2'-37'590'0'0,"2"-21"-216"0"0,0 21 4670 0 0,-2 55 589 0 0,6 25-4382 0 0,-4-19-710 0 0,21 93 93 0 0,41 112-1 0 0,-30-112-1090 0 0,-28-86-271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7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9 162 13363 0 0,'-1'-1'100'0'0,"0"0"0"0"0,1 0 0 0 0,-1 0 0 0 0,0 0 0 0 0,0 0 0 0 0,1 0 0 0 0,-1-1 1 0 0,1 1-1 0 0,-1 0 0 0 0,1 0 0 0 0,-1 0 0 0 0,1-1 0 0 0,0 1 0 0 0,0 0 0 0 0,-1 0 0 0 0,1-1 0 0 0,0 1 0 0 0,0 0 0 0 0,0 0 0 0 0,0-1 1 0 0,1 1-1 0 0,-1 0 0 0 0,0-1 0 0 0,1 0 0 0 0,1-2 42 0 0,-1 0 0 0 0,1 0 0 0 0,0 0 0 0 0,0 1 0 0 0,1-1 1 0 0,-1 1-1 0 0,6-6 0 0 0,1-1-161 0 0,1 1 0 0 0,1-1 0 0 0,21-13 0 0 0,-20 16-614 0 0,0 1-1 0 0,0 1 0 0 0,1 0 0 0 0,0 0 1 0 0,0 1-1 0 0,0 1 0 0 0,0 0 0 0 0,0 1 1 0 0,20-1-1 0 0,1 2 487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7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5985 0 0,'-14'3'12696'0'0,"15"3"-11550"0"0,0 45 700 0 0,4 62-15 0 0,-3-97-2456 0 0,0 1 0 0 0,1-1-1 0 0,1 0 1 0 0,10 28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7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70 6449 0 0,'-2'-19'577'0'0,"1"4"-465"0"0,-1 2-112 0 0,1 3 3536 0 0,1 7-2728 0 0,-2-2-23 0 0,4 1 767 0 0,-1 7-1936 0 0,2 1-224 0 0,2 5-56 0 0,2 2-9 0 0,5 1 601 0 0,2 0 72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8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1 4145 0 0,'-13'6'1123'0'0,"-84"48"4907"0"0,87-48-5450 0 0,1 0 1 0 0,1 1 0 0 0,-1 1-1 0 0,1-1 1 0 0,0 1 0 0 0,1 1 0 0 0,-12 15-1 0 0,18-22-507 0 0,0-1-1 0 0,0 0 1 0 0,0 0-1 0 0,1 1 0 0 0,-1-1 1 0 0,0 0-1 0 0,1 1 1 0 0,-1-1-1 0 0,1 1 0 0 0,-1-1 1 0 0,1 1-1 0 0,0-1 0 0 0,-1 1 1 0 0,1-1-1 0 0,0 1 1 0 0,0-1-1 0 0,0 1 0 0 0,0-1 1 0 0,1 1-1 0 0,-1-1 1 0 0,0 1-1 0 0,0-1 0 0 0,1 1 1 0 0,-1-1-1 0 0,1 1 1 0 0,0-1-1 0 0,-1 0 0 0 0,1 1 1 0 0,0-1-1 0 0,0 0 1 0 0,0 0-1 0 0,0 1 0 0 0,0-1 1 0 0,0 0-1 0 0,0 0 1 0 0,0 0-1 0 0,0 0 0 0 0,0 0 1 0 0,1 0-1 0 0,-1-1 0 0 0,0 1 1 0 0,1 0-1 0 0,-1-1 1 0 0,3 2-1 0 0,9 2 166 0 0,0 0 0 0 0,0-1 0 0 0,0 0 0 0 0,19 2 0 0 0,-6-1 315 0 0,-19-3-438 0 0,-1 0-1 0 0,0 1 0 0 0,0 0 0 0 0,1 1 1 0 0,-1-1-1 0 0,0 1 0 0 0,-1 0 0 0 0,1 1 1 0 0,9 7-1 0 0,-13-10-109 0 0,-1 1 0 0 0,0-1 0 0 0,1 1 0 0 0,-1 0 0 0 0,0-1 0 0 0,0 1 0 0 0,0 0 0 0 0,0 0 0 0 0,0 0 0 0 0,0 0-1 0 0,-1 0 1 0 0,1 0 0 0 0,-1 0 0 0 0,1 0 0 0 0,-1 0 0 0 0,0 0 0 0 0,0 0 0 0 0,1 0 0 0 0,-2 0 0 0 0,1 0 0 0 0,0 0 0 0 0,0 0 0 0 0,-1 0 0 0 0,1 0 0 0 0,-1 0 0 0 0,1 0 0 0 0,-1 0 0 0 0,0 0 0 0 0,0 0 0 0 0,0 0 0 0 0,0 0 0 0 0,0-1 0 0 0,0 1 0 0 0,-3 2 0 0 0,-2 4-169 0 0,-1 0 1 0 0,0-1-1 0 0,-1 0 1 0 0,0 0-1 0 0,0 0 1 0 0,-1-1-1 0 0,-10 6 0 0 0,-9 5-7337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9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39 7370 0 0,'-2'-16'757'0'0,"2"15"-348"0"0,0 0-1 0 0,0 0 1 0 0,1 0-1 0 0,-1-1 1 0 0,0 1-1 0 0,0 0 1 0 0,1 0-1 0 0,-1 0 1 0 0,1 0-1 0 0,-1 0 1 0 0,1 0-1 0 0,0 0 1 0 0,2-3 551 0 0,-3 3-684 0 0,1 1 1 0 0,0-1-1 0 0,0 1 0 0 0,-1-1 0 0 0,1 1 0 0 0,0 0 0 0 0,0-1 0 0 0,-1 1 0 0 0,1 0 0 0 0,0 0 1 0 0,0-1-1 0 0,0 1 0 0 0,-1 0 0 0 0,1 0 0 0 0,0 0 0 0 0,0 0 0 0 0,1 0 0 0 0,15 6 132 0 0,-11-2-262 0 0,0 0 0 0 0,-1 0 0 0 0,1 1 0 0 0,-1 0-1 0 0,0 0 1 0 0,0 0 0 0 0,0 1 0 0 0,-1 0 0 0 0,0 0 0 0 0,0 0-1 0 0,0 0 1 0 0,-1 0 0 0 0,0 1 0 0 0,3 8 0 0 0,3 13-31 0 0,-1 0-1 0 0,5 34 1 0 0,-7-34-2 0 0,-5-18-120 0 0,2-1 0 0 0,-1 0 0 0 0,1 0 0 0 0,1 0 0 0 0,7 14 0 0 0,-11-22-19 0 0,1 1 0 0 0,0-1 0 0 0,-1 0-1 0 0,1 0 1 0 0,0 0 0 0 0,0 0 0 0 0,0 0-1 0 0,0 0 1 0 0,0-1 0 0 0,0 1 0 0 0,0 0-1 0 0,0 0 1 0 0,1-1 0 0 0,-1 1 0 0 0,0-1-1 0 0,0 1 1 0 0,1-1 0 0 0,-1 1 0 0 0,2-1-1 0 0,-1 0-38 0 0,0 0-1 0 0,0-1 0 0 0,0 1 0 0 0,-1-1 0 0 0,1 1 1 0 0,0-1-1 0 0,0 0 0 0 0,-1 0 0 0 0,1 0 1 0 0,-1 0-1 0 0,1 0 0 0 0,-1 0 0 0 0,1 0 0 0 0,-1 0 1 0 0,0 0-1 0 0,1-1 0 0 0,-1 1 0 0 0,2-4 0 0 0,10-13-460 0 0,18-33-1 0 0,-19 30 873 0 0,26-36 0 0 0,-34 52-210 0 0,0 1-1 0 0,0-1 1 0 0,1 0-1 0 0,0 1 0 0 0,-1 0 1 0 0,1 0-1 0 0,1 1 1 0 0,-1 0-1 0 0,0-1 1 0 0,1 2-1 0 0,10-5 1 0 0,-14 6-91 0 0,1 1 0 0 0,-1 0 1 0 0,0 0-1 0 0,0 0 1 0 0,1 0-1 0 0,-1 0 0 0 0,0 0 1 0 0,0 0-1 0 0,1 1 0 0 0,-1-1 1 0 0,0 1-1 0 0,0-1 1 0 0,0 1-1 0 0,0 0 0 0 0,3 2 1 0 0,33 22 129 0 0,0 0-92 0 0,-28-21-171 0 0,1 0 1 0 0,0-1-1 0 0,0 0 0 0 0,0-1 0 0 0,1 0 1 0 0,18 1-1 0 0,-24-3-215 0 0,1 0 1 0 0,-1-1-1 0 0,1 1 0 0 0,-1-1 1 0 0,0-1-1 0 0,1 1 0 0 0,-1-1 0 0 0,0 0 1 0 0,0 0-1 0 0,0-1 0 0 0,0 0 1 0 0,0 0-1 0 0,5-4 0 0 0,-10 6 369 0 0,0 0-1 0 0,1 0 0 0 0,-1 0 1 0 0,0 0-1 0 0,0 0 0 0 0,0 0 1 0 0,1 1-1 0 0,-1-1 0 0 0,0 0 1 0 0,1 1-1 0 0,-1-1 0 0 0,0 1 1 0 0,1 0-1 0 0,-1-1 1 0 0,1 1-1 0 0,-1 0 0 0 0,1 0 1 0 0,-1 0-1 0 0,0 0 0 0 0,1 0 1 0 0,-1 0-1 0 0,1 1 0 0 0,-1-1 1 0 0,1 0-1 0 0,-1 1 0 0 0,0-1 1 0 0,1 1-1 0 0,-1-1 0 0 0,0 1 1 0 0,1 0-1 0 0,-1-1 1 0 0,0 1-1 0 0,0 0 0 0 0,0 0 1 0 0,0 0-1 0 0,0 0 0 0 0,0 0 1 0 0,0 0-1 0 0,1 2 0 0 0,2 0 188 0 0,11 3-725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9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8754 0 0,'10'-6'13564'0'0,"-6"8"-13520"0"0,0 0-1 0 0,-1 0 1 0 0,0 1-1 0 0,1-1 1 0 0,-1 1-1 0 0,0 0 1 0 0,0 0-1 0 0,-1 0 1 0 0,1 0 0 0 0,-1 0-1 0 0,1 1 1 0 0,-1-1-1 0 0,0 1 1 0 0,0 0-1 0 0,-1-1 1 0 0,1 1-1 0 0,-1 0 1 0 0,0 0-1 0 0,2 7 1 0 0,16 73 234 0 0,5 13-786 0 0,-20-83-2037 0 0,2 0-1 0 0,10 19 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39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43 10682 0 0,'-12'-17'245'0'0,"-9"-9"9634"0"0,27 38-12197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148 119 6449 0 0,'0'-1'39'0'0,"0"1"0"0"0,0-1 0 0 0,-1 1 0 0 0,1-1-1 0 0,0 1 1 0 0,0 0 0 0 0,-1-1 0 0 0,1 1 0 0 0,0-1 0 0 0,-1 1-1 0 0,1 0 1 0 0,-1-1 0 0 0,1 1 0 0 0,0 0 0 0 0,-1-1-1 0 0,1 1 1 0 0,-1 0 0 0 0,1 0 0 0 0,-1-1 0 0 0,1 1-1 0 0,-1 0 1 0 0,1 0 0 0 0,-1 0 0 0 0,1 0 0 0 0,-1 0 0 0 0,1-1-1 0 0,-1 1 1 0 0,1 0 0 0 0,-1 0 0 0 0,0 1 0 0 0,-14 12 2719 0 0,14-13-2677 0 0,-16 19 1238 0 0,1 1 1 0 0,1 0 0 0 0,-16 29-1 0 0,25-39-1152 0 0,1 1 0 0 0,0 0 0 0 0,0 0 0 0 0,1 0 0 0 0,0 0 0 0 0,1 0 0 0 0,1 1 0 0 0,0-1 0 0 0,-1 17 0 0 0,3-26-181 0 0,-1 0 1 0 0,1-1-1 0 0,0 1 0 0 0,1 0 1 0 0,-1 0-1 0 0,0 0 1 0 0,0 0-1 0 0,1 0 0 0 0,-1-1 1 0 0,1 1-1 0 0,0 0 1 0 0,-1 0-1 0 0,1-1 0 0 0,0 1 1 0 0,0 0-1 0 0,0-1 1 0 0,0 1-1 0 0,0-1 0 0 0,2 2 1 0 0,-2-2-3 0 0,1 0 0 0 0,-1-1 0 0 0,1 1 0 0 0,-1-1 0 0 0,0 1 0 0 0,1-1 0 0 0,-1 1 0 0 0,1-1 0 0 0,-1 0 0 0 0,1 0-1 0 0,-1 0 1 0 0,1 0 0 0 0,-1 0 0 0 0,1 0 0 0 0,-1 0 0 0 0,1 0 0 0 0,-1-1 0 0 0,3 0 0 0 0,8-3 40 0 0,-1-1-1 0 0,0 0 1 0 0,-1-1 0 0 0,18-13-1 0 0,-16 11 280 0 0,-2 2-152 0 0,-1 0 1 0 0,2 1-1 0 0,-1 0 1 0 0,0 0 0 0 0,1 1-1 0 0,0 1 1 0 0,13-4-1 0 0,-21 7-95 0 0,0-1-1 0 0,0 1 1 0 0,1 0-1 0 0,-1 0 1 0 0,0 0 0 0 0,1 0-1 0 0,-1 0 1 0 0,0 1-1 0 0,0 0 1 0 0,0-1-1 0 0,1 1 1 0 0,-1 1-1 0 0,0-1 1 0 0,0 0 0 0 0,0 1-1 0 0,0-1 1 0 0,-1 1-1 0 0,1 0 1 0 0,0 0-1 0 0,-1 0 1 0 0,1 0 0 0 0,-1 0-1 0 0,0 1 1 0 0,0-1-1 0 0,0 1 1 0 0,0 0-1 0 0,0-1 1 0 0,0 1-1 0 0,1 3 1 0 0,0 2-1 0 0,0 0 1 0 0,0 0-1 0 0,0 0 0 0 0,-1 0 1 0 0,-1 0-1 0 0,1 1 1 0 0,-2-1-1 0 0,1 1 0 0 0,-1-1 1 0 0,-1 16-1 0 0,1-21-30 0 0,0 1 1 0 0,-1-1-1 0 0,1 0 0 0 0,-1 0 0 0 0,0 0 1 0 0,0 0-1 0 0,0 0 0 0 0,0 0 0 0 0,0 0 1 0 0,-1 0-1 0 0,1 0 0 0 0,-1 0 1 0 0,0 0-1 0 0,0-1 0 0 0,0 1 0 0 0,0-1 1 0 0,0 0-1 0 0,0 1 0 0 0,-1-1 0 0 0,1 0 1 0 0,-1 0-1 0 0,1-1 0 0 0,-1 1 0 0 0,0 0 1 0 0,0-1-1 0 0,0 0 0 0 0,0 1 1 0 0,0-1-1 0 0,0-1 0 0 0,0 1 0 0 0,-4 0 1 0 0,6 0-42 0 0,0-1 1 0 0,0 0 0 0 0,0 0 0 0 0,0 0 0 0 0,0 0 0 0 0,0 0-1 0 0,1 0 1 0 0,-1 0 0 0 0,0 0 0 0 0,0 0 0 0 0,0-1-1 0 0,0 1 1 0 0,0 0 0 0 0,0-1 0 0 0,0 1 0 0 0,1 0-1 0 0,-1-1 1 0 0,0 1 0 0 0,0-1 0 0 0,1 1 0 0 0,-1-1 0 0 0,0 1-1 0 0,1-1 1 0 0,-1 0 0 0 0,0 1 0 0 0,1-1 0 0 0,-1 0-1 0 0,1 0 1 0 0,-1 1 0 0 0,1-1 0 0 0,-1 0 0 0 0,1 0 0 0 0,0 0-1 0 0,-1 0 1 0 0,1 0 0 0 0,0 1 0 0 0,0-1 0 0 0,0 0-1 0 0,0 0 1 0 0,-1 0 0 0 0,1 0 0 0 0,0 0 0 0 0,1 0 0 0 0,-1 0-1 0 0,0 0 1 0 0,0 0 0 0 0,0 1 0 0 0,0-1 0 0 0,1 0-1 0 0,-1 0 1 0 0,1-1 0 0 0,2-8-321 0 0,0 1 0 0 0,1 0 0 0 0,7-15 0 0 0,-8 19 218 0 0,33-70-63 0 0,-2-1 0 0 0,25-91-1 0 0,-52 141 287 0 0,-4 15 86 0 0,-1 0 1 0 0,2 0-1 0 0,-1 0 1 0 0,2 0-1 0 0,-1 1 1 0 0,1 0-1 0 0,9-13 1 0 0,-14 23-164 0 0,0 0 1 0 0,0-1 0 0 0,1 1 0 0 0,-1 0-1 0 0,0 0 1 0 0,0 0 0 0 0,0 0-1 0 0,1-1 1 0 0,-1 1 0 0 0,0 0 0 0 0,0 0-1 0 0,0 0 1 0 0,1 0 0 0 0,-1 0-1 0 0,0 0 1 0 0,0-1 0 0 0,1 1 0 0 0,-1 0-1 0 0,0 0 1 0 0,0 0 0 0 0,1 0-1 0 0,-1 0 1 0 0,0 0 0 0 0,0 0 0 0 0,1 0-1 0 0,-1 0 1 0 0,0 0 0 0 0,0 0-1 0 0,1 0 1 0 0,-1 0 0 0 0,0 1 0 0 0,0-1-1 0 0,1 0 1 0 0,-1 0 0 0 0,0 0-1 0 0,0 0 1 0 0,0 0 0 0 0,1 1 0 0 0,7 11 387 0 0,3 19-287 0 0,-10-29-67 0 0,9 39 107 0 0,6 54 1 0 0,-12-61-313 0 0,2 0 1 0 0,20 64 0 0 0,-26-96 105 0 0,1 0 0 0 0,-1-1 0 0 0,1 1 0 0 0,-1-1 0 0 0,1 1 0 0 0,0-1 0 0 0,0 1 0 0 0,-1-1-1 0 0,1 0 1 0 0,0 1 0 0 0,0-1 0 0 0,1 0 0 0 0,-1 0 0 0 0,0 0 0 0 0,0 0 0 0 0,0 0 0 0 0,1 0 0 0 0,-1 0 0 0 0,1 0 0 0 0,2 1 0 0 0,-3-2-1 0 0,1 0-1 0 0,-1 0 1 0 0,0 0-1 0 0,1 0 0 0 0,-1-1 1 0 0,1 1-1 0 0,-1 0 1 0 0,0-1-1 0 0,1 1 1 0 0,-1-1-1 0 0,0 1 1 0 0,1-1-1 0 0,-1 0 0 0 0,0 1 1 0 0,0-1-1 0 0,0 0 1 0 0,0 0-1 0 0,2-2 1 0 0,6-6-37 0 0,-1-1 0 0 0,0 1 0 0 0,-1-2 0 0 0,8-13 0 0 0,-8 14 335 0 0,-5 6-208 0 0,6-10 264 0 0,2 0 0 0 0,0 0 0 0 0,0 1 0 0 0,18-17 0 0 0,-25 27-268 0 0,0 0 0 0 0,0 1 0 0 0,1-1 0 0 0,-1 1 0 0 0,0 0 0 0 0,1 0 0 0 0,0 0 0 0 0,-1 1 0 0 0,1-1 0 0 0,0 1 0 0 0,0 0 0 0 0,0 0 0 0 0,0 0 1 0 0,0 0-1 0 0,0 1 0 0 0,0 0 0 0 0,0 0 0 0 0,0 0 0 0 0,1 0 0 0 0,-1 1 0 0 0,0-1 0 0 0,0 1 0 0 0,7 2 0 0 0,0 2-34 0 0,0 0-1 0 0,0 0 1 0 0,0 1 0 0 0,-1 1 0 0 0,0 0 0 0 0,0 0-1 0 0,14 15 1 0 0,31 35-5265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0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0 325 10594 0 0,'28'-34'1706'0'0,"-9"7"-983"0"0,-2 0 0 0 0,0-1-1 0 0,-2-1 1 0 0,-1-1 0 0 0,-1 0 0 0 0,-2 0 0 0 0,9-36 0 0 0,-20 65-725 0 0,1 0 1 0 0,-1 0-1 0 0,0 0 0 0 0,1 0 1 0 0,-1 1-1 0 0,0-1 1 0 0,0 0-1 0 0,1 0 1 0 0,-1 0-1 0 0,0 0 1 0 0,0 0-1 0 0,0 0 1 0 0,0 1-1 0 0,0-1 1 0 0,-1 0-1 0 0,1 0 1 0 0,0 0-1 0 0,0 0 1 0 0,0 0-1 0 0,-1 0 1 0 0,1 1-1 0 0,0-1 1 0 0,-1 0-1 0 0,0-1 1 0 0,0 2 1 0 0,0 0 0 0 0,0 0 0 0 0,0 0 0 0 0,0 1 0 0 0,0-1 1 0 0,0 0-1 0 0,0 1 0 0 0,0-1 0 0 0,1 0 0 0 0,-1 1 0 0 0,0-1 0 0 0,0 1 1 0 0,0-1-1 0 0,1 1 0 0 0,-1 0 0 0 0,0-1 0 0 0,1 1 0 0 0,-2 1 0 0 0,-31 38 244 0 0,27-31-218 0 0,1 0 1 0 0,1 1-1 0 0,0-1 1 0 0,0 1-1 0 0,1 0 0 0 0,0 0 1 0 0,0 0-1 0 0,1 1 1 0 0,1-1-1 0 0,-1 14 1 0 0,2-17 36 0 0,1 1 0 0 0,0-1 0 0 0,0 0 0 0 0,0 0 1 0 0,1 0-1 0 0,0 0 0 0 0,0 0 0 0 0,1 0 0 0 0,0 0 0 0 0,0-1 0 0 0,1 1 1 0 0,0-1-1 0 0,0 0 0 0 0,0 0 0 0 0,9 8 0 0 0,-2-2-391 0 0,1-2-1 0 0,25 18 1 0 0,-25-20-707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1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0 152 456 0 0,'9'0'9190'0'0,"8"5"-3995"0"0,6 3-3490 0 0,-1 0 0 0 0,42 22 0 0 0,-60-26-1613 0 0,0-1-1 0 0,0 1 0 0 0,0-1 0 0 0,0 1 1 0 0,-1 0-1 0 0,1 0 0 0 0,-1 1 0 0 0,0-1 1 0 0,-1 1-1 0 0,1 0 0 0 0,-1 0 0 0 0,2 5 1 0 0,-3-8-55 0 0,0 0 1 0 0,0 0-1 0 0,-1 0 0 0 0,1 0 1 0 0,-1 1-1 0 0,1-1 1 0 0,-1 0-1 0 0,0 0 1 0 0,0 1-1 0 0,0-1 1 0 0,0 0-1 0 0,-1 0 1 0 0,1 0-1 0 0,0 1 1 0 0,-1-1-1 0 0,0 0 1 0 0,1 0-1 0 0,-1 0 1 0 0,0 0-1 0 0,0 0 1 0 0,0 0-1 0 0,-1 0 1 0 0,1 0-1 0 0,0 0 1 0 0,-1 0-1 0 0,1-1 1 0 0,-1 1-1 0 0,1-1 1 0 0,-1 1-1 0 0,0-1 1 0 0,-2 2-1 0 0,3-2 7 0 0,0 0-1 0 0,-1-1 1 0 0,1 1-1 0 0,0 0 1 0 0,-1-1-1 0 0,1 1 1 0 0,0-1-1 0 0,-1 1 1 0 0,1-1-1 0 0,-1 1 1 0 0,1-1-1 0 0,0 0 1 0 0,-1 0-1 0 0,1 0 1 0 0,-1 0-1 0 0,1 0 1 0 0,-1 0-1 0 0,1 0 1 0 0,-1-1-1 0 0,1 1 1 0 0,0 0-1 0 0,-1-1 1 0 0,1 1-1 0 0,-1-1 1 0 0,1 1-1 0 0,0-1 1 0 0,0 0-1 0 0,-1 0 1 0 0,1 0-1 0 0,0 1 1 0 0,0-1-1 0 0,0 0 1 0 0,0 0-1 0 0,0-1 1 0 0,0 1-1 0 0,0 0 1 0 0,0 0-1 0 0,0 0 1 0 0,1-1-1 0 0,-1 1 1 0 0,0 0-1 0 0,1-1 1 0 0,-1-2-1 0 0,-2-3 95 0 0,0 0 0 0 0,1-1 0 0 0,0 1 0 0 0,0-1 0 0 0,1 0 0 0 0,0-15-1 0 0,3-4-175 0 0,1 1 0 0 0,1-1 0 0 0,1 1-1 0 0,2-1 1 0 0,17-43 0 0 0,-10 32-525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2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30 7834 0 0,'-25'-29'9110'0'0,"23"44"-8212"0"0,2 8-446 0 0,1 1 0 0 0,1 0-1 0 0,1-1 1 0 0,1 0-1 0 0,1 1 1 0 0,1-1-1 0 0,1-1 1 0 0,11 26-1 0 0,-3-14-327 0 0,1-2 0 0 0,2 0-1 0 0,1 0 1 0 0,37 45 0 0 0,-50-69-101 0 0,1 0 0 0 0,0-1 0 0 0,1 0 0 0 0,0 0 1 0 0,15 10-1 0 0,-21-16-20 0 0,-1 0-1 0 0,1 0 1 0 0,-1 0 0 0 0,1 0 0 0 0,0 0 0 0 0,0-1 0 0 0,-1 1-1 0 0,1 0 1 0 0,0-1 0 0 0,0 0 0 0 0,0 1 0 0 0,-1-1 0 0 0,1 0-1 0 0,0 0 1 0 0,0 0 0 0 0,0 0 0 0 0,0 0 0 0 0,0 0 0 0 0,-1-1-1 0 0,1 1 1 0 0,0-1 0 0 0,0 1 0 0 0,0-1 0 0 0,-1 0 0 0 0,1 1-1 0 0,0-1 1 0 0,-1 0 0 0 0,1 0 0 0 0,-1 0 0 0 0,1-1 0 0 0,-1 1-1 0 0,1 0 1 0 0,-1 0 0 0 0,0-1 0 0 0,0 1 0 0 0,1-1 0 0 0,-1 1-1 0 0,1-4 1 0 0,5-8-402 0 0,-1-1 0 0 0,-1 1 1 0 0,-1-1-1 0 0,6-27 0 0 0,2-4-6165 0 0,-5 19 422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2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0 283 1840 0 0,'1'1'66'0'0,"1"0"0"0"0,-1 0 0 0 0,0 0 0 0 0,0 0 0 0 0,1 0 0 0 0,-1-1 0 0 0,1 1 0 0 0,-1 0-1 0 0,0-1 1 0 0,1 1 0 0 0,-1-1 0 0 0,1 1 0 0 0,-1-1 0 0 0,1 0 0 0 0,0 0 0 0 0,-1 1 0 0 0,1-1 0 0 0,-1 0-1 0 0,1 0 1 0 0,2-1 0 0 0,0 0 101 0 0,0 0 0 0 0,0 0-1 0 0,0-1 1 0 0,0 0 0 0 0,0 1 0 0 0,-1-1 0 0 0,1 0-1 0 0,3-3 1 0 0,1-2 112 0 0,0 1 0 0 0,0-1 1 0 0,0-1-1 0 0,-1 0 0 0 0,11-16 0 0 0,-10 12-73 0 0,-1-1 1 0 0,-1 1-1 0 0,0-2 1 0 0,-1 1-1 0 0,0-1 1 0 0,4-21-1 0 0,-7 26 397 0 0,-1 1-1 0 0,0-1 1 0 0,0 1-1 0 0,-1-1 1 0 0,-1 0-1 0 0,1 1 1 0 0,-3-12-1 0 0,3 19-426 0 0,0 0-1 0 0,0 0 0 0 0,0 0 0 0 0,-1 0 0 0 0,1 0 0 0 0,0 0 0 0 0,0 0 0 0 0,-1 0 1 0 0,1 0-1 0 0,-1 0 0 0 0,1 0 0 0 0,-1 0 0 0 0,1 0 0 0 0,-1 0 0 0 0,0 1 0 0 0,1-1 1 0 0,-1 0-1 0 0,0 0 0 0 0,0 1 0 0 0,0-1 0 0 0,0 0 0 0 0,1 1 0 0 0,-1-1 0 0 0,-2 0 1 0 0,2 1 23 0 0,-1 0 1 0 0,1 0 0 0 0,0 0 0 0 0,0 0 0 0 0,0 1-1 0 0,0-1 1 0 0,-1 0 0 0 0,1 1 0 0 0,0-1 0 0 0,0 1-1 0 0,0 0 1 0 0,0-1 0 0 0,0 1 0 0 0,0 0 0 0 0,0-1 0 0 0,0 1-1 0 0,-1 2 1 0 0,-4 3 215 0 0,0 0 0 0 0,1 1 0 0 0,0 0 0 0 0,-7 14 1 0 0,8-14-394 0 0,0 1 1 0 0,1 0-1 0 0,0 0 1 0 0,0 0-1 0 0,1 0 1 0 0,0 0-1 0 0,0 1 1 0 0,1-1 0 0 0,0 0-1 0 0,1 14 1 0 0,0-15-30 0 0,2-1 0 0 0,-1 0 1 0 0,1 0-1 0 0,0 0 0 0 0,0 0 1 0 0,0 0-1 0 0,1 0 0 0 0,0 0 1 0 0,0-1-1 0 0,1 1 0 0 0,-1-1 1 0 0,1 0-1 0 0,0 0 0 0 0,8 7 1 0 0,-6-6-227 0 0,0-1 1 0 0,0 1 0 0 0,0-1 0 0 0,1 0-1 0 0,0 0 1 0 0,0-1 0 0 0,0 0 0 0 0,1 0-1 0 0,-1-1 1 0 0,1 0 0 0 0,0 0-1 0 0,13 2 1 0 0,-4-3-984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3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26 4609 0 0,'0'-1'278'0'0,"0"0"0"0"0,0 0 0 0 0,0 0 0 0 0,0 0 0 0 0,-1 0 0 0 0,1 0 0 0 0,0 0 0 0 0,0 0-1 0 0,-1 0 1 0 0,1 0 0 0 0,-1 0 0 0 0,1 0 0 0 0,-1 0 0 0 0,1 0 0 0 0,-1 1 0 0 0,0-1 0 0 0,1 0 0 0 0,-1 0 0 0 0,0 0 0 0 0,0 1 0 0 0,1-1 0 0 0,-1 0 0 0 0,0 1 0 0 0,0-1-1 0 0,0 1 1 0 0,0-1 0 0 0,0 1 0 0 0,0 0 0 0 0,0-1 0 0 0,0 1 0 0 0,0 0 0 0 0,0-1 0 0 0,0 1 0 0 0,0 0 0 0 0,0 0 0 0 0,0 0 0 0 0,0 0 0 0 0,0 0 0 0 0,0 0 0 0 0,0 0 0 0 0,0 0-1 0 0,0 1 1 0 0,0-1 0 0 0,0 0 0 0 0,0 1 0 0 0,-1 0 0 0 0,-4 0 232 0 0,0 1-1 0 0,0 0 0 0 0,1 0 1 0 0,-1 1-1 0 0,1-1 0 0 0,-9 7 1 0 0,3 1-418 0 0,0-1 0 0 0,1 1 1 0 0,1 1-1 0 0,-1 0 0 0 0,2 1 0 0 0,-1-1 0 0 0,2 1 1 0 0,0 1-1 0 0,0 0 0 0 0,1 0 0 0 0,1 0 1 0 0,-6 19-1 0 0,10-28-309 0 0,1-1 1 0 0,-1 1-1 0 0,1-1 1 0 0,0 1-1 0 0,0-1 1 0 0,0 1-1 0 0,0-1 1 0 0,1 0-1 0 0,-1 1 1 0 0,1-1-1 0 0,0 1 1 0 0,0-1-1 0 0,0 0 1 0 0,1 0-1 0 0,-1 1 1 0 0,1-1-1 0 0,-1 0 1 0 0,1 0-1 0 0,0-1 1 0 0,0 1-1 0 0,1 0 1 0 0,-1-1-1 0 0,0 1 1 0 0,1-1 0 0 0,0 0-1 0 0,-1 0 1 0 0,1 0-1 0 0,0 0 1 0 0,0 0-1 0 0,0 0 1 0 0,0-1-1 0 0,6 2 1 0 0,10 2-6371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4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51 920 0 0,'0'-3'-461'0'0,"-15"-44"15477"0"0,14 47-14743 0 0,-1 0-232 0 0,1 0-1 0 0,-1 0 1 0 0,0 0 0 0 0,1 1 0 0 0,-1-1 0 0 0,0 1-1 0 0,1-1 1 0 0,-1 1 0 0 0,1 0 0 0 0,-1-1 0 0 0,1 1-1 0 0,-2 1 1 0 0,-15 10 312 0 0,1 0 0 0 0,1 2 0 0 0,0-1 0 0 0,1 2 0 0 0,0 0 0 0 0,1 1-1 0 0,1 0 1 0 0,0 1 0 0 0,2 1 0 0 0,0 0 0 0 0,1 0 0 0 0,-10 25 0 0 0,18-39-356 0 0,1-1 1 0 0,0 1-1 0 0,0 0 1 0 0,1 0-1 0 0,-1 0 1 0 0,1 0 0 0 0,0 0-1 0 0,0 0 1 0 0,0 0-1 0 0,0 0 1 0 0,0 0-1 0 0,1-1 1 0 0,0 1-1 0 0,0 0 1 0 0,2 4-1 0 0,-3-6-13 0 0,1-1-1 0 0,0 0 1 0 0,-1 0-1 0 0,1 0 1 0 0,0 0-1 0 0,-1 0 1 0 0,1 0 0 0 0,0 0-1 0 0,0 0 1 0 0,0 0-1 0 0,0-1 1 0 0,0 1-1 0 0,0 0 1 0 0,0-1-1 0 0,0 1 1 0 0,1 0-1 0 0,-1-1 1 0 0,0 0-1 0 0,2 1 1 0 0,-1-1-8 0 0,0 1 1 0 0,0-1 0 0 0,0 0 0 0 0,0-1-1 0 0,1 1 1 0 0,-1 0 0 0 0,0-1 0 0 0,0 1-1 0 0,0-1 1 0 0,0 1 0 0 0,0-1-1 0 0,0 0 1 0 0,0 0 0 0 0,0 0 0 0 0,1-2-1 0 0,10-6-35 0 0,0-1 0 0 0,-1 0 0 0 0,-1 0 1 0 0,0-2-1 0 0,0 1 0 0 0,-1-2 0 0 0,-1 1 0 0 0,15-25 0 0 0,-9 14-62 0 0,25-30 0 0 0,-40 53 130 0 0,1-1 1 0 0,-1 1-1 0 0,0 0 0 0 0,0 0 1 0 0,0 0-1 0 0,0-1 0 0 0,0 1 1 0 0,1 0-1 0 0,-1 0 0 0 0,0 0 1 0 0,0-1-1 0 0,0 1 0 0 0,0 0 1 0 0,1 0-1 0 0,-1 0 0 0 0,0 0 0 0 0,0 0 1 0 0,1 0-1 0 0,-1-1 0 0 0,0 1 1 0 0,0 0-1 0 0,1 0 0 0 0,-1 0 1 0 0,0 0-1 0 0,0 0 0 0 0,1 0 1 0 0,-1 0-1 0 0,0 0 0 0 0,0 0 1 0 0,1 0-1 0 0,-1 0 0 0 0,0 0 0 0 0,0 0 1 0 0,1 0-1 0 0,-1 0 0 0 0,0 0 1 0 0,0 1-1 0 0,0-1 0 0 0,1 0 1 0 0,-1 0-1 0 0,0 0 0 0 0,1 0 1 0 0,3 15 357 0 0,-3 32 203 0 0,-1-32-408 0 0,0-4-92 0 0,1-1-1 0 0,1 1 0 0 0,0-1 0 0 0,0 0 0 0 0,1 0 0 0 0,5 13 1 0 0,-7-20-98 0 0,0 0 0 0 0,1 1 0 0 0,-1-1 0 0 0,1 0 0 0 0,0 0 0 0 0,0 0 0 0 0,0-1 0 0 0,1 1 0 0 0,-1 0 0 0 0,0-1 0 0 0,1 1-1 0 0,0-1 1 0 0,0 0 0 0 0,-1 0 0 0 0,1 0 0 0 0,0 0 0 0 0,1-1 0 0 0,-1 1 0 0 0,0-1 0 0 0,0 0 0 0 0,1 0 0 0 0,5 1 0 0 0,-7-2-16 0 0,0 0-1 0 0,0 0 1 0 0,0 0-1 0 0,0 0 0 0 0,0-1 1 0 0,0 1-1 0 0,0 0 0 0 0,-1-1 1 0 0,1 0-1 0 0,0 0 1 0 0,0 1-1 0 0,-1-1 0 0 0,1 0 1 0 0,0 0-1 0 0,-1 0 1 0 0,1-1-1 0 0,-1 1 0 0 0,1 0 1 0 0,-1-1-1 0 0,0 1 0 0 0,1-1 1 0 0,0-2-1 0 0,25-44-1254 0 0,-12 18 354 0 0,-13 30 974 0 0,0 1-1 0 0,0-1 1 0 0,0 1-1 0 0,0-1 1 0 0,0 1-1 0 0,0-1 0 0 0,0 1 1 0 0,0 0-1 0 0,0 0 1 0 0,0 0-1 0 0,0 0 0 0 0,-1 1 1 0 0,1-1-1 0 0,2 2 1 0 0,7 4 343 0 0,-1-3-192 0 0,-1 0-1 0 0,1 0 1 0 0,0-1-1 0 0,0-1 0 0 0,0 0 1 0 0,0 0-1 0 0,0-1 1 0 0,14 0-1 0 0,-21-1-187 0 0,0 0-1 0 0,0 0 1 0 0,-1 0-1 0 0,1 0 1 0 0,0-1-1 0 0,0 0 1 0 0,-1 1-1 0 0,1-1 1 0 0,0 0-1 0 0,-1 0 1 0 0,1-1-1 0 0,-1 1 0 0 0,0 0 1 0 0,1-1-1 0 0,-1 0 1 0 0,0 1-1 0 0,0-1 1 0 0,0 0-1 0 0,0 0 1 0 0,0 0-1 0 0,0 0 1 0 0,0-1-1 0 0,-1 1 1 0 0,1 0-1 0 0,-1-1 1 0 0,0 1-1 0 0,0-1 1 0 0,0 1-1 0 0,0-1 1 0 0,0 0-1 0 0,0 1 1 0 0,-1-1-1 0 0,1 0 1 0 0,-1 0-1 0 0,0-3 1 0 0,0 3 20 0 0,5-33 138 0 0,-5 35-90 0 0,1 0 1 0 0,-1-1-1 0 0,0 1 0 0 0,1 0 0 0 0,-1 0 0 0 0,0-1 0 0 0,1 1 0 0 0,0 0 0 0 0,-1 0 0 0 0,1-1 0 0 0,0 1 0 0 0,-1 0 0 0 0,1 0 0 0 0,0 0 0 0 0,0 0 0 0 0,0 0 0 0 0,0 0 1 0 0,0 0-1 0 0,0 1 0 0 0,0-1 0 0 0,0 0 0 0 0,2 0 0 0 0,-2 1-34 0 0,0 0 0 0 0,-1 0 0 0 0,1 0 0 0 0,0 1 0 0 0,0-1 0 0 0,-1 0 0 0 0,1 1 1 0 0,0-1-1 0 0,-1 1 0 0 0,1-1 0 0 0,0 1 0 0 0,-1-1 0 0 0,1 1 0 0 0,0-1 0 0 0,-1 1 0 0 0,1-1 0 0 0,-1 1 1 0 0,1 0-1 0 0,-1-1 0 0 0,0 1 0 0 0,1 0 0 0 0,-1 0 0 0 0,0-1 0 0 0,1 1 0 0 0,-1 0 0 0 0,0 0 0 0 0,0 0 0 0 0,1-1 1 0 0,-1 1-1 0 0,0 1 0 0 0,5 27 374 0 0,-5-28-370 0 0,2 10-2 0 0,-1 1 1 0 0,2-1 0 0 0,-1 0 0 0 0,9 21-1 0 0,7-4-3512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4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8 6913 0 0,'0'-8'7401'0'0,"-1"19"-2938"0"0,-2-3-5364 0 0,-17 28 2298 0 0,15-27-1156 0 0,0-1 0 0 0,0 0 0 0 0,1 1 0 0 0,-5 15 0 0 0,9-21-228 0 0,-1 0-1 0 0,0 0 1 0 0,1 0-1 0 0,0 0 0 0 0,0 0 1 0 0,0 0-1 0 0,0 0 0 0 0,0 0 1 0 0,1 0-1 0 0,0 0 1 0 0,-1 0-1 0 0,1 0 0 0 0,0 0 1 0 0,0 0-1 0 0,0 0 1 0 0,1-1-1 0 0,-1 1 0 0 0,4 4 1 0 0,5 6-37 0 0,1 0 0 0 0,21 18 0 0 0,19 23-305 0 0,-48-49 188 0 0,1-1-1 0 0,-1 1 1 0 0,0 0-1 0 0,-1 0 1 0 0,1 1 0 0 0,-1-1-1 0 0,0 0 1 0 0,0 1-1 0 0,-1-1 1 0 0,2 9-1 0 0,-3-10-1 0 0,0-1 0 0 0,-1 1-1 0 0,1-1 1 0 0,-1 0-1 0 0,1 1 1 0 0,-1-1 0 0 0,0 0-1 0 0,-1 0 1 0 0,1 0-1 0 0,0 0 1 0 0,-1 0 0 0 0,0 0-1 0 0,1 0 1 0 0,-1 0-1 0 0,0-1 1 0 0,-1 1 0 0 0,1 0-1 0 0,0-1 1 0 0,-5 4-1 0 0,3-3 52 0 0,1-1 0 0 0,0 1-1 0 0,-1-1 1 0 0,1 0-1 0 0,-1 0 1 0 0,0 0-1 0 0,1 0 1 0 0,-1-1-1 0 0,0 1 1 0 0,0-1-1 0 0,0 0 1 0 0,0 0-1 0 0,0-1 1 0 0,-1 1-1 0 0,-6-1 1 0 0,10 0 44 0 0,1 0 0 0 0,0 0 0 0 0,-1 0 0 0 0,1 0 0 0 0,-1 0 0 0 0,1 0 0 0 0,-1 0 0 0 0,1 0 0 0 0,0 0 0 0 0,-1-1 0 0 0,1 1 0 0 0,-1 0 0 0 0,1 0 0 0 0,0 0 0 0 0,-1-1 0 0 0,1 1 0 0 0,-1 0 0 0 0,1-1 0 0 0,0 1 0 0 0,0 0 0 0 0,-1-1 0 0 0,1 1 0 0 0,0 0 0 0 0,-1-1 0 0 0,1 1 0 0 0,0 0 0 0 0,0-1 0 0 0,0 1 0 0 0,0-1 0 0 0,-1 1 0 0 0,1-1 0 0 0,4-16-1609 0 0,17-12-1153 0 0,-12 19 1775 0 0,0 1 0 0 0,1 0 1 0 0,0 1-1 0 0,1 0 0 0 0,13-7 0 0 0,60-28 985 0 0,-67 36 1268 0 0,0 0-1 0 0,0-2 0 0 0,-1 0 1 0 0,0 0-1 0 0,0-2 0 0 0,-1 0 1 0 0,-1-1-1 0 0,25-26 0 0 0,-34 33-853 0 0,23-35 1275 0 0,-27 38-1502 0 0,0 0-1 0 0,1-1 1 0 0,-1 1 0 0 0,0-1-1 0 0,0 1 1 0 0,-1-1-1 0 0,1 1 1 0 0,0-1 0 0 0,-1 0-1 0 0,0 1 1 0 0,1-1 0 0 0,-1 0-1 0 0,0 1 1 0 0,0-1-1 0 0,-1-4 1 0 0,1 7-74 0 0,0 0 1 0 0,0-1-1 0 0,0 1 0 0 0,-1-1 0 0 0,1 1 1 0 0,0 0-1 0 0,0-1 0 0 0,0 1 1 0 0,0 0-1 0 0,-1-1 0 0 0,1 1 1 0 0,0-1-1 0 0,0 1 0 0 0,0 0 0 0 0,-1 0 1 0 0,1-1-1 0 0,0 1 0 0 0,-1 0 1 0 0,1-1-1 0 0,0 1 0 0 0,-1 0 0 0 0,1 0 1 0 0,0 0-1 0 0,-1-1 0 0 0,1 1 1 0 0,0 0-1 0 0,-1 0 0 0 0,1 0 0 0 0,-1 0 1 0 0,1 0-1 0 0,0 0 0 0 0,-1 0 1 0 0,1 0-1 0 0,-1 0 0 0 0,1 0 1 0 0,-1 0-1 0 0,-15 10 1351 0 0,-8 19-338 0 0,21-25-1032 0 0,1 1 0 0 0,0-1 0 0 0,0 1 0 0 0,1 0 1 0 0,-1-1-1 0 0,1 1 0 0 0,0 0 0 0 0,0 0 0 0 0,0 0 1 0 0,1 0-1 0 0,0 0 0 0 0,0 0 0 0 0,0 0 0 0 0,1 0 1 0 0,-1 0-1 0 0,1 0 0 0 0,1 0 0 0 0,-1 0 0 0 0,0-1 0 0 0,1 1 1 0 0,0 0-1 0 0,0-1 0 0 0,1 1 0 0 0,3 5 0 0 0,-2-5-158 0 0,0 0 0 0 0,0-1 0 0 0,1 1 0 0 0,-1-1 0 0 0,1 1 0 0 0,0-1 0 0 0,0-1 0 0 0,1 1 0 0 0,-1-1 0 0 0,1 0 0 0 0,0 0 0 0 0,0 0 0 0 0,0-1 0 0 0,0 0 0 0 0,0 0 0 0 0,0-1 0 0 0,0 0 0 0 0,12 1 0 0 0,12-1-7458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5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0 106 10138 0 0,'2'-1'228'0'0,"-1"-1"0"0"0,0 1-1 0 0,1 0 1 0 0,-1 0 0 0 0,1 0-1 0 0,0 0 1 0 0,-1 0 0 0 0,1 0-1 0 0,0 0 1 0 0,0 0 0 0 0,-1 1-1 0 0,1-1 1 0 0,0 1 0 0 0,0-1 0 0 0,0 1-1 0 0,0 0 1 0 0,0-1 0 0 0,0 1-1 0 0,3 1 1 0 0,38 1 1701 0 0,-32 1-1645 0 0,-1 0 0 0 0,1 1 0 0 0,-1 0 0 0 0,1 1 0 0 0,-1 0 0 0 0,-1 1 0 0 0,1-1 0 0 0,-1 2 0 0 0,0 0 0 0 0,0 0 0 0 0,11 12 0 0 0,-8-7-147 0 0,-2 0 0 0 0,1 0 0 0 0,-2 1 0 0 0,0 1 0 0 0,0 0 0 0 0,-1 0 0 0 0,9 22 0 0 0,-15-28 451 0 0,-6-11 105 0 0,-4-16-182 0 0,6 5-463 0 0,1 0 0 0 0,0 1 0 0 0,1-1 0 0 0,1 0 1 0 0,0 0-1 0 0,1 0 0 0 0,6-20 0 0 0,-2 13-390 0 0,0 1 0 0 0,2 0 0 0 0,0 0 0 0 0,14-22 1 0 0,-5 14-848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5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0 249 4609 0 0,'1'1'232'0'0,"1"0"-1"0"0,0 1 1 0 0,-1-1-1 0 0,1 0 1 0 0,0 0-1 0 0,-1 0 1 0 0,1 0-1 0 0,0 0 1 0 0,0 0 0 0 0,0-1-1 0 0,0 1 1 0 0,0 0-1 0 0,0-1 1 0 0,0 0-1 0 0,0 1 1 0 0,0-1-1 0 0,0 0 1 0 0,4 0-1 0 0,-2-1 103 0 0,0 0-1 0 0,0 0 0 0 0,0 0 1 0 0,0-1-1 0 0,0 1 0 0 0,0-1 0 0 0,0 0 1 0 0,7-4-1 0 0,-4 1 34 0 0,0 0-1 0 0,-1-1 1 0 0,1 0 0 0 0,-1 0 0 0 0,0 0-1 0 0,-1-1 1 0 0,1 0 0 0 0,7-13 0 0 0,-7 6-76 0 0,0 0 0 0 0,-1 0-1 0 0,0 0 1 0 0,2-16 0 0 0,-6 26-278 0 0,0-1 0 0 0,0 1-1 0 0,0 0 1 0 0,-1-1 0 0 0,0 1-1 0 0,0-1 1 0 0,0 1 0 0 0,0-1 0 0 0,-1 1-1 0 0,0 0 1 0 0,1-1 0 0 0,-2 1-1 0 0,1 0 1 0 0,0-1 0 0 0,-1 1-1 0 0,0 0 1 0 0,-4-7 0 0 0,5 11-2 0 0,1-1 0 0 0,0 1 0 0 0,-1-1 0 0 0,1 1 1 0 0,-1-1-1 0 0,1 1 0 0 0,-1 0 0 0 0,1-1 0 0 0,0 1 0 0 0,-1 0 1 0 0,0-1-1 0 0,1 1 0 0 0,-1 0 0 0 0,1 0 0 0 0,-1-1 0 0 0,1 1 1 0 0,-1 0-1 0 0,1 0 0 0 0,-1 0 0 0 0,0 0 0 0 0,1 0 0 0 0,-1 0 1 0 0,1 0-1 0 0,-1 0 0 0 0,0 0 0 0 0,1 0 0 0 0,-1 0 1 0 0,1 0-1 0 0,-1 0 0 0 0,1 1 0 0 0,-1-1 0 0 0,0 0 0 0 0,-16 19 580 0 0,-2 26-19 0 0,16-38-567 0 0,1 0 1 0 0,0 0 0 0 0,1 0 0 0 0,0 1 0 0 0,0-1 0 0 0,1 0-1 0 0,0 1 1 0 0,0-1 0 0 0,0 1 0 0 0,3 9 0 0 0,-2-12-169 0 0,1-1-1 0 0,-1 1 1 0 0,1-1 0 0 0,0 0 0 0 0,0 0 0 0 0,0 0 0 0 0,1 0 0 0 0,0 0-1 0 0,-1 0 1 0 0,1-1 0 0 0,1 1 0 0 0,-1-1 0 0 0,0 0 0 0 0,1 0-1 0 0,0 0 1 0 0,-1-1 0 0 0,8 5 0 0 0,5 1-1164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5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105 108 1840 0 0,'6'-6'305'0'0,"-1"1"-1"0"0,0-1 0 0 0,-1 0 0 0 0,0 0 0 0 0,6-11 0 0 0,-9 15 153 0 0,1 0 0 0 0,-1-1 0 0 0,0 1 0 0 0,-1-1 0 0 0,1 1 0 0 0,0-1 0 0 0,-1 1 0 0 0,0-1 0 0 0,1 1 0 0 0,-1-1 0 0 0,0 0 0 0 0,0 1-1 0 0,0-1 1 0 0,-1 1 0 0 0,1-1 0 0 0,-1 0 0 0 0,1 1 0 0 0,-1-1 0 0 0,-2-3 0 0 0,3 6-367 0 0,0-1 0 0 0,-1 1 0 0 0,1-1 0 0 0,-1 0 0 0 0,0 1 0 0 0,1-1 0 0 0,-1 1 0 0 0,1-1-1 0 0,-1 1 1 0 0,0 0 0 0 0,0-1 0 0 0,1 1 0 0 0,-1 0 0 0 0,0-1 0 0 0,1 1 0 0 0,-1 0 0 0 0,0 0 0 0 0,0 0 0 0 0,0-1 0 0 0,1 1 0 0 0,-1 0 0 0 0,0 0 0 0 0,0 0-1 0 0,1 0 1 0 0,-1 1 0 0 0,0-1 0 0 0,0 0 0 0 0,0 0 0 0 0,1 0 0 0 0,-1 1 0 0 0,0-1 0 0 0,1 0 0 0 0,-1 1 0 0 0,0-1 0 0 0,0 0 0 0 0,1 1 0 0 0,-1-1 0 0 0,1 1-1 0 0,-2 0 1 0 0,-26 22 792 0 0,27-22-860 0 0,-11 11 362 0 0,0 0 1 0 0,-16 24-1 0 0,23-30-248 0 0,1 0 0 0 0,1 1 0 0 0,-1-1 0 0 0,1 1 0 0 0,0 0 0 0 0,0 0 0 0 0,1 0 0 0 0,-3 14 0 0 0,5-19-141 0 0,0 0 1 0 0,0 0 0 0 0,0 0 0 0 0,1 0 0 0 0,-1 0 0 0 0,0 0 0 0 0,1 0 0 0 0,-1 1 0 0 0,1-1 0 0 0,0 0 0 0 0,0 0 0 0 0,0-1 0 0 0,0 1 0 0 0,0 0 0 0 0,0 0 0 0 0,0 0 0 0 0,1-1 0 0 0,-1 1 0 0 0,1-1-1 0 0,-1 1 1 0 0,1-1 0 0 0,-1 1 0 0 0,1-1 0 0 0,0 0 0 0 0,0 0 0 0 0,0 0 0 0 0,0 0 0 0 0,0 0 0 0 0,0 0 0 0 0,0 0 0 0 0,0-1 0 0 0,0 1 0 0 0,4 0 0 0 0,8 2-283 0 0,2-1 0 0 0,-1 0 0 0 0,26-1 1 0 0,-22-1-35 0 0,-13 0 22 0 0,0 1 0 0 0,1-1 0 0 0,-1 1 0 0 0,1 1 0 0 0,-1-1 0 0 0,10 4 0 0 0,-15-4 192 0 0,0-1-1 0 0,0 1 1 0 0,0-1-1 0 0,0 1 1 0 0,-1-1-1 0 0,1 1 1 0 0,0 0-1 0 0,0-1 1 0 0,0 1-1 0 0,-1 0 1 0 0,1 0-1 0 0,0-1 1 0 0,-1 1-1 0 0,1 0 1 0 0,-1 0 0 0 0,1 0-1 0 0,-1 0 1 0 0,1 0-1 0 0,-1 2 1 0 0,0-2 11 0 0,0 1 1 0 0,0 0 0 0 0,0-1 0 0 0,0 1-1 0 0,0-1 1 0 0,-1 1 0 0 0,1 0 0 0 0,-1-1-1 0 0,1 1 1 0 0,-1-1 0 0 0,0 1 0 0 0,1-1 0 0 0,-1 1-1 0 0,0-1 1 0 0,0 0 0 0 0,-2 3 0 0 0,-4 3 45 0 0,1 1 1 0 0,-1-2 0 0 0,0 1-1 0 0,-14 9 1 0 0,4-4-325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6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7834 0 0,'5'5'516'0'0,"0"0"1"0"0,1 0 0 0 0,-1 0-1 0 0,-1 0 1 0 0,1 1 0 0 0,-1 0-1 0 0,0 0 1 0 0,0 0 0 0 0,-1 0-1 0 0,0 1 1 0 0,0-1 0 0 0,-1 1-1 0 0,3 7 1 0 0,-2-4-43 0 0,-1 1 1 0 0,1-1-1 0 0,-2 1 0 0 0,1 0 1 0 0,-2-1-1 0 0,1 1 0 0 0,-2 0 1 0 0,0 12-1 0 0,0-22-592 0 0,1 0 1 0 0,0 0-1 0 0,0 1 0 0 0,-1-1 0 0 0,1 0 1 0 0,0 0-1 0 0,-1 0 0 0 0,1 0 0 0 0,-1 0 1 0 0,0 0-1 0 0,1 0 0 0 0,-1 0 0 0 0,0 0 1 0 0,0 0-1 0 0,1 0 0 0 0,-1 0 0 0 0,0 0 1 0 0,0-1-1 0 0,0 1 0 0 0,0 0 0 0 0,0 0 1 0 0,0-1-1 0 0,0 1 0 0 0,0-1 0 0 0,-1 1 1 0 0,1-1-1 0 0,0 0 0 0 0,0 1 0 0 0,0-1 1 0 0,-3 0-1 0 0,-6-1 171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6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8754 0 0,'6'-9'4057'0'0,"-1"9"-2937"0"0,1 0-704 0 0,1 1-128 0 0,2 4-32 0 0,2 1-8 0 0,1 1-1808 0 0,0 4-361 0 0,5 1-63 0 0,-2 0-24 0 0,4 0 1584 0 0,1-1 312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6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23 6913 0 0,'8'-23'6312'0'0,"-9"23"-6195"0"0,-23 5 5134 0 0,7 3-5024 0 0,2 1 436 0 0,0 0-1 0 0,1 1 1 0 0,-24 23 0 0 0,35-31-647 0 0,0 1 1 0 0,0 0 0 0 0,1-1-1 0 0,-1 1 1 0 0,1 1 0 0 0,-1-1-1 0 0,1 0 1 0 0,0 0 0 0 0,0 1-1 0 0,0-1 1 0 0,1 1-1 0 0,-1 0 1 0 0,1 0 0 0 0,0-1-1 0 0,0 1 1 0 0,0 0 0 0 0,1 0-1 0 0,-1 0 1 0 0,1 0-1 0 0,0 0 1 0 0,0 0 0 0 0,0 0-1 0 0,2 5 1 0 0,-1-6-79 0 0,0 0-1 0 0,1-1 1 0 0,-1 1-1 0 0,1 0 1 0 0,0-1 0 0 0,0 1-1 0 0,0-1 1 0 0,0 1 0 0 0,0-1-1 0 0,1 0 1 0 0,-1 0-1 0 0,1 0 1 0 0,-1 0 0 0 0,4 2-1 0 0,47 20-767 0 0,-43-20 731 0 0,0 0 0 0 0,0 0 0 0 0,14 10 0 0 0,-19-11 43 0 0,-1 1 1 0 0,0-1-1 0 0,0 1 0 0 0,0 0 1 0 0,0 0-1 0 0,0 0 0 0 0,-1 1 0 0 0,0 0 1 0 0,0-1-1 0 0,5 11 0 0 0,-7-13-41 0 0,-1 1 0 0 0,1 0 0 0 0,0 0 0 0 0,-1-1 0 0 0,0 1 0 0 0,1 0 0 0 0,-1 0 0 0 0,0 0 0 0 0,0 0 0 0 0,-1-1 0 0 0,1 1 0 0 0,-1 0 0 0 0,1 0 0 0 0,-1 0 0 0 0,0-1 0 0 0,0 1 0 0 0,0 0 0 0 0,0-1 1 0 0,-1 1-1 0 0,1-1 0 0 0,-1 1 0 0 0,1-1 0 0 0,-4 3 0 0 0,-6 7-900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6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 9218 0 0,'1'-2'169'0'0,"0"0"-1"0"0,0 0 1 0 0,0 0-1 0 0,0 0 1 0 0,0 0-1 0 0,1 1 1 0 0,-1-1-1 0 0,1 0 1 0 0,-1 1-1 0 0,1-1 1 0 0,-1 1-1 0 0,1-1 1 0 0,0 1 0 0 0,0 0-1 0 0,0 0 1 0 0,0 0-1 0 0,0 0 1 0 0,0 0-1 0 0,0 0 1 0 0,3 0-1 0 0,-3 1 56 0 0,0 0-1 0 0,0 1 0 0 0,0-1 1 0 0,0 1-1 0 0,0 0 0 0 0,0 0 0 0 0,-1-1 1 0 0,1 1-1 0 0,0 0 0 0 0,-1 0 1 0 0,1 1-1 0 0,-1-1 0 0 0,1 0 1 0 0,-1 1-1 0 0,1-1 0 0 0,-1 0 0 0 0,0 1 1 0 0,0 0-1 0 0,0-1 0 0 0,0 1 1 0 0,0 0-1 0 0,0-1 0 0 0,0 1 1 0 0,1 3-1 0 0,10 22 711 0 0,-1 0-1 0 0,-1 1 1 0 0,-2 1 0 0 0,6 34-1 0 0,11 118-1976 0 0,-24-158 139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7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4145 0 0,'1'-1'67'0'0,"-1"0"1"0"0,0 0 0 0 0,1 0-1 0 0,-1 1 1 0 0,1-1-1 0 0,0 0 1 0 0,-1 1 0 0 0,1-1-1 0 0,0 0 1 0 0,-1 1-1 0 0,1-1 1 0 0,0 1 0 0 0,0-1-1 0 0,-1 1 1 0 0,1-1-1 0 0,0 1 1 0 0,0 0 0 0 0,0-1-1 0 0,0 1 1 0 0,-1 0-1 0 0,2-1 1 0 0,27-7 1061 0 0,-19 6-1013 0 0,102-35 1143 0 0,-55 17-2635 0 0,2 2 0 0 0,0 2 0 0 0,114-14 1 0 0,-162 29 1264 0 0,111-4-1817 0 0,-38 13 8598 0 0,-85-8-6592 0 0,-8 9 2780 0 0,-23 13-231 0 0,19-14-1379 0 0,-2 3-608 0 0,1 1 1 0 0,1 0-1 0 0,0 0 1 0 0,0 2-1 0 0,-13 17 1 0 0,22-26-556 0 0,1 0 1 0 0,-1 0-1 0 0,1 0 1 0 0,0 0 0 0 0,1 1-1 0 0,-1-1 1 0 0,1 1-1 0 0,0-1 1 0 0,0 1-1 0 0,1 0 1 0 0,0 0-1 0 0,0 0 1 0 0,0 0-1 0 0,1 0 1 0 0,0 0-1 0 0,0 0 1 0 0,0 0-1 0 0,1 0 1 0 0,2 9-1 0 0,-3-14-76 0 0,0 0 0 0 0,0 0-1 0 0,0 0 1 0 0,1-1 0 0 0,-1 1 0 0 0,0 0-1 0 0,1 0 1 0 0,-1 0 0 0 0,1-1 0 0 0,-1 1-1 0 0,1 0 1 0 0,-1 0 0 0 0,1-1 0 0 0,-1 1-1 0 0,1-1 1 0 0,0 1 0 0 0,-1 0 0 0 0,1-1-1 0 0,0 1 1 0 0,0-1 0 0 0,-1 0 0 0 0,1 1-1 0 0,0-1 1 0 0,0 1 0 0 0,0-1 0 0 0,-1 0-1 0 0,1 0 1 0 0,0 0 0 0 0,0 1 0 0 0,0-1-1 0 0,0 0 1 0 0,1 0 0 0 0,1-1-26 0 0,-1 0 1 0 0,1 0 0 0 0,-1 0-1 0 0,1 0 1 0 0,-1 0-1 0 0,0 0 1 0 0,1-1 0 0 0,-1 1-1 0 0,0-1 1 0 0,4-3 0 0 0,5-5-61 0 0,-1-1 1 0 0,17-23 0 0 0,0-8 129 0 0,-17 27 104 0 0,-1 0-1 0 0,2 0 1 0 0,14-15 0 0 0,-25 29-135 0 0,1 1 1 0 0,-1-1-1 0 0,1 1 0 0 0,0-1 0 0 0,-1 1 0 0 0,1-1 0 0 0,0 1 0 0 0,0 0 0 0 0,-1-1 1 0 0,1 1-1 0 0,0 0 0 0 0,0 0 0 0 0,-1 0 0 0 0,1-1 0 0 0,0 1 0 0 0,0 0 1 0 0,0 0-1 0 0,0 0 0 0 0,-1 0 0 0 0,1 0 0 0 0,0 0 0 0 0,0 1 0 0 0,0-1 0 0 0,-1 0 1 0 0,1 0-1 0 0,0 1 0 0 0,0-1 0 0 0,-1 0 0 0 0,1 1 0 0 0,0-1 0 0 0,-1 0 0 0 0,1 1 1 0 0,0-1-1 0 0,-1 1 0 0 0,1 0 0 0 0,0-1 0 0 0,-1 1 0 0 0,1-1 0 0 0,-1 1 1 0 0,1 0-1 0 0,-1-1 0 0 0,0 1 0 0 0,1 0 0 0 0,-1-1 0 0 0,0 1 0 0 0,1 1 0 0 0,21 47 375 0 0,-15-31-232 0 0,-4-14-208 0 0,-1 1 0 0 0,1-1 0 0 0,-1 0 0 0 0,1 0 0 0 0,1 0 0 0 0,-1-1 0 0 0,0 1 0 0 0,1-1 0 0 0,0 1 0 0 0,0-1 0 0 0,0 0 0 0 0,0-1 1 0 0,0 1-1 0 0,7 2 0 0 0,-8-4-42 0 0,0 0 1 0 0,0 0 0 0 0,0 0 0 0 0,0 0 0 0 0,1-1 0 0 0,-1 1-1 0 0,0-1 1 0 0,1 0 0 0 0,-1 0 0 0 0,0 0 0 0 0,1-1-1 0 0,-1 1 1 0 0,0-1 0 0 0,0 0 0 0 0,1 0 0 0 0,-1 0 0 0 0,0 0-1 0 0,0 0 1 0 0,0-1 0 0 0,0 1 0 0 0,0-1 0 0 0,2-2-1 0 0,41-34-443 0 0,-28 22 478 0 0,1 1 0 0 0,31-20-1 0 0,-46 32 133 0 0,1 1 1 0 0,0-1-1 0 0,1 1 0 0 0,-1 0 0 0 0,0 0 0 0 0,1 0 0 0 0,-1 1 0 0 0,1-1 0 0 0,-1 2 0 0 0,1-1 1 0 0,-1 0-1 0 0,1 1 0 0 0,0 0 0 0 0,-1 1 0 0 0,11 1 0 0 0,-13-1-1 0 0,0-1-1 0 0,0 2 1 0 0,-1-1-1 0 0,1 0 1 0 0,0 0-1 0 0,-1 1 1 0 0,1-1-1 0 0,-1 1 1 0 0,0 0-1 0 0,1 0 1 0 0,-1 0-1 0 0,0 0 1 0 0,0 0-1 0 0,0 0 1 0 0,0 1-1 0 0,-1-1 1 0 0,4 6-1 0 0,-1 2 110 0 0,1 1-1 0 0,-2-1 1 0 0,5 19-1 0 0,-6-21-178 0 0,0 1 0 0 0,1 0 0 0 0,-1-1 0 0 0,2 1 0 0 0,-1-1-1 0 0,6 8 1 0 0,-6-12-140 0 0,0 0 0 0 0,0 0 0 0 0,0-1-1 0 0,0 1 1 0 0,1-1 0 0 0,-1 0 0 0 0,1 0-1 0 0,0 0 1 0 0,0 0 0 0 0,0-1 0 0 0,1 1-1 0 0,-1-1 1 0 0,0 0 0 0 0,9 2 0 0 0,-9-3 99 0 0,-1-1 1 0 0,1 1 0 0 0,0-1-1 0 0,-1 0 1 0 0,1 0 0 0 0,-1-1-1 0 0,1 1 1 0 0,-1-1-1 0 0,1 0 1 0 0,-1 0 0 0 0,1 0-1 0 0,-1 0 1 0 0,0 0 0 0 0,1-1-1 0 0,-1 1 1 0 0,0-1 0 0 0,0 0-1 0 0,0 0 1 0 0,0 0 0 0 0,4-5-1 0 0,31-29 894 0 0,-15 13-525 0 0,2 0 1 0 0,1 2-1 0 0,34-22 0 0 0,-60 42-442 0 0,1 1 1 0 0,0-1-1 0 0,0 0 1 0 0,-1 1-1 0 0,1 0 1 0 0,0-1-1 0 0,0 1 1 0 0,0-1-1 0 0,0 1 1 0 0,0 0-1 0 0,0 0 1 0 0,-1-1-1 0 0,1 1 1 0 0,0 0-1 0 0,0 0 1 0 0,0 0-1 0 0,0 0 1 0 0,0 0-1 0 0,0 0 1 0 0,0 0-1 0 0,0 0 1 0 0,0 1-1 0 0,0-1 1 0 0,0 0-1 0 0,-1 0 1 0 0,3 2-1 0 0,-3 1-998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8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9674 0 0,'-10'1'553'0'0,"0"0"0"0"0,0 0 0 0 0,1 2 0 0 0,-1-1 0 0 0,1 1 0 0 0,-1 0 0 0 0,1 1 0 0 0,0 0 0 0 0,0 0-1 0 0,-11 8 1 0 0,8-4-266 0 0,1 0-1 0 0,-1 1 1 0 0,2 0-1 0 0,-1 1 0 0 0,1 0 1 0 0,-14 19-1 0 0,22-26-274 0 0,-1 0 1 0 0,1 1-1 0 0,0-1 0 0 0,0 1 1 0 0,0 0-1 0 0,0 0 0 0 0,1 0 0 0 0,0 0 1 0 0,0 0-1 0 0,0 0 0 0 0,0 0 0 0 0,0 0 1 0 0,1 0-1 0 0,0 0 0 0 0,0 1 1 0 0,0-1-1 0 0,0 0 0 0 0,1 0 0 0 0,-1 0 1 0 0,1 0-1 0 0,0 0 0 0 0,1 1 1 0 0,-1-2-1 0 0,1 1 0 0 0,-1 0 0 0 0,1 0 1 0 0,0 0-1 0 0,0-1 0 0 0,5 6 0 0 0,-4-6-493 0 0,0 0-1 0 0,1 0 1 0 0,-1 0-1 0 0,1 0 1 0 0,0-1-1 0 0,-1 1 0 0 0,1-1 1 0 0,0 0-1 0 0,1 0 1 0 0,-1-1-1 0 0,5 2 1 0 0,7 2-4844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8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23 197 4145 0 0,'6'-3'284'0'0,"0"0"1"0"0,0 0-1 0 0,-1-1 0 0 0,1 0 1 0 0,-1 0-1 0 0,1 0 0 0 0,-1 0 0 0 0,-1-1 1 0 0,1 0-1 0 0,-1 0 0 0 0,1 0 1 0 0,-1 0-1 0 0,-1-1 0 0 0,1 0 1 0 0,3-9-1 0 0,-5 12-70 0 0,0 0-1 0 0,-1-1 1 0 0,1 1 0 0 0,-1-1 0 0 0,0 0-1 0 0,0 1 1 0 0,0-1 0 0 0,0 0-1 0 0,-1 0 1 0 0,0 0 0 0 0,0 1-1 0 0,0-1 1 0 0,0 0 0 0 0,0 0-1 0 0,-1 0 1 0 0,0 1 0 0 0,1-1 0 0 0,-1 0-1 0 0,-1 1 1 0 0,1-1 0 0 0,-1 0-1 0 0,1 1 1 0 0,-1 0 0 0 0,0-1-1 0 0,0 1 1 0 0,0 0 0 0 0,-1 0-1 0 0,-2-3 1 0 0,4 5-118 0 0,0 0 1 0 0,0 0-1 0 0,0 0 0 0 0,0 0 0 0 0,0 1 0 0 0,0-1 1 0 0,-1 0-1 0 0,1 1 0 0 0,0-1 0 0 0,0 1 0 0 0,0-1 0 0 0,0 1 1 0 0,-1 0-1 0 0,1 0 0 0 0,0-1 0 0 0,0 1 0 0 0,-1 0 1 0 0,1 0-1 0 0,0 0 0 0 0,-1 0 0 0 0,1 0 0 0 0,0 1 1 0 0,0-1-1 0 0,-1 0 0 0 0,-1 1 0 0 0,0 1 22 0 0,1-1 0 0 0,-1 1 0 0 0,1 0 0 0 0,0-1 0 0 0,-1 1-1 0 0,1 0 1 0 0,0 0 0 0 0,0 1 0 0 0,0-1 0 0 0,-2 5 0 0 0,-1 1 120 0 0,0 0 0 0 0,1 0 0 0 0,1 0 1 0 0,-1 1-1 0 0,1-1 0 0 0,-2 15 0 0 0,4-19-157 0 0,1-1 1 0 0,-1 1-1 0 0,1 0 0 0 0,0 0 0 0 0,1 0 0 0 0,-1-1 0 0 0,0 1 0 0 0,1 0 0 0 0,0 0 0 0 0,0-1 0 0 0,0 1 1 0 0,1 0-1 0 0,-1-1 0 0 0,1 1 0 0 0,0-1 0 0 0,0 0 0 0 0,4 6 0 0 0,-2-4-24 0 0,1-1-1 0 0,0 1 1 0 0,0-1-1 0 0,0 0 1 0 0,0-1 0 0 0,1 1-1 0 0,0-1 1 0 0,-1 0-1 0 0,12 3 1 0 0,5 1-329 0 0,0-1 1 0 0,0-1-1 0 0,1-2 1 0 0,42 3 0 0 0,-33-5-798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8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15203 0 0,'0'5'504'0'0,"0"-1"-1"0"0,0 1 0 0 0,1-1 1 0 0,0 0-1 0 0,0 1 0 0 0,0-1 1 0 0,0 1-1 0 0,1-1 1 0 0,0 0-1 0 0,0 0 0 0 0,4 7 1 0 0,-2-2-73 0 0,44 91 1973 0 0,-15-33-7926 0 0,-28-57 3594 0 0,4 6-5227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9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10138 0 0,'1'1'992'0'0,"1"1"-888"0"0,-1-1-104 0 0,1-1 0 0 0,-1 0 0 0 0,1 2 328 0 0,1-1 49 0 0,2 3 7 0 0,1-1 0 0 0,0 1-528 0 0,-2 2-104 0 0,2 0-16 0 0,0 3-8 0 0,-1 0 272 0 0,-1 5 0 0 0,2 1 0 0 0,-3 3 72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9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27 8290 0 0,'0'-2'157'0'0,"-1"1"0"0"0,0-1 0 0 0,0 1 0 0 0,0-1-1 0 0,0 1 1 0 0,0 0 0 0 0,0-1 0 0 0,0 1 0 0 0,0 0 0 0 0,0 0 0 0 0,0-1 0 0 0,-1 1 0 0 0,1 0 0 0 0,0 0 0 0 0,-1 1 0 0 0,1-1 0 0 0,-1 0 0 0 0,1 0-1 0 0,-1 1 1 0 0,0-1 0 0 0,1 1 0 0 0,-3-1 0 0 0,0 0 163 0 0,0 1 0 0 0,-1 0-1 0 0,1 0 1 0 0,0 0 0 0 0,0 1 0 0 0,-1-1-1 0 0,1 1 1 0 0,-7 2 0 0 0,-2 2 359 0 0,0 0-1 0 0,0 1 1 0 0,1 0 0 0 0,-20 14 0 0 0,28-17-560 0 0,0 0 0 0 0,0 0-1 0 0,1 0 1 0 0,-1 1 0 0 0,1-1 0 0 0,0 1 0 0 0,0 0 0 0 0,0 0 0 0 0,0 0 0 0 0,1 0 0 0 0,-4 8 0 0 0,5-10-92 0 0,1 0 0 0 0,-1 1 0 0 0,1-1-1 0 0,-1 1 1 0 0,1-1 0 0 0,0 1 0 0 0,0-1 0 0 0,0 0-1 0 0,0 1 1 0 0,0-1 0 0 0,1 1 0 0 0,-1-1 0 0 0,1 0-1 0 0,0 1 1 0 0,-1-1 0 0 0,1 0 0 0 0,0 1 0 0 0,0-1 0 0 0,1 0-1 0 0,-1 0 1 0 0,0 0 0 0 0,1 0 0 0 0,-1 0 0 0 0,4 2-1 0 0,50 48 688 0 0,-42-42-594 0 0,0 1-1 0 0,-1 0 1 0 0,-1 1 0 0 0,0 0 0 0 0,-1 1 0 0 0,15 23 0 0 0,-24-34-139 0 0,0 1 0 0 0,0-1 1 0 0,0 0-1 0 0,0 0 1 0 0,-1 1-1 0 0,1-1 0 0 0,-1 0 1 0 0,1 1-1 0 0,-1-1 0 0 0,0 1 1 0 0,0-1-1 0 0,0 0 0 0 0,0 1 1 0 0,0-1-1 0 0,-1 1 1 0 0,1-1-1 0 0,-1 0 0 0 0,0 1 1 0 0,0-1-1 0 0,1 0 0 0 0,-1 0 1 0 0,-1 1-1 0 0,1-1 1 0 0,0 0-1 0 0,0 0 0 0 0,-4 3 1 0 0,0 1-440 0 0,-1-1-1 0 0,0 1 1 0 0,0-1 0 0 0,0 0 0 0 0,-1 0 0 0 0,-12 6 0 0 0,2-2-6131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49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12899 0 0,'5'10'9099'0'0,"2"4"-8782"0"0,0 0-1 0 0,7 27 1 0 0,-9-3-113 0 0,-1-1 1 0 0,-2 1 0 0 0,-3 51-1 0 0,-1-58-558 0 0,1 0-1 0 0,1 0 0 0 0,2-1 0 0 0,2 1 1 0 0,14 60-1 0 0,-8-60-7416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0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4 5529 0 0,'-14'-4'476'0'0,"2"6"4464"0"0,11 0-4417 0 0,0 0 0 0 0,0 1 1 0 0,0-1-1 0 0,0 0 0 0 0,1 0 0 0 0,-1 1 0 0 0,1-1 0 0 0,-1 0 0 0 0,1 1 0 0 0,0 3 0 0 0,0-5-576 0 0,-3 17 575 0 0,2 1 0 0 0,0 0-1 0 0,2 0 1 0 0,0-1 0 0 0,0 1-1 0 0,2-1 1 0 0,1 1 0 0 0,0-1-1 0 0,11 28 1 0 0,-11-36-460 0 0,0 1-1 0 0,1-1 1 0 0,0 0-1 0 0,1 0 1 0 0,1 0-1 0 0,-1-1 1 0 0,1 0-1 0 0,1 0 1 0 0,0-1-1 0 0,0 0 1 0 0,0 0-1 0 0,1-1 1 0 0,0 0-1 0 0,1 0 1 0 0,0-1-1 0 0,17 8 1 0 0,-24-13-62 0 0,0 0 0 0 0,0 0 0 0 0,0 0 0 0 0,0 0 0 0 0,0 0 0 0 0,0-1 0 0 0,0 1 0 0 0,0-1 0 0 0,0 0 0 0 0,0 0 0 0 0,5-1 0 0 0,-7 1 0 0 0,0 0 0 0 0,-1-1 0 0 0,1 1 0 0 0,0-1 0 0 0,0 1 0 0 0,0-1 0 0 0,-1 1 0 0 0,1-1 0 0 0,0 0 0 0 0,-1 1 0 0 0,1-1 0 0 0,0 0 0 0 0,-1 0 0 0 0,1 1 0 0 0,-1-1 0 0 0,1 0 0 0 0,-1 0 0 0 0,1 0 0 0 0,-1 0 0 0 0,0 0 0 0 0,1 0 0 0 0,-1 0 0 0 0,0 1 0 0 0,0-1 0 0 0,0 0 0 0 0,0 0 0 0 0,0 0 0 0 0,0 0 0 0 0,0 0 0 0 0,0 0 0 0 0,0 0 0 0 0,0 0 0 0 0,0 0 0 0 0,-1 0 0 0 0,1 0 0 0 0,0 0 0 0 0,-1 0 0 0 0,0-1 0 0 0,-4-14 39 0 0,-1 0 0 0 0,-1 1 0 0 0,0 0 0 0 0,-1 0 0 0 0,-1 1 0 0 0,-19-26 1 0 0,-23-20-1514 0 0,-1 9-4870 0 0,30 31-267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0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55 11058 0 0,'-3'-8'367'0'0,"2"4"282"0"0,-1 1 1 0 0,1 0-1 0 0,-1-1 0 0 0,1 1 0 0 0,-1 0 1 0 0,0 0-1 0 0,0 0 0 0 0,-1 0 1 0 0,1 0-1 0 0,-1 1 0 0 0,1-1 1 0 0,-1 1-1 0 0,0-1 0 0 0,-4-2 1 0 0,6 6-580 0 0,1-1 1 0 0,-1 0-1 0 0,0 0 1 0 0,0 1-1 0 0,1-1 1 0 0,-1 0-1 0 0,0 1 1 0 0,1-1-1 0 0,-1 1 1 0 0,0-1-1 0 0,1 1 1 0 0,-1-1 0 0 0,1 1-1 0 0,-1-1 1 0 0,1 1-1 0 0,-1 0 1 0 0,1-1-1 0 0,-1 1 1 0 0,1 0-1 0 0,-1-1 1 0 0,1 1-1 0 0,0 0 1 0 0,-1-1 0 0 0,1 1-1 0 0,0 0 1 0 0,0 0-1 0 0,0 0 1 0 0,0-1-1 0 0,0 3 1 0 0,-5 24 133 0 0,3 0-165 0 0,1 1 1 0 0,2-1-1 0 0,1 1 1 0 0,8 42-1 0 0,-6-51-92 0 0,0 0-1 0 0,2 0 1 0 0,0-1-1 0 0,1 1 1 0 0,1-1-1 0 0,0-1 1 0 0,14 20-1 0 0,-20-33-11 0 0,1-1-1 0 0,-1 0 0 0 0,1 0 1 0 0,0 0-1 0 0,-1-1 0 0 0,1 1 1 0 0,1-1-1 0 0,-1 1 0 0 0,0-1 1 0 0,0 0-1 0 0,1 0 0 0 0,0-1 1 0 0,-1 1-1 0 0,8 2 0 0 0,-9-4-6 0 0,0 0-1 0 0,-1 0 1 0 0,1 0-1 0 0,0 0 1 0 0,-1 0 0 0 0,1-1-1 0 0,-1 1 1 0 0,1 0-1 0 0,0-1 1 0 0,-1 1-1 0 0,1-1 1 0 0,-1 1-1 0 0,1-1 1 0 0,-1 0 0 0 0,1 0-1 0 0,-1 0 1 0 0,0 0-1 0 0,1 0 1 0 0,-1 0-1 0 0,0 0 1 0 0,0 0-1 0 0,0 0 1 0 0,0-1-1 0 0,0 1 1 0 0,0 0 0 0 0,0-1-1 0 0,0 1 1 0 0,0-1-1 0 0,-1 1 1 0 0,1-1-1 0 0,0 1 1 0 0,-1-1-1 0 0,0 1 1 0 0,1-1-1 0 0,-1 0 1 0 0,0 1 0 0 0,0-3-1 0 0,2-5-257 0 0,-1 0 0 0 0,-1 0 0 0 0,0 0 0 0 0,-1-11-1 0 0,0 11 466 0 0,1 0 0 0 0,0 0-1 0 0,2-17 1 0 0,-1 26-96 0 0,0-1-1 0 0,0 1 1 0 0,0 0-1 0 0,0 0 1 0 0,0 0 0 0 0,-1 0-1 0 0,1 0 1 0 0,0 0-1 0 0,0 0 1 0 0,0 1 0 0 0,0-1-1 0 0,-1 0 1 0 0,1 0 0 0 0,0 1-1 0 0,0-1 1 0 0,-1 0-1 0 0,1 1 1 0 0,0-1 0 0 0,0 1-1 0 0,-1-1 1 0 0,1 1-1 0 0,0-1 1 0 0,-1 1 0 0 0,1-1-1 0 0,-1 1 1 0 0,2 1 0 0 0,26 20 354 0 0,-26-20-329 0 0,2 2 41 0 0,1-1-1 0 0,-1 0 1 0 0,1 0-1 0 0,0 0 1 0 0,0 0-1 0 0,0-1 1 0 0,0 1-1 0 0,1-1 1 0 0,-1 0-1 0 0,1-1 1 0 0,-1 0-1 0 0,1 0 1 0 0,-1 0-1 0 0,12 0 1 0 0,-14-1-55 0 0,0-1 0 0 0,0 1 1 0 0,0-1-1 0 0,0 0 0 0 0,0 0 1 0 0,0 0-1 0 0,0 0 1 0 0,0-1-1 0 0,-1 1 0 0 0,1-1 1 0 0,0 1-1 0 0,-1-1 1 0 0,1 0-1 0 0,-1 0 0 0 0,0 0 1 0 0,0-1-1 0 0,0 1 1 0 0,0 0-1 0 0,0-1 0 0 0,0 0 1 0 0,0 1-1 0 0,-1-1 1 0 0,0 0-1 0 0,1 0 0 0 0,-1 1 1 0 0,0-1-1 0 0,0 0 0 0 0,0-6 1 0 0,2-1-9 0 0,-1 0 1 0 0,0-1-1 0 0,-1 0 0 0 0,0 1 1 0 0,0-1-1 0 0,-2 1 0 0 0,-1-21 1 0 0,-10-14-2695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5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31 9218 0 0,'-20'-31'10812'0'0,"20"31"-10750"0"0,-1 18 1116 0 0,9 392-331 0 0,-9-185-567 0 0,6 673-296 0 0,0-784 12 0 0,29 169 1 0 0,45 106-2 0 0,-16-86 18 0 0,1 187 38 0 0,-37-246 137 0 0,-21-153-4 0 0,-3-1 1 0 0,-11 102 0 0 0,3-86-115 0 0,4-98-247 0 0,2 35 336 0 0,8-18-3079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6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45 546 3225 0 0,'-8'10'-120'0'0,"-21"28"4145"0"0,28-37-3823 0 0,0 0 0 0 0,0 0 0 0 0,1 0 0 0 0,-1 1 0 0 0,1-1 0 0 0,-1 0 0 0 0,1 0 0 0 0,-1 0 0 0 0,1 1 0 0 0,-1-1 0 0 0,1 0 0 0 0,0 0 0 0 0,0 1 0 0 0,0-1-1 0 0,0 0 1 0 0,0 0 0 0 0,0 1 0 0 0,0-1 0 0 0,0 0 0 0 0,0 1 0 0 0,1-1 0 0 0,-1 0 0 0 0,0 0 0 0 0,1 1 0 0 0,-1-1 0 0 0,1 0 0 0 0,-1 0 0 0 0,2 2 0 0 0,0-2-14 0 0,1 1 1 0 0,-1-1-1 0 0,0 0 0 0 0,0 0 1 0 0,1 0-1 0 0,-1 0 1 0 0,0-1-1 0 0,1 1 1 0 0,-1-1-1 0 0,1 1 0 0 0,-1-1 1 0 0,1 0-1 0 0,3 0 1 0 0,38-2 566 0 0,-38 1-589 0 0,64-8 539 0 0,109-30-1 0 0,-9 1-913 0 0,472-36-493 0 0,-320 39 708 0 0,-74 5-39 0 0,96-15-738 0 0,-131 15 295 0 0,739-60 1555 0 0,556 17 1756 0 0,-586 60-2443 0 0,170-38 56 0 0,-781 30-373 0 0,171 18-85 0 0,-2 37-5 0 0,441 3 1288 0 0,-489-33-1243 0 0,733 3-943 0 0,-370-4 639 0 0,-724-3 394 0 0,397-5 419 0 0,-2-27-578 0 0,-421 27-505 0 0,210-31-901 0 0,-211 27 777 0 0,-1-2-1 0 0,-1-2 1 0 0,73-32 0 0 0,-97 36-1210 0 0,-2 3-3594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7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364 138 2304 0 0,'-21'-10'1410'0'0,"-1"2"-1"0"0,-33-8 1 0 0,36 11 745 0 0,0-1 0 0 0,1 0 1 0 0,0-2-1 0 0,-21-10 0 0 0,21 0 1175 0 0,17 17-3272 0 0,-1-1 1 0 0,1 0-1 0 0,0 1 1 0 0,-1-1-1 0 0,1 1 1 0 0,-1 0 0 0 0,1-1-1 0 0,-1 1 1 0 0,0 0-1 0 0,1 0 1 0 0,-1 0-1 0 0,0 0 1 0 0,0 0-1 0 0,0 1 1 0 0,-3-2-1 0 0,-27-6 32 0 0,20 4 265 0 0,-1 1 0 0 0,0 0 0 0 0,-23-2 0 0 0,44 7-321 0 0,0 0 1 0 0,0 0-1 0 0,0 0 1 0 0,0 1-1 0 0,0 0 0 0 0,-1 1 1 0 0,0 0-1 0 0,0 0 1 0 0,9 6-1 0 0,19 10-26 0 0,219 101-213 0 0,-228-106 169 0 0,-25-14 47 0 0,0-1 0 0 0,-1 1 1 0 0,1-1-1 0 0,0 1 0 0 0,0-1 1 0 0,-1 1-1 0 0,1-1 0 0 0,0 1 0 0 0,-1 0 1 0 0,1 0-1 0 0,0-1 0 0 0,-1 1 1 0 0,1 0-1 0 0,-1 0 0 0 0,0 0 0 0 0,1-1 1 0 0,-1 1-1 0 0,1 0 0 0 0,-1 0 0 0 0,0 0 1 0 0,0 0-1 0 0,0 0 0 0 0,1 0 1 0 0,-1 0-1 0 0,0 0 0 0 0,0 0 0 0 0,-1 1 1 0 0,-3 3 59 0 0,0 0 1 0 0,-1 0 0 0 0,1 0 0 0 0,-1 0-1 0 0,0-1 1 0 0,-1 1 0 0 0,1-1-1 0 0,-10 4 1 0 0,-10 10 62 0 0,1 3-186 0 0,1 2 0 0 0,1 0 1 0 0,1 2-1 0 0,1 0 1 0 0,2 1-1 0 0,0 1 0 0 0,2 1 1 0 0,0 0-1 0 0,2 1 1 0 0,2 1-1 0 0,0 0 0 0 0,-7 35 1 0 0,16-47-1736 0 0,-1 0-6067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8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186 340 456 0 0,'-1'-1'65'0'0,"-1"1"-1"0"0,1-1 1 0 0,-1 0 0 0 0,1 0-1 0 0,0 1 1 0 0,-1-1 0 0 0,1 0-1 0 0,0 0 1 0 0,0 0 0 0 0,-1 0-1 0 0,1-1 1 0 0,0 1 0 0 0,0 0-1 0 0,0 0 1 0 0,1-1 0 0 0,-1 1-1 0 0,0-1 1 0 0,0 1 0 0 0,0-2 0 0 0,-12-30 2222 0 0,12 21-1176 0 0,0 0 0 0 0,1 0 1 0 0,0 0-1 0 0,1 0 0 0 0,0 0 0 0 0,1 0 0 0 0,3-13 1 0 0,3-25 1795 0 0,-7 44-2283 0 0,0 1 1 0 0,0-1-1 0 0,0 0 0 0 0,1 0 1 0 0,0 0-1 0 0,4-8 0 0 0,-8 16-416 0 0,0 1 0 0 0,0 0-1 0 0,1 0 1 0 0,-1 0 0 0 0,1 0-1 0 0,0 0 1 0 0,0 0 0 0 0,0 0-1 0 0,0 4 1 0 0,-6 13-164 0 0,-19 52-40 0 0,-105 267-1726 0 0,250-566 2055 0 0,-80 150 3 0 0,28-45 881 0 0,-57 106-1082 0 0,0 1-1 0 0,2 0 1 0 0,-1 1 0 0 0,2 1-1 0 0,18-17 1 0 0,-30 29-106 0 0,0 0 0 0 0,0 0 0 0 0,0 0 0 0 0,0 1 0 0 0,-1-1 0 0 0,1 0 0 0 0,1 0 0 0 0,-1 1 0 0 0,0-1 0 0 0,0 1 0 0 0,0-1 0 0 0,0 1 0 0 0,0-1 0 0 0,0 1 0 0 0,1 0 0 0 0,-1 0 0 0 0,0-1 0 0 0,0 1 0 0 0,0 0 0 0 0,1 0 0 0 0,-1 0 0 0 0,0 0 0 0 0,0 1 0 0 0,1-1 0 0 0,-1 0 0 0 0,0 0 0 0 0,0 1 0 0 0,0-1 0 0 0,0 1 0 0 0,1-1 0 0 0,-1 1 0 0 0,0-1 0 0 0,0 1 0 0 0,0 0 0 0 0,0-1 0 0 0,0 1 0 0 0,0 0 0 0 0,-1 0 0 0 0,1 0 0 0 0,0 0 0 0 0,0 0 0 0 0,-1 0 0 0 0,1 0 0 0 0,0 0 0 0 0,0 1 0 0 0,4 8 28 0 0,-1-1 1 0 0,0 1 0 0 0,-1 0-1 0 0,4 16 1 0 0,-2-6-96 0 0,0-3-119 0 0,1 0 0 0 0,0 0 0 0 0,2-1 0 0 0,-1 0 0 0 0,2 0 0 0 0,0 0 0 0 0,1-1 0 0 0,1-1 0 0 0,0 0 0 0 0,1 0 0 0 0,1-1 0 0 0,0-1 0 0 0,0 0 0 0 0,1-1 0 0 0,1 0 0 0 0,0-1 0 0 0,21 10 0 0 0,4-1-489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9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217 347 6449 0 0,'-14'-8'745'0'0,"1"1"0"0"0,-1-2-1 0 0,-16-13 1 0 0,-9-6 573 0 0,15 11-332 0 0,12 9 204 0 0,1 0 1 0 0,-1 1-1 0 0,0 0 1 0 0,-1 1-1 0 0,-9 0 3778 0 0,44 30-4023 0 0,5 3-996 0 0,179 176 666 0 0,12 11-619 0 0,-201-195 62 0 0,-14-15-33 0 0,0 0 1 0 0,1 0-1 0 0,0-1 0 0 0,-1 1 0 0 0,1-1 1 0 0,8 6-1 0 0,-9-47 1060 0 0,20-287 313 0 0,-12 246-1812 0 0,3 1 1 0 0,26-84 0 0 0,-21 112-2233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4:59.8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1 226 13363 0 0,'30'-25'1508'0'0,"29"-19"1949"0"0,79-50 58 0 0,-121 84-3530 0 0,1 0 1 0 0,1 1 0 0 0,-1 1-1 0 0,2 1 1 0 0,-1 1-1 0 0,20-4 1 0 0,-32 9-835 0 0,0 0 0 0 0,0 0 0 0 0,0 1 0 0 0,10 1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0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5065 0 0,'-11'12'1022'0'0,"10"-11"-527"0"0,1 0 1 0 0,-1 0 0 0 0,0 1-1 0 0,1-1 1 0 0,-1 0 0 0 0,1 0-1 0 0,-1 1 1 0 0,1-1 0 0 0,0 0-1 0 0,-1 1 1 0 0,1-1 0 0 0,0 1-1 0 0,0-1 1 0 0,0 0 0 0 0,0 1-1 0 0,0-1 1 0 0,0 1 0 0 0,1-1 0 0 0,0 2-1 0 0,5 14 1282 0 0,41 80 4854 0 0,3 4-6051 0 0,-42-81-2396 0 0,1 1-6505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8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106 629 4609 0 0,'-13'-2'7161'0'0,"2"-1"-4562"0"0,10 2-2556 0 0,-1 1 1 0 0,1-1-1 0 0,-1 1 0 0 0,1 0 1 0 0,-1-1-1 0 0,0 1 0 0 0,1 0 1 0 0,-1 0-1 0 0,1 0 0 0 0,-1 0 1 0 0,0 0-1 0 0,1 0 0 0 0,-1 0 0 0 0,0 1 1 0 0,1-1-1 0 0,-1 0 0 0 0,1 1 1 0 0,-1 0-1 0 0,-2 1 0 0 0,-1 0 504 0 0,0 1-1 0 0,-1-1 0 0 0,1 1 1 0 0,-1-2-1 0 0,0 1 1 0 0,-9 1-1 0 0,119-41 2265 0 0,48 15-2310 0 0,-45 9-635 0 0,-48 7 111 0 0,1 3 0 0 0,-1 3-1 0 0,74 7 1 0 0,-47-2 19 0 0,406-8-36 0 0,141-76 73 0 0,-571 68-26 0 0,312-72-319 0 0,-154 36 450 0 0,-149 36-69 0 0,-1-3-1 0 0,74-27 1 0 0,-99 28-69 0 0,1 3 0 0 0,0 1 0 0 0,1 3 0 0 0,66-3 0 0 0,70-11 0 0 0,205-18-366 0 0,-314 34 340 0 0,170-26 26 0 0,-137 14 0 0 0,61 7 0 0 0,-115 9 0 0 0,95-14 0 0 0,-35-1 21 0 0,0 5 0 0 0,163 5 1 0 0,-214 3-4 0 0,67-11 0 0 0,-67 5 0 0 0,69 0 0 0 0,160 0 710 0 0,-285 9-705 0 0,0 1-1 0 0,0 0 1 0 0,0-1 0 0 0,0 2-1 0 0,0-1 1 0 0,0 1 0 0 0,-1 0-1 0 0,1 0 1 0 0,-1 0 0 0 0,1 1-1 0 0,-1 0 1 0 0,0 0 0 0 0,0 1-1 0 0,0-1 1 0 0,0 1 0 0 0,0 0-1 0 0,7 9 1 0 0,28 14 500 0 0,-40-28-713 0 0,-1-2-95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9.0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76 2304 0 0,'-13'-12'1662'0'0,"-22"-25"2816"0"0,21 10 6465 0 0,32 37-8624 0 0,13 22-2280 0 0,-1 1 0 0 0,-2 1-1 0 0,35 54 1 0 0,-43-58-257 0 0,-19-29 170 0 0,-1 0 0 0 0,1 0-1 0 0,-1 0 1 0 0,1 0-1 0 0,-1 0 1 0 0,1-1 0 0 0,-1 1-1 0 0,1 0 1 0 0,0 0-1 0 0,-1 0 1 0 0,1-1 0 0 0,0 1-1 0 0,0 0 1 0 0,0-1-1 0 0,0 1 1 0 0,0-1 0 0 0,0 1-1 0 0,-1-1 1 0 0,1 1-1 0 0,0-1 1 0 0,0 0 0 0 0,0 1-1 0 0,1-1 1 0 0,-1 0-1 0 0,0 0 1 0 0,0 0 0 0 0,0 0-1 0 0,0 0 1 0 0,0 0-1 0 0,0 0 1 0 0,0 0 0 0 0,0 0-1 0 0,0 0 1 0 0,0-1 0 0 0,0 1-1 0 0,0 0 1 0 0,0-1-1 0 0,0 1 1 0 0,0-1 0 0 0,0 1-1 0 0,0-1 1 0 0,0 1-1 0 0,-1-1 1 0 0,1 0 0 0 0,0 1-1 0 0,0-1 1 0 0,0 0-1 0 0,-1 0 1 0 0,1 0 0 0 0,-1 1-1 0 0,1-1 1 0 0,0 0-1 0 0,0-1 1 0 0,5-9-18 0 0,0 1 0 0 0,-1-1 0 0 0,8-22 1 0 0,-7 16 430 0 0,3-3 145 0 0,1 0-1 0 0,12-19 1 0 0,-18 33-316 0 0,1-1 0 0 0,-1 2 0 0 0,1-1 0 0 0,0 0 1 0 0,0 1-1 0 0,1 0 0 0 0,0 0 0 0 0,0 0 0 0 0,11-6 0 0 0,-15 10-173 0 0,1 0-1 0 0,-1 1 0 0 0,0-1 1 0 0,0 0-1 0 0,1 1 0 0 0,-1 0 1 0 0,0 0-1 0 0,1 0 0 0 0,-1 0 1 0 0,0 0-1 0 0,1 0 1 0 0,-1 0-1 0 0,0 1 0 0 0,1-1 1 0 0,-1 1-1 0 0,0 0 0 0 0,0-1 1 0 0,0 1-1 0 0,0 0 1 0 0,0 0-1 0 0,0 1 0 0 0,0-1 1 0 0,0 0-1 0 0,0 1 0 0 0,0-1 1 0 0,0 1-1 0 0,-1-1 0 0 0,3 4 1 0 0,6 7 14 0 0,0-1 0 0 0,-2 2 0 0 0,12 18 0 0 0,-8-11 34 0 0,24 36-2402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9.3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83 14283 0 0,'8'72'5845'0'0,"-6"-63"-5745"0"0,1-1-1 0 0,0 1 0 0 0,0-1 0 0 0,1 0 0 0 0,0 0 1 0 0,1 0-1 0 0,-1 0 0 0 0,2-1 0 0 0,-1 0 1 0 0,1 0-1 0 0,0 0 0 0 0,0-1 0 0 0,10 7 1 0 0,-13-10-62 0 0,0-1 0 0 0,1 0 0 0 0,-1 0 0 0 0,1 0-1 0 0,0 0 1 0 0,-1-1 0 0 0,1 0 0 0 0,0 1 0 0 0,0-1 0 0 0,0 0 0 0 0,0-1 0 0 0,0 1 0 0 0,0-1 0 0 0,0 0 0 0 0,0 0 0 0 0,0 0 0 0 0,0 0 0 0 0,0-1 0 0 0,-1 0 0 0 0,1 0 0 0 0,0 0 0 0 0,0 0 0 0 0,0 0 0 0 0,-1-1 0 0 0,1 0 0 0 0,0 0 0 0 0,-1 0 0 0 0,0 0 0 0 0,1 0 0 0 0,-1-1 0 0 0,5-4 0 0 0,-5 4-36 0 0,1-1 1 0 0,-1 0-1 0 0,0 0 1 0 0,0 0 0 0 0,0 0-1 0 0,0 0 1 0 0,-1-1-1 0 0,1 1 1 0 0,-1-1-1 0 0,-1 0 1 0 0,1 0-1 0 0,0 0 1 0 0,-1 0-1 0 0,0 0 1 0 0,0 0 0 0 0,-1 0-1 0 0,0 0 1 0 0,1 0-1 0 0,-2 0 1 0 0,1 0-1 0 0,0 0 1 0 0,-1 0-1 0 0,0 0 1 0 0,0 0-1 0 0,-1 0 1 0 0,-3-8 0 0 0,2 4-9 0 0,-2-1 1 0 0,1 1-1 0 0,-1 0 1 0 0,0 1-1 0 0,-1-1 1 0 0,0 1-1 0 0,0 0 1 0 0,-1 0-1 0 0,0 1 1 0 0,0 0-1 0 0,-1 0 1 0 0,-14-9-1 0 0,-4 6-873 0 0,9 11-4995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9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10594 0 0,'-1'6'7244'0'0,"4"28"-4976"0"0,13 42-839 0 0,62 332 256 0 0,-75-387-2122 0 0,24 124 810 0 0,-22-128-2272 0 0,0 0 0 0 0,2 0 0 0 0,11 21 1 0 0,-9-22-4805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09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1 242 1840 0 0,'23'-4'1088'0'0,"0"-2"0"0"0,0-1 0 0 0,0-1 1 0 0,-1-1-1 0 0,0 0 0 0 0,27-18 0 0 0,-6 5-647 0 0,20-10 175 0 0,105-46-1302 0 0,-145 69 660 0 0,0 2 1 0 0,0 0-1 0 0,1 2 0 0 0,0 1 1 0 0,40-3-1 0 0,-38 7 26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10.1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0 920 0 0,'-9'9'2613'0'0,"0"-1"0"0"0,-1-1-1 0 0,-20 12 1 0 0,-7 5 4969 0 0,36-22-7390 0 0,0-1-1 0 0,0 1 0 0 0,0-1 0 0 0,0 1 1 0 0,0-1-1 0 0,0 1 0 0 0,0 0 0 0 0,1 0 1 0 0,-1-1-1 0 0,1 1 0 0 0,0 0 0 0 0,-1 0 1 0 0,1 0-1 0 0,0-1 0 0 0,0 1 0 0 0,0 0 1 0 0,0 0-1 0 0,1 2 0 0 0,4 37 85 0 0,-4-37-151 0 0,1 7-118 0 0,1-1 1 0 0,1 0 0 0 0,-1 0 0 0 0,2 0 0 0 0,-1-1 0 0 0,1 1 0 0 0,1-1-1 0 0,-1 0 1 0 0,2-1 0 0 0,-1 1 0 0 0,1-1 0 0 0,1 0 0 0 0,10 9 0 0 0,-15-14-10 0 0,1-1 0 0 0,-1 1 0 0 0,1 0 1 0 0,0-1-1 0 0,0 0 0 0 0,0 0 1 0 0,0 0-1 0 0,0 0 0 0 0,1-1 0 0 0,-1 0 1 0 0,0 0-1 0 0,1 0 0 0 0,-1 0 1 0 0,1 0-1 0 0,-1-1 0 0 0,1 0 1 0 0,-1 0-1 0 0,1 0 0 0 0,-1-1 0 0 0,0 0 1 0 0,1 1-1 0 0,-1-1 0 0 0,1-1 1 0 0,-1 1-1 0 0,0-1 0 0 0,0 0 1 0 0,0 0-1 0 0,0 0 0 0 0,0 0 0 0 0,0-1 1 0 0,-1 1-1 0 0,1-1 0 0 0,5-5 1 0 0,-7 6 16 0 0,-1 0 1 0 0,1 0-1 0 0,0 0 1 0 0,-1 0 0 0 0,1 0-1 0 0,-1 0 1 0 0,0-1-1 0 0,1 1 1 0 0,-1 0 0 0 0,0-1-1 0 0,0 1 1 0 0,-1-1-1 0 0,1 1 1 0 0,-1-1-1 0 0,1 0 1 0 0,-1 1 0 0 0,0-4-1 0 0,0 0 1 0 0,0 0 1 0 0,-1 1-1 0 0,0-1 0 0 0,-1 1 0 0 0,1-1 0 0 0,-1 1 1 0 0,-4-10-1 0 0,-3-2-11 0 0,0 1-1 0 0,-2-1 1 0 0,-20-24 0 0 0,28 38-139 0 0,1-1 1 0 0,-1 1-1 0 0,1 0 0 0 0,-1 0 0 0 0,0 0 1 0 0,0 1-1 0 0,0-1 0 0 0,0 1 0 0 0,-1-1 1 0 0,1 1-1 0 0,-1 0 0 0 0,0 1 1 0 0,1-1-1 0 0,-1 0 0 0 0,0 1 0 0 0,0 0 1 0 0,-5-1-1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10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3 109 11979 0 0,'-2'-15'8877'0'0,"8"29"-8694"0"0,1 1 0 0 0,0-1 0 0 0,1-1 0 0 0,1 1 0 0 0,18 21 0 0 0,-22-30-176 0 0,-1-1 0 0 0,1 0-1 0 0,0 0 1 0 0,0 0 0 0 0,1 0 0 0 0,-1-1 0 0 0,1 0 0 0 0,0 0 0 0 0,-1-1 0 0 0,1 1 0 0 0,0-1-1 0 0,1-1 1 0 0,-1 1 0 0 0,0-1 0 0 0,0 0 0 0 0,1 0 0 0 0,-1-1 0 0 0,9 0 0 0 0,-10 0-36 0 0,0 0 0 0 0,1-1 0 0 0,-1 0 0 0 0,0 0 0 0 0,0 0 0 0 0,1-1 0 0 0,-1 1 0 0 0,0-1 0 0 0,-1 0 0 0 0,1-1 0 0 0,0 1 0 0 0,0-1 0 0 0,-1 0 1 0 0,0 0-1 0 0,0-1 0 0 0,0 1 0 0 0,0-1 0 0 0,0 0 0 0 0,5-7 0 0 0,-3 1 18 0 0,0 0 1 0 0,-1 0 0 0 0,0 0-1 0 0,-1-1 1 0 0,0 0 0 0 0,0 0-1 0 0,-2 0 1 0 0,3-14 0 0 0,-3 15 13 0 0,8-36 154 0 0,-10 44-121 0 0,1 1-1 0 0,-1-1 0 0 0,1 1 1 0 0,-1-1-1 0 0,1 1 1 0 0,0-1-1 0 0,0 1 1 0 0,0-1-1 0 0,0 1 1 0 0,0-1-1 0 0,0 1 1 0 0,0 0-1 0 0,0 0 1 0 0,0 0-1 0 0,1-1 1 0 0,-1 1-1 0 0,0 0 0 0 0,1 1 1 0 0,-1-1-1 0 0,1 0 1 0 0,-1 0-1 0 0,3 0 1 0 0,-3 1-17 0 0,0 0 1 0 0,1 0-1 0 0,-1 1 1 0 0,0-1 0 0 0,0 0-1 0 0,0 1 1 0 0,0-1-1 0 0,1 1 1 0 0,-1-1-1 0 0,0 1 1 0 0,0-1-1 0 0,0 1 1 0 0,0 0 0 0 0,0 0-1 0 0,0-1 1 0 0,0 1-1 0 0,-1 0 1 0 0,1 0-1 0 0,0 0 1 0 0,0 0-1 0 0,-1 0 1 0 0,1 0 0 0 0,0 0-1 0 0,-1 0 1 0 0,1 0-1 0 0,-1 2 1 0 0,15 35 72 0 0,-13-31-60 0 0,8 21-180 0 0,15 42 535 0 0,-22-64-729 0 0,0 0 1 0 0,0-1 0 0 0,1 1 0 0 0,-1-1-1 0 0,1 0 1 0 0,1 0 0 0 0,-1 0-1 0 0,1 0 1 0 0,5 4 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19.5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226 169 7458 0 0,'-3'-2'207'0'0,"0"0"0"0"0,-1 0 0 0 0,1 0 1 0 0,0 0-1 0 0,0 0 0 0 0,-1 1 0 0 0,1-1 1 0 0,-1 1-1 0 0,0 0 0 0 0,1 0 0 0 0,-1 1 1 0 0,0-1-1 0 0,1 1 0 0 0,-1 0 0 0 0,-7 0 1 0 0,1 0 463 0 0,0 1 1 0 0,0 1-1 0 0,0 0 1 0 0,-16 4-1 0 0,21-4-435 0 0,0 0-1 0 0,0 0 1 0 0,0 1 0 0 0,0 0 0 0 0,0-1-1 0 0,1 2 1 0 0,-1-1 0 0 0,1 0-1 0 0,0 1 1 0 0,0 0 0 0 0,0 0 0 0 0,0 0-1 0 0,1 0 1 0 0,-6 9 0 0 0,5-5-85 0 0,0 0 1 0 0,1 0-1 0 0,0 0 1 0 0,0 1-1 0 0,1-1 0 0 0,0 1 1 0 0,0-1-1 0 0,0 16 1 0 0,2-2 40 0 0,1 0-1 0 0,0-1 1 0 0,2 1 0 0 0,1-1 0 0 0,0 0 0 0 0,14 39-1 0 0,-16-54-159 0 0,1 0 0 0 0,0 1 0 0 0,0-1 0 0 0,0 0 0 0 0,1 0 0 0 0,0 0 0 0 0,0-1 0 0 0,0 0 0 0 0,1 1 0 0 0,-1-1 0 0 0,1-1 0 0 0,10 8 0 0 0,-12-10-27 0 0,0-1 1 0 0,1 1-1 0 0,-1-1 0 0 0,0 1 0 0 0,1-1 0 0 0,-1 0 1 0 0,1 0-1 0 0,-1-1 0 0 0,1 1 0 0 0,-1-1 0 0 0,1 0 1 0 0,0 0-1 0 0,-1 0 0 0 0,1 0 0 0 0,-1 0 0 0 0,1-1 1 0 0,0 0-1 0 0,-1 0 0 0 0,1 0 0 0 0,-1 0 0 0 0,0 0 1 0 0,1-1-1 0 0,-1 1 0 0 0,0-1 0 0 0,0 0 0 0 0,3-3 0 0 0,5-3-71 0 0,0-2 0 0 0,-1 1 0 0 0,0-2 0 0 0,0 1 0 0 0,-1-1-1 0 0,-1 0 1 0 0,0-1 0 0 0,0 0 0 0 0,-1-1 0 0 0,-1 1 0 0 0,0-1 0 0 0,6-21-1 0 0,3-14 0 0 0,-3 0-1 0 0,8-58 1 0 0,-16 79 71 0 0,1-43 1 0 0,-5 62 108 0 0,0-1 1 0 0,0 0-1 0 0,-1 1 1 0 0,0-1-1 0 0,-1 1 1 0 0,0 0-1 0 0,0-1 1 0 0,-8-15-1 0 0,10 23-95 0 0,0 0-1 0 0,-1 0 1 0 0,1 1-1 0 0,-1-1 0 0 0,1 0 1 0 0,-1 0-1 0 0,1 0 1 0 0,-1 0-1 0 0,0 1 0 0 0,1-1 1 0 0,-1 0-1 0 0,0 1 1 0 0,0-1-1 0 0,1 0 0 0 0,-1 1 1 0 0,0-1-1 0 0,-1 0 1 0 0,1 1 0 0 0,1 1 0 0 0,0-1 0 0 0,-1 0 1 0 0,1 0-1 0 0,0 0 0 0 0,-1 0 0 0 0,1 1 1 0 0,0-1-1 0 0,-1 0 0 0 0,1 0 1 0 0,0 1-1 0 0,0-1 0 0 0,-1 0 0 0 0,1 0 1 0 0,0 1-1 0 0,0-1 0 0 0,-1 0 1 0 0,1 1-1 0 0,0-1 0 0 0,0 0 0 0 0,0 1 1 0 0,0-1-1 0 0,0 1 0 0 0,0-1 1 0 0,-1 0-1 0 0,1 1 0 0 0,0-1 0 0 0,0 1 1 0 0,0 3 84 0 0,-1 0 0 0 0,1 1 0 0 0,0-1 0 0 0,0 0 0 0 0,0 0 0 0 0,1 7 0 0 0,8 19-103 0 0,1 0 0 0 0,23 45 0 0 0,7 19 0 0 0,-34-76-23 0 0,20 49-270 0 0,-25-63 269 0 0,1-1 0 0 0,0 1 0 0 0,0 0 1 0 0,1-1-1 0 0,-1 1 0 0 0,1-1 0 0 0,0 0 0 0 0,0 0 0 0 0,0 0 1 0 0,0 0-1 0 0,0-1 0 0 0,1 1 0 0 0,5 3 0 0 0,-6-6-66 0 0,0 1-1 0 0,0 0 1 0 0,0-1-1 0 0,0 0 1 0 0,0 0-1 0 0,0 0 1 0 0,0 0-1 0 0,0 0 1 0 0,0-1-1 0 0,0 1 1 0 0,0-1-1 0 0,0 0 1 0 0,0 0-1 0 0,0 0 1 0 0,-1 0-1 0 0,1 0 1 0 0,0 0 0 0 0,-1-1-1 0 0,1 0 1 0 0,-1 1-1 0 0,1-1 1 0 0,-1 0-1 0 0,0 0 1 0 0,3-4-1 0 0,7-6-294 0 0,0 0-1 0 0,17-27 1 0 0,-28 38 376 0 0,38-60 187 0 0,-28 42 213 0 0,1-1 0 0 0,1 2 0 0 0,1 0 0 0 0,30-31-1 0 0,-43 47-320 0 0,1 1 0 0 0,-1-1 0 0 0,1 1 0 0 0,0 0 0 0 0,0 0 0 0 0,0-1 0 0 0,0 1 0 0 0,0 1 0 0 0,0-1-1 0 0,0 0 1 0 0,0 0 0 0 0,0 1 0 0 0,0-1 0 0 0,0 1 0 0 0,1 0 0 0 0,-1-1 0 0 0,0 1 0 0 0,0 0 0 0 0,0 0-1 0 0,1 1 1 0 0,-1-1 0 0 0,0 0 0 0 0,0 1 0 0 0,0-1 0 0 0,0 1 0 0 0,0 0 0 0 0,1 0 0 0 0,2 2 0 0 0,3 2 78 0 0,0 1 1 0 0,0 1 0 0 0,-1 0 0 0 0,0 0 0 0 0,9 11-1 0 0,-9-10-143 0 0,1 0-1 0 0,-1 0 0 0 0,12 8 0 0 0,11 1-439 0 0,-15-11 30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0.9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21 334 5529 0 0,'-1'-1'212'0'0,"0"1"0"0"0,0 0 0 0 0,-1-1 0 0 0,1 0 0 0 0,0 1 0 0 0,0-1 0 0 0,0 0 0 0 0,0 1 0 0 0,0-1 0 0 0,0 0 0 0 0,1 0 1 0 0,-1 0-1 0 0,0 0 0 0 0,0 0 0 0 0,0 0 0 0 0,1 0 0 0 0,-1 0 0 0 0,1 0 0 0 0,-1 0 0 0 0,1 0 0 0 0,-1 0 0 0 0,1 0 0 0 0,0-1 0 0 0,-1 1 0 0 0,1 0 0 0 0,0-2 0 0 0,0 1 42 0 0,1 1 0 0 0,-1-1-1 0 0,1 0 1 0 0,0 0 0 0 0,-1 0 0 0 0,1 0 0 0 0,0 1-1 0 0,0-1 1 0 0,0 0 0 0 0,1 1 0 0 0,-1-1 0 0 0,0 1-1 0 0,1-1 1 0 0,1-1 0 0 0,6-4 441 0 0,0 0 0 0 0,0 1 0 0 0,1 0 0 0 0,12-6 0 0 0,264-106 2541 0 0,6 21-3522 0 0,-223 79-1044 0 0,-22 11-4116 0 0,-12 4-894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1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14283 0 0,'-1'0'45'0'0,"1"0"-1"0"0,-1 0 1 0 0,1 0 0 0 0,-1 0 0 0 0,1 0-1 0 0,-1 0 1 0 0,1 0 0 0 0,-1 0-1 0 0,1 0 1 0 0,-1 0 0 0 0,1 0-1 0 0,-1 0 1 0 0,1 1 0 0 0,-1-1 0 0 0,1 0-1 0 0,-1 0 1 0 0,1 0 0 0 0,-1 1-1 0 0,1-1 1 0 0,0 0 0 0 0,-1 1-1 0 0,1-1 1 0 0,-1 0 0 0 0,1 1-1 0 0,0-1 1 0 0,-1 1 0 0 0,1-1 0 0 0,0 0-1 0 0,0 1 1 0 0,-1-1 0 0 0,1 1-1 0 0,0-1 1 0 0,0 1 0 0 0,11 13-125 0 0,-3-8 192 0 0,4 6 807 0 0,1 1-1 0 0,-2 0 1 0 0,0 1-1 0 0,0 0 1 0 0,-2 1-1 0 0,16 29 1 0 0,-15-20-655 0 0,-1 1 0 0 0,-1 0 0 0 0,10 51 0 0 0,-1 63-343 0 0,-2-13-3505 0 0,-9-96-3591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1.5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0 11602 0 0,'-14'6'12230'0'0,"16"5"-13776"0"0,17 117 2661 0 0,-4-45-3628 0 0,-11-69-2626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1.7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0 15203 0 0,'-14'3'672'0'0,"8"-1"145"0"0,0-1-657 0 0,3 1-160 0 0,0-2 0 0 0,3 1 0 0 0,0 1 320 0 0,0 1 32 0 0,0 1 8 0 0,3 4 0 0 0,2 1-728 0 0,2 2-144 0 0,4-1-32 0 0,1 2-9 0 0,3 2 457 0 0,3-2 96 0 0,6-1 0 0 0,2-4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2.2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 6913 0 0,'0'0'70'0'0,"0"0"0"0"0,0-1 0 0 0,0 1-1 0 0,0 0 1 0 0,0-1 0 0 0,0 1 0 0 0,0 0-1 0 0,0 0 1 0 0,0-1 0 0 0,0 1-1 0 0,1 0 1 0 0,-1-1 0 0 0,0 1 0 0 0,0 0-1 0 0,0 0 1 0 0,0 0 0 0 0,1-1 0 0 0,-1 1-1 0 0,0 0 1 0 0,0 0 0 0 0,1 0-1 0 0,-1-1 1 0 0,0 1 0 0 0,0 0 0 0 0,1 0-1 0 0,-1 0 1 0 0,0 0 0 0 0,1 0 0 0 0,-1-1-1 0 0,0 1 1 0 0,1 0 0 0 0,-1 0-1 0 0,0 0 1 0 0,0 0 0 0 0,1 0 0 0 0,-1 0-1 0 0,0 0 1 0 0,1 0 0 0 0,-1 0 0 0 0,0 0-1 0 0,1 1 1 0 0,-1-1 0 0 0,0 0-1 0 0,0 0 1 0 0,1 0 0 0 0,-1 0 0 0 0,0 0-1 0 0,1 0 1 0 0,-1 1 0 0 0,0-1 0 0 0,0 0-1 0 0,1 0 1 0 0,-1 0 0 0 0,0 1-1 0 0,0-1 1 0 0,0 0 0 0 0,1 0 0 0 0,-1 1-1 0 0,0-1 1 0 0,0 1 0 0 0,16 12 3294 0 0,-10-3-2821 0 0,-1 1-1 0 0,0-1 0 0 0,-1 1 1 0 0,0-1-1 0 0,-1 1 1 0 0,0 0-1 0 0,-1 1 0 0 0,1 11 1 0 0,13 46-225 0 0,-9-47-302 0 0,-5-14-16 0 0,0-1 0 0 0,1 1 1 0 0,0-1-1 0 0,0 0 0 0 0,0 0 0 0 0,1 0 0 0 0,0 0 0 0 0,8 10 0 0 0,-1-58-1065 0 0,-6 18 918 0 0,2 1 1 0 0,1 0-1 0 0,0 0 1 0 0,15-26 0 0 0,-18 38 251 0 0,1 1 0 0 0,0-1 1 0 0,1 1-1 0 0,0 0 1 0 0,1 1-1 0 0,-1 0 1 0 0,1 0-1 0 0,1 1 1 0 0,0 0-1 0 0,0 0 1 0 0,10-5-1 0 0,-17 11-37 0 0,0-1-1 0 0,1 1 1 0 0,-1 0 0 0 0,1 0-1 0 0,-1 0 1 0 0,1 1-1 0 0,0-1 1 0 0,-1 1 0 0 0,1-1-1 0 0,-1 1 1 0 0,1 0 0 0 0,0 0-1 0 0,-1 0 1 0 0,1 0-1 0 0,0 1 1 0 0,-1-1 0 0 0,1 1-1 0 0,0 0 1 0 0,-1-1-1 0 0,1 1 1 0 0,-1 0 0 0 0,0 1-1 0 0,1-1 1 0 0,-1 0 0 0 0,0 1-1 0 0,1-1 1 0 0,-1 1-1 0 0,0-1 1 0 0,0 1 0 0 0,0 0-1 0 0,-1 0 1 0 0,1 0 0 0 0,0 0-1 0 0,-1 0 1 0 0,1 1-1 0 0,1 3 1 0 0,5 10 19 0 0,0-1 0 0 0,-1 2-1 0 0,0-1 1 0 0,5 25 0 0 0,-7-23-78 0 0,-1-4 15 0 0,-4-10-94 0 0,0-1 1 0 0,1 1-1 0 0,0-1 0 0 0,0 0 1 0 0,0 1-1 0 0,0-1 1 0 0,0 0-1 0 0,1 0 0 0 0,0 0 1 0 0,2 4-1 0 0,-2-8-129 0 0,-1-1 0 0 0,0 1-1 0 0,1-1 1 0 0,-1 0 0 0 0,0 0-1 0 0,0 0 1 0 0,0 0 0 0 0,0 0-1 0 0,0 0 1 0 0,0 0 0 0 0,-1 0-1 0 0,1 0 1 0 0,0-3 0 0 0,0 1-103 0 0,4-8-247 0 0,5-16-118 0 0,25-48 0 0 0,-32 71 850 0 0,0-1 1 0 0,0 1-1 0 0,1-1 1 0 0,0 1-1 0 0,0 0 1 0 0,0 0-1 0 0,1 1 1 0 0,0-1-1 0 0,-1 1 1 0 0,2 0-1 0 0,-1 0 1 0 0,0 1-1 0 0,1 0 1 0 0,9-5-1 0 0,-11 7-91 0 0,-1 1 0 0 0,0-1 0 0 0,1 1 1 0 0,-1 0-1 0 0,0 0 0 0 0,0 0 0 0 0,1 1 0 0 0,-1-1 0 0 0,0 1 0 0 0,0 0 0 0 0,1 0 0 0 0,-1 0 1 0 0,0 0-1 0 0,0 0 0 0 0,0 1 0 0 0,0-1 0 0 0,0 1 0 0 0,-1 0 0 0 0,1 0 0 0 0,0 0 0 0 0,-1 0 1 0 0,0 0-1 0 0,1 1 0 0 0,3 4 0 0 0,6 8-241 0 0,0 1 1 0 0,-1 0-1 0 0,10 20 1 0 0,-6-11-589 0 0,20 29-3229 0 0,-22-35-2034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2.5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5 248 5065 0 0,'1'1'281'0'0,"0"-1"0"0"0,0 1 0 0 0,0-1 0 0 0,0 1 0 0 0,0-1 0 0 0,0 0 0 0 0,1 0 0 0 0,-1 0 0 0 0,0 0 1 0 0,0 1-1 0 0,0-2 0 0 0,1 1 0 0 0,-1 0 0 0 0,0 0 0 0 0,0 0 0 0 0,0 0 0 0 0,0-1 0 0 0,1 1 0 0 0,-1 0 0 0 0,0-1 0 0 0,0 1 0 0 0,0-1 0 0 0,0 0 0 0 0,0 1 0 0 0,0-1 0 0 0,0 0 0 0 0,0 0 0 0 0,0 1 0 0 0,-1-1 0 0 0,1 0 0 0 0,1-1 1 0 0,27-30 2701 0 0,-24 24-2786 0 0,0-1-1 0 0,0 0 1 0 0,-1 0-1 0 0,-1 0 1 0 0,1-1-1 0 0,-2 1 1 0 0,1-1-1 0 0,1-15 0 0 0,-3 20-175 0 0,0 0-1 0 0,-1 0 0 0 0,0-1 1 0 0,0 1-1 0 0,0 0 0 0 0,0 0 1 0 0,-1 0-1 0 0,0 0 0 0 0,0 0 0 0 0,0 0 1 0 0,-1 0-1 0 0,1 0 0 0 0,-1 0 1 0 0,0 1-1 0 0,-1-1 0 0 0,1 0 0 0 0,-1 1 1 0 0,-4-5-1 0 0,7 8 4 0 0,-1 0 0 0 0,0 0 0 0 0,0 0 0 0 0,0 0 0 0 0,0 1 1 0 0,0-1-1 0 0,0 0 0 0 0,0 0 0 0 0,0 1 0 0 0,0-1 0 0 0,0 1 0 0 0,0-1 0 0 0,0 1 0 0 0,0-1 0 0 0,0 1 0 0 0,-1 0 0 0 0,1 0 0 0 0,0-1 1 0 0,0 1-1 0 0,0 0 0 0 0,-1 0 0 0 0,1 0 0 0 0,0 0 0 0 0,0 0 0 0 0,0 1 0 0 0,-1-1 0 0 0,0 1 0 0 0,0 0-8 0 0,0 0 0 0 0,0 1 1 0 0,0-1-1 0 0,0 1 0 0 0,0-1 0 0 0,1 1 0 0 0,-1 0 0 0 0,1 0 0 0 0,-1 0 0 0 0,1 0 0 0 0,0 0 0 0 0,0 0 1 0 0,-1 2-1 0 0,-3 7 2 0 0,1 0 1 0 0,0 0-1 0 0,1 0 1 0 0,-2 18-1 0 0,3-12 82 0 0,0 1-1 0 0,2-1 1 0 0,0 1-1 0 0,1-1 0 0 0,0 1 1 0 0,2-1-1 0 0,0 0 1 0 0,1 0-1 0 0,1 0 0 0 0,6 16 1 0 0,-8-26-196 0 0,-1-1 0 0 0,1 0 0 0 0,1-1 0 0 0,-1 1 0 0 0,1 0-1 0 0,0-1 1 0 0,0 0 0 0 0,1 0 0 0 0,-1 0 0 0 0,1-1 0 0 0,0 1 0 0 0,0-1 0 0 0,1 0 0 0 0,-1-1 0 0 0,1 1 0 0 0,0-1 0 0 0,0 0 0 0 0,0-1 0 0 0,0 1 0 0 0,0-1 0 0 0,1 0-1 0 0,-1-1 1 0 0,1 0 0 0 0,-1 0 0 0 0,1 0 0 0 0,0-1 0 0 0,-1 1 0 0 0,14-3 0 0 0,3-1-6645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3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7 101 9674 0 0,'-6'4'3993'0'0,"22"-3"-2743"0"0,27-1-430 0 0,311-11 4539 0 0,0 28-3962 0 0,-248-12-1829 0 0,0-3 1 0 0,0-6-1 0 0,0-4 0 0 0,-1-4 1 0 0,181-46-1 0 0,-169 32-4916 0 0,-104 18 2689 0 0,-9 5 1133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5:23.9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37 3681 0 0,'-72'-26'3193'0'0,"61"22"-745"0"0,-1 2 0 0 0,1-1 0 0 0,-1 1 1 0 0,-21 4 3047 0 0,34-2-5438 0 0,16 11 755 0 0,30 9-604 0 0,-1 3 0 0 0,44 27 0 0 0,-69-38-176 0 0,0-1-1 0 0,1-1 1 0 0,43 14 0 0 0,12 4 115 0 0,-76-27-136 0 0,1-1 1 0 0,-1 0 0 0 0,0 1-1 0 0,0-1 1 0 0,0 1-1 0 0,0 0 1 0 0,0-1 0 0 0,1 1-1 0 0,-1 0 1 0 0,0-1-1 0 0,0 1 1 0 0,-1 0-1 0 0,1 0 1 0 0,0 0 0 0 0,0 0-1 0 0,0 0 1 0 0,-1 0-1 0 0,1 0 1 0 0,0 0 0 0 0,-1 1-1 0 0,1-1 1 0 0,-1 0-1 0 0,1 0 1 0 0,-1 0 0 0 0,0 1-1 0 0,0-1 1 0 0,1 0-1 0 0,-1 0 1 0 0,0 1 0 0 0,0-1-1 0 0,0 0 1 0 0,0 0-1 0 0,0 1 1 0 0,-1-1 0 0 0,1 0-1 0 0,0 0 1 0 0,-1 1-1 0 0,1-1 1 0 0,-1 0 0 0 0,1 0-1 0 0,-1 0 1 0 0,1 0-1 0 0,-1 1 1 0 0,0-1-1 0 0,-1 1 1 0 0,-5 7 93 0 0,0 0-1 0 0,-1 0 1 0 0,0-1-1 0 0,-12 10 1 0 0,6-6-6 0 0,-24 22 46 0 0,-25 26-2221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28.13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200 312 4145 0 0,'-42'-83'1903'0'0,"29"53"-1024"0"0,-2 1 1 0 0,-1 0-1 0 0,-1 1 0 0 0,-1 1 0 0 0,-47-51 2256 0 0,61 76-2683 0 0,-5-3 432 0 0,27 22 492 0 0,-5-1-1376 0 0,-1 0 0 0 0,-1 1 0 0 0,0 0 0 0 0,-1 1 0 0 0,-1 0 0 0 0,7 21 0 0 0,3 3 0 0 0,141 364-76 0 0,-38 14 34 0 0,-44-106-400 0 0,50 422 0 0 0,-57-22-1450 0 0,-44-414 3133 0 0,93 769 2661 0 0,-120-1063-3886 0 0,31 480 1407 0 0,-24-279-2878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28.79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443 269 5985 0 0,'-104'-6'531'0'0,"48"4"-63"0"0,-1-2-1 0 0,1-2 0 0 0,-94-24 1 0 0,148 29-449 0 0,-16-9 1396 0 0,30 7-1193 0 0,68-3-61 0 0,0 3 0 0 0,83 8 0 0 0,-1-1 108 0 0,1073-69 2478 0 0,-1157 59-2692 0 0,483-46 693 0 0,219-15 10 0 0,-432 51-842 0 0,0 15 0 0 0,0 15 0 0 0,429 73 0 0 0,-512-39-529 0 0,232 36 271 0 0,-256-63-2185 0 0,-187-19-1635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29.7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5460 1 11058 0 0,'-5'1'101'0'0,"0"1"-1"0"0,0-1 1 0 0,1 1-1 0 0,-1 1 0 0 0,0-1 1 0 0,1 1-1 0 0,-1-1 1 0 0,1 1-1 0 0,0 0 0 0 0,0 1 1 0 0,0-1-1 0 0,1 1 0 0 0,-1 0 1 0 0,1 0-1 0 0,0 0 1 0 0,-5 9-1 0 0,-6 10 44 0 0,1 1 0 0 0,-10 25 0 0 0,12-25 231 0 0,-9 27-38 0 0,1 0-1 0 0,3 2 1 0 0,2 0-1 0 0,2 0 1 0 0,3 1-1 0 0,-4 77 1 0 0,16 332 82 0 0,-1-421-325 0 0,19 283 47 0 0,88 450 1 0 0,110 774 1690 0 0,-189-1242-949 0 0,63 536 397 0 0,-77-730-1576 0 0,0 137 0 0 0,-16-248 223 0 0,0 0 0 0 0,0 0 1 0 0,0 0-1 0 0,0 0 0 0 0,-1 0 0 0 0,1 0 0 0 0,-1 0 1 0 0,1-1-1 0 0,-1 1 0 0 0,0 0 0 0 0,0 0 1 0 0,0-1-1 0 0,0 1 0 0 0,0 0 0 0 0,0-1 0 0 0,0 1 1 0 0,-1-1-1 0 0,1 1 0 0 0,0-1 0 0 0,-1 0 0 0 0,1 0 1 0 0,-1 1-1 0 0,0-1 0 0 0,1 0 0 0 0,-1 0 0 0 0,0-1 1 0 0,0 1-1 0 0,1 0 0 0 0,-1 0 0 0 0,0-1 1 0 0,0 0-1 0 0,0 1 0 0 0,0-1 0 0 0,0 0 0 0 0,0 0 1 0 0,0 0-1 0 0,0 0 0 0 0,-2 0 0 0 0,-11-1 189 0 0,1 0-1 0 0,-1-1 1 0 0,0 0 0 0 0,-14-5-1 0 0,13 3-127 0 0,-238-61 1383 0 0,130 31-722 0 0,19 10-165 0 0,-186-19 0 0 0,-112 19 34 0 0,184 14-384 0 0,-487 15-991 0 0,601-1 656 0 0,-337 7-540 0 0,-392 23 293 0 0,184-8 760 0 0,623-25-296 0 0,-60 1 21 0 0,-83 1 3 0 0,-177 27 0 0 0,-48 39 327 0 0,7 35 484 0 0,361-95-1394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37.24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478 265 6913 0 0,'-45'25'525'0'0,"2"1"0"0"0,0 3-1 0 0,2 1 1 0 0,-49 47 0 0 0,69-59-415 0 0,-38 33 832 0 0,-68 75-1 0 0,126-126-927 0 0,0 1 0 0 0,1-1 0 0 0,-1 1 0 0 0,0 0-1 0 0,1 0 1 0 0,-1-1 0 0 0,1 1 0 0 0,-1 0 0 0 0,1 0-1 0 0,-1 0 1 0 0,1 0 0 0 0,0-1 0 0 0,-1 1 0 0 0,1 0 0 0 0,0 0-1 0 0,0 0 1 0 0,-1 0 0 0 0,1 0 0 0 0,0 2 0 0 0,1-3-5 0 0,-1 1 1 0 0,0-1 0 0 0,1 0 0 0 0,-1 1-1 0 0,0-1 1 0 0,1 0 0 0 0,-1 1 0 0 0,1-1-1 0 0,-1 0 1 0 0,1 1 0 0 0,-1-1 0 0 0,1 0-1 0 0,-1 0 1 0 0,1 0 0 0 0,-1 1 0 0 0,1-1-1 0 0,-1 0 1 0 0,1 0 0 0 0,-1 0 0 0 0,1 0-1 0 0,-1 0 1 0 0,1 0 0 0 0,-1 0 0 0 0,2 0-1 0 0,38-8 232 0 0,19-14 106 0 0,97-51 0 0 0,49-45 456 0 0,-85 48-200 0 0,469-227 590 0 0,-574 290-1196 0 0,3-1-75 0 0,-12 4-49 0 0,0 0 1 0 0,1 1 0 0 0,-1 0 0 0 0,1 1 0 0 0,0-1 0 0 0,0 1 0 0 0,0 0-1 0 0,0 1 1 0 0,0 0 0 0 0,11-1 0 0 0,-18 3 94 0 0,1-1 0 0 0,-1 0 0 0 0,0 0 0 0 0,0 1 0 0 0,1-1 0 0 0,-1 0 0 0 0,0 0 0 0 0,0 1 0 0 0,0-1 0 0 0,0 0 0 0 0,0 1 0 0 0,1-1 0 0 0,-1 0 0 0 0,0 1 0 0 0,0-1 0 0 0,0 0 0 0 0,0 1 0 0 0,0-1 1 0 0,0 0-1 0 0,0 1 0 0 0,0-1 0 0 0,0 0 0 0 0,0 1 0 0 0,0-1 0 0 0,0 0 0 0 0,-1 1 0 0 0,1-1 0 0 0,0 0 0 0 0,0 0 0 0 0,0 1 0 0 0,0-1 0 0 0,0 0 0 0 0,-1 1 0 0 0,1-1 0 0 0,0 0 0 0 0,0 0 0 0 0,-1 1 0 0 0,1-1 0 0 0,0 0 0 0 0,0 0 0 0 0,-1 0 0 0 0,1 1 0 0 0,-1-1 0 0 0,-11 15-657 0 0,-47 44 562 0 0,-94 73 0 0 0,-79 39 974 0 0,-53 42 647 0 0,284-212-1487 0 0,-20 18 121 0 0,19-14-133 0 0,16-10-116 0 0,45-26-1438 0 0,73-51 0 0 0,6-5 1255 0 0,-84 56 416 0 0,262-132 1174 0 0,-312 161-1268 0 0,1-1 0 0 0,0 2 0 0 0,-1-1 0 0 0,1 0 1 0 0,0 1-1 0 0,0 0 0 0 0,0 0 0 0 0,0 0 1 0 0,0 1-1 0 0,0 0 0 0 0,10 0 0 0 0,-15 1-10 0 0,1-1 0 0 0,-1 0 0 0 0,1 1-1 0 0,-1-1 1 0 0,0 0 0 0 0,1 1 0 0 0,-1-1-1 0 0,0 1 1 0 0,0-1 0 0 0,1 1 0 0 0,-1-1-1 0 0,0 1 1 0 0,0-1 0 0 0,0 1 0 0 0,1-1-1 0 0,-1 0 1 0 0,0 1 0 0 0,0 0 0 0 0,0-1-1 0 0,0 1 1 0 0,0-1 0 0 0,0 1-1 0 0,0-1 1 0 0,0 1 0 0 0,0-1 0 0 0,0 1-1 0 0,-1-1 1 0 0,1 1 0 0 0,0-1 0 0 0,0 1-1 0 0,0-1 1 0 0,-1 0 0 0 0,1 1 0 0 0,0-1-1 0 0,0 1 1 0 0,-1-1 0 0 0,0 1 0 0 0,-13 22 180 0 0,11-20-153 0 0,-44 56 258 0 0,-2-2 0 0 0,-74 66 0 0 0,122-122-291 0 0,-86 75 352 0 0,-99 67-1 0 0,-2 0 346 0 0,145-106-46 0 0,1 1-1 0 0,-41 50 1 0 0,67-65-112 0 0,17-14-235 0 0,12-8-372 0 0,1-4-179 0 0,-1 0 0 0 0,0-1-1 0 0,0-1 1 0 0,0 0 0 0 0,-1-1-1 0 0,14-8 1 0 0,71-52-1469 0 0,-31 21 1399 0 0,734-440 403 0 0,-658 401-53 0 0,547-272 45 0 0,-679 352-161 0 0,-7 1 8 0 0,0 1 1 0 0,1 0-1 0 0,0 1 0 0 0,-1-1 0 0 0,1 1 0 0 0,0-1 0 0 0,0 1 0 0 0,0 1 0 0 0,0-1 1 0 0,0 0-1 0 0,6 1 0 0 0,-9 0 53 0 0,-1 0 0 0 0,0 1 0 0 0,1-1 0 0 0,-1 0 1 0 0,0 1-1 0 0,0-1 0 0 0,0 0 0 0 0,0 1 0 0 0,1-1 0 0 0,-1 1 0 0 0,0-1 0 0 0,0 1 1 0 0,0-1-1 0 0,0 0 0 0 0,0 1 0 0 0,0-1 0 0 0,0 1 0 0 0,0-1 0 0 0,0 1 0 0 0,0-1 1 0 0,0 0-1 0 0,0 1 0 0 0,0-1 0 0 0,0 1 0 0 0,-1-1 0 0 0,1 0 0 0 0,0 1 1 0 0,0-1-1 0 0,0 1 0 0 0,-1-1 0 0 0,1 0 0 0 0,0 1 0 0 0,0-1 0 0 0,-1 0 0 0 0,1 1 1 0 0,0-1-1 0 0,-1 0 0 0 0,-12 17-319 0 0,13-17 319 0 0,-68 68-136 0 0,-3-2-1 0 0,-131 93 1 0 0,73-62 748 0 0,-425 302 1447 0 0,-94 76 1304 0 0,635-465-3252 0 0,-92 80 549 0 0,90-76-556 0 0,1 1 1 0 0,0 0-1 0 0,1 1 0 0 0,-16 26 1 0 0,28-42-100 0 0,1 1 0 0 0,0-1 0 0 0,-1 1 0 0 0,1 0-1 0 0,-1-1 1 0 0,1 1 0 0 0,0 0 0 0 0,0-1 0 0 0,-1 1 0 0 0,1 0 0 0 0,0-1 0 0 0,0 1 0 0 0,0 0 0 0 0,0-1 0 0 0,0 1 0 0 0,0 0 0 0 0,0 0 0 0 0,0-1 0 0 0,0 1 0 0 0,0 0 0 0 0,0-1 0 0 0,0 1 0 0 0,1 0 0 0 0,-1 0-3 0 0,1-1 0 0 0,-1 1 1 0 0,1-1-1 0 0,-1 0 1 0 0,1 1-1 0 0,-1-1 0 0 0,1 0 1 0 0,-1 0-1 0 0,1 1 1 0 0,0-1-1 0 0,-1 0 1 0 0,1 0-1 0 0,0 0 0 0 0,-1 0 1 0 0,1 0-1 0 0,-1 0 1 0 0,1 0-1 0 0,0 0 0 0 0,-1 0 1 0 0,2 0-1 0 0,35-10-683 0 0,-36 9 660 0 0,53-21-758 0 0,-1-3 1 0 0,72-47-1 0 0,-67 38 540 0 0,365-229-538 0 0,7-5 706 0 0,-104 90-329 0 0,75-45-104 0 0,-11-1-1413 0 0,-385 219 1870 0 0,-20 9 106 0 0,-26 14 77 0 0,-105 61 487 0 0,-196 140 0 0 0,98-57 16 0 0,-968 669 4686 0 0,1092-741-4404 0 0,4 5 0 0 0,-152 162 0 0 0,261-250-945 0 0,4-4-21 0 0,0-1 0 0 0,0 1 0 0 0,1 0 0 0 0,0 0 0 0 0,-1-1 0 0 0,1 1 0 0 0,0 1 0 0 0,0-1 0 0 0,1 0 0 0 0,-1 0 0 0 0,-1 7 0 0 0,3-10 35 0 0,0 1-1 0 0,0-1 1 0 0,0 0-1 0 0,0 1 1 0 0,0-1-1 0 0,1 1 1 0 0,-1-1-1 0 0,0 0 1 0 0,0 1 0 0 0,1-1-1 0 0,-1 0 1 0 0,0 1-1 0 0,0-1 1 0 0,1 0-1 0 0,-1 1 1 0 0,0-1 0 0 0,1 0-1 0 0,-1 0 1 0 0,0 1-1 0 0,1-1 1 0 0,-1 0-1 0 0,1 0 1 0 0,-1 0-1 0 0,1 1 1 0 0,-1-1 0 0 0,0 0-1 0 0,1 0 1 0 0,-1 0-1 0 0,1 0 1 0 0,-1 0-1 0 0,1 0 1 0 0,-1 0 0 0 0,0 0-1 0 0,1 0 1 0 0,-1 0-1 0 0,1 0 1 0 0,0 0-1 0 0,19-4-990 0 0,-20 4 1005 0 0,22-7-664 0 0,0 0 0 0 0,-1-2 0 0 0,0 0-1 0 0,34-21 1 0 0,77-61-950 0 0,-77 52 1116 0 0,204-145 318 0 0,409-271 891 0 0,-505 352-604 0 0,321-189 66 0 0,79-13 487 0 0,13 33 248 0 0,-443 212-282 0 0,51-20 712 0 0,-141 64-1080 0 0,0 2-1 0 0,60-11 1 0 0,-68 23-462 0 0,-25 7 14 0 0,-10-4 196 0 0,0 0 0 0 0,0 0-1 0 0,0 0 1 0 0,0-1-1 0 0,0 1 1 0 0,-1 0 0 0 0,1 0-1 0 0,0-1 1 0 0,0 1-1 0 0,-1 0 1 0 0,1-1-1 0 0,0 1 1 0 0,-1 0 0 0 0,1-1-1 0 0,-1 1 1 0 0,1 0-1 0 0,-1-1 1 0 0,1 1 0 0 0,-2 0-1 0 0,-17 18-371 0 0,-2-1 1 0 0,0-1-1 0 0,-30 18 0 0 0,5-3-75 0 0,-279 208-949 0 0,-326 229 1653 0 0,389-293-84 0 0,-361 237 1210 0 0,-295 229 1068 0 0,895-624-2335 0 0,-6 4 114 0 0,0 1 0 0 0,1 1 0 0 0,2 1 0 0 0,-38 47 1 0 0,63-71-199 0 0,0 1 1 0 0,-1 0 0 0 0,1-1-1 0 0,0 1 1 0 0,0 0 0 0 0,1-1 0 0 0,-1 1-1 0 0,0 0 1 0 0,1 0 0 0 0,-1 0-1 0 0,1 0 1 0 0,-1 0 0 0 0,1 2-1 0 0,0-4-19 0 0,0 1 0 0 0,0-1 0 0 0,0 1 0 0 0,1-1-1 0 0,-1 1 1 0 0,0-1 0 0 0,0 1 0 0 0,1-1 0 0 0,-1 1-1 0 0,0-1 1 0 0,0 1 0 0 0,1-1 0 0 0,-1 0 0 0 0,1 1-1 0 0,-1-1 1 0 0,0 0 0 0 0,1 1 0 0 0,-1-1 0 0 0,1 0-1 0 0,-1 1 1 0 0,1-1 0 0 0,-1 0 0 0 0,1 0 0 0 0,-1 0-1 0 0,1 1 1 0 0,-1-1 0 0 0,1 0 0 0 0,-1 0 0 0 0,2 0-1 0 0,3 0-28 0 0,1 0-1 0 0,0 0 0 0 0,0-1 0 0 0,0 0 0 0 0,-1 0 0 0 0,1 0 0 0 0,6-3 0 0 0,32-12-406 0 0,-1-1 0 0 0,55-31-1 0 0,80-58-745 0 0,-87 50 1064 0 0,153-86 92 0 0,82-51 328 0 0,764-440 1446 0 0,-751 441-1363 0 0,353-185-64 0 0,-665 362-325 0 0,42-23-23 0 0,-1-3 0 0 0,79-62 0 0 0,-130 84-127 0 0,-17 19 137 0 0,0 0-1 0 0,0-1 1 0 0,0 1-1 0 0,1 0 1 0 0,-1 0 0 0 0,0 0-1 0 0,0-1 1 0 0,0 1-1 0 0,0 0 1 0 0,0 0-1 0 0,0 0 1 0 0,0 0-1 0 0,0-1 1 0 0,0 1 0 0 0,0 0-1 0 0,0 0 1 0 0,0 0-1 0 0,0-1 1 0 0,0 1-1 0 0,0 0 1 0 0,0 0 0 0 0,0 0-1 0 0,0-1 1 0 0,0 1-1 0 0,0 0 1 0 0,0 0-1 0 0,0 0 1 0 0,0-1-1 0 0,-1 1 1 0 0,1 0 0 0 0,0 0-1 0 0,0 0 1 0 0,0 0-1 0 0,0-1 1 0 0,0 1-1 0 0,-1 0 1 0 0,1 0-1 0 0,0 0 1 0 0,0 0 0 0 0,0 0-1 0 0,0 0 1 0 0,-1 0-1 0 0,1 0 1 0 0,0-1-1 0 0,0 1 1 0 0,0 0 0 0 0,-1 0-1 0 0,-3 0-86 0 0,0 0 0 0 0,0 1 0 0 0,0-1 0 0 0,0 1 0 0 0,0 0 0 0 0,1 0 0 0 0,-1 0 0 0 0,-6 3 0 0 0,-92 41-173 0 0,-181 112 0 0 0,194-104 272 0 0,-189 109 16 0 0,-283 168 36 0 0,278-159-8 0 0,-462 294 269 0 0,216-104-448 0 0,330-213 207 0 0,-214 204 1 0 0,409-348-71 0 0,-110 107 17 0 0,96-92-37 0 0,1 2 0 0 0,1 0 0 0 0,-25 42 0 0 0,38-58 19 0 0,1-1-1 0 0,-1 1 0 0 0,1 0 0 0 0,1 0 0 0 0,-1 0 1 0 0,1 1-1 0 0,-2 7 0 0 0,3-12 2 0 0,0 1-1 0 0,0-1 1 0 0,0 0-1 0 0,0 0 1 0 0,0 1-1 0 0,1-1 1 0 0,-1 0-1 0 0,0 1 1 0 0,1-1 0 0 0,-1 0-1 0 0,1 0 1 0 0,-1 0-1 0 0,1 0 1 0 0,-1 1-1 0 0,1-1 1 0 0,0 0-1 0 0,0 0 1 0 0,0 0 0 0 0,-1 0-1 0 0,1-1 1 0 0,0 1-1 0 0,0 0 1 0 0,0 0-1 0 0,0 0 1 0 0,1-1-1 0 0,-1 1 1 0 0,0 0 0 0 0,0-1-1 0 0,0 1 1 0 0,0-1-1 0 0,1 0 1 0 0,-1 1-1 0 0,0-1 1 0 0,0 0 0 0 0,1 0-1 0 0,0 0 1 0 0,7 1-24 0 0,0 0 1 0 0,1-1 0 0 0,-1 0-1 0 0,0-1 1 0 0,0 0-1 0 0,0-1 1 0 0,0 0 0 0 0,15-5-1 0 0,74-33-99 0 0,-76 30 105 0 0,503-268 7 0 0,-423 220 100 0 0,304-185 370 0 0,-89 50-175 0 0,437-262 178 0 0,-376 224-329 0 0,-20 5-69 0 0,42-25-61 0 0,14 30-54 0 0,-391 211-23 0 0,4-3-289 0 0,36-20 0 0 0,-149 64-3263 0 0,-235 130-90 0 0,8 24 2151 0 0,303-179 1523 0 0,-452 285-1037 0 0,181-111 1029 0 0,-1038 726 3632 0 0,1087-739-2485 0 0,-264 201 1013 0 0,341-248-1573 0 0,-72 57 469 0 0,167-125-745 0 0,-83 92-1 0 0,134-134-260 0 0,1-1 0 0 0,0 1 0 0 0,1 1 0 0 0,-10 19 0 0 0,16-30-8 0 0,1 1 0 0 0,-1-1-1 0 0,1 1 1 0 0,0-1-1 0 0,-1 1 1 0 0,1-1-1 0 0,0 1 1 0 0,-1 0-1 0 0,1-1 1 0 0,0 1 0 0 0,0-1-1 0 0,0 1 1 0 0,0 0-1 0 0,-1-1 1 0 0,1 1-1 0 0,0 0 1 0 0,0-1-1 0 0,0 1 1 0 0,0 0-1 0 0,0-1 1 0 0,1 1 0 0 0,-1-1-1 0 0,0 1 1 0 0,0 0-1 0 0,0-1 1 0 0,0 1-1 0 0,1 0 1 0 0,-1-1-1 0 0,0 1 1 0 0,1-1 0 0 0,-1 1-1 0 0,0-1 1 0 0,1 1-1 0 0,-1-1 1 0 0,1 1-1 0 0,-1-1 1 0 0,1 1-1 0 0,-1-1 1 0 0,1 0 0 0 0,-1 1-1 0 0,1-1 1 0 0,-1 0-1 0 0,1 1 1 0 0,-1-1-1 0 0,1 0 1 0 0,0 0-1 0 0,-1 1 1 0 0,1-1-1 0 0,-1 0 1 0 0,1 0 0 0 0,0 0-1 0 0,-1 0 1 0 0,1 0-1 0 0,0 0 1 0 0,-1 0-1 0 0,1 0 1 0 0,0 0-1 0 0,-1 0 1 0 0,1 0 0 0 0,-1-1-1 0 0,2 1 1 0 0,42-13-742 0 0,31-22-28 0 0,-3-3 0 0 0,91-63-1 0 0,-57 33 371 0 0,298-184 1072 0 0,476-283 1992 0 0,-570 355-1744 0 0,447-246 641 0 0,-545 315-1254 0 0,500-254 507 0 0,-546 286-774 0 0,285-152 47 0 0,-398 200-154 0 0,-3 4-233 0 0,-1-3-1 0 0,67-54 1 0 0,-106 71-160 0 0,-19 9-172 0 0,-27 9-165 0 0,-12 13 400 0 0,1 1 0 0 0,1 2 0 0 0,-58 36 0 0 0,69-37 257 0 0,-695 419-1963 0 0,14 38 935 0 0,-427 337 4226 0 0,429-214 122 0 0,589-472-2916 0 0,108-107-290 0 0,0 1 0 0 0,1 0 0 0 0,1 1 0 0 0,-16 36 0 0 0,30-57 29 0 0,0 0 0 0 0,0 0 1 0 0,0 0-1 0 0,0 0 0 0 0,0 0 1 0 0,1 0-1 0 0,-1 0 0 0 0,1 0 1 0 0,0 0-1 0 0,0 1 0 0 0,-1-1 1 0 0,1 0-1 0 0,1 0 1 0 0,-1 0-1 0 0,0 1 0 0 0,1 3 1 0 0,0-5-2 0 0,0 0 1 0 0,-1 0 0 0 0,1 0 0 0 0,0 0 0 0 0,0 0 0 0 0,0 0 0 0 0,0 0 0 0 0,0 0-1 0 0,0-1 1 0 0,0 1 0 0 0,0 0 0 0 0,0-1 0 0 0,0 1 0 0 0,0-1 0 0 0,0 1 0 0 0,0-1-1 0 0,1 1 1 0 0,-1-1 0 0 0,0 0 0 0 0,0 1 0 0 0,2-1 0 0 0,6 0-16 0 0,0 0 0 0 0,1 0 0 0 0,-1-1 1 0 0,0 0-1 0 0,0-1 0 0 0,12-3 0 0 0,33-12 60 0 0,0-2-1 0 0,-2-2 1 0 0,51-28-1 0 0,148-96 604 0 0,-135 75-416 0 0,2437-1578 1494 0 0,-2551 1647-1721 0 0,398-301-590 0 0,-390 293 542 0 0,26-23-114 0 0,-34 31 142 0 0,-1-1 0 0 0,1 0-1 0 0,0 0 1 0 0,-1 0 0 0 0,0 0 0 0 0,1 0-1 0 0,-1 0 1 0 0,0 0 0 0 0,0 0 0 0 0,0 0-1 0 0,0 0 1 0 0,0-1 0 0 0,-1 1 0 0 0,1 0-1 0 0,0-4 1 0 0,-2 5-5 0 0,1 1-1 0 0,0-1 1 0 0,-1 0 0 0 0,1 0-1 0 0,0 0 1 0 0,-1 0 0 0 0,1 0-1 0 0,-1 1 1 0 0,0-1 0 0 0,1 0-1 0 0,-1 0 1 0 0,1 1 0 0 0,-1-1-1 0 0,0 1 1 0 0,0-1 0 0 0,1 0-1 0 0,-1 1 1 0 0,0-1 0 0 0,0 1-1 0 0,0 0 1 0 0,0-1 0 0 0,0 1-1 0 0,1 0 1 0 0,-1-1 0 0 0,0 1-1 0 0,0 0 1 0 0,0 0 0 0 0,0 0-1 0 0,0 0 1 0 0,0 0 0 0 0,0 0-1 0 0,0 0 1 0 0,0 0 0 0 0,-2 0-1 0 0,-37 6-836 0 0,38-5 820 0 0,-33 8-670 0 0,0 1 0 0 0,-54 25-1 0 0,-68 43-879 0 0,113-55 1182 0 0,-655 391-2910 0 0,502-290 2981 0 0,-721 516 812 0 0,500-315 277 0 0,-50 37 477 0 0,320-253-812 0 0,-672 508 2612 0 0,786-591-2863 0 0,-2 1 146 0 0,-36 37-1 0 0,121-101-736 0 0,-18 16 112 0 0,232-187-1180 0 0,51-39 791 0 0,551-353 3502 0 0,-580 415-1961 0 0,629-384 530 0 0,-25 111-1238 0 0,-814 425-228 0 0,-37 17-57 0 0,-1 0 0 0 0,-1-3 0 0 0,38-25 0 0 0,-129 74-1166 0 0,14-9 932 0 0,-552 367-1629 0 0,35 51 1461 0 0,404-314 283 0 0,-402 334 175 0 0,85-69 608 0 0,189-151 1839 0 0,-289 316-1 0 0,565-548-2276 0 0,-9 7 57 0 0,1 2 0 0 0,0-1 0 0 0,1 2 0 0 0,1 0 0 0 0,1 0 0 0 0,-12 25 0 0 0,22-41-119 0 0,0 1 0 0 0,1-1 0 0 0,-1 0 0 0 0,1 1 0 0 0,-1-1 1 0 0,1 0-1 0 0,-1 1 0 0 0,1-1 0 0 0,0 1 0 0 0,-1-1 0 0 0,1 1 1 0 0,0-1-1 0 0,0 1 0 0 0,0-1 0 0 0,1 1 0 0 0,-1-1 0 0 0,0 1 1 0 0,0-1-1 0 0,1 0 0 0 0,-1 1 0 0 0,1-1 0 0 0,-1 1 0 0 0,2 1 1 0 0,-1-2-19 0 0,1 0 1 0 0,-1 0-1 0 0,1 0 1 0 0,-1 0 0 0 0,1 0-1 0 0,-1-1 1 0 0,1 1 0 0 0,-1-1-1 0 0,1 1 1 0 0,-1-1 0 0 0,1 0-1 0 0,0 1 1 0 0,-1-1-1 0 0,1 0 1 0 0,0 0 0 0 0,-1 0-1 0 0,4-1 1 0 0,9-1-115 0 0,0 0-1 0 0,0-2 1 0 0,24-7 0 0 0,-37 10 122 0 0,97-36-538 0 0,148-79-1 0 0,84-73 303 0 0,-295 168 305 0 0,708-429 1278 0 0,-312 185-638 0 0,158-91-13 0 0,-21 34-286 0 0,226-88-313 0 0,-578 305-98 0 0,-159 80-6 0 0,-121 78-116 0 0,-345 218-1708 0 0,108-74 1044 0 0,-47 41 68 0 0,-792 519-738 0 0,889-600 1386 0 0,-702 451 2595 0 0,939-599-2449 0 0,-8 5 146 0 0,1 1 0 0 0,1 0 0 0 0,-32 32 0 0 0,45-37-168 0 0,8-7-41 0 0,18-7-13 0 0,32-19-466 0 0,85-54 0 0 0,-81 44 232 0 0,639-408 792 0 0,-139 83 967 0 0,-291 193-897 0 0,485-276 287 0 0,-201 167-734 0 0,12 24-81 0 0,-535 240-114 0 0,-10 3-26 0 0,0 1 1 0 0,1 1-1 0 0,25-6 1 0 0,-43 15-276 0 0,-8 3 65 0 0,-129 74-1259 0 0,-83 51 607 0 0,-485 350-31 0 0,547-370 919 0 0,-762 567-51 0 0,628-457 225 0 0,-232 192 668 0 0,490-383-538 0 0,1 1 0 0 0,1 1-1 0 0,-35 46 1 0 0,67-77-259 0 0,0 1 0 0 0,0 0 0 0 0,0 0 0 0 0,0 0 0 0 0,1 0 0 0 0,-1 0 0 0 0,1 0-1 0 0,-1 0 1 0 0,1 1 0 0 0,0-1 0 0 0,0 6 0 0 0,1-9-21 0 0,0 1 0 0 0,0 0 1 0 0,0-1-1 0 0,0 1 0 0 0,0-1 0 0 0,0 1 0 0 0,0-1 0 0 0,1 1 0 0 0,-1-1 0 0 0,0 1 0 0 0,0-1 0 0 0,1 1 1 0 0,-1-1-1 0 0,0 1 0 0 0,1-1 0 0 0,-1 0 0 0 0,0 1 0 0 0,1-1 0 0 0,-1 1 0 0 0,1-1 0 0 0,-1 0 1 0 0,0 1-1 0 0,1-1 0 0 0,-1 0 0 0 0,2 1 0 0 0,0-1-1 0 0,0 1 0 0 0,0-1 0 0 0,0 1 1 0 0,0-1-1 0 0,1 0 0 0 0,-1 0 0 0 0,0 0 0 0 0,0 0 1 0 0,0 0-1 0 0,3-1 0 0 0,36-9-290 0 0,0-2 0 0 0,0-2 1 0 0,-2-2-1 0 0,58-30 0 0 0,-90 42 261 0 0,407-224-716 0 0,-174 92 979 0 0,36-19 510 0 0,208-111 601 0 0,11 30-73 0 0,-398 195-1096 0 0,101-41 206 0 0,-149 64-281 0 0,1 3 0 0 0,52-10 1 0 0,-59 21-72 0 0,-26 8-142 0 0,-17-4 100 0 0,0 1 0 0 0,1-1-1 0 0,-1 1 1 0 0,0-1 0 0 0,0 1-1 0 0,0-1 1 0 0,1 0 0 0 0,-1 1-1 0 0,0-1 1 0 0,0 1 0 0 0,0-1 0 0 0,0 1-1 0 0,0-1 1 0 0,0 1 0 0 0,0-1-1 0 0,0 1 1 0 0,0-1 0 0 0,0 1-1 0 0,0-1 1 0 0,-1 1 0 0 0,1-1-1 0 0,0 1 1 0 0,0-1 0 0 0,0 0-1 0 0,0 1 1 0 0,-1-1 0 0 0,1 1 0 0 0,0-1-1 0 0,-1 0 1 0 0,1 1 0 0 0,0-1-1 0 0,-1 1 1 0 0,1-1 0 0 0,-16 19-190 0 0,-1-2 1 0 0,-1 0-1 0 0,0-1 1 0 0,-33 23-1 0 0,9-7-45 0 0,-201 165-473 0 0,-112 88 238 0 0,266-219 337 0 0,-92 72-128 0 0,137-102 244 0 0,-74 82 0 0 0,112-110 1 0 0,0-1 0 0 0,0 1 0 0 0,0 1 0 0 0,-7 14 0 0 0,13-22 9 0 0,-1 1 0 0 0,1-1 0 0 0,-1 0 0 0 0,1 0-1 0 0,0 1 1 0 0,-1-1 0 0 0,1 0 0 0 0,0 1 0 0 0,0-1 0 0 0,0 0 0 0 0,0 1-1 0 0,0-1 1 0 0,0 1 0 0 0,0-1 0 0 0,0 0 0 0 0,1 1 0 0 0,0 1 0 0 0,0-2-6 0 0,0 0 0 0 0,0 0 0 0 0,0 0 0 0 0,0 0 0 0 0,0 0 0 0 0,0-1 0 0 0,0 1 0 0 0,0 0 0 0 0,0 0 0 0 0,0-1 0 0 0,0 1 0 0 0,1-1 0 0 0,-1 1 0 0 0,0-1 0 0 0,1 0 0 0 0,-1 1 1 0 0,0-1-1 0 0,1 0 0 0 0,-1 0 0 0 0,0 0 0 0 0,1 0 0 0 0,0 0 0 0 0,12-1-528 0 0,-1 1 1 0 0,0-2-1 0 0,0 0 1 0 0,0 0-1 0 0,0-2 1 0 0,14-4-1 0 0,77-36-1950 0 0,-76 31 2082 0 0,183-83-1620 0 0,275-120 4439 0 0,12 31 2873 0 0,-391 156-4138 0 0,-92 25-953 0 0,0 2 1 0 0,0 0-1 0 0,0 1 1 0 0,0 0-1 0 0,16 2 1 0 0,-29-1-178 0 0,-1 0-1 0 0,1 0 1 0 0,0 0 0 0 0,0 1 0 0 0,0-1 0 0 0,-1 0-1 0 0,1 1 1 0 0,0 0 0 0 0,-1-1 0 0 0,1 1 0 0 0,0 0 0 0 0,-1 0-1 0 0,1 0 1 0 0,-1 0 0 0 0,1 0 0 0 0,-1 0 0 0 0,0 0-1 0 0,1 0 1 0 0,-1 1 0 0 0,1 1 0 0 0,-1-2-5 0 0,0 1 1 0 0,-1-1 0 0 0,1 1-1 0 0,-1 0 1 0 0,0-1-1 0 0,1 1 1 0 0,-1 0-1 0 0,0-1 1 0 0,0 1-1 0 0,0 0 1 0 0,0-1 0 0 0,-1 1-1 0 0,1 0 1 0 0,0-1-1 0 0,-1 1 1 0 0,1 0-1 0 0,-2 1 1 0 0,-1 6-3 0 0,-2 0-1 0 0,1-1 1 0 0,-1 0 0 0 0,-1 0 0 0 0,1 0-1 0 0,-8 7 1 0 0,-22 21 25 0 0,-1-1 1 0 0,-2-2-1 0 0,-44 30 1 0 0,-132 73-39 0 0,50-43-2 0 0,228-107-537 0 0,-48 9 271 0 0,218-63-2702 0 0,-204 62 3131 0 0,0 1 1 0 0,0 2-1 0 0,1 1 1 0 0,-1 2-1 0 0,0 0 0 0 0,33 6 1 0 0,-30-1 292 0 0,-1 2 0 0 0,-1 2 0 0 0,1 0 1 0 0,-1 3-1 0 0,-1 0 0 0 0,0 2 0 0 0,-1 1 0 0 0,-1 1 0 0 0,0 1 0 0 0,32 27 1 0 0,-101-56 157 0 0,35 8-680 0 0,0-1 0 0 0,0-1 0 0 0,1 1 1 0 0,0-1-1 0 0,0 0 0 0 0,0 0 0 0 0,0-1 0 0 0,1 1 1 0 0,0-1-1 0 0,1 0 0 0 0,-1 0 0 0 0,1 0 1 0 0,1-1-1 0 0,-1 1 0 0 0,1-1 0 0 0,-1-8 0 0 0,-3-18-600 0 0,2 0 0 0 0,1-49 0 0 0,1 35 365 0 0,-40-461 576 0 0,11 176 1724 0 0,7 59-1075 0 0,-29-553-1314 0 0,78 336-1412 0 0,45 4 1087 0 0,-38 238 608 0 0,-30 215 176 0 0,-1 0 0 0 0,-2 0 0 0 0,-1 0 0 0 0,-2 0 0 0 0,-11-44 0 0 0,12 69 49 0 0,0-1-1 0 0,0 0 1 0 0,-1 1-1 0 0,-1-1 0 0 0,1 1 1 0 0,-11-14-1 0 0,14 21-82 0 0,0 1 0 0 0,0-1 0 0 0,0 1 0 0 0,0-1 0 0 0,-1 1 0 0 0,1 0 0 0 0,0 0 0 0 0,-1 0 0 0 0,1-1 0 0 0,-1 1 0 0 0,1 0 0 0 0,-1 1 0 0 0,1-1 0 0 0,-1 0 0 0 0,0 0 0 0 0,1 1 0 0 0,-1-1 0 0 0,0 1 1 0 0,0-1-1 0 0,0 1 0 0 0,1 0 0 0 0,-1 0 0 0 0,0 0 0 0 0,0 0 0 0 0,0 0 0 0 0,1 0 0 0 0,-1 0 0 0 0,0 1 0 0 0,0-1 0 0 0,0 1 0 0 0,1-1 0 0 0,-1 1 0 0 0,0 0 0 0 0,1-1 0 0 0,-1 1 0 0 0,1 0 0 0 0,-1 0 0 0 0,1 0 0 0 0,-1 0 0 0 0,1 1 0 0 0,-1-1 0 0 0,1 0 0 0 0,0 0 0 0 0,-2 4 0 0 0,-4 2-29 0 0,1 2 0 0 0,0-1 1 0 0,1 1-1 0 0,0-1 0 0 0,0 1 0 0 0,1 1 0 0 0,0-1 0 0 0,-3 12 0 0 0,-17 81-501 0 0,21-89 466 0 0,-15 91-344 0 0,5 0 0 0 0,-1 189-1 0 0,17-209 344 0 0,3 1-1 0 0,4-2 1 0 0,42 164-1 0 0,-40-191 198 0 0,-8-36-121 0 0,0-1 0 0 0,9 23 0 0 0,-9-76-766 0 0,-13-19 576 0 0,-3 1 1 0 0,-25-70 0 0 0,13 46 184 0 0,-115-490 63 0 0,55 200 146 0 0,76 333-215 0 0,-1 1-1 0 0,-1 0 1 0 0,-2 1 0 0 0,-2 0 0 0 0,-21-37-1 0 0,29 58 30 0 0,-1 1-1 0 0,0-1 0 0 0,0 1 1 0 0,-1 0-1 0 0,0 1 0 0 0,0 0 1 0 0,-1 0-1 0 0,0 1 0 0 0,-1 0 1 0 0,0 1-1 0 0,0 0 0 0 0,0 0 1 0 0,-1 1-1 0 0,1 1 0 0 0,-1-1 0 0 0,0 2 1 0 0,-1 0-1 0 0,-16-3 0 0 0,9 4-37 0 0,0 1 0 0 0,0 1 0 0 0,0 1 0 0 0,1 1 0 0 0,-1 1 0 0 0,0 0 0 0 0,1 1-1 0 0,0 1 1 0 0,-34 14 0 0 0,-9 9-430 0 0,-81 50 0 0 0,125-68 343 0 0,-46 27-293 0 0,-2 3-498 0 0,-130 57 0 0 0,191-95 686 0 0,1-1 0 0 0,0 0 1 0 0,0 0-1 0 0,-1 0 0 0 0,1-1 0 0 0,-1 1 1 0 0,1-1-1 0 0,-7 0 0 0 0,10 0 126 0 0,-1 0 0 0 0,1 0-1 0 0,0 0 1 0 0,-1 0 0 0 0,1-1 0 0 0,-1 1-1 0 0,1 0 1 0 0,0 0 0 0 0,-5-10-1244 0 0,5 9 1192 0 0,0 0 0 0 0,0-1 0 0 0,1 1 0 0 0,-1 0 0 0 0,1-1 0 0 0,-1 1 0 0 0,1 0 0 0 0,-1-1 0 0 0,1 1 0 0 0,0 0 0 0 0,1-2 0 0 0,7-10-276 0 0,1 1-1 0 0,1 0 1 0 0,0 0-1 0 0,0 1 1 0 0,1 1-1 0 0,22-16 1 0 0,89-48 966 0 0,-66 42-14 0 0,-19 10-42 0 0,127-69 845 0 0,-143 81-1196 0 0,0 1 1 0 0,1 1-1 0 0,0 0 0 0 0,1 2 0 0 0,39-5 1 0 0,-61 10-163 0 0,-1 1 1 0 0,1-1-1 0 0,1 1 1 0 0,-1 0-1 0 0,0 0 1 0 0,0 0-1 0 0,0 0 1 0 0,0 1-1 0 0,0-1 1 0 0,0 0-1 0 0,0 1 1 0 0,-1-1-1 0 0,1 1 1 0 0,0 0-1 0 0,0 0 1 0 0,0-1-1 0 0,0 1 1 0 0,-1 1-1 0 0,4 1 1 0 0,-4-1-6 0 0,0-1 0 0 0,-1 1 0 0 0,1 0-1 0 0,0 0 1 0 0,-1-1 0 0 0,0 1 0 0 0,1 0 0 0 0,-1 0 0 0 0,0 0 0 0 0,0 0 0 0 0,0 0 0 0 0,0-1 0 0 0,0 1 0 0 0,0 0 0 0 0,0 0-1 0 0,-1 0 1 0 0,1 0 0 0 0,-1-1 0 0 0,1 1 0 0 0,-1 0 0 0 0,-1 2 0 0 0,-2 7 30 0 0,2-6 79 0 0,-1 1 0 0 0,2 0-1 0 0,-1 0 1 0 0,1 0-1 0 0,-1 0 1 0 0,1 10 0 0 0,1-14-95 0 0,0-1 1 0 0,0 1-1 0 0,1-1 1 0 0,-1 1-1 0 0,0-1 1 0 0,1 1-1 0 0,0-1 1 0 0,-1 1 0 0 0,1-1-1 0 0,0 0 1 0 0,0 1-1 0 0,0-1 1 0 0,-1 0-1 0 0,1 1 1 0 0,1-1-1 0 0,-1 0 1 0 0,0 0 0 0 0,0 0-1 0 0,0 0 1 0 0,1 0-1 0 0,-1 0 1 0 0,0-1-1 0 0,1 1 1 0 0,-1 0-1 0 0,0-1 1 0 0,1 1-1 0 0,-1-1 1 0 0,1 1 0 0 0,-1-1-1 0 0,1 0 1 0 0,2 1-1 0 0,9 1 50 0 0,1 0 0 0 0,0-1 0 0 0,0-1 1 0 0,0 0-1 0 0,-1-1 0 0 0,28-4 0 0 0,82-27-731 0 0,-98 25 515 0 0,84-27-717 0 0,-42 12 1132 0 0,2 2 1 0 0,112-16-1 0 0,-178 36-164 0 0,0-1 0 0 0,0 1-1 0 0,-1 0 1 0 0,1 0-1 0 0,0 0 1 0 0,0 0 0 0 0,0 1-1 0 0,0-1 1 0 0,0 1-1 0 0,-1 0 1 0 0,5 1 0 0 0,-7-2-74 0 0,0 1 0 0 0,1-1 0 0 0,-1 0 0 0 0,0 0 0 0 0,1 1 0 0 0,-1-1 0 0 0,0 0 1 0 0,0 1-1 0 0,1-1 0 0 0,-1 0 0 0 0,0 1 0 0 0,0-1 0 0 0,0 0 0 0 0,1 1 0 0 0,-1-1 0 0 0,0 0 1 0 0,0 1-1 0 0,0-1 0 0 0,0 1 0 0 0,0-1 0 0 0,0 0 0 0 0,0 1 0 0 0,0-1 0 0 0,0 1 0 0 0,0-1 1 0 0,0 0-1 0 0,0 1 0 0 0,0 0 0 0 0,-13 17 763 0 0,-15 5-319 0 0,-1-2 0 0 0,0-1 0 0 0,-2-1 0 0 0,0-2 0 0 0,-1-1 0 0 0,-48 17 0 0 0,67-28-460 0 0,1 0 1 0 0,-1-1 0 0 0,0-1 0 0 0,-1 0 0 0 0,1-1-1 0 0,-26 1 1 0 0,35-3-103 0 0,0 0-1 0 0,0 0 0 0 0,0-1 0 0 0,1 0 1 0 0,-1 1-1 0 0,0-1 0 0 0,1-1 0 0 0,-1 1 1 0 0,0 0-1 0 0,1-1 0 0 0,0 0 0 0 0,-1 0 1 0 0,1 0-1 0 0,0 0 0 0 0,0 0 0 0 0,0-1 1 0 0,0 1-1 0 0,1-1 0 0 0,-1 0 0 0 0,1 0 1 0 0,-1 0-1 0 0,1 0 0 0 0,0 0 0 0 0,0 0 1 0 0,0-1-1 0 0,1 1 0 0 0,-1-1 0 0 0,-1-6 1 0 0,-1-3-537 0 0,2-1 0 0 0,-1 1 1 0 0,1-1-1 0 0,1 1 0 0 0,1-1 1 0 0,0 0-1 0 0,2-19 0 0 0,-1 24 446 0 0,0 1 0 0 0,1-1-1 0 0,0 1 1 0 0,1-1 0 0 0,-1 1 0 0 0,1 0-1 0 0,1 0 1 0 0,0 0 0 0 0,0 0 0 0 0,0 1-1 0 0,1 0 1 0 0,10-12 0 0 0,-14 18 184 0 0,0 0 1 0 0,0 0-1 0 0,0 0 1 0 0,-1 0 0 0 0,1 0-1 0 0,0 0 1 0 0,0 1-1 0 0,0-1 1 0 0,1 0-1 0 0,-1 1 1 0 0,0-1-1 0 0,0 1 1 0 0,0-1-1 0 0,0 1 1 0 0,1 0 0 0 0,-1-1-1 0 0,0 1 1 0 0,0 0-1 0 0,1 0 1 0 0,0 0-1 0 0,-1 0 18 0 0,0 0 0 0 0,0 1 0 0 0,0-1 1 0 0,-1 1-1 0 0,1-1 0 0 0,0 1 0 0 0,0-1 0 0 0,-1 1 0 0 0,1-1 0 0 0,0 1 0 0 0,-1 0 0 0 0,1 0 0 0 0,-1-1 0 0 0,1 1 0 0 0,-1 0 0 0 0,1 0 0 0 0,-1-1 1 0 0,0 1-1 0 0,1 0 0 0 0,-1 0 0 0 0,0 1 0 0 0,2 4 131 0 0,-1 1 0 0 0,1-1 0 0 0,-2 1 0 0 0,1 0 0 0 0,-1-1 0 0 0,0 8 0 0 0,-6 42 354 0 0,-3-1-1 0 0,-24 88 1 0 0,-48 107-176 0 0,51-164-109 0 0,-212 518 734 0 0,175-470-712 0 0,-6-2-1 0 0,-119 162 0 0 0,-77 39 74 0 0,381-438-3755 0 0,289-358-2516 0 0,-325 371 5672 0 0,46-60 111 0 0,-61 72 965 0 0,4 2 0 0 0,82-76-1 0 0,-126 139 698 0 0,-27 24-593 0 0,-188 195 1930 0 0,139-149-2537 0 0,17-18-179 0 0,-1 5 329 0 0,-3-2 1 0 0,-1-1-1 0 0,-68 44 0 0 0,88-71-148 0 0,17-12-201 0 0,13-11-308 0 0,26-26-811 0 0,2 1 0 0 0,1 2 0 0 0,61-44 1 0 0,-67 57 901 0 0,1 2 1 0 0,0 1-1 0 0,1 1 1 0 0,1 2-1 0 0,54-18 0 0 0,-70 28 387 0 0,0 1-1 0 0,0 1 0 0 0,1 0 0 0 0,-1 1 0 0 0,1 1 0 0 0,-1 1 0 0 0,34 3 0 0 0,-42-2-103 0 0,0 1-1 0 0,1 0 1 0 0,-1 1 0 0 0,0 0 0 0 0,0 0-1 0 0,-1 1 1 0 0,1 1 0 0 0,-1-1-1 0 0,1 1 1 0 0,-1 0 0 0 0,-1 1 0 0 0,1 0-1 0 0,-1 0 1 0 0,0 1 0 0 0,-1 0-1 0 0,7 8 1 0 0,0 4-88 0 0,-1 1-1 0 0,-1 1 1 0 0,0 0 0 0 0,-2 0-1 0 0,0 1 1 0 0,-2 0-1 0 0,0 0 1 0 0,5 36 0 0 0,0 24-130 0 0,1 85 0 0 0,-12-157 69 0 0,1 118 83 0 0,-5 0 1 0 0,-6-1-1 0 0,-6 1 0 0 0,-44 181 0 0 0,51-275-89 0 0,-44 247 138 0 0,49-253-127 0 0,1 1 1 0 0,1-1-1 0 0,2 1 1 0 0,1-1-1 0 0,1 1 1 0 0,1-1 0 0 0,15 50-1 0 0,-17-72-20 0 0,0-1 0 0 0,0 0 1 0 0,1 0-1 0 0,-1 0 0 0 0,1 0 0 0 0,0 0 0 0 0,0 0 0 0 0,1-1 0 0 0,-1 0 0 0 0,1 1 1 0 0,0-1-1 0 0,0-1 0 0 0,0 1 0 0 0,1 0 0 0 0,-1-1 0 0 0,10 5 0 0 0,-7-6-13 0 0,-1 1-1 0 0,1-1 1 0 0,0 0-1 0 0,0-1 0 0 0,1 0 1 0 0,-1 0-1 0 0,0 0 1 0 0,0-1-1 0 0,0 0 0 0 0,1-1 1 0 0,-1 1-1 0 0,12-4 0 0 0,-3 0-114 0 0,0-1 0 0 0,0 0-1 0 0,-1-1 1 0 0,0-1 0 0 0,0 0-1 0 0,0-1 1 0 0,-1-1 0 0 0,0 0-1 0 0,-1-1 1 0 0,0 0 0 0 0,-1-1-1 0 0,17-18 1 0 0,-12 9-47 0 0,0-1-1 0 0,-2 0 1 0 0,-1 0 0 0 0,0-2-1 0 0,-2 0 1 0 0,0 0-1 0 0,9-31 1 0 0,-11 34 1346 0 0,-9 29-560 0 0,-9 56 138 0 0,-3-1 0 0 0,-30 100-1 0 0,28-118-410 0 0,0 4-60 0 0,-2 12 26 0 0,-3 1 0 0 0,-3-2 0 0 0,-38 78 0 0 0,58-136-319 0 0,0-1 0 0 0,0 0 0 0 0,0 0 0 0 0,-1 0 0 0 0,1 0 0 0 0,-1-1 0 0 0,1 1 0 0 0,-1 0 0 0 0,0-1 0 0 0,1 1 0 0 0,-1-1 0 0 0,0 1 0 0 0,0-1 0 0 0,0 0 0 0 0,0 0 0 0 0,-5 2 0 0 0,6-3-7 0 0,-1 0 0 0 0,1 0 0 0 0,-1 0 0 0 0,1 0 0 0 0,-1 0 0 0 0,1 0 0 0 0,-1-1 0 0 0,1 1 1 0 0,-1 0-1 0 0,1-1 0 0 0,-1 0 0 0 0,1 1 0 0 0,0-1 0 0 0,-1 0 0 0 0,1 1 0 0 0,0-1 0 0 0,-1 0 0 0 0,1 0 0 0 0,0 0 0 0 0,0 0 0 0 0,0 0 0 0 0,0-1 0 0 0,0 1 0 0 0,0 0 0 0 0,0 0 0 0 0,1-1 1 0 0,-2-1-1 0 0,-5-9-273 0 0,0-2 0 0 0,1 1 0 0 0,0-1 0 0 0,1 1 0 0 0,1-2 0 0 0,0 1 0 0 0,-2-19 0 0 0,-7-109-1590 0 0,11 99 1433 0 0,-14-184-614 0 0,-16-305 79 0 0,47-1 467 0 0,-5 449 710 0 0,-2 24 605 0 0,0-100 0 0 0,-8 154-561 0 0,0 0 0 0 0,-1 0-1 0 0,0-1 1 0 0,-1 1 0 0 0,1 0-1 0 0,-1 0 1 0 0,0 0 0 0 0,0 1-1 0 0,-6-11 1 0 0,8 16-224 0 0,-1-1 0 0 0,1 1 0 0 0,0 0 1 0 0,0 0-1 0 0,-1 0 0 0 0,1 0 0 0 0,0 0 0 0 0,-1 0 0 0 0,1 0 1 0 0,0 0-1 0 0,0 0 0 0 0,-1 0 0 0 0,1 0 0 0 0,0 0 0 0 0,0 0 1 0 0,-1 0-1 0 0,1 0 0 0 0,0 0 0 0 0,0 0 0 0 0,-1 0 0 0 0,1 1 0 0 0,0-1 1 0 0,0 0-1 0 0,-1 0 0 0 0,1 0 0 0 0,0 0 0 0 0,0 0 0 0 0,-1 1 1 0 0,1-1-1 0 0,0 0 0 0 0,0 0 0 0 0,0 0 0 0 0,0 1 0 0 0,-1-1 1 0 0,1 0-1 0 0,0 0 0 0 0,0 1 0 0 0,0-1 0 0 0,0 0 0 0 0,0 0 1 0 0,0 1-1 0 0,0-1 0 0 0,0 0 0 0 0,0 0 0 0 0,0 1 0 0 0,0-1 1 0 0,0 1-1 0 0,-6 15-5 0 0,-4 27-217 0 0,2 1 0 0 0,2 0 0 0 0,-1 72 0 0 0,16 135-143 0 0,1-146 524 0 0,5 0 0 0 0,4-2 0 0 0,5 0 0 0 0,5-1-1 0 0,4-2 1 0 0,56 120 0 0 0,-51-131-290 0 0,-5 3 1 0 0,-3 0-1 0 0,-5 2 1 0 0,16 110-1 0 0,-29-117-410 0 0,-5-36 912 0 0,1-1-1 0 0,19 61 1 0 0,-27-111-347 0 0,0 1 1 0 0,0 0-1 0 0,0 0 0 0 0,1-1 1 0 0,-1 1-1 0 0,0 0 1 0 0,0-1-1 0 0,1 1 0 0 0,-1 0 1 0 0,0-1-1 0 0,1 1 0 0 0,-1 0 1 0 0,1-1-1 0 0,-1 1 0 0 0,1 0 1 0 0,-1-1-1 0 0,1 1 1 0 0,-1-1-1 0 0,1 1 0 0 0,-1-1 1 0 0,1 0-1 0 0,0 1 0 0 0,-1-1 1 0 0,1 1-1 0 0,0-1 1 0 0,-1 0-1 0 0,1 0 0 0 0,0 1 1 0 0,-1-1-1 0 0,2 0 0 0 0,-1 0 2 0 0,0-1-1 0 0,1 0 1 0 0,-1 1-1 0 0,0-1 1 0 0,0 0-1 0 0,0 1 1 0 0,0-1-1 0 0,0 0 1 0 0,0 0-1 0 0,0 0 1 0 0,0 0-1 0 0,0 0 0 0 0,0 0 1 0 0,0 0-1 0 0,0-1 1 0 0,25-50 380 0 0,-25 51-410 0 0,10-27 47 0 0,-2-2 0 0 0,0 1 0 0 0,-2-1 0 0 0,-2 0 0 0 0,0-1 0 0 0,0-60-1 0 0,-5 65-123 0 0,-2 1 0 0 0,0-1 0 0 0,-2 1 0 0 0,0 0 0 0 0,-2 0 0 0 0,-1 0 0 0 0,-1 1 0 0 0,-19-41 0 0 0,20 54 32 0 0,1 1 0 0 0,-1 0 0 0 0,-1 0 1 0 0,0 1-1 0 0,0 0 0 0 0,-1 0 0 0 0,0 1 1 0 0,0 0-1 0 0,-1 1 0 0 0,0 0 0 0 0,0 0 0 0 0,-1 1 1 0 0,0 1-1 0 0,0 0 0 0 0,0 0 0 0 0,-1 1 1 0 0,1 0-1 0 0,-25-3 0 0 0,-11 0-61 0 0,-1 2 1 0 0,1 2-1 0 0,-71 5 0 0 0,106-2 86 0 0,-137 8-310 0 0,72-2 311 0 0,0-3 0 0 0,0-3 0 0 0,-83-12 0 0 0,153 11 86 0 0,1-1 0 0 0,-1 1 1 0 0,0-1-1 0 0,1 0 0 0 0,-1 0 0 0 0,1-1 1 0 0,-8-4-1 0 0,13 7-92 0 0,0-1-1 0 0,0 0 1 0 0,0 0 0 0 0,0 0-1 0 0,0 0 1 0 0,0 0 0 0 0,0 0-1 0 0,0 0 1 0 0,0-1 0 0 0,0 1 0 0 0,1 0-1 0 0,-1 0 1 0 0,0-1 0 0 0,1 1-1 0 0,-1 0 1 0 0,1-1 0 0 0,0 1-1 0 0,-1-1 1 0 0,1 1 0 0 0,0 0 0 0 0,0-1-1 0 0,0 1 1 0 0,0-1 0 0 0,0 1-1 0 0,0-1 1 0 0,0 1 0 0 0,0 0 0 0 0,1-1-1 0 0,-1 1 1 0 0,0-1 0 0 0,1 1-1 0 0,0 0 1 0 0,-1 0 0 0 0,1-1-1 0 0,0 1 1 0 0,-1 0 0 0 0,1 0 0 0 0,0-1-1 0 0,0 1 1 0 0,1-1 0 0 0,14-19-476 0 0,1 0 1 0 0,1 2 0 0 0,0 0 0 0 0,30-24 0 0 0,93-60-1419 0 0,-104 77 1433 0 0,237-147-2913 0 0,-516 325 7738 0 0,-53 31-3994 0 0,268-170-495 0 0,5-2-145 0 0,0 1-1 0 0,-22 16 1 0 0,131-56-916 0 0,18-16 1396 0 0,-3-4-1 0 0,-2-4 1 0 0,182-127-1 0 0,-254 157-187 0 0,-1 0-1 0 0,-1-2 1 0 0,0-1 0 0 0,-2-1-1 0 0,-1-2 1 0 0,-2 0 0 0 0,0-1-1 0 0,-2-1 1 0 0,-1 0 0 0 0,-2-2-1 0 0,20-53 1 0 0,-24 56 354 0 0,7-18 413 0 0,18-70 1 0 0,-34 102-698 0 0,0-1 1 0 0,0 0-1 0 0,-2-1 0 0 0,0 1 1 0 0,-1 0-1 0 0,0 0 0 0 0,-1 0 1 0 0,-6-27-1 0 0,-60-203 1536 0 0,31 50-804 0 0,-5-28-275 0 0,31 189-716 0 0,0 0 0 0 0,-3 1 0 0 0,0 0 0 0 0,-25-42 0 0 0,-93-121-1358 0 0,13 22 924 0 0,62 83 254 0 0,-5 4-1 0 0,-3 2 0 0 0,-79-81 0 0 0,75 97 740 0 0,16 18 554 0 0,2-2 0 0 0,-58-83 0 0 0,100 127-959 0 0,0 0 0 0 0,0 0-1 0 0,-1 1 1 0 0,0 0-1 0 0,-1 0 1 0 0,0 1-1 0 0,0 1 1 0 0,0-1-1 0 0,-1 2 1 0 0,-1-1-1 0 0,-20-7 1 0 0,24 10 67 0 0,-1 1 0 0 0,0 1 0 0 0,0-1 0 0 0,0 1 0 0 0,0 1 0 0 0,0 0 0 0 0,0 0 0 0 0,0 1 0 0 0,0 0 0 0 0,-1 1 0 0 0,1 0 1 0 0,0 0-1 0 0,0 1 0 0 0,0 0 0 0 0,0 0 0 0 0,0 1 0 0 0,-9 5 0 0 0,112-40-1780 0 0,-92 32 1749 0 0,-1-1 0 0 0,1 0 0 0 0,-1 1 0 0 0,0-1 0 0 0,1 1 0 0 0,-1 0 0 0 0,1-1 0 0 0,-1 1 0 0 0,1 0 0 0 0,-1 0 0 0 0,1 0-1 0 0,-1 0 1 0 0,1 0 0 0 0,0 0 0 0 0,-1 1 0 0 0,1-1 0 0 0,1 1 0 0 0,-3-1-6 0 0,0 1 0 0 0,1-1 0 0 0,-1 1 0 0 0,0-1 0 0 0,1 1-1 0 0,-1-1 1 0 0,0 1 0 0 0,0-1 0 0 0,1 1 0 0 0,-1 0 0 0 0,0-1 0 0 0,0 1 0 0 0,0-1 0 0 0,0 1 0 0 0,0 0 0 0 0,0-1 0 0 0,0 1 0 0 0,0 0-1 0 0,0-1 1 0 0,0 1 0 0 0,0-1 0 0 0,0 1 0 0 0,0 0 0 0 0,-1-1 0 0 0,1 1 0 0 0,0-1 0 0 0,-1 2 0 0 0,-3 7-55 0 0,0 0 1 0 0,-1 0 0 0 0,-10 13-1 0 0,13-20 46 0 0,-51 69 117 0 0,-2-3-1 0 0,-84 79 0 0 0,-144 110 410 0 0,153-143-393 0 0,-1077 971 50 0 0,1025-923-439 0 0,-205 188-399 0 0,51-65 450 0 0,163-143 88 0 0,105-85-168 0 0,-3-4 0 0 0,-2-2 0 0 0,-119 61 0 0 0,184-107 496 0 0,-1 0-1 0 0,1 1 1 0 0,0 0-1 0 0,1 0 1 0 0,-1 1-1 0 0,1 0 1 0 0,1 0-1 0 0,-1 1 1 0 0,-5 9-1 0 0,-8 13-689 0 0,-18 38 0 0 0,28-49 257 0 0,3-5-22 0 0,3-8 153 0 0,0 0 1 0 0,0 1-1 0 0,1 0 0 0 0,0 0 0 0 0,0 0 0 0 0,1 0 0 0 0,0 0 0 0 0,0 0 0 0 0,0 1 1 0 0,0 7-1 0 0,3-14 153 0 0,-1 0 0 0 0,0 0 0 0 0,1 0 1 0 0,-1 0-1 0 0,1 0 0 0 0,-1 0 0 0 0,1 0 0 0 0,0 0 1 0 0,-1-1-1 0 0,1 1 0 0 0,0 0 0 0 0,0 0 0 0 0,0-1 1 0 0,-1 1-1 0 0,1 0 0 0 0,0-1 0 0 0,0 1 1 0 0,0-1-1 0 0,0 1 0 0 0,0-1 0 0 0,0 1 0 0 0,0-1 1 0 0,0 0-1 0 0,0 1 0 0 0,0-1 0 0 0,0 0 0 0 0,0 0 1 0 0,0 0-1 0 0,1 0 0 0 0,-1 0 0 0 0,0 0 1 0 0,0 0-1 0 0,0 0 0 0 0,0-1 0 0 0,2 1 0 0 0,-1-1 13 0 0,0 1-1 0 0,1 0 1 0 0,-1-1-1 0 0,0 1 0 0 0,0-1 1 0 0,1 0-1 0 0,-1 0 1 0 0,0 0-1 0 0,0 0 0 0 0,0 0 1 0 0,0 0-1 0 0,0-1 0 0 0,0 1 1 0 0,0-1-1 0 0,3-2 1 0 0,-3-4-33 0 0,1 0 0 0 0,-1 0 0 0 0,-1-1 0 0 0,0 1 1 0 0,0 0-1 0 0,0-1 0 0 0,-1 1 0 0 0,-1-9 0 0 0,1-6-263 0 0,1-17 416 0 0,-7-63 0 0 0,6 103-174 0 0,0 0 0 0 0,0 0 1 0 0,0 0-1 0 0,0 0 0 0 0,0-1 1 0 0,0 1-1 0 0,0 0 0 0 0,0 0 1 0 0,0 0-1 0 0,0 0 0 0 0,0-1 0 0 0,0 1 1 0 0,0 0-1 0 0,0 0 0 0 0,0 0 1 0 0,0 0-1 0 0,0 0 0 0 0,0 0 1 0 0,-1-1-1 0 0,1 1 0 0 0,0 0 1 0 0,0 0-1 0 0,0 0 0 0 0,0 0 0 0 0,0 0 1 0 0,0 0-1 0 0,0 0 0 0 0,-1 0 1 0 0,1-1-1 0 0,0 1 0 0 0,0 0 1 0 0,0 0-1 0 0,0 0 0 0 0,0 0 1 0 0,-1 0-1 0 0,1 0 0 0 0,0 0 1 0 0,0 0-1 0 0,0 0 0 0 0,0 0 0 0 0,-1 0 1 0 0,1 0-1 0 0,0 0 0 0 0,0 0 1 0 0,0 0-1 0 0,0 0 0 0 0,0 0 1 0 0,-1 0-1 0 0,1 1 0 0 0,0-1 1 0 0,0 0-1 0 0,0 0 0 0 0,0 0 0 0 0,0 0 1 0 0,-1 0-1 0 0,1 0 0 0 0,0 0 1 0 0,0 1-1 0 0,-12 10 324 0 0,-7 17-267 0 0,9-10-163 0 0,1 1 0 0 0,0 0 0 0 0,2 1 0 0 0,-8 34 0 0 0,-11 87 142 0 0,16-79 11 0 0,5-34 19 0 0,-44 279 984 0 0,26 0-196 0 0,39-128 257 0 0,-18-158-1198 0 0,2-20 3 0 0,0 0 0 0 0,0 0 1 0 0,0 0-1 0 0,0 0 0 0 0,0-1 1 0 0,-1 1-1 0 0,1 0 0 0 0,0 0 1 0 0,0 0-1 0 0,-1-1 0 0 0,1 1 1 0 0,-1 0-1 0 0,1 0 0 0 0,0-1 1 0 0,-1 1-1 0 0,0 0 0 0 0,1-1 1 0 0,-1 1-1 0 0,1 0 0 0 0,-1-1 1 0 0,0 1-1 0 0,-1-4-260 0 0,0 0 1 0 0,0 0 0 0 0,0 0-1 0 0,0 0 1 0 0,1 0-1 0 0,-1-1 1 0 0,1 1 0 0 0,-1-5-1 0 0,0 1-47 0 0,-53-136-2737 0 0,-43-102 3598 0 0,65 182 129 0 0,30 58-507 0 0,0 1 0 0 0,0-1 0 0 0,0 1 0 0 0,-1 0 1 0 0,0-1-1 0 0,1 2 0 0 0,-2-1 0 0 0,1 0 0 0 0,0 1 0 0 0,-8-5 0 0 0,11 8-48 0 0,0 0 0 0 0,0-1-1 0 0,1 1 1 0 0,-1 0-1 0 0,0 0 1 0 0,0-1 0 0 0,0 1-1 0 0,1 0 1 0 0,-1 0 0 0 0,0 0-1 0 0,0 0 1 0 0,0 0 0 0 0,0 0-1 0 0,1 1 1 0 0,-1-1 0 0 0,0 0-1 0 0,0 0 1 0 0,0 1 0 0 0,1-1-1 0 0,-1 0 1 0 0,0 1-1 0 0,0-1 1 0 0,1 0 0 0 0,-1 1-1 0 0,0 0 1 0 0,-15 21 1035 0 0,13-13-775 0 0,-1 0-1 0 0,2 0 0 0 0,-4 14 0 0 0,-6 57-40 0 0,4 0 1 0 0,3 1-1 0 0,11 159 1 0 0,-6-235-357 0 0,1 0 1 0 0,0 0 0 0 0,0 0 0 0 0,0 1 0 0 0,0-1 0 0 0,4 6-1 0 0,-5-11 26 0 0,0 1 0 0 0,1 0 0 0 0,-1 0 0 0 0,1-1 0 0 0,-1 1 0 0 0,1 0 0 0 0,0-1 0 0 0,-1 1 0 0 0,1-1 0 0 0,-1 1 0 0 0,1-1 0 0 0,0 1 0 0 0,0-1 0 0 0,-1 1 0 0 0,1-1 0 0 0,0 1 1 0 0,0-1-1 0 0,-1 0 0 0 0,1 0 0 0 0,0 1 0 0 0,0-1 0 0 0,0 0 0 0 0,0 0 0 0 0,-1 0 0 0 0,1 0 0 0 0,0 0 0 0 0,0 0 0 0 0,0 0 0 0 0,0 0 0 0 0,0 0 0 0 0,-1 0 0 0 0,1-1 0 0 0,0 1 0 0 0,0 0 0 0 0,0-1 0 0 0,-1 1 0 0 0,1 0 0 0 0,0-1 0 0 0,0 1 0 0 0,-1-1 0 0 0,1 1 0 0 0,0-1 0 0 0,-1 0 0 0 0,1 1 0 0 0,-1-1 0 0 0,2 0 0 0 0,13-14-881 0 0,0-1 1 0 0,-1 0 0 0 0,-1-1-1 0 0,0 0 1 0 0,-1-1 0 0 0,10-21 0 0 0,-9 16 55 0 0,16-27-539 0 0,-2-1 0 0 0,-3-1 0 0 0,-2-1 0 0 0,26-94 0 0 0,-44 133 1461 0 0,23-107 2123 0 0,-26 109-1893 0 0,1-1 0 0 0,-2 1 0 0 0,1 0-1 0 0,-2-1 1 0 0,1 1 0 0 0,-24-34 6166 0 0,17 81-3067 0 0,4 27-1770 0 0,7 77-1 0 0,0-88-2883 0 0,-3 1 0 0 0,-9 87 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37.38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3 550 4609 0 0,'-1'-6'200'0'0,"-1"-2"48"0"0,2 1-248 0 0,0 1 0 0 0,2 0 0 0 0,1 0 0 0 0,0-3 688 0 0,3-10 88 0 0,0-9 25 0 0,6-15-1 0 0,1-9-480 0 0,1-9-96 0 0,-2 1-24 0 0,2-1 0 0 0,-1 7-200 0 0,-2 6 0 0 0,-2 5 0 0 0,-8 10 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37.52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40 10138 0 0,'0'-6'448'0'0,"0"0"96"0"0,0 0-440 0 0,2 3-104 0 0,-1 0 0 0 0,1 1 0 0 0,1 1 256 0 0,0-1 33 0 0,3-3 7 0 0,0 1 0 0 0,0 2-520 0 0,-2 2-96 0 0,0 3-33 0 0,-6 3 1 0 0,2 4-544 0 0,-2 2-120 0 0,2 3-16 0 0,0-3-8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6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10138 0 0,'-1'-15'854'0'0,"5"-21"9755"0"0,-4 35-10542 0 0,6 24 507 0 0,24 132-225 0 0,21 314 1 0 0,-49-407-350 0 0,-2 1 0 0 0,4-1 0 0 0,2 1 0 0 0,18 81 0 0 0,-23-141 16 0 0,-1 0 1 0 0,1 0 0 0 0,0 0-1 0 0,0 0 1 0 0,0 0-1 0 0,1 0 1 0 0,-1 0 0 0 0,1 0-1 0 0,-1-1 1 0 0,1 1-1 0 0,0-1 1 0 0,0 1 0 0 0,0-1-1 0 0,0 0 1 0 0,1 1-1 0 0,-1-1 1 0 0,0 0 0 0 0,1-1-1 0 0,0 1 1 0 0,-1 0-1 0 0,5 1 1 0 0,-4-2 20 0 0,1-1 1 0 0,-1 0-1 0 0,0 0 1 0 0,1 0-1 0 0,-1 0 0 0 0,0 0 1 0 0,1 0-1 0 0,-1-1 1 0 0,0 0-1 0 0,1 0 1 0 0,-1 0-1 0 0,0 0 0 0 0,0 0 1 0 0,0-1-1 0 0,0 1 1 0 0,0-1-1 0 0,0 0 1 0 0,0 0-1 0 0,4-4 0 0 0,96-86 449 0 0,-80 69-514 0 0,0 0 0 0 0,2 2-1 0 0,0 1 1 0 0,46-27 0 0 0,0 14-784 0 0,-64 30 375 0 0,-1 1-1 0 0,1 0 1 0 0,0 1-1 0 0,0 0 1 0 0,0 0-1 0 0,0 0 1 0 0,0 1-1 0 0,0 0 1 0 0,8 1-1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6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0 9218 0 0,'-19'6'14419'0'0,"19"6"-16409"0"0,-19 194 3460 0 0,-9 166-889 0 0,27-295-1027 0 0,3 1 1 0 0,21 137 0 0 0,-23-214 376 0 0,7 31-760 0 0,-2-10-5301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6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5 420 5985 0 0,'-5'-151'2131'0'0,"7"113"151"0"0,1 0 0 0 0,1 0 0 0 0,19-70 0 0 0,-23 105-2081 0 0,1 1 0 0 0,-1-1 1 0 0,1 1-1 0 0,0-1 0 0 0,0 1 1 0 0,0-1-1 0 0,0 1 0 0 0,1 0 1 0 0,-1 0-1 0 0,1 0 0 0 0,-1 0 0 0 0,1 0 1 0 0,0 0-1 0 0,0 0 0 0 0,0 0 1 0 0,0 0-1 0 0,0 1 0 0 0,0-1 1 0 0,0 1-1 0 0,4-2 0 0 0,-4 3-124 0 0,1-1-1 0 0,-1 1 1 0 0,1 0 0 0 0,0 0-1 0 0,-1 0 1 0 0,1 0-1 0 0,-1 1 1 0 0,1-1-1 0 0,-1 1 1 0 0,0-1-1 0 0,1 1 1 0 0,-1 0 0 0 0,1 0-1 0 0,-1 0 1 0 0,0 0-1 0 0,0 0 1 0 0,0 1-1 0 0,0-1 1 0 0,0 1 0 0 0,0-1-1 0 0,2 3 1 0 0,11 9 42 0 0,-2 1 1 0 0,0 0 0 0 0,-1 0 0 0 0,0 1 0 0 0,10 18-1 0 0,45 89 54 0 0,-47-83-159 0 0,155 292-974 0 0,-116-208-2997 0 0,-47-99-3048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6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26 155 6449 0 0,'-1'-1'320'0'0,"-1"1"-1"0"0,1 0 1 0 0,0 0-1 0 0,0-1 1 0 0,-1 1-1 0 0,1-1 1 0 0,0 1-1 0 0,0-1 1 0 0,0 1-1 0 0,0-1 1 0 0,0 0-1 0 0,-1 1 1 0 0,1-1 0 0 0,1 0-1 0 0,-1 0 1 0 0,0 0-1 0 0,0 0 1 0 0,0 0-1 0 0,0 0 1 0 0,1 0-1 0 0,-1 0 1 0 0,0 0-1 0 0,1 0 1 0 0,-2-2-1 0 0,2 1 6 0 0,0 0-1 0 0,0 0 1 0 0,0 0-1 0 0,1 1 1 0 0,-1-1 0 0 0,0 0-1 0 0,1 0 1 0 0,-1 1-1 0 0,1-1 1 0 0,-1 0-1 0 0,1 0 1 0 0,0 1 0 0 0,0-1-1 0 0,0 1 1 0 0,1-3-1 0 0,3-2 108 0 0,0-1 1 0 0,1 1-1 0 0,-1 0 0 0 0,1 0 0 0 0,1 1 0 0 0,9-7 1 0 0,-2 3-630 0 0,0 2 0 0 0,1 0 0 0 0,0 0 0 0 0,0 2 0 0 0,0 0 0 0 0,0 0 1 0 0,1 2-1 0 0,0 0 0 0 0,26-2 0 0 0,-14 4-1334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7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0,'-20'3'8346'0'0,"22"2"-6977"0"0,15 45 1129 0 0,24 73 455 0 0,48 172-2569 0 0,-57-167-1269 0 0,20 74-5498 0 0,-33-154 6247 0 0,-15-38 56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7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32 278 5529 0 0,'-4'-4'261'0'0,"1"-1"0"0"0,0 1 1 0 0,0-1-1 0 0,0 0 0 0 0,0 0 0 0 0,1 0 0 0 0,0 0 0 0 0,0-1 0 0 0,0 1 0 0 0,1-1 0 0 0,0 1 0 0 0,0-1 1 0 0,0 1-1 0 0,0-1 0 0 0,1 0 0 0 0,0 1 0 0 0,1-1 0 0 0,-1 0 0 0 0,1 1 0 0 0,0-1 0 0 0,0 0 1 0 0,1 1-1 0 0,-1 0 0 0 0,6-11 0 0 0,-3 7 145 0 0,0 1 0 0 0,1-1 0 0 0,1 1 0 0 0,-1 0 0 0 0,1 0 1 0 0,1 1-1 0 0,-1 0 0 0 0,1 0 0 0 0,0 0 0 0 0,1 1 0 0 0,0 0 0 0 0,0 0 0 0 0,14-7 0 0 0,-11 8-169 0 0,0 1-1 0 0,0 0 0 0 0,0 1 0 0 0,1 0 0 0 0,-1 0 0 0 0,1 2 0 0 0,0-1 1 0 0,0 1-1 0 0,-1 1 0 0 0,1 0 0 0 0,0 1 0 0 0,16 3 0 0 0,-20-3-220 0 0,0 1-1 0 0,-1 0 1 0 0,1 0 0 0 0,-1 1-1 0 0,0 0 1 0 0,0 0-1 0 0,0 1 1 0 0,0 0 0 0 0,0 0-1 0 0,-1 1 1 0 0,0-1 0 0 0,0 2-1 0 0,0-1 1 0 0,-1 0-1 0 0,1 1 1 0 0,-1 0 0 0 0,-1 0-1 0 0,1 1 1 0 0,5 11 0 0 0,-4-3-226 0 0,0 0 0 0 0,-1 0 0 0 0,-1 1 0 0 0,-1-1 0 0 0,0 1 0 0 0,-1 0 0 0 0,0 0 1 0 0,-2 0-1 0 0,0 1 0 0 0,-1-1 0 0 0,0 0 0 0 0,-1 0 0 0 0,-1 0 0 0 0,-7 23 1 0 0,1-10-21 0 0,-2 0 1 0 0,0 0 0 0 0,-2-1 0 0 0,-1-1 0 0 0,-2 0 0 0 0,-31 42 0 0 0,33-53 684 0 0,13-15-281 0 0,9-10-210 0 0,2-1 63 0 0,1 1-1 0 0,0 0 1 0 0,1 0-1 0 0,0 1 1 0 0,0 1-1 0 0,1 0 1 0 0,0 1-1 0 0,0 0 1 0 0,1 1-1 0 0,-1 0 1 0 0,1 1-1 0 0,0 0 0 0 0,0 2 1 0 0,19-2-1 0 0,-23 3 60 0 0,-1 1 0 0 0,0 0-1 0 0,1 1 1 0 0,-1 0-1 0 0,0 0 1 0 0,0 1 0 0 0,1 0-1 0 0,-1 1 1 0 0,-1 0-1 0 0,1 0 1 0 0,0 1 0 0 0,-1 0-1 0 0,0 1 1 0 0,0 0-1 0 0,0 0 1 0 0,0 1 0 0 0,-1-1-1 0 0,0 2 1 0 0,0-1-1 0 0,-1 1 1 0 0,0 0 0 0 0,10 14-1 0 0,-12-14-43 0 0,0 0-1 0 0,0-1 0 0 0,-1 1 1 0 0,0 0-1 0 0,-1 1 1 0 0,1-1-1 0 0,-1 0 0 0 0,-1 1 1 0 0,1-1-1 0 0,-1 1 1 0 0,-1-1-1 0 0,1 1 0 0 0,-2 11 1 0 0,-1-7 144 0 0,0 0 0 0 0,0-1 1 0 0,-1 1-1 0 0,-1 0 1 0 0,0-1-1 0 0,0 0 0 0 0,-13 21 1 0 0,5-12 87 0 0,-1-1 0 0 0,-2 0 0 0 0,0-1 0 0 0,-1 0 0 0 0,0-1 0 0 0,-1-1 0 0 0,-1-1 0 0 0,-25 17 0 0 0,22-19-241 0 0,-1 0 1 0 0,0-2-1 0 0,-24 10 0 0 0,-5-7-2368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8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153 263 6449 0 0,'-16'14'774'0'0,"2"1"0"0"0,-21 26 0 0 0,-2 1-10 0 0,26-31-431 0 0,6-7-140 0 0,1 0 0 0 0,0 0-1 0 0,0 0 1 0 0,0 1 0 0 0,1-1-1 0 0,-1 1 1 0 0,1 0 0 0 0,-5 10-1 0 0,8-14-350 0 0,0 0-1 0 0,0-1 0 0 0,0 1 1 0 0,1 0-1 0 0,-1 0 0 0 0,0 0 0 0 0,1-1 1 0 0,-1 1-1 0 0,1 0 0 0 0,-1 0 1 0 0,0-1-1 0 0,1 1 0 0 0,0 0 0 0 0,-1-1 1 0 0,1 1-1 0 0,-1 0 0 0 0,1-1 1 0 0,0 1-1 0 0,-1-1 0 0 0,1 1 0 0 0,0-1 1 0 0,0 0-1 0 0,-1 1 0 0 0,1-1 0 0 0,0 0 1 0 0,0 1-1 0 0,0-1 0 0 0,-1 0 1 0 0,1 0-1 0 0,0 0 0 0 0,0 0 0 0 0,0 0 1 0 0,0 0-1 0 0,0 0 0 0 0,-1 0 1 0 0,2 0-1 0 0,36 0-2120 0 0,-38 0 2314 0 0,61-6 950 0 0,0-4-1 0 0,64-18 1 0 0,46-9 855 0 0,-25 14-629 0 0,382-53 1891 0 0,98-6-1501 0 0,-436 61-1260 0 0,700-62 434 0 0,-90 46-231 0 0,149-9 134 0 0,196 43 1354 0 0,-1073 4-2104 0 0,72 4-706 0 0,-121-3-219 0 0,0 1 0 0 0,-1 1 0 0 0,1 2 0 0 0,23 8 0 0 0,-39-12 277 0 0,-1 1-1 0 0,0 0 0 0 0,0 0 0 0 0,0 0 1 0 0,0 1-1 0 0,9 8 0 0 0,-7-5-2250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49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5040 0 3457 0 0,'6'1'1450'0'0,"0"-1"1"0"0,-1 0 0 0 0,1 1-1 0 0,-1 0 1 0 0,1 0-1 0 0,9 4 1 0 0,-11-3-950 0 0,-1-1 0 0 0,1 1 0 0 0,0 1 0 0 0,0-1 0 0 0,-1 0 0 0 0,0 1 1 0 0,6 5-1 0 0,-3-1-178 0 0,-1 0 0 0 0,0 1 0 0 0,0-1 0 0 0,-1 1 1 0 0,0 0-1 0 0,0 0 0 0 0,-1 0 0 0 0,4 12 0 0 0,4 26 105 0 0,-2 0 0 0 0,-3 0 0 0 0,-1 0 0 0 0,-1 67-1 0 0,0 3-358 0 0,50 311-11 0 0,26-2-67 0 0,-37-210 13 0 0,39 181 63 0 0,55 316 6 0 0,-101-454-72 0 0,67 395-170 0 0,143 485-118 0 0,-240-1112 279 0 0,28 107-114 0 0,28 253-1 0 0,-14 38 123 0 0,-47-418 22 0 0,2 7 25 0 0,0 1 0 0 0,-1-1 0 0 0,-1 1 1 0 0,0 0-1 0 0,-1-1 0 0 0,-1 1 0 0 0,0 0 0 0 0,-4 17 1 0 0,4-31-34 0 0,1 0 1 0 0,-1 0 0 0 0,1 0 0 0 0,-1-1-1 0 0,0 1 1 0 0,1 0 0 0 0,-1 0 0 0 0,0 0 0 0 0,1 0-1 0 0,-1-1 1 0 0,1 1 0 0 0,-1 0 0 0 0,0-1 0 0 0,1 1-1 0 0,-1 0 1 0 0,1-1 0 0 0,-1 1 0 0 0,1-1 0 0 0,-1 1-1 0 0,1-1 1 0 0,0 1 0 0 0,-1-1 0 0 0,1 1-1 0 0,-1-2 1 0 0,-14-15 148 0 0,10 11-174 0 0,-1 1 0 0 0,0 0 0 0 0,0 0 0 0 0,0 0 0 0 0,0 1 0 0 0,-1 0 0 0 0,1 0 0 0 0,-1 1 0 0 0,0-1 0 0 0,-1 1 0 0 0,1 1 0 0 0,0 0 0 0 0,-1 0 0 0 0,1 0 0 0 0,-1 1 0 0 0,-11-1 0 0 0,-13 1-82 0 0,0 1-1 0 0,-54 8 1 0 0,45-4 69 0 0,-621 82-385 0 0,445-54 280 0 0,-192-2-187 0 0,-1-38 2 0 0,114 0-90 0 0,-167-11-537 0 0,15-27-36 0 0,7 0 90 0 0,276 29 771 0 0,-235-56 0 0 0,200 30 820 0 0,-227-19 0 0 0,-212 35 2708 0 0,562 34-3430 0 0,0 4 0 0 0,-133 35 0 0 0,157-33-79 0 0,31-8-67 0 0,-1 0 0 0 0,-25 0 0 0 0,1-6-1440 0 0,3-10-4486 0 0,29 4-195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36:50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13363 0 0,'9'22'-149'0'0,"-1"1"1"0"0,0 0-1 0 0,6 47 1 0 0,-7-38 528 0 0,78 589 2327 0 0,-51-308-2296 0 0,58 149-91 0 0,-47-263-319 0 0,-5-18 191 0 0,55 284 528 0 0,17 149-1323 0 0,47 79 856 0 0,-52-258 1558 0 0,-25 4-277 0 0,-64-292-492 0 0,-6 0 1 0 0,-13 248-1 0 0,-36-59 221 0 0,36-314-1339 0 0,3-2-304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2.0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91 321 7370 0 0,'-80'11'5116'0'0,"70"-10"-3196"0"0,18-2 1166 0 0,617-100 1059 0 0,-419 80-3786 0 0,309-42 59 0 0,-416 47-379 0 0,273-52 1 0 0,-157 32-576 0 0,-150 27-274 0 0,23-7-3639 0 0,-88 16 4416 0 0,0 0-1 0 0,1 0 1 0 0,-1-1 0 0 0,1 1-1 0 0,-1 0 1 0 0,1 0-1 0 0,-1 0 1 0 0,1 0 0 0 0,-1 0-1 0 0,0 0 1 0 0,1 0 0 0 0,-1 0-1 0 0,1 0 1 0 0,-1 0-1 0 0,1 0 1 0 0,-1 0 0 0 0,1 0-1 0 0,-1 0 1 0 0,1 0-1 0 0,-1 0 1 0 0,1 1 0 0 0,-1-1-1 0 0,0 0 1 0 0,1 0-1 0 0,-1 0 1 0 0,1 1 0 0 0,-1-1-1 0 0,0 0 1 0 0,1 1 0 0 0,-1-1-1 0 0,0 0 1 0 0,1 1-1 0 0,-1-1 1 0 0,0 0 0 0 0,0 1-1 0 0,1-1 1 0 0,-1 1-1 0 0,0-1 1 0 0,0 0 0 0 0,0 1-1 0 0,1-1 1 0 0,-1 1-1 0 0,0-1 1 0 0,0 1 0 0 0,0-1-1 0 0,0 1 1 0 0,0-1-1 0 0,0 1 1 0 0,0-1 0 0 0,0 0-1 0 0,0 1 1 0 0,0 0 0 0 0,-7 7 19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2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6 7834 0 0,'-3'-1'253'0'0,"0"0"-1"0"0,0 0 1 0 0,0 0 0 0 0,0 1 0 0 0,-1-1 0 0 0,1 1 0 0 0,0 0 0 0 0,0 0-1 0 0,-1 0 1 0 0,1 0 0 0 0,0 1 0 0 0,0-1 0 0 0,-1 1 0 0 0,1 0 0 0 0,0-1 0 0 0,0 2-1 0 0,-5 1 1 0 0,6-1 32 0 0,0-1 0 0 0,0 1 0 0 0,0-1-1 0 0,1 1 1 0 0,-1 0 0 0 0,1-1 0 0 0,-1 1-1 0 0,1 0 1 0 0,0 0 0 0 0,-1 0 0 0 0,1 0-1 0 0,0 1 1 0 0,0-1 0 0 0,1 0 0 0 0,-1 0-1 0 0,0 1 1 0 0,1-1 0 0 0,-1 0 0 0 0,1 1-1 0 0,0-1 1 0 0,0 0 0 0 0,0 1 0 0 0,0-1-1 0 0,1 5 1 0 0,9 62 1306 0 0,22 78 0 0 0,-4-24-1376 0 0,18 145 42 0 0,51 219 214 0 0,73 234-247 0 0,-139-548-291 0 0,-11-69-418 0 0,-4 2-1 0 0,4 133 1 0 0,-20-218-7514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3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1 456 0 0,'-74'84'14099'0'0,"74"-84"-13969"0"0,0 0-1 0 0,0 1 1 0 0,1-1-1 0 0,-1 1 1 0 0,0-1 0 0 0,0 1-1 0 0,1-1 1 0 0,-1 0-1 0 0,0 1 1 0 0,1-1-1 0 0,-1 0 1 0 0,0 1-1 0 0,1-1 1 0 0,-1 0 0 0 0,1 1-1 0 0,-1-1 1 0 0,0 0-1 0 0,1 0 1 0 0,-1 1-1 0 0,1-1 1 0 0,-1 0 0 0 0,1 0-1 0 0,-1 0 1 0 0,1 0-1 0 0,-1 0 1 0 0,1 0-1 0 0,-1 0 1 0 0,1 0 0 0 0,17 5 526 0 0,5-2-453 0 0,57 12 1023 0 0,-72-13-1128 0 0,0 0 1 0 0,0 1 0 0 0,0 0 0 0 0,0 1 0 0 0,0 0 0 0 0,-1 0 0 0 0,9 6 0 0 0,-14-8-113 0 0,0 1 1 0 0,0-1 0 0 0,0 0 0 0 0,-1 0-1 0 0,1 1 1 0 0,-1-1 0 0 0,1 1 0 0 0,-1-1 0 0 0,0 1-1 0 0,0 0 1 0 0,0 0 0 0 0,0-1 0 0 0,-1 1 0 0 0,1 0-1 0 0,-1 0 1 0 0,1 0 0 0 0,-1 0 0 0 0,0-1 0 0 0,0 1-1 0 0,-1 0 1 0 0,1 0 0 0 0,0 0 0 0 0,-1 0-1 0 0,0 0 1 0 0,0-1 0 0 0,0 1 0 0 0,-2 4 0 0 0,-3 9-120 0 0,-1 0 0 0 0,-1 0 0 0 0,-13 18 0 0 0,16-26 97 0 0,-15 23-253 0 0,5-8 282 0 0,1 0 0 0 0,1 1 0 0 0,-15 39 0 0 0,27-62 26 0 0,1 1 0 0 0,0-1 1 0 0,-1 0-1 0 0,1 0 0 0 0,0 0 0 0 0,-1 0 1 0 0,1 0-1 0 0,0 1 0 0 0,0-1 1 0 0,0 0-1 0 0,0 0 0 0 0,0 0 1 0 0,1 1-1 0 0,-1-1 0 0 0,0 0 1 0 0,0 0-1 0 0,1 0 0 0 0,-1 0 1 0 0,1 0-1 0 0,-1 0 0 0 0,1 1 0 0 0,-1-1 1 0 0,1 0-1 0 0,1 1 0 0 0,0 0-1 0 0,-1-1 0 0 0,1 0 0 0 0,0 0 0 0 0,0 0 0 0 0,0 0-1 0 0,0 0 1 0 0,0 0 0 0 0,0 0 0 0 0,0-1 0 0 0,0 1 0 0 0,0-1-1 0 0,4 1 1 0 0,4-1-26 0 0,0 1 0 0 0,-1-2 0 0 0,1 1 0 0 0,18-4 0 0 0,28-13-152 0 0,-44 13 213 0 0,-1 0-1 0 0,1 0 0 0 0,0 2 1 0 0,0-1-1 0 0,1 1 1 0 0,22 0-1 0 0,-34 2-42 0 0,-1 0 0 0 0,1 0-1 0 0,-1 0 1 0 0,1 0 0 0 0,-1 0-1 0 0,0 0 1 0 0,1 0 0 0 0,-1 0 0 0 0,1 0-1 0 0,-1 1 1 0 0,1-1 0 0 0,-1 0 0 0 0,1 0-1 0 0,-1 0 1 0 0,0 1 0 0 0,1-1 0 0 0,-1 0-1 0 0,0 0 1 0 0,1 1 0 0 0,-1-1-1 0 0,0 0 1 0 0,1 1 0 0 0,-1-1 0 0 0,0 0-1 0 0,1 1 1 0 0,-1-1 0 0 0,0 1 0 0 0,0-1-1 0 0,0 1 1 0 0,1-1 0 0 0,-6 16 155 0 0,-22 18-1 0 0,20-27-92 0 0,-6 9 15 0 0,0 0 1 0 0,1 1-1 0 0,0 1 0 0 0,-17 35 0 0 0,27-47-57 0 0,-1 1 0 0 0,1-1 0 0 0,0 1 0 0 0,1-1 1 0 0,-1 1-1 0 0,1 0 0 0 0,1-1 0 0 0,-1 1 0 0 0,1 0 0 0 0,0 0 0 0 0,1 0 0 0 0,0-1 0 0 0,0 1 0 0 0,0 0 0 0 0,1-1 0 0 0,0 1 0 0 0,0-1 0 0 0,6 12 0 0 0,-4-9 87 0 0,1-1 0 0 0,0 0 0 0 0,0-1 1 0 0,1 1-1 0 0,0-1 0 0 0,11 11 0 0 0,-14-16-310 0 0,1 1-1 0 0,-1 0 1 0 0,1-1-1 0 0,0 0 0 0 0,0 0 1 0 0,0 0-1 0 0,0 0 1 0 0,7 2-1 0 0,22-3-5638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3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4609 0 0,'13'-7'9383'0'0,"-12"8"-9148"0"0,16 5 4933 0 0,-14-3-4841 0 0,-1 0 0 0 0,1 1 0 0 0,-1-1 1 0 0,0 1-1 0 0,0 0 0 0 0,0 0 0 0 0,-1 0 0 0 0,1 0 0 0 0,-1 0 1 0 0,1 6-1 0 0,6 48-296 0 0,-5-35 285 0 0,12 118-114 0 0,-10-68-20 0 0,4-1-1 0 0,4 0 1 0 0,25 87-1 0 0,-4-60-177 0 0,134 476 56 0 0,-4 194 695 0 0,-146-685-999 0 0,-4 0 0 0 0,-4 1 1 0 0,-3 0-1 0 0,-6 111 0 0 0,-1-150-2731 0 0,0-23-4652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4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346 2 3225 0 0,'0'-1'240'0'0,"1"0"5"0"0,-5 2 1083 0 0,0-1 0 0 0,0 1 0 0 0,0-1 0 0 0,0 1 1 0 0,1 1-1 0 0,-1-1 0 0 0,-4 2 0 0 0,-46 29 1267 0 0,33-19-1290 0 0,-100 62 1907 0 0,101-61-2894 0 0,1 1-1 0 0,1 1 0 0 0,-31 33 1 0 0,48-49-316 0 0,0 1 0 0 0,0 0 0 0 0,1-1-1 0 0,-1 1 1 0 0,1 0 0 0 0,-1 0 0 0 0,0 0 0 0 0,1-1 0 0 0,-1 1 0 0 0,1 0 0 0 0,0 0 0 0 0,-1 0-1 0 0,1 0 1 0 0,0 0 0 0 0,-1 0 0 0 0,1 0 0 0 0,0 0 0 0 0,0 0 0 0 0,0 0 0 0 0,0 0 0 0 0,0 0-1 0 0,0 0 1 0 0,0 0 0 0 0,0 0 0 0 0,0 0 0 0 0,1 1 0 0 0,0-1-12 0 0,0 0 0 0 0,0 0 0 0 0,0 0 0 0 0,0 0 1 0 0,0 0-1 0 0,0-1 0 0 0,0 1 0 0 0,0 0 0 0 0,1 0 0 0 0,-1-1 1 0 0,0 1-1 0 0,1-1 0 0 0,-1 1 0 0 0,0-1 0 0 0,1 0 0 0 0,1 1 1 0 0,10 1-97 0 0,0-1 0 0 0,0 0 1 0 0,16-1-1 0 0,-20 0 85 0 0,63-1-242 0 0,84 2 505 0 0,-132 0-166 0 0,0 2 0 0 0,1 1 0 0 0,-1 1 0 0 0,28 9-1 0 0,-51-14-68 0 0,0 0-1 0 0,1 0 0 0 0,-1 1 0 0 0,0-1 0 0 0,0 0 1 0 0,0 1-1 0 0,0-1 0 0 0,0 1 0 0 0,0-1 0 0 0,1 1 1 0 0,-1 0-1 0 0,0-1 0 0 0,-1 1 0 0 0,1 0 0 0 0,0 0 0 0 0,0 0 1 0 0,0 0-1 0 0,0-1 0 0 0,-1 1 0 0 0,1 0 0 0 0,0 0 1 0 0,-1 1-1 0 0,1-1 0 0 0,-1 0 0 0 0,1 0 0 0 0,-1 0 0 0 0,1 0 1 0 0,-1 0-1 0 0,0 1 0 0 0,0-1 0 0 0,0 0 0 0 0,1 0 1 0 0,-1 0-1 0 0,0 1 0 0 0,-1 1 0 0 0,-1 2 27 0 0,1-1-1 0 0,-2 1 1 0 0,1-1-1 0 0,-1 1 1 0 0,1-1-1 0 0,-1 0 1 0 0,-6 7-1 0 0,-41 43 474 0 0,-14 16-994 0 0,58-63 439 0 0,1 0 1 0 0,1 0 0 0 0,-1 1-1 0 0,1-1 1 0 0,1 1 0 0 0,-1 0-1 0 0,1 0 1 0 0,-3 12 0 0 0,6-18 48 0 0,0 0 1 0 0,-1 0-1 0 0,1 0 1 0 0,0 0-1 0 0,0 0 1 0 0,0 0-1 0 0,0 0 1 0 0,1 0-1 0 0,-1 0 1 0 0,0 0-1 0 0,1 0 1 0 0,0 0-1 0 0,-1 0 1 0 0,1 0-1 0 0,0-1 1 0 0,0 1-1 0 0,0 0 1 0 0,0 0-1 0 0,0-1 1 0 0,2 3-1 0 0,0-1 5 0 0,0 0 1 0 0,0-1-1 0 0,1 1 1 0 0,-1-1-1 0 0,1 0 0 0 0,-1 1 1 0 0,1-2-1 0 0,0 1 0 0 0,6 2 1 0 0,6 0 16 0 0,0 0 0 0 0,1-1 0 0 0,28 2 0 0 0,-1-5-25 0 0,-33 0 6 0 0,0 0 0 0 0,1 0-1 0 0,-1 1 1 0 0,0 1 0 0 0,17 3-1 0 0,-28-5-5 0 0,1 0-1 0 0,-1 0 0 0 0,1 0 1 0 0,-1 0-1 0 0,1 1 0 0 0,-1-1 1 0 0,1 0-1 0 0,-1 0 0 0 0,1 0 1 0 0,-1 0-1 0 0,1 1 0 0 0,-1-1 1 0 0,0 0-1 0 0,1 1 0 0 0,-1-1 1 0 0,0 0-1 0 0,1 1 0 0 0,-1-1 1 0 0,1 0-1 0 0,-1 1 0 0 0,0-1 1 0 0,0 0-1 0 0,1 1 0 0 0,-1-1 1 0 0,0 1-1 0 0,0-1 0 0 0,0 1 1 0 0,1-1-1 0 0,-1 1 0 0 0,0-1 1 0 0,0 1-1 0 0,0-1 0 0 0,0 1 1 0 0,0-1-1 0 0,0 1 0 0 0,0-1 1 0 0,0 0-1 0 0,0 1 0 0 0,0-1 1 0 0,0 1-1 0 0,0-1 0 0 0,0 1 1 0 0,-1-1-1 0 0,1 1 0 0 0,0-1 1 0 0,0 1-1 0 0,0-1 0 0 0,-1 1 1 0 0,1-1-1 0 0,0 0 0 0 0,0 1 1 0 0,-1-1-1 0 0,1 1 0 0 0,0-1 1 0 0,-1 0-1 0 0,1 0 0 0 0,-1 1 1 0 0,1-1-1 0 0,0 0 0 0 0,-1 1 1 0 0,1-1-1 0 0,-1 0 0 0 0,1 0 1 0 0,-2 1-1 0 0,-28 15-4676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6825 0 0,'11'30'1172'0'0,"1"21"5174"0"0,-2-9-2322 0 0,6 23-2181 0 0,-3-1 1 0 0,8 122 0 0 0,-16 131-1570 0 0,3 37 247 0 0,1-285-402 0 0,4-1 0 0 0,2-1-1 0 0,28 78 1 0 0,-12-45-647 0 0,-24-67 248 0 0,-5-24-245 0 0,-1-1 0 0 0,2 1-1 0 0,-1 0 1 0 0,5 10 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4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5817 0 0,'-4'4'512'0'0,"3"-1"-408"0"0,1-2-104 0 0,0 0 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5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 6449 0 0,'2'-17'15323'0'0,"-2"26"-14742"0"0,3 26-276 0 0,1 1-1 0 0,1-1 1 0 0,10 34 0 0 0,3 17 24 0 0,4 59-169 0 0,6 268 0 0 0,-29-390-1211 0 0,0-1 0 0 0,-8 34 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5.6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8754 0 0,'41'0'3177'0'0,"217"-9"5995"0"0,132 20-6517 0 0,-359-8-3220 0 0,-1 1-1 0 0,-1 2 0 0 0,1 1 1 0 0,56 21-1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5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14747 0 0,'0'1'78'0'0,"1"-1"0"0"0,-1 1 0 0 0,0 0 0 0 0,0-1 0 0 0,1 1-1 0 0,-1 0 1 0 0,0-1 0 0 0,1 1 0 0 0,-1-1 0 0 0,0 1 0 0 0,1-1 0 0 0,-1 1 0 0 0,1-1 0 0 0,-1 1-1 0 0,1-1 1 0 0,-1 1 0 0 0,1-1 0 0 0,-1 1 0 0 0,1-1 0 0 0,0 0 0 0 0,-1 0 0 0 0,1 1 0 0 0,-1-1-1 0 0,1 0 1 0 0,0 0 0 0 0,-1 1 0 0 0,1-1 0 0 0,1 0 0 0 0,26 3 1190 0 0,-19-2-761 0 0,40 5 938 0 0,0 3-1 0 0,77 24 0 0 0,-76-16-1167 0 0,-1 3 0 0 0,-1 2 0 0 0,-1 2 0 0 0,68 45 0 0 0,-74-43-1869 0 0,55 25 0 0 0,-71-40-6128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6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478 0 18436 0 0,'-32'37'3599'0'0,"-10"24"-2863"0"0,10-14-534 0 0,-13 15-93 0 0,-110 141-434 0 0,147-194 279 0 0,-19 19-654 0 0,2 1 0 0 0,2 1 0 0 0,0 1 0 0 0,-30 58 0 0 0,40-59-283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6.9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72 3801 0 0,'-1'-3'78'0'0,"-1"0"0"0"0,1 0 0 0 0,-1 0 1 0 0,0 1-1 0 0,0-1 0 0 0,0 0 0 0 0,0 1 1 0 0,-1-1-1 0 0,1 1 0 0 0,-1 0 0 0 0,1 0 0 0 0,-1 0 1 0 0,0 0-1 0 0,0 0 0 0 0,-5-2 0 0 0,3 1 425 0 0,-14-24 10716 0 0,19 27-11077 0 0,11 22 607 0 0,-1 0 0 0 0,-1 0 0 0 0,-1 1 0 0 0,-1 0 0 0 0,4 30 1 0 0,1-4-276 0 0,29 117 761 0 0,55 186-2450 0 0,-84-322-1293 0 0,-9-26 1123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7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1 164 14051 0 0,'4'-8'415'0'0,"0"-1"1"0"0,1 1-1 0 0,0 0 0 0 0,0 0 1 0 0,0 1-1 0 0,1-1 1 0 0,1 1-1 0 0,-1 1 0 0 0,1-1 1 0 0,0 1-1 0 0,1 0 0 0 0,9-6 1 0 0,-2 2 25 0 0,0 1 1 0 0,1 1 0 0 0,0 0-1 0 0,0 1 1 0 0,30-8 0 0 0,-39 13-396 0 0,0 1 0 0 0,0 0 0 0 0,0 0 0 0 0,0 0 0 0 0,0 1 0 0 0,0 0 0 0 0,0 0 0 0 0,0 1 0 0 0,0 0 0 0 0,0 0 0 0 0,0 1 0 0 0,11 4 0 0 0,-14-5-51 0 0,-1 1 0 0 0,0 0 0 0 0,0 0 1 0 0,0 0-1 0 0,0 0 0 0 0,0 0 0 0 0,0 1 1 0 0,-1-1-1 0 0,1 1 0 0 0,-1 0 0 0 0,0-1 1 0 0,0 1-1 0 0,0 0 0 0 0,0 1 0 0 0,0-1 1 0 0,0 0-1 0 0,-1 0 0 0 0,0 1 0 0 0,0-1 0 0 0,0 1 1 0 0,0-1-1 0 0,0 1 0 0 0,-1 0 0 0 0,1-1 1 0 0,-1 1-1 0 0,0 4 0 0 0,-1 3-34 0 0,0 1 0 0 0,-1-1-1 0 0,0 0 1 0 0,0 0 0 0 0,-1-1-1 0 0,-7 18 1 0 0,-35 64-130 0 0,22-48 197 0 0,2-3 89 0 0,10-21 85 0 0,0 1 0 0 0,-12 38 0 0 0,23-59-186 0 0,1 1 0 0 0,-1-1-1 0 0,0 1 1 0 0,0-1 0 0 0,1 1 0 0 0,-1-1 0 0 0,0 1-1 0 0,1-1 1 0 0,-1 1 0 0 0,0-1 0 0 0,1 0 0 0 0,-1 1-1 0 0,1-1 1 0 0,-1 1 0 0 0,1-1 0 0 0,-1 0 0 0 0,1 0-1 0 0,-1 1 1 0 0,1-1 0 0 0,-1 0 0 0 0,1 0 0 0 0,0 0 0 0 0,-1 1-1 0 0,1-1 1 0 0,-1 0 0 0 0,1 0 0 0 0,-1 0 0 0 0,1 0-1 0 0,0 0 1 0 0,-1 0 0 0 0,1 0 0 0 0,-1 0 0 0 0,1-1-1 0 0,-1 1 1 0 0,1 0 0 0 0,-1 0 0 0 0,2-1 0 0 0,27-2 175 0 0,-28 3-171 0 0,51-8 162 0 0,-13 1-486 0 0,0 1 1 0 0,1 3-1 0 0,77 2 1 0 0,-29 14-4102 0 0,-59-7-2357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36 271 9218 0 0,'-28'7'3306'0'0,"20"-9"-886"0"0,18-10-1347 0 0,14-3-240 0 0,0 1 1 0 0,1 1-1 0 0,1 1 1 0 0,48-16-1 0 0,-19 7 132 0 0,-46 18-841 0 0,119-52 1702 0 0,-110 46-1937 0 0,0-2 1 0 0,0 1 0 0 0,-1-2 0 0 0,26-22-1 0 0,-41 32-408 0 0,1-1 0 0 0,0 0 0 0 0,-1 0 0 0 0,1 0 0 0 0,-1 0 0 0 0,0 0 0 0 0,2-4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8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0,'33'10'3818'0'0,"-26"-6"-3264"0"0,1-1 0 0 0,-1 1 0 0 0,0 0 0 0 0,-1 1-1 0 0,1 0 1 0 0,-1 0 0 0 0,0 0 0 0 0,0 1 0 0 0,0-1 0 0 0,-1 2-1 0 0,0-1 1 0 0,0 0 0 0 0,-1 1 0 0 0,5 9 0 0 0,6 13 65 0 0,-1 2 0 0 0,11 35 0 0 0,-12-31-440 0 0,-3-10-190 0 0,11 30-615 0 0,31 60 1 0 0,-38-91-7298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8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0 5065 0 0,'-20'1'1233'0'0,"-13"6"5690"0"0,32-7-6544 0 0,0 1 1 0 0,-1-1 0 0 0,1 1-1 0 0,0-1 1 0 0,-1 1-1 0 0,1 0 1 0 0,0 0 0 0 0,0 0-1 0 0,0 0 1 0 0,0 0 0 0 0,0 0-1 0 0,0 0 1 0 0,0 0-1 0 0,0 0 1 0 0,0 0 0 0 0,0 0-1 0 0,1 1 1 0 0,-2 0-1 0 0,2 0-254 0 0,0-1 0 0 0,-1 1 0 0 0,1-1 0 0 0,0 0 0 0 0,0 1 0 0 0,0-1 0 0 0,0 1 0 0 0,0-1 0 0 0,0 1-1 0 0,1-1 1 0 0,-1 0 0 0 0,0 1 0 0 0,2 1 0 0 0,25 72 582 0 0,-2-7-544 0 0,-2 0-1 0 0,25 131 1 0 0,-45-174-624 0 0,2 9 475 0 0,9 35 0 0 0,-11-58-1777 0 0,1 1 0 0 0,0-1-1 0 0,10 19 1 0 0,0-9-5078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9.4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0 301 6913 0 0,'0'-6'197'0'0,"0"0"-1"0"0,1 0 0 0 0,0 0 0 0 0,0 0 0 0 0,0 0 0 0 0,0 0 0 0 0,1 0 0 0 0,0 0 0 0 0,0 0 0 0 0,1 0 0 0 0,-1 1 0 0 0,1 0 0 0 0,6-9 0 0 0,6-5 1234 0 0,0 1 0 0 0,21-20 0 0 0,-26 27-990 0 0,-7 8-249 0 0,68-66 3925 0 0,-62 61-3569 0 0,1 1 1 0 0,0 0 0 0 0,1 0-1 0 0,-1 1 1 0 0,23-10 0 0 0,-33 16-540 0 0,1-1 0 0 0,-1 1 1 0 0,0 0-1 0 0,1 0 0 0 0,-1 0 0 0 0,1-1 1 0 0,-1 1-1 0 0,1 0 0 0 0,-1 0 0 0 0,1 0 1 0 0,-1 0-1 0 0,1 0 0 0 0,-1 0 0 0 0,1 0 1 0 0,-1 0-1 0 0,1 0 0 0 0,-1 0 1 0 0,1 0-1 0 0,-1 1 0 0 0,0-1 0 0 0,1 0 1 0 0,-1 0-1 0 0,1 0 0 0 0,-1 1 0 0 0,1-1 1 0 0,-1 0-1 0 0,0 0 0 0 0,1 1 1 0 0,-1-1-1 0 0,0 0 0 0 0,1 1 0 0 0,1 16-187 0 0,-10 18-296 0 0,-6-1 522 0 0,-1-2 0 0 0,-1 0 0 0 0,-2-1 0 0 0,-29 39 0 0 0,15-23 25 0 0,30-43-41 0 0,-1-1 1 0 0,1 1-1 0 0,0 0 0 0 0,0 0 1 0 0,1 0-1 0 0,-1 0 0 0 0,1 0 0 0 0,0 0 1 0 0,0 0-1 0 0,0 0 0 0 0,-1 7 1 0 0,3-9-15 0 0,-1 0 0 0 0,0-1 0 0 0,1 1 0 0 0,-1 0 0 0 0,1-1 0 0 0,0 1 0 0 0,-1-1 0 0 0,1 1 1 0 0,0-1-1 0 0,0 1 0 0 0,0-1 0 0 0,0 0 0 0 0,0 1 0 0 0,0-1 0 0 0,0 0 0 0 0,1 0 0 0 0,-1 0 0 0 0,0 0 1 0 0,1 0-1 0 0,-1 0 0 0 0,1 0 0 0 0,-1 0 0 0 0,1-1 0 0 0,-1 1 0 0 0,1 0 0 0 0,-1-1 0 0 0,1 0 0 0 0,0 1 1 0 0,-1-1-1 0 0,1 0 0 0 0,2 0 0 0 0,12 2 65 0 0,0-2 1 0 0,0 0 0 0 0,0 0-1 0 0,0-2 1 0 0,0 0-1 0 0,0-1 1 0 0,0 0-1 0 0,-1-2 1 0 0,20-7 0 0 0,-17 6-245 0 0,0 0 1 0 0,1 1 0 0 0,0 1 0 0 0,0 1 0 0 0,0 1-1 0 0,20 0 1 0 0,-34 2-241 0 0,-1 1 1 0 0,1 0-1 0 0,-1-1 0 0 0,1 2 0 0 0,-1-1 0 0 0,0 1 1 0 0,0-1-1 0 0,7 4 0 0 0,14 13-6121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19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13363 0 0,'-1'0'414'0'0,"0"1"-1"0"0,0 0 1 0 0,0 0 0 0 0,0 0-1 0 0,0 0 1 0 0,0 0 0 0 0,0 0 0 0 0,0 0-1 0 0,0 0 1 0 0,0 0 0 0 0,1 0-1 0 0,-1 0 1 0 0,0 1 0 0 0,0 1-1 0 0,-5 25 2101 0 0,8 27-1030 0 0,-2-54-1440 0 0,9 71 1409 0 0,25 90 1 0 0,3 17-2128 0 0,-32-143-2615 0 0,-1 50 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1 165 9674 0 0,'0'-2'108'0'0,"0"1"1"0"0,0 0-1 0 0,0-1 0 0 0,0 1 1 0 0,0 0-1 0 0,1 0 1 0 0,-1-1-1 0 0,0 1 0 0 0,1 0 1 0 0,-1 0-1 0 0,1 0 0 0 0,0 0 1 0 0,-1-1-1 0 0,1 1 0 0 0,0 0 1 0 0,0 0-1 0 0,-1 0 0 0 0,2-1 1 0 0,20-22 752 0 0,-19 20-620 0 0,9-7 45 0 0,0 0 0 0 0,0 1-1 0 0,0 0 1 0 0,1 1 0 0 0,1 0 0 0 0,0 1 0 0 0,0 1 0 0 0,0 0 0 0 0,1 1 0 0 0,0 0 0 0 0,0 1-1 0 0,1 1 1 0 0,-1 1 0 0 0,1 0 0 0 0,17-1 0 0 0,-32 4-270 0 0,1 0 0 0 0,-1 0 0 0 0,0 0-1 0 0,1 0 1 0 0,-1 0 0 0 0,0 1 0 0 0,1-1 0 0 0,-1 0-1 0 0,0 1 1 0 0,1-1 0 0 0,-1 1 0 0 0,0-1 0 0 0,0 1 0 0 0,0-1-1 0 0,1 1 1 0 0,-1 0 0 0 0,0 0 0 0 0,0-1 0 0 0,0 1 0 0 0,0 0-1 0 0,0 0 1 0 0,0 0 0 0 0,1 2 0 0 0,-2-1 10 0 0,1 0-1 0 0,0 0 1 0 0,-1 0 0 0 0,1 0 0 0 0,-1 0-1 0 0,1 1 1 0 0,-1-1 0 0 0,0 0 0 0 0,0 0-1 0 0,0 0 1 0 0,0 0 0 0 0,-1 1 0 0 0,0 1-1 0 0,-2 9 86 0 0,-1 0 0 0 0,0-1 0 0 0,-11 22-1 0 0,13-32-103 0 0,-19 37 10 0 0,14-28-94 0 0,1-1 1 0 0,0 1-1 0 0,1 0 1 0 0,0 0-1 0 0,1 0 1 0 0,0 1 0 0 0,1-1-1 0 0,-4 24 1 0 0,7-32 42 0 0,1 0 0 0 0,-1-1 1 0 0,1 1-1 0 0,-1-1 0 0 0,1 0 0 0 0,0 1 1 0 0,0-1-1 0 0,0 0 0 0 0,1 1 0 0 0,-1-1 1 0 0,0 0-1 0 0,1 0 0 0 0,0 0 1 0 0,-1 0-1 0 0,1 0 0 0 0,0 0 0 0 0,0-1 1 0 0,0 1-1 0 0,0-1 0 0 0,0 1 0 0 0,0-1 1 0 0,1 0-1 0 0,-1 0 0 0 0,0 0 0 0 0,1 0 1 0 0,-1 0-1 0 0,1 0 0 0 0,2 0 1 0 0,10 3-73 0 0,1-1 1 0 0,-1 0-1 0 0,21 1 1 0 0,-28-4 155 0 0,27 3 285 0 0,-4-1 283 0 0,51 9-1 0 0,-76-9-502 0 0,1-1-1 0 0,-1 1 1 0 0,1 0-1 0 0,-1 0 0 0 0,1 1 1 0 0,-1 0-1 0 0,0 0 0 0 0,0 1 1 0 0,-1-1-1 0 0,1 1 0 0 0,-1 1 1 0 0,0-1-1 0 0,7 8 1 0 0,-10-9-39 0 0,0 0 1 0 0,0 1-1 0 0,0-1 1 0 0,-1 1 0 0 0,1-1-1 0 0,-1 1 1 0 0,0 0-1 0 0,0 0 1 0 0,0 0 0 0 0,-1 0-1 0 0,1-1 1 0 0,-1 1-1 0 0,0 0 1 0 0,0 0 0 0 0,0 0-1 0 0,-1 0 1 0 0,1 0-1 0 0,-1 0 1 0 0,0 0 0 0 0,0-1-1 0 0,-1 1 1 0 0,1 0-1 0 0,-1-1 1 0 0,1 1 0 0 0,-5 6-1 0 0,-5 7 77 0 0,-1 0-1 0 0,0 0 1 0 0,-24 23-1 0 0,30-34-140 0 0,-37 37 94 0 0,-50 39 0 0 0,2-3-998 0 0,77-60-440 0 0,14-18 1241 0 0,0-1 0 0 0,0 0 0 0 0,0 0 0 0 0,0 1 0 0 0,0-1 0 0 0,0 0 0 0 0,0 0 0 0 0,0 1 0 0 0,0-1 0 0 0,0 0 0 0 0,0 0 0 0 0,0 0 0 0 0,0 1 0 0 0,0-1 0 0 0,0 0 0 0 0,6 3-2456 0 0,-2-4 1768 0 0,1 1-1 0 0,-1-1 1 0 0,0 0-1 0 0,0 0 1 0 0,0 0 0 0 0,0 0-1 0 0,6-4 1 0 0,13-7-1271 0 0,3-3 1237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2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28 185 6913 0 0,'-4'-3'885'0'0,"0"0"0"0"0,1 0-1 0 0,-1 0 1 0 0,1-1 0 0 0,-6-13 6265 0 0,28 37-5710 0 0,21 53 46 0 0,-22-37-1044 0 0,33 49 1 0 0,-44-76-375 0 0,0 0 0 0 0,0 0-1 0 0,1-1 1 0 0,0 0 0 0 0,0-1 0 0 0,0 0 0 0 0,1 0-1 0 0,1 0 1 0 0,-1-1 0 0 0,11 4 0 0 0,-18-8-38 0 0,0-1 0 0 0,0 0 0 0 0,1 0 0 0 0,-1 0 0 0 0,0 0 0 0 0,1-1 0 0 0,-1 1 0 0 0,1-1 0 0 0,-1 1 0 0 0,1-1 0 0 0,-1 0 0 0 0,1 0 0 0 0,-1 0 0 0 0,1 0 0 0 0,-1 0 0 0 0,0-1 0 0 0,1 1 0 0 0,-1-1 0 0 0,1 1 0 0 0,-1-1 0 0 0,0 0 1 0 0,1 0-1 0 0,-1 0 0 0 0,0 0 0 0 0,0-1 0 0 0,0 1 0 0 0,0-1 0 0 0,0 1 0 0 0,3-4 0 0 0,-2 1 86 0 0,0 0 0 0 0,-1-1 0 0 0,1 1 0 0 0,-1-1 0 0 0,0 0 0 0 0,0 0-1 0 0,0 0 1 0 0,-1 0 0 0 0,1 0 0 0 0,-1 0 0 0 0,-1-1 0 0 0,1-8 0 0 0,1-27 290 0 0,2-29-373 0 0,2 0 0 0 0,16-70-1 0 0,-10 89-559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6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1945 42 3681 0 0,'0'-3'373'0'0,"0"0"0"0"0,0 0 1 0 0,0 0-1 0 0,0 0 0 0 0,-1 0 1 0 0,1 0-1 0 0,-1 0 0 0 0,0 0 1 0 0,0 0-1 0 0,0 0 0 0 0,-2-3 1 0 0,3 6-280 0 0,0 0 0 0 0,0-1 0 0 0,-1 1 0 0 0,1 0 0 0 0,0 0 0 0 0,0-1 0 0 0,-1 1 1 0 0,1 0-1 0 0,0 0 0 0 0,-1 0 0 0 0,1 0 0 0 0,0 0 0 0 0,-1-1 0 0 0,1 1 0 0 0,0 0 0 0 0,-1 0 0 0 0,1 0 1 0 0,0 0-1 0 0,0 0 0 0 0,-1 0 0 0 0,1 0 0 0 0,-1 0 0 0 0,1 0 0 0 0,0 0 0 0 0,0 0 0 0 0,-1 0 1 0 0,1 0-1 0 0,0 0 0 0 0,-1 1 0 0 0,1-1 0 0 0,0 0 0 0 0,-1 0 0 0 0,1 0 0 0 0,-16 19 1781 0 0,-103 202 2193 0 0,28-47-3248 0 0,-186 289-371 0 0,-7 16-340 0 0,107-172-26 0 0,162-281-75 0 0,-337 595 368 0 0,149-254 155 0 0,-53 110 1433 0 0,214-376-1576 0 0,19-45-297 0 0,-39 71 0 0 0,56-118-605 0 0,2-6-149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7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96 6913 0 0,'-1'0'103'0'0,"0"1"0"0"0,0-1 0 0 0,0 1 0 0 0,1 0 0 0 0,-1-1 0 0 0,0 1 0 0 0,1 0 0 0 0,-1 0 0 0 0,0-1 0 0 0,1 1 0 0 0,-1 0 0 0 0,1 0 0 0 0,-1 0 0 0 0,1 0 0 0 0,-1 0-1 0 0,1 0 1 0 0,0 0 0 0 0,0 0 0 0 0,-1 0 0 0 0,1 0 0 0 0,0 0 0 0 0,0 0 0 0 0,0 0 0 0 0,0 0 0 0 0,0 0 0 0 0,0 0 0 0 0,0 0 0 0 0,1 0 0 0 0,-1 0 0 0 0,0 0 0 0 0,1 0-1 0 0,0 2 1 0 0,-1-2-6 0 0,1 1-1 0 0,0-1 0 0 0,-1 0 0 0 0,1 0 0 0 0,0 1 1 0 0,0-1-1 0 0,-1 0 0 0 0,1 0 0 0 0,0 0 0 0 0,0 0 1 0 0,0 0-1 0 0,1 0 0 0 0,-1-1 0 0 0,0 1 0 0 0,0 0 1 0 0,0 0-1 0 0,1-1 0 0 0,-1 1 0 0 0,0-1 0 0 0,1 1 1 0 0,-1-1-1 0 0,0 1 0 0 0,1-1 0 0 0,-1 0 1 0 0,1 0-1 0 0,-1 0 0 0 0,2 0 0 0 0,4-1 165 0 0,0 0 0 0 0,0-1 0 0 0,-1 1 0 0 0,1-2 0 0 0,-1 1 0 0 0,1-1 0 0 0,-1 0 0 0 0,10-6 0 0 0,50-38 682 0 0,-25 16 694 0 0,-32 25-1371 0 0,0 1 1 0 0,0 0-1 0 0,0 0 0 0 0,0 0 1 0 0,1 2-1 0 0,-1-1 0 0 0,1 1 1 0 0,0 0-1 0 0,20-2 0 0 0,-30 5-247 0 0,1 1 0 0 0,-1-1-1 0 0,1 0 1 0 0,-1 1-1 0 0,1-1 1 0 0,-1 1-1 0 0,1-1 1 0 0,-1 1 0 0 0,1-1-1 0 0,-1 1 1 0 0,0-1-1 0 0,0 1 1 0 0,1 0-1 0 0,-1-1 1 0 0,0 1 0 0 0,0-1-1 0 0,1 1 1 0 0,-1 0-1 0 0,0-1 1 0 0,0 1 0 0 0,0 0-1 0 0,0-1 1 0 0,0 1-1 0 0,0 0 1 0 0,0-1-1 0 0,0 1 1 0 0,0-1 0 0 0,-1 2-1 0 0,-1 23 216 0 0,2-24-206 0 0,-14 70 285 0 0,-3-1 0 0 0,-37 100 0 0 0,-5 16-2531 0 0,51-156-5009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8.3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82 456 0 0,'1'0'183'0'0,"0"0"1"0"0,0 0-1 0 0,0 0 0 0 0,0 0 0 0 0,-1 0 0 0 0,1 0 1 0 0,0 0-1 0 0,0 0 0 0 0,0 0 0 0 0,0-1 0 0 0,0 1 1 0 0,0 0-1 0 0,0-1 0 0 0,0 1 0 0 0,0 0 1 0 0,-1-1-1 0 0,1 1 0 0 0,0-1 0 0 0,0 0 0 0 0,-1 1 1 0 0,1-1-1 0 0,0 0 0 0 0,-1 1 0 0 0,1-1 1 0 0,0 0-1 0 0,-1 0 0 0 0,1 1 0 0 0,-1-1 0 0 0,1 0 1 0 0,-1 0-1 0 0,0 0 0 0 0,1 0 0 0 0,-1 0 0 0 0,0 0 1 0 0,0 0-1 0 0,0 1 0 0 0,1-1 0 0 0,-1 0 1 0 0,0 0-1 0 0,0 0 0 0 0,0 0 0 0 0,-1-2 0 0 0,1 0-231 0 0,-1 0 0 0 0,0 0 0 0 0,1 1-1 0 0,-1-1 1 0 0,0 0 0 0 0,-1 1 0 0 0,1-1-1 0 0,0 0 1 0 0,-1 1 0 0 0,0 0 0 0 0,1-1-1 0 0,-1 1 1 0 0,-3-3 0 0 0,-19-10-3409 0 0,23 15 3481 0 0,0-1 0 0 0,0 1 0 0 0,-1 0 0 0 0,1 0 0 0 0,0 0 0 0 0,0 0 0 0 0,0 0 0 0 0,0 0 1 0 0,0 0-1 0 0,0 0 0 0 0,0 0 0 0 0,0 0 0 0 0,-1 1 0 0 0,1-1 0 0 0,-2 1 0 0 0,2 0 160 0 0,-1 1 0 0 0,1-1 1 0 0,0 0-1 0 0,-1 1 0 0 0,1-1 1 0 0,0 1-1 0 0,0-1 0 0 0,0 1 1 0 0,0 0-1 0 0,0-1 0 0 0,0 1 1 0 0,0 0-1 0 0,1 0 0 0 0,-1 0 0 0 0,1 0 1 0 0,-1 0-1 0 0,1-1 0 0 0,0 1 1 0 0,0 0-1 0 0,0 0 0 0 0,0 0 1 0 0,0 3-1 0 0,0-3-114 0 0,1 0 1 0 0,-1-1-1 0 0,0 1 0 0 0,1 0 1 0 0,-1-1-1 0 0,1 1 1 0 0,0-1-1 0 0,0 1 0 0 0,-1-1 1 0 0,1 1-1 0 0,0-1 1 0 0,0 1-1 0 0,0-1 0 0 0,1 0 1 0 0,-1 0-1 0 0,0 1 1 0 0,0-1-1 0 0,1 0 0 0 0,-1 0 1 0 0,1 0-1 0 0,-1-1 1 0 0,0 1-1 0 0,1 0 0 0 0,0 0 1 0 0,-1-1-1 0 0,1 1 1 0 0,-1-1-1 0 0,1 1 0 0 0,0-1 1 0 0,-1 0-1 0 0,1 0 1 0 0,0 0-1 0 0,3 0 0 0 0,-2 0 187 0 0,0 1 0 0 0,0-1 0 0 0,0 0 0 0 0,0-1 0 0 0,1 1-1 0 0,-1 0 1 0 0,0-1 0 0 0,0 0 0 0 0,0 0 0 0 0,0 0 0 0 0,-1 0 0 0 0,1 0-1 0 0,0-1 1 0 0,0 1 0 0 0,-1-1 0 0 0,1 1 0 0 0,-1-1 0 0 0,5-4-1 0 0,-7 5-39 0 0,0 0-1 0 0,0-1 1 0 0,0 1-1 0 0,0-1 0 0 0,0 1 1 0 0,-1 0-1 0 0,1-1 0 0 0,0 1 1 0 0,-1 0-1 0 0,1-1 0 0 0,-1 1 1 0 0,1 0-1 0 0,-1 0 0 0 0,1-1 1 0 0,-1 1-1 0 0,0 0 1 0 0,0 0-1 0 0,-1-1 0 0 0,-7-19 578 0 0,9 25-756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8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57 1376 0 0,'-4'-1'619'0'0,"0"-1"-1"0"0,1 1 0 0 0,-1-1 0 0 0,0 0 1 0 0,1 0-1 0 0,-7-5 0 0 0,7 4 220 0 0,0 1 0 0 0,1 1 0 0 0,-1-1 0 0 0,0 0 0 0 0,0 1 0 0 0,0-1 0 0 0,0 1 0 0 0,0 0 1 0 0,0 0-1 0 0,0 0 0 0 0,-5 0 0 0 0,30 22 2444 0 0,-19-20-3207 0 0,0 0 1 0 0,0-1 0 0 0,0 1-1 0 0,0-1 1 0 0,0 0-1 0 0,0 0 1 0 0,0 0 0 0 0,0-1-1 0 0,0 1 1 0 0,0-1-1 0 0,0 1 1 0 0,5-3 0 0 0,-7 3-44 0 0,0 0 1 0 0,0 0 0 0 0,0 0 0 0 0,-1-1-1 0 0,1 1 1 0 0,0 0 0 0 0,0-1-1 0 0,0 1 1 0 0,-1 0 0 0 0,1-1 0 0 0,0 1-1 0 0,0-1 1 0 0,-1 1 0 0 0,1-1-1 0 0,0 1 1 0 0,-1-1 0 0 0,1 0 0 0 0,-1 1-1 0 0,1-1 1 0 0,-1 0 0 0 0,1 0-1 0 0,-1 1 1 0 0,1-1 0 0 0,-1 0 0 0 0,0 0-1 0 0,0 0 1 0 0,1 1 0 0 0,-1-1-1 0 0,0 0 1 0 0,0 0 0 0 0,0 0 0 0 0,0 0-1 0 0,0 0 1 0 0,0 1 0 0 0,0-1-1 0 0,0 0 1 0 0,0 0 0 0 0,0 0 0 0 0,0 0-1 0 0,0 0 1 0 0,-1 1 0 0 0,1-1-1 0 0,0 0 1 0 0,-1 0 0 0 0,1 1 0 0 0,-1-2-1 0 0,0 1 5 0 0,0 0 1 0 0,0 0-1 0 0,0 0 0 0 0,0 1 0 0 0,0-1 0 0 0,0 0 0 0 0,0 1 1 0 0,0-1-1 0 0,0 1 0 0 0,0-1 0 0 0,0 1 0 0 0,0-1 0 0 0,0 1 1 0 0,0 0-1 0 0,0-1 0 0 0,0 1 0 0 0,-1 0 0 0 0,1 0 0 0 0,0 0 1 0 0,0 0-1 0 0,0 0 0 0 0,0 0 0 0 0,0 0 0 0 0,-1 1 0 0 0,1-1 1 0 0,0 0-1 0 0,0 1 0 0 0,0-1 0 0 0,0 1 0 0 0,0-1 0 0 0,-1 1 0 0 0,1 0-102 0 0,0-1-1 0 0,0 0 1 0 0,0 1-1 0 0,1-1 0 0 0,-1 1 1 0 0,0-1-1 0 0,0 1 0 0 0,1-1 1 0 0,-1 1-1 0 0,0 0 0 0 0,1-1 1 0 0,-1 1-1 0 0,1 0 1 0 0,-1 0-1 0 0,1-1 0 0 0,-1 1 1 0 0,1 0-1 0 0,-1 0 0 0 0,1 0 1 0 0,0-1-1 0 0,-1 1 0 0 0,1 0 1 0 0,0 0-1 0 0,0 0 1 0 0,0 0-1 0 0,0 0 0 0 0,0 0 1 0 0,0 0-1 0 0,0 0 0 0 0,0-1 1 0 0,0 1-1 0 0,0 0 0 0 0,0 0 1 0 0,0 0-1 0 0,1 0 0 0 0,-1 0 1 0 0,0 0-1 0 0,1-1 1 0 0,0 2-1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29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47 154 5625 0 0,'-2'-2'369'0'0,"0"0"0"0"0,0 0-1 0 0,0 0 1 0 0,0 1 0 0 0,-1-1-1 0 0,1 1 1 0 0,-1-1 0 0 0,1 1 0 0 0,-1 0-1 0 0,0 0 1 0 0,1 0 0 0 0,-1 0-1 0 0,0 1 1 0 0,0-1 0 0 0,1 1 0 0 0,-6-1-1 0 0,17 2 2456 0 0,15 1-2458 0 0,10-9 80 0 0,-1-2-1 0 0,-1-2 0 0 0,50-22 1 0 0,21-8 138 0 0,-84 34-258 0 0,59-16 260 0 0,-71 22-595 0 0,-1 0-1 0 0,1 0 0 0 0,-1 0 0 0 0,1 1 0 0 0,0 0 0 0 0,-1 0 0 0 0,1 0 0 0 0,-1 1 0 0 0,12 3 1 0 0,-18-4-2 0 0,0 0 1 0 0,0 0-1 0 0,0 0 1 0 0,1 0-1 0 0,-1 0 1 0 0,0 0-1 0 0,0 0 1 0 0,0 0-1 0 0,0 0 1 0 0,0 0 0 0 0,1 1-1 0 0,-1-1 1 0 0,0 0-1 0 0,0 0 1 0 0,0 0-1 0 0,0 0 1 0 0,0 0-1 0 0,0 0 1 0 0,1 0 0 0 0,-1 0-1 0 0,0 1 1 0 0,0-1-1 0 0,0 0 1 0 0,0 0-1 0 0,0 0 1 0 0,0 0-1 0 0,0 0 1 0 0,0 1-1 0 0,0-1 1 0 0,0 0 0 0 0,0 0-1 0 0,0 0 1 0 0,0 0-1 0 0,0 1 1 0 0,0-1-1 0 0,0 0 1 0 0,0 0-1 0 0,0 0 1 0 0,0 0-1 0 0,0 0 1 0 0,0 1 0 0 0,0-1-1 0 0,0 0 1 0 0,0 0-1 0 0,0 0 1 0 0,0 0-1 0 0,0 0 1 0 0,0 1-1 0 0,0-1 1 0 0,0 0 0 0 0,-10 9-80 0 0,-18 11 3941 0 0,30-19-3832 0 0,0-1-1 0 0,-1 1 1 0 0,1 0-1 0 0,0 0 1 0 0,-1 1 0 0 0,1-1-1 0 0,-1 0 1 0 0,1 0 0 0 0,-1 1-1 0 0,0-1 1 0 0,1 1-1 0 0,-1-1 1 0 0,0 1 0 0 0,0 0-1 0 0,0-1 1 0 0,0 1 0 0 0,-1 0-1 0 0,1 0 1 0 0,0 0-1 0 0,-1-1 1 0 0,1 3 0 0 0,5 80 70 0 0,-5 0 0 0 0,-16 163 1 0 0,14-237-68 0 0,-1 1-382 0 0,1 0-1 0 0,1 1 1 0 0,0-1-1 0 0,3 18 0 0 0,2-8-6952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2.2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98 703 3225 0 0,'-23'-9'667'0'0,"15"5"672"0"0,0-1 0 0 0,0 0-1 0 0,1-1 1 0 0,-1 0 0 0 0,1 0 0 0 0,1 0-1 0 0,-1-1 1 0 0,-8-12 0 0 0,70 73 1372 0 0,26 54-2674 0 0,22 29 61 0 0,-84-116-86 0 0,1 0-1 0 0,1-1 0 0 0,0-1 1 0 0,25 16-1 0 0,-35-27-1 0 0,78 48 460 0 0,-79-50-397 0 0,1-1-1 0 0,0 0 0 0 0,0-1 0 0 0,0 0 0 0 0,0-1 0 0 0,21 4 1 0 0,-30-7-17 0 0,0 0 1 0 0,0 0 0 0 0,-1 0 0 0 0,1 0 0 0 0,0 0 0 0 0,0 0-1 0 0,-1-1 1 0 0,1 1 0 0 0,0 0 0 0 0,0-1 0 0 0,-1 1 0 0 0,1-1-1 0 0,0 0 1 0 0,-1 0 0 0 0,1 0 0 0 0,-1 0 0 0 0,1 0 0 0 0,-1 0-1 0 0,0 0 1 0 0,1 0 0 0 0,-1 0 0 0 0,0-1 0 0 0,0 1 0 0 0,0 0-1 0 0,0-1 1 0 0,0 1 0 0 0,0-1 0 0 0,0 1 0 0 0,0-1 0 0 0,0-2-1 0 0,2-5 159 0 0,0 0-1 0 0,-1 0 0 0 0,0 0 1 0 0,0-17-1 0 0,1 4-37 0 0,34-254 1480 0 0,15-88-1170 0 0,13-11-2386 0 0,-65 372 1724 0 0,0-9-1430 0 0,-4 11 184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2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9674 0 0,'20'-2'1239'0'0,"-1"-2"0"0"0,32-9 0 0 0,-10 2 375 0 0,80-20 1080 0 0,-47 10-2590 0 0,121-17-1 0 0,-190 37-286 0 0,-3 1-120 0 0,0-1 0 0 0,0 1 0 0 0,0-1 0 0 0,0 1 0 0 0,1 0 0 0 0,-1 0 0 0 0,0 0 0 0 0,0 0 0 0 0,0 1-1 0 0,0-1 1 0 0,1 0 0 0 0,-1 1 0 0 0,0-1 0 0 0,2 2 0 0 0,-3 2-1232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2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0,'3'6'8018'0'0,"1"7"-3798"0"0,12 43-2919 0 0,-10-34-239 0 0,9 40 8 0 0,7 75-1 0 0,11 49-972 0 0,-23-151-691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0.3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9674 0 0,'4'6'4898'0'0,"21"19"-850"0"0,-15-14-3643 0 0,-1 0 0 0 0,0 1 1 0 0,0 0-1 0 0,-1 0 0 0 0,-1 1 0 0 0,0 0 0 0 0,-1 0 1 0 0,0 0-1 0 0,5 21 0 0 0,0 11-298 0 0,10 77 1 0 0,-17-86-197 0 0,2 0 1 0 0,1-1-1 0 0,21 61 1 0 0,-5-44-230 0 0,-11-27-6323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0.7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13 256 6913 0 0,'-2'-4'15'0'0,"0"0"-1"0"0,0 1 0 0 0,1-1 0 0 0,-1 0 0 0 0,1 0 0 0 0,0-1 0 0 0,0 1 0 0 0,1 0 0 0 0,-1 0 0 0 0,1 0 1 0 0,0-8-1 0 0,1 1 352 0 0,-1 0 0 0 0,2 0 0 0 0,2-15 0 0 0,-1 19-10 0 0,0 1-1 0 0,0-1 1 0 0,0 0 0 0 0,1 1-1 0 0,0 0 1 0 0,0 0-1 0 0,1 0 1 0 0,0 1 0 0 0,0 0-1 0 0,0-1 1 0 0,0 2-1 0 0,1-1 1 0 0,0 1-1 0 0,0-1 1 0 0,0 2 0 0 0,0-1-1 0 0,1 1 1 0 0,6-3-1 0 0,6-2 218 0 0,-1 1 0 0 0,2 1 0 0 0,-1 1-1 0 0,1 0 1 0 0,27-2 0 0 0,-43 7-516 0 0,1-1 0 0 0,0 1 0 0 0,-1 0 0 0 0,1 0 0 0 0,0 0 0 0 0,0 0 0 0 0,-1 1 0 0 0,1 0 0 0 0,-1 0 0 0 0,1 0 0 0 0,-1 1 1 0 0,1 0-1 0 0,-1 0 0 0 0,0 0 0 0 0,1 0 0 0 0,-1 0 0 0 0,5 5 0 0 0,-6-4-38 0 0,0 1 0 0 0,0-1 0 0 0,-1 1 1 0 0,1-1-1 0 0,-1 1 0 0 0,0 0 0 0 0,0 0 1 0 0,-1 0-1 0 0,1 0 0 0 0,-1 0 0 0 0,0 1 1 0 0,0-1-1 0 0,0 0 0 0 0,0 0 0 0 0,-1 1 1 0 0,0-1-1 0 0,0 1 0 0 0,-1 7 0 0 0,0-1-50 0 0,0 0 0 0 0,-1-1 0 0 0,0 1 0 0 0,-1-1 0 0 0,-1 1-1 0 0,1-1 1 0 0,-2 0 0 0 0,1-1 0 0 0,-10 16 0 0 0,-5 2-392 0 0,-40 44-1 0 0,41-51 550 0 0,0 1-1 0 0,1 0 1 0 0,-18 33-1 0 0,34-53-77 0 0,1-1-1 0 0,-1 1 0 0 0,1 0 1 0 0,-1 0-1 0 0,1-1 1 0 0,0 1-1 0 0,-1 0 1 0 0,1 0-1 0 0,0 0 0 0 0,-1 0 1 0 0,1 0-1 0 0,0-1 1 0 0,0 1-1 0 0,0 0 1 0 0,0 0-1 0 0,0 0 0 0 0,0 0 1 0 0,0 0-1 0 0,0 0 1 0 0,0 0-1 0 0,1 0 1 0 0,-1-1-1 0 0,0 1 0 0 0,0 0 1 0 0,1 0-1 0 0,-1 0 1 0 0,1 0-1 0 0,0 1 1 0 0,0-1 17 0 0,1-1 0 0 0,-1 1 0 0 0,0 0 0 0 0,1 0 0 0 0,-1-1 0 0 0,1 1 0 0 0,0-1 0 0 0,-1 1 0 0 0,1-1 0 0 0,-1 0 0 0 0,1 1 0 0 0,0-1 0 0 0,-1 0 0 0 0,3 0 0 0 0,9-1 141 0 0,-1 0 1 0 0,1-1 0 0 0,12-4-1 0 0,-24 6-202 0 0,90-25-47 0 0,45-9 684 0 0,-67 27-3158 0 0,-54 7 405 0 0,0 1-1 0 0,25 4 0 0 0,-22-1-4101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1.0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33 6913 0 0,'-25'5'418'0'0,"9"6"4819"0"0,16-11-5150 0 0,14 4 4236 0 0,14-7-2400 0 0,-18 2-1216 0 0,186-24 3109 0 0,-66 5-6926 0 0,-106 17 1615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1.2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7370 0 0,'0'2'341'0'0,"-1"-1"0"0"0,1 0 0 0 0,0 0 1 0 0,0 0-1 0 0,-1 1 0 0 0,1-1 0 0 0,0 0 0 0 0,0 1 1 0 0,1-1-1 0 0,-1 0 0 0 0,0 0 0 0 0,0 1 1 0 0,0-1-1 0 0,1 0 0 0 0,-1 0 0 0 0,1 0 1 0 0,-1 1-1 0 0,1-1 0 0 0,-1 0 0 0 0,1 0 1 0 0,0 0-1 0 0,0 0 0 0 0,0 1 0 0 0,20 26 3836 0 0,35 34-720 0 0,-49-53-3366 0 0,0 1 1 0 0,-1 0 0 0 0,0 1-1 0 0,-1-1 1 0 0,0 1-1 0 0,0 0 1 0 0,-2 1 0 0 0,4 12-1 0 0,-1 3-423 0 0,-2-9-889 0 0,0 1 1 0 0,11 26-1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1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99 920 0 0,'-37'6'5362'0'0,"58"-9"280"0"0,205-39 4586 0 0,5-9-9965 0 0,-207 43-3965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1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12899 0 0,'40'56'8852'0'0,"-2"26"-7609"0"0,48 150 1 0 0,-65-169-1278 0 0,28 91-3188 0 0,-43-134-4373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2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8 6913 0 0,'-11'-8'13339'0'0,"15"12"-12548"0"0,2 4-570 0 0,0 0 0 0 0,0 0 0 0 0,-1 0 0 0 0,-1 1 0 0 0,1 0 0 0 0,-1 0 0 0 0,-1 0 0 0 0,0 0 0 0 0,3 13 0 0 0,1 15-239 0 0,3 45-1 0 0,-8-52-422 0 0,2 0-1 0 0,14 53 0 0 0,-2-40-1232 0 0,0-17-2413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2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19 116 6449 0 0,'-2'-2'89'0'0,"1"0"1"0"0,-1 0-1 0 0,0 0 0 0 0,1 0 0 0 0,0 0 0 0 0,-1 0 0 0 0,1 0 0 0 0,0 0 0 0 0,0-1 1 0 0,0 1-1 0 0,0-1 0 0 0,1 1 0 0 0,-1 0 0 0 0,1-1 0 0 0,-1 1 0 0 0,1-1 0 0 0,0 0 0 0 0,0-2 1 0 0,1 3 191 0 0,-1-1 1 0 0,1 1 0 0 0,0 0 0 0 0,0 0 0 0 0,0-1 0 0 0,1 1 0 0 0,-1 0 0 0 0,0 0 0 0 0,1 1-1 0 0,0-1 1 0 0,-1 0 0 0 0,1 0 0 0 0,0 1 0 0 0,0-1 0 0 0,0 1 0 0 0,0-1 0 0 0,0 1 0 0 0,0 0-1 0 0,4-2 1 0 0,8-3 80 0 0,1 1 0 0 0,-1 0 0 0 0,1 1 0 0 0,0 0 0 0 0,0 1 0 0 0,0 1 0 0 0,0 0 0 0 0,0 1-1 0 0,26 2 1 0 0,-28 0-110 0 0,-1 0-1 0 0,1 1 1 0 0,-1 0-1 0 0,1 1 1 0 0,-1 0-1 0 0,0 1 1 0 0,0 1-1 0 0,-1 0 1 0 0,1 0-1 0 0,-1 1 0 0 0,0 0 1 0 0,10 9-1 0 0,-18-13-236 0 0,-1 0-1 0 0,0 0 1 0 0,1 0-1 0 0,-1 1 1 0 0,0-1-1 0 0,0 0 1 0 0,-1 1-1 0 0,1 0 1 0 0,0-1-1 0 0,-1 1 1 0 0,1 0 0 0 0,-1 0-1 0 0,0 0 1 0 0,0 0-1 0 0,0 0 1 0 0,-1 0-1 0 0,1 0 1 0 0,-1 0-1 0 0,1 0 1 0 0,-1 0-1 0 0,0 0 1 0 0,0 0-1 0 0,-1 0 1 0 0,1 0-1 0 0,0 0 1 0 0,-1 0-1 0 0,0 0 1 0 0,0 0-1 0 0,0 0 1 0 0,0 0-1 0 0,0 0 1 0 0,-3 3-1 0 0,-5 9 137 0 0,-1 0-1 0 0,0-1 0 0 0,-1-1 1 0 0,-23 23-1 0 0,3-3 4 0 0,30-32-130 0 0,0 0 0 0 0,0 0 0 0 0,0 0 0 0 0,0 0 0 0 0,1 0 0 0 0,-1 0 0 0 0,0 1 0 0 0,0-1 1 0 0,1 0-1 0 0,-1 1 0 0 0,1-1 0 0 0,-1 0 0 0 0,1 1 0 0 0,0-1 0 0 0,-1 1 0 0 0,1-1 0 0 0,0 0 0 0 0,0 1 0 0 0,0-1 0 0 0,0 1 1 0 0,0-1-1 0 0,0 1 0 0 0,1-1 0 0 0,-1 2 0 0 0,1-1 3 0 0,0 0 0 0 0,1-1 0 0 0,-1 1 0 0 0,0-1 0 0 0,1 1 0 0 0,-1-1 0 0 0,1 0 1 0 0,-1 1-1 0 0,1-1 0 0 0,-1 0 0 0 0,1 0 0 0 0,0 0 0 0 0,0 0 0 0 0,0 0 0 0 0,1 0 0 0 0,10 3 97 0 0,-1 0 0 0 0,1-1 0 0 0,25 2 0 0 0,-21-3-125 0 0,0-2 0 0 0,1 1 0 0 0,-1-2 0 0 0,0-1 0 0 0,0 0 0 0 0,0-1 0 0 0,23-7 0 0 0,24-16-2600 0 0,-46 17-4971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2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14 10138 0 0,'-8'-13'10544'0'0,"12"15"-9685"0"0,2 4-647 0 0,0 0 1 0 0,-1 0 0 0 0,0 0 0 0 0,0 0 0 0 0,0 1 0 0 0,0 0 0 0 0,-1 0-1 0 0,0 0 1 0 0,-1 0 0 0 0,0 1 0 0 0,0 0 0 0 0,2 9 0 0 0,4 20 221 0 0,7 54 1 0 0,-1-4-215 0 0,-13-78-347 0 0,18 61 568 0 0,-18-63-796 0 0,1 0 0 0 0,0 0 1 0 0,0-1-1 0 0,0 1 0 0 0,1-1 0 0 0,0 0 1 0 0,8 9-1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3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23 5985 0 0,'-6'11'7996'0'0,"7"-10"-7779"0"0,15-1 2399 0 0,26-12-1277 0 0,-41 12-988 0 0,26-11-1004 0 0,-13 5-3635 0 0,2 0-1537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3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92 9218 0 0,'0'1'44'0'0,"0"-1"1"0"0,1 1-1 0 0,-1-1 1 0 0,0 0-1 0 0,0 1 1 0 0,1-1-1 0 0,-1 0 1 0 0,0 1-1 0 0,0-1 1 0 0,1 0-1 0 0,-1 0 1 0 0,0 1-1 0 0,1-1 1 0 0,-1 0-1 0 0,1 0 1 0 0,-1 1-1 0 0,0-1 1 0 0,1 0-1 0 0,-1 0 0 0 0,0 0 1 0 0,1 0-1 0 0,-1 0 1 0 0,1 0-1 0 0,-1 0 1 0 0,1 1-1 0 0,-1-1 1 0 0,0 0-1 0 0,1 0 1 0 0,-1-1-1 0 0,1 1 1 0 0,-1 0-1 0 0,1 0 1 0 0,20-2 1007 0 0,-16 1-658 0 0,26-3 1150 0 0,55-13-1 0 0,-31 0-2108 0 0,60-25 1 0 0,-83 27 549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8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83 163 2304 0 0,'-4'-10'1109'0'0,"0"-1"-1"0"0,0 1 0 0 0,-1 0 0 0 0,-1 0 0 0 0,-12-18 0 0 0,12 20 296 0 0,0-1 0 0 0,1 1-1 0 0,0-1 1 0 0,0-1 0 0 0,1 1 0 0 0,0-1-1 0 0,-3-10 1 0 0,28 136 1275 0 0,27 119-1796 0 0,-40-205-1076 0 0,1 0 0 0 0,2-1 1 0 0,1-1-1 0 0,1 0 0 0 0,28 44 1 0 0,-28-58-2494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8.5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98 164 7834 0 0,'-10'-3'293'0'0,"1"0"1"0"0,0-1 0 0 0,0 0-1 0 0,0 0 1 0 0,0-1-1 0 0,-12-9 1 0 0,20 13-150 0 0,-1-1 0 0 0,0 1 0 0 0,1 0 0 0 0,-1-1 0 0 0,1 1 0 0 0,0-1 0 0 0,-1 1 0 0 0,1-1 0 0 0,0 0 0 0 0,0 1 0 0 0,0-1-1 0 0,0 0 1 0 0,0 0 0 0 0,0 0 0 0 0,1 0 0 0 0,-1 0 0 0 0,1 0 0 0 0,-1 0 0 0 0,1 0 0 0 0,0 0 0 0 0,-1 0 0 0 0,1 0 0 0 0,0 0 0 0 0,1 0 0 0 0,-1 0 0 0 0,0 0 0 0 0,1 0 0 0 0,-1 0 0 0 0,1 0 0 0 0,-1 0 0 0 0,1 0 0 0 0,0 0 0 0 0,0 0 0 0 0,0 1-1 0 0,0-1 1 0 0,0 0 0 0 0,0 0 0 0 0,3-2 0 0 0,1-1 150 0 0,1-1 0 0 0,1 1 0 0 0,-1 1 0 0 0,1-1 0 0 0,0 1 0 0 0,0 0 0 0 0,0 1 0 0 0,0 0 0 0 0,0 0 0 0 0,1 0 0 0 0,0 1 0 0 0,-1 0 0 0 0,1 1 0 0 0,0-1 0 0 0,16 1 0 0 0,-19 1-179 0 0,1 0-1 0 0,0 0 1 0 0,-1 0-1 0 0,1 1 1 0 0,-1 0-1 0 0,1 0 1 0 0,-1 1-1 0 0,1 0 1 0 0,-1 0-1 0 0,8 4 1 0 0,-10-5-86 0 0,0 1 1 0 0,-1 0 0 0 0,1 0-1 0 0,-1 0 1 0 0,0 0 0 0 0,1 0 0 0 0,-1 1-1 0 0,0-1 1 0 0,0 1 0 0 0,-1 0-1 0 0,1-1 1 0 0,0 1 0 0 0,-1 0-1 0 0,0 0 1 0 0,1 0 0 0 0,-1 0 0 0 0,-1 0-1 0 0,1 0 1 0 0,1 5 0 0 0,-2-3-36 0 0,0 0 1 0 0,0 0 0 0 0,-1 1 0 0 0,1-1-1 0 0,-1 0 1 0 0,0 0 0 0 0,0 0-1 0 0,-1 0 1 0 0,0 0 0 0 0,0 0-1 0 0,0 0 1 0 0,0-1 0 0 0,-6 9-1 0 0,-5 7-311 0 0,-30 32 0 0 0,14-18-105 0 0,28-33 417 0 0,-5 6-43 0 0,1 1 0 0 0,-1 0-1 0 0,1 0 1 0 0,1 0 0 0 0,-6 13-1 0 0,9-19 53 0 0,1-1-1 0 0,-1 0 0 0 0,1 0 1 0 0,0 0-1 0 0,0 0 0 0 0,0 1 1 0 0,-1-1-1 0 0,1 0 0 0 0,0 0 1 0 0,1 1-1 0 0,-1-1 1 0 0,0 0-1 0 0,0 0 0 0 0,0 0 1 0 0,1 0-1 0 0,-1 1 0 0 0,1-1 1 0 0,-1 0-1 0 0,1 0 0 0 0,0 2 1 0 0,1-2 19 0 0,-1 0 0 0 0,1 1 0 0 0,0-1 0 0 0,0 0 0 0 0,-1 0 1 0 0,1 0-1 0 0,0-1 0 0 0,0 1 0 0 0,0 0 0 0 0,0-1 0 0 0,0 1 0 0 0,0-1 1 0 0,0 1-1 0 0,0-1 0 0 0,0 0 0 0 0,4 0 0 0 0,14 0 266 0 0,-1-1-1 0 0,1-1 0 0 0,-1-1 1 0 0,33-8-1 0 0,77-32 157 0 0,-84 28-410 0 0,14-6-1097 0 0,-50 18 188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8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 11058 0 0,'0'4'1214'0'0,"10"-1"-819"0"0,12 1 81 0 0,-13-3 389 0 0,0-1-1 0 0,0 0 1 0 0,1-1 0 0 0,-1 0 0 0 0,0 0 0 0 0,11-4 0 0 0,48-19 1546 0 0,-10 2-4148 0 0,-48 20 262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8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9218 0 0,'1'3'369'0'0,"1"-1"1"0"0,-1 0-1 0 0,1 1 0 0 0,-1-1 1 0 0,1 0-1 0 0,0 0 0 0 0,0 0 1 0 0,3 3-1 0 0,6 5 839 0 0,28 52 5812 0 0,7 40-4518 0 0,-3-7-2545 0 0,-24-56-961 0 0,-9-17-40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39.5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245 404 12899 0 0,'-69'11'1156'0'0,"26"-3"384"0"0,-84 5-1 0 0,122-16 217 0 0,13-3-902 0 0,17-4-386 0 0,32-9-197 0 0,110-23-1 0 0,63 7-71 0 0,-105 17-66 0 0,1155-127 1168 0 0,60 44-1038 0 0,-1268 96-240 0 0,576-19-160 0 0,-329 16 104 0 0,-144-1-186 0 0,49-2-1694 0 0,-75 16-4375 0 0,-118-1 3679 0 0,-6 0-14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4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60 109 7226 0 0,'0'-1'94'0'0,"0"0"1"0"0,0 1-1 0 0,0-1 1 0 0,0 0-1 0 0,0 0 1 0 0,0 0-1 0 0,-1 0 1 0 0,1 0-1 0 0,0 0 1 0 0,-1 0-1 0 0,1 0 0 0 0,0 0 1 0 0,-1 1-1 0 0,1-1 1 0 0,-1 0-1 0 0,0 0 1 0 0,1 0-1 0 0,-1 1 1 0 0,1-1-1 0 0,-1 0 1 0 0,0 1-1 0 0,0-1 1 0 0,1 1-1 0 0,-2-2 1 0 0,-23-5 4543 0 0,22 7-4329 0 0,1 0 0 0 0,-16-15 7520 0 0,18 15-7719 0 0,16-6-542 0 0,-5 2 558 0 0,6-5-99 0 0,1 1 0 0 0,1 0 0 0 0,-1 2 0 0 0,1 0 0 0 0,0 0 0 0 0,36-3 0 0 0,-46 7 5 0 0,-1 1 0 0 0,1 1-1 0 0,0 0 1 0 0,0 0 0 0 0,-1 0-1 0 0,1 1 1 0 0,0 1-1 0 0,-1-1 1 0 0,1 2 0 0 0,-1-1-1 0 0,1 1 1 0 0,-1 0 0 0 0,0 1-1 0 0,0-1 1 0 0,-1 2-1 0 0,1-1 1 0 0,11 10 0 0 0,-16-11-47 0 0,0 1 1 0 0,0 0 0 0 0,-1 0-1 0 0,1 0 1 0 0,-1 0 0 0 0,0 0-1 0 0,0 0 1 0 0,-1 1 0 0 0,1-1-1 0 0,-1 1 1 0 0,0-1 0 0 0,0 1-1 0 0,0 0 1 0 0,0-1 0 0 0,-1 1-1 0 0,0 0 1 0 0,0 0 0 0 0,-1-1-1 0 0,1 1 1 0 0,-1 0 0 0 0,-1 4-1 0 0,-3 13-41 0 0,-1-1 0 0 0,-1 1-1 0 0,-9 20 1 0 0,12-34-21 0 0,-2 8 58 0 0,2-9-15 0 0,1 1 0 0 0,0 0 0 0 0,0 0 1 0 0,1 0-1 0 0,-3 13 0 0 0,5-20 17 0 0,0 1 0 0 0,0-1-1 0 0,0 0 1 0 0,0 1 0 0 0,0-1 0 0 0,0 1 0 0 0,1-1-1 0 0,-1 0 1 0 0,0 0 0 0 0,1 1 0 0 0,-1-1 0 0 0,1 0 0 0 0,0 0-1 0 0,-1 1 1 0 0,1-1 0 0 0,0 0 0 0 0,0 0 0 0 0,-1 0-1 0 0,1 0 1 0 0,0 0 0 0 0,0 0 0 0 0,0 0 0 0 0,0 0-1 0 0,1-1 1 0 0,-1 1 0 0 0,0 0 0 0 0,0 0 0 0 0,0-1 0 0 0,1 1-1 0 0,-1-1 1 0 0,0 1 0 0 0,1-1 0 0 0,-1 0 0 0 0,0 0-1 0 0,1 1 1 0 0,-1-1 0 0 0,0 0 0 0 0,1 0 0 0 0,-1 0-1 0 0,2-1 1 0 0,23 3-306 0 0,-2-1 136 0 0,1 0 0 0 0,-1 2 0 0 0,35 9 0 0 0,-54-11 197 0 0,1 1-1 0 0,0 0 1 0 0,-1 0 0 0 0,1 1-1 0 0,-1-1 1 0 0,0 1-1 0 0,0 0 1 0 0,0 1 0 0 0,0-1-1 0 0,-1 1 1 0 0,1 0 0 0 0,-1 0-1 0 0,0 0 1 0 0,0 1-1 0 0,0-1 1 0 0,-1 1 0 0 0,1 0-1 0 0,-1 0 1 0 0,4 9-1 0 0,-6-11 40 0 0,0 0 0 0 0,-1 0 0 0 0,1 0 0 0 0,0-1 0 0 0,-1 1-1 0 0,0 0 1 0 0,0 0 0 0 0,0 0 0 0 0,0 0 0 0 0,0 0 0 0 0,0 0 0 0 0,-1 0-1 0 0,0-1 1 0 0,1 1 0 0 0,-1 0 0 0 0,-2 4 0 0 0,0-2 28 0 0,0 0 0 0 0,0 1-1 0 0,0-2 1 0 0,-1 1 0 0 0,0 0 0 0 0,0-1 0 0 0,-7 7 0 0 0,-2-1-19 0 0,1 0 0 0 0,-2-1 0 0 0,1-1 0 0 0,-1 0 0 0 0,-19 7 0 0 0,24-11-267 0 0,0 0-411 0 0,0-1 1 0 0,-1 0-1 0 0,-13 3 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5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13 301 5265 0 0,'-1'0'122'0'0,"0"-1"0"0"0,0 0-1 0 0,0 0 1 0 0,0 0 0 0 0,1 0 0 0 0,-1 0-1 0 0,0 0 1 0 0,0 0 0 0 0,1 0-1 0 0,-1 0 1 0 0,1 0 0 0 0,-1 0 0 0 0,1 0-1 0 0,-1-1 1 0 0,1 1 0 0 0,0 0 0 0 0,-1 0-1 0 0,1 0 1 0 0,0-2 0 0 0,0 2 80 0 0,0 1 1 0 0,1-1 0 0 0,-1 1 0 0 0,0-1-1 0 0,3-1 812 0 0,-3 1-812 0 0,1 1 1 0 0,-1-1 0 0 0,1 1-1 0 0,-1 0 1 0 0,1-1 0 0 0,-1 1 0 0 0,1 0-1 0 0,-1 0 1 0 0,1 0 0 0 0,0-1-1 0 0,-1 1 1 0 0,1 0 0 0 0,-1 0-1 0 0,1 0 1 0 0,1 0 0 0 0,1 0 521 0 0,0 0 1 0 0,1 0 0 0 0,-1 0-1 0 0,0 0 1 0 0,0 1-1 0 0,0-1 1 0 0,5 3-1 0 0,9 6 394 0 0,-7 2-921 0 0,0 0-1 0 0,-1 1 0 0 0,-1 0 1 0 0,0 1-1 0 0,-1 0 1 0 0,0 0-1 0 0,7 20 0 0 0,-5-13 33 0 0,0-1-1 0 0,18 28 1 0 0,-22-41-228 0 0,10 16 50 0 0,29 32 1 0 0,-40-50-40 0 0,0 0 0 0 0,0 0 1 0 0,0-1-1 0 0,1 1 0 0 0,-1-1 0 0 0,1 0 0 0 0,0 0 0 0 0,0 0 1 0 0,0-1-1 0 0,0 1 0 0 0,0-1 0 0 0,0-1 0 0 0,1 1 0 0 0,6 1 0 0 0,-10-3 22 0 0,1-1-1 0 0,-1 1 0 0 0,0 0 0 0 0,0-1 1 0 0,0 0-1 0 0,0 1 0 0 0,0-1 0 0 0,0 0 1 0 0,0 0-1 0 0,0 0 0 0 0,0 0 0 0 0,0 0 1 0 0,0-1-1 0 0,0 1 0 0 0,-1-1 0 0 0,1 1 1 0 0,-1-1-1 0 0,1 1 0 0 0,-1-1 0 0 0,0 0 1 0 0,1 0-1 0 0,1-3 0 0 0,3-6 78 0 0,0 0 0 0 0,7-22 0 0 0,-9 23-44 0 0,100-310 1007 0 0,-50 142-2383 0 0,-47 158-601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5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72 8290 0 0,'-21'-72'8641'0'0,"10"109"-7365"0"0,4 12-893 0 0,-3 21 105 0 0,0 98 1 0 0,10-145-497 0 0,1 0 0 0 0,2 1 0 0 0,0-1 0 0 0,2 0 0 0 0,0 0 1 0 0,2 0-1 0 0,0-1 0 0 0,13 26 0 0 0,-9-28 10 0 0,1-1 1 0 0,1 0-1 0 0,1-1 0 0 0,1 0 0 0 0,0-1 0 0 0,1 0 1 0 0,1-2-1 0 0,1 0 0 0 0,0-1 0 0 0,1 0 0 0 0,0-2 1 0 0,32 16-1 0 0,20 5 266 0 0,1-3 0 0 0,99 27 1 0 0,-7-13-1716 0 0,-114-35-5313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5:46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 2304 0 0,'0'-1'219'0'0,"0"-1"0"0"0,0 1 0 0 0,1 0 0 0 0,-1 0 0 0 0,1-1 0 0 0,-1 1 0 0 0,1 0 0 0 0,-1 0 0 0 0,1 0-1 0 0,-1 0 1 0 0,1 0 0 0 0,0 0 0 0 0,0 0 0 0 0,-1 0 0 0 0,1 0 0 0 0,0 0 0 0 0,0 0 0 0 0,0 0 0 0 0,0 0-1 0 0,0 1 1 0 0,0-1 0 0 0,1 0 0 0 0,-1 1 0 0 0,0-1 0 0 0,0 1 0 0 0,2-1 0 0 0,-2 1 80 0 0,-1-1 1 0 0,1 1-1 0 0,0 0 0 0 0,0-1 1 0 0,0 1-1 0 0,0 0 0 0 0,0 0 1 0 0,0 0-1 0 0,0 0 1 0 0,0 0-1 0 0,0 0 0 0 0,-1 0 1 0 0,1 0-1 0 0,0 0 1 0 0,0 1-1 0 0,0-1 0 0 0,0 0 1 0 0,0 1-1 0 0,0-1 0 0 0,0 0 1 0 0,-1 1-1 0 0,1-1 1 0 0,0 1-1 0 0,0-1 0 0 0,1 3 899 0 0,-1-2-899 0 0,0-1 1 0 0,-1 1-1 0 0,1 0 1 0 0,-1 0-1 0 0,1 1 0 0 0,2 6-40 0 0,25 66 1423 0 0,18 78 0 0 0,-40-126-1571 0 0,-1 0 0 0 0,-2-1-1 0 0,0 1 1 0 0,-2 1-1 0 0,-1-1 1 0 0,-1 0-1 0 0,-5 29 1 0 0,-8 11-89 0 0,-24 70-1 0 0,21-80-1372 0 0,9-26-6451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5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126 184 10138 0 0,'-5'-17'802'0'0,"0"1"0"0"0,-1 0 0 0 0,-1 0 0 0 0,0 0 0 0 0,-1 1 0 0 0,-1 0 0 0 0,0 0-1 0 0,-1 1 1 0 0,-16-17 0 0 0,25 29-670 0 0,0 1-1 0 0,0 1 0 0 0,0-1 1 0 0,0 0-1 0 0,0 0 0 0 0,0 0 1 0 0,0 0-1 0 0,0 1 0 0 0,0-1 0 0 0,0 0 1 0 0,-1 1-1 0 0,1-1 0 0 0,0 1 1 0 0,0 0-1 0 0,-1-1 0 0 0,1 1 1 0 0,0 0-1 0 0,-2 0 0 0 0,2 0-78 0 0,1 0 0 0 0,-1 0 0 0 0,1 1 0 0 0,-1-1 0 0 0,1 1 0 0 0,-1-1 0 0 0,0 0 0 0 0,1 1-1 0 0,0-1 1 0 0,-1 1 0 0 0,1-1 0 0 0,-1 1 0 0 0,1 0 0 0 0,0-1 0 0 0,-1 1 0 0 0,1-1 0 0 0,0 1 0 0 0,0 0-1 0 0,-1-1 1 0 0,1 1 0 0 0,0 0 0 0 0,0-1 0 0 0,0 1 0 0 0,0 1 0 0 0,-1 8 116 0 0,1 0 0 0 0,0 0-1 0 0,3 17 1 0 0,-2-13-114 0 0,20 296-31 0 0,24 242 183 0 0,61 461 102 0 0,-84-179 811 0 0,-29-634-687 0 0,-1 98 205 0 0,9-207-655 0 0,17 114 1 0 0,-15-188-515 0 0,0 0 0 0 0,1-1 0 0 0,1 1 0 0 0,9 19 0 0 0,-7-22-764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6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2 416 8754 0 0,'-1'0'287'0'0,"1"0"-192"0"0,0-1 1 0 0,0 1 0 0 0,0 0-1 0 0,0 0 1 0 0,-1-1-1 0 0,1 1 1 0 0,0 0 0 0 0,0 0-1 0 0,0-1 1 0 0,0 1 0 0 0,0 0-1 0 0,0-1 1 0 0,0 1-1 0 0,0 0 1 0 0,0 0 0 0 0,0-1-1 0 0,0 1 1 0 0,0 0 0 0 0,0 0-1 0 0,3-4 1435 0 0,-3 4-1434 0 0,0 0-1 0 0,0 0 1 0 0,0 0 0 0 0,1-1-1 0 0,-1 1 1 0 0,0 0 0 0 0,0 0-1 0 0,1 0 1 0 0,-1 0-1 0 0,0 0 1 0 0,1 0 0 0 0,-1 0-1 0 0,0 0 1 0 0,0 0 0 0 0,1 0-1 0 0,-1 0 1 0 0,0 0-1 0 0,0 0 1 0 0,1 0 0 0 0,-1 0-1 0 0,27 1 1208 0 0,-16 0-1015 0 0,118 9 1631 0 0,113 0-1460 0 0,242-30 821 0 0,188-6 1187 0 0,-322 5-2233 0 0,652-15-190 0 0,480-9 124 0 0,-745-31-157 0 0,15-2 45 0 0,91 32-309 0 0,2 27 244 0 0,-729 17-28 0 0,141 0 89 0 0,474-20 208 0 0,-609 12-260 0 0,367-15 0 0 0,-24 38 183 0 0,-1-1-161 0 0,-422-11-566 0 0,-2 1-149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7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29 6913 0 0,'-14'-28'11498'0'0,"9"42"-10620"0"0,-6 45-421 0 0,3 2-1 0 0,2-1 0 0 0,3 1 1 0 0,2-1-1 0 0,3 1 0 0 0,19 113 0 0 0,-17-153-420 0 0,0 1 0 0 0,2-1 0 0 0,0 0 0 0 0,2 0 0 0 0,0-1 0 0 0,1 0 0 0 0,2-1 0 0 0,12 20 0 0 0,-17-31-17 0 0,0-1 1 0 0,0 1-1 0 0,0-2 0 0 0,1 1 0 0 0,0-1 1 0 0,0 0-1 0 0,1 0 0 0 0,0-1 0 0 0,10 6 1 0 0,-12-8-14 0 0,1-1 0 0 0,-1 1 0 0 0,1-1 0 0 0,0-1 0 0 0,0 1 0 0 0,0-1 0 0 0,0 0 0 0 0,0 0 0 0 0,0-1 1 0 0,0 0-1 0 0,0-1 0 0 0,0 1 0 0 0,11-4 0 0 0,-12 3-52 0 0,0-2 1 0 0,1 1-1 0 0,-1-1 1 0 0,-1 1-1 0 0,1-2 1 0 0,0 1-1 0 0,-1-1 1 0 0,1 0 0 0 0,-1 0-1 0 0,0 0 1 0 0,-1-1-1 0 0,1 1 1 0 0,-1-1-1 0 0,0 0 1 0 0,4-6-1 0 0,-1 0-377 0 0,0-1 0 0 0,-1 1 0 0 0,0-1-1 0 0,-1 0 1 0 0,0 0 0 0 0,4-20 0 0 0,-5 11-6625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8.0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0 141 10594 0 0,'20'-15'2217'0'0,"-2"4"-1325"0"0,26-17 1855 0 0,56-24 0 0 0,-82 44-2896 0 0,0 1 0 0 0,24-5 0 0 0,-30 9-753 0 0,1 1 1 0 0,-1 1-1 0 0,1 0 0 0 0,17 0 1 0 0,-5 3-1018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8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 10594 0 0,'-4'4'455'0'0,"-1"0"-1"0"0,1 0 0 0 0,0 1 1 0 0,0 0-1 0 0,0 0 0 0 0,1 0 0 0 0,0 0 1 0 0,0 0-1 0 0,0 1 0 0 0,1-1 1 0 0,0 1-1 0 0,0 0 0 0 0,0 0 1 0 0,1 0-1 0 0,-1 0 0 0 0,1 0 1 0 0,1 0-1 0 0,-1 0 0 0 0,1 0 1 0 0,0 0-1 0 0,1 0 0 0 0,1 8 0 0 0,2 15 151 0 0,2 0-1 0 0,1 0 0 0 0,15 37 0 0 0,-14-43-776 0 0,-2-7 57 0 0,7 22 390 0 0,-12-36-399 0 0,0 0 0 0 0,-1 0 0 0 0,1 0 0 0 0,-1 0 0 0 0,0 0 0 0 0,0 0 0 0 0,0 0 0 0 0,0 0 0 0 0,0 0 0 0 0,0 0 0 0 0,0-1 0 0 0,-1 1 1 0 0,1 0-1 0 0,-2 4 0 0 0,-3-3-1837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0 14283 0 0,'-1'0'63'0'0,"0"0"1"0"0,0 0-1 0 0,1 0 1 0 0,-1 0-1 0 0,0 0 1 0 0,0 1-1 0 0,0-1 1 0 0,0 0-1 0 0,1 0 0 0 0,-1 1 1 0 0,0-1-1 0 0,0 0 1 0 0,1 1-1 0 0,-1-1 1 0 0,0 1-1 0 0,1-1 1 0 0,-1 1-1 0 0,0-1 0 0 0,1 1 1 0 0,-1 0-1 0 0,1-1 1 0 0,-1 1-1 0 0,1 0 1 0 0,-1-1-1 0 0,1 1 1 0 0,-1 0-1 0 0,1 0 0 0 0,-1 2 53 0 0,0-1-1 0 0,1 1 0 0 0,-1-1 0 0 0,1 1 0 0 0,0-1 1 0 0,-1 1-1 0 0,1-1 0 0 0,1 1 0 0 0,-1 3 0 0 0,1 1-624 0 0,1-1 1 0 0,-1 0-1 0 0,1 0 0 0 0,0 0 1 0 0,0 0-1 0 0,1 0 0 0 0,5 9 0 0 0,24 19-4317 0 0,-20-24 4625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9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3225 0 0,'0'-32'17105'0'0,"1"32"-16936"0"0,12 14 1246 0 0,-8-2-1210 0 0,0 0 0 0 0,0 1-1 0 0,-1-1 1 0 0,-1 1 0 0 0,0 0 0 0 0,2 26-1 0 0,7 26-90 0 0,-10-57-117 0 0,-1-4-75 0 0,0 1 0 0 0,0 0 0 0 0,0 0-1 0 0,1-1 1 0 0,0 1 0 0 0,0 0 0 0 0,0-1-1 0 0,0 0 1 0 0,1 0 0 0 0,0 1 0 0 0,6 6-1 0 0,-7-13-55 0 0,-1 0-1 0 0,1 0 0 0 0,-1 0 0 0 0,1 0 0 0 0,-1-1 1 0 0,0 1-1 0 0,0 0 0 0 0,0-1 0 0 0,0 1 0 0 0,0-1 1 0 0,1-3-1 0 0,-2 4-28 0 0,17-48-868 0 0,14-37 226 0 0,-26 77 1028 0 0,-1 0 0 0 0,1 1-1 0 0,1 0 1 0 0,0 0-1 0 0,0 0 1 0 0,11-10 0 0 0,-16 17-154 0 0,0 0 1 0 0,1 1-1 0 0,-1-1 1 0 0,1 1-1 0 0,0-1 1 0 0,-1 1-1 0 0,1 0 1 0 0,0 0-1 0 0,0 0 1 0 0,0 0-1 0 0,0 0 1 0 0,0 0-1 0 0,0 0 0 0 0,0 1 1 0 0,0-1-1 0 0,0 1 1 0 0,0 0-1 0 0,0-1 1 0 0,0 1-1 0 0,0 0 1 0 0,0 0-1 0 0,0 0 1 0 0,3 1-1 0 0,-2 0-37 0 0,-1 0-1 0 0,1 0 1 0 0,-1 1-1 0 0,1-1 1 0 0,-1 1-1 0 0,0 0 1 0 0,0-1-1 0 0,0 1 1 0 0,0 0-1 0 0,0 1 1 0 0,0-1-1 0 0,0 0 1 0 0,0 0-1 0 0,2 5 1 0 0,3 8-13 0 0,-1-1 0 0 0,0 1 0 0 0,0-1 0 0 0,5 30 0 0 0,-5-2-5 0 0,-5-32-15 0 0,0 0 1 0 0,1 0 0 0 0,0-1 0 0 0,0 1-1 0 0,1-1 1 0 0,7 17 0 0 0,-10-25-1 0 0,0-1 0 0 0,1 1 0 0 0,-1-1 0 0 0,0 0 0 0 0,0 1 0 0 0,0-1 0 0 0,1 0 0 0 0,-1 1 0 0 0,0-1 0 0 0,0 0 0 0 0,1 0 0 0 0,-1 1 1 0 0,0-1-1 0 0,1 0 0 0 0,-1 0 0 0 0,0 1 0 0 0,1-1 0 0 0,-1 0 0 0 0,1 0 0 0 0,-1 0 0 0 0,0 0 0 0 0,1 0 0 0 0,-1 0 0 0 0,1 0 0 0 0,-1 1 0 0 0,0-1 0 0 0,1 0 0 0 0,-1 0 0 0 0,1 0 0 0 0,-1-1 0 0 0,0 1 0 0 0,1 0 1 0 0,-1 0-1 0 0,1 0 0 0 0,13-12-78 0 0,8-23-86 0 0,-21 33 152 0 0,16-32-46 0 0,-9 17 97 0 0,1-1 1 0 0,0 2-1 0 0,2-1 0 0 0,0 1 0 0 0,0 1 1 0 0,1 0-1 0 0,21-19 0 0 0,-31 32-7 0 0,0 0-1 0 0,0 1 0 0 0,0-1 1 0 0,0 1-1 0 0,0-1 0 0 0,0 1 1 0 0,1 0-1 0 0,-1 0 1 0 0,0 0-1 0 0,1 0 0 0 0,-1 0 1 0 0,1 1-1 0 0,-1-1 0 0 0,1 1 1 0 0,0-1-1 0 0,-1 1 0 0 0,1 0 1 0 0,-1 0-1 0 0,1 0 1 0 0,-1 1-1 0 0,1-1 0 0 0,0 1 1 0 0,-1-1-1 0 0,1 1 0 0 0,-1 0 1 0 0,0 0-1 0 0,1 0 1 0 0,-1 0-1 0 0,0 0 0 0 0,1 1 1 0 0,-1-1-1 0 0,0 0 0 0 0,0 1 1 0 0,0 0-1 0 0,3 3 0 0 0,4 6-60 0 0,-1 0 0 0 0,1 0 0 0 0,-2 1 0 0 0,0 0 0 0 0,8 17 0 0 0,-4-7-360 0 0,-7-15 40 0 0,1 1 0 0 0,-1-2 1 0 0,1 1-1 0 0,1-1 0 0 0,-1 1 0 0 0,11 7 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19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1 493 5529 0 0,'28'-36'16344'0'0,"-18"28"-14275"0"0,5 0-3424 0 0,-3 2 1452 0 0,0-2 0 0 0,0 0-1 0 0,-1 0 1 0 0,0-1-1 0 0,0 0 1 0 0,-1-1 0 0 0,0 0-1 0 0,-1-1 1 0 0,0 0-1 0 0,-1 0 1 0 0,0-1 0 0 0,-1 0-1 0 0,0 0 1 0 0,-1-1-1 0 0,0 0 1 0 0,3-15 0 0 0,-5 18-107 0 0,-1 0 1 0 0,0-1 0 0 0,-1 0 0 0 0,0 1 0 0 0,0-1 0 0 0,-1 0-1 0 0,-1 0 1 0 0,0 0 0 0 0,-1 0 0 0 0,0 0 0 0 0,0 0 0 0 0,-1 1-1 0 0,-1-1 1 0 0,1 0 0 0 0,-2 1 0 0 0,0 0 0 0 0,0 0-1 0 0,0 0 1 0 0,-2 0 0 0 0,1 1 0 0 0,-9-12 0 0 0,13 20-10 0 0,1 1 1 0 0,-1-1-1 0 0,1 0 0 0 0,-1 1 1 0 0,1-1-1 0 0,-1 1 1 0 0,0-1-1 0 0,1 1 1 0 0,-1-1-1 0 0,0 1 0 0 0,1-1 1 0 0,-1 1-1 0 0,0 0 1 0 0,1-1-1 0 0,-1 1 0 0 0,0 0 1 0 0,0 0-1 0 0,1 0 1 0 0,-1-1-1 0 0,0 1 0 0 0,0 0 1 0 0,0 0-1 0 0,1 0 1 0 0,-1 0-1 0 0,0 0 1 0 0,0 1-1 0 0,1-1 0 0 0,-1 0 1 0 0,-1 0-1 0 0,0 1 10 0 0,0 1 0 0 0,0-1 0 0 0,0 0 1 0 0,1 1-1 0 0,-1-1 0 0 0,0 1 0 0 0,1-1 0 0 0,-1 1 0 0 0,1 0 0 0 0,-3 3 0 0 0,-3 7 26 0 0,0 0 1 0 0,-8 23-1 0 0,13-30-76 0 0,-3 7 65 0 0,1 0 1 0 0,1 0-1 0 0,0 1 0 0 0,1-1 0 0 0,0 1 1 0 0,1-1-1 0 0,0 1 0 0 0,1 0 1 0 0,0-1-1 0 0,1 1 0 0 0,1 0 0 0 0,0-1 1 0 0,1 1-1 0 0,0-1 0 0 0,0 0 0 0 0,10 21 1 0 0,-9-25 38 0 0,1 0 1 0 0,-1 0 0 0 0,1 0-1 0 0,1 0 1 0 0,-1-1 0 0 0,1 0-1 0 0,0 0 1 0 0,1-1 0 0 0,0 0-1 0 0,0 0 1 0 0,0 0 0 0 0,1-1-1 0 0,-1 0 1 0 0,1 0 0 0 0,1-1-1 0 0,-1 0 1 0 0,0-1 0 0 0,1 0-1 0 0,0 0 1 0 0,0-1 0 0 0,0 0-1 0 0,0 0 1 0 0,0-1 0 0 0,10 0-1 0 0,-4-1-86 0 0,0-1 0 0 0,0-1 0 0 0,0 0 0 0 0,0-1 0 0 0,-1-1-1 0 0,1 0 1 0 0,21-10 0 0 0,95-53-2200 0 0,-115 58 1841 0 0,19-13-351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2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74 6913 0 0,'-12'-5'651'0'0,"0"0"0"0"0,0 0 0 0 0,0-1 0 0 0,-16-10 0 0 0,-15-21 9976 0 0,77 88-7937 0 0,68 77-2510 0 0,-89-107-144 0 0,0-1 0 0 0,-1 2 0 0 0,-2 0 0 0 0,15 40 0 0 0,2 43-18 0 0,-20-71-6 0 0,2-1-1 0 0,1 0 1 0 0,26 57-1 0 0,-35-88-45 0 0,-1 0 1 0 0,1 0-1 0 0,0-1 0 0 0,0 1 0 0 0,0 0 1 0 0,0-1-1 0 0,0 1 0 0 0,0-1 1 0 0,0 1-1 0 0,0-1 0 0 0,1 1 0 0 0,-1-1 1 0 0,0 0-1 0 0,1 0 0 0 0,-1 0 1 0 0,1 0-1 0 0,0 0 0 0 0,-1 0 0 0 0,1 0 1 0 0,0 0-1 0 0,0-1 0 0 0,-1 1 0 0 0,1 0 1 0 0,0-1-1 0 0,0 0 0 0 0,0 1 1 0 0,0-1-1 0 0,0 0 0 0 0,-1 0 0 0 0,1 0 1 0 0,0 0-1 0 0,3-1 0 0 0,1-2-392 0 0,1 0-1 0 0,-1 0 0 0 0,0-1 1 0 0,0 1-1 0 0,-1-1 0 0 0,1-1 0 0 0,7-7 1 0 0,4-3-6666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2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48 187 4145 0 0,'-4'-3'741'0'0,"-1"-1"1"0"0,2 1-1 0 0,-1-1 0 0 0,0 0 0 0 0,1 0 1 0 0,-1 0-1 0 0,1 0 0 0 0,0-1 1 0 0,1 1-1 0 0,-1-1 0 0 0,1 0 1 0 0,0 0-1 0 0,0 0 0 0 0,-1-5 1 0 0,3 8-557 0 0,1 1 1 0 0,-1 0-1 0 0,1-1 1 0 0,-1 1-1 0 0,1 0 1 0 0,0-1-1 0 0,0 1 1 0 0,-1 0-1 0 0,1 0 1 0 0,0 0 0 0 0,0 0-1 0 0,0 0 1 0 0,0 0-1 0 0,1 0 1 0 0,-1 0-1 0 0,0 0 1 0 0,0 0-1 0 0,3-1 1 0 0,28-14 958 0 0,-25 12-759 0 0,25-12 498 0 0,-4 1-288 0 0,37-14 0 0 0,-57 26-543 0 0,0 0 0 0 0,-1 1 0 0 0,1 0 0 0 0,0 0 0 0 0,0 1 0 0 0,0 0 0 0 0,1 1 1 0 0,-1 0-1 0 0,0 0 0 0 0,9 2 0 0 0,-14-2-46 0 0,0 1 0 0 0,0 0 0 0 0,0 1-1 0 0,0-1 1 0 0,0 0 0 0 0,0 1 0 0 0,-1 0 0 0 0,1-1 0 0 0,-1 1 0 0 0,1 0-1 0 0,-1 1 1 0 0,1-1 0 0 0,-1 0 0 0 0,0 1 0 0 0,0-1 0 0 0,0 1 0 0 0,-1-1-1 0 0,1 1 1 0 0,-1 0 0 0 0,1 0 0 0 0,-1 0 0 0 0,0 0 0 0 0,0 0 0 0 0,0 0 0 0 0,0 0-1 0 0,-1 0 1 0 0,1 0 0 0 0,-1 0 0 0 0,0 1 0 0 0,0 4 0 0 0,0 5-1 0 0,-1 0-1 0 0,0 0 1 0 0,0-1 0 0 0,-2 1 0 0 0,1-1 0 0 0,-7 17 0 0 0,-5 5-64 0 0,-1-1 0 0 0,-25 39 0 0 0,25-47-87 0 0,1 0-1 0 0,1 1 1 0 0,1 1-1 0 0,-14 46 0 0 0,26-72 160 0 0,-1 1 0 0 0,1 0 0 0 0,-1-1 0 0 0,1 1 0 0 0,-1-1 0 0 0,1 1 0 0 0,0 0 0 0 0,0-1-1 0 0,0 1 1 0 0,0-1 0 0 0,0 1 0 0 0,0 0 0 0 0,0-1 0 0 0,1 1 0 0 0,-1 0 0 0 0,0-1-1 0 0,1 1 1 0 0,0-1 0 0 0,-1 1 0 0 0,1-1 0 0 0,0 1 0 0 0,0-1 0 0 0,-1 0 0 0 0,1 1 0 0 0,0-1-1 0 0,0 0 1 0 0,1 0 0 0 0,-1 1 0 0 0,0-1 0 0 0,0 0 0 0 0,3 1 0 0 0,1 0 52 0 0,0-1 0 0 0,0 1 0 0 0,0-1 0 0 0,0-1 0 0 0,0 1 0 0 0,1-1 0 0 0,-1 1 0 0 0,10-2 0 0 0,21-3 190 0 0,0-1-1 0 0,39-11 1 0 0,52-8-26 0 0,-114 22-816 0 0,0 1 1 0 0,1 1 0 0 0,-1 0-1 0 0,0 1 1 0 0,0 1 0 0 0,0 0-1 0 0,18 5 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3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3 119 3681 0 0,'0'0'7'0'0,"0"0"0"0"0,0 0 1 0 0,0 0-1 0 0,0 0 0 0 0,0 0 1 0 0,0 0-1 0 0,0 0 0 0 0,0 0 1 0 0,0 0-1 0 0,-1 0 0 0 0,1 0 1 0 0,0 0-1 0 0,0 0 0 0 0,0 0 1 0 0,0 0-1 0 0,0 0 0 0 0,0 0 1 0 0,0 0-1 0 0,0 0 0 0 0,0 0 1 0 0,0 0-1 0 0,-1-1 0 0 0,1 1 1 0 0,0 0-1 0 0,0 0 0 0 0,0 0 1 0 0,0 0-1 0 0,0 0 0 0 0,0 0 1 0 0,0 0-1 0 0,0 0 0 0 0,0 0 1 0 0,0 0-1 0 0,0 0 0 0 0,0 0 1 0 0,0-1-1 0 0,0 1 0 0 0,0 0 1 0 0,0 0-1 0 0,0 0 0 0 0,0 0 1 0 0,0 0-1 0 0,0 0 0 0 0,0 0 1 0 0,0 0-1 0 0,0 0 0 0 0,0 0 1 0 0,0-1-1 0 0,0 1 0 0 0,0 0 1 0 0,0 0-1 0 0,0 0 0 0 0,0 0 1 0 0,0 0-1 0 0,0 0 0 0 0,0 0 1 0 0,0 0-1 0 0,0 0 0 0 0,0 0 1 0 0,0-1-1 0 0,0 1 0 0 0,0 0 1 0 0,0 0-1 0 0,0 0 0 0 0,1 0 1 0 0,-1 0-1 0 0,0 0 0 0 0,8-8 1850 0 0,13-8 1928 0 0,-10 10-2257 0 0,1-1 0 0 0,0 1 0 0 0,0 1 1 0 0,1 0-1 0 0,15-3 0 0 0,66-11 2306 0 0,-62 14-3462 0 0,53-15 0 0 0,-77 18-685 0 0,13-6-938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3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10274 0 0,'0'0'0'0'0,"0"1"0"0"0,-1 2-80 0 0,-1 1 8 0 0,1 2 8 0 0,-3 2 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0,'5'21'9341'0'0,"-1"-15"-8304"0"0,14 21 3793 0 0,-3-6-2724 0 0,28 72 1127 0 0,-33-67-3637 0 0,2-1 1 0 0,26 44-1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0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59 987 3225 0 0,'-6'-11'11315'0'0,"6"10"-11089"0"0,8-31 2993 0 0,0 1-474 0 0,-5-26-2167 0 0,-3 1 0 0 0,-2-1 0 0 0,-10-63 0 0 0,7 60-477 0 0,2-1 0 0 0,3 1 0 0 0,9-64 0 0 0,-4 45 130 0 0,-4 66-247 0 0,-1 1 0 0 0,-1-1 0 0 0,-1 0 0 0 0,1 0 0 0 0,-2 1-1 0 0,0-1 1 0 0,0 1 0 0 0,-1-1 0 0 0,-1 1 0 0 0,0 1 0 0 0,-1-1 0 0 0,-11-18 0 0 0,15 27-25 0 0,0 0 1 0 0,0-1 0 0 0,1 1-1 0 0,-1 0 1 0 0,1-1 0 0 0,0 1 0 0 0,0-1-1 0 0,0 1 1 0 0,0-7 0 0 0,5-8-6640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21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243 187 5985 0 0,'0'-7'623'0'0,"0"0"1"0"0,-1-1-1 0 0,0 1 0 0 0,0 0 0 0 0,-1 0 0 0 0,0 0 1 0 0,0 0-1 0 0,-1 1 0 0 0,0-1 0 0 0,-6-10 0 0 0,8 15-352 0 0,0 1-1 0 0,0-1 0 0 0,-1 1 1 0 0,1-1-1 0 0,0 1 1 0 0,-1-1-1 0 0,1 1 0 0 0,-1 0 1 0 0,1 0-1 0 0,-1 0 1 0 0,0 0-1 0 0,1 0 0 0 0,-1 0 1 0 0,0 0-1 0 0,0 1 1 0 0,0-1-1 0 0,-3 0 0 0 0,3 1-120 0 0,-1 0 0 0 0,0 1-1 0 0,1-1 1 0 0,-1 0-1 0 0,1 1 1 0 0,-1 0 0 0 0,1-1-1 0 0,-1 1 1 0 0,1 0-1 0 0,0 0 1 0 0,-1 1 0 0 0,1-1-1 0 0,0 0 1 0 0,0 1 0 0 0,0-1-1 0 0,0 1 1 0 0,-2 2-1 0 0,-17 18 102 0 0,2 0-1 0 0,0 2 0 0 0,1 0 0 0 0,2 1 0 0 0,-14 27 1 0 0,10-17-284 0 0,46-83-130 0 0,-3-1 0 0 0,20-54 1 0 0,-39 91 299 0 0,17-41 377 0 0,-20 50-463 0 0,1 0 0 0 0,-1 1-1 0 0,1-1 1 0 0,-1 1 0 0 0,1-1 0 0 0,0 1-1 0 0,0-1 1 0 0,0 1 0 0 0,0 0-1 0 0,1 0 1 0 0,-1 0 0 0 0,0 0-1 0 0,1 0 1 0 0,4-2 0 0 0,-5 4-28 0 0,-1 0 0 0 0,1 0 0 0 0,0 0 0 0 0,-1 0 0 0 0,1 0 0 0 0,0 1 0 0 0,-1-1 0 0 0,1 0 0 0 0,0 1 0 0 0,-1-1 0 0 0,1 1 0 0 0,-1 0 0 0 0,1-1 0 0 0,-1 1 0 0 0,1 0 0 0 0,-1 0 0 0 0,0 0 0 0 0,1 0 0 0 0,-1 0 0 0 0,0 0 0 0 0,3 3 0 0 0,25 31 291 0 0,-24-28-282 0 0,30 40 226 0 0,-21-25-185 0 0,1-2-1 0 0,1 0 1 0 0,1 0-1 0 0,0-2 0 0 0,2 0 1 0 0,0-1-1 0 0,32 22 1 0 0,-26-24-271 0 0,-14-10 24 0 0,-1 1 0 0 0,1 0 0 0 0,-1 1 1 0 0,0 0-1 0 0,-1 0 0 0 0,0 1 0 0 0,0 1 0 0 0,-1-1 0 0 0,0 2 1 0 0,10 14-1 0 0,-5 6 174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38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287 328 920 0 0,'36'19'1046'0'0,"-36"-19"-1044"0"0,0 1 1 0 0,0-1 0 0 0,0 0-1 0 0,0 0 1 0 0,0 0 0 0 0,0 1-1 0 0,0-1 1 0 0,0 0 0 0 0,0 0-1 0 0,0 0 1 0 0,0 1-1 0 0,0-1 1 0 0,0 0 0 0 0,0 0-1 0 0,0 0 1 0 0,0 0 0 0 0,-1 1-1 0 0,1-1 1 0 0,0 0 0 0 0,0 0-1 0 0,0 0 1 0 0,0 0 0 0 0,0 0-1 0 0,-1 1 1 0 0,1-1 0 0 0,0 0-1 0 0,0 0 1 0 0,0 0-1 0 0,0 0 1 0 0,-1 0 0 0 0,1 0-1 0 0,0 0 1 0 0,0 0 0 0 0,0 0-1 0 0,-1 0 1 0 0,1 0 0 0 0,0 0-1 0 0,0 0 1 0 0,0 0 0 0 0,-1 0-1 0 0,1 0 1 0 0,0 0-1 0 0,0 0 1 0 0,0 0 0 0 0,0 0-1 0 0,-1 0 1 0 0,1 0 0 0 0,0 0-1 0 0,0 0 1 0 0,0 0 0 0 0,-1 0-1 0 0,1 0 1 0 0,0-1 0 0 0,0 1-1 0 0,0 0 1 0 0,0 0-1 0 0,-1 0 1 0 0,2-3-7 0 0,0 1 0 0 0,0 0-1 0 0,-1-1 1 0 0,1 1 0 0 0,-1 0-1 0 0,0-1 1 0 0,0 1 0 0 0,0-1 0 0 0,0 1-1 0 0,0-1 1 0 0,-1 1 0 0 0,1 0-1 0 0,-1-1 1 0 0,1 1 0 0 0,-1 0-1 0 0,0-1 1 0 0,0 1 0 0 0,0 0 0 0 0,0 0-1 0 0,0 0 1 0 0,0 0 0 0 0,-1 0-1 0 0,1 0 1 0 0,-1 0 0 0 0,1 0 0 0 0,-1 0-1 0 0,0 1 1 0 0,0-1 0 0 0,0 1-1 0 0,0-1 1 0 0,0 1 0 0 0,0 0 0 0 0,0 0-1 0 0,0 0 1 0 0,-1 0 0 0 0,-2-1-1 0 0,2 0-6 0 0,-1-1-1 0 0,1 1 0 0 0,0-1 0 0 0,1 1 0 0 0,-1-1 0 0 0,0 0 0 0 0,1 0 0 0 0,0 0 1 0 0,-1-1-1 0 0,1 1 0 0 0,1-1 0 0 0,-1 1 0 0 0,0-1 0 0 0,1 1 0 0 0,0-1 0 0 0,0 0 1 0 0,0 0-1 0 0,0 0 0 0 0,0-4 0 0 0,0 2 43 0 0,-1 0 0 0 0,0 0 0 0 0,0-1 0 0 0,0 2 1 0 0,-1-1-1 0 0,-4-7 0 0 0,6 12 97 0 0,-1-1 1 0 0,1 0-1 0 0,-1 0 0 0 0,1 1 0 0 0,-1-1 1 0 0,0 1-1 0 0,0-1 0 0 0,0 1 1 0 0,0 0-1 0 0,0 0 0 0 0,0 0 1 0 0,0 0-1 0 0,-1 0 0 0 0,1 0 1 0 0,0 1-1 0 0,0-1 0 0 0,-1 1 0 0 0,1 0 1 0 0,0-1-1 0 0,-1 1 0 0 0,-3 0 1 0 0,-5 1 556 0 0,1 1 1 0 0,-1-1-1 0 0,0 2 0 0 0,0-1 1 0 0,1 2-1 0 0,-1-1 1 0 0,-9 6-1 0 0,7-3 380 0 0,0-1 0 0 0,0-1-1 0 0,-22 5 1 0 0,38-10-795 0 0,140-20 6477 0 0,19-6-5260 0 0,166-50-1356 0 0,-281 61-79 0 0,1 3 0 0 0,1 1 0 0 0,66-6 0 0 0,-115 18-70 0 0,1 0 0 0 0,-1 0 0 0 0,1 0 1 0 0,-1 0-1 0 0,1 0 0 0 0,-1 0 0 0 0,0 0 0 0 0,1 0 0 0 0,-1 0 1 0 0,1 0-1 0 0,-1 0 0 0 0,1 0 0 0 0,-1 0 0 0 0,1 0 0 0 0,-1 0 1 0 0,1 0-1 0 0,-1 1 0 0 0,0-1 0 0 0,1 0 0 0 0,-1 0 0 0 0,1 0 1 0 0,-1 1-1 0 0,0-1 0 0 0,1 0 0 0 0,-1 1 0 0 0,0-1 0 0 0,1 0 0 0 0,-1 1 1 0 0,0-1-1 0 0,1 0 0 0 0,-1 1 0 0 0,0-1 0 0 0,0 0 0 0 0,0 1 1 0 0,1-1-1 0 0,-1 1 0 0 0,0-1 0 0 0,0 1 0 0 0,0-1 0 0 0,0 1 1 0 0,0-1-1 0 0,0 0 0 0 0,0 1 0 0 0,0-1 0 0 0,0 1 0 0 0,0-1 1 0 0,0 1-1 0 0,0-1 0 0 0,0 1 0 0 0,0-1 0 0 0,0 1 0 0 0,0-1 1 0 0,0 0-1 0 0,-1 1 0 0 0,1-1 0 0 0,0 1 0 0 0,0-1 0 0 0,-1 0 0 0 0,1 1 1 0 0,0-1-1 0 0,0 0 0 0 0,-1 1 0 0 0,1-1 0 0 0,0 0 0 0 0,-2 1 1 0 0,-20 27-5289 0 0,14-22 3259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39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100 150 1376 0 0,'-10'-19'695'0'0,"-2"0"0"0"0,-19-23 0 0 0,2 4 2282 0 0,11 7 9546 0 0,28 43-10823 0 0,10 15-1260 0 0,126 286 1234 0 0,-88-178-2127 0 0,-48-115-1931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39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16 223 3225 0 0,'5'-27'2710'0'0,"-5"26"-2431"0"0,0 0 0 0 0,0 1 0 0 0,0-1 0 0 0,0 0 0 0 0,0 0-1 0 0,7-9 3905 0 0,-6 10-3904 0 0,-1 0 0 0 0,1-1-1 0 0,0 1 1 0 0,0-1 0 0 0,-1 1 0 0 0,1 0 0 0 0,0 0 0 0 0,1-1-1 0 0,-1 3 54 0 0,0 1 0 0 0,0-1 0 0 0,-1 1-1 0 0,1-1 1 0 0,-1 1 0 0 0,1-1 0 0 0,-1 1 0 0 0,0-1-1 0 0,0 1 1 0 0,0-1 0 0 0,0 1 0 0 0,-1 2-1 0 0,1-1-96 0 0,0 15-26 0 0,1 0 0 0 0,0 0 0 0 0,1 0-1 0 0,1 0 1 0 0,1-1 0 0 0,9 28 0 0 0,-10-40-212 0 0,-1-1 1 0 0,1 1-1 0 0,0 0 1 0 0,0-1-1 0 0,0 0 1 0 0,1 1-1 0 0,0-1 1 0 0,0-1-1 0 0,0 1 1 0 0,0 0-1 0 0,1-1 1 0 0,0 0-1 0 0,0 0 1 0 0,0-1-1 0 0,0 1 1 0 0,1-1-1 0 0,-1 0 1 0 0,1-1-1 0 0,0 1 1 0 0,0-1-1 0 0,0 0 1 0 0,0-1-1 0 0,8 2 1 0 0,-10-2 21 0 0,0-1 1 0 0,-1 0-1 0 0,1 0 1 0 0,0 0 0 0 0,0 0-1 0 0,-1-1 1 0 0,1 0-1 0 0,0 1 1 0 0,-1-1 0 0 0,1-1-1 0 0,-1 1 1 0 0,1 0 0 0 0,-1-1-1 0 0,0 0 1 0 0,1 0-1 0 0,-1 0 1 0 0,0 0 0 0 0,0 0-1 0 0,-1 0 1 0 0,1-1-1 0 0,0 0 1 0 0,-1 1 0 0 0,1-1-1 0 0,-1 0 1 0 0,0 0-1 0 0,0 0 1 0 0,0-1 0 0 0,0 1-1 0 0,-1 0 1 0 0,1-1-1 0 0,1-6 1 0 0,0 0 13 0 0,0-1 1 0 0,0 0-1 0 0,-1 0 1 0 0,0 0-1 0 0,-1-1 1 0 0,-1 1-1 0 0,1 0 0 0 0,-2 0 1 0 0,-1-15-1 0 0,-3 4 130 0 0,0 0 0 0 0,-1 1 1 0 0,-2 0-1 0 0,0 0 0 0 0,-14-26 0 0 0,16 35-101 0 0,-1 1 0 0 0,0 0 0 0 0,0 1 0 0 0,-1 0 0 0 0,0 0 0 0 0,-1 0 1 0 0,0 1-1 0 0,-1 1 0 0 0,0-1 0 0 0,-17-10 0 0 0,23 17-109 0 0,1 1 1 0 0,-1-1-1 0 0,0 1 1 0 0,1 0-1 0 0,-1 0 1 0 0,0 0-1 0 0,0 1 1 0 0,0 0-1 0 0,0-1 1 0 0,0 1-1 0 0,0 0 0 0 0,1 1 1 0 0,-1-1-1 0 0,0 1 1 0 0,0 0-1 0 0,0-1 1 0 0,0 2-1 0 0,1-1 1 0 0,-1 0-1 0 0,1 1 1 0 0,-1 0-1 0 0,1 0 0 0 0,-6 3 1 0 0,7-3-245 0 0,-1 0-1 0 0,1 0 1 0 0,0 0 0 0 0,-1 0-1 0 0,1 0 1 0 0,0 1 0 0 0,0-1-1 0 0,1 0 1 0 0,-1 1 0 0 0,0 0-1 0 0,1-1 1 0 0,0 1 0 0 0,0 0-1 0 0,0 0 1 0 0,0 0 0 0 0,0-1-1 0 0,0 1 1 0 0,1 0 0 0 0,-1 0-1 0 0,1 0 1 0 0,0 0 0 0 0,0 1-1 0 0,0-1 1 0 0,0 0 0 0 0,0 0-1 0 0,1 0 1 0 0,0 0 0 0 0,-1 0-1 0 0,1-1 1 0 0,0 1 0 0 0,2 3-1 0 0,-1-3 94 0 0,0 0-1 0 0,0 0 0 0 0,0 0 0 0 0,1 0 1 0 0,-1 0-1 0 0,1-1 0 0 0,0 1 1 0 0,0-1-1 0 0,0 0 0 0 0,0 0 1 0 0,0 0-1 0 0,6 3 0 0 0,10 4 199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40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20 8754 0 0,'-14'-20'9847'0'0,"23"29"-8140"0"0,10 14-1469 0 0,-1 0-1 0 0,-2 1 0 0 0,0 1 1 0 0,-1 1-1 0 0,-2 0 1 0 0,0 1-1 0 0,-2 0 0 0 0,-1 1 1 0 0,-1 0-1 0 0,8 53 1 0 0,-10-55-590 0 0,-1-12-1030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40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0 456 0 0,'-3'11'9217'0'0,"-32"89"-4045"0"0,22-68-4451 0 0,1 1 1 0 0,2 1-1 0 0,1 0 0 0 0,1 0 0 0 0,-2 38 0 0 0,9-70-646 0 0,1 0 1 0 0,0 0-1 0 0,0 0 1 0 0,0 0-1 0 0,0 0 0 0 0,0 0 1 0 0,0 0-1 0 0,1-1 0 0 0,-1 1 1 0 0,1 0-1 0 0,-1 0 0 0 0,1 0 1 0 0,0 0-1 0 0,0 0 1 0 0,0-1-1 0 0,0 1 0 0 0,0 0 1 0 0,0-1-1 0 0,0 1 0 0 0,1-1 1 0 0,1 3-1 0 0,-1-3-21 0 0,0 0 1 0 0,0-1-1 0 0,0 1 1 0 0,0-1-1 0 0,0 1 1 0 0,0-1-1 0 0,0 0 0 0 0,0 0 1 0 0,0 1-1 0 0,0-2 1 0 0,0 1-1 0 0,0 0 0 0 0,0 0 1 0 0,0-1-1 0 0,0 1 1 0 0,0-1-1 0 0,0 1 0 0 0,0-1 1 0 0,0 0-1 0 0,3-2 1 0 0,29-14-25 0 0,0-3 1 0 0,35-27-1 0 0,-17 12-3033 0 0,-30 20 1367 0 0,-2-1-18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50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79 149 2304 0 0,'-18'-2'773'0'0,"-19"-5"1540"0"0,36 7-2064 0 0,0 0 1 0 0,-1-1-1 0 0,1 1 0 0 0,0 0 0 0 0,-1-1 0 0 0,1 0 1 0 0,0 1-1 0 0,0-1 0 0 0,-1 0 0 0 0,1 1 0 0 0,0-1 1 0 0,0 0-1 0 0,0 0 0 0 0,0 0 0 0 0,0 0 0 0 0,0 0 1 0 0,0 0-1 0 0,1-1 0 0 0,-2-1 0 0 0,2 3-149 0 0,0-1-1 0 0,0 1 0 0 0,0 0 1 0 0,0-1-1 0 0,0 1 0 0 0,0-1 1 0 0,0 1-1 0 0,1 0 0 0 0,-1-1 1 0 0,0 1-1 0 0,0 0 0 0 0,0-1 1 0 0,1 1-1 0 0,-1 0 0 0 0,0-1 1 0 0,1 1-1 0 0,-1 0 0 0 0,0-1 1 0 0,1 1-1 0 0,-1 0 0 0 0,0 0 1 0 0,1-1-1 0 0,-1 1 0 0 0,0 0 1 0 0,1 0-1 0 0,-1 0 0 0 0,0 0 1 0 0,1 0-1 0 0,-1-1 0 0 0,1 1 1 0 0,-1 0-1 0 0,0 0 1 0 0,1 0-1 0 0,-1 0 0 0 0,1 0 1 0 0,-1 0-1 0 0,1 0 0 0 0,-1 0 1 0 0,0 1-1 0 0,1-1 0 0 0,-1 0 1 0 0,1 0-1 0 0,-1 0 0 0 0,0 0 1 0 0,1 1-1 0 0,26 3 677 0 0,-25-3-913 0 0,14 1 269 0 0,0 0-1 0 0,-1-1 0 0 0,1 0 0 0 0,0-1 1 0 0,0-1-1 0 0,26-5 0 0 0,88-29 865 0 0,-91 22-291 0 0,73-13 0 0 0,-90 24-355 0 0,0 1 0 0 0,24 2 0 0 0,-27 0-142 0 0,1-1-1 0 0,-1 0 1 0 0,27-6-1 0 0,17-10-189 0 0,-47 11-1 0 0,-1 0-1 0 0,1 1 1 0 0,0 1-1 0 0,0 0 1 0 0,1 2-1 0 0,18-1 1 0 0,-27 3 48 0 0,1 1-1 0 0,-1 0 1 0 0,0 1 0 0 0,0-1 0 0 0,12 8 0 0 0,-11-6 3 0 0,-1-1 1 0 0,1 1-1 0 0,0-1 0 0 0,15 2 1 0 0,111 7 108 0 0,-56-7-98 0 0,-31 1-10 0 0,22 1-74 0 0,-19-4 49 0 0,1 2 1 0 0,79 17-1 0 0,-55-7 25 0 0,-49-13-26 0 0,-1 0 1 0 0,1-2-1 0 0,0-1 0 0 0,0-1 0 0 0,43-8 0 0 0,-36 4 35 0 0,0 2 0 0 0,60 0 1 0 0,204 27-15 0 0,-147 4-20 0 0,-111-18-23 0 0,0-1 0 0 0,0-2 0 0 0,71 1 0 0 0,-73-7-21 0 0,0 2 0 0 0,62 12 0 0 0,-75-10 0 0 0,233 16 0 0 0,-211-18 0 0 0,50 0-16 0 0,-33-2-8 0 0,75 11 0 0 0,-57 3 24 0 0,-27-4 0 0 0,1-2 0 0 0,1-3 0 0 0,84-2 0 0 0,-11-11-83 0 0,100-8-114 0 0,-150 9 224 0 0,-54 7-10 0 0,-1-2-1 0 0,1-1 1 0 0,-1-1 0 0 0,1-1 0 0 0,33-12 0 0 0,-41 11-17 0 0,-1 2 0 0 0,1 0 0 0 0,0 1 0 0 0,0 0 0 0 0,0 2 0 0 0,26 0 0 0 0,-16 0 0 0 0,37-5 0 0 0,-35-1-241 0 0,-21 5 95 0 0,1-1 0 0 0,0 2 0 0 0,18-2 1 0 0,-9 3 199 0 0,0 1 0 0 0,0 1 0 0 0,29 6 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58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540 124 6449 0 0,'0'-4'211'0'0,"18"-70"3040"0"0,-15 66-1930 0 0,0 0 0 0 0,0 1 0 0 0,1-1 0 0 0,4-7 0 0 0,-18 33 762 0 0,0-1 1 0 0,-10 27 0 0 0,-28 92-2317 0 0,31-83 680 0 0,-77 240-446 0 0,-112 313 494 0 0,189-568-693 0 0,-2-1-1 0 0,-1-1 1 0 0,-1-1-1 0 0,-2 0 1 0 0,-48 54-1 0 0,68-86-608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58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309 72 5985 0 0,'0'-2'92'0'0,"0"0"0"0"0,0 0-1 0 0,-1 0 1 0 0,1 0-1 0 0,-1 0 1 0 0,1 0 0 0 0,-1 1-1 0 0,1-1 1 0 0,-1 0-1 0 0,0 0 1 0 0,0 0 0 0 0,0 1-1 0 0,0-1 1 0 0,0 1-1 0 0,-1-1 1 0 0,1 1 0 0 0,0-1-1 0 0,-1 1 1 0 0,1 0 0 0 0,-1-1-1 0 0,1 1 1 0 0,-1 0-1 0 0,0 0 1 0 0,1 0 0 0 0,-1 0-1 0 0,0 1 1 0 0,0-1-1 0 0,0 0 1 0 0,-2 0 0 0 0,0 0 158 0 0,1 0 0 0 0,-1 1 0 0 0,0-1 0 0 0,1 1 0 0 0,-1 0 0 0 0,0 0 0 0 0,0 0 0 0 0,1 0 0 0 0,-1 1 0 0 0,0-1 0 0 0,1 1 0 0 0,-1 0 0 0 0,1 0 0 0 0,-7 3 0 0 0,0 2 56 0 0,0 1-1 0 0,1 0 1 0 0,-1 0-1 0 0,1 1 1 0 0,-15 17-1 0 0,-38 53 1391 0 0,31-38-897 0 0,-16 27 584 0 0,48-65-1041 0 0,7-5-325 0 0,9-8-370 0 0,53-72-455 0 0,-55 63 919 0 0,1 0 0 0 0,1 1 0 0 0,1 0 0 0 0,31-24 0 0 0,-34 32 36 0 0,1 1 1 0 0,0 1-1 0 0,23-11 1 0 0,-35 18 23 0 0,1 0 0 0 0,-1 0 0 0 0,1 1 0 0 0,0-1 0 0 0,0 1 0 0 0,0 0 0 0 0,0 1 0 0 0,0-1 0 0 0,0 1 0 0 0,0 0 0 0 0,0 0 0 0 0,0 1 0 0 0,0-1 0 0 0,0 1 0 0 0,0 0 1 0 0,-1 0-1 0 0,9 4 0 0 0,-11-4-108 0 0,1 1 0 0 0,-1 0 0 0 0,0 0 1 0 0,0 0-1 0 0,0 0 0 0 0,0 0 0 0 0,0 1 1 0 0,0-1-1 0 0,0 0 0 0 0,-1 1 0 0 0,0 0 1 0 0,1-1-1 0 0,-1 1 0 0 0,0 0 0 0 0,1 4 0 0 0,10 50 129 0 0,-8-36-151 0 0,3 12-56 0 0,1-1 0 0 0,2 0 0 0 0,1 0 0 0 0,24 45 0 0 0,-14-38-342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59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1 115 920 0 0,'10'-44'3236'0'0,"11"-26"8657"0"0,-21 70-11803 0 0,0 0 0 0 0,0 0 0 0 0,1 0 1 0 0,-1 0-1 0 0,0-1 0 0 0,0 1 0 0 0,0 0 0 0 0,1 0 0 0 0,-1 0 1 0 0,0 0-1 0 0,0 0 0 0 0,1 0 0 0 0,-1 0 0 0 0,0 0 1 0 0,0 0-1 0 0,1 0 0 0 0,-1 0 0 0 0,0 0 0 0 0,0 0 1 0 0,1 0-1 0 0,-1 1 0 0 0,0-1 0 0 0,12 8 1379 0 0,7 14-310 0 0,-7-3-900 0 0,-1 1 0 0 0,-1 0 0 0 0,0 1 1 0 0,9 31-1 0 0,19 92-108 0 0,-21-74 16 0 0,-13-50-147 0 0,-3-14-19 0 0,1 0 1 0 0,-1 1 0 0 0,1-1 0 0 0,0 0-1 0 0,1 1 1 0 0,3 6 0 0 0,-6-13-10 0 0,1 0 1 0 0,-1 0-1 0 0,0 0 0 0 0,1 0 1 0 0,-1 0-1 0 0,1 0 0 0 0,-1 0 1 0 0,0 0-1 0 0,1 0 0 0 0,-1 0 1 0 0,0 0-1 0 0,1 0 0 0 0,-1 0 1 0 0,1 0-1 0 0,-1 0 1 0 0,0 0-1 0 0,1-1 0 0 0,-1 1 1 0 0,0 0-1 0 0,1 0 0 0 0,-1 0 1 0 0,0-1-1 0 0,1 1 0 0 0,-1 0 1 0 0,0 0-1 0 0,1-1 1 0 0,-1 1-1 0 0,0 0 0 0 0,0-1 1 0 0,1 1-1 0 0,-1 0 0 0 0,0-1 1 0 0,0 1-1 0 0,0 0 0 0 0,0-1 1 0 0,1 1-1 0 0,-1 0 1 0 0,0-1-1 0 0,0 1 0 0 0,0-1 1 0 0,0 1-1 0 0,0 0 0 0 0,0-1 1 0 0,0 0-1 0 0,8-18-434 0 0,10-82-119 0 0,-16 83 627 0 0,0-1 0 0 0,1 0 1 0 0,2 0-1 0 0,-1 1 0 0 0,2 0 0 0 0,1 0 0 0 0,0 0 0 0 0,11-19 0 0 0,-13 29-22 0 0,0 1 1 0 0,0 0 0 0 0,1 0-1 0 0,0 0 1 0 0,0 1-1 0 0,0-1 1 0 0,1 2 0 0 0,0-1-1 0 0,0 1 1 0 0,1 0 0 0 0,-1 0-1 0 0,12-4 1 0 0,-18 8-20 0 0,0 1 0 0 0,1 0 1 0 0,-1 0-1 0 0,1 0 1 0 0,-1 0-1 0 0,1 0 0 0 0,-1 0 1 0 0,1 1-1 0 0,-1-1 0 0 0,1 0 1 0 0,-1 1-1 0 0,1-1 1 0 0,-1 1-1 0 0,0-1 0 0 0,1 1 1 0 0,-1 0-1 0 0,0 0 0 0 0,1-1 1 0 0,-1 1-1 0 0,0 0 1 0 0,0 0-1 0 0,0 0 0 0 0,0 0 1 0 0,0 1-1 0 0,0-1 0 0 0,0 0 1 0 0,0 0-1 0 0,-1 1 1 0 0,1-1-1 0 0,0 0 0 0 0,-1 1 1 0 0,1-1-1 0 0,0 2 0 0 0,4 9 89 0 0,-1 0 0 0 0,5 24 0 0 0,-6-26-379 0 0,32 106 471 0 0,-9-62-2762 0 0,11-4-5937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6:59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0 121 6449 0 0,'9'-30'14882'0'0,"-9"38"-14864"0"0,1 0-1 0 0,-1 1 0 0 0,1-1 1 0 0,1 0-1 0 0,-1 0 1 0 0,1 0-1 0 0,1-1 0 0 0,-1 1 1 0 0,1 0-1 0 0,1-1 0 0 0,0 0 1 0 0,0 1-1 0 0,0-2 1 0 0,7 10-1 0 0,-6-10-12 0 0,0 1 0 0 0,0-1 0 0 0,1 0 0 0 0,0 0 0 0 0,0-1 0 0 0,0 1-1 0 0,1-2 1 0 0,-1 1 0 0 0,1-1 0 0 0,0 0 0 0 0,1 0 0 0 0,-1 0 0 0 0,1-1 0 0 0,15 4 0 0 0,-21-7 14 0 0,0 1-1 0 0,1-1 1 0 0,-1 0-1 0 0,0 0 1 0 0,0 0-1 0 0,0 0 1 0 0,1 0-1 0 0,-1 0 1 0 0,0 0-1 0 0,0-1 1 0 0,0 1-1 0 0,0-1 1 0 0,0 0 0 0 0,0 0-1 0 0,0 1 1 0 0,0-1-1 0 0,0 0 1 0 0,0-1-1 0 0,0 1 1 0 0,0 0-1 0 0,2-3 1 0 0,-2 1 17 0 0,0 0 1 0 0,0 0 0 0 0,0 0-1 0 0,0 0 1 0 0,-1 0-1 0 0,0 0 1 0 0,0 0-1 0 0,0 0 1 0 0,0-1 0 0 0,0 1-1 0 0,0 0 1 0 0,0-7-1 0 0,-1 0-11 0 0,0 0-1 0 0,0 0 0 0 0,-1 1 0 0 0,-1-1 1 0 0,1 0-1 0 0,-2 0 0 0 0,1 1 0 0 0,-7-17 1 0 0,3 15 22 0 0,0 1 1 0 0,-1 0 0 0 0,0 0 0 0 0,0 0 0 0 0,-1 1 0 0 0,-17-16 0 0 0,20 20-172 0 0,0 1 0 0 0,-1 0 0 0 0,1 0 0 0 0,-1 0 0 0 0,0 1 0 0 0,1 0 0 0 0,-2 0-1 0 0,1 1 1 0 0,0-1 0 0 0,0 1 0 0 0,-1 1 0 0 0,1-1 0 0 0,-1 1 0 0 0,-7 0 0 0 0,2 2-1898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00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46 10594 0 0,'-31'-26'1325'0'0,"7"6"4250"0"0,26 24-5158 0 0,0 0-1 0 0,0 0 1 0 0,-1 0-1 0 0,1 0 1 0 0,-1 1-1 0 0,0-1 1 0 0,0 0-1 0 0,0 5 0 0 0,2 5-5 0 0,49 228 1199 0 0,-32-137-2007 0 0,56 174 0 0 0,-58-236-2253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00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0 100 12731 0 0,'0'0'289'0'0,"29"-9"2662"0"0,-27 8-2868 0 0,52-23 929 0 0,26-7-3913 0 0,-57 24 2250 0 0,0 1 0 0 0,1 0 0 0 0,-1 2-1 0 0,27-2 1 0 0,14 3 567 0 0,-33 0-3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00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20 6913 0 0,'-27'-4'3737'0'0,"-13"-7"6589"0"0,40 11-10252 0 0,-1 0-1 0 0,1 1 1 0 0,-1-1-1 0 0,1 0 1 0 0,-1 1-1 0 0,1-1 1 0 0,0 1-1 0 0,-1-1 1 0 0,1 0-1 0 0,-1 1 1 0 0,1-1-1 0 0,0 1 1 0 0,-1-1-1 0 0,1 1 1 0 0,0-1-1 0 0,0 1 1 0 0,-1 0-1 0 0,1-1 1 0 0,0 1-1 0 0,0-1 0 0 0,0 1 1 0 0,0-1-1 0 0,0 1 1 0 0,0 0-1 0 0,0-1 1 0 0,0 1-1 0 0,0-1 1 0 0,0 1-1 0 0,0-1 1 0 0,0 1-1 0 0,0 0 1 0 0,1 0-1 0 0,0 23 35 0 0,1-5-77 0 0,1 0 0 0 0,0-1 0 0 0,2 1 0 0 0,0 0 0 0 0,1-1 0 0 0,10 20 0 0 0,-14-34-37 0 0,0 0 1 0 0,0 0-1 0 0,0 0 0 0 0,0-1 1 0 0,1 1-1 0 0,0-1 0 0 0,0 1 1 0 0,0-1-1 0 0,0 0 0 0 0,0 0 1 0 0,0-1-1 0 0,1 1 0 0 0,-1-1 1 0 0,1 1-1 0 0,0-1 0 0 0,0 0 1 0 0,0-1-1 0 0,0 1 0 0 0,0-1 1 0 0,0 1-1 0 0,0-1 0 0 0,0 0 0 0 0,1-1 1 0 0,-1 1-1 0 0,0-1 0 0 0,1 0 1 0 0,-1 0-1 0 0,0 0 0 0 0,1-1 1 0 0,-1 1-1 0 0,0-1 0 0 0,0 0 1 0 0,7-3-1 0 0,-5 2-18 0 0,0-1-1 0 0,0 0 1 0 0,-1 0-1 0 0,1 0 1 0 0,-1-1-1 0 0,0 0 0 0 0,0 0 1 0 0,0 0-1 0 0,0-1 1 0 0,-1 1-1 0 0,1-1 1 0 0,-1 0-1 0 0,-1-1 1 0 0,1 1-1 0 0,-1-1 1 0 0,0 1-1 0 0,0-1 1 0 0,0 0-1 0 0,-1 0 1 0 0,2-8-1 0 0,-2 9 29 0 0,-1 0-1 0 0,0 0 1 0 0,0 0-1 0 0,0-1 1 0 0,-1 1-1 0 0,0 0 1 0 0,0-1-1 0 0,0 1 1 0 0,0 0-1 0 0,-1-1 0 0 0,0 1 1 0 0,0 0-1 0 0,0 0 1 0 0,-1 0-1 0 0,0 0 1 0 0,0 0-1 0 0,0 0 1 0 0,-1 0-1 0 0,1 1 1 0 0,-1-1-1 0 0,0 1 1 0 0,-1 0-1 0 0,1-1 0 0 0,-8-6 1 0 0,8 9-95 0 0,1 1-1 0 0,-1-1 1 0 0,1 0 0 0 0,-1 1 0 0 0,0-1-1 0 0,0 1 1 0 0,1 0 0 0 0,-1 0 0 0 0,0 0 0 0 0,0 0-1 0 0,-4 0 1 0 0,-5 1-939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01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35 6913 0 0,'-13'-9'356'0'0,"13"9"-116"0"0,-1-1 0 0 0,1 0 0 0 0,-1 0 1 0 0,1 1-1 0 0,0-1 0 0 0,-1 0 0 0 0,1 0 0 0 0,0 0 0 0 0,0 1 0 0 0,0-1 0 0 0,0 0 0 0 0,0 0 1 0 0,0 0-1 0 0,0 0 0 0 0,0 1 0 0 0,0-1 0 0 0,0 0 0 0 0,0 0 0 0 0,0 0 0 0 0,5-7 2634 0 0,-4 8-2686 0 0,-1 0 0 0 0,0 0 0 0 0,1-1 0 0 0,-1 1 0 0 0,1 0 0 0 0,-1 0 0 0 0,1-1 1 0 0,-1 1-1 0 0,1 0 0 0 0,0 0 0 0 0,0 0-102 0 0,0 0 0 0 0,0 0 0 0 0,0 1 0 0 0,0-1 0 0 0,0 0 0 0 0,0 0 0 0 0,0 1 0 0 0,-1-1 0 0 0,1 1 0 0 0,0-1 0 0 0,0 1 0 0 0,0-1 0 0 0,0 1 0 0 0,-1-1 0 0 0,1 1 0 0 0,0 0 0 0 0,0-1 0 0 0,0 3 0 0 0,6 6 310 0 0,0 1 1 0 0,-1-1-1 0 0,-1 2 0 0 0,0-1 1 0 0,0 1-1 0 0,-1-1 0 0 0,4 16 1 0 0,-5-16-366 0 0,-1 0 0 0 0,2-1 0 0 0,0 1 0 0 0,0-1 0 0 0,0 0 0 0 0,1 0 0 0 0,1-1 0 0 0,-1 1-1 0 0,1-1 1 0 0,9 8 0 0 0,-15-15-49 0 0,1 0-1 0 0,-1-1 0 0 0,1 1 0 0 0,-1-1 0 0 0,1 1 0 0 0,0-1 0 0 0,-1 1 0 0 0,1-1 0 0 0,0 0 0 0 0,0 1 1 0 0,-1-1-1 0 0,1 0 0 0 0,0 0 0 0 0,0 1 0 0 0,-1-1 0 0 0,1 0 0 0 0,0 0 0 0 0,0 0 0 0 0,0 0 1 0 0,-1 0-1 0 0,1 0 0 0 0,0 0 0 0 0,0 0 0 0 0,-1 0 0 0 0,1-1 0 0 0,0 1 0 0 0,0 0 0 0 0,0 0 1 0 0,1-1-1 0 0,-1-1-56 0 0,1 1-1 0 0,0-1 1 0 0,-1 1 0 0 0,1-1 0 0 0,-1 0 0 0 0,0 1 0 0 0,1-1 0 0 0,-1 0 0 0 0,0 0-1 0 0,2-4 1 0 0,0-2-183 0 0,0-1 0 0 0,0 1 0 0 0,0-1 0 0 0,1-13 0 0 0,-3-2 64 0 0,4-31-83 0 0,-4 52 319 0 0,-1 1 0 0 0,1 0 0 0 0,-1-1 0 0 0,1 1 0 0 0,0 0 0 0 0,0 0 1 0 0,0-1-1 0 0,0 1 0 0 0,0 0 0 0 0,0 0 0 0 0,1 0 0 0 0,-1 1 0 0 0,1-1 0 0 0,-1 0 0 0 0,1 0 0 0 0,0 1 0 0 0,-1-1 0 0 0,4-1 0 0 0,-5 3-1 0 0,1 0-1 0 0,0 0 1 0 0,0 0-1 0 0,0 0 1 0 0,0 0-1 0 0,-1 0 1 0 0,1 0-1 0 0,0 0 1 0 0,0 0-1 0 0,0 0 1 0 0,-1 0-1 0 0,1 1 1 0 0,0-1-1 0 0,0 0 1 0 0,-1 1-1 0 0,1-1 1 0 0,0 0-1 0 0,0 1 1 0 0,-1-1 0 0 0,1 1-1 0 0,-1-1 1 0 0,1 1-1 0 0,0-1 1 0 0,-1 1-1 0 0,1 0 1 0 0,-1-1-1 0 0,1 1 1 0 0,-1 0-1 0 0,1 0 1 0 0,16 27 520 0 0,-12-19-413 0 0,2-1-423 0 0,-1-1 0 0 0,1 0 0 0 0,0-1 0 0 0,1 1 0 0 0,0-1 1 0 0,0-1-1 0 0,0 0 0 0 0,0 0 0 0 0,1 0 0 0 0,0-1 0 0 0,10 3 1 0 0,-1 0-1113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01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127 394 1376 0 0,'6'-8'-304'0'0,"11"-17"1965"0"0,-16 23-1054 0 0,1 0 1 0 0,-1 0 0 0 0,0 0 0 0 0,0 0 0 0 0,-1 0 0 0 0,1-1 0 0 0,0 1-1 0 0,-1 0 1 0 0,1-4 0 0 0,-1 6-506 0 0,0-1 0 0 0,0 1-1 0 0,-1 0 1 0 0,1-1 0 0 0,0 1 0 0 0,0 0-1 0 0,-1-1 1 0 0,1 1 0 0 0,0 0-1 0 0,0 0 1 0 0,-1-1 0 0 0,1 1 0 0 0,0 0-1 0 0,-1 0 1 0 0,1-1 0 0 0,0 1-1 0 0,-1 0 1 0 0,1 0 0 0 0,-1 0 0 0 0,1 0-1 0 0,0 0 1 0 0,-1 0 0 0 0,1 0-1 0 0,-1-1 1 0 0,1 1 0 0 0,0 0 0 0 0,-1 0-1 0 0,1 1 1 0 0,-1-1 0 0 0,1 0-1 0 0,0 0 1 0 0,-1 0 0 0 0,1 0 0 0 0,-1 0-1 0 0,1 0 1 0 0,0 0 0 0 0,-1 1-1 0 0,1-1 1 0 0,0 0 0 0 0,-1 0 0 0 0,1 0-1 0 0,0 1 1 0 0,-1-1 0 0 0,1 0-1 0 0,0 0 1 0 0,-1 1 0 0 0,-18 11 1113 0 0,7-1-857 0 0,1 0 0 0 0,0 1-1 0 0,0 1 1 0 0,2 0 0 0 0,-1 0-1 0 0,2 1 1 0 0,0 0 0 0 0,0 0-1 0 0,1 1 1 0 0,1 0 0 0 0,1 1-1 0 0,0-1 1 0 0,1 1 0 0 0,-3 19-1 0 0,7-33-324 0 0,-1 0 0 0 0,1-1 0 0 0,0 1 0 0 0,0 0 0 0 0,0 0 0 0 0,0 0 0 0 0,0 0 0 0 0,0 0 0 0 0,0 0 0 0 0,1-1 0 0 0,-1 1 0 0 0,0 0 0 0 0,1 0 0 0 0,0 0 0 0 0,-1-1 0 0 0,1 1 0 0 0,0 0 0 0 0,0-1 0 0 0,0 1 0 0 0,0-1 0 0 0,0 1 0 0 0,1-1 0 0 0,-1 1 0 0 0,0-1 0 0 0,1 0 0 0 0,-1 0 0 0 0,0 1 1 0 0,1-1-1 0 0,0 0 0 0 0,3 1 0 0 0,-3-1-69 0 0,1-1 0 0 0,0 0 1 0 0,0 1-1 0 0,0-1 0 0 0,0 0 1 0 0,0-1-1 0 0,-1 1 1 0 0,1 0-1 0 0,0-1 0 0 0,0 0 1 0 0,0 1-1 0 0,-1-1 0 0 0,1 0 1 0 0,0-1-1 0 0,-1 1 1 0 0,1 0-1 0 0,-1-1 0 0 0,1 1 1 0 0,2-3-1 0 0,10-9-270 0 0,0-1 0 0 0,0 0-1 0 0,-2-1 1 0 0,0 0 0 0 0,0-1 0 0 0,-2-1-1 0 0,0 0 1 0 0,-1 0 0 0 0,0-1 0 0 0,12-34-1 0 0,-13 25 275 0 0,-1 1 0 0 0,-1-1 0 0 0,-1 0 0 0 0,-1-1-1 0 0,-2 0 1 0 0,-1 1 0 0 0,-1-38 0 0 0,-2 48 464 0 0,0 0-1 0 0,-2 0 1 0 0,0 0 0 0 0,0 0-1 0 0,-2 1 1 0 0,-10-28 0 0 0,15 44-408 0 0,0 0 1 0 0,0 0-1 0 0,0 0 0 0 0,0 0 1 0 0,0 0-1 0 0,0 0 0 0 0,0 0 1 0 0,0 0-1 0 0,0-1 0 0 0,0 1 1 0 0,0 0-1 0 0,0 0 0 0 0,-1 0 1 0 0,1 0-1 0 0,0 0 1 0 0,0 0-1 0 0,0 0 0 0 0,0 0 1 0 0,0 0-1 0 0,0 0 0 0 0,0 0 1 0 0,0 0-1 0 0,0 0 0 0 0,0 0 1 0 0,0 0-1 0 0,0 0 0 0 0,-1 0 1 0 0,1 0-1 0 0,0 0 0 0 0,0 0 1 0 0,0 0-1 0 0,0 0 1 0 0,0 0-1 0 0,0 0 0 0 0,0 0 1 0 0,0 0-1 0 0,0 0 0 0 0,0 0 1 0 0,-1 0-1 0 0,1 0 0 0 0,0 0 1 0 0,0 0-1 0 0,0 0 0 0 0,0 0 1 0 0,0 0-1 0 0,0 0 0 0 0,0 0 1 0 0,0 0-1 0 0,0 0 1 0 0,0 0-1 0 0,0 0 0 0 0,0 0 1 0 0,-1 0-1 0 0,1 0 0 0 0,0 1 1 0 0,0-1-1 0 0,0 0 0 0 0,0 0 1 0 0,0 0-1 0 0,0 0 0 0 0,0 0 1 0 0,0 0-1 0 0,0 0 0 0 0,-4 10 491 0 0,0 12-208 0 0,4-8-227 0 0,1 0 0 0 0,0 1 0 0 0,1-1 0 0 0,0 0 0 0 0,8 26 0 0 0,32 70 4 0 0,-5-13 74 0 0,-16-11-202 0 0,-17-64 46 0 0,1 0 1 0 0,1 0-1 0 0,1 0 1 0 0,0-1-1 0 0,2 0 1 0 0,12 20-1 0 0,-20-38-4 0 0,0-1 0 0 0,0 0 0 0 0,1 0-1 0 0,0 1 1 0 0,-1-1 0 0 0,1 0 0 0 0,0-1-1 0 0,0 1 1 0 0,0 0 0 0 0,0 0 0 0 0,0-1-1 0 0,0 1 1 0 0,0-1 0 0 0,1 0 0 0 0,-1 0 0 0 0,0 0-1 0 0,1 0 1 0 0,-1 0 0 0 0,1 0 0 0 0,-1-1-1 0 0,1 1 1 0 0,0-1 0 0 0,2 1 0 0 0,-2-2-2 0 0,-1 0 0 0 0,1 1 0 0 0,0-1-1 0 0,0-1 1 0 0,-1 1 0 0 0,1 0 0 0 0,-1-1 0 0 0,1 1 0 0 0,-1-1 0 0 0,0 0 0 0 0,1 1 0 0 0,-1-1 0 0 0,0 0 0 0 0,0-1 0 0 0,0 1 0 0 0,-1 0 0 0 0,1 0 0 0 0,0-1 0 0 0,-1 1 0 0 0,2-5 0 0 0,17-32-111 0 0,-10 18 286 0 0,1 0 0 0 0,17-23 0 0 0,-25 39-166 0 0,1 0-1 0 0,0 0 1 0 0,0 1-1 0 0,1-1 1 0 0,-1 1 0 0 0,1 0-1 0 0,0 0 1 0 0,0 1-1 0 0,0-1 1 0 0,1 1 0 0 0,-1 0-1 0 0,1 1 1 0 0,7-3-1 0 0,-9 5-2 0 0,0 0 0 0 0,0 0-1 0 0,-1 0 1 0 0,1 0 0 0 0,0 1 0 0 0,0-1-1 0 0,0 1 1 0 0,0 0 0 0 0,-1 0-1 0 0,1 1 1 0 0,0-1 0 0 0,-1 1 0 0 0,1 0-1 0 0,-1 0 1 0 0,0 0 0 0 0,5 4-1 0 0,14 7-384 0 0,-8-7 16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6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1840 0 0,'12'11'16925'0'0,"-4"4"-18372"0"0,-1-2 2193 0 0,-1 0 1 0 0,5 20-1 0 0,-9-26-659 0 0,2 0 39 0 0,0 0 0 0 0,0 0 0 0 0,0-1 0 0 0,1 1 0 0 0,0-1 0 0 0,1 0 0 0 0,-1 0 0 0 0,1-1 0 0 0,12 10 0 0 0,15 15 647 0 0,-15-12-562 0 0,1-1 1 0 0,0-1-1 0 0,33 19 1 0 0,-32-22-197 0 0,-1 0-1 0 0,-1 1 1 0 0,0 1 0 0 0,23 25 0 0 0,-29-28-2 0 0,1 0 1 0 0,0-1-1 0 0,0-1 1 0 0,1 0-1 0 0,1-1 1 0 0,22 11 0 0 0,-12-6 44 0 0,27 19 0 0 0,-31-19-36 0 0,1-1 0 0 0,0-1 1 0 0,1-1-1 0 0,30 9 1 0 0,-23-8 0 0 0,-1 0 0 0 0,29 18 0 0 0,281 178-3 0 0,-246-147 16 0 0,125 72 164 0 0,-102-74 101 0 0,239 107-402 0 0,-278-136 43 0 0,-20-7 45 0 0,69 19 0 0 0,121 6 86 0 0,-162-32-66 0 0,0-3 0 0 0,0-3-1 0 0,141-4 1 0 0,-14 12-7 0 0,-39 0 0 0 0,-164-18-1 0 0,24 1-2 0 0,0 0 0 0 0,0 2 0 0 0,0 2-1 0 0,-1 1 1 0 0,54 17 0 0 0,-66-16-129 0 0,0-2-1 0 0,-1 0 0 0 0,35 3 1 0 0,6 1 23 0 0,-60-9-49 0 0,15 5-415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7.5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147 887 5065 0 0,'-26'19'1124'0'0,"0"0"-1"0"0,2 2 0 0 0,0 1 1 0 0,-23 29 2385 0 0,47-50-3458 0 0,11-6 1169 0 0,12-7-76 0 0,61-42 1440 0 0,110-94 1 0 0,64-83-1192 0 0,0 11-786 0 0,-8 8 115 0 0,-231 194-995 0 0,17-14-1887 0 0,47-56 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7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1 10138 0 0,'1'10'5391'0'0,"0"9"-4647"0"0,0 11-152 0 0,-1-1 0 0 0,-2 0 0 0 0,0 0 0 0 0,-2 0 0 0 0,-9 33 0 0 0,-49 135 894 0 0,26-93-887 0 0,33-94-541 0 0,0-1-1 0 0,1 1 1 0 0,0 1-1 0 0,0-1 1 0 0,1 0-1 0 0,0 0 1 0 0,1 12-1 0 0,0-20-41 0 0,1 0 0 0 0,-1 0 0 0 0,0 0 1 0 0,1 0-1 0 0,0 0 0 0 0,-1 0 0 0 0,1 0 0 0 0,0 0 0 0 0,0-1 0 0 0,0 1 0 0 0,0 0 1 0 0,0 0-1 0 0,0-1 0 0 0,1 1 0 0 0,-1-1 0 0 0,0 1 0 0 0,3 1 0 0 0,-2-2-3 0 0,0 0 0 0 0,1 0 0 0 0,-1 0 0 0 0,1 0 0 0 0,-1 0-1 0 0,1-1 1 0 0,-1 1 0 0 0,1-1 0 0 0,-1 1 0 0 0,1-1 0 0 0,0 0 0 0 0,-1 0-1 0 0,1 0 1 0 0,-1-1 0 0 0,1 1 0 0 0,0-1 0 0 0,2 0 0 0 0,7-2 55 0 0,0-1 0 0 0,1 0 1 0 0,-1-1-1 0 0,-1-1 1 0 0,1 0-1 0 0,-1 0 0 0 0,14-11 1 0 0,33-29-908 0 0,-22 14-2622 0 0,-20 18 839 0 0,15-14-4477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8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26 12443 0 0,'-13'-26'5980'0'0,"13"40"-3686"0"0,0-8-2152 0 0,4 71 1168 0 0,21 116 0 0 0,-16-134-1041 0 0,-3-17-124 0 0,18 62 1 0 0,-20-91-631 0 0,0-1 1 0 0,1 1 0 0 0,1-1-1 0 0,0 0 1 0 0,0-1-1 0 0,1 1 1 0 0,1-2 0 0 0,0 1-1 0 0,10 11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8.8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19 295 9674 0 0,'-4'0'146'0'0,"-9"-3"798"0"0,13 3-920 0 0,0 0 0 0 0,-1 0 1 0 0,1-1-1 0 0,0 1 0 0 0,0 0 0 0 0,0 0 0 0 0,0-1 0 0 0,0 1 0 0 0,0 0 1 0 0,0 0-1 0 0,0-1 0 0 0,0 1 0 0 0,0 0 0 0 0,0-1 0 0 0,0 1 0 0 0,0 0 1 0 0,0 0-1 0 0,0-1 0 0 0,0 1 0 0 0,0 0 0 0 0,0 0 0 0 0,0-1 0 0 0,0 1 0 0 0,1 0 1 0 0,-1 0-1 0 0,0-1 0 0 0,0 1 0 0 0,0 0 0 0 0,0 0 0 0 0,0 0 0 0 0,1-1 1 0 0,-1 1-1 0 0,0 0 0 0 0,0 0 0 0 0,0 0 0 0 0,1 0 0 0 0,-1-1 0 0 0,0 1 1 0 0,0 0-1 0 0,1 0 0 0 0,-1 0 0 0 0,0 0 0 0 0,0 0 0 0 0,1 0 0 0 0,-1 0 1 0 0,35-24 1754 0 0,0 2 1 0 0,70-33-1 0 0,-68 37-1316 0 0,-3 0-407 0 0,1 2 1 0 0,0 1-1 0 0,1 2 1 0 0,59-13 0 0 0,-71 27 1242 0 0,-23-1-1242 0 0,0 0-1 0 0,-1 0 1 0 0,1 1 0 0 0,-1-1-1 0 0,1 0 1 0 0,-1 1-1 0 0,1-1 1 0 0,-1 1 0 0 0,1-1-1 0 0,-1 0 1 0 0,1 1-1 0 0,-1-1 1 0 0,0 1 0 0 0,1 0-1 0 0,-1-1 1 0 0,0 1 0 0 0,0-1-1 0 0,1 1 1 0 0,-1-1-1 0 0,0 1 1 0 0,1 1 0 0 0,-1 2 158 0 0,0 0 1 0 0,-1 0-1 0 0,1 0 0 0 0,-1 0 1 0 0,0 0-1 0 0,0 0 1 0 0,-2 8-1 0 0,-5 20-185 0 0,7-22-23 0 0,1 1 0 0 0,1 0 0 0 0,0-1 0 0 0,0 1 0 0 0,1-1 0 0 0,0 0 0 0 0,1 1 0 0 0,5 11 0 0 0,-6-16-4 0 0,0-1-1 0 0,1 1 1 0 0,0-1 0 0 0,0 1 0 0 0,0-1 0 0 0,1 0-1 0 0,0 0 1 0 0,0-1 0 0 0,0 1 0 0 0,0-1 0 0 0,1 0 0 0 0,0 0-1 0 0,-1 0 1 0 0,1-1 0 0 0,9 5 0 0 0,-10-6 3 0 0,-1-1 0 0 0,1 0 0 0 0,0-1 0 0 0,-1 1 0 0 0,1-1 0 0 0,0 1 0 0 0,-1-1 0 0 0,1 0 0 0 0,0-1 0 0 0,0 1 0 0 0,-1-1 0 0 0,1 1 0 0 0,-1-1 0 0 0,1 0 0 0 0,0 0 0 0 0,-1-1 0 0 0,0 1 0 0 0,1-1 0 0 0,-1 0 0 0 0,0 0 0 0 0,0 0 0 0 0,0 0 0 0 0,0 0 0 0 0,0-1 0 0 0,0 1 0 0 0,-1-1 0 0 0,1 0 0 0 0,-1 0 0 0 0,3-3 0 0 0,1-2 12 0 0,0 0 0 0 0,-1 0 0 0 0,0-1 0 0 0,0 1 0 0 0,-1-1 0 0 0,0-1 0 0 0,0 1 0 0 0,-1 0 0 0 0,3-18 0 0 0,-5 17 38 0 0,0 0 0 0 0,-1 0 0 0 0,0 1-1 0 0,0-1 1 0 0,-1 0 0 0 0,-1 1 0 0 0,0-1 0 0 0,0 1 0 0 0,0-1 0 0 0,-2 1 0 0 0,1 0 0 0 0,-7-13 0 0 0,7 17-176 0 0,-1 0-1 0 0,1 0 1 0 0,-1 0 0 0 0,0 0 0 0 0,0 1 0 0 0,0-1 0 0 0,-1 1 0 0 0,1 0 0 0 0,-6-3 0 0 0,5 4-474 0 0,0 1 1 0 0,0-1-1 0 0,1 1 1 0 0,-1 0 0 0 0,-1 0-1 0 0,1 1 1 0 0,0 0-1 0 0,0 0 1 0 0,-1 0 0 0 0,1 0-1 0 0,-7 1 1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9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11058 0 0,'6'7'1799'0'0,"-1"0"-1"0"0,0 0 0 0 0,0 1 0 0 0,8 14 0 0 0,-10-15-1529 0 0,0 0 0 0 0,1 0 0 0 0,0-1 0 0 0,1 1 0 0 0,-1-1-1 0 0,1 0 1 0 0,1 0 0 0 0,7 7 0 0 0,-7-9-244 0 0,-1-1 1 0 0,0 1 0 0 0,1-1-1 0 0,0 0 1 0 0,0 0-1 0 0,0-1 1 0 0,0 0-1 0 0,1 0 1 0 0,-1 0-1 0 0,0-1 1 0 0,1 0 0 0 0,-1 0-1 0 0,1 0 1 0 0,-1-1-1 0 0,1 0 1 0 0,6-1-1 0 0,-8 0-27 0 0,0 0-1 0 0,0-1 0 0 0,0 1 0 0 0,-1-1 0 0 0,1 0 0 0 0,0 0 1 0 0,-1 0-1 0 0,0-1 0 0 0,1 1 0 0 0,-1-1 0 0 0,0 0 0 0 0,-1 0 0 0 0,1-1 1 0 0,0 1-1 0 0,-1-1 0 0 0,0 0 0 0 0,0 0 0 0 0,0 0 0 0 0,0 0 1 0 0,-1 0-1 0 0,4-8 0 0 0,-2 1-48 0 0,0 0 1 0 0,-1-1-1 0 0,-1 1 1 0 0,3-17-1 0 0,-4 16 23 0 0,2-1 0 0 0,-1 0 1 0 0,7-15-1 0 0,-9 27 34 0 0,0 1 0 0 0,0-1 1 0 0,0 0-1 0 0,1 0 0 0 0,-1 1 0 0 0,0-1 1 0 0,0 0-1 0 0,1 1 0 0 0,-1-1 0 0 0,1 0 1 0 0,-1 1-1 0 0,1-1 0 0 0,-1 0 0 0 0,1 1 1 0 0,-1-1-1 0 0,1 1 0 0 0,-1-1 1 0 0,1 1-1 0 0,-1-1 0 0 0,1 1 0 0 0,0-1 1 0 0,-1 1-1 0 0,1 0 0 0 0,0-1 0 0 0,0 1 1 0 0,-1 0-1 0 0,1-1 0 0 0,0 1 0 0 0,0 0 1 0 0,-1 0-1 0 0,1 0 0 0 0,0 0 1 0 0,0 0-1 0 0,0 0 0 0 0,-1 0 0 0 0,1 0 1 0 0,0 0-1 0 0,0 0 0 0 0,-1 0 0 0 0,1 1 1 0 0,0-1-1 0 0,0 0 0 0 0,-1 1 0 0 0,1-1 1 0 0,0 0-1 0 0,0 1 0 0 0,-1-1 0 0 0,1 1 1 0 0,-1-1-1 0 0,1 1 0 0 0,0-1 1 0 0,-1 1-1 0 0,1-1 0 0 0,-1 1 0 0 0,1 0 1 0 0,-1-1-1 0 0,0 1 0 0 0,1 1 0 0 0,4 3 39 0 0,-1 1-1 0 0,1 1 1 0 0,-2-1-1 0 0,6 12 1 0 0,9 27-23 0 0,-12-28-612 0 0,1 0 0 0 0,0-1 0 0 0,14 23 0 0 0,-9-22-6882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19.8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125 363 5529 0 0,'-6'1'553'0'0,"1"-1"0"0"0,-1 1-1 0 0,0 0 1 0 0,0 0 0 0 0,1 0 0 0 0,-1 1-1 0 0,1 0 1 0 0,-1 0 0 0 0,1 1-1 0 0,0-1 1 0 0,0 1 0 0 0,0 0 0 0 0,0 1-1 0 0,0-1 1 0 0,1 1 0 0 0,0 0 0 0 0,-1 0-1 0 0,-5 8 1 0 0,7-8-431 0 0,1-1-1 0 0,0 0 1 0 0,0 1-1 0 0,0-1 1 0 0,0 1-1 0 0,0 0 1 0 0,1 0 0 0 0,0-1-1 0 0,0 1 1 0 0,0 0-1 0 0,0 0 1 0 0,1 0-1 0 0,-1 0 1 0 0,1 0 0 0 0,0 0-1 0 0,0 1 1 0 0,1-1-1 0 0,-1 0 1 0 0,1 0-1 0 0,0 0 1 0 0,0-1-1 0 0,0 1 1 0 0,0 0 0 0 0,1 0-1 0 0,0 0 1 0 0,-1-1-1 0 0,5 6 1 0 0,-5-6-77 0 0,1-1-1 0 0,0 1 1 0 0,0 0 0 0 0,1 0 0 0 0,-1-1-1 0 0,0 1 1 0 0,1-1 0 0 0,-1 0 0 0 0,1 0 0 0 0,0 0-1 0 0,0 0 1 0 0,0 0 0 0 0,0 0 0 0 0,0-1-1 0 0,0 0 1 0 0,1 1 0 0 0,-1-1 0 0 0,0 0-1 0 0,1-1 1 0 0,-1 1 0 0 0,0-1 0 0 0,7 1 0 0 0,-5-2-102 0 0,0 0 1 0 0,0 0 0 0 0,0 0-1 0 0,0-1 1 0 0,0 0 0 0 0,0 0 0 0 0,-1 0-1 0 0,1 0 1 0 0,-1-1 0 0 0,1 0-1 0 0,-1 0 1 0 0,0 0 0 0 0,0 0-1 0 0,6-7 1 0 0,1-2-135 0 0,-1 0 0 0 0,0 0-1 0 0,-1-1 1 0 0,0 0 0 0 0,-1 0-1 0 0,-1-1 1 0 0,0 0 0 0 0,-1-1 0 0 0,0 0-1 0 0,-1 0 1 0 0,5-27 0 0 0,-3-5 67 0 0,-2 0 1 0 0,-2-75-1 0 0,-4 97 168 0 0,1 10 252 0 0,-1-1-1 0 0,2 1 1 0 0,0-1-1 0 0,5-21 1 0 0,-7 98 2523 0 0,0-48-2723 0 0,-7 148 737 0 0,9-141-803 0 0,0-1 0 0 0,2 0 0 0 0,1 0 0 0 0,0 0 0 0 0,1 0 0 0 0,11 25 0 0 0,-11-32-25 0 0,0 0 0 0 0,1 0-1 0 0,0-1 1 0 0,0 0 0 0 0,2 0 0 0 0,8 10-1 0 0,-14-19 2 0 0,-1 0 0 0 0,1 0 0 0 0,0-1-1 0 0,0 1 1 0 0,1 0 0 0 0,-1-1 0 0 0,0 1-1 0 0,1-1 1 0 0,-1 0 0 0 0,1 0 0 0 0,-1 0-1 0 0,1 0 1 0 0,-1 0 0 0 0,1-1 0 0 0,0 1-1 0 0,-1-1 1 0 0,1 0 0 0 0,0 1 0 0 0,-1-1 0 0 0,1 0-1 0 0,0-1 1 0 0,-1 1 0 0 0,1 0 0 0 0,0-1-1 0 0,-1 1 1 0 0,1-1 0 0 0,-1 0 0 0 0,1 0-1 0 0,-1 0 1 0 0,1 0 0 0 0,-1-1 0 0 0,1 1-1 0 0,-1-1 1 0 0,4-2 0 0 0,3-4-7 0 0,0-1 0 0 0,-1 1 0 0 0,0-1 0 0 0,0-1-1 0 0,-1 0 1 0 0,0 0 0 0 0,0 0 0 0 0,5-13 0 0 0,-7 13 13 0 0,0 0 1 0 0,0 1-1 0 0,1 0 0 0 0,0 0 0 0 0,1 1 1 0 0,0 0-1 0 0,0 0 0 0 0,1 0 1 0 0,-1 1-1 0 0,16-11 0 0 0,-21 17 9 0 0,1 0 0 0 0,-1 0 0 0 0,1 0 0 0 0,0 0-1 0 0,-1 0 1 0 0,1 1 0 0 0,0-1 0 0 0,-1 1 0 0 0,1 0-1 0 0,0 0 1 0 0,0 0 0 0 0,-1 0 0 0 0,1 0 0 0 0,0 0 0 0 0,-1 1-1 0 0,1-1 1 0 0,0 1 0 0 0,-1 0 0 0 0,1 0 0 0 0,2 1 0 0 0,6 3 128 0 0,-1 1 0 0 0,0 1 0 0 0,15 11 0 0 0,22 13-33 0 0,-32-25-180 0 0,0 0 0 0 0,29 6 0 0 0,-14-6-235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1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39 10594 0 0,'0'-3'365'0'0,"0"0"-1"0"0,-1 0 0 0 0,1 0 1 0 0,-1 0-1 0 0,0 1 1 0 0,1-1-1 0 0,-1 0 1 0 0,-1 0-1 0 0,1 1 0 0 0,0-1 1 0 0,-2-2-1 0 0,2 5-271 0 0,1-1 1 0 0,0 1-1 0 0,0 0 0 0 0,-1 0 1 0 0,1 0-1 0 0,0 0 0 0 0,0-1 1 0 0,-1 1-1 0 0,1 0 0 0 0,0 0 0 0 0,-1 0 1 0 0,1 0-1 0 0,0 0 0 0 0,-1 0 1 0 0,1 0-1 0 0,0 0 0 0 0,-1 0 1 0 0,1 0-1 0 0,0 0 0 0 0,-1 0 0 0 0,1 0 1 0 0,0 0-1 0 0,-1 0 0 0 0,1 0 1 0 0,0 0-1 0 0,-1 0 0 0 0,1 0 1 0 0,0 0-1 0 0,0 0 0 0 0,-1 1 0 0 0,1-1 1 0 0,0 0-1 0 0,-1 0 0 0 0,-12 20 729 0 0,1 8-565 0 0,1 1-1 0 0,1 0 1 0 0,2 0-1 0 0,1 1 1 0 0,2 0-1 0 0,-4 53 0 0 0,8-44-139 0 0,1 1 1 0 0,2-1-1 0 0,1 1 0 0 0,16 68 0 0 0,-14-89-31 0 0,1 0 0 0 0,0 0 0 0 0,2-1 0 0 0,0 0 0 0 0,1 0 0 0 0,1 0 0 0 0,0-1 0 0 0,1-1 0 0 0,23 26 0 0 0,-23-31-91 0 0,0 0 1 0 0,1-1-1 0 0,0 0 0 0 0,1-1 0 0 0,0-1 1 0 0,0 0-1 0 0,1 0 0 0 0,0-2 1 0 0,0 1-1 0 0,1-2 0 0 0,0 0 0 0 0,28 5 1 0 0,-15-5-518 0 0,0-2 0 0 0,1-1 0 0 0,-1-2 0 0 0,1-1 1 0 0,-1-1-1 0 0,45-8 0 0 0,-21-3-6251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1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9674 0 0,'1'-1'127'0'0,"-1"1"1"0"0,1 0-1 0 0,-1-1 0 0 0,1 1 0 0 0,-1-1 0 0 0,1 1 1 0 0,-1 0-1 0 0,1 0 0 0 0,-1-1 0 0 0,1 1 1 0 0,-1 0-1 0 0,1 0 0 0 0,0 0 0 0 0,-1 0 1 0 0,1-1-1 0 0,0 1 0 0 0,-1 0 0 0 0,1 0 0 0 0,-1 0 1 0 0,1 0-1 0 0,0 1 0 0 0,-1-1 0 0 0,1 0 1 0 0,-1 0-1 0 0,1 0 0 0 0,0 0 0 0 0,0 1 0 0 0,18 14 2951 0 0,8 25 472 0 0,-8 4-2864 0 0,-1 0 0 0 0,-2 1 0 0 0,-2 0-1 0 0,12 74 1 0 0,22 71-567 0 0,-46-184-582 0 0,10 27 536 0 0,-1-13-7662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2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 10138 0 0,'1'-2'99'0'0,"1"0"0"0"0,-1 0 0 0 0,1 0 0 0 0,0 0 0 0 0,0 0 0 0 0,0 1 0 0 0,0-1 0 0 0,0 1 0 0 0,1 0 0 0 0,-1-1 0 0 0,0 1 0 0 0,1 0-1 0 0,3-1 1 0 0,41-11 160 0 0,-29 8-44 0 0,85-21 1690 0 0,-92 24-1600 0 0,0 0 0 0 0,0 1-1 0 0,1 1 1 0 0,-1 0 0 0 0,0 0-1 0 0,0 1 1 0 0,18 4-1 0 0,-27-4-225 0 0,1-1 0 0 0,-1 1 0 0 0,0 0 0 0 0,1 0 0 0 0,-1 0-1 0 0,0 0 1 0 0,0 0 0 0 0,0 1 0 0 0,1-1 0 0 0,-1 1-1 0 0,-1-1 1 0 0,1 1 0 0 0,0 0 0 0 0,0 0 0 0 0,-1 0-1 0 0,1 0 1 0 0,-1 0 0 0 0,1 0 0 0 0,1 3 0 0 0,-2-1 27 0 0,0 0 0 0 0,0 0 0 0 0,0 0 0 0 0,0 0 0 0 0,-1 0 0 0 0,0 0 1 0 0,0 0-1 0 0,0 0 0 0 0,0 0 0 0 0,0 0 0 0 0,-2 4 0 0 0,-1 7 241 0 0,-1 1 0 0 0,-1-1 0 0 0,-1-1-1 0 0,-14 29 1 0 0,-14 8 365 0 0,25-40-593 0 0,2 0 0 0 0,-1 1-1 0 0,1 0 1 0 0,-9 22 0 0 0,16-33-106 0 0,-1 0 1 0 0,1 0-1 0 0,0 0 1 0 0,-1 0-1 0 0,1 0 0 0 0,0 0 1 0 0,0 0-1 0 0,0 0 1 0 0,0 0-1 0 0,0 0 1 0 0,0 0-1 0 0,0 0 1 0 0,0 0-1 0 0,0 0 0 0 0,1 0 1 0 0,-1 0-1 0 0,0 0 1 0 0,1 0-1 0 0,-1 0 1 0 0,0 0-1 0 0,1 0 0 0 0,-1-1 1 0 0,1 1-1 0 0,0 0 1 0 0,0 1-1 0 0,1-1 8 0 0,0 1 0 0 0,0-1 0 0 0,0 0 1 0 0,-1 0-1 0 0,1 0 0 0 0,0 0 0 0 0,0-1 0 0 0,1 1 0 0 0,-1 0 0 0 0,0-1 0 0 0,3 1 0 0 0,8 0 46 0 0,-1-1 1 0 0,1 0-1 0 0,16-2 1 0 0,-24 2-52 0 0,106-6 508 0 0,19-1-1031 0 0,-112 5-86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2.4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6913 0 0,'3'-5'9488'0'0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2.7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70 388 11058 0 0,'0'1'36'0'0,"0"-1"0"0"0,0 0 0 0 0,0 0-1 0 0,1 1 1 0 0,-1-1 0 0 0,0 0 0 0 0,0 0 0 0 0,0 0-1 0 0,0 1 1 0 0,1-1 0 0 0,-1 0 0 0 0,0 0 0 0 0,0 0-1 0 0,0 0 1 0 0,1 1 0 0 0,-1-1 0 0 0,0 0-1 0 0,0 0 1 0 0,1 0 0 0 0,-1 0 0 0 0,0 0 0 0 0,0 0-1 0 0,1 0 1 0 0,-1 0 0 0 0,0 0 0 0 0,0 0 0 0 0,1 0-1 0 0,-1 0 1 0 0,0 0 0 0 0,0 0 0 0 0,1 0-1 0 0,-1 0 1 0 0,0 0 0 0 0,0 0 0 0 0,1 0 0 0 0,-1 0-1 0 0,0 0 1 0 0,0 0 0 0 0,1 0 0 0 0,-1-1-1 0 0,0 1 1 0 0,0 0 0 0 0,1 0 0 0 0,15-12 862 0 0,11-18 481 0 0,-16 13-1124 0 0,0 0 1 0 0,-1-1 0 0 0,-1 0-1 0 0,0 0 1 0 0,-1-1 0 0 0,-2 0-1 0 0,0 0 1 0 0,-1 0-1 0 0,0-1 1 0 0,-2 0 0 0 0,1-22-1 0 0,-3 37-250 0 0,-1 1 1 0 0,0 0-1 0 0,0 0 0 0 0,-1 0 0 0 0,0 0 0 0 0,1 0 0 0 0,-1 0 0 0 0,0 0 1 0 0,-1 0-1 0 0,1 0 0 0 0,-1 0 0 0 0,0 1 0 0 0,0-1 0 0 0,0 1 1 0 0,0-1-1 0 0,-1 1 0 0 0,1 0 0 0 0,-1 0 0 0 0,0 0 0 0 0,0 0 1 0 0,0 0-1 0 0,0 0 0 0 0,0 1 0 0 0,-7-4 0 0 0,6 4-66 0 0,0 1-1 0 0,-1-1 1 0 0,1 1-1 0 0,-1 0 1 0 0,1 0-1 0 0,-1 0 1 0 0,0 0-1 0 0,1 1 1 0 0,-1 0-1 0 0,0 0 1 0 0,1 0-1 0 0,-1 1 1 0 0,0-1-1 0 0,1 1 1 0 0,-1 0-1 0 0,1 1 1 0 0,-1-1-1 0 0,1 1 0 0 0,0 0 1 0 0,-1 0-1 0 0,-4 3 1 0 0,5-2 32 0 0,0-1 0 0 0,0 1 0 0 0,0 0 0 0 0,0 0 0 0 0,1 0 0 0 0,-1 1 0 0 0,1-1 0 0 0,0 1 0 0 0,0 0 0 0 0,0 0 0 0 0,1 0 0 0 0,0 0 0 0 0,-1 1 0 0 0,1-1-1 0 0,1 0 1 0 0,-1 1 0 0 0,1 0 0 0 0,0-1 0 0 0,0 1 0 0 0,0 0 0 0 0,0-1 0 0 0,1 1 0 0 0,0 0 0 0 0,0 0 0 0 0,0 0 0 0 0,1-1 0 0 0,-1 1 0 0 0,1 0 0 0 0,0 0 0 0 0,0-1 0 0 0,1 1 0 0 0,0-1 0 0 0,2 6 0 0 0,0-1 79 0 0,1 0 0 0 0,0 0 1 0 0,0 0-1 0 0,0-1 0 0 0,1 0 1 0 0,1 0-1 0 0,-1 0 0 0 0,1-1 0 0 0,1 0 1 0 0,-1 0-1 0 0,1-1 0 0 0,0 0 0 0 0,0 0 1 0 0,1-1-1 0 0,11 6 0 0 0,5-3-5930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3.0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202 21 8290 0 0,'-1'-2'219'0'0,"1"1"0"0"0,-1 0 0 0 0,0 0 0 0 0,0 0 1 0 0,0-1-1 0 0,1 1 0 0 0,-1 0 0 0 0,0 0 0 0 0,0 0 0 0 0,0 0 1 0 0,-1 0-1 0 0,1 1 0 0 0,0-1 0 0 0,0 0 0 0 0,0 0 0 0 0,-1 1 0 0 0,1-1 1 0 0,0 1-1 0 0,-1-1 0 0 0,1 1 0 0 0,0 0 0 0 0,-1-1 0 0 0,-2 1 1 0 0,1 0 177 0 0,-1 0 1 0 0,1 1 0 0 0,-1-1 0 0 0,1 1 0 0 0,0 0 0 0 0,-1 0 0 0 0,1 0 0 0 0,0 0 0 0 0,-5 3 0 0 0,-3 3 339 0 0,0-1 1 0 0,1 2-1 0 0,0-1 1 0 0,-14 15 0 0 0,16-14-553 0 0,0 0 1 0 0,0 1 0 0 0,1 0 0 0 0,0 0 0 0 0,1 1 0 0 0,0 0 0 0 0,-6 15 0 0 0,10-22-165 0 0,1 0 0 0 0,0 0 0 0 0,0 0 0 0 0,1 0 0 0 0,-1 1-1 0 0,1-1 1 0 0,-1 0 0 0 0,1 0 0 0 0,0 0 0 0 0,0 0 0 0 0,1 1 0 0 0,-1-1 0 0 0,0 0 0 0 0,1 0 0 0 0,0 0 0 0 0,0 0-1 0 0,0 0 1 0 0,0 0 0 0 0,0 0 0 0 0,1 0 0 0 0,-1 0 0 0 0,1-1 0 0 0,0 1 0 0 0,0 0 0 0 0,0-1 0 0 0,0 1-1 0 0,0-1 1 0 0,1 0 0 0 0,-1 0 0 0 0,1 0 0 0 0,2 2 0 0 0,3 1 8 0 0,-1-1 0 0 0,1 0 0 0 0,-1 0 0 0 0,1-1 1 0 0,0 0-1 0 0,0 0 0 0 0,1-1 0 0 0,10 2 0 0 0,8-1 100 0 0,34 0 1 0 0,-43-3-122 0 0,0 1-1 0 0,0 0 1 0 0,0 1-1 0 0,0 1 1 0 0,18 6 0 0 0,-35-9-11 0 0,0 1 1 0 0,0-1-1 0 0,0 0 0 0 0,0 0 1 0 0,0 1-1 0 0,0-1 0 0 0,0 1 1 0 0,-1-1-1 0 0,1 0 0 0 0,0 1 1 0 0,0 0-1 0 0,-1-1 0 0 0,1 1 1 0 0,0-1-1 0 0,-1 1 1 0 0,1 0-1 0 0,0 0 0 0 0,-1-1 1 0 0,1 1-1 0 0,-1 0 0 0 0,1 0 1 0 0,-1 0-1 0 0,0-1 0 0 0,1 1 1 0 0,-1 0-1 0 0,0 0 0 0 0,1 0 1 0 0,-1 2-1 0 0,0-1-6 0 0,-1 0-1 0 0,1-1 1 0 0,-1 1 0 0 0,0 0-1 0 0,1 0 1 0 0,-1 0 0 0 0,0-1-1 0 0,0 1 1 0 0,0-1 0 0 0,0 1-1 0 0,-1 0 1 0 0,1-1 0 0 0,-2 2-1 0 0,-8 7-91 0 0,1-1 0 0 0,-25 16-1 0 0,31-23 71 0 0,-4 4-416 0 0,-1-2 0 0 0,0 1 1 0 0,-1-1-1 0 0,-10 4 0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3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10594 0 0,'15'7'7361'0'0,"-15"-6"-7107"0"0,19 18 3014 0 0,-13-7-2956 0 0,0 1 1 0 0,0 0 0 0 0,-1 0 0 0 0,-1 0-1 0 0,0 0 1 0 0,-1 1 0 0 0,0 0 0 0 0,0 17 0 0 0,-1-17-558 0 0,-1 0 1 0 0,2-1 0 0 0,0 1-1 0 0,0-1 1 0 0,2 0 0 0 0,-1 0-1 0 0,2 0 1 0 0,8 15 0 0 0,-10-21-837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3.6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0 12899 0 0,'-3'0'1152'0'0,"1"0"-928"0"0,0 2-224 0 0,1-1 0 0 0,0 0 376 0 0,-1 1 24 0 0,-2 0 8 0 0,-1 1 0 0 0,-2 0-328 0 0,1 1-80 0 0,2 0 0 0 0,4-1 0 0 0,4-1-1344 0 0,2 1-288 0 0,5 0-65 0 0,2-1 1 0 0,5 1 1328 0 0,2 0 272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4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0 3225 0 0,'-5'2'3863'0'0,"-22"11"2440"0"0,20-9-5601 0 0,-1 1 0 0 0,1 0 0 0 0,0 0 0 0 0,-12 10 0 0 0,11-7-598 0 0,1 0-1 0 0,0 1 1 0 0,1-1 0 0 0,0 1-1 0 0,0 1 1 0 0,1-1 0 0 0,0 1-1 0 0,1 0 1 0 0,-5 15-1 0 0,8-20-72 0 0,0 0-1 0 0,0 0 0 0 0,0 0 1 0 0,1 1-1 0 0,0-1 0 0 0,0 0 1 0 0,0 0-1 0 0,0 0 0 0 0,1 1 0 0 0,0-1 1 0 0,0 0-1 0 0,1 0 0 0 0,-1 0 1 0 0,1 0-1 0 0,0 0 0 0 0,0-1 0 0 0,1 1 1 0 0,-1-1-1 0 0,1 1 0 0 0,0-1 1 0 0,5 6-1 0 0,0-3-143 0 0,-1 0-1 0 0,1-1 1 0 0,0 1-1 0 0,1-1 1 0 0,16 8 0 0 0,24 18-391 0 0,-48-31 483 0 0,0-1 1 0 0,0 2-1 0 0,0-1 1 0 0,0 0-1 0 0,-1 0 0 0 0,1 0 1 0 0,0 0-1 0 0,0 0 1 0 0,-1 1-1 0 0,1-1 1 0 0,-1 0-1 0 0,1 1 1 0 0,-1-1-1 0 0,0 0 1 0 0,1 1-1 0 0,-1-1 0 0 0,0 0 1 0 0,0 1-1 0 0,0-1 1 0 0,0 1-1 0 0,0-1 1 0 0,0 0-1 0 0,0 1 1 0 0,-1-1-1 0 0,1 0 1 0 0,0 1-1 0 0,-1-1 0 0 0,1 0 1 0 0,-1 1-1 0 0,0-1 1 0 0,1 0-1 0 0,-1 0 1 0 0,0 0-1 0 0,0 1 1 0 0,0-1-1 0 0,1 0 1 0 0,-1 0-1 0 0,0 0 0 0 0,-1 0 1 0 0,-1 1-1 0 0,-2 3-49 0 0,0 0 0 0 0,-1-1 0 0 0,0 0 0 0 0,0 0-1 0 0,0 0 1 0 0,-13 5 0 0 0,7-4-381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4.2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3681 0 0,'-1'7'1148'0'0,"0"-1"0"0"0,0 0 0 0 0,1 1 0 0 0,-1-1 0 0 0,1 1 0 0 0,2 11 0 0 0,-1-9 11 0 0,2 1 1 0 0,-1-1-1 0 0,8 18 0 0 0,3 0 34 0 0,1 0 0 0 0,19 25-1 0 0,8 16 695 0 0,49 135-288 0 0,-32-67-2273 0 0,-48-113-17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4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67 13827 0 0,'-32'5'5324'0'0,"38"-7"-3388"0"0,8-2-965 0 0,-2 0-914 0 0,112-35 245 0 0,-37 21-3767 0 0,-58 14-3468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5.2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187 121 5873 0 0,'-1'-2'411'0'0,"0"0"0"0"0,0-1 1 0 0,0 1-1 0 0,0 0 0 0 0,-1 1 0 0 0,1-1 0 0 0,0 0 0 0 0,-1 0 0 0 0,0 0 0 0 0,1 1 0 0 0,-1-1 0 0 0,0 1 1 0 0,0-1-1 0 0,0 1 0 0 0,0 0 0 0 0,0 0 0 0 0,0 0 0 0 0,0 0 0 0 0,0 0 0 0 0,-4-1 0 0 0,4 2-62 0 0,0 0-1 0 0,1 0 1 0 0,-1 0-1 0 0,1 0 0 0 0,-1 1 1 0 0,0-1-1 0 0,1 0 0 0 0,-1 1 1 0 0,1-1-1 0 0,-1 1 1 0 0,1-1-1 0 0,-1 1 0 0 0,1 0 1 0 0,0 0-1 0 0,-2 1 0 0 0,-14 15 95 0 0,-4 13 259 0 0,-32 63-1 0 0,47-82-709 0 0,1 0-1 0 0,1 0 1 0 0,0 1 0 0 0,1-1 0 0 0,0 1-1 0 0,0 0 1 0 0,2 0 0 0 0,-1 0 0 0 0,1 22-1 0 0,1-32-41 0 0,0 0-1 0 0,1 1 1 0 0,-1-1-1 0 0,1 0 1 0 0,-1 0-1 0 0,1 0 1 0 0,-1 0-1 0 0,1 0 1 0 0,0 0-1 0 0,0 0 1 0 0,0 0-1 0 0,0 0 0 0 0,1 0 1 0 0,-1 0-1 0 0,0-1 1 0 0,1 1-1 0 0,-1 0 1 0 0,1-1-1 0 0,0 0 1 0 0,0 1-1 0 0,-1-1 1 0 0,5 2-1 0 0,-4-2-10 0 0,-1-1-1 0 0,1 1 1 0 0,-1-1 0 0 0,1 0 0 0 0,0 0-1 0 0,0 0 1 0 0,-1 0 0 0 0,1 0-1 0 0,0 0 1 0 0,-1 0 0 0 0,1 0-1 0 0,0-1 1 0 0,-1 1 0 0 0,1-1-1 0 0,-1 1 1 0 0,1-1 0 0 0,-1 0-1 0 0,1 1 1 0 0,-1-1 0 0 0,1 0-1 0 0,-1 0 1 0 0,0 0 0 0 0,1 0-1 0 0,-1 0 1 0 0,0-1 0 0 0,0 1-1 0 0,0 0 1 0 0,0-1 0 0 0,0 1-1 0 0,1-2 1 0 0,6-9 155 0 0,-1-1-1 0 0,-1 0 1 0 0,0 1-1 0 0,5-21 1 0 0,16-33 284 0 0,-24 60-331 0 0,0 1-1 0 0,1 0 1 0 0,-1 0 0 0 0,1 0-1 0 0,0 1 1 0 0,1-1-1 0 0,-1 1 1 0 0,1 0 0 0 0,8-6-1 0 0,-13 9-29 0 0,1 1-1 0 0,0-1 0 0 0,0 0 1 0 0,-1 1-1 0 0,1-1 0 0 0,0 1 1 0 0,0-1-1 0 0,0 1 0 0 0,0-1 1 0 0,0 1-1 0 0,0 0 0 0 0,0-1 1 0 0,0 1-1 0 0,0 0 0 0 0,0 0 1 0 0,0 0-1 0 0,0 0 0 0 0,0 0 1 0 0,0 0-1 0 0,0 0 0 0 0,0 0 0 0 0,0 0 1 0 0,0 0-1 0 0,0 1 0 0 0,0-1 1 0 0,0 0-1 0 0,0 1 0 0 0,0-1 1 0 0,0 0-1 0 0,-1 1 0 0 0,1-1 1 0 0,0 1-1 0 0,0 0 0 0 0,0-1 1 0 0,-1 1-1 0 0,1 0 0 0 0,0-1 1 0 0,0 1-1 0 0,-1 0 0 0 0,1 0 1 0 0,-1 0-1 0 0,1 0 0 0 0,-1-1 1 0 0,1 3-1 0 0,2 5 181 0 0,0 0 0 0 0,-1 0 1 0 0,0 0-1 0 0,1 16 0 0 0,3 8 91 0 0,-4-28-307 0 0,0 1 1 0 0,0-1-1 0 0,1-1 1 0 0,-1 1 0 0 0,1 0-1 0 0,0-1 1 0 0,0 1-1 0 0,0-1 1 0 0,0 0-1 0 0,1 0 1 0 0,-1 0 0 0 0,1 0-1 0 0,0-1 1 0 0,0 1-1 0 0,0-1 1 0 0,0 0 0 0 0,0 0-1 0 0,0-1 1 0 0,1 1-1 0 0,-1-1 1 0 0,0 0-1 0 0,6 1 1 0 0,-6-2 16 0 0,0 1 0 0 0,-1-1 1 0 0,1 0-1 0 0,0 0 0 0 0,-1 0 0 0 0,1-1 0 0 0,0 1 0 0 0,-1-1 1 0 0,1 0-1 0 0,-1 0 0 0 0,1 0 0 0 0,-1-1 0 0 0,1 1 0 0 0,-1-1 1 0 0,0 1-1 0 0,1-1 0 0 0,-1 0 0 0 0,0-1 0 0 0,0 1 1 0 0,-1 0-1 0 0,1-1 0 0 0,0 0 0 0 0,-1 1 0 0 0,0-1 0 0 0,1 0 1 0 0,-1 0-1 0 0,2-5 0 0 0,16-36 181 0 0,-10 22-116 0 0,0 0 0 0 0,23-35 1 0 0,-29 52-63 0 0,0-1 1 0 0,1 1 0 0 0,-1 0 0 0 0,1 0-1 0 0,0 1 1 0 0,0-1 0 0 0,0 1 0 0 0,1 0-1 0 0,0 1 1 0 0,0-1 0 0 0,0 1-1 0 0,0 0 1 0 0,0 1 0 0 0,10-4 0 0 0,-15 6-5 0 0,1-1 0 0 0,-1 1 0 0 0,1 0 0 0 0,0 0 1 0 0,-1-1-1 0 0,1 1 0 0 0,0 0 0 0 0,-1 0 0 0 0,1 0 1 0 0,-1 1-1 0 0,1-1 0 0 0,0 0 0 0 0,-1 1 0 0 0,1-1 0 0 0,-1 1 1 0 0,1-1-1 0 0,-1 1 0 0 0,1 0 0 0 0,-1 0 0 0 0,1-1 1 0 0,-1 1-1 0 0,3 3 0 0 0,-1-1 0 0 0,0 1 0 0 0,0 0 1 0 0,0 0-1 0 0,-1 1 0 0 0,0-1 0 0 0,3 6 1 0 0,-3-6-37 0 0,0 1 0 0 0,0-1 0 0 0,0 0 1 0 0,1 1-1 0 0,0-1 0 0 0,3 4 0 0 0,-4-7 4 0 0,-1 0-1 0 0,0 0 0 0 0,1 0 1 0 0,-1 0-1 0 0,1 0 0 0 0,-1-1 0 0 0,1 1 1 0 0,-1 0-1 0 0,1-1 0 0 0,-1 1 1 0 0,1-1-1 0 0,0 1 0 0 0,-1-1 1 0 0,1 0-1 0 0,0 0 0 0 0,-1 0 1 0 0,1 0-1 0 0,0 0 0 0 0,-1 0 1 0 0,1 0-1 0 0,0 0 0 0 0,2-1 0 0 0,2-1-128 0 0,0 0 0 0 0,1-1 0 0 0,-2 1 0 0 0,1-1 0 0 0,0 0-1 0 0,0-1 1 0 0,-1 1 0 0 0,0-1 0 0 0,6-5 0 0 0,43-46-133 0 0,-5 3 795 0 0,-41 46-409 0 0,-1 0-1 0 0,1 0 1 0 0,0 0 0 0 0,1 1-1 0 0,-1 1 1 0 0,10-5 0 0 0,-16 9-32 0 0,0-1-1 0 0,0 0 1 0 0,0 1 0 0 0,-1-1 0 0 0,1 1-1 0 0,1 0 1 0 0,-1-1 0 0 0,0 1 0 0 0,0 0-1 0 0,0 0 1 0 0,0 1 0 0 0,0-1 0 0 0,0 0-1 0 0,0 1 1 0 0,0-1 0 0 0,0 1 0 0 0,0-1-1 0 0,-1 1 1 0 0,1 0 0 0 0,0 0 0 0 0,0 0 0 0 0,0 0-1 0 0,-1 0 1 0 0,1 0 0 0 0,-1 1 0 0 0,1-1-1 0 0,-1 0 1 0 0,1 1 0 0 0,-1-1 0 0 0,0 1-1 0 0,1 0 1 0 0,-1-1 0 0 0,0 1 0 0 0,1 3-1 0 0,13 25 448 0 0,22 35-2792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5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26 11979 0 0,'-1'-2'309'0'0,"0"0"1"0"0,-1 0 0 0 0,1 1 0 0 0,-1-1 0 0 0,1 0 0 0 0,-1 1 0 0 0,0-1 0 0 0,0 1-1 0 0,0-1 1 0 0,0 1 0 0 0,0 0 0 0 0,0 0 0 0 0,0 0 0 0 0,0 0 0 0 0,0 0 0 0 0,0 0 0 0 0,0 1-1 0 0,-1-1 1 0 0,1 1 0 0 0,0-1 0 0 0,-1 1 0 0 0,1 0 0 0 0,0 0 0 0 0,0 0 0 0 0,-4 1-1 0 0,1-1-106 0 0,0 1 0 0 0,-1 0 0 0 0,1 0 0 0 0,0 0 0 0 0,0 1 0 0 0,0-1 0 0 0,0 1 0 0 0,0 0 0 0 0,-8 6 0 0 0,2-1-106 0 0,2 1 1 0 0,-1 0-1 0 0,1 0 1 0 0,1 1-1 0 0,-1 0 1 0 0,2 1-1 0 0,-1 0 0 0 0,-11 21 1 0 0,15-25-245 0 0,1 0 1 0 0,1 1-1 0 0,-1-1 1 0 0,1 0-1 0 0,0 1 1 0 0,1 0-1 0 0,0-1 1 0 0,0 1-1 0 0,0 0 1 0 0,1 0-1 0 0,-1-1 1 0 0,2 1-1 0 0,-1 0 0 0 0,1 0 1 0 0,0-1-1 0 0,1 1 1 0 0,3 11-1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6.0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0 261 1840 0 0,'18'2'1512'0'0,"-1"-1"-1"0"0,0-1 0 0 0,0 0 0 0 0,1-2 0 0 0,-1 0 0 0 0,0 0 1 0 0,16-6-1 0 0,-27 6-1329 0 0,0 0 0 0 0,0 0 0 0 0,-1 0 0 0 0,1-1-1 0 0,-1 0 1 0 0,0 0 0 0 0,0-1 0 0 0,0 1 0 0 0,0-1 0 0 0,-1 0 0 0 0,1-1 0 0 0,-1 1 0 0 0,0-1 0 0 0,0 1 0 0 0,-1-1 0 0 0,1-1-1 0 0,-1 1 1 0 0,0 0 0 0 0,-1-1 0 0 0,1 1 0 0 0,-1-1 0 0 0,0 0 0 0 0,1-6 0 0 0,-1 5-119 0 0,-1 0 0 0 0,0 0 0 0 0,0-1-1 0 0,0 1 1 0 0,-1 0 0 0 0,0-1 0 0 0,-1 1 0 0 0,0 0 0 0 0,0-1 0 0 0,0 1-1 0 0,-1 0 1 0 0,-3-9 0 0 0,4 14 5 0 0,-1-1 1 0 0,1 0-1 0 0,-1 1 0 0 0,0-1 0 0 0,0 1 0 0 0,1 0 1 0 0,-2-1-1 0 0,1 1 0 0 0,0 0 0 0 0,0 0 0 0 0,-1 0 0 0 0,1 1 1 0 0,-1-1-1 0 0,1 1 0 0 0,-1-1 0 0 0,0 1 0 0 0,0 0 1 0 0,1 0-1 0 0,-1 0 0 0 0,0 0 0 0 0,0 0 0 0 0,0 1 1 0 0,0-1-1 0 0,0 1 0 0 0,0 0 0 0 0,0 0 0 0 0,0 0 0 0 0,0 0 1 0 0,0 1-1 0 0,0-1 0 0 0,-6 3 0 0 0,2-2-11 0 0,0 1 0 0 0,0 1 1 0 0,0-1-1 0 0,1 1 0 0 0,-1 1 0 0 0,1-1 0 0 0,0 1 0 0 0,0 0 0 0 0,0 0 0 0 0,0 1 0 0 0,1 0 1 0 0,-1 0-1 0 0,1 0 0 0 0,0 0 0 0 0,1 1 0 0 0,-7 10 0 0 0,9-12-58 0 0,0-1-1 0 0,0 1 1 0 0,0-1 0 0 0,1 1 0 0 0,0 0-1 0 0,0 0 1 0 0,0-1 0 0 0,0 1-1 0 0,0 0 1 0 0,1 0 0 0 0,-1 0 0 0 0,1 0-1 0 0,0 0 1 0 0,0 0 0 0 0,1 0-1 0 0,-1 0 1 0 0,1 0 0 0 0,0 0 0 0 0,0 0-1 0 0,0 0 1 0 0,1-1 0 0 0,-1 1-1 0 0,1-1 1 0 0,0 1 0 0 0,0-1-1 0 0,0 1 1 0 0,1-1 0 0 0,-1 0 0 0 0,1 0-1 0 0,-1 0 1 0 0,5 3 0 0 0,3 2-49 0 0,-1 0 1 0 0,2-1 0 0 0,-1 0-1 0 0,1-1 1 0 0,0 0 0 0 0,0 0-1 0 0,0-2 1 0 0,1 1-1 0 0,0-1 1 0 0,0-1 0 0 0,24 4-1 0 0,-20-5-2070 0 0,-1-1-1 0 0,28-2 0 0 0,-13-1-4451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6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11058 0 0,'16'6'1061'0'0,"0"1"0"0"0,0 1 0 0 0,-1 0 0 0 0,0 1 0 0 0,20 14-1 0 0,81 67 2710 0 0,-59-44-2630 0 0,86 93 1 0 0,-115-107-917 0 0,-1 2 0 0 0,-1 1-1 0 0,-2 1 1 0 0,25 51 0 0 0,-31-49-187 0 0,-1 1-1 0 0,20 70 0 0 0,-31-89-379 0 0,-2 1 1 0 0,-1 0-1 0 0,0-1 0 0 0,-2 2 1 0 0,0-1-1 0 0,-2 0 0 0 0,-3 31 1 0 0,-8 5-7584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8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331 28 6449 0 0,'-6'-4'925'0'0,"-1"1"0"0"0,1-1-1 0 0,-1 1 1 0 0,0 0 0 0 0,0 1-1 0 0,0 0 1 0 0,0 0 0 0 0,0 1-1 0 0,-9-2 1 0 0,12 3-732 0 0,0 0 0 0 0,0 0 0 0 0,0 0 0 0 0,0 0 0 0 0,0 0 0 0 0,0 1 0 0 0,0 0 0 0 0,0 0 0 0 0,0 0 0 0 0,0 0 0 0 0,0 1 0 0 0,1-1 0 0 0,-1 1 0 0 0,0 0 0 0 0,1 0 0 0 0,-1 0 0 0 0,1 1 0 0 0,-3 2 0 0 0,5-4-151 0 0,1 0 0 0 0,0-1 0 0 0,0 1 0 0 0,0 0-1 0 0,0 0 1 0 0,0-1 0 0 0,0 1 0 0 0,0 0 0 0 0,0 0 0 0 0,0-1 0 0 0,0 1 0 0 0,0 0 0 0 0,0 0 0 0 0,0-1 0 0 0,0 1 0 0 0,1 0 0 0 0,-1 0 0 0 0,0-1 0 0 0,1 1-1 0 0,-1 0 1 0 0,0-1 0 0 0,1 1 0 0 0,-1-1 0 0 0,1 1 0 0 0,-1 0 0 0 0,1-1 0 0 0,-1 1 0 0 0,1-1 0 0 0,0 1 0 0 0,-1-1 0 0 0,1 1 0 0 0,-1-1 0 0 0,1 0 0 0 0,0 1-1 0 0,0-1 1 0 0,0 0 0 0 0,0 1-50 0 0,0 0-1 0 0,0 0 0 0 0,0-1 0 0 0,0 1 0 0 0,0 0 1 0 0,0-1-1 0 0,0 1 0 0 0,0-1 0 0 0,0 0 1 0 0,0 1-1 0 0,0-1 0 0 0,1 0 0 0 0,-1 1 1 0 0,0-1-1 0 0,0 0 0 0 0,0 0 0 0 0,0 0 0 0 0,1 0 1 0 0,-1 0-1 0 0,0 0 0 0 0,0-1 0 0 0,0 1 1 0 0,0 0-1 0 0,2-1 0 0 0,-2 0 23 0 0,-1 1 0 0 0,0 0 0 0 0,1-1 0 0 0,-1 1 0 0 0,0 0 0 0 0,0-1 1 0 0,1 1-1 0 0,-1-1 0 0 0,0 1 0 0 0,0 0 0 0 0,0-1 0 0 0,0 1 0 0 0,1-1 0 0 0,-1 1 0 0 0,0-1 0 0 0,0 1 0 0 0,0 0 0 0 0,0-1 0 0 0,0 1 0 0 0,0-1 0 0 0,0 1 0 0 0,0-1 0 0 0,0 1 1 0 0,-1-1-1 0 0,1 1 0 0 0,0 0 0 0 0,0-1 0 0 0,0 1 0 0 0,0-1 0 0 0,-1 1 0 0 0,1 0 0 0 0,0-1 0 0 0,0 1 0 0 0,-1 0 0 0 0,1-1 0 0 0,0 1 0 0 0,-1 0 0 0 0,1-1 0 0 0,0 1 0 0 0,-1 0 1 0 0,1-1-1 0 0,0 1 0 0 0,-1 0 0 0 0,1 0 0 0 0,-1 0 0 0 0,1-1 0 0 0,0 1 0 0 0,-1 0 0 0 0,0 0 0 0 0,-24-7 201 0 0,18 8-186 0 0,0 0 0 0 0,0 0 1 0 0,0 1-1 0 0,0 0 1 0 0,0 0-1 0 0,0 1 0 0 0,1 0 1 0 0,-1 0-1 0 0,1 1 0 0 0,0-1 1 0 0,0 1-1 0 0,0 0 1 0 0,0 1-1 0 0,1 0 0 0 0,-1 0 1 0 0,1 0-1 0 0,0 0 1 0 0,1 1-1 0 0,0 0 0 0 0,-6 8 1 0 0,2-1-24 0 0,0 0 0 0 0,1 1 0 0 0,1-1 0 0 0,0 2 0 0 0,1-1 0 0 0,0 0 1 0 0,1 1-1 0 0,-4 26 0 0 0,8-36-16 0 0,-1 0 1 0 0,1-1-1 0 0,0 1 1 0 0,1 0-1 0 0,-1 0 0 0 0,1 0 1 0 0,0-1-1 0 0,0 1 1 0 0,0 0-1 0 0,1-1 1 0 0,0 1-1 0 0,-1-1 1 0 0,6 7-1 0 0,-6-9-3 0 0,0 0-1 0 0,0-1 1 0 0,1 1-1 0 0,-1-1 0 0 0,1 0 1 0 0,0 1-1 0 0,-1-1 1 0 0,1 0-1 0 0,0 0 1 0 0,0 0-1 0 0,0 0 1 0 0,-1 0-1 0 0,1-1 1 0 0,0 1-1 0 0,0-1 1 0 0,0 1-1 0 0,0-1 1 0 0,0 0-1 0 0,0 1 1 0 0,1-1-1 0 0,-1 0 1 0 0,0 0-1 0 0,0-1 1 0 0,0 1-1 0 0,0 0 0 0 0,0-1 1 0 0,0 1-1 0 0,0-1 1 0 0,0 1-1 0 0,0-1 1 0 0,-1 0-1 0 0,1 0 1 0 0,3-2-1 0 0,3-2-27 0 0,0 0 1 0 0,0-1-1 0 0,-1 1 0 0 0,0-1 0 0 0,0-1 0 0 0,0 1 0 0 0,-1-1 0 0 0,0-1 0 0 0,7-11 0 0 0,6-12-178 0 0,16-35-1 0 0,-27 50 205 0 0,3-8 59 0 0,-7 14 14 0 0,1 0 0 0 0,0 0 0 0 0,0 1 0 0 0,1 0 0 0 0,0 0 0 0 0,14-15 0 0 0,-19 23-31 0 0,0 0 0 0 0,0 1 1 0 0,0-1-1 0 0,0 0 0 0 0,1 1 0 0 0,-1-1 0 0 0,0 1 1 0 0,0-1-1 0 0,1 1 0 0 0,-1 0 0 0 0,0 0 1 0 0,1-1-1 0 0,-1 1 0 0 0,0 0 0 0 0,1 0 0 0 0,-1 0 1 0 0,0 1-1 0 0,0-1 0 0 0,1 0 0 0 0,-1 0 1 0 0,0 1-1 0 0,1-1 0 0 0,-1 1 0 0 0,0-1 1 0 0,0 1-1 0 0,0-1 0 0 0,1 1 0 0 0,-1 0 0 0 0,0-1 1 0 0,0 1-1 0 0,0 0 0 0 0,0 0 0 0 0,0 0 1 0 0,-1 0-1 0 0,3 2 0 0 0,4 4 64 0 0,0 2-1 0 0,-1-1 1 0 0,8 13 0 0 0,-9-14-25 0 0,10 17 6 0 0,-1-1-1 0 0,-1 2 0 0 0,-1-1 0 0 0,-2 2 0 0 0,13 45 0 0 0,-18-54-29 0 0,-1 0 1 0 0,-1 1 0 0 0,-1-1 0 0 0,-1 1 0 0 0,0-1 0 0 0,-1 1 0 0 0,-1 0-1 0 0,-1-1 1 0 0,0 1 0 0 0,-5 16 0 0 0,5-27-2 0 0,0 0-1 0 0,-1 0 1 0 0,0 0-1 0 0,-7 10 1 0 0,9-14-171 0 0,-1-1 1 0 0,1 0 0 0 0,-1 0-1 0 0,0 0 1 0 0,1 0-1 0 0,-1 0 1 0 0,0 0-1 0 0,0-1 1 0 0,0 1-1 0 0,-1-1 1 0 0,1 1 0 0 0,0-1-1 0 0,-1 0 1 0 0,1 0-1 0 0,-1 0 1 0 0,-2 1-1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8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48 4609 0 0,'26'-27'16230'0'0,"-47"58"-15184"0"0,17-23-995 0 0,1 1 0 0 0,0 0 0 0 0,1 0 0 0 0,0 0 0 0 0,1 0 0 0 0,-1 0 0 0 0,2 0 0 0 0,-1 0 0 0 0,1 0 0 0 0,1 1 0 0 0,0-1 1 0 0,0 0-1 0 0,3 11 0 0 0,-3-15-33 0 0,0 0 0 0 0,1 0 0 0 0,0 1 1 0 0,0-1-1 0 0,0 0 0 0 0,0 0 0 0 0,1-1 0 0 0,0 1 1 0 0,0-1-1 0 0,0 1 0 0 0,1-1 0 0 0,-1 0 1 0 0,1 0-1 0 0,0 0 0 0 0,0-1 0 0 0,1 1 0 0 0,-1-1 1 0 0,1 0-1 0 0,-1 0 0 0 0,1-1 0 0 0,0 1 1 0 0,0-1-1 0 0,8 2 0 0 0,-10-3 2 0 0,0 0 0 0 0,0-1 0 0 0,0 1 0 0 0,0-1 0 0 0,0 0 0 0 0,0 0 0 0 0,0 0 0 0 0,0 0 0 0 0,0 0 0 0 0,0-1 0 0 0,0 1-1 0 0,-1-1 1 0 0,1 0 0 0 0,0 0 0 0 0,0 0 0 0 0,0 0 0 0 0,-1-1 0 0 0,6-2 0 0 0,-5 1 2 0 0,0 0-1 0 0,-1 0 0 0 0,1 0 1 0 0,0 0-1 0 0,-1 0 1 0 0,0 0-1 0 0,1-1 0 0 0,-1 0 1 0 0,-1 1-1 0 0,1-1 1 0 0,0 0-1 0 0,0-5 0 0 0,1 0 0 0 0,-1-1 1 0 0,-1 1-1 0 0,0-1 0 0 0,0 1 0 0 0,0-1 0 0 0,-2 0 0 0 0,1 1 0 0 0,-1-1 0 0 0,0 1 0 0 0,-6-19 0 0 0,5 20-77 0 0,-2 0 0 0 0,1 1-1 0 0,-1-1 1 0 0,0 1-1 0 0,0-1 1 0 0,-1 1 0 0 0,0 0-1 0 0,-1 1 1 0 0,-7-8-1 0 0,-20-10-2533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8.6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0 281 15203 0 0,'4'2'184'0'0,"0"-1"1"0"0,0 1-1 0 0,0-1 0 0 0,0 0 0 0 0,0 0 0 0 0,0-1 0 0 0,0 1 1 0 0,0-1-1 0 0,0 0 0 0 0,0 0 0 0 0,0 0 0 0 0,0 0 0 0 0,0-1 0 0 0,0 0 1 0 0,0 0-1 0 0,0 0 0 0 0,0 0 0 0 0,0 0 0 0 0,6-5 0 0 0,8-2 326 0 0,0-1 0 0 0,27-20 0 0 0,-36 24-510 0 0,-1-2-1 0 0,0 1 1 0 0,0-1-1 0 0,0 0 0 0 0,-1-1 1 0 0,0 0-1 0 0,-1 0 0 0 0,0-1 1 0 0,0 1-1 0 0,-1-1 1 0 0,0 0-1 0 0,0-1 0 0 0,-1 1 1 0 0,0-1-1 0 0,-1 0 1 0 0,0 0-1 0 0,0 0 0 0 0,-1-1 1 0 0,-1 1-1 0 0,0 0 1 0 0,0-1-1 0 0,-1 1 0 0 0,-1-15 1 0 0,1 25 10 0 0,0-1 1 0 0,0 1-1 0 0,0 0 1 0 0,0 0 0 0 0,0 0-1 0 0,0 0 1 0 0,-1 0-1 0 0,1-1 1 0 0,0 1-1 0 0,0 0 1 0 0,0 0 0 0 0,0 0-1 0 0,0 0 1 0 0,0-1-1 0 0,0 1 1 0 0,0 0-1 0 0,0 0 1 0 0,-1 0 0 0 0,1 0-1 0 0,0 0 1 0 0,0 0-1 0 0,0 0 1 0 0,0-1-1 0 0,0 1 1 0 0,0 0 0 0 0,-1 0-1 0 0,1 0 1 0 0,0 0-1 0 0,0 0 1 0 0,0 0-1 0 0,0 0 1 0 0,-1 0 0 0 0,1 0-1 0 0,0 0 1 0 0,0 0-1 0 0,0 0 1 0 0,0 0 0 0 0,-1 0-1 0 0,1 0 1 0 0,0 0-1 0 0,0 0 1 0 0,0 0-1 0 0,0 0 1 0 0,-1 0 0 0 0,1 0-1 0 0,-10 7 337 0 0,-7 10 41 0 0,11-9-362 0 0,-1 0-1 0 0,1 0 1 0 0,0 1-1 0 0,1-1 1 0 0,0 2-1 0 0,0-1 1 0 0,-5 18-1 0 0,9-24-33 0 0,0 0 1 0 0,0 0-1 0 0,1 1 0 0 0,-1-1 0 0 0,1 0 0 0 0,0 1 0 0 0,0-1 0 0 0,0 0 0 0 0,0 1 0 0 0,1-1 0 0 0,-1 0 0 0 0,1 1 1 0 0,0-1-1 0 0,0 0 0 0 0,0 0 0 0 0,0 0 0 0 0,1 0 0 0 0,-1 0 0 0 0,1 0 0 0 0,0 0 0 0 0,0 0 0 0 0,0 0 1 0 0,0-1-1 0 0,0 1 0 0 0,1-1 0 0 0,-1 0 0 0 0,5 4 0 0 0,-2-3-115 0 0,0 1 1 0 0,1-1-1 0 0,-1 0 1 0 0,1 0-1 0 0,-1-1 1 0 0,1 1-1 0 0,0-1 0 0 0,0-1 1 0 0,10 3-1 0 0,3-2-629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9.0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227 89 11979 0 0,'-1'-6'313'0'0,"1"1"1"0"0,-1 0 0 0 0,0-1-1 0 0,0 1 1 0 0,0 0 0 0 0,-1 0-1 0 0,0 0 1 0 0,0 0 0 0 0,0 0-1 0 0,0 0 1 0 0,-1 1-1 0 0,-4-7 1 0 0,5 9-153 0 0,0 1 1 0 0,1-1-1 0 0,-1 1 0 0 0,0-1 0 0 0,0 1 0 0 0,0 0 1 0 0,0 0-1 0 0,0 0 0 0 0,0 0 0 0 0,-1 0 1 0 0,1 0-1 0 0,0 1 0 0 0,0-1 0 0 0,-1 1 0 0 0,1 0 1 0 0,0-1-1 0 0,0 1 0 0 0,-1 0 0 0 0,1 0 1 0 0,0 0-1 0 0,-1 1 0 0 0,1-1 0 0 0,0 1 0 0 0,-1-1 1 0 0,1 1-1 0 0,0 0 0 0 0,0-1 0 0 0,0 1 1 0 0,0 0-1 0 0,0 1 0 0 0,-3 1 0 0 0,-7 4 12 0 0,0 1 0 0 0,0 0 0 0 0,0 1 0 0 0,1 0 0 0 0,-14 16 0 0 0,20-21-151 0 0,1 1 1 0 0,-1 0 0 0 0,1 0 0 0 0,1 0-1 0 0,-1 1 1 0 0,1 0 0 0 0,0-1 0 0 0,0 1-1 0 0,0 0 1 0 0,1 0 0 0 0,0 1 0 0 0,0-1 0 0 0,1 0-1 0 0,-2 9 1 0 0,4-12-20 0 0,-1 0 0 0 0,1 1-1 0 0,0-1 1 0 0,0 0 0 0 0,0 0-1 0 0,0 0 1 0 0,0 0 0 0 0,1 0-1 0 0,0 0 1 0 0,-1 0 0 0 0,1-1-1 0 0,0 1 1 0 0,0 0 0 0 0,1-1-1 0 0,4 4 1 0 0,43 34-191 0 0,-38-32 129 0 0,17 12-27 0 0,-19-14 35 0 0,1 0-1 0 0,-1 1 0 0 0,0 1 1 0 0,-1 0-1 0 0,0 0 0 0 0,0 0 1 0 0,-1 2-1 0 0,8 9 0 0 0,-15-17 44 0 0,-1-1 0 0 0,1 0 0 0 0,-1 1-1 0 0,1-1 1 0 0,-1 1 0 0 0,0 0 0 0 0,1-1-1 0 0,-1 1 1 0 0,0-1 0 0 0,0 1 0 0 0,0-1-1 0 0,0 1 1 0 0,-1-1 0 0 0,1 1 0 0 0,0 0-1 0 0,-1-1 1 0 0,1 1 0 0 0,-1-1 0 0 0,1 0-1 0 0,-1 1 1 0 0,0-1 0 0 0,1 1 0 0 0,-1-1-1 0 0,0 0 1 0 0,0 0 0 0 0,0 1 0 0 0,0-1-1 0 0,0 0 1 0 0,0 0 0 0 0,0 0 0 0 0,-1 0-1 0 0,1 0 1 0 0,0 0 0 0 0,-1-1 0 0 0,-1 2-1 0 0,-2 1-250 0 0,-1 1-1 0 0,0-1 0 0 0,1 0 1 0 0,-2-1-1 0 0,1 0 1 0 0,0 0-1 0 0,-8 2 1 0 0,-2-3-6732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29.5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233 425 7834 0 0,'-1'-5'659'0'0,"-1"1"0"0"0,0 0 0 0 0,1 0 0 0 0,-1 0 0 0 0,-1 1 0 0 0,1-1 0 0 0,-1 0 0 0 0,1 1 1 0 0,-1-1-1 0 0,0 1 0 0 0,0 0 0 0 0,0 0 0 0 0,-1 0 0 0 0,-6-4 0 0 0,8 6-535 0 0,0 0 0 0 0,0 0 0 0 0,-1 0 0 0 0,1 1 0 0 0,0-1 0 0 0,-1 1 0 0 0,1-1 0 0 0,-1 1 0 0 0,1 0 0 0 0,0 0 0 0 0,-1 0 0 0 0,1 0 0 0 0,-1 0 0 0 0,1 0 0 0 0,-1 1 0 0 0,1 0 0 0 0,0-1 0 0 0,-1 1 0 0 0,1 0-1 0 0,0 0 1 0 0,0 0 0 0 0,0 0 0 0 0,0 0 0 0 0,0 1 0 0 0,0-1 0 0 0,0 0 0 0 0,-3 4 0 0 0,-9 8 89 0 0,0 1-1 0 0,1 0 0 0 0,1 1 0 0 0,-15 22 1 0 0,22-28-219 0 0,-1 1 1 0 0,1-1-1 0 0,0 1 0 0 0,1-1 1 0 0,0 1-1 0 0,1 0 1 0 0,0 1-1 0 0,1-1 0 0 0,-2 17 1 0 0,3-24-2 0 0,1 0 1 0 0,0 0 0 0 0,0 0 0 0 0,0 0-1 0 0,1 0 1 0 0,-1 0 0 0 0,1 0 0 0 0,-1 0-1 0 0,1-1 1 0 0,0 1 0 0 0,0 0 0 0 0,0 0-1 0 0,1 0 1 0 0,-1-1 0 0 0,1 1-1 0 0,-1-1 1 0 0,4 4 0 0 0,-3-5-43 0 0,-1 1-1 0 0,1-1 1 0 0,1 1-1 0 0,-1-1 1 0 0,0 0 0 0 0,0 0-1 0 0,0 0 1 0 0,1 0-1 0 0,-1 0 1 0 0,0-1-1 0 0,1 1 1 0 0,-1-1 0 0 0,1 1-1 0 0,-1-1 1 0 0,1 0-1 0 0,4 0 1 0 0,0-1-50 0 0,0 0 1 0 0,0 0-1 0 0,0-1 1 0 0,0 0-1 0 0,0-1 1 0 0,0 1-1 0 0,0-1 1 0 0,0 0-1 0 0,-1-1 1 0 0,0 0-1 0 0,0 0 0 0 0,10-9 1 0 0,-7 5 50 0 0,-1-1-1 0 0,0 0 1 0 0,0 0-1 0 0,-1-1 1 0 0,-1 0-1 0 0,0 0 1 0 0,0 0 0 0 0,-1-1-1 0 0,0 0 1 0 0,-1 0-1 0 0,0-1 1 0 0,-1 1-1 0 0,0-1 1 0 0,0 0 0 0 0,-2 1-1 0 0,1-1 1 0 0,-2-20-1 0 0,-1 3 9 0 0,-2 1-1 0 0,-1 0 0 0 0,-2 0 1 0 0,-1 0-1 0 0,0 0 0 0 0,-16-33 1 0 0,23 60 44 0 0,-9-18 345 0 0,2-1 0 0 0,0 0 0 0 0,1 0-1 0 0,1-1 1 0 0,1 1 0 0 0,-1-30 0 0 0,34 116 1315 0 0,105 236-1031 0 0,-29-110-3136 0 0,-79-152-5077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30.2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59 289 6913 0 0,'-1'-3'898'0'0,"-1"0"0"0"0,1 0 0 0 0,-1 0 0 0 0,0 0 0 0 0,0 0 0 0 0,0 1 0 0 0,0-1 0 0 0,-1 0-1 0 0,-4-3 1 0 0,6 5-732 0 0,1 1-1 0 0,-1 0 1 0 0,1 0 0 0 0,0 0-1 0 0,-1-1 1 0 0,1 1 0 0 0,-1 0-1 0 0,1 0 1 0 0,-1 0-1 0 0,1 0 1 0 0,-1 0 0 0 0,1 0-1 0 0,-1 0 1 0 0,1 0-1 0 0,-1 0 1 0 0,1 0 0 0 0,-1 0-1 0 0,1 0 1 0 0,-1 1 0 0 0,1-1-1 0 0,-1 0 1 0 0,1 0-1 0 0,-1 0 1 0 0,1 1 0 0 0,0-1-1 0 0,-1 1 1 0 0,-1 0-18 0 0,1 0 0 0 0,0 1 1 0 0,0-1-1 0 0,-1 1 0 0 0,1 0 1 0 0,0-1-1 0 0,0 1 0 0 0,1 0 1 0 0,-1 0-1 0 0,-1 2 0 0 0,0 6-26 0 0,0-1 0 0 0,0 1 0 0 0,1-1 0 0 0,0 1 0 0 0,1 0 0 0 0,0-1 0 0 0,0 1 0 0 0,1 0 0 0 0,0-1 0 0 0,1 1 0 0 0,0-1 0 0 0,1 0 0 0 0,0 1 0 0 0,0-1-1 0 0,1 0 1 0 0,0-1 0 0 0,9 15 0 0 0,-9-17-131 0 0,0 1-1 0 0,0-1 0 0 0,1 0 1 0 0,-1 0-1 0 0,2 0 0 0 0,-1 0 1 0 0,1-1-1 0 0,-1 0 0 0 0,2 0 1 0 0,-1-1-1 0 0,0 1 0 0 0,1-1 1 0 0,0-1-1 0 0,0 1 0 0 0,0-1 1 0 0,0-1-1 0 0,0 1 0 0 0,1-1 1 0 0,-1 0-1 0 0,1-1 0 0 0,-1 0 0 0 0,12 0 1 0 0,-16 0-10 0 0,0-1 1 0 0,-1 0-1 0 0,1 0 0 0 0,-1 0 1 0 0,1-1-1 0 0,-1 1 0 0 0,1-1 1 0 0,-1 1-1 0 0,1-1 0 0 0,-1 0 1 0 0,0 0-1 0 0,1 0 0 0 0,-1 0 1 0 0,0 0-1 0 0,0 0 1 0 0,1-1-1 0 0,-1 1 0 0 0,0-1 1 0 0,-1 0-1 0 0,1 0 0 0 0,0 1 1 0 0,0-1-1 0 0,-1 0 0 0 0,1 0 1 0 0,-1 0-1 0 0,1-1 0 0 0,-1 1 1 0 0,0 0-1 0 0,0-1 1 0 0,0 1-1 0 0,0 0 0 0 0,-1-1 1 0 0,1 1-1 0 0,-1-1 0 0 0,1 1 1 0 0,-1-1-1 0 0,0 1 0 0 0,0-5 1 0 0,-1-8-220 0 0,-1 0 1 0 0,-1-1-1 0 0,0 1 1 0 0,-1 0-1 0 0,-8-19 1 0 0,-1-6-460 0 0,8 16 517 0 0,0-1-1 0 0,2 0 1 0 0,1 0-1 0 0,1-1 1 0 0,3-36-1 0 0,-2 62 195 0 0,1-1 1 0 0,-1 0-1 0 0,0 1 0 0 0,0-1 0 0 0,1 0 0 0 0,-1 1 0 0 0,1-1 0 0 0,-1 1 1 0 0,1-1-1 0 0,-1 1 0 0 0,1-1 0 0 0,-1 1 0 0 0,1-1 0 0 0,-1 1 0 0 0,1-1 1 0 0,0 1-1 0 0,-1 0 0 0 0,1-1 0 0 0,-1 1 0 0 0,1 0 0 0 0,0 0 0 0 0,0-1 1 0 0,-1 1-1 0 0,1 0 0 0 0,0 0 0 0 0,-1 0 0 0 0,1 0 0 0 0,0 0 0 0 0,0 0 0 0 0,-1 0 1 0 0,1 0-1 0 0,0 0 0 0 0,-1 0 0 0 0,1 0 0 0 0,1 1 0 0 0,36 6 827 0 0,-20-3-618 0 0,-12-4-190 0 0,-1 1-1 0 0,1 0 1 0 0,0 0 0 0 0,0 0 0 0 0,0 1 0 0 0,-1 0 0 0 0,1 0 0 0 0,0 0 0 0 0,-1 1 0 0 0,6 3 0 0 0,-8-3-33 0 0,0 0 0 0 0,-1-1 0 0 0,1 1 1 0 0,-1 0-1 0 0,0 0 0 0 0,0 0 1 0 0,0 1-1 0 0,0-1 0 0 0,0 0 0 0 0,-1 1 1 0 0,1 0-1 0 0,-1-1 0 0 0,0 1 0 0 0,0-1 1 0 0,-1 1-1 0 0,1 0 0 0 0,-1 5 0 0 0,2 48 90 0 0,-3-46-81 0 0,1 1 0 0 0,0-1 0 0 0,1 1 0 0 0,1-1 0 0 0,-1 1 0 0 0,2-1 0 0 0,-1 0 0 0 0,6 14 0 0 0,-7-24-7 0 0,-1-1 0 0 0,0 1 0 0 0,0 0 0 0 0,1-1 0 0 0,-1 1 0 0 0,0 0 0 0 0,1-1 0 0 0,-1 1 1 0 0,1 0-1 0 0,-1-1 0 0 0,1 1 0 0 0,-1-1 0 0 0,1 1 0 0 0,-1-1 0 0 0,1 1 0 0 0,0-1 0 0 0,-1 1 0 0 0,1-1 0 0 0,0 0 0 0 0,-1 1 0 0 0,1-1 0 0 0,0 0 0 0 0,-1 1 0 0 0,1-1 0 0 0,0 0 0 0 0,0 0 0 0 0,-1 0 1 0 0,1 0-1 0 0,1 0 0 0 0,-1 0 10 0 0,1-1 0 0 0,-1 0 0 0 0,0 1-1 0 0,1-1 1 0 0,-1 0 0 0 0,0 0 0 0 0,0 0 0 0 0,0 0 0 0 0,0 0 0 0 0,1 0 0 0 0,-1 0 0 0 0,-1 0 0 0 0,1 0 0 0 0,1-2 0 0 0,5-8 121 0 0,-1 0 0 0 0,10-22 0 0 0,-13 25-82 0 0,25-59 187 0 0,12-26-72 0 0,-35 83-172 0 0,1 0 1 0 0,0 0-1 0 0,1 1 1 0 0,0-1-1 0 0,0 2 1 0 0,13-13-1 0 0,-19 20 4 0 0,0 0-1 0 0,0 0 0 0 0,0 0 0 0 0,0 0 0 0 0,0 0 1 0 0,0 0-1 0 0,0 1 0 0 0,1-1 0 0 0,-1 0 0 0 0,0 1 1 0 0,0-1-1 0 0,1 0 0 0 0,-1 1 0 0 0,0 0 0 0 0,1-1 1 0 0,-1 1-1 0 0,1 0 0 0 0,-1 0 0 0 0,0 0 0 0 0,1 0 1 0 0,-1 0-1 0 0,1 0 0 0 0,-1 0 0 0 0,0 0 0 0 0,1 0 1 0 0,2 1-1 0 0,-1 2 3 0 0,0-1 0 0 0,-1 0 1 0 0,1 0-1 0 0,0 1 0 0 0,-1 0 0 0 0,1-1 1 0 0,-1 1-1 0 0,3 5 0 0 0,-4-5 21 0 0,1 0 1 0 0,-1-1-1 0 0,1 1 0 0 0,0-1 0 0 0,0 1 0 0 0,0-1 1 0 0,0 0-1 0 0,0 0 0 0 0,1 0 0 0 0,-1 0 0 0 0,1 0 1 0 0,-1 0-1 0 0,1 0 0 0 0,0-1 0 0 0,0 0 0 0 0,-1 1 1 0 0,1-1-1 0 0,0 0 0 0 0,0 0 0 0 0,5 0 0 0 0,-5-1-2 0 0,-1 0-1 0 0,0 0 0 0 0,0 0 1 0 0,1-1-1 0 0,-1 1 0 0 0,0-1 1 0 0,0 1-1 0 0,0-1 1 0 0,0 0-1 0 0,1 0 0 0 0,-1 0 1 0 0,0 0-1 0 0,-1 0 0 0 0,1-1 1 0 0,0 1-1 0 0,0 0 0 0 0,0-1 1 0 0,-1 1-1 0 0,1-1 0 0 0,-1 0 1 0 0,1 0-1 0 0,-1 0 0 0 0,0 1 1 0 0,0-1-1 0 0,0 0 0 0 0,0 0 1 0 0,0-1-1 0 0,0 1 0 0 0,0 0 1 0 0,-1 0-1 0 0,1 0 1 0 0,-1 0-1 0 0,1-1 0 0 0,-1 1 1 0 0,0 0-1 0 0,0 0 0 0 0,0-1 1 0 0,-1-1-1 0 0,1-4-95 0 0,0 0 0 0 0,-1 0-1 0 0,0 0 1 0 0,-1 0 0 0 0,0 1 0 0 0,0-1 0 0 0,0 1 0 0 0,-1-1 0 0 0,-7-12-1 0 0,-3 0-2155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30.6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1 123 8290 0 0,'14'3'960'0'0,"-1"0"0"0"0,1 2 0 0 0,-1-1 0 0 0,0 2 0 0 0,0 0 0 0 0,0 0-1 0 0,12 9 1 0 0,-18-10-556 0 0,0-1 0 0 0,0 2 0 0 0,0-1 0 0 0,-1 1 0 0 0,1 0 0 0 0,-2 0 0 0 0,1 1 0 0 0,-1-1 0 0 0,1 1 0 0 0,-2 1 0 0 0,1-1 0 0 0,6 15 0 0 0,-11-22-383 0 0,0 0 1 0 0,0 0 0 0 0,0 0 0 0 0,0 0 0 0 0,0 0-1 0 0,0 0 1 0 0,0 0 0 0 0,0 0 0 0 0,0 0 0 0 0,0 0-1 0 0,0-1 1 0 0,0 1 0 0 0,0 0 0 0 0,0 0 0 0 0,0 0-1 0 0,1 0 1 0 0,-1 0 0 0 0,0 0 0 0 0,0 0 0 0 0,0 0 0 0 0,0 0-1 0 0,0 0 1 0 0,0 0 0 0 0,0 0 0 0 0,0 0 0 0 0,0 0-1 0 0,0 0 1 0 0,1 0 0 0 0,-1 0 0 0 0,0 0 0 0 0,0 0-1 0 0,0 0 1 0 0,0 0 0 0 0,0 0 0 0 0,0 0 0 0 0,0 0 0 0 0,0 0-1 0 0,0 0 1 0 0,0 0 0 0 0,0 0 0 0 0,1 1 0 0 0,-1-1-1 0 0,0 0 1 0 0,0 0 0 0 0,0 0 0 0 0,0 0 0 0 0,0 0-1 0 0,0 0 1 0 0,0 0 0 0 0,0 0 0 0 0,0 0 0 0 0,0 0-1 0 0,0 0 1 0 0,0 0 0 0 0,0 1 0 0 0,0-1 0 0 0,0 0 0 0 0,0 0-1 0 0,0 0 1 0 0,0 0 0 0 0,4-13 366 0 0,0-17-243 0 0,-3 8-84 0 0,1-1 1 0 0,1 1 0 0 0,8-31 0 0 0,-10 46-62 0 0,1 1 1 0 0,1-1 0 0 0,-1 1-1 0 0,1 0 1 0 0,0 0-1 0 0,0 0 1 0 0,1 1 0 0 0,0-1-1 0 0,0 1 1 0 0,0 0-1 0 0,1 0 1 0 0,-1 0 0 0 0,1 1-1 0 0,0-1 1 0 0,1 1-1 0 0,5-4 1 0 0,-8 7-1 0 0,-1 0-1 0 0,1 0 1 0 0,0 0-1 0 0,0 0 1 0 0,0 0-1 0 0,-1 1 1 0 0,1-1 0 0 0,0 1-1 0 0,0 0 1 0 0,0 0-1 0 0,0 0 1 0 0,0 0-1 0 0,0 1 1 0 0,-1-1-1 0 0,1 1 1 0 0,0-1 0 0 0,4 3-1 0 0,5 1 59 0 0,-1 2 0 0 0,22 12 0 0 0,11 5 224 0 0,-25-17-247 0 0,0-1 0 0 0,0 0 1 0 0,0-2-1 0 0,36 2 0 0 0,3-4-6859 0 0,-30-2-539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2.3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6913 0 0,'0'0'529'0'0,"28"9"2413"0"0,-25-7-2544 0 0,1 0 1 0 0,-1 0-1 0 0,0 0 1 0 0,0 1-1 0 0,0-1 1 0 0,0 1-1 0 0,0 0 1 0 0,-1 0-1 0 0,1 0 1 0 0,-1 0-1 0 0,0 0 1 0 0,0 0-1 0 0,0 1 1 0 0,0-1-1 0 0,-1 1 1 0 0,1-1-1 0 0,0 6 1 0 0,3 8 266 0 0,-1 1 1 0 0,2 28-1 0 0,0-5-172 0 0,2 3-446 0 0,-2 0 0 0 0,-2 0 0 0 0,-2 1 0 0 0,-5 76 1 0 0,-2-80-1851 0 0,-12 45 1 0 0,11-58-4329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2.5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3225 0 0,'4'13'1462'0'0,"0"0"1"0"0,0-1-1 0 0,-2 1 1 0 0,0 0 0 0 0,1 16-1 0 0,-3 70 3762 0 0,-1-70-4780 0 0,1 0 0 0 0,7 57 0 0 0,-4-69-1832 0 0,0 0-4786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2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 5065 0 0,'-6'138'4448'0'0,"1"44"463"0"0,11-130-5353 0 0,1-31-3614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2.9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6913 0 0,'3'18'305'0'0,"-3"-5"63"0"0,1 0-296 0 0,-1-4-72 0 0,1-2 0 0 0,-1-2 0 0 0,2 2 416 0 0,-1 5 64 0 0,2 9 8 0 0,1 4 8 0 0,0 5-112 0 0,1-1-32 0 0,1-2 0 0 0,-2-3 0 0 0,1 1-1472 0 0,-1-3-288 0 0,2-3-65 0 0,-3-3-15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3225 0 0,'2'25'1148'0'0,"0"0"0"0"0,-2 0 0 0 0,-4 37 0 0 0,1-34-652 0 0,2 0-1 0 0,2 37 0 0 0,-1-63-743 0 0,1 1-1 0 0,-1-1 1 0 0,0 0-1 0 0,1 1 0 0 0,-1-1 1 0 0,1 0-1 0 0,0 1 1 0 0,0-1-1 0 0,0 0 0 0 0,0 0 1 0 0,0 0-1 0 0,0 0 1 0 0,1 0-1 0 0,-1 0 1 0 0,1 0-1 0 0,-1 0 0 0 0,1 0 1 0 0,0-1-1 0 0,2 2 1 0 0,0 0 141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2761 0 0,'1'10'248'0'0,"1"-1"-248"0"0,-1-1 0 0 0,-1-3 0 0 0,2-1 240 0 0,-2-1 0 0 0,1 2 0 0 0,0 5 0 0 0,1 2-176 0 0,2 7-64 0 0,1 1 0 0 0,1-3 64 0 0,-1-2-64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57.7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 88 5065 0 0,'-5'-7'934'0'0,"1"0"1"0"0,-1 0-1 0 0,0 1 0 0 0,-11-11 1 0 0,11 12 233 0 0,-1-1 1 0 0,1 0 0 0 0,0 0 0 0 0,-7-14 4582 0 0,6 48-5552 0 0,2 1 1 0 0,0 0-1 0 0,2 0 0 0 0,1 0 0 0 0,2 0 1 0 0,1 0-1 0 0,1 0 0 0 0,7 30 1 0 0,53 275-84 0 0,23 366 0 0 0,-62-489 107 0 0,-8-91 83 0 0,1 186 0 0 0,-34 7 152 0 0,4-105 20 0 0,8-176-186 0 0,2-20-596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58.3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258 132 2761 0 0,'-2'-7'214'0'0,"0"1"1"0"0,1-1 0 0 0,0 0-1 0 0,0 0 1 0 0,1 0-1 0 0,-1 0 1 0 0,2-10 0 0 0,-1-10 233 0 0,-2 10-729 0 0,-7-4 5510 0 0,9 21-5097 0 0,0-1-1 0 0,-1 1 1 0 0,1 0 0 0 0,0 0-1 0 0,-1 0 1 0 0,1 0-1 0 0,0 0 1 0 0,-1 0 0 0 0,1 0-1 0 0,0 0 1 0 0,-1 0 0 0 0,1 0-1 0 0,0 0 1 0 0,-1 0-1 0 0,1 0 1 0 0,-1 0 0 0 0,1 0-1 0 0,0 0 1 0 0,-1 0 0 0 0,1 1-1 0 0,-17 14 2340 0 0,-6 20-1475 0 0,-32 64 1 0 0,14-23-382 0 0,17-35 591 0 0,2 1 0 0 0,-29 75 0 0 0,93-284-326 0 0,10-36-656 0 0,-51 200-195 0 0,0-1-1 0 0,0 1 0 0 0,0 0 1 0 0,0 0-1 0 0,1 0 1 0 0,-1 0-1 0 0,1 1 0 0 0,0-1 1 0 0,0 0-1 0 0,0 1 0 0 0,0-1 1 0 0,4-2-1 0 0,-5 4-11 0 0,1 1 0 0 0,-1-1 1 0 0,1 1-1 0 0,-1-1 0 0 0,0 1 1 0 0,1 0-1 0 0,-1 0 0 0 0,1 0 0 0 0,-1 0 1 0 0,1 0-1 0 0,-1 0 0 0 0,1 0 1 0 0,-1 0-1 0 0,1 0 0 0 0,-1 1 0 0 0,1-1 1 0 0,-1 1-1 0 0,0-1 0 0 0,1 1 0 0 0,-1-1 1 0 0,0 1-1 0 0,1 0 0 0 0,-1 0 1 0 0,0 0-1 0 0,0 0 0 0 0,0 0 0 0 0,0 0 1 0 0,2 1-1 0 0,7 8 99 0 0,-1 0-1 0 0,1 1 1 0 0,-2 0 0 0 0,15 23 0 0 0,14 18 176 0 0,-11-23-434 0 0,2-1 1 0 0,1-1 0 0 0,1-1-1 0 0,46 29 1 0 0,-53-40-367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59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51 7834 0 0,'-2'-6'1633'0'0,"-1"0"0"0"0,1 0-1 0 0,1 0 1 0 0,-1 0 0 0 0,1 0 0 0 0,-1-8 0 0 0,3 14-1540 0 0,-1 0-1 0 0,0 0 1 0 0,1 0-1 0 0,-1-1 1 0 0,1 1-1 0 0,-1 0 1 0 0,1 0-1 0 0,-1 0 1 0 0,1 0-1 0 0,-1 0 1 0 0,0 0-1 0 0,1 0 0 0 0,-1 0 1 0 0,1 0-1 0 0,-1 0 1 0 0,1 0-1 0 0,-1 0 1 0 0,1 0-1 0 0,-1 1 1 0 0,0-1-1 0 0,1 0 1 0 0,-1 0-1 0 0,1 0 1 0 0,-1 1-1 0 0,0-1 1 0 0,1 0-1 0 0,-1 0 1 0 0,0 1-1 0 0,1-1 1 0 0,-1 0-1 0 0,0 1 1 0 0,1-1-1 0 0,-1 0 1 0 0,1 1-1 0 0,15 12 116 0 0,12 14-96 0 0,-1 1 0 0 0,-2 2 1 0 0,-1 0-1 0 0,23 41 0 0 0,-18-29 48 0 0,53 63-1 0 0,-63-83-330 0 0,-13-14 39 0 0,0-1 0 0 0,0 0-1 0 0,0 0 1 0 0,1-1 0 0 0,0 1-1 0 0,1-2 1 0 0,-1 1 0 0 0,10 5-1 0 0,-17-11 100 0 0,0-1 0 0 0,0 1 1 0 0,0 0-1 0 0,0 0 0 0 0,0 0 0 0 0,0 0 0 0 0,0 0 0 0 0,0 0 0 0 0,0 0 0 0 0,0-1 0 0 0,0 1 0 0 0,0 0 0 0 0,0 0 0 0 0,0 0 0 0 0,0 0 0 0 0,0 0 0 0 0,0 0 0 0 0,0 0 0 0 0,0-1 0 0 0,0 1 0 0 0,0 0 0 0 0,0 0 0 0 0,0 0 0 0 0,0 0 0 0 0,0 0 0 0 0,0 0 0 0 0,0 0 0 0 0,0-1 0 0 0,0 1 0 0 0,0 0 0 0 0,0 0 0 0 0,0 0 0 0 0,1 0 0 0 0,-1 0 0 0 0,0 0 0 0 0,0 0 0 0 0,0 0 1 0 0,0 0-1 0 0,0 0 0 0 0,0 0 0 0 0,0-1 0 0 0,0 1 0 0 0,1 0 0 0 0,-1 0 0 0 0,0 0 0 0 0,0 0 0 0 0,0 0 0 0 0,0 0 0 0 0,0 0 0 0 0,0 0 0 0 0,0 0 0 0 0,1 0 0 0 0,-1 0 0 0 0,0 0 0 0 0,0 0 0 0 0,0 0 0 0 0,0 0 0 0 0,0 0 0 0 0,0 0 0 0 0,1 1 0 0 0,-1-1 0 0 0,0 0 0 0 0,0 0 0 0 0,0 0 0 0 0,0 0 0 0 0,0 0 0 0 0,0 0 0 0 0,0 0 0 0 0,1 0 0 0 0,-6-9-3325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59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68 205 5985 0 0,'-67'33'2798'0'0,"85"-72"176"0"0,3 4-394 0 0,32-41-1 0 0,-44 65-2612 0 0,0 0 1 0 0,1 1-1 0 0,0 0 0 0 0,1 0 0 0 0,0 1 1 0 0,1 0-1 0 0,16-8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7:59.4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3 302 5529 0 0,'-1'2'393'0'0,"1"1"0"0"0,-1-1 0 0 0,1 1 1 0 0,0 0-1 0 0,0-1 0 0 0,0 1 0 0 0,0 0 0 0 0,0 0 0 0 0,0-1 0 0 0,5 8 1944 0 0,-5-10-2216 0 0,1 0 1 0 0,-1 1-1 0 0,0-1 1 0 0,0 0-1 0 0,1 0 1 0 0,-1 0-1 0 0,0 0 1 0 0,1 0-1 0 0,-1 0 1 0 0,0 0-1 0 0,1 0 1 0 0,-1 0-1 0 0,0 0 1 0 0,1 0-1 0 0,-1 0 1 0 0,0 0-1 0 0,18-12 1288 0 0,3-11 197 0 0,-1 0 0 0 0,32-49 0 0 0,4-6-205 0 0,58-53-2939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0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81 753 5529 0 0,'-12'5'1436'0'0,"0"-2"0"0"0,0 0 0 0 0,-1 0-1 0 0,-18 1 1 0 0,85-10 3958 0 0,32-18-3723 0 0,-8 2-785 0 0,238-22 545 0 0,-123 21-1132 0 0,373-80-266 0 0,-53 8 22 0 0,113 6 173 0 0,10 39-140 0 0,260-3-1 0 0,-347-11 43 0 0,189 1 5 0 0,-94 11-43 0 0,640 7-28 0 0,-482 27 93 0 0,-214-2-39 0 0,-401 26-80 0 0,283 44 1 0 0,-341-36 8 0 0,1-5 1 0 0,0-7-1 0 0,135-14 0 0 0,-238 9-161 0 0,-1-2-1 0 0,40-12 0 0 0,-42 9-322 0 0,1 2 0 0 0,-1 1 0 0 0,27-2 0 0 0,146 1-1325 0 0,-167-1-604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1.5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242 130 4881 0 0,'-4'-7'288'0'0,"-1"1"0"0"0,-1 0 1 0 0,1 0-1 0 0,-1 0 0 0 0,0 1 0 0 0,-1 0 0 0 0,1 0 0 0 0,-1 0 0 0 0,-7-3 1 0 0,-9-3 1768 0 0,-37-14 1 0 0,7 5 188 0 0,50 18-1798 0 0,-19-8 4405 0 0,22 10-4742 0 0,-1-1 0 0 0,1 1 0 0 0,0 0 0 0 0,-1 0 0 0 0,1-1 0 0 0,0 1 0 0 0,-1 0 0 0 0,1 0 0 0 0,0 0 0 0 0,-1 0 0 0 0,1 0 0 0 0,0-1 0 0 0,-1 1 0 0 0,1 0 0 0 0,0 0 0 0 0,-1 0 0 0 0,1 0 0 0 0,0 0 0 0 0,-1 0 0 0 0,1 0 0 0 0,-1 0 0 0 0,1 0 0 0 0,0 0 0 0 0,-1 1 0 0 0,1-1 0 0 0,0 0 0 0 0,-1 0 0 0 0,1 0 0 0 0,0 0 0 0 0,-1 0 0 0 0,1 1 0 0 0,0-1 0 0 0,-1 0 0 0 0,1 0 0 0 0,0 1 0 0 0,0-1 0 0 0,-1 0 0 0 0,1 0 0 0 0,0 1 0 0 0,0-1 0 0 0,0 0 0 0 0,-1 1 0 0 0,1-1 0 0 0,42 7-145 0 0,-20 3-39 0 0,0 1 0 0 0,-1 1 0 0 0,0 0 0 0 0,31 26 0 0 0,-22-17 64 0 0,163 104-55 0 0,-191-124 83 0 0,0 0-1 0 0,0 0 1 0 0,0 0-1 0 0,0 1 1 0 0,0-1-1 0 0,0 0 1 0 0,-1 1 0 0 0,1-1-1 0 0,0 1 1 0 0,-1 0-1 0 0,1 0 1 0 0,-1-1-1 0 0,0 1 1 0 0,1 0-1 0 0,-1 0 1 0 0,0 0 0 0 0,0 0-1 0 0,0 0 1 0 0,-1 1-1 0 0,1-1 1 0 0,0 0-1 0 0,-1 0 1 0 0,0 0-1 0 0,1 1 1 0 0,-1-1 0 0 0,0 0-1 0 0,0 1 1 0 0,-1 3-1 0 0,0-2 21 0 0,0 0 0 0 0,-1 0 0 0 0,0-1-1 0 0,0 1 1 0 0,0 0 0 0 0,0-1 0 0 0,0 1 0 0 0,-1-1-1 0 0,0 0 1 0 0,1 0 0 0 0,-1 0 0 0 0,0 0 0 0 0,-1 0 0 0 0,-6 4-1 0 0,-19 14 172 0 0,-33 30-1 0 0,8 6-2967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2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78 10594 0 0,'2'-12'1940'0'0,"0"0"0"0"0,-1 0-1 0 0,0-21 1 0 0,-1 25-177 0 0,0 48-1306 0 0,2 1-1 0 0,2 0 1 0 0,2-1-1 0 0,1 0 1 0 0,2-1-1 0 0,2 1 1 0 0,21 48 0 0 0,-23-69-435 0 0,0 0 0 0 0,2 0 0 0 0,0-1 1 0 0,1 0-1 0 0,1-1 0 0 0,25 26 0 0 0,-26-32-62 0 0,0 0 0 0 0,1-2 1 0 0,0 1-1 0 0,0-1 0 0 0,1-1 0 0 0,0-1 0 0 0,0 0 0 0 0,1-1 0 0 0,28 9 0 0 0,-38-14-20 0 0,-1 0-1 0 0,1 0 1 0 0,-1 0 0 0 0,1-1 0 0 0,-1 1-1 0 0,1-1 1 0 0,-1 0 0 0 0,1-1-1 0 0,-1 1 1 0 0,1-1 0 0 0,-1 0 0 0 0,6-1-1 0 0,-7 1-136 0 0,-1-1 0 0 0,1 1 0 0 0,-1 0 0 0 0,1-1 0 0 0,-1 0 0 0 0,0 1 0 0 0,0-1 0 0 0,1 0 0 0 0,-1 0-1 0 0,-1 0 1 0 0,1-1 0 0 0,0 1 0 0 0,0 0 0 0 0,-1-1 0 0 0,0 1 0 0 0,1-1 0 0 0,-1 1 0 0 0,0-1 0 0 0,0 0 0 0 0,1-4 0 0 0,2-11-6603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2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9 145 10594 0 0,'-9'1'6640'0'0,"29"-18"-2291"0"0,-9 9-4854 0 0,5-4 496 0 0,1 0 0 0 0,0 2 0 0 0,33-15 0 0 0,59-17-6048 0 0,-90 35 4496 0 0,18-6-989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2.7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11979 0 0,'12'28'4350'0'0,"-4"-14"-3451"0"0,17 58 2147 0 0,-15-39-2305 0 0,2-1 0 0 0,17 33 0 0 0,-7-36-230 0 0,-21-28-631 0 0,1 1 1 0 0,-1-1 0 0 0,0 0-1 0 0,0 0 1 0 0,1 0-1 0 0,-1 0 1 0 0,1 0 0 0 0,-1-1-1 0 0,1 1 1 0 0,-1 0 0 0 0,1-1-1 0 0,-1 1 1 0 0,1-1 0 0 0,-1 1-1 0 0,1-1 1 0 0,0 0 0 0 0,-1 0-1 0 0,1 0 1 0 0,2 0-1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2.8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6913 0 0,'-22'4'11468'0'0,"36"8"-14757"0"0,-6-7 1813 0 0,4 3-538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3.4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1 143 4609 0 0,'0'-1'195'0'0,"0"0"0"0"0,1 0 1 0 0,-1-1-1 0 0,0 1 0 0 0,1 0 0 0 0,-1 0 1 0 0,1 0-1 0 0,0 0 0 0 0,-1-1 0 0 0,1 1 1 0 0,0 0-1 0 0,0 0 0 0 0,0 0 0 0 0,0 0 1 0 0,-1 1-1 0 0,1-1 0 0 0,0 0 0 0 0,1 0 1 0 0,-1 0-1 0 0,0 1 0 0 0,0-1 0 0 0,0 1 1 0 0,0-1-1 0 0,1 1 0 0 0,-1-1 0 0 0,2 1 1 0 0,-1 0 146 0 0,0 0 1 0 0,1 0 0 0 0,-1 1 0 0 0,0-1-1 0 0,0 1 1 0 0,0 0 0 0 0,0-1 0 0 0,1 1-1 0 0,-1 0 1 0 0,0 0 0 0 0,0 1 0 0 0,-1-1 0 0 0,5 3-1 0 0,3 4 576 0 0,-1 0 0 0 0,1 1 0 0 0,-1 0-1 0 0,11 16 1 0 0,-15-17-803 0 0,0-1 0 0 0,0 1 0 0 0,-1 0-1 0 0,0 0 1 0 0,3 12 0 0 0,1 2-948 0 0,-7-22 821 0 0,1 0 0 0 0,-1 0 1 0 0,0 0-1 0 0,1 0 0 0 0,-1 0 0 0 0,0 0 0 0 0,1 0 0 0 0,-1 0 1 0 0,0-1-1 0 0,1 1 0 0 0,-1 0 0 0 0,0 0 0 0 0,1 0 0 0 0,-1 0 1 0 0,0-1-1 0 0,0 1 0 0 0,1 0 0 0 0,-1 0 0 0 0,0-1 0 0 0,0 1 1 0 0,0 0-1 0 0,1 0 0 0 0,-1-1 0 0 0,0 1 0 0 0,0 0 0 0 0,0-1 1 0 0,0 1-1 0 0,1 0 0 0 0,-1-1 0 0 0,0 1 0 0 0,0 0 0 0 0,0-1 1 0 0,0 1-1 0 0,0 0 0 0 0,0-1 0 0 0,7-14-170 0 0,4-33 201 0 0,-8 31 75 0 0,0 0 0 0 0,10-23 0 0 0,-12 36-23 0 0,1 0 1 0 0,0 0-1 0 0,0 0 0 0 0,0 0 0 0 0,1 0 0 0 0,-1 0 0 0 0,1 1 0 0 0,0-1 0 0 0,0 1 1 0 0,0 0-1 0 0,1 0 0 0 0,-1 0 0 0 0,1 0 0 0 0,4-2 0 0 0,-7 4-11 0 0,1 0 0 0 0,-1 1 0 0 0,1-1 0 0 0,-1 1 0 0 0,1-1 0 0 0,-1 1-1 0 0,1 0 1 0 0,0-1 0 0 0,-1 1 0 0 0,1 0 0 0 0,0 0 0 0 0,-1 0 0 0 0,1 0 0 0 0,0 0-1 0 0,-1 1 1 0 0,1-1 0 0 0,0 0 0 0 0,-1 1 0 0 0,1-1 0 0 0,1 2 0 0 0,0-1 13 0 0,0 1-1 0 0,1 0 1 0 0,-1 1 0 0 0,0-1 0 0 0,0 0 0 0 0,0 1 0 0 0,-1 0 0 0 0,4 4 0 0 0,3 5 18 0 0,-1 0 0 0 0,0 0 0 0 0,8 20 0 0 0,-11-19-73 0 0,-4-9-13 0 0,1 0 0 0 0,0 0 0 0 0,0-1 1 0 0,0 1-1 0 0,0 0 0 0 0,0-1 0 0 0,1 1 0 0 0,-1-1 0 0 0,1 0 1 0 0,4 4-1 0 0,-5-9-23 0 0,-1-1 0 0 0,1 0 0 0 0,-1 1 0 0 0,0-1 1 0 0,1 0-1 0 0,-2 0 0 0 0,1 0 0 0 0,0 0 0 0 0,0 0 1 0 0,-1-4-1 0 0,2-1-3 0 0,2-16-287 0 0,2 0 0 0 0,10-29 0 0 0,-15 48 328 0 0,1 0 1 0 0,0 1 0 0 0,0-1-1 0 0,1 0 1 0 0,-1 1 0 0 0,1-1 0 0 0,0 1-1 0 0,0 0 1 0 0,1 0 0 0 0,-1 0 0 0 0,1 0-1 0 0,0 1 1 0 0,0 0 0 0 0,0-1-1 0 0,0 1 1 0 0,1 1 0 0 0,4-3 0 0 0,-6 4 41 0 0,-1 0 1 0 0,1 1-1 0 0,-1 0 1 0 0,1 0-1 0 0,0 0 1 0 0,-1 0-1 0 0,1 0 1 0 0,0 0-1 0 0,-1 1 1 0 0,1-1-1 0 0,0 1 1 0 0,-1-1-1 0 0,1 1 1 0 0,-1 0 0 0 0,1 0-1 0 0,-1 1 1 0 0,0-1-1 0 0,1 0 1 0 0,-1 1-1 0 0,0-1 1 0 0,0 1-1 0 0,0 0 1 0 0,3 3-1 0 0,6 6-284 0 0,-1 1 1 0 0,17 23-1 0 0,-17-22-151 0 0,47 56-4780 0 0,-40-52-1103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108 284 3225 0 0,'10'-15'987'0'0,"0"-1"1"0"0,-1-1-1 0 0,-1 0 0 0 0,-1 0 1 0 0,0-1-1 0 0,-2 0 1 0 0,0 0-1 0 0,-1 0 0 0 0,3-24 1 0 0,-7 37-639 0 0,0 1 1 0 0,0-1 0 0 0,-1 1-1 0 0,0-1 1 0 0,0 1-1 0 0,0-1 1 0 0,0 1-1 0 0,-1-1 1 0 0,1 1 0 0 0,-1 0-1 0 0,0 0 1 0 0,0 0-1 0 0,-1 0 1 0 0,1 0-1 0 0,-7-6 1 0 0,8 9-238 0 0,0 0 1 0 0,0-1-1 0 0,-1 1 0 0 0,1 0 1 0 0,0 1-1 0 0,-1-1 0 0 0,1 0 1 0 0,-1 0-1 0 0,1 1 0 0 0,-1-1 1 0 0,1 0-1 0 0,-1 1 0 0 0,0 0 1 0 0,1-1-1 0 0,-1 1 0 0 0,0 0 1 0 0,1 0-1 0 0,-3 0 0 0 0,2 0-60 0 0,-1 1-1 0 0,1 0 0 0 0,0-1 0 0 0,0 1 1 0 0,-1 0-1 0 0,1 0 0 0 0,0 1 1 0 0,0-1-1 0 0,0 0 0 0 0,0 1 0 0 0,0-1 1 0 0,1 1-1 0 0,-1-1 0 0 0,0 1 0 0 0,1 0 1 0 0,-2 2-1 0 0,-8 11 49 0 0,0 1-1 0 0,2 0 1 0 0,0 0 0 0 0,1 1-1 0 0,0 0 1 0 0,2 1-1 0 0,0-1 1 0 0,1 1 0 0 0,1 0-1 0 0,0 0 1 0 0,1 1 0 0 0,1-1-1 0 0,1 34 1 0 0,2-48-69 0 0,-1 1 0 0 0,1-1 1 0 0,0 0-1 0 0,0 0 0 0 0,0 1 1 0 0,0-1-1 0 0,1 0 0 0 0,0 0 0 0 0,0 0 1 0 0,0-1-1 0 0,0 1 0 0 0,0 0 1 0 0,1-1-1 0 0,0 1 0 0 0,0-1 0 0 0,0 0 1 0 0,0 0-1 0 0,0 0 0 0 0,0-1 0 0 0,1 1 1 0 0,0-1-1 0 0,-1 1 0 0 0,1-1 1 0 0,0 0-1 0 0,0-1 0 0 0,0 1 0 0 0,5 1 1 0 0,-2-2-65 0 0,0 1 1 0 0,0-1 0 0 0,1-1-1 0 0,-1 1 1 0 0,0-1 0 0 0,1 0-1 0 0,-1-1 1 0 0,0 0 0 0 0,1 0 0 0 0,-1-1-1 0 0,0 1 1 0 0,0-1 0 0 0,0-1-1 0 0,0 0 1 0 0,8-4 0 0 0,15-11-1782 0 0,2-3-5981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8.3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156 1 5257 0 0,'-8'1'58'0'0,"-1"1"0"0"0,1 0 0 0 0,-1 1 0 0 0,1 0-1 0 0,0 1 1 0 0,0 0 0 0 0,0 0 0 0 0,-13 9 0 0 0,-3 1-19 0 0,-15 13-39 0 0,33-23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09.5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125 557 2304 0 0,'-47'8'3722'0'0,"37"-7"-2936"0"0,0 0-1 0 0,0 0 0 0 0,-14 5 0 0 0,0 0 7809 0 0,187-31-5535 0 0,25-5-2884 0 0,-118 16-123 0 0,88-5-1 0 0,531-54 448 0 0,-433 55-451 0 0,-53 5-126 0 0,9 1 205 0 0,293 20 0 0 0,-364 1-102 0 0,-47-2 30 0 0,132-6 1 0 0,405-58 445 0 0,-578 51-688 0 0,-3 1 168 0 0,0-2 1 0 0,0-2-1 0 0,75-25 1 0 0,-82 18 51 0 0,2 1 0 0 0,0 3 1 0 0,1 1-1 0 0,0 3 0 0 0,55-4 1 0 0,-47 7 36 0 0,83-19 0 0 0,-90 14-35 0 0,0 2-1 0 0,80-4 1 0 0,-81 11-56 0 0,0-3 0 0 0,61-12 0 0 0,87-29 7 0 0,-71 14 15 0 0,-85 24-268 0 0,75-3 0 0 0,-82 9-68 0 0,0-2 1 0 0,1-1 0 0 0,54-13 0 0 0,-76 14-522 0 0,0 0 0 0 0,0 1 0 0 0,0 1 0 0 0,19-1 0 0 0,-14 3 846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1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2168 920 0 0,'-19'1'555'0'0,"-21"1"1526"0"0,38-3-1603 0 0,1 1 0 0 0,-1 0 1 0 0,1 0-1 0 0,-1-1 0 0 0,1 1 0 0 0,-1-1 1 0 0,1 1-1 0 0,0-1 0 0 0,-1 1 0 0 0,1-1 1 0 0,0 0-1 0 0,0 0 0 0 0,1-5 2092 0 0,1 6-2460 0 0,-1 0 0 0 0,0-1 0 0 0,1 1 0 0 0,-1 0 1 0 0,0 0-1 0 0,0 0 0 0 0,1 0 0 0 0,-1 0 0 0 0,0 0 0 0 0,1 0 0 0 0,-1 0 0 0 0,0 0 0 0 0,0 0 0 0 0,1 0 0 0 0,-1 0 1 0 0,0 0-1 0 0,1 0 0 0 0,-1 0 0 0 0,0 0 0 0 0,0 0 0 0 0,1 0 0 0 0,-1 1 0 0 0,20-2 10 0 0,-18 1 4 0 0,37 3 80 0 0,-23-1-189 0 0,-1 0 0 0 0,0-1 0 0 0,1-1 1 0 0,-1-1-1 0 0,25-4 0 0 0,158-50 1540 0 0,-6 2-464 0 0,-161 45-948 0 0,0-1 1 0 0,-1-1-1 0 0,49-24 0 0 0,76-54 787 0 0,-3 2-921 0 0,-57 41-59 0 0,-31 15 439 0 0,82-51 0 0 0,140-97 35 0 0,-208 126-35 0 0,110-95 0 0 0,21-14-242 0 0,-128 107-163 0 0,-10 9 155 0 0,101-86 0 0 0,-58 33 144 0 0,228-151 0 0 0,83-55 141 0 0,-135 90-389 0 0,-276 204-75 0 0,14-7-2460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5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0,'6'33'436'0'0,"-1"1"0"0"0,-1 43 0 0 0,-1-18-633 0 0,-2-57 189 0 0,-1 0-1 0 0,1 0 1 0 0,-1 0 0 0 0,1 0 0 0 0,0 0 0 0 0,0 0 0 0 0,0 0 0 0 0,0 0 0 0 0,0 0 0 0 0,0 0 0 0 0,0-1 0 0 0,1 1-1 0 0,-1 0 1 0 0,1-1 0 0 0,-1 1 0 0 0,1-1 0 0 0,0 0 0 0 0,-1 0 0 0 0,5 3 0 0 0,9 8-13 0 0,-11-8 21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6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9674 0 0,'10'128'3982'0'0,"1"139"4407"0"0,-8-221-8527 0 0,9-18-3372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6913 0 0,'24'124'3562'0'0,"-6"-44"-1358"0"0,1 1-2396 0 0,-16-70-516 0 0,1 0 1 0 0,1 0 0 0 0,-1-1 0 0 0,2 0-1 0 0,6 11 1 0 0,-7-15 666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3.9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5065 0 0,'-6'42'5288'0'0,"-1"73"1"0"0,8-63-3131 0 0,8 54 1 0 0,-8-98-2826 0 0,1-1 0 0 0,0 1 0 0 0,0 0 0 0 0,5 11 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4.1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2761 0 0,'13'89'4550'0'0,"12"59"3356"0"0,-17-115-8579 0 0,12 32 0 0 0,-16-50 653 0 0,-1-1 20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4.3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10594 0 0,'6'245'7021'0'0,"1"-163"-7655"0"0,3-1-4328 0 0,-6-59-216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4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1376 0 0,'34'129'2380'0'0,"30"92"4138"0"0,-49-176-7435 0 0,13 59 0 0 0,-24-83 463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4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0 10594 0 0,'-2'54'763'0'0,"-10"57"0"0"0,-2 24 369 0 0,13-113-1398 0 0,2 0 1 0 0,0 0 0 0 0,1-1-1 0 0,7 30 1 0 0,26 122-6932 0 0,-13-52 8089 0 0,4-12 5707 0 0,10 58-5567 0 0,-28-123-2427 0 0,-3-25-2899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5.0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1840 0 0,'18'139'3002'0'0,"5"69"6411"0"0,-23-206-9355 0 0,10 61 2459 0 0,-8-59-2784 0 0,-1 0 0 0 0,1 1 1 0 0,0-1-1 0 0,0 0 0 0 0,0 0 0 0 0,0 0 0 0 0,4 4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5.2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10594 0 0,'9'224'10357'0'0,"-16"-1"-8208"0"0,6-215-2254 0 0,0 3-735 0 0,1 0 0 0 0,0-1 0 0 0,1 14 0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6.3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95 6913 0 0,'-2'-9'897'0'0,"1"1"-56"0"0,0 1-1 0 0,-1 0 1 0 0,1-1-1 0 0,-2 1 1 0 0,1 0-1 0 0,-1 0 1 0 0,0 0-1 0 0,0 0 1 0 0,-1 1-1 0 0,-5-8 1 0 0,12 56 2723 0 0,39 149-2299 0 0,12 61-1049 0 0,157 925-534 0 0,-202-1126-271 0 0,3-1 0 0 0,2 0 0 0 0,23 55 0 0 0,-26-79-610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7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30 948 7834 0 0,'0'0'25'0'0,"-4"4"1123"0"0,0 0 0 0 0,0 0 0 0 0,0 0 0 0 0,1 1-1 0 0,0-1 1 0 0,-5 9 0 0 0,42-20 1034 0 0,207-30-1338 0 0,3-1-711 0 0,-109 5 63 0 0,276-56-538 0 0,-214 55 296 0 0,89-13 581 0 0,306-8 631 0 0,538-6 173 0 0,-332 50-835 0 0,-289-5-504 0 0,-171-37 0 0 0,-50 5 0 0 0,487-10 128 0 0,-306 11-128 0 0,-214 16 0 0 0,-73 20 39 0 0,-100 8 4 0 0,98-16 0 0 0,255-41 32 0 0,-306 49-40 0 0,169-13 111 0 0,116-30 406 0 0,-116 9-421 0 0,-133 35-136 0 0,34-5 87 0 0,-125 5-279 0 0,0-3 1 0 0,85-27-1 0 0,-148 34-451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18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6449 0 0,'7'3'8281'0'0,"7"5"-4428"0"0,4 3-3606 0 0,0-2 0 0 0,31 13 0 0 0,-6-13 281 0 0,-22-5-303 0 0,-1 1-1 0 0,1 0 1 0 0,22 10-1 0 0,-39-13-191 0 0,0-1 1 0 0,0 1-1 0 0,-1 0 0 0 0,1 0 0 0 0,-1 0 0 0 0,1 1 0 0 0,-1-1 0 0 0,0 1 0 0 0,0 0 0 0 0,0 0 0 0 0,0 0 0 0 0,0 0 0 0 0,-1 0 0 0 0,0 1 0 0 0,1-1 1 0 0,-1 1-1 0 0,0-1 0 0 0,-1 1 0 0 0,1 0 0 0 0,-1 0 0 0 0,2 8 0 0 0,-3-8 33 0 0,1 0-1 0 0,-2 0 1 0 0,1 0-1 0 0,0 0 1 0 0,-1 0 0 0 0,0-1-1 0 0,0 1 1 0 0,0 0-1 0 0,0 0 1 0 0,-1 0 0 0 0,0-1-1 0 0,1 1 1 0 0,-1-1-1 0 0,-1 1 1 0 0,1-1 0 0 0,-3 3-1 0 0,-7 9 107 0 0,-1-1-1 0 0,-17 15 1 0 0,1-1-30 0 0,-42 47-167 0 0,56-59-155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22.6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14 1376 0 0,'-5'28'12645'0'0,"18"-41"-10090"0"0,-7 6-2659 0 0,-4 6-148 0 0,-1-1 1 0 0,0 1-1 0 0,0-1 1 0 0,1 1-1 0 0,-1 0 1 0 0,1-1 0 0 0,0 1-1 0 0,-1 0 1 0 0,1 0-1 0 0,0 0 1 0 0,-1 1-1 0 0,1-1 1 0 0,0 0 0 0 0,2 0-1 0 0,7-3-4026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23.4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416 829 5529 0 0,'0'0'174'0'0,"-1"1"-1"0"0,1-1 1 0 0,-1 1-1 0 0,1-1 1 0 0,-1 1-1 0 0,1-1 1 0 0,-1 1-1 0 0,0-1 0 0 0,1 1 1 0 0,-1-1-1 0 0,0 0 1 0 0,1 1-1 0 0,-1-1 1 0 0,0 0-1 0 0,1 0 1 0 0,-1 0-1 0 0,0 1 1 0 0,0-1-1 0 0,1 0 1 0 0,-1 0-1 0 0,0 0 1 0 0,0 0-1 0 0,1 0 1 0 0,-1 0-1 0 0,0 0 1 0 0,0-1-1 0 0,1 1 1 0 0,-1 0-1 0 0,0 0 1 0 0,0-1-1 0 0,1 1 0 0 0,-1 0 1 0 0,0-1-1 0 0,1 1 1 0 0,-1 0-1 0 0,0-1 1 0 0,1 1-1 0 0,-1-1 1 0 0,1 1-1 0 0,-1-1 1 0 0,1 1-1 0 0,-1-1 1 0 0,1 0-1 0 0,-1 1 1 0 0,1-1-1 0 0,0 0 1 0 0,-1 1-1 0 0,1-1 1 0 0,0 0-1 0 0,0 1 1 0 0,-1-1-1 0 0,1-1 0 0 0,-4-8 1360 0 0,0 0-1 0 0,1-1 1 0 0,-3-12-1 0 0,1 3-1373 0 0,-14-31 891 0 0,-5-12-558 0 0,-15-67-1 0 0,-82-300-48 0 0,119 423-478 0 0,-11-30 0 0 0,12 36 35 0 0,1 0 0 0 0,-1 0-1 0 0,0-1 1 0 0,1 1-1 0 0,-1 0 1 0 0,0 0 0 0 0,0 0-1 0 0,0 0 1 0 0,0 0 0 0 0,1 0-1 0 0,-2 0 1 0 0,1 0-1 0 0,0 0 1 0 0,0 1 0 0 0,0-1-1 0 0,0 0 1 0 0,0 1-1 0 0,-1-1 1 0 0,1 0 0 0 0,0 1-1 0 0,-1 0 1 0 0,1-1-1 0 0,-2 1 1 0 0,3 0-52 0 0,-1 1-1 0 0,0-1 0 0 0,1 1 1 0 0,-1 0-1 0 0,1-1 1 0 0,-1 1-1 0 0,1 0 1 0 0,0 0-1 0 0,-1-1 1 0 0,1 1-1 0 0,0 0 1 0 0,-1 0-1 0 0,1-1 1 0 0,0 1-1 0 0,0 0 1 0 0,0 0-1 0 0,-1 0 1 0 0,1-1-1 0 0,0 1 1 0 0,0 0-1 0 0,0 0 1 0 0,1 0-1 0 0,-1 0 1 0 0,0-1-1 0 0,0 1 1 0 0,0 0-1 0 0,1 0 1 0 0,-1 0-1 0 0,0-1 1 0 0,1 2-1 0 0,7 28-1561 0 0,-1-17 852 0 0,7 14-315 0 0,-14-26 952 0 0,0 0-1 0 0,1 0 1 0 0,-1 0-1 0 0,0 0 1 0 0,0 0-1 0 0,1 0 1 0 0,-1 0-1 0 0,0 0 0 0 0,0-1 1 0 0,0 1-1 0 0,0 0 1 0 0,0 0-1 0 0,0 0 1 0 0,-1 0-1 0 0,1 0 1 0 0,0 0-1 0 0,0 0 1 0 0,-1 0-1 0 0,1 0 0 0 0,-1 0 1 0 0,1 0-1 0 0,-1 0 1 0 0,0 1-1 0 0,-4-15-4356 0 0,-1-20 4910 0 0,5 26 138 0 0,0 1 0 0 0,0 0 0 0 0,-1 0 1 0 0,0 0-1 0 0,0 0 0 0 0,0 0 0 0 0,-5-7 0 0 0,6 12-419 0 0,1 0 1 0 0,-1 0-1 0 0,1 1 0 0 0,-1-1 1 0 0,1 0-1 0 0,-1 1 0 0 0,0-1 0 0 0,1 0 1 0 0,-1 1-1 0 0,0-1 0 0 0,0 1 0 0 0,1-1 1 0 0,-1 1-1 0 0,0-1 0 0 0,0 1 0 0 0,0 0 1 0 0,0-1-1 0 0,1 1 0 0 0,-1 0 1 0 0,0 0-1 0 0,0 0 0 0 0,-2-1 0 0 0,2 2-28 0 0,-1-1 1 0 0,1 1-1 0 0,-1 0 0 0 0,1-1 0 0 0,-1 1 0 0 0,1 0 0 0 0,-1 0 0 0 0,1 0 1 0 0,0 0-1 0 0,0 0 0 0 0,-1 0 0 0 0,1 0 0 0 0,0 1 0 0 0,0-1 0 0 0,0 0 1 0 0,0 1-1 0 0,-1 2 0 0 0,-5 8 45 0 0,0 0 0 0 0,1 1 0 0 0,0 0 0 0 0,2 1 1 0 0,-1-1-1 0 0,-3 19 0 0 0,-10 90-379 0 0,12-76 36 0 0,4-21-478 0 0,8-37-132 0 0,8-41 306 0 0,-3 2 811 0 0,-6 25 9 0 0,1 0 0 0 0,1 0 0 0 0,1 1 0 0 0,1-1 0 0 0,1 2 0 0 0,16-29 1 0 0,-24 51-293 0 0,0 1 1 0 0,-1-1-1 0 0,1 1 1 0 0,0 0-1 0 0,0 0 1 0 0,0 0-1 0 0,0 0 1 0 0,0 0-1 0 0,0 1 1 0 0,0-1-1 0 0,0 1 1 0 0,0-1-1 0 0,0 1 1 0 0,0 0-1 0 0,1-1 1 0 0,-1 1-1 0 0,0 0 1 0 0,0 0 0 0 0,0 1-1 0 0,2-1 1 0 0,47 9 144 0 0,-49-9-199 0 0,8 3-370 0 0,0-1 0 0 0,0 2-1 0 0,-1-1 1 0 0,1 2 0 0 0,-1-1 0 0 0,0 1 0 0 0,0 0-1 0 0,-1 1 1 0 0,0 0 0 0 0,0 0 0 0 0,0 1-1 0 0,-1 0 1 0 0,10 11 0 0 0,1 7-6474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8:24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145 512 4609 0 0,'-5'0'463'0'0,"0"0"-1"0"0,0-1 1 0 0,0 0-1 0 0,0 0 1 0 0,0 0-1 0 0,0 0 1 0 0,0-1 0 0 0,-7-3-1 0 0,-7-2 529 0 0,3 4-42 0 0,12 3-507 0 0,-1-1 0 0 0,1 1 0 0 0,0-1 0 0 0,0 0 0 0 0,0 0 0 0 0,0-1 0 0 0,-1 1 0 0 0,2-1 0 0 0,-1 0-1 0 0,0 0 1 0 0,-6-5 0 0 0,10 7-338 0 0,0-1 0 0 0,-1 1 0 0 0,1-1-1 0 0,0 0 1 0 0,-1 1 0 0 0,1-1-1 0 0,0 0 1 0 0,0 1 0 0 0,0-1 0 0 0,-1 0-1 0 0,1 1 1 0 0,0-1 0 0 0,0 0-1 0 0,0 1 1 0 0,0-1 0 0 0,0 0-1 0 0,0 1 1 0 0,1-1 0 0 0,-1 0 0 0 0,0 1-1 0 0,0-1 1 0 0,0 0 0 0 0,1 1-1 0 0,-1-1 1 0 0,0 0 0 0 0,1 1 0 0 0,-1-1-1 0 0,0 1 1 0 0,1-1 0 0 0,-1 1-1 0 0,1-1 1 0 0,-1 1 0 0 0,1-1 0 0 0,-1 1-1 0 0,1-1 1 0 0,-1 1 0 0 0,1 0-1 0 0,-1-1 1 0 0,1 1 0 0 0,1-1 0 0 0,-1 0-22 0 0,1 0 1 0 0,-1 0-1 0 0,1 1 1 0 0,0-1 0 0 0,-1 0-1 0 0,1 1 1 0 0,0-1 0 0 0,-1 1-1 0 0,1-1 1 0 0,0 1 0 0 0,0 0-1 0 0,-1 0 1 0 0,1 0 0 0 0,0 0-1 0 0,2 0 1 0 0,11 6-45 0 0,0 1 0 0 0,-1 1 0 0 0,0 0 0 0 0,0 0 0 0 0,13 12 0 0 0,19 11-51 0 0,-8-6-165 0 0,-12-8-80 0 0,35 17 0 0 0,-54-30 259 0 0,0-1-1 0 0,0 0 1 0 0,1 0 0 0 0,0-1-1 0 0,-1 0 1 0 0,1 0-1 0 0,0-1 1 0 0,0 0 0 0 0,0-1-1 0 0,8 1 1 0 0,-14-2 55 0 0,0 1 0 0 0,0-1 0 0 0,1 1 0 0 0,-1-1 0 0 0,0 0 0 0 0,0 1-1 0 0,0-1 1 0 0,0 0 0 0 0,0 0 0 0 0,-1 0 0 0 0,1-1 0 0 0,0 1 0 0 0,0 0 0 0 0,-1-1 0 0 0,1 1 0 0 0,-1-1 0 0 0,1 0 0 0 0,-1 1 0 0 0,0-1 0 0 0,0 0 0 0 0,1 0 0 0 0,-1 0 0 0 0,0 0 0 0 0,-1 0 0 0 0,1 0 0 0 0,0 0 0 0 0,-1 0-1 0 0,2-4 1 0 0,0-6 23 0 0,0-1-1 0 0,-1 0 1 0 0,-1-23-1 0 0,0 14 84 0 0,2-23 67 0 0,-2 0 1 0 0,-2 0 0 0 0,-1 0 0 0 0,-3 1 0 0 0,-20-77 0 0 0,23 114-301 0 0,1 0 1 0 0,0 0-1 0 0,0 0 1 0 0,1 0-1 0 0,0-1 0 0 0,0 1 1 0 0,1 0-1 0 0,-1-1 1 0 0,2 1-1 0 0,-1-1 1 0 0,1 1-1 0 0,0 0 1 0 0,1-1-1 0 0,-1 1 1 0 0,6-12-1 0 0,0 7-462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2.8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13 364 1840 0 0,'3'-14'1406'0'0,"0"-1"-1"0"0,-1-1 0 0 0,-1 1 1 0 0,0-28-1 0 0,-1 10-433 0 0,0-10 1654 0 0,-2 0 0 0 0,-2 0-1 0 0,-13-55 1 0 0,24 181-203 0 0,47 442-2552 0 0,-52-501-100 0 0,1-1 1 0 0,1 1-1 0 0,1-1 1 0 0,1 0-1 0 0,12 31 1 0 0,-34-109-10167 0 0,4-7 5125 0 0,-1-74 3687 0 0,1 16 1586 0 0,-14-142-196 0 0,25 254 617 0 0,2 1 0 0 0,-1 0 0 0 0,1-1 0 0 0,0 1 0 0 0,4-14 0 0 0,-4 18 420 0 0,0 0-1 0 0,0 0 1 0 0,1-1 0 0 0,-1 1 0 0 0,1 0-1 0 0,0 0 1 0 0,0 1 0 0 0,4-6-1 0 0,-8 26 5755 0 0,4 16-5175 0 0,6 14-818 0 0,2-1 0 0 0,24 69 1 0 0,-23-85-585 0 0,1-2-1 0 0,2 1 1 0 0,1-2 0 0 0,31 46 0 0 0,-42-68-45 0 0,1 0 0 0 0,-1-1 1 0 0,1 0-1 0 0,0 0 0 0 0,0 0 0 0 0,10 7 0 0 0,-14-12 18 0 0,0 1-1 0 0,0-1 0 0 0,0 1 1 0 0,1 0-1 0 0,-1-1 1 0 0,0 0-1 0 0,0 1 0 0 0,1-1 1 0 0,-1 0-1 0 0,0 0 1 0 0,0 0-1 0 0,1 0 0 0 0,-1 0 1 0 0,0 0-1 0 0,0 0 1 0 0,1 0-1 0 0,-1 0 0 0 0,0 0 1 0 0,0-1-1 0 0,1 1 1 0 0,-1 0-1 0 0,0-1 0 0 0,0 0 1 0 0,0 1-1 0 0,0-1 1 0 0,0 1-1 0 0,1-1 0 0 0,-1 0 1 0 0,0 0-1 0 0,-1 0 1 0 0,1 0-1 0 0,0 1 0 0 0,0-1 1 0 0,0 0-1 0 0,0-1 1 0 0,-1 1-1 0 0,1 0 0 0 0,-1 0 1 0 0,1 0-1 0 0,-1 0 0 0 0,1 0 1 0 0,-1-1-1 0 0,1 0 1 0 0,4-10-8 0 0,-1 0 0 0 0,0 0 0 0 0,-1-1 0 0 0,0 1 0 0 0,-1-1 1 0 0,1-24-1 0 0,-5-83 25 0 0,-2 57-28 0 0,4 37-84 0 0,-2 4-326 0 0,2 0 0 0 0,1 1 0 0 0,0-1 0 0 0,8-36 0 0 0,-5 46-950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3.2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23 190 5065 0 0,'7'-13'3023'0'0,"-1"0"1"0"0,0-1-1 0 0,7-28 0 0 0,-12 34-2573 0 0,0-1 0 0 0,0 1 1 0 0,-1-1-1 0 0,1 1 0 0 0,-2 0 0 0 0,0-1 0 0 0,0 1 1 0 0,-3-13-1 0 0,4 20-444 0 0,0 0 0 0 0,0 0 1 0 0,0 1-1 0 0,0-1 0 0 0,0 0 0 0 0,0 0 0 0 0,-1 0 1 0 0,1 1-1 0 0,0-1 0 0 0,0 0 0 0 0,-1 1 1 0 0,1-1-1 0 0,0 0 0 0 0,-1 0 0 0 0,1 1 1 0 0,-1-1-1 0 0,1 1 0 0 0,-1-1 0 0 0,1 0 0 0 0,-1 1 1 0 0,1-1-1 0 0,-1 1 0 0 0,0-1 0 0 0,1 1 1 0 0,-1 0-1 0 0,0-1 0 0 0,1 1 0 0 0,-1 0 0 0 0,0-1 1 0 0,0 1-1 0 0,1 0 0 0 0,-1 0 0 0 0,0 0 1 0 0,0-1-1 0 0,1 1 0 0 0,-1 0 0 0 0,0 0 1 0 0,0 0-1 0 0,0 0 0 0 0,1 1 0 0 0,-1-1 0 0 0,0 0 1 0 0,0 0-1 0 0,1 0 0 0 0,-1 0 0 0 0,0 1 1 0 0,0-1-1 0 0,1 0 0 0 0,-1 1 0 0 0,0 0 0 0 0,-1 0 7 0 0,0 0 1 0 0,0 1-1 0 0,1-1 0 0 0,-1 1 0 0 0,1-1 0 0 0,-1 1 0 0 0,1 0 0 0 0,0 0 0 0 0,0 0 0 0 0,0-1 0 0 0,0 1 0 0 0,0 0 0 0 0,0 0 0 0 0,0 1 0 0 0,0-1 0 0 0,1 0 0 0 0,-1 4 0 0 0,0 5 22 0 0,1-1 1 0 0,0 1 0 0 0,1 0-1 0 0,0 0 1 0 0,0-1-1 0 0,1 1 1 0 0,1-1-1 0 0,0 1 1 0 0,0-1-1 0 0,1 0 1 0 0,1 0-1 0 0,10 18 1 0 0,-12-23-1 0 0,1 0 0 0 0,0 0 0 0 0,1 0-1 0 0,-1-1 1 0 0,1 1 0 0 0,0-1 0 0 0,0 0 0 0 0,0 0 0 0 0,1-1 0 0 0,0 0 0 0 0,-1 0 0 0 0,1 0 0 0 0,0 0 0 0 0,0-1 0 0 0,0 0 0 0 0,1-1 0 0 0,-1 1 0 0 0,0-1 0 0 0,1 0 0 0 0,-1-1 0 0 0,0 1 0 0 0,11-2 0 0 0,21-6-2381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3.6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93 237 5529 0 0,'-1'1'243'0'0,"1"0"0"0"0,0 0 1 0 0,-1 0-1 0 0,1 0 0 0 0,-1 0 0 0 0,0 0 0 0 0,1 0 0 0 0,-1 0 1 0 0,0 0-1 0 0,1-1 0 0 0,-1 1 0 0 0,0 0 0 0 0,0-1 0 0 0,0 1 0 0 0,1 0 1 0 0,-1-1-1 0 0,0 1 0 0 0,0-1 0 0 0,0 0 0 0 0,0 1 0 0 0,0-1 1 0 0,-1 1-1 0 0,1-1-149 0 0,0-1-1 0 0,1 1 1 0 0,-1 0 0 0 0,0-1 0 0 0,1 1 0 0 0,-1-1-1 0 0,1 1 1 0 0,-1-1 0 0 0,0 1 0 0 0,1-1 0 0 0,-1 1 0 0 0,1-1-1 0 0,0 1 1 0 0,-1-1 0 0 0,1 0 0 0 0,-1 1 0 0 0,1-1-1 0 0,0 1 1 0 0,0-1 0 0 0,-1 0 0 0 0,1 0 0 0 0,0 1 0 0 0,0-1-1 0 0,0 0 1 0 0,0 1 0 0 0,0-1 0 0 0,0 0 0 0 0,0 0-1 0 0,0 1 1 0 0,0-1 0 0 0,0 0 0 0 0,0-1 0 0 0,3-49 2301 0 0,-2 28-1113 0 0,-1-43 0 0 0,-1 60-1238 0 0,1-1 0 0 0,-2 1-1 0 0,1 0 1 0 0,-1 0 0 0 0,0-1-1 0 0,0 1 1 0 0,0 0 0 0 0,-1 1 0 0 0,0-1-1 0 0,0 0 1 0 0,-5-6 0 0 0,7 11-77 0 0,0 0 1 0 0,1 0 0 0 0,-1 0 0 0 0,1 0 0 0 0,-1 1 0 0 0,0-1 0 0 0,0 0 0 0 0,1 0 0 0 0,-1 1-1 0 0,0-1 1 0 0,0 0 0 0 0,0 1 0 0 0,0-1 0 0 0,0 1 0 0 0,0-1 0 0 0,0 1 0 0 0,0-1-1 0 0,0 1 1 0 0,0 0 0 0 0,0 0 0 0 0,0-1 0 0 0,0 1 0 0 0,-1 0 0 0 0,1 1-7 0 0,0-1 0 0 0,0 0 1 0 0,0 1-1 0 0,1 0 0 0 0,-1-1 0 0 0,0 1 0 0 0,0 0 1 0 0,1-1-1 0 0,-1 1 0 0 0,1 0 0 0 0,-1-1 1 0 0,1 1-1 0 0,-1 0 0 0 0,1 0 0 0 0,-1 0 1 0 0,1 0-1 0 0,0 0 0 0 0,-1-1 0 0 0,1 1 1 0 0,0 2-1 0 0,-2 3-24 0 0,1 1 0 0 0,0 0 0 0 0,0 0 0 0 0,1 0 1 0 0,1 11-1 0 0,0-9 133 0 0,0 0-1 0 0,1 0 1 0 0,0 0 0 0 0,1 0 0 0 0,0-1 0 0 0,0 1 0 0 0,1-1-1 0 0,0 0 1 0 0,0 0 0 0 0,1 0 0 0 0,0-1 0 0 0,0 1 0 0 0,1-1 0 0 0,0-1-1 0 0,0 1 1 0 0,1-1 0 0 0,0 0 0 0 0,11 8 0 0 0,-9-8-1136 0 0,1-1 0 0 0,-1 0 0 0 0,1-1 0 0 0,0 0 0 0 0,18 4 0 0 0,-9-3-4395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4.0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158 401 2745 0 0,'15'-15'-727'0'0,"-13"12"1069"0"0,-1 1 0 0 0,1-1 1 0 0,-1 1-1 0 0,1-1 0 0 0,-1 1 0 0 0,0-1 1 0 0,0 0-1 0 0,1-3 0 0 0,-2 5-200 0 0,0 1 0 0 0,0-1 0 0 0,0 1-1 0 0,0-1 1 0 0,0 1 0 0 0,0-1 0 0 0,0 0 0 0 0,0 1 0 0 0,0-1-1 0 0,0 1 1 0 0,0-1 0 0 0,0 0 0 0 0,0 1 0 0 0,-1-1 0 0 0,1 1-1 0 0,0-1 1 0 0,0 1 0 0 0,-1-1 0 0 0,1 1 0 0 0,0-1 0 0 0,-1 1-1 0 0,1-1 1 0 0,0 1 0 0 0,-1-1 0 0 0,1 1 0 0 0,-1-1 0 0 0,0 1-1 0 0,-1-1 53 0 0,1 0 0 0 0,-1 1-1 0 0,0 0 1 0 0,1-1-1 0 0,-1 1 1 0 0,0 0 0 0 0,0 0-1 0 0,0 0 1 0 0,1 0-1 0 0,-1 0 1 0 0,0 0-1 0 0,0 1 1 0 0,1-1 0 0 0,-4 1-1 0 0,-2 2 65 0 0,0-1-1 0 0,0 1 0 0 0,0 1 0 0 0,0-1 1 0 0,0 1-1 0 0,1 1 0 0 0,-1-1 1 0 0,1 1-1 0 0,0 0 0 0 0,0 0 1 0 0,1 1-1 0 0,0 0 0 0 0,0 0 0 0 0,0 0 1 0 0,1 0-1 0 0,-8 14 0 0 0,6-7 374 0 0,-1 0 1 0 0,2 1-1 0 0,0 0 0 0 0,0 0 0 0 0,1 0 0 0 0,1 0 0 0 0,1 1 0 0 0,-2 16 0 0 0,4-28-607 0 0,0 0 0 0 0,0-1 0 0 0,0 1-1 0 0,0 0 1 0 0,0 0 0 0 0,1 0 0 0 0,-1-1 0 0 0,1 1-1 0 0,0 0 1 0 0,-1-1 0 0 0,1 1 0 0 0,1 0-1 0 0,-1-1 1 0 0,0 1 0 0 0,1-1 0 0 0,-1 1-1 0 0,1-1 1 0 0,0 0 0 0 0,-1 0 0 0 0,1 0 0 0 0,0 0-1 0 0,0 0 1 0 0,1 0 0 0 0,-1 0 0 0 0,0-1-1 0 0,4 2 1 0 0,-4-2-65 0 0,1 0-1 0 0,0 0 1 0 0,0-1 0 0 0,0 1-1 0 0,-1-1 1 0 0,1 0 0 0 0,0 0-1 0 0,0 0 1 0 0,0 0 0 0 0,0 0-1 0 0,-1-1 1 0 0,1 1 0 0 0,0-1-1 0 0,0 0 1 0 0,-1 0 0 0 0,1 0-1 0 0,0 0 1 0 0,-1 0-1 0 0,1 0 1 0 0,-1-1 0 0 0,1 0-1 0 0,-1 1 1 0 0,0-1 0 0 0,0 0-1 0 0,0 0 1 0 0,2-2 0 0 0,4-4-499 0 0,-2-1 1 0 0,0 1 0 0 0,0-1 0 0 0,0-1-1 0 0,-1 1 1 0 0,0-1 0 0 0,-1 1 0 0 0,0-1-1 0 0,-1-1 1 0 0,0 1 0 0 0,-1 0 0 0 0,0-1-1 0 0,0 1 1 0 0,-1-1 0 0 0,0-13-1 0 0,-1 1-191 0 0,-1 1 0 0 0,-1-1 0 0 0,-1 1-1 0 0,-1 0 1 0 0,-1 0 0 0 0,-10-27 0 0 0,-5-1 982 0 0,-28-49 0 0 0,-11-25 6796 0 0,93 222-520 0 0,0 13-4063 0 0,-9-24-2455 0 0,4 0 0 0 0,50 103 0 0 0,-78-187-40 0 0,28 53-983 0 0,-10-18-4957 0 0,-3-4-1496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4.5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91 6913 0 0,'-3'-28'1444'0'0,"3"18"42"0"0,-1 0 0 0 0,-1 0 1 0 0,0 0-1 0 0,-3-12 1 0 0,9 44 2989 0 0,1 4-3262 0 0,105 385 1205 0 0,-104-386-2686 0 0,12 32-1 0 0,-15-50-414 0 0,0 1 1 0 0,0-2 0 0 0,1 1 0 0 0,9 13-1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4.7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19 160 2761 0 0,'0'1'91'0'0,"-1"-1"1"0"0,0 0-1 0 0,0 0 1 0 0,1 0 0 0 0,-1 0-1 0 0,0 0 1 0 0,1 0 0 0 0,-1 0-1 0 0,0 0 1 0 0,0 0 0 0 0,1 0-1 0 0,-1 0 1 0 0,0 0-1 0 0,1-1 1 0 0,-1 1 0 0 0,0 0-1 0 0,1 0 1 0 0,-1-1 0 0 0,0 1-1 0 0,1-1 1 0 0,-1 1 0 0 0,1 0-1 0 0,-1-1 1 0 0,1 1-1 0 0,-1-1 1 0 0,0 0 0 0 0,1 0 136 0 0,0 0 0 0 0,1 0-1 0 0,-1 0 1 0 0,0 0 0 0 0,1 1 0 0 0,-1-1 0 0 0,1 0 0 0 0,-1 0 0 0 0,1 1 0 0 0,-1-1 0 0 0,1 0 0 0 0,0 1 0 0 0,-1-1 0 0 0,1 1 0 0 0,0-1-1 0 0,-1 1 1 0 0,2-1 0 0 0,38-23 3284 0 0,100-35-1974 0 0,-20 10-1934 0 0,-98 39 176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4.9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87 9674 0 0,'-1'1'141'0'0,"-1"1"0"0"0,1-1 0 0 0,-1 1 0 0 0,1-1 1 0 0,0 1-1 0 0,0 0 0 0 0,0 0 0 0 0,0-1 0 0 0,0 1 0 0 0,0 0 0 0 0,0 0 0 0 0,1 0 0 0 0,-1 0 0 0 0,1 0 1 0 0,-1 0-1 0 0,1 0 0 0 0,0 0 0 0 0,0 0 0 0 0,0 0 0 0 0,0 0 0 0 0,0 0 0 0 0,0 0 0 0 0,1 0 0 0 0,-1 0 0 0 0,1 0 1 0 0,-1 0-1 0 0,1 0 0 0 0,0 0 0 0 0,-1 0 0 0 0,1 0 0 0 0,0-1 0 0 0,0 1 0 0 0,1 0 0 0 0,0 1 0 0 0,3 3 122 0 0,0-1 0 0 0,0 1 0 0 0,0-1 0 0 0,0-1 0 0 0,1 1 0 0 0,0-1 0 0 0,0 0 0 0 0,0 0 0 0 0,1-1 0 0 0,-1 1 0 0 0,1-2 0 0 0,0 1 0 0 0,7 2 0 0 0,-9-4-154 0 0,-1 1 0 0 0,1-1 0 0 0,0 0 1 0 0,-1-1-1 0 0,1 1 0 0 0,0-1 0 0 0,0 1 1 0 0,-1-2-1 0 0,1 1 0 0 0,0 0 1 0 0,0-1-1 0 0,-1 0 0 0 0,1 0 0 0 0,0 0 1 0 0,-1-1-1 0 0,1 1 0 0 0,-1-1 1 0 0,0 0-1 0 0,1-1 0 0 0,6-4 0 0 0,-9 5-53 0 0,0-1 0 0 0,0 1-1 0 0,0 0 1 0 0,0-1 0 0 0,0 0-1 0 0,-1 1 1 0 0,1-1-1 0 0,-1 0 1 0 0,0 0 0 0 0,1 0-1 0 0,-1 0 1 0 0,-1 0 0 0 0,1 0-1 0 0,0 0 1 0 0,-1 0 0 0 0,0 0-1 0 0,1-1 1 0 0,-1 1-1 0 0,-1 0 1 0 0,1 0 0 0 0,0 0-1 0 0,-1 0 1 0 0,1 0 0 0 0,-1 0-1 0 0,0 0 1 0 0,0 0 0 0 0,0 0-1 0 0,-1 0 1 0 0,-1-4-1 0 0,-1 0-11 0 0,0 0-1 0 0,-1 0 0 0 0,1 0 0 0 0,-2 0 1 0 0,1 1-1 0 0,-1 0 0 0 0,0 0 0 0 0,0 0 0 0 0,0 1 1 0 0,-8-5-1 0 0,6 5 39 0 0,0 0 1 0 0,-1 1-1 0 0,0 0 1 0 0,0 1-1 0 0,0 0 0 0 0,0 0 1 0 0,-13-1-1 0 0,17 3-251 0 0,0 0 0 0 0,0 1 0 0 0,0 0 0 0 0,0 0 0 0 0,0 1 0 0 0,-9 1-1 0 0,11-1-350 0 0,0 0-1 0 0,0 0 1 0 0,0 0-1 0 0,0 1 0 0 0,0-1 1 0 0,1 1-1 0 0,-1-1 0 0 0,0 1 1 0 0,1 0-1 0 0,-1 0 0 0 0,-3 4 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5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11170 0 0,'3'-1'4213'0'0,"5"9"-1184"0"0,5 8-963 0 0,-1 6-1661 0 0,-1-1 220 0 0,-1 2 1 0 0,-1-1-1 0 0,8 31 0 0 0,16 97-589 0 0,-18-74 141 0 0,-12-63-238 0 0,7 36-524 0 0,2 0 0 0 0,2-1 0 0 0,23 54 1 0 0,-22-72-7050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5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157 72 5529 0 0,'3'-11'214'0'0,"5"-24"992"0"0,-9 14 2733 0 0,-1 18-2663 0 0,1 3-1201 0 0,1 0 0 0 0,0 0 0 0 0,0-1 0 0 0,0 1 0 0 0,0 0 0 0 0,-1 0 0 0 0,1 0 0 0 0,0 0 0 0 0,0 0 0 0 0,0 0 0 0 0,-1 0 0 0 0,1 0 0 0 0,0 0 0 0 0,0 0 0 0 0,-1 0 1 0 0,1 0-1 0 0,0 0 0 0 0,0 0 0 0 0,0 0 0 0 0,-1 0 0 0 0,1 0 0 0 0,0 0 0 0 0,0 0 0 0 0,0 1 0 0 0,-1-1 0 0 0,1 0 0 0 0,0 0 0 0 0,0 0 0 0 0,-13 11 1776 0 0,-7 15-300 0 0,0 2-896 0 0,2 1 0 0 0,1 1-1 0 0,2 0 1 0 0,1 1 0 0 0,1 0-1 0 0,-12 44 1 0 0,24-71-634 0 0,0 0 0 0 0,1-1-1 0 0,-1 1 1 0 0,1 0 0 0 0,0 0 0 0 0,0 0 0 0 0,0-1 0 0 0,0 1 0 0 0,0 0 0 0 0,1 0 0 0 0,0-1 0 0 0,0 1 0 0 0,0 0-1 0 0,0-1 1 0 0,1 1 0 0 0,-1-1 0 0 0,1 1 0 0 0,0-1 0 0 0,3 5 0 0 0,-2-5-8 0 0,0-1 0 0 0,0 1 0 0 0,0-1 0 0 0,1 0 0 0 0,-1 0 0 0 0,0 0 0 0 0,1 0-1 0 0,-1-1 1 0 0,1 1 0 0 0,0-1 0 0 0,0 0 0 0 0,-1 0 0 0 0,1 0 0 0 0,0-1 0 0 0,0 1 0 0 0,0-1 0 0 0,0 0 0 0 0,6 0 0 0 0,6-2-179 0 0,-1-1-1 0 0,0 0 1 0 0,0-1 0 0 0,-1 0 0 0 0,22-10-1 0 0,23-6-677 0 0,-39 14-275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6.0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8 968 0 0,'-14'-8'17473'0'0,"21"16"-16535"0"0,23 31 1037 0 0,-4-4-1602 0 0,37 38 1 0 0,-62-73-435 0 0,-1 0 0 0 0,1 0 0 0 0,0-1 0 0 0,-1 1 0 0 0,1 0 1 0 0,-1-1-1 0 0,1 1 0 0 0,-1 0 0 0 0,1-1 0 0 0,-1 1 0 0 0,1-1 0 0 0,-1 1 1 0 0,0-1-1 0 0,1 1 0 0 0,-1-1 0 0 0,0 1 0 0 0,1-1 0 0 0,-1 1 0 0 0,0-1 1 0 0,1 1-1 0 0,-1-1 0 0 0,0 0 0 0 0,0 1 0 0 0,0-1 0 0 0,0 1 0 0 0,0-1 1 0 0,0 0-1 0 0,0 1 0 0 0,0-2 0 0 0,8-25-402 0 0,-8 26 398 0 0,2-6 126 0 0,0 0 1 0 0,1 1-1 0 0,0-1 1 0 0,0 1-1 0 0,1 0 1 0 0,0-1-1 0 0,0 2 1 0 0,0-1-1 0 0,1 0 1 0 0,0 1-1 0 0,6-6 0 0 0,-9 9-3 0 0,-1 0 0 0 0,1 1 0 0 0,0-1 0 0 0,0 1 0 0 0,0 0 0 0 0,0-1 0 0 0,0 1 0 0 0,0 0 0 0 0,0 0 0 0 0,0 1 0 0 0,0-1 0 0 0,0 0 0 0 0,0 1 0 0 0,1-1 0 0 0,-1 1 0 0 0,0-1 0 0 0,0 1 0 0 0,1 0 0 0 0,-1 0 0 0 0,0 0 0 0 0,1 1 0 0 0,-1-1-1 0 0,0 0 1 0 0,0 1 0 0 0,1-1 0 0 0,-1 1 0 0 0,0 0 0 0 0,0 0 0 0 0,0 0 0 0 0,0 0 0 0 0,0 0 0 0 0,0 0 0 0 0,0 1 0 0 0,0-1 0 0 0,-1 1 0 0 0,1-1 0 0 0,0 1 0 0 0,2 3 0 0 0,8 11-120 0 0,-1 0 0 0 0,13 23 0 0 0,-8-10-6132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6.3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78 9674 0 0,'4'-3'10236'0'0,"-6"10"-7553"0"0,0 0-4374 0 0,1 5 1805 0 0,0-1 0 0 0,1 1 1 0 0,1-1-1 0 0,0 1 0 0 0,0-1 0 0 0,1 1 1 0 0,1-1-1 0 0,6 19 0 0 0,-7-24-71 0 0,0-1-1 0 0,0 1 0 0 0,0-1 0 0 0,1 1 1 0 0,0-1-1 0 0,0 0 0 0 0,1 0 0 0 0,-1 0 0 0 0,1-1 1 0 0,0 1-1 0 0,0-1 0 0 0,0 0 0 0 0,1 0 1 0 0,0-1-1 0 0,0 1 0 0 0,0-1 0 0 0,0 0 1 0 0,6 3-1 0 0,-9-6-46 0 0,0 1 0 0 0,-1 0-1 0 0,1-1 1 0 0,0 0 0 0 0,0 1 0 0 0,0-1 0 0 0,0 0 0 0 0,0 0-1 0 0,0 0 1 0 0,0 0 0 0 0,0-1 0 0 0,0 1 0 0 0,0 0 0 0 0,0-1-1 0 0,0 1 1 0 0,0-1 0 0 0,0 0 0 0 0,-1 0 0 0 0,1 1 0 0 0,0-1 0 0 0,3-3-1 0 0,-2 2-13 0 0,0-1 0 0 0,-1 0 0 0 0,1 0 0 0 0,-1 0 0 0 0,0-1-1 0 0,1 1 1 0 0,-1-1 0 0 0,-1 1 0 0 0,1-1 0 0 0,1-5 0 0 0,1-2-21 0 0,-1-1 0 0 0,-1 1 0 0 0,0-1 0 0 0,0 1 0 0 0,-1-1 0 0 0,-1-19 0 0 0,-1 22 68 0 0,-1 0 0 0 0,0 0 0 0 0,0 0 0 0 0,-1 0 0 0 0,0 1 0 0 0,0-1-1 0 0,-1 1 1 0 0,0 0 0 0 0,-1 0 0 0 0,1 0 0 0 0,-8-8 0 0 0,10 13-78 0 0,-1 0 0 0 0,1 0-1 0 0,-1 0 1 0 0,0 0 0 0 0,0 0-1 0 0,0 1 1 0 0,0-1 0 0 0,-1 1-1 0 0,1 0 1 0 0,-1 0 0 0 0,1 0-1 0 0,-1 0 1 0 0,0 1 0 0 0,0-1-1 0 0,0 1 1 0 0,0 0 0 0 0,0 0-1 0 0,0 1 1 0 0,0-1 0 0 0,0 1-1 0 0,0 0 1 0 0,0 0 0 0 0,0 0-1 0 0,0 1 1 0 0,0-1 0 0 0,0 1 0 0 0,-5 1-1 0 0,-6 6-1930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6.8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1 125 6913 0 0,'4'55'11211'0'0,"9"5"-8376"0"0,-12-54-2805 0 0,1 0-1 0 0,1 0 1 0 0,-1 0 0 0 0,1 0 0 0 0,0 0 0 0 0,0 0 0 0 0,1-1 0 0 0,0 1 0 0 0,0-1-1 0 0,0 0 1 0 0,0 0 0 0 0,1-1 0 0 0,0 1 0 0 0,0-1 0 0 0,7 5 0 0 0,-11-9-52 0 0,-1 1 0 0 0,1-1 1 0 0,0 1-1 0 0,0 0 0 0 0,-1-1 1 0 0,1 0-1 0 0,0 1 0 0 0,0-1 1 0 0,0 1-1 0 0,0-1 0 0 0,0 0 1 0 0,0 0-1 0 0,-1 1 0 0 0,1-1 1 0 0,0 0-1 0 0,0 0 0 0 0,0 0 1 0 0,0 0-1 0 0,0 0 0 0 0,0 0 1 0 0,0 0-1 0 0,0 0 0 0 0,0-1 1 0 0,0 1-1 0 0,-1 0 0 0 0,1-1 1 0 0,0 1-1 0 0,0 0 0 0 0,0-1 1 0 0,0 1-1 0 0,-1-1 0 0 0,1 1 1 0 0,0-1-1 0 0,0 0 0 0 0,-1 1 1 0 0,1-1-1 0 0,0 0 0 0 0,-1 1 1 0 0,1-1-1 0 0,-1 0 0 0 0,1 0 1 0 0,-1 1-1 0 0,1-1 0 0 0,-1 0 1 0 0,0 0-1 0 0,1 0 0 0 0,-1 0 1 0 0,0 0-1 0 0,0 0 0 0 0,1 1 1 0 0,-1-1-1 0 0,0 0 0 0 0,0 0 1 0 0,0 0-1 0 0,0 0 0 0 0,-1-1 1 0 0,2-10-424 0 0,-2 0 0 0 0,1 0 0 0 0,-5-19 0 0 0,3 15 351 0 0,2 15 87 0 0,-1-37-199 0 0,1 36 200 0 0,0 1-1 0 0,0-1 1 0 0,0 0-1 0 0,1 1 1 0 0,-1-1-1 0 0,0 1 1 0 0,1-1 0 0 0,-1 1-1 0 0,1-1 1 0 0,0 1-1 0 0,-1 0 1 0 0,1-1-1 0 0,0 1 1 0 0,0 0-1 0 0,0-1 1 0 0,0 1 0 0 0,0 0-1 0 0,0 0 1 0 0,0 0-1 0 0,3-2 1 0 0,-4 3 8 0 0,1 0 1 0 0,0 0-1 0 0,0 0 0 0 0,-1 0 1 0 0,1 0-1 0 0,0 0 0 0 0,-1 0 1 0 0,1 0-1 0 0,0 0 0 0 0,-1 1 1 0 0,1-1-1 0 0,0 0 0 0 0,-1 0 1 0 0,1 1-1 0 0,0-1 0 0 0,-1 0 1 0 0,1 1-1 0 0,-1-1 0 0 0,1 1 1 0 0,0-1-1 0 0,-1 0 1 0 0,1 1-1 0 0,-1 0 0 0 0,1-1 1 0 0,-1 1-1 0 0,1 0 0 0 0,14 20 145 0 0,-10-14-66 0 0,1 1 131 0 0,1 0 0 0 0,0-1-1 0 0,1 1 1 0 0,-1-2 0 0 0,1 1 0 0 0,1-1 0 0 0,-1 0 0 0 0,13 6 0 0 0,-16-10-106 0 0,0 0 0 0 0,-1 0 0 0 0,1 0 0 0 0,0-1-1 0 0,0 1 1 0 0,0-1 0 0 0,1 0 0 0 0,-1-1 0 0 0,0 1-1 0 0,0-1 1 0 0,0 0 0 0 0,0-1 0 0 0,0 1 0 0 0,1-1-1 0 0,-1 0 1 0 0,0 0 0 0 0,0-1 0 0 0,8-2 0 0 0,-11 2-74 0 0,-1 1 0 0 0,1-1 0 0 0,0 1 0 0 0,-1-1 1 0 0,1 1-1 0 0,0-1 0 0 0,-1 0 0 0 0,0 0 0 0 0,1 0 0 0 0,-1 0 1 0 0,0 0-1 0 0,0 0 0 0 0,0 0 0 0 0,-1 0 0 0 0,1 0 0 0 0,0-1 1 0 0,-1 1-1 0 0,1 0 0 0 0,-1 0 0 0 0,0-1 0 0 0,0 1 0 0 0,0-5 1 0 0,-5-56 372 0 0,3 55-331 0 0,0-5-82 0 0,1-1-65 0 0,0 1 0 0 0,-2 0 1 0 0,0-1-1 0 0,0 1 0 0 0,-1 0 1 0 0,-1 1-1 0 0,-12-25 0 0 0,15 34-668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7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86 9218 0 0,'-2'-13'2175'0'0,"1"-1"0"0"0,0 0 0 0 0,1 1-1 0 0,6-19 1597 0 0,-1 41-3068 0 0,3 10-340 0 0,26 87-120 0 0,10 27 211 0 0,-37-114-406 0 0,2-1 1 0 0,0 0-1 0 0,1 0 1 0 0,21 27-1 0 0,-27-39-66 0 0,1 0 0 0 0,1 0 0 0 0,-1-1 1 0 0,1 0-1 0 0,-1 0 0 0 0,2-1 0 0 0,-1 0 0 0 0,0 0 0 0 0,1 0 0 0 0,0 0 0 0 0,0-1 1 0 0,0 0-1 0 0,0-1 0 0 0,9 2 0 0 0,-11-3 5 0 0,0 0 0 0 0,0-1 0 0 0,0 0 0 0 0,0 0 0 0 0,0 0 0 0 0,-1-1 0 0 0,1 0 0 0 0,0 1 0 0 0,0-2 0 0 0,0 1 0 0 0,-1-1-1 0 0,1 1 1 0 0,-1-1 0 0 0,1 0 0 0 0,-1-1 0 0 0,0 1 0 0 0,0-1 0 0 0,0 0 0 0 0,0 0 0 0 0,0 0 0 0 0,-1-1 0 0 0,7-6 0 0 0,-5 2-1 0 0,0 0-1 0 0,0 0 1 0 0,0 0-1 0 0,-1-1 1 0 0,0 1-1 0 0,-1-1 1 0 0,1 0 0 0 0,-2 0-1 0 0,0 0 1 0 0,2-13-1 0 0,-3 18 11 0 0,-1 0 0 0 0,0 1 0 0 0,0-1 0 0 0,0 0 0 0 0,0 1 0 0 0,-1-1 0 0 0,0 1 0 0 0,1-1 0 0 0,-1 1 0 0 0,0-1 0 0 0,-1 1 0 0 0,1-1 0 0 0,-2-2 0 0 0,1 4-13 0 0,0 0 1 0 0,1 0-1 0 0,-1 0 0 0 0,0 0 0 0 0,0 0 0 0 0,0 1 0 0 0,0-1 1 0 0,0 1-1 0 0,0-1 0 0 0,-1 1 0 0 0,1 0 0 0 0,0 0 0 0 0,-1 0 1 0 0,1 0-1 0 0,-1 0 0 0 0,1 1 0 0 0,-1-1 0 0 0,1 1 0 0 0,-1 0 1 0 0,-3-1-1 0 0,3 1-80 0 0,1 0 1 0 0,0 0-1 0 0,0 1 0 0 0,-1-1 1 0 0,1 0-1 0 0,0 1 0 0 0,0 0 1 0 0,0-1-1 0 0,0 1 0 0 0,0 0 1 0 0,0 0-1 0 0,-3 2 1 0 0,-2 3-889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7.6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71 5529 0 0,'-9'-27'10861'0'0,"9"41"-9393"0"0,1-3-1183 0 0,1 0 0 0 0,0-1 0 0 0,0 1 0 0 0,2-1-1 0 0,-1 1 1 0 0,1-1 0 0 0,1 0 0 0 0,-1-1-1 0 0,9 13 1 0 0,-10-17-282 0 0,1-1 0 0 0,-1 1 0 0 0,1-1 0 0 0,0 0 0 0 0,0 0 0 0 0,1 0 0 0 0,-1 0-1 0 0,9 4 1 0 0,-10-6-15 0 0,0-1 0 0 0,0 1-1 0 0,0-1 1 0 0,0 0 0 0 0,0 0 0 0 0,0-1-1 0 0,0 1 1 0 0,1-1 0 0 0,-1 1-1 0 0,0-1 1 0 0,0 0 0 0 0,0 0-1 0 0,0-1 1 0 0,1 1 0 0 0,-1 0-1 0 0,5-2 1 0 0,-6 1-50 0 0,0 1 0 0 0,-1-1 0 0 0,1 0 0 0 0,0 0 0 0 0,0 1 0 0 0,0-1 0 0 0,-1 0 0 0 0,1 0 0 0 0,0-1-1 0 0,-1 1 1 0 0,1 0 0 0 0,-1-1 0 0 0,1 1 0 0 0,-1 0 0 0 0,0-1 0 0 0,1 0 0 0 0,-1 1 0 0 0,0-1 0 0 0,0 0 0 0 0,0 0 0 0 0,-1 1 0 0 0,2-4 0 0 0,-1 1 66 0 0,-1 1 1 0 0,1-1 0 0 0,-1 0 0 0 0,0 0-1 0 0,0 1 1 0 0,0-1 0 0 0,-1 0 0 0 0,1 0-1 0 0,-1 1 1 0 0,0-1 0 0 0,-2-4 0 0 0,-1-3 206 0 0,-1 0 0 0 0,0 0 0 0 0,-1 0 0 0 0,0 1 0 0 0,-1 0 0 0 0,-12-14 0 0 0,15 18-323 0 0,-1 1 1 0 0,0 0-1 0 0,0 0 1 0 0,-1 1-1 0 0,1 0 1 0 0,-1 0-1 0 0,0 0 1 0 0,0 0 0 0 0,0 1-1 0 0,-1 0 1 0 0,-8-2-1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7.8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3 14747 0 0,'0'0'113'0'0,"0"0"-1"0"0,-1-1 1 0 0,1 1-1 0 0,0 0 0 0 0,-1 0 1 0 0,1 0-1 0 0,-1 0 1 0 0,1-1-1 0 0,0 1 1 0 0,-1 0-1 0 0,1 0 1 0 0,0 0-1 0 0,-1 0 0 0 0,1 0 1 0 0,-1 0-1 0 0,1 0 1 0 0,0 0-1 0 0,-1 0 1 0 0,1 0-1 0 0,-1 0 1 0 0,1 0-1 0 0,0 0 0 0 0,-1 0 1 0 0,1 0-1 0 0,0 1 1 0 0,-1-1-1 0 0,1 0 1 0 0,-1 0-1 0 0,1 0 1 0 0,0 1-1 0 0,0-1 1 0 0,-1 0-1 0 0,1 0 0 0 0,0 1 1 0 0,-1-1-1 0 0,1 0 1 0 0,0 0-1 0 0,0 1 1 0 0,-1-1-1 0 0,1 0 1 0 0,0 1-1 0 0,0-1 0 0 0,0 0 1 0 0,-1 2-1 0 0,1 25 1853 0 0,14 36-1126 0 0,-13-58-558 0 0,71 200 1077 0 0,-11-39-1614 0 0,-56-145-1541 0 0,0-2-6181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8.3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0 208 6913 0 0,'13'-2'504'0'0,"0"0"0"0"0,0-1 0 0 0,-1-1-1 0 0,1 0 1 0 0,-1 0 0 0 0,18-10-1 0 0,-2 2 239 0 0,295-140 8537 0 0,-321 151-9170 0 0,0 0 0 0 0,0 0-1 0 0,0 0 1 0 0,0 0-1 0 0,0 0 1 0 0,0 0-1 0 0,0 0 1 0 0,0 1 0 0 0,0-1-1 0 0,0 1 1 0 0,1-1-1 0 0,-1 1 1 0 0,0 0 0 0 0,0 0-1 0 0,4 0 1 0 0,-5 1-78 0 0,0 0 0 0 0,0 0 0 0 0,0 0 0 0 0,0 0 0 0 0,0 0 0 0 0,0 0 0 0 0,0 0 0 0 0,0 1 0 0 0,0-1 0 0 0,-1 0 0 0 0,1 0 0 0 0,-1 1 0 0 0,1-1 0 0 0,-1 0 0 0 0,1 1 0 0 0,-1-1 0 0 0,0 1 0 0 0,1-1 0 0 0,-1 0 0 0 0,0 1 0 0 0,0-1 0 0 0,0 1 0 0 0,0-1 0 0 0,-1 2 0 0 0,2 47-1 0 0,-1-19-28 0 0,6 38 1 0 0,-5-60-4 0 0,0 0 0 0 0,2 0 0 0 0,-1-1-1 0 0,1 1 1 0 0,0-1 0 0 0,0 1-1 0 0,1-1 1 0 0,9 14 0 0 0,-13-22 1 0 0,0 1 0 0 0,1-1 1 0 0,-1 0-1 0 0,0 0 0 0 0,0 1 0 0 0,0-1 0 0 0,0 0 1 0 0,1 0-1 0 0,-1 1 0 0 0,0-1 0 0 0,0 0 1 0 0,0 0-1 0 0,1 0 0 0 0,-1 0 0 0 0,0 1 0 0 0,0-1 1 0 0,1 0-1 0 0,-1 0 0 0 0,0 0 0 0 0,0 0 1 0 0,1 0-1 0 0,-1 0 0 0 0,0 0 0 0 0,1 0 1 0 0,-1 0-1 0 0,0 0 0 0 0,0 0 0 0 0,1 0 0 0 0,-1 0 1 0 0,0 0-1 0 0,1 0 0 0 0,-1 0 0 0 0,0 0 1 0 0,0 0-1 0 0,1 0 0 0 0,-1 0 0 0 0,0 0 0 0 0,0 0 1 0 0,1 0-1 0 0,-1-1 0 0 0,0 1 0 0 0,9-14 21 0 0,2-20 13 0 0,-11 33-34 0 0,8-37 34 0 0,-5 17 46 0 0,12-36 0 0 0,-13 52-72 0 0,0 0 1 0 0,0 0-1 0 0,0 1 1 0 0,1-1-1 0 0,-1 0 1 0 0,1 1-1 0 0,0-1 1 0 0,1 1-1 0 0,-1 0 1 0 0,1 0-1 0 0,8-7 1 0 0,-10 10 6 0 0,-1 0 0 0 0,1 0 0 0 0,0 0 0 0 0,0 1 0 0 0,0-1 0 0 0,0 0 0 0 0,0 1 1 0 0,0-1-1 0 0,0 1 0 0 0,0 0 0 0 0,0 0 0 0 0,0 0 0 0 0,1 0 0 0 0,-1 0 0 0 0,0 0 0 0 0,0 0 0 0 0,0 1 0 0 0,0-1 0 0 0,0 1 0 0 0,0 0 0 0 0,0-1 0 0 0,0 1 1 0 0,0 0-1 0 0,0 0 0 0 0,-1 0 0 0 0,1 0 0 0 0,0 0 0 0 0,-1 1 0 0 0,1-1 0 0 0,-1 1 0 0 0,1-1 0 0 0,-1 1 0 0 0,1-1 0 0 0,0 3 0 0 0,7 7 150 0 0,0 0 0 0 0,-1 1-1 0 0,12 22 1 0 0,-17-29-144 0 0,20 39 196 0 0,-11-19-526 0 0,25 36 0 0 0,-25-44-137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0.4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195 104 3681 0 0,'-1'-2'655'0'0,"1"-1"-1"0"0,-1 1 1 0 0,0 0 0 0 0,1 0 0 0 0,-1-1 0 0 0,0 1 0 0 0,0 0-1 0 0,-1 0 1 0 0,1 0 0 0 0,0 0 0 0 0,-1 0 0 0 0,1 0 0 0 0,-1 1-1 0 0,1-1 1 0 0,-1 0 0 0 0,-4-2 0 0 0,4 3-249 0 0,-1-1 0 0 0,1 1 1 0 0,-1 0-1 0 0,1 0 0 0 0,-1 0 1 0 0,0 1-1 0 0,0-1 0 0 0,1 0 1 0 0,-1 1-1 0 0,0 0 0 0 0,0 0 1 0 0,-4 0-1 0 0,2 1-260 0 0,0-1 0 0 0,0 1-1 0 0,1 0 1 0 0,-1 1 0 0 0,0-1 0 0 0,1 1-1 0 0,0 0 1 0 0,-1 0 0 0 0,1 0 0 0 0,0 1-1 0 0,0-1 1 0 0,0 1 0 0 0,0 0 0 0 0,1 0-1 0 0,-1 0 1 0 0,-4 6 0 0 0,1 2-115 0 0,0 0 1 0 0,1 0 0 0 0,0 1-1 0 0,0 0 1 0 0,1 0 0 0 0,1 1-1 0 0,-4 17 1 0 0,6-24-34 0 0,1 1 1 0 0,0 0-1 0 0,0 0 0 0 0,1 0 1 0 0,-1 0-1 0 0,2-1 0 0 0,-1 1 1 0 0,1 0-1 0 0,0 0 0 0 0,0 0 1 0 0,1 0-1 0 0,-1-1 0 0 0,2 1 1 0 0,-1-1-1 0 0,6 10 1 0 0,-7-14-14 0 0,0 0 0 0 0,0-1 0 0 0,0 1 0 0 0,0 0 0 0 0,0-1 0 0 0,0 0 0 0 0,0 1 0 0 0,1-1 0 0 0,-1 0 0 0 0,1 1 0 0 0,-1-1 0 0 0,1 0 0 0 0,-1 0 0 0 0,1 0 0 0 0,0-1 0 0 0,0 1 0 0 0,-1 0 0 0 0,1 0 0 0 0,0-1 0 0 0,0 0 0 0 0,0 1 0 0 0,-1-1 0 0 0,1 0 0 0 0,3 1 0 0 0,-3-2-38 0 0,1 0 0 0 0,0 0 0 0 0,0 0 0 0 0,-1 0 0 0 0,1 0-1 0 0,0 0 1 0 0,-1-1 0 0 0,1 1 0 0 0,-1-1 0 0 0,0 0 0 0 0,1 0-1 0 0,-1 0 1 0 0,0 0 0 0 0,2-2 0 0 0,3-5-112 0 0,1 0 1 0 0,-2-1-1 0 0,1 0 1 0 0,-2 0-1 0 0,1 0 1 0 0,6-20-1 0 0,-8 14 342 0 0,0 0 0 0 0,2-26-1 0 0,2-11 248 0 0,-8 53-410 0 0,0 0 0 0 0,0 0 0 0 0,0 0 0 0 0,0 0 0 0 0,0 0 0 0 0,0-1 0 0 0,0 1 0 0 0,0 0 0 0 0,0 0 0 0 0,0 0 0 0 0,0 0 0 0 0,0 0 0 0 0,0-1 0 0 0,0 1 0 0 0,0 0 0 0 0,0 0 0 0 0,0 0 0 0 0,0 0 0 0 0,0 0 0 0 0,0 0 0 0 0,0-1 0 0 0,0 1 0 0 0,0 0 0 0 0,1 0 0 0 0,-1 0 0 0 0,0 0 0 0 0,0 0 0 0 0,0 0 0 0 0,0 0 0 0 0,0 0 0 0 0,0 0 0 0 0,0-1 0 0 0,1 1 0 0 0,-1 0 0 0 0,0 0 0 0 0,0 0 0 0 0,0 0 0 0 0,0 0 0 0 0,0 0 0 0 0,1 0 0 0 0,-1 0 0 0 0,0 0 0 0 0,0 0 0 0 0,0 0 0 0 0,0 0 0 0 0,0 0 0 0 0,1 0 0 0 0,-1 0 0 0 0,0 0 0 0 0,0 0 0 0 0,0 0 0 0 0,0 1 0 0 0,0-1 0 0 0,0 0 0 0 0,1 0 0 0 0,7 10 327 0 0,5 18-167 0 0,-12-26-139 0 0,8 20 14 0 0,4 9 87 0 0,28 49 0 0 0,-36-72-175 0 0,0-1 0 0 0,0 0 0 0 0,1 0 0 0 0,0 0 0 0 0,0 0 0 0 0,0-1 0 0 0,1 0 0 0 0,0 0 0 0 0,0-1 0 0 0,1 0 0 0 0,10 6 0 0 0,-17-11 23 0 0,0 1 0 0 0,0-1-1 0 0,0 0 1 0 0,1 0 0 0 0,-1 1 0 0 0,0-1 0 0 0,0 0 0 0 0,0 0 0 0 0,0 0 0 0 0,1 0 0 0 0,-1-1-1 0 0,0 1 1 0 0,0 0 0 0 0,0 0 0 0 0,0-1 0 0 0,1 1 0 0 0,-1-1 0 0 0,0 1 0 0 0,0-1 0 0 0,0 1-1 0 0,0-1 1 0 0,0 0 0 0 0,0 1 0 0 0,0-1 0 0 0,-1 0 0 0 0,1 0 0 0 0,0 0 0 0 0,0 0-1 0 0,0 0 1 0 0,-1 0 0 0 0,1 0 0 0 0,-1 0 0 0 0,1 0 0 0 0,-1 0 0 0 0,2-2 0 0 0,2-6 4 0 0,0-1 0 0 0,-1 1 1 0 0,4-14-1 0 0,-4 12-5 0 0,0 0 15 0 0,4-12 10 0 0,2 0-1 0 0,12-26 1 0 0,-19 43-1 0 0,1 1 1 0 0,-1 0-1 0 0,2 1 0 0 0,-1-1 1 0 0,0 0-1 0 0,1 1 0 0 0,0 0 1 0 0,0 0-1 0 0,0 0 0 0 0,0 0 1 0 0,1 1-1 0 0,-1-1 0 0 0,1 1 1 0 0,0 1-1 0 0,8-5 0 0 0,-10 7 19 0 0,1-1 0 0 0,-1 0 0 0 0,1 1 0 0 0,-1-1 0 0 0,1 1-1 0 0,0 0 1 0 0,-1 0 0 0 0,1 1 0 0 0,0-1 0 0 0,-1 1 0 0 0,1 0 0 0 0,-1 0-1 0 0,1 0 1 0 0,-1 0 0 0 0,0 1 0 0 0,1-1 0 0 0,-1 1 0 0 0,0 0 0 0 0,0 0-1 0 0,0 0 1 0 0,0 0 0 0 0,4 5 0 0 0,6 6 198 0 0,0 0 0 0 0,-1 2 1 0 0,14 20-1 0 0,0-1-54 0 0,-21-28-174 0 0,-4-4-6 0 0,1 0 0 0 0,-1 0 0 0 0,1 0-1 0 0,-1-1 1 0 0,1 1 0 0 0,-1 0 0 0 0,1-1 0 0 0,0 1 0 0 0,0-1-1 0 0,0 0 1 0 0,2 2 0 0 0,4-9-66 0 0,-2-15 30 0 0,-2 3 26 0 0,0 2 1 0 0,1-1-1 0 0,1 1 1 0 0,1 0-1 0 0,0 0 0 0 0,1 0 1 0 0,1 1-1 0 0,1 0 1 0 0,15-18-1 0 0,-21 27 13 0 0,1 1 1 0 0,0-1-1 0 0,0 1 1 0 0,0 1-1 0 0,1-1 0 0 0,0 1 1 0 0,0 0-1 0 0,0 0 0 0 0,0 1 1 0 0,0-1-1 0 0,1 1 1 0 0,-1 1-1 0 0,1-1 0 0 0,0 1 1 0 0,0 1-1 0 0,0-1 0 0 0,0 1 1 0 0,0 0-1 0 0,0 1 1 0 0,0-1-1 0 0,1 2 0 0 0,-1-1 1 0 0,0 1-1 0 0,0 0 1 0 0,11 3-1 0 0,-10-1-328 0 0,-1 0 0 0 0,0 1 0 0 0,0-1 1 0 0,0 2-1 0 0,-1-1 0 0 0,0 1 0 0 0,9 8 0 0 0,-8-7-227 0 0,0 0 0 0 0,1-1-1 0 0,-1 0 1 0 0,16 8-1 0 0,-14-10-1004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0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0 572 5985 0 0,'1'0'157'0'0,"-1"1"0"0"0,1-1 0 0 0,-1 1 0 0 0,1-1 0 0 0,-1 1 0 0 0,0-1 0 0 0,1 1 0 0 0,-1-1 0 0 0,0 1 0 0 0,1-1 0 0 0,-1 1 0 0 0,0-1 0 0 0,0 1 1 0 0,1 0-1 0 0,-1-1 0 0 0,0 1 0 0 0,0-1 0 0 0,0 1 0 0 0,0 0 0 0 0,0-1 0 0 0,0 1 0 0 0,0-1 0 0 0,0 1 0 0 0,0 1 0 0 0,-1 23 1824 0 0,1-16-933 0 0,0 6-195 0 0,1 0 1 0 0,1 0-1 0 0,0 0 0 0 0,1-1 0 0 0,6 18 1 0 0,-8-30-750 0 0,-1 0 1 0 0,1 0 0 0 0,0 1 0 0 0,0-1-1 0 0,0 0 1 0 0,0 0 0 0 0,1 0 0 0 0,-1 0-1 0 0,0 0 1 0 0,1 0 0 0 0,-1-1 0 0 0,1 1 0 0 0,0 0-1 0 0,0-1 1 0 0,0 1 0 0 0,0-1 0 0 0,-1 0-1 0 0,2 0 1 0 0,-1 0 0 0 0,0 0 0 0 0,0 0 0 0 0,0 0-1 0 0,0 0 1 0 0,1 0 0 0 0,-1-1 0 0 0,0 0-1 0 0,1 1 1 0 0,-1-1 0 0 0,0 0 0 0 0,1 0 0 0 0,-1 0-1 0 0,0 0 1 0 0,1-1 0 0 0,-1 1 0 0 0,0 0-1 0 0,1-1 1 0 0,-1 0 0 0 0,0 0 0 0 0,0 1-1 0 0,1-1 1 0 0,-1-1 0 0 0,2 0 0 0 0,4-3-163 0 0,-1 1-1 0 0,1-1 1 0 0,-1-1 0 0 0,0 1-1 0 0,-1-1 1 0 0,1 0 0 0 0,-1-1-1 0 0,0 1 1 0 0,-1-1 0 0 0,0-1-1 0 0,0 1 1 0 0,7-15 0 0 0,-6 10-46 0 0,-1 1 1 0 0,0-1 0 0 0,-1 0-1 0 0,-1 0 1 0 0,0-1 0 0 0,-1 1-1 0 0,0-1 1 0 0,1-18-1 0 0,-5-2-167 0 0,-1 0 0 0 0,-1 0-1 0 0,-2 1 1 0 0,-1-1-1 0 0,-20-55 1 0 0,6 33 211 0 0,-3 2 0 0 0,-42-71 0 0 0,64 120 97 0 0,-19-28 783 0 0,20 31-720 0 0,1 0 1 0 0,-1 0-1 0 0,0 0 1 0 0,1 0-1 0 0,-1 0 1 0 0,0 0-1 0 0,0 0 1 0 0,0 0-1 0 0,0 0 1 0 0,0 0-1 0 0,0 1 1 0 0,0-1-1 0 0,0 0 1 0 0,0 1-1 0 0,-1-1 1 0 0,1 1-1 0 0,0-1 1 0 0,0 1-1 0 0,-1 0 1 0 0,1-1-1 0 0,0 1 1 0 0,0 0-1 0 0,-2 0 1 0 0,2 1-52 0 0,0 0 0 0 0,-1 0 1 0 0,1 0-1 0 0,0 0 0 0 0,0 0 1 0 0,0 1-1 0 0,0-1 0 0 0,0 0 1 0 0,0 1-1 0 0,1-1 1 0 0,-1 0-1 0 0,0 1 0 0 0,1-1 1 0 0,-1 1-1 0 0,1-1 0 0 0,-1 1 1 0 0,1-1-1 0 0,0 1 0 0 0,0 0 1 0 0,-1-1-1 0 0,1 3 0 0 0,0 36 533 0 0,2-24-382 0 0,1 0 1 0 0,1 0 0 0 0,0 0-1 0 0,1-1 1 0 0,11 26-1 0 0,44 73 526 0 0,-47-89-575 0 0,20 28 15 0 0,1-2-1 0 0,3-1 1 0 0,1-2 0 0 0,3-2-1 0 0,87 76 1 0 0,-105-101-1782 0 0,22 25 0 0 0,-29-25-7019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8.7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114 33 6449 0 0,'-11'-6'166'0'0,"-33"-16"2805"0"0,42 21-2524 0 0,-1 0 1 0 0,1 0-1 0 0,-1 1 0 0 0,1-1 0 0 0,-1 1 0 0 0,0-1 0 0 0,1 1 1 0 0,-1 0-1 0 0,0 0 0 0 0,1 0 0 0 0,-1 1 0 0 0,1-1 0 0 0,-1 1 1 0 0,0-1-1 0 0,-3 2 0 0 0,5 0-257 0 0,0-1-1 0 0,-1 0 1 0 0,1 0 0 0 0,0 0 0 0 0,0 1 0 0 0,0-1-1 0 0,1 1 1 0 0,-1-1 0 0 0,0 1 0 0 0,0-1-1 0 0,1 1 1 0 0,-1-1 0 0 0,1 1 0 0 0,0-1 0 0 0,-1 1-1 0 0,1 0 1 0 0,0-1 0 0 0,0 1 0 0 0,0 0-1 0 0,0-1 1 0 0,0 1 0 0 0,0-1 0 0 0,0 1 0 0 0,1 0-1 0 0,0 2 1 0 0,12 47 774 0 0,-12-48-873 0 0,41 125 951 0 0,-13-46-742 0 0,-4 1 1 0 0,20 114-1 0 0,-43-177-431 0 0,6 31-247 0 0,-8-47 220 0 0,1-1 0 0 0,0 1 0 0 0,0-1 0 0 0,0 0 0 0 0,1 0 0 0 0,-1 0 0 0 0,1 0 0 0 0,0 0 0 0 0,-1 0-1 0 0,1 0 1 0 0,3 3 0 0 0,2-2-528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9.1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99 8754 0 0,'4'-5'355'0'0,"-1"0"1"0"0,1 1 0 0 0,0-1-1 0 0,1 1 1 0 0,-1 0 0 0 0,1 0-1 0 0,-1 0 1 0 0,1 1-1 0 0,9-5 1 0 0,54-24 4629 0 0,-52 25-4381 0 0,-11 4-370 0 0,0 1 0 0 0,-1 0 1 0 0,2 1-1 0 0,-1-1 0 0 0,0 1 1 0 0,0 0-1 0 0,0 0 0 0 0,1 1 1 0 0,5-1-1 0 0,-9 2-189 0 0,-1-1 0 0 0,1 0 0 0 0,0 1 0 0 0,-1-1 0 0 0,1 1 0 0 0,-1 0 0 0 0,1-1 0 0 0,-1 1 0 0 0,1 0 0 0 0,-1 0 0 0 0,0 0 0 0 0,1 0 0 0 0,-1 0 0 0 0,0 0 0 0 0,0 1 0 0 0,0-1 0 0 0,0 0 0 0 0,0 1 0 0 0,0-1 0 0 0,0 0 0 0 0,0 1 0 0 0,-1-1 0 0 0,1 1 0 0 0,0-1 0 0 0,-1 1 0 0 0,1 0 1 0 0,-1-1-1 0 0,0 1 0 0 0,1-1 0 0 0,-1 1 0 0 0,0 0 0 0 0,0-1 0 0 0,0 3 0 0 0,0 13-39 0 0,-1 0 0 0 0,-1 0 0 0 0,0 0 0 0 0,-1 0 0 0 0,-1 0 0 0 0,-1 0 0 0 0,0-1 0 0 0,-10 21 0 0 0,7-18 36 0 0,1 1 0 0 0,1 0 0 0 0,1 0-1 0 0,0 1 1 0 0,-1 23 0 0 0,5-42 2 0 0,1 1 0 0 0,0-1 0 0 0,0 0 0 0 0,0 0 0 0 0,1 1 0 0 0,-1-1 0 0 0,0 0 0 0 0,1 0 0 0 0,-1 0 0 0 0,1 0 0 0 0,0 1 0 0 0,0-1 0 0 0,0 0 0 0 0,0 0 0 0 0,0 0 0 0 0,2 3 0 0 0,-1-4-12 0 0,-1 0 1 0 0,0 0-1 0 0,1 0 0 0 0,-1 0 0 0 0,1-1 0 0 0,-1 1 0 0 0,1 0 0 0 0,-1-1 1 0 0,1 1-1 0 0,0 0 0 0 0,-1-1 0 0 0,1 0 0 0 0,0 1 0 0 0,0-1 1 0 0,-1 0-1 0 0,1 0 0 0 0,2 0 0 0 0,7-2 60 0 0,1 0 0 0 0,0-1 0 0 0,-1 0 0 0 0,0-1 0 0 0,14-6 0 0 0,7-2-159 0 0,-19 9-291 0 0,-1 0-1 0 0,1 1 1 0 0,-1 0-1 0 0,1 1 1 0 0,15 1-1 0 0,-10 0-824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9.3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8290 0 0,'0'0'381'0'0,"20"-1"3000"0"0,94 14 5229 0 0,-67-6-7031 0 0,90 1 0 0 0,-74-8-1422 0 0,36-2-1144 0 0,-92 2 338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19:59.5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7370 0 0,'40'87'7480'0'0,"-23"-53"-3900"0"0,17 50 0 0 0,4 53-2069 0 0,-20-45-3962 0 0,-14-71-5144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2.7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116 114 5985 0 0,'-1'-2'159'0'0,"0"1"0"0"0,1-1 0 0 0,-1 1 0 0 0,0-1 0 0 0,0 1 0 0 0,1-1-1 0 0,-1 0 1 0 0,1 1 0 0 0,0-1 0 0 0,-1 0 0 0 0,1 1 0 0 0,0-1 0 0 0,0 0-1 0 0,0 1 1 0 0,0-1 0 0 0,0-2 0 0 0,7-34 699 0 0,-2-8 12522 0 0,-32 182-13109 0 0,-12 47 59 0 0,22-117-416 0 0,3 1 0 0 0,-9 113 1 0 0,24-163-818 0 0,6-36-2458 0 0,2-7 687 0 0,0 8 923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3.1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186 9 1840 0 0,'-30'-9'16638'0'0,"41"15"-13991"0"0,7 8-1775 0 0,-9-5-785 0 0,-1 0 1 0 0,0 1-1 0 0,0 0 1 0 0,-1 0-1 0 0,-1 1 0 0 0,1 0 1 0 0,-2 0-1 0 0,0 0 1 0 0,4 13-1 0 0,14 27-4 0 0,9 1-79 0 0,70 90-1 0 0,-51-75-96 0 0,-50-65 84 0 0,0-1 0 0 0,0 0 0 0 0,0 1 0 0 0,0-1 0 0 0,0 1 0 0 0,0-1 0 0 0,0 1 0 0 0,0 0 1 0 0,0-1-1 0 0,-1 1 0 0 0,1 0 0 0 0,-1-1 0 0 0,1 1 0 0 0,-1 0 0 0 0,0-1 0 0 0,0 1 1 0 0,0 0-1 0 0,0 0 0 0 0,0 0 0 0 0,0 2 0 0 0,-1-3 7 0 0,0 0 1 0 0,0 0-1 0 0,0 0 0 0 0,0 0 1 0 0,0-1-1 0 0,-1 1 0 0 0,1 0 1 0 0,0-1-1 0 0,0 1 0 0 0,0-1 1 0 0,-1 1-1 0 0,1-1 0 0 0,0 0 1 0 0,0 1-1 0 0,-1-1 0 0 0,1 0 1 0 0,0 0-1 0 0,-1 0 0 0 0,1 0 1 0 0,0 0-1 0 0,-1 0 0 0 0,1 0 1 0 0,0-1-1 0 0,-1 1 0 0 0,1 0 1 0 0,0-1-1 0 0,-2 0 0 0 0,-5 0 17 0 0,1 1 0 0 0,0-1 0 0 0,-1 1 0 0 0,1 1-1 0 0,-1-1 1 0 0,1 1 0 0 0,0 0 0 0 0,-1 1 0 0 0,-11 4 0 0 0,-10 5 165 0 0,-29 16 0 0 0,-2 1 154 0 0,44-23-308 0 0,1 0 0 0 0,-1-1 1 0 0,0-1-1 0 0,0-1 0 0 0,0 0 0 0 0,-1-1 0 0 0,1 0 1 0 0,0-1-1 0 0,0-1 0 0 0,-18-4 0 0 0,26 3-330 0 0,2 0-72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3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 8 8754 0 0,'-5'-7'12058'0'0,"-6"24"-9654"0"0,-8 31-2824 0 0,-37 229 743 0 0,22-94-189 0 0,26-146-1072 0 0,2 1-1 0 0,-2 70 1 0 0,32-165-7508 0 0,-20 41 8393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4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2 6345 0 0,'-6'-1'236'0'0,"-26"7"10254"0"0,48 8-8776 0 0,17 18-326 0 0,-2 1-1 0 0,42 57 1 0 0,-42-49-1359 0 0,58 57 0 0 0,-38-53-132 0 0,-35-33 60 0 0,-1 0 0 0 0,0 2 0 0 0,-1-1 0 0 0,0 2 0 0 0,-2 0 0 0 0,1 0 0 0 0,14 26 0 0 0,-26-39 42 0 0,-1-1-1 0 0,1 1 0 0 0,0-1 0 0 0,0 1 0 0 0,-1-1 0 0 0,1 1 0 0 0,-1 0 0 0 0,0-1 0 0 0,1 1 0 0 0,-1 0 0 0 0,0 0 0 0 0,0-1 0 0 0,0 1 0 0 0,0 0 1 0 0,0-1-1 0 0,-1 1 0 0 0,1 0 0 0 0,0 0 0 0 0,-1-1 0 0 0,1 1 0 0 0,-1-1 0 0 0,0 1 0 0 0,1 0 0 0 0,-1-1 0 0 0,0 1 0 0 0,0-1 0 0 0,0 0 1 0 0,0 1-1 0 0,0-1 0 0 0,0 0 0 0 0,-1 0 0 0 0,1 1 0 0 0,0-1 0 0 0,-1 0 0 0 0,1 0 0 0 0,-1 0 0 0 0,1-1 0 0 0,-1 1 0 0 0,1 0 0 0 0,-1 0 0 0 0,-3 0 1 0 0,-8 3-11 0 0,0 0 1 0 0,-1-1-1 0 0,1-1 1 0 0,-21 1 0 0 0,9 0 6 0 0,-29 6 87 0 0,22-3-136 0 0,0-1 0 0 0,0-1 0 0 0,-1-2 0 0 0,-50-3 0 0 0,-18-6-3574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4.6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 3 10594 0 0,'-9'-3'11377'0'0,"3"23"-9372"0"0,0 27-2729 0 0,5 32 752 0 0,4 0 1 0 0,2 0 0 0 0,5-1 0 0 0,21 88 0 0 0,-8-81-147 0 0,-20-76-251 0 0,0-1-1 0 0,1 0 0 0 0,0 0 0 0 0,0 0 1 0 0,1-1-1 0 0,0 1 0 0 0,10 11 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4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23 6913 0 0,'0'0'94'0'0,"-1"0"0"0"0,1 0-1 0 0,0 0 1 0 0,-1 1 0 0 0,1-1-1 0 0,0 0 1 0 0,-1 0 0 0 0,1 0-1 0 0,0 1 1 0 0,0-1-1 0 0,-1 0 1 0 0,1 0 0 0 0,0 1-1 0 0,0-1 1 0 0,0 0 0 0 0,-1 0-1 0 0,1 1 1 0 0,0-1 0 0 0,0 0-1 0 0,0 1 1 0 0,0-1-1 0 0,0 0 1 0 0,0 1 0 0 0,-1-1-1 0 0,1 0 1 0 0,0 1 0 0 0,0-1-1 0 0,0 0 1 0 0,0 1-1 0 0,0-1 1 0 0,0 0 0 0 0,0 1-1 0 0,1-1 1 0 0,-1 0 0 0 0,0 1-1 0 0,0-1 1 0 0,0 0 0 0 0,0 1-1 0 0,0-1 1 0 0,0 0-1 0 0,1 1 1 0 0,-1-1 0 0 0,0 0-1 0 0,0 0 1 0 0,0 1 0 0 0,1-1-1 0 0,-1 1 1 0 0,23 1 3433 0 0,28-9 510 0 0,-9-4-2164 0 0,-18 4-1010 0 0,37-5 1 0 0,-53 11-945 0 0,1 0 0 0 0,-1 1 0 0 0,1 0 0 0 0,-1 1-1 0 0,1 0 1 0 0,-1 0 0 0 0,1 0 0 0 0,10 4 0 0 0,-1 2-789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0:05.1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10594 0 0,'6'10'7758'0'0,"12"2"-4356"0"0,21 7-1384 0 0,-33-17-1997 0 0,1 1 0 0 0,0-1-1 0 0,-1 0 1 0 0,1-1 0 0 0,0 1 0 0 0,0-1 0 0 0,0-1 0 0 0,0 1 0 0 0,0-1 0 0 0,0-1 0 0 0,12-1-1 0 0,2-4-325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2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165 110 456 0 0,'-25'-21'123'0'0,"-41"-33"1901"0"0,56 47-862 0 0,0 0 1 0 0,-1 1-1 0 0,0 0 1 0 0,-21-2 2942 0 0,44 32-2818 0 0,265 361 1897 0 0,-217-309-2772 0 0,77 108-164 0 0,-118-155-157 0 0,-6-7 57 0 0,0-1-1 0 0,34 37 1 0 0,-44-54-185 0 0,1 0 0 0 0,-1-1 0 0 0,1 1 1 0 0,0-1-1 0 0,0 0 0 0 0,0 0 1 0 0,0 0-1 0 0,1-1 0 0 0,-1 0 0 0 0,1 0 1 0 0,-1 0-1 0 0,1 0 0 0 0,0 0 0 0 0,0-1 1 0 0,0 0-1 0 0,0 0 0 0 0,0-1 1 0 0,0 1-1 0 0,0-1 0 0 0,8-1 0 0 0,10-7-1548 0 0,-11 2 146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3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43 319 5065 0 0,'-18'4'609'0'0,"17"-4"-486"0"0,-1 1 0 0 0,1-1 0 0 0,0 1 1 0 0,-1-1-1 0 0,1 0 0 0 0,0 1 0 0 0,-1-1 0 0 0,1 0 0 0 0,-1 0 0 0 0,1 0 1 0 0,0 0-1 0 0,-1 0 0 0 0,1 0 0 0 0,-1-1 0 0 0,-1 0 0 0 0,3 1-47 0 0,0 0 0 0 0,0-1 0 0 0,0 1 0 0 0,0 0 1 0 0,0-1-1 0 0,1 1 0 0 0,-1 0 0 0 0,0 0 0 0 0,0-1 0 0 0,0 1 0 0 0,1 0 0 0 0,-1 0 0 0 0,0-1 0 0 0,0 1 0 0 0,1 0 0 0 0,-1 0 0 0 0,0-1 0 0 0,0 1 0 0 0,1 0 0 0 0,-1 0 0 0 0,0 0 0 0 0,1 0 0 0 0,-1 0 0 0 0,0-1 0 0 0,1 1 1 0 0,-1 0-1 0 0,0 0 0 0 0,1 0 0 0 0,-1 0 0 0 0,0 0 0 0 0,1 0 0 0 0,-1 0 0 0 0,0 0 0 0 0,1 0 0 0 0,-1 0 0 0 0,0 0 0 0 0,1 0 0 0 0,-1 1 0 0 0,20-3 895 0 0,1 7-343 0 0,0 2-1 0 0,0 0 1 0 0,-1 1-1 0 0,0 2 1 0 0,0 0 0 0 0,22 15-1 0 0,-20-11-434 0 0,2-1 1 0 0,0-2-1 0 0,0 0 0 0 0,29 9 0 0 0,-45-18-187 0 0,0-1 0 0 0,0 1 0 0 0,0-1 0 0 0,0 0 0 0 0,0-1 0 0 0,0 0 0 0 0,0-1 0 0 0,0 1 0 0 0,1-1 0 0 0,-1-1 0 0 0,-1 0 0 0 0,1 0 0 0 0,0 0 0 0 0,0-1 0 0 0,-1 0 0 0 0,1-1 0 0 0,11-7 0 0 0,-12 6 107 0 0,0 0 1 0 0,0 0-1 0 0,0-1 1 0 0,-1 0-1 0 0,0 0 1 0 0,0-1-1 0 0,-1 0 1 0 0,0 0-1 0 0,0 0 1 0 0,-1 0-1 0 0,1-1 0 0 0,-2 0 1 0 0,1 0-1 0 0,-1 0 1 0 0,0 0-1 0 0,-1 0 1 0 0,0-1-1 0 0,0 1 1 0 0,-1-1-1 0 0,1-15 1 0 0,-2-5 234 0 0,-2 0-1 0 0,-1 0 1 0 0,-1 1 0 0 0,-15-54 0 0 0,18 79-518 0 0,-8-37 349 0 0,9 12-6208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5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6 920 0 0,'-3'-1'-85'0'0,"-24"-3"692"0"0,26 4-460 0 0,0 0-1 0 0,0 0 1 0 0,0 0-1 0 0,0 0 1 0 0,0 0-1 0 0,0 0 0 0 0,0 0 1 0 0,0 0-1 0 0,0 0 1 0 0,0 1-1 0 0,0-1 1 0 0,0 0-1 0 0,0 1 1 0 0,1-1-1 0 0,-1 1 0 0 0,0-1 1 0 0,0 1-1 0 0,0-1 1 0 0,0 1-1 0 0,1-1 1 0 0,-1 1-1 0 0,0 0 1 0 0,0 1-1 0 0,40 12 3554 0 0,-14 0-3039 0 0,-1 2 0 0 0,-1 1 0 0 0,0 1-1 0 0,-1 1 1 0 0,25 28 0 0 0,-25-26-360 0 0,57 61 514 0 0,-42-42-678 0 0,2-1-1 0 0,44 33 0 0 0,-76-67-468 0 0,-1 0 0 0 0,1 1 0 0 0,-1 0 0 0 0,0 1 0 0 0,5 6 0 0 0,-2-1-4093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5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101 263 456 0 0,'-2'-4'270'0'0,"-1"0"0"0"0,-1 0 0 0 0,1 0 0 0 0,0 0 0 0 0,-1 0 0 0 0,0 1 0 0 0,0-1 0 0 0,0 1 0 0 0,0 0 0 0 0,-1 0-1 0 0,-6-3 1 0 0,6 3 286 0 0,-1 0 0 0 0,1 0-1 0 0,0-1 1 0 0,0 0-1 0 0,1 0 1 0 0,-9-9-1 0 0,12 11-413 0 0,0 0 0 0 0,0-1-1 0 0,0 1 1 0 0,1-1 0 0 0,-1 1 0 0 0,1-1-1 0 0,-1 1 1 0 0,1-1 0 0 0,0 0-1 0 0,0 1 1 0 0,0-1 0 0 0,0 1 0 0 0,1-1-1 0 0,-1 1 1 0 0,1-1 0 0 0,-1 1-1 0 0,1-1 1 0 0,0 1 0 0 0,0-1 0 0 0,2-3-1 0 0,26-46 789 0 0,-25 47-893 0 0,-1-1-1 0 0,1 1 0 0 0,0 0 1 0 0,1 0-1 0 0,-1 0 0 0 0,1 0 1 0 0,0 1-1 0 0,0 0 0 0 0,0 0 1 0 0,1 0-1 0 0,0 1 0 0 0,-1 0 1 0 0,1 0-1 0 0,0 0 0 0 0,0 1 1 0 0,1 0-1 0 0,-1 0 0 0 0,0 1 1 0 0,1-1-1 0 0,-1 1 0 0 0,1 1 1 0 0,0-1-1 0 0,-1 1 0 0 0,1 0 1 0 0,-1 1-1 0 0,1-1 0 0 0,-1 1 1 0 0,1 1-1 0 0,-1-1 0 0 0,1 1 1 0 0,-1 0-1 0 0,0 1 0 0 0,0-1 1 0 0,0 1-1 0 0,0 1 0 0 0,-1-1 1 0 0,1 1-1 0 0,-1 0 0 0 0,0 0 1 0 0,7 6-1 0 0,-6-3-198 0 0,1-1-1 0 0,-1 1 1 0 0,0 0 0 0 0,0 0 0 0 0,-1 1-1 0 0,0 0 1 0 0,-1 0 0 0 0,1 0-1 0 0,-1 0 1 0 0,-1 1 0 0 0,0-1-1 0 0,4 18 1 0 0,-3 0 267 0 0,-1-1 1 0 0,-2 1 0 0 0,-1 31-1 0 0,0-18 1015 0 0,2-44-476 0 0,0 0 1 0 0,1 0-1 0 0,0-1 0 0 0,1 1 1 0 0,5-6-1 0 0,1-4-182 0 0,15-25 90 0 0,51-73-984 0 0,-64 97-727 0 0,1 0 0 0 0,1 1 0 0 0,1 0 0 0 0,26-20 0 0 0,-22 23-64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10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1286 217 4609 0 0,'-12'-8'601'0'0,"1"-1"1"0"0,0 0-1 0 0,0-1 0 0 0,1 0 1 0 0,-10-13-1 0 0,13 14-272 0 0,-1 0 1 0 0,-1 0-1 0 0,1 0 0 0 0,-2 1 1 0 0,1 1-1 0 0,-1 0 0 0 0,-20-12 1 0 0,1 6 172 0 0,0 1 0 0 0,-1 2 0 0 0,-1 0 1 0 0,0 2-1 0 0,0 2 0 0 0,-1 1 1 0 0,-33-2-1 0 0,47 8-320 0 0,0 0-1 0 0,0 2 1 0 0,1 0 0 0 0,-1 1-1 0 0,1 0 1 0 0,0 1 0 0 0,0 2 0 0 0,0-1-1 0 0,1 2 1 0 0,0 0 0 0 0,0 1 0 0 0,1 1-1 0 0,-21 16 1 0 0,9-2-271 0 0,0 1-1 0 0,2 1 0 0 0,0 1 1 0 0,2 1-1 0 0,-32 52 1 0 0,-5 13-617 0 0,-103 178-406 0 0,128-199 1355 0 0,4 2 0 0 0,-30 100-1 0 0,46-117-60 0 0,3 1 0 0 0,1 0 0 0 0,-3 110 1 0 0,12-57-463 0 0,5 0 0 0 0,5 0 0 0 0,31 152 0 0 0,-25-203 136 0 0,2 0 1 0 0,3-1 0 0 0,2-1 0 0 0,3-1-1 0 0,3-1 1 0 0,2-1 0 0 0,58 84 0 0 0,-54-95 77 0 0,105 140-733 0 0,-104-144 605 0 0,1-2-1 0 0,55 47 0 0 0,-72-71 91 0 0,1 0-1 0 0,1 0 0 0 0,0-2 0 0 0,0 0 0 0 0,1-2 1 0 0,1 0-1 0 0,0-2 0 0 0,0 0 0 0 0,38 8 1 0 0,-40-13 131 0 0,-1-1 0 0 0,1 0 1 0 0,0-1-1 0 0,-1-2 1 0 0,1 0-1 0 0,-1-1 0 0 0,1 0 1 0 0,-1-2-1 0 0,0 0 1 0 0,0-2-1 0 0,35-14 1 0 0,-23 5 62 0 0,-1-1 1 0 0,-1-2 0 0 0,-1-1 0 0 0,0-1 0 0 0,-2-1 0 0 0,0-2-1 0 0,-2 0 1 0 0,0-2 0 0 0,-2-1 0 0 0,28-40 0 0 0,-10 4 199 0 0,-2-2 1 0 0,-3-2 0 0 0,45-121-1 0 0,-50 99-30 0 0,-4 0 0 0 0,-4-2 0 0 0,15-128 0 0 0,2-279 1091 0 0,-38 469-1334 0 0,4-71 5 0 0,-5-1 1 0 0,-15-129 0 0 0,9 186-22 0 0,-2 0 0 0 0,-2 1 0 0 0,-1 0-1 0 0,-3 0 1 0 0,-1 1 0 0 0,-2 1-1 0 0,-39-67 1 0 0,46 92 65 0 0,0 2-1 0 0,-1-1 0 0 0,-1 2 0 0 0,0-1 1 0 0,-1 1-1 0 0,0 1 0 0 0,-1 1 1 0 0,0 0-1 0 0,-1 0 0 0 0,1 2 0 0 0,-31-14 1 0 0,7 8 87 0 0,-1 0 1 0 0,-1 3-1 0 0,-76-12 1 0 0,97 20-194 0 0,1 2 1 0 0,-1 0 0 0 0,0 0-1 0 0,-22 4 1 0 0,-7 6-5181 0 0,30-3-245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19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51 6913 0 0,'-9'-11'91'0'0,"4"6"677"0"0,0-1 1 0 0,0 1-1 0 0,-1 0 1 0 0,1 0-1 0 0,-10-6 1 0 0,14 11-652 0 0,0 0 1 0 0,0-1-1 0 0,1 1 0 0 0,-1 0 1 0 0,0-1-1 0 0,1 1 1 0 0,-1 0-1 0 0,0 0 1 0 0,0 0-1 0 0,0 0 1 0 0,1 0-1 0 0,-1-1 1 0 0,0 1-1 0 0,0 1 0 0 0,1-1 1 0 0,-1 0-1 0 0,0 0 1 0 0,0 0-1 0 0,0 0 1 0 0,1 1-1 0 0,-1-1 1 0 0,0 0-1 0 0,-1 1 1 0 0,1 0-10 0 0,0 1 1 0 0,0-1-1 0 0,0 0 1 0 0,0 1 0 0 0,0-1-1 0 0,0 1 1 0 0,0-1-1 0 0,1 1 1 0 0,-1-1 0 0 0,0 1-1 0 0,1 0 1 0 0,-1-1 0 0 0,1 1-1 0 0,0 0 1 0 0,-1 2-1 0 0,-4 46 1197 0 0,2 68-1 0 0,3-113-1251 0 0,32 416 989 0 0,-9-196-1049 0 0,-19-175-31 0 0,18 158-2960 0 0,-19-191 1801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0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7 2304 0 0,'-1'-1'183'0'0,"-1"0"-1"0"0,0 0 0 0 0,1 0 1 0 0,-1 1-1 0 0,1-1 0 0 0,-1 1 1 0 0,0-1-1 0 0,0 1 0 0 0,1 0 1 0 0,-1 0-1 0 0,0 0 0 0 0,1 0 0 0 0,-1 0 1 0 0,0 0-1 0 0,0 0 0 0 0,1 0 1 0 0,-1 1-1 0 0,0-1 0 0 0,1 0 1 0 0,-1 1-1 0 0,0 0 0 0 0,-1 0 0 0 0,-42 20 6086 0 0,37-17-4310 0 0,67-13 1067 0 0,-54 8-3037 0 0,1 1-1 0 0,-1-1 1 0 0,1 1 0 0 0,0 1 0 0 0,-1-1-1 0 0,1 1 1 0 0,-1 0 0 0 0,0 0 0 0 0,1 0-1 0 0,-1 1 1 0 0,6 2 0 0 0,-10-3-39 0 0,1 0 1 0 0,-1 0-1 0 0,1 0 1 0 0,-1 0-1 0 0,0 0 1 0 0,1 0-1 0 0,-1 0 0 0 0,0 0 1 0 0,0 1-1 0 0,0-1 1 0 0,0 0-1 0 0,0 1 1 0 0,0-1-1 0 0,0 1 1 0 0,-1-1-1 0 0,1 1 1 0 0,0-1-1 0 0,-1 1 1 0 0,1-1-1 0 0,-1 1 1 0 0,0 0-1 0 0,1-1 0 0 0,-1 1 1 0 0,0 0-1 0 0,0-1 1 0 0,0 1-1 0 0,0 0 1 0 0,-1-1-1 0 0,1 1 1 0 0,0 0-1 0 0,-1-1 1 0 0,1 1-1 0 0,-1 0 1 0 0,1-1-1 0 0,-1 1 0 0 0,0-1 1 0 0,1 1-1 0 0,-1-1 1 0 0,-2 3-1 0 0,-12 20-188 0 0,-1-1 0 0 0,0 0-1 0 0,-28 28 1 0 0,21-24-38 0 0,-28 39-1 0 0,50-65 285 0 0,0 0-1 0 0,1 0 1 0 0,-1 0-1 0 0,0 0 1 0 0,0 1 0 0 0,1-1-1 0 0,-1 0 1 0 0,0 0 0 0 0,1 1-1 0 0,-1-1 1 0 0,1 1-1 0 0,0-1 1 0 0,-1 0 0 0 0,1 1-1 0 0,0-1 1 0 0,0 1-1 0 0,0-1 1 0 0,0 1 0 0 0,0-1-1 0 0,0 0 1 0 0,1 1 0 0 0,-1-1-1 0 0,0 1 1 0 0,1-1-1 0 0,0 3 1 0 0,0-4 0 0 0,1 1-1 0 0,-1 0 1 0 0,0 0 0 0 0,0-1-1 0 0,1 1 1 0 0,-1 0-1 0 0,0-1 1 0 0,1 0 0 0 0,-1 1-1 0 0,0-1 1 0 0,1 0-1 0 0,-1 0 1 0 0,1 1 0 0 0,-1-1-1 0 0,1 0 1 0 0,-1 0 0 0 0,0-1-1 0 0,1 1 1 0 0,-1 0-1 0 0,1 0 1 0 0,-1-1 0 0 0,0 1-1 0 0,1-1 1 0 0,-1 1-1 0 0,2-2 1 0 0,54-23 214 0 0,-37 16 139 0 0,42-15 0 0 0,-56 22-296 0 0,0 1-1 0 0,1 0 1 0 0,-1 0 0 0 0,1 0-1 0 0,0 1 1 0 0,-1-1-1 0 0,1 2 1 0 0,-1-1-1 0 0,1 1 1 0 0,12 3-1 0 0,-17-4-62 0 0,-1 0-1 0 0,0 1 0 0 0,1-1 0 0 0,-1 1 0 0 0,1 0 1 0 0,-1-1-1 0 0,0 1 0 0 0,0 0 0 0 0,1 0 0 0 0,-1 0 0 0 0,0 0 1 0 0,0 0-1 0 0,0 0 0 0 0,0 0 0 0 0,0 0 0 0 0,0 0 1 0 0,0 0-1 0 0,0 0 0 0 0,-1 1 0 0 0,1-1 0 0 0,0 0 0 0 0,-1 1 1 0 0,1-1-1 0 0,-1 1 0 0 0,0-1 0 0 0,1 0 0 0 0,-1 1 1 0 0,0-1-1 0 0,0 1 0 0 0,0-1 0 0 0,0 1 0 0 0,0-1 0 0 0,0 1 1 0 0,0-1-1 0 0,0 1 0 0 0,-1-1 0 0 0,1 1 0 0 0,0-1 1 0 0,-1 0-1 0 0,0 1 0 0 0,1-1 0 0 0,-1 0 0 0 0,0 1 1 0 0,-1 1-1 0 0,-4 8-45 0 0,0 0 0 0 0,-1 0 1 0 0,-17 19-1 0 0,19-24 38 0 0,-51 53 290 0 0,40-44-126 0 0,0 2 0 0 0,1-1 0 0 0,-14 22 0 0 0,28-38-154 0 0,1 1 0 0 0,-1 0 0 0 0,0 0 0 0 0,1-1 0 0 0,-1 1 0 0 0,1 0 0 0 0,-1 0 0 0 0,1 0 0 0 0,-1-1 0 0 0,1 1 0 0 0,0 0 0 0 0,-1 0 0 0 0,1 0 0 0 0,0 0 0 0 0,0 0 0 0 0,-1 0 0 0 0,1 0 1 0 0,0 0-1 0 0,0 0 0 0 0,0 0 0 0 0,0 0 0 0 0,0 0 0 0 0,1 0 0 0 0,-1 0 0 0 0,0 0 0 0 0,0-1 0 0 0,1 1 0 0 0,-1 0 0 0 0,0 0 0 0 0,1 0 0 0 0,-1 0 0 0 0,1 0 0 0 0,-1-1 0 0 0,1 1 0 0 0,0 0 0 0 0,-1 0 0 0 0,1-1 0 0 0,0 1 0 0 0,-1 0 0 0 0,1-1 0 0 0,0 1 0 0 0,0-1 0 0 0,-1 1 0 0 0,1-1 0 0 0,0 1 0 0 0,0-1 0 0 0,0 0 0 0 0,0 1 1 0 0,0-1-1 0 0,0 0 0 0 0,0 0 0 0 0,0 1 0 0 0,0-1 0 0 0,0 0 0 0 0,0 0 0 0 0,-1 0 0 0 0,3 0 0 0 0,9 1 12 0 0,1-1 1 0 0,0 0 0 0 0,19-3-1 0 0,-18 2-22 0 0,-8 1 25 0 0,58 0 238 0 0,-60 0-237 0 0,0 1-1 0 0,0-1 0 0 0,0 1 0 0 0,0 0 0 0 0,0 0 0 0 0,-1 0 0 0 0,1 0 1 0 0,0 1-1 0 0,0 0 0 0 0,-1 0 0 0 0,1 0 0 0 0,5 4 0 0 0,-8-5-15 0 0,0 1-1 0 0,0-1 0 0 0,-1 0 1 0 0,1 1-1 0 0,0-1 0 0 0,-1 0 0 0 0,1 1 1 0 0,-1-1-1 0 0,0 1 0 0 0,1-1 1 0 0,-1 1-1 0 0,0-1 0 0 0,0 1 0 0 0,0-1 1 0 0,0 1-1 0 0,0-1 0 0 0,0 1 1 0 0,-1-1-1 0 0,1 0 0 0 0,0 1 0 0 0,-1-1 1 0 0,1 1-1 0 0,-1-1 0 0 0,1 1 0 0 0,-2 1 1 0 0,-22 37-19 0 0,19-32 12 0 0,-53 80-2108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0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 7370 0 0,'-20'-5'4346'0'0,"20"6"-4090"0"0,-1 0 0 0 0,1-1 0 0 0,0 1 1 0 0,0 0-1 0 0,0 0 0 0 0,0-1 1 0 0,0 1-1 0 0,0 0 0 0 0,0 0 1 0 0,0-1-1 0 0,0 1 0 0 0,0 0 0 0 0,0 0 1 0 0,0-1-1 0 0,0 1 0 0 0,1 0 1 0 0,-1 0-1 0 0,0-1 0 0 0,1 1 1 0 0,-1 0-1 0 0,0-1 0 0 0,1 2 0 0 0,12 41 586 0 0,-2 1-1 0 0,-3 0 1 0 0,5 59-1 0 0,-8-57-644 0 0,-1 6-151 0 0,-3 68 1 0 0,-1 1-3346 0 0,1-108 2040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1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0 2721 0 0,'-18'9'2180'0'0,"12"-7"-1298"0"0,-1 1 0 0 0,0 1 0 0 0,1-1 1 0 0,0 1-1 0 0,0 0 0 0 0,-7 7 0 0 0,19-15-249 0 0,1 1 1 0 0,0 0-1 0 0,0 0 1 0 0,0 1-1 0 0,9-3 1 0 0,-8 3-509 0 0,6-1-10 0 0,0-1 0 0 0,0 2 1 0 0,15-1-1 0 0,-23 2-133 0 0,0 1 0 0 0,0 0 0 0 0,0 0 0 0 0,-1 1 0 0 0,1 0 0 0 0,0 0 0 0 0,0 0 0 0 0,-1 1 0 0 0,1-1 0 0 0,6 4 0 0 0,-11-4 6 0 0,-1-1 1 0 0,1 1 0 0 0,0 0-1 0 0,0 0 1 0 0,-1 0 0 0 0,1 0 0 0 0,-1 0-1 0 0,1 0 1 0 0,-1 0 0 0 0,1 0-1 0 0,-1 0 1 0 0,0 0 0 0 0,1 0 0 0 0,-1 0-1 0 0,0 1 1 0 0,0-1 0 0 0,0 0-1 0 0,0 0 1 0 0,0 0 0 0 0,0 0 0 0 0,0 0-1 0 0,0 1 1 0 0,0-1 0 0 0,-1 0 0 0 0,1 0-1 0 0,0 0 1 0 0,-1 0 0 0 0,1 0-1 0 0,-1 0 1 0 0,1 0 0 0 0,-1 0 0 0 0,-1 1-1 0 0,-22 38-688 0 0,21-35 543 0 0,-49 63-140 0 0,33-46 559 0 0,2 1-1 0 0,-22 36 1 0 0,39-58-251 0 0,-1-1-1 0 0,1 1 0 0 0,-1 0 1 0 0,1 0-1 0 0,-1 0 1 0 0,1 0-1 0 0,-1 0 0 0 0,1 0 1 0 0,0 0-1 0 0,-1 0 1 0 0,1 0-1 0 0,0 0 0 0 0,0 0 1 0 0,0 0-1 0 0,0 0 1 0 0,0 0-1 0 0,0 0 0 0 0,0 0 1 0 0,0 0-1 0 0,0 0 1 0 0,1-1-1 0 0,-1 1 0 0 0,0 0 1 0 0,1 0-1 0 0,-1 0 1 0 0,1 2-1 0 0,0-2-9 0 0,1-1 1 0 0,-1 1-1 0 0,0 0 0 0 0,0-1 0 0 0,1 1 1 0 0,-1 0-1 0 0,0-1 0 0 0,1 1 1 0 0,-1-1-1 0 0,0 0 0 0 0,1 0 0 0 0,-1 1 1 0 0,1-1-1 0 0,-1 0 0 0 0,1 0 0 0 0,1-1 1 0 0,9 0-65 0 0,1 0 0 0 0,-1-2 1 0 0,15-3-1 0 0,-23 5 43 0 0,4-1 85 0 0,0 0 0 0 0,0 0 0 0 0,0 1 0 0 0,1 1 0 0 0,-1-1 0 0 0,0 1 0 0 0,12 2-1 0 0,-18-2-60 0 0,0 0 1 0 0,-1 0-1 0 0,1 1 0 0 0,0-1 0 0 0,-1 1 0 0 0,1 0 0 0 0,-1-1 0 0 0,1 1 0 0 0,-1 0 0 0 0,1 0 0 0 0,-1 0 0 0 0,0 0 0 0 0,1 0 0 0 0,-1 0 0 0 0,0 0 0 0 0,0 0 0 0 0,1 0 0 0 0,-1 1 0 0 0,0-1 0 0 0,-1 1 0 0 0,1-1 1 0 0,0 0-1 0 0,0 1 0 0 0,0 0 0 0 0,-1-1 0 0 0,1 1 0 0 0,-1-1 0 0 0,1 1 0 0 0,-1 0 0 0 0,0-1 0 0 0,0 1 0 0 0,0 0 0 0 0,1-1 0 0 0,-2 1 0 0 0,1 0 0 0 0,0-1 0 0 0,0 1 0 0 0,0 0 0 0 0,-1-1 0 0 0,1 1 1 0 0,-1 0-1 0 0,0 1 0 0 0,-7 20 516 0 0,0 0 0 0 0,-13 22 1 0 0,13-30-610 0 0,1 0 0 0 0,1 1 0 0 0,0 0 0 0 0,1 0 0 0 0,0 0 0 0 0,-1 18 0 0 0,5-33 15 0 0,1 1 0 0 0,0-1 0 0 0,0 1 0 0 0,0-1-1 0 0,0 1 1 0 0,0-1 0 0 0,1 1 0 0 0,-1-1 0 0 0,0 0-1 0 0,1 1 1 0 0,-1-1 0 0 0,1 1 0 0 0,-1-1-1 0 0,1 0 1 0 0,0 1 0 0 0,0-1 0 0 0,1 2 0 0 0,-1-2-180 0 0,-1-1 1 0 0,1 1-1 0 0,0-1 0 0 0,0 1 1 0 0,-1-1-1 0 0,1 0 1 0 0,0 1-1 0 0,0-1 1 0 0,0 0-1 0 0,-1 0 1 0 0,1 1-1 0 0,0-1 1 0 0,0 0-1 0 0,0 0 1 0 0,0 0-1 0 0,0 0 1 0 0,-1 0-1 0 0,1 0 0 0 0,0 0 1 0 0,1-1-1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2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5529 0 0,'2'-8'11597'0'0,"11"67"-9375"0"0,23 68 0 0 0,-1-9-2118 0 0,71 334-82 0 0,-25-100-481 0 0,5 116 113 0 0,-85-459-1297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2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874 153 3225 0 0,'12'-19'-83'0'0,"48"-67"710"0"0,-27 38 7805 0 0,-64 80-6349 0 0,-159 188-740 0 0,123-150-562 0 0,-101 142-1 0 0,88-95-718 0 0,-188 209 0 0 0,235-291-190 0 0,-105 119-2653 0 0,134-151 2388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3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34 2609 0 0,'-3'-2'19'0'0,"0"1"1"0"0,0 0-1 0 0,0 0 1 0 0,0 0-1 0 0,-1 0 1 0 0,1 0-1 0 0,0 0 1 0 0,-1 1-1 0 0,1 0 1 0 0,0 0-1 0 0,-1 0 1 0 0,-3 0-1 0 0,-43 8-52 0 0,38-6 66 0 0,-10 2 820 0 0,0 2 1 0 0,-25 10-1 0 0,33-11 672 0 0,0 1 0 0 0,0 1 1 0 0,1 1-1 0 0,-15 12 2242 0 0,28-20-3724 0 0,10-1 838 0 0,11-4-826 0 0,-20 4 46 0 0,86-37-270 0 0,11-5-183 0 0,-85 39 235 0 0,-1 0 0 0 0,1 1 0 0 0,0 0 0 0 0,0 1 0 0 0,23-1 0 0 0,-34 3 106 0 0,33 2-165 0 0,-34-2 193 0 0,0 0 1 0 0,0 0-1 0 0,0 0 0 0 0,0 0 0 0 0,0 0 0 0 0,0 0 0 0 0,0 1 0 0 0,0-1 0 0 0,0 0 0 0 0,0 0 1 0 0,0 1-1 0 0,0-1 0 0 0,0 1 0 0 0,0-1 0 0 0,0 1 0 0 0,0-1 0 0 0,0 1 0 0 0,-1 0 0 0 0,1-1 0 0 0,0 1 1 0 0,0 0-1 0 0,-1 0 0 0 0,1 0 0 0 0,-1-1 0 0 0,1 1 0 0 0,0 0 0 0 0,0 1 0 0 0,-3 1 187 0 0,1-1-1 0 0,-1 0 1 0 0,0 0-1 0 0,1 0 0 0 0,-1 0 1 0 0,0 0-1 0 0,0 0 1 0 0,0-1-1 0 0,0 1 1 0 0,-1-1-1 0 0,1 1 0 0 0,0-1 1 0 0,-1 0-1 0 0,-3 2 1 0 0,-7 5 509 0 0,8-4-696 0 0,0 1-1 0 0,1 0 0 0 0,-1 1 1 0 0,1-1-1 0 0,0 1 1 0 0,0 0-1 0 0,1 0 1 0 0,0 0-1 0 0,0 0 1 0 0,0 0-1 0 0,-2 10 0 0 0,-2 12 85 0 0,-6 41 0 0 0,5-25-68 0 0,5-25-395 0 0,1 1 0 0 0,1-1 0 0 0,1 0 1 0 0,0 0-1 0 0,1 1 0 0 0,1-1 0 0 0,8 32 0 0 0,-7-43-1001 0 0,1 0-12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4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9674 0 0,'0'0'133'0'0,"-1"1"1"0"0,0-1-1 0 0,1 1 0 0 0,-1-1 0 0 0,1 1 1 0 0,-1-1-1 0 0,1 1 0 0 0,-1 0 1 0 0,1-1-1 0 0,-1 1 0 0 0,1 0 0 0 0,0 0 1 0 0,-1-1-1 0 0,1 1 0 0 0,0 0 0 0 0,0 0 1 0 0,0-1-1 0 0,-1 1 0 0 0,1 0 1 0 0,0 0-1 0 0,0 0 0 0 0,0 0 0 0 0,0-1 1 0 0,0 1-1 0 0,1 0 0 0 0,-1 0 0 0 0,0-1 1 0 0,0 1-1 0 0,0 0 0 0 0,1 0 1 0 0,0 1-1 0 0,6 29 1073 0 0,10 36-551 0 0,17 130 0 0 0,-25-130-720 0 0,34 129 0 0 0,-31-163-1100 0 0,27 51-1 0 0,-32-70-516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4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29 238 1928 0 0,'-2'-3'190'0'0,"-1"1"0"0"0,0-1 0 0 0,1 0-1 0 0,0-1 1 0 0,-1 1 0 0 0,1 0 0 0 0,1-1-1 0 0,-1 1 1 0 0,0-1 0 0 0,1 0 0 0 0,0 0-1 0 0,0 1 1 0 0,0-1 0 0 0,0 0 0 0 0,0 0-1 0 0,1 0 1 0 0,0-5 0 0 0,0 3 162 0 0,1 0-1 0 0,0 0 1 0 0,0 0 0 0 0,1 1 0 0 0,0-1-1 0 0,0 1 1 0 0,0-1 0 0 0,0 1 0 0 0,1 0 0 0 0,6-9-1 0 0,-3 5 221 0 0,1 1-1 0 0,0 0 0 0 0,0 0 1 0 0,1 1-1 0 0,0 0 0 0 0,0 0 1 0 0,0 1-1 0 0,1 0 1 0 0,0 0-1 0 0,0 1 0 0 0,1 0 1 0 0,16-5-1 0 0,-19 8-383 0 0,-1 0 0 0 0,1 1 0 0 0,0 0 1 0 0,0 0-1 0 0,-1 0 0 0 0,1 1 0 0 0,0 0 0 0 0,9 2 0 0 0,-14-2-201 0 0,0 0 0 0 0,-1 1 0 0 0,1-1 0 0 0,0 1 0 0 0,0 0 0 0 0,-1 0 0 0 0,1 0 0 0 0,0 0 0 0 0,-1 0 0 0 0,1 0 0 0 0,-1 0 0 0 0,1 0 0 0 0,-1 0 0 0 0,0 1 0 0 0,1-1 0 0 0,-1 1 0 0 0,0-1 0 0 0,0 1 0 0 0,0-1 0 0 0,0 1 0 0 0,0 0 0 0 0,0-1 0 0 0,-1 1 0 0 0,1 0 0 0 0,-1 0 0 0 0,1 0 0 0 0,-1-1 0 0 0,1 1 0 0 0,-1 0 0 0 0,0 0 0 0 0,0 0 0 0 0,0 0 0 0 0,0 0 0 0 0,-1 2-1 0 0,0 10-171 0 0,-1-1 0 0 0,0 0-1 0 0,-1 0 1 0 0,0 0 0 0 0,-1-1-1 0 0,-7 17 1 0 0,-41 69-54 0 0,37-73 287 0 0,1 1 0 0 0,1 0 0 0 0,-10 33 0 0 0,22-58-32 0 0,1 0 0 0 0,-1 0 1 0 0,1 0-1 0 0,-1 1 0 0 0,1-1 0 0 0,0 0 0 0 0,0 0 0 0 0,0 1 1 0 0,0-1-1 0 0,0 0 0 0 0,0 1 0 0 0,0-1 0 0 0,0 0 0 0 0,0 0 0 0 0,0 1 1 0 0,1-1-1 0 0,-1 0 0 0 0,1 0 0 0 0,-1 0 0 0 0,1 1 0 0 0,-1-1 0 0 0,1 0 1 0 0,-1 0-1 0 0,1 0 0 0 0,0 0 0 0 0,0 0 0 0 0,0 0 0 0 0,0 0 0 0 0,-1 0 1 0 0,1 0-1 0 0,0-1 0 0 0,1 1 0 0 0,-1 0 0 0 0,0-1 0 0 0,0 1 0 0 0,0 0 1 0 0,0-1-1 0 0,0 0 0 0 0,1 1 0 0 0,-1-1 0 0 0,0 0 0 0 0,0 1 0 0 0,1-1 1 0 0,-1 0-1 0 0,2 0 0 0 0,9 1 240 0 0,-1-1 0 0 0,1 0 0 0 0,-1-1 0 0 0,15-2 1 0 0,-11 1 13 0 0,41-9 354 0 0,10 1-559 0 0,-21 13-4628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5.2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50 181 4145 0 0,'-4'0'58'0'0,"-28"-5"1278"0"0,18-1 2906 0 0,14 5-4071 0 0,1 0 1 0 0,-1 1-1 0 0,0-1 1 0 0,0 0 0 0 0,0 0-1 0 0,1 0 1 0 0,-1 1-1 0 0,0-1 1 0 0,1 0 0 0 0,-1 0-1 0 0,1 1 1 0 0,-1-1-1 0 0,1 0 1 0 0,-1 1-1 0 0,1-1 1 0 0,-1 0 0 0 0,1 1-1 0 0,0-1 1 0 0,-1 1-1 0 0,1-1 1 0 0,0 1-1 0 0,-1 0 1 0 0,2-1 0 0 0,21-13 1164 0 0,-18 11-805 0 0,146-73 3367 0 0,-75 39-4273 0 0,-48 25-1281 0 0,-9 5-2926 0 0,-3 3-1043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5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9 3209 0 0,'-39'-7'1439'0'0,"13"5"5325"0"0,42 9 65 0 0,-1 10-4351 0 0,6 22-1452 0 0,-12-11-863 0 0,-1 0 1 0 0,-1 0 0 0 0,5 51-1 0 0,4 22-269 0 0,5-28-1593 0 0,-9-38-5684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6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5985 0 0,'3'-13'9116'0'0,"0"13"-8866"0"0,0 1 0 0 0,-1-1 1 0 0,1 1-1 0 0,-1 0 1 0 0,1-1-1 0 0,-1 1 1 0 0,0 0-1 0 0,5 3 0 0 0,-1 1-110 0 0,-1 1-1 0 0,1 0 0 0 0,-1 0 1 0 0,-1 1-1 0 0,1-1 0 0 0,-1 1 1 0 0,0 0-1 0 0,3 9 0 0 0,23 64 1256 0 0,-20-51-1226 0 0,84 246-1064 0 0,-91-252-2636 0 0,-2-19 2196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7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17 154 1376 0 0,'-1'-1'160'0'0,"0"1"0"0"0,0 0 0 0 0,0 0-1 0 0,0-1 1 0 0,1 1 0 0 0,-1 0 0 0 0,0-1 0 0 0,0 1-1 0 0,0-1 1 0 0,1 1 0 0 0,-1-1 0 0 0,0 0-1 0 0,1 1 1 0 0,-1-1 0 0 0,1 0 0 0 0,-1 1 0 0 0,0-1-1 0 0,1 0 1 0 0,-1 0 0 0 0,1 1 0 0 0,0-1-1 0 0,-1 0 1 0 0,1 0 0 0 0,0 0 0 0 0,-1-1 0 0 0,1 0 35 0 0,0 0 0 0 0,0 0 0 0 0,1 0 0 0 0,-1 0 0 0 0,0 1 0 0 0,1-1 0 0 0,-1 0 0 0 0,1 0 0 0 0,0 1 0 0 0,0-1 0 0 0,1-3 0 0 0,4-3 194 0 0,-1 1 0 0 0,1-1-1 0 0,11-10 1 0 0,-16 18-380 0 0,10-12 366 0 0,1 1 0 0 0,1 0-1 0 0,14-9 1 0 0,-25 19-252 0 0,1-1 0 0 0,-1 0 0 0 0,1 0 1 0 0,0 1-1 0 0,0-1 0 0 0,-1 1 0 0 0,1 0 1 0 0,0 0-1 0 0,0 0 0 0 0,0 0 0 0 0,0 1 0 0 0,1-1 1 0 0,-1 1-1 0 0,0 0 0 0 0,0 0 0 0 0,0 0 0 0 0,0 0 1 0 0,0 0-1 0 0,0 1 0 0 0,0-1 0 0 0,0 1 1 0 0,0 0-1 0 0,6 2 0 0 0,-6 0-113 0 0,0 0 1 0 0,-1-1-1 0 0,1 1 1 0 0,-1 1-1 0 0,1-1 1 0 0,-1 0-1 0 0,0 0 1 0 0,0 1-1 0 0,-1-1 1 0 0,1 1-1 0 0,-1 0 0 0 0,0-1 1 0 0,1 1-1 0 0,-2 0 1 0 0,1 0-1 0 0,0 0 1 0 0,-1 0-1 0 0,0-1 1 0 0,0 1-1 0 0,0 7 1 0 0,-1 6-651 0 0,-1 0-1 0 0,0-1 1 0 0,-7 25 0 0 0,-3-3 1027 0 0,-2-1-1 0 0,-30 59 0 0 0,12-30 1156 0 0,31-65-1520 0 0,0 1 0 0 0,1-1 0 0 0,-1 0 0 0 0,1 0 0 0 0,0 0 0 0 0,-1 0 0 0 0,1 0-1 0 0,0 1 1 0 0,0-1 0 0 0,-1 0 0 0 0,1 0 0 0 0,0 1 0 0 0,0-1 0 0 0,1 0 0 0 0,-1 0 0 0 0,0 3 0 0 0,1-4 28 0 0,-1 1 1 0 0,1 0-1 0 0,-1-1 1 0 0,0 1-1 0 0,1-1 1 0 0,-1 1-1 0 0,1-1 0 0 0,0 1 1 0 0,-1-1-1 0 0,1 0 1 0 0,-1 1-1 0 0,1-1 1 0 0,0 1-1 0 0,-1-1 1 0 0,1 0-1 0 0,0 0 1 0 0,-1 1-1 0 0,1-1 0 0 0,0 0 1 0 0,-1 0-1 0 0,2 0 1 0 0,5 0 293 0 0,-1 0 0 0 0,1 0-1 0 0,0-1 1 0 0,0 1 0 0 0,6-3 0 0 0,3 0-403 0 0,64-6 894 0 0,-33 5-340 0 0,-1-3 1 0 0,66-17-1 0 0,-99 22-1225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8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127 136 2761 0 0,'-19'4'834'0'0,"1"-1"0"0"0,-1 0 0 0 0,0-2 0 0 0,-24 0 0 0 0,35-5 968 0 0,15-2-825 0 0,16-3-85 0 0,25-2-35 0 0,0 2 1 0 0,64-3-1 0 0,-31 4-119 0 0,148-13 1441 0 0,85-12 70 0 0,190 0-777 0 0,-478 33-1464 0 0,-2-1 207 0 0,1 1-1 0 0,-1 1 0 0 0,1 1 1 0 0,-1 2-1 0 0,0 0 1 0 0,0 2-1 0 0,34 11 0 0 0,-28-6-3170 0 0,-21-5 1813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9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78 4609 0 0,'-1'0'169'0'0,"0"0"0"0"0,0 0 0 0 0,1 0 0 0 0,-1 0 0 0 0,0 0 0 0 0,0 0 0 0 0,0 0 0 0 0,0 0 0 0 0,1 0 0 0 0,-1 0 0 0 0,0 0 0 0 0,0-1 0 0 0,1 1 0 0 0,-1 0 0 0 0,0 0 0 0 0,0-1 0 0 0,1 1 0 0 0,-1-1 0 0 0,0 1 0 0 0,0-1 0 0 0,1 1 0 0 0,-1-1 0 0 0,1 1 0 0 0,-1-1 0 0 0,0 1 0 0 0,1-1 0 0 0,-1 0 0 0 0,1 1 0 0 0,0-1 0 0 0,-1 0 0 0 0,0-1 0 0 0,1 1-36 0 0,1 0 1 0 0,-1 0-1 0 0,0 0 0 0 0,1 0 0 0 0,-1 0 0 0 0,1-1 1 0 0,-1 1-1 0 0,1 0 0 0 0,-1 0 0 0 0,1 0 1 0 0,0 0-1 0 0,0 1 0 0 0,-1-1 0 0 0,1 0 1 0 0,0 0-1 0 0,0 0 0 0 0,0 1 0 0 0,0-1 1 0 0,0 0-1 0 0,0 1 0 0 0,0-1 0 0 0,2 0 0 0 0,11-6 263 0 0,0 0 0 0 0,0 1 0 0 0,1 0 0 0 0,0 2 0 0 0,0 0-1 0 0,0 0 1 0 0,28-2 0 0 0,-38 6-356 0 0,0 0 1 0 0,0 0-1 0 0,0 0 0 0 0,0 1 1 0 0,0-1-1 0 0,0 1 0 0 0,0 1 1 0 0,0-1-1 0 0,-1 1 0 0 0,1-1 1 0 0,0 1-1 0 0,5 4 0 0 0,-7-4-85 0 0,0 0 0 0 0,-1 1-1 0 0,1-1 1 0 0,-1 1 0 0 0,0 0-1 0 0,0-1 1 0 0,1 1 0 0 0,-2 0-1 0 0,1 0 1 0 0,0 0 0 0 0,-1 1 0 0 0,1-1-1 0 0,-1 0 1 0 0,0 1 0 0 0,0-1-1 0 0,0 0 1 0 0,-1 1 0 0 0,1-1-1 0 0,-1 6 1 0 0,0 3-266 0 0,-1 0 0 0 0,0 0-1 0 0,-1 0 1 0 0,-1 0 0 0 0,1 0 0 0 0,-2-1-1 0 0,0 1 1 0 0,0-1 0 0 0,-1 0 0 0 0,-11 18 0 0 0,-5 13 157 0 0,21-42 170 0 0,0 1-1 0 0,0-1 0 0 0,0 0 1 0 0,0 1-1 0 0,0-1 0 0 0,0 1 1 0 0,-1-1-1 0 0,1 0 0 0 0,0 1 1 0 0,0-1-1 0 0,0 0 0 0 0,0 1 1 0 0,0-1-1 0 0,0 0 0 0 0,1 1 1 0 0,-1-1-1 0 0,0 1 1 0 0,0-1-1 0 0,0 0 0 0 0,0 1 1 0 0,0-1-1 0 0,0 0 0 0 0,1 1 1 0 0,-1-1-1 0 0,0 0 0 0 0,0 0 1 0 0,0 1-1 0 0,1-1 0 0 0,-1 0 1 0 0,0 1-1 0 0,1-1 0 0 0,-1 0 1 0 0,0 0-1 0 0,0 0 0 0 0,1 1 1 0 0,-1-1-1 0 0,0 0 0 0 0,1 0 1 0 0,-1 0-1 0 0,1 0 0 0 0,-1 0 1 0 0,0 0-1 0 0,1 1 1 0 0,-1-1-1 0 0,0 0 0 0 0,1 0 1 0 0,-1 0-1 0 0,0 0 0 0 0,1 0 1 0 0,-1 0-1 0 0,1-1 0 0 0,-1 1 1 0 0,0 0-1 0 0,1 0 0 0 0,-1 0 1 0 0,0 0-1 0 0,1 0 0 0 0,-1 0 1 0 0,1-1-1 0 0,36-7-230 0 0,-17 3 188 0 0,-13 4 82 0 0,-1 1 0 0 0,0 0 0 0 0,1 0 0 0 0,-1 1-1 0 0,0 0 1 0 0,1 0 0 0 0,-1 0 0 0 0,0 1 0 0 0,0 0 0 0 0,0 0 0 0 0,0 0 0 0 0,0 1-1 0 0,-1 0 1 0 0,1 0 0 0 0,-1 1 0 0 0,1-1 0 0 0,-1 1 0 0 0,4 5 0 0 0,-5-6 63 0 0,-1 0 1 0 0,0 1 0 0 0,-1-1 0 0 0,1 1 0 0 0,0 0 0 0 0,-1-1 0 0 0,0 1-1 0 0,0 0 1 0 0,0 1 0 0 0,-1-1 0 0 0,1 0 0 0 0,-1 0 0 0 0,0 1 0 0 0,0-1-1 0 0,0 1 1 0 0,-1-1 0 0 0,1 1 0 0 0,-1-1 0 0 0,0 1 0 0 0,-1-1 0 0 0,1 1-1 0 0,-1-1 1 0 0,0 0 0 0 0,0 1 0 0 0,0-1 0 0 0,-2 5 0 0 0,-2 2 76 0 0,-1 0 1 0 0,1 0-1 0 0,-2 0 1 0 0,1-1-1 0 0,-16 17 1 0 0,-25 18-4369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 3209 0 0,'-17'-3'8592'0'0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1840 0 0,'-7'2'1369'0'0,"18"2"1669"0"0,-6-4-2183 0 0,26-1 651 0 0,-12 0-127 0 0,0 0 1 0 0,19 3 0 0 0,-33-1-1137 0 0,0-1 1 0 0,0 1 0 0 0,-1 0 0 0 0,1 0-1 0 0,0 1 1 0 0,-1 0 0 0 0,1-1 0 0 0,-1 1 0 0 0,0 1-1 0 0,0-1 1 0 0,1 1 0 0 0,-2-1 0 0 0,6 5-1 0 0,-7-4-250 0 0,-1-1 0 0 0,1 1-1 0 0,-1-1 1 0 0,1 1-1 0 0,-1-1 1 0 0,0 1-1 0 0,0 0 1 0 0,0-1-1 0 0,0 1 1 0 0,-1 0 0 0 0,1 0-1 0 0,-1 0 1 0 0,0-1-1 0 0,0 1 1 0 0,0 0-1 0 0,0 0 1 0 0,0 0-1 0 0,0 0 1 0 0,-2 4 0 0 0,1-5-32 0 0,1 1 1 0 0,-1 0 0 0 0,1-1 0 0 0,0 1 0 0 0,0-1 0 0 0,0 1-1 0 0,0-1 1 0 0,0 1 0 0 0,0-1 0 0 0,1 1 0 0 0,-1-1 0 0 0,1 1-1 0 0,0-1 1 0 0,0 1 0 0 0,0-1 0 0 0,0 1 0 0 0,0-1 0 0 0,0 0-1 0 0,2 2 1 0 0,1-1 125 0 0,0 0 1 0 0,0 0-1 0 0,0-1 0 0 0,0 0 0 0 0,0 0 0 0 0,1 0 1 0 0,-1 0-1 0 0,1-1 0 0 0,6 2 0 0 0,-5-2 4 0 0,-1 1 0 0 0,0-1 1 0 0,0 1-1 0 0,0 0 0 0 0,0 0 0 0 0,-1 1 0 0 0,1-1 0 0 0,5 5 1 0 0,-7-4-67 0 0,0 0 1 0 0,0 0 0 0 0,-1 1-1 0 0,1-1 1 0 0,-1 1 0 0 0,0 0-1 0 0,0-1 1 0 0,0 1 0 0 0,0 0-1 0 0,-1 0 1 0 0,0 0 0 0 0,1 0-1 0 0,-1 0 1 0 0,-1 0 0 0 0,1 1-1 0 0,-1-1 1 0 0,0 0-1 0 0,0 0 1 0 0,0 1 0 0 0,0-1-1 0 0,-1 0 1 0 0,1 0 0 0 0,-3 8-1 0 0,-3 8 173 0 0,-1 0 0 0 0,-1-1-1 0 0,-17 31 1 0 0,14-28-159 0 0,1-6-159 0 0,7-13-109 0 0,1 0 1 0 0,0 1 0 0 0,0-1 0 0 0,1 0-1 0 0,-1 1 1 0 0,0-1 0 0 0,1 1 0 0 0,0 0-1 0 0,-1 6 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1 168 4145 0 0,'0'0'319'0'0,"34"23"6741"0"0,21 27-2617 0 0,109 96-687 0 0,-164-146-3731 0 0,1 1 0 0 0,-1-1-1 0 0,0 0 1 0 0,0 1 0 0 0,1-1 0 0 0,-1 0 0 0 0,0 0 0 0 0,1 1 0 0 0,-1-1 0 0 0,0 0-1 0 0,1 0 1 0 0,-1 0 0 0 0,0 1 0 0 0,1-1 0 0 0,-1 0 0 0 0,0 0 0 0 0,1 0-1 0 0,-1 0 1 0 0,1 0 0 0 0,-1 0 0 0 0,0 0 0 0 0,1 0 0 0 0,-1 0 0 0 0,0 0-1 0 0,1 0 1 0 0,-1 0 0 0 0,1 0 0 0 0,-1 0 0 0 0,0 0 0 0 0,1 0 0 0 0,-1 0-1 0 0,1 0 1 0 0,-1-1 0 0 0,0 1 0 0 0,1 0 0 0 0,3-15 762 0 0,-6-25 177 0 0,1 38-924 0 0,-4-38 362 0 0,1 1 1 0 0,3-49-1 0 0,1 75-583 0 0,1 1 0 0 0,1 0 0 0 0,0-1 0 0 0,1 1 0 0 0,0 0 0 0 0,0 0 0 0 0,2 0 0 0 0,-1 0-1 0 0,2 1 1 0 0,-1 0 0 0 0,10-14 0 0 0,-8 17-618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1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6913 0 0,'181'-5'8660'0'0,"57"1"-7547"0"0,-106 7-4903 0 0,-112-2-1008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2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7834 0 0,'5'3'549'0'0,"0"-1"1"0"0,0 1 0 0 0,-1 0 0 0 0,1 0-1 0 0,-1 0 1 0 0,0 1 0 0 0,0-1 0 0 0,6 8-1 0 0,18 14 112 0 0,36 21 265 0 0,1-2-1 0 0,105 50 1 0 0,-154-87-1291 0 0,0-1 0 0 0,1-1-1 0 0,24 4 1 0 0,-19-5-4959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2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4 6913 0 0,'0'0'62'0'0,"0"0"-1"0"0,0 0 0 0 0,0 0 1 0 0,-1-1-1 0 0,1 1 0 0 0,0 0 1 0 0,0 0-1 0 0,0 0 0 0 0,0-1 1 0 0,0 1-1 0 0,-1 0 0 0 0,1 0 1 0 0,0 0-1 0 0,0 0 0 0 0,0-1 1 0 0,0 1-1 0 0,-1 0 0 0 0,1 0 1 0 0,0 0-1 0 0,0 0 0 0 0,-1 0 1 0 0,1 0-1 0 0,0 0 0 0 0,0 0 1 0 0,0-1-1 0 0,-1 1 0 0 0,1 0 1 0 0,0 0-1 0 0,0 0 0 0 0,-1 0 1 0 0,1 0-1 0 0,0 0 0 0 0,0 0 1 0 0,-1 0-1 0 0,1 1 0 0 0,0-1 0 0 0,0 0 1 0 0,-1 0-1 0 0,1 0 0 0 0,0 0 1 0 0,0 0-1 0 0,0 0 0 0 0,-1 0 1 0 0,1 0-1 0 0,0 1 0 0 0,0-1 1 0 0,0 0-1 0 0,-1 0 0 0 0,1 1 1 0 0,-12 15 2415 0 0,-6 24-247 0 0,-98 323 1932 0 0,113-353-4766 0 0,1 0-1 0 0,0 0 0 0 0,1 0 1 0 0,0 16-1 0 0,3-13-514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3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96 437 1376 0 0,'-9'26'-688'0'0,"7"-23"1147"0"0,0 0 0 0 0,0 0 0 0 0,0 0 0 0 0,-1 0 0 0 0,1-1 0 0 0,-1 1 0 0 0,0-1 0 0 0,0 0 0 0 0,0 1 0 0 0,0-1 0 0 0,0-1 0 0 0,0 1 0 0 0,-1 0 0 0 0,1-1 0 0 0,-1 0 0 0 0,1 1 0 0 0,-1-2 0 0 0,1 1 0 0 0,-1 0 0 0 0,1-1 0 0 0,-1 1 0 0 0,0-1 0 0 0,-4 0 0 0 0,8 0-376 0 0,0 0 1 0 0,-1 0-1 0 0,1 0 1 0 0,0 0 0 0 0,0 0-1 0 0,-1 1 1 0 0,1-1-1 0 0,0 0 1 0 0,0 0-1 0 0,0 0 1 0 0,-1 0-1 0 0,1 0 1 0 0,0 0-1 0 0,0 0 1 0 0,-1 0-1 0 0,1 0 1 0 0,0 0-1 0 0,0 0 1 0 0,-1 0 0 0 0,1 0-1 0 0,-3-2 1170 0 0,3 1-1169 0 0,0 1-1 0 0,0 0 1 0 0,0 0-1 0 0,0 0 1 0 0,0-1-1 0 0,-1 1 1 0 0,1 0-1 0 0,11-7 1354 0 0,17-5-904 0 0,-17 9-493 0 0,186-51 941 0 0,-159 47-862 0 0,1 0-1 0 0,-1 3 1 0 0,51 1-1 0 0,27 6-67 0 0,-28 1-120 0 0,176-16 0 0 0,258-93-268 0 0,-411 84 80 0 0,221-11 0 0 0,9 0-105 0 0,-250 16 341 0 0,-1-4 0 0 0,110-39 0 0 0,120-49 106 0 0,-316 106-158 0 0,-1 1 0 0 0,1 0 0 0 0,0 1 0 0 0,0-1 0 0 0,0 1-1 0 0,0-1 1 0 0,0 1 0 0 0,0 0 0 0 0,0 1 0 0 0,0-1-1 0 0,0 1 1 0 0,4 1 0 0 0,-5-1-176 0 0,-1-1-1 0 0,0 2 1 0 0,1-1 0 0 0,-1 0-1 0 0,0 0 1 0 0,0 1 0 0 0,0-1-1 0 0,0 1 1 0 0,0 0 0 0 0,0-1-1 0 0,0 1 1 0 0,-1 0-1 0 0,2 2 1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71 2304 0 0,'-4'-2'485'0'0,"-1"0"-1"0"0,0 0 1 0 0,0 1-1 0 0,0-1 1 0 0,0 1-1 0 0,0 0 1 0 0,-8 0-1 0 0,11 1-318 0 0,1 1 1 0 0,-1-1-1 0 0,1 0 0 0 0,-1 1 1 0 0,1-1-1 0 0,-1 1 0 0 0,1 0 1 0 0,0 0-1 0 0,-1-1 0 0 0,1 1 0 0 0,0 0 1 0 0,0 0-1 0 0,-1 0 0 0 0,1 0 1 0 0,0 1-1 0 0,0-1 0 0 0,0 0 0 0 0,0 0 1 0 0,0 1-1 0 0,0-1 0 0 0,1 0 1 0 0,-1 1-1 0 0,0-1 0 0 0,1 1 1 0 0,-1-1-1 0 0,1 1 0 0 0,0-1 0 0 0,-1 1 1 0 0,1 1-1 0 0,-3 10 169 0 0,1 0 0 0 0,0 0 0 0 0,1 0 0 0 0,1 1 0 0 0,0-1 0 0 0,0 0 0 0 0,2 0-1 0 0,4 23 1 0 0,-4-27-342 0 0,0-1-1 0 0,0 0 0 0 0,1 0 0 0 0,0-1 1 0 0,1 1-1 0 0,0-1 0 0 0,0 1 0 0 0,0-1 1 0 0,1 0-1 0 0,0-1 0 0 0,0 1 0 0 0,1-1 1 0 0,0 0-1 0 0,11 9 0 0 0,-14-13-4 0 0,-1 0 0 0 0,0-1-1 0 0,0 0 1 0 0,1 0 0 0 0,-1 1 0 0 0,1-1-1 0 0,-1-1 1 0 0,1 1 0 0 0,0 0 0 0 0,-1-1-1 0 0,1 1 1 0 0,0-1 0 0 0,-1 0 0 0 0,1 0-1 0 0,0 0 1 0 0,-1 0 0 0 0,1 0 0 0 0,0-1 0 0 0,-1 1-1 0 0,5-2 1 0 0,-3 0 60 0 0,0 0-1 0 0,-1 0 1 0 0,1 0-1 0 0,-1 0 1 0 0,1-1-1 0 0,-1 0 1 0 0,0 1 0 0 0,0-1-1 0 0,0 0 1 0 0,-1-1-1 0 0,1 1 1 0 0,2-5-1 0 0,0 0 49 0 0,-1 1 1 0 0,0-1-1 0 0,0 0 0 0 0,-1-1 0 0 0,0 1 0 0 0,0-1 0 0 0,-1 1 0 0 0,0-1 0 0 0,-1 0 1 0 0,0 0-1 0 0,0 0 0 0 0,-1-9 0 0 0,-2 6-37 0 0,-1 1 0 0 0,0 0 0 0 0,-1 0 0 0 0,-1 0 0 0 0,1 0 0 0 0,-2 1 0 0 0,1 0-1 0 0,-1 0 1 0 0,-1 0 0 0 0,0 1 0 0 0,0 0 0 0 0,-1 0 0 0 0,0 1 0 0 0,0 0 0 0 0,-1 0 0 0 0,0 1 0 0 0,-1 0 0 0 0,1 0 0 0 0,-1 1 0 0 0,-14-6 0 0 0,21 11-66 0 0,1 1 1 0 0,0-1-1 0 0,-1 0 1 0 0,1 1-1 0 0,-1-1 1 0 0,1 1-1 0 0,-1 0 1 0 0,0 0-1 0 0,1 0 1 0 0,-1 0-1 0 0,1 0 1 0 0,-1 1-1 0 0,1-1 1 0 0,-1 1-1 0 0,1 0 1 0 0,0-1-1 0 0,-1 1 1 0 0,1 0-1 0 0,-4 3 1 0 0,2-2-5 0 0,0 2 0 0 0,0-1-1 0 0,0 0 1 0 0,0 1 0 0 0,1 0 0 0 0,-1 0 0 0 0,1 0 0 0 0,0 0-1 0 0,-3 7 1 0 0,0-1-171 0 0,1 1 1 0 0,0 1-1 0 0,1-1 0 0 0,0 1 0 0 0,1 0 0 0 0,0 0 0 0 0,-2 20 0 0 0,5-30 110 0 0,-1 0 0 0 0,1 1-1 0 0,0-1 1 0 0,0 0 0 0 0,0 1 0 0 0,0-1-1 0 0,0 0 1 0 0,1 0 0 0 0,-1 1 0 0 0,1-1-1 0 0,-1 0 1 0 0,1 0 0 0 0,0 0 0 0 0,0 0-1 0 0,0 0 1 0 0,0 0 0 0 0,0 0 0 0 0,0 0-1 0 0,1 0 1 0 0,-1 0 0 0 0,1-1 0 0 0,-1 1-1 0 0,1 0 1 0 0,0-1 0 0 0,-1 0 0 0 0,1 1-1 0 0,0-1 1 0 0,0 0 0 0 0,0 0 0 0 0,0 0-1 0 0,0 0 1 0 0,0 0 0 0 0,1 0 0 0 0,-1-1-1 0 0,0 1 1 0 0,4 0 0 0 0,0-1 23 0 0,-1 0 1 0 0,0 0-1 0 0,1-1 1 0 0,-1 1-1 0 0,0-1 1 0 0,0 0-1 0 0,1-1 1 0 0,-1 1-1 0 0,0-1 1 0 0,0 0-1 0 0,0-1 1 0 0,-1 1-1 0 0,1-1 1 0 0,8-6 0 0 0,6-6 33 0 0,-1-1 0 0 0,18-21 0 0 0,-30 31 169 0 0,-1-1 0 0 0,1 0 0 0 0,-1 0 0 0 0,0-1 0 0 0,-1 1 0 0 0,0-1 1 0 0,0 0-1 0 0,-1 0 0 0 0,3-10 0 0 0,-5 17-139 0 0,-1 1-1 0 0,0-1 1 0 0,1 0 0 0 0,-1 1-1 0 0,0-1 1 0 0,0 0 0 0 0,0 1 0 0 0,0-1-1 0 0,0 1 1 0 0,0-1 0 0 0,0 0-1 0 0,0 1 1 0 0,0-1 0 0 0,0 0 0 0 0,0 1-1 0 0,0-1 1 0 0,0 0 0 0 0,0 1-1 0 0,0-1 1 0 0,-1 0 0 0 0,1 1 0 0 0,0-1-1 0 0,-1 1 1 0 0,1-1 0 0 0,0 1-1 0 0,-1-1 1 0 0,1 1 0 0 0,0-1 0 0 0,-1 1-1 0 0,1-1 1 0 0,-1 1 0 0 0,0-1-1 0 0,-1 1 41 0 0,1-1 0 0 0,0 1-1 0 0,-1 0 1 0 0,1 1-1 0 0,-1-1 1 0 0,1 0 0 0 0,0 0-1 0 0,-1 1 1 0 0,1-1-1 0 0,0 0 1 0 0,-1 1-1 0 0,1 0 1 0 0,0-1 0 0 0,-2 2-1 0 0,-4 2 169 0 0,-1 0-1 0 0,1 1 0 0 0,1 0 1 0 0,-8 8-1 0 0,9-9-346 0 0,0 2 0 0 0,1-1 0 0 0,-1 0 0 0 0,2 1 0 0 0,-1 0 0 0 0,0 0 0 0 0,1 0 0 0 0,0 0 0 0 0,-3 12 0 0 0,5-14-23 0 0,0 0 1 0 0,1 1-1 0 0,0-1 0 0 0,0 0 1 0 0,0 0-1 0 0,0 0 1 0 0,1 0-1 0 0,-1 0 0 0 0,1 0 1 0 0,0 0-1 0 0,0 0 1 0 0,1 0-1 0 0,-1 0 0 0 0,1 0 1 0 0,0-1-1 0 0,0 1 0 0 0,4 5 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5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34 8290 0 0,'-2'2'105'0'0,"0"0"0"0"0,1-1 0 0 0,-1 1 0 0 0,0 0 0 0 0,1 0 0 0 0,-1 0 0 0 0,1 0 0 0 0,0 0 0 0 0,-1 1 0 0 0,1-1 0 0 0,0 0 0 0 0,1 0 1 0 0,-1 1-1 0 0,0 2 0 0 0,-10 39 397 0 0,10-38-274 0 0,0-1-101 0 0,-7 47 535 0 0,8-49-669 0 0,0-1-1 0 0,-1 1 1 0 0,1 0 0 0 0,1 0 0 0 0,-1 0-1 0 0,0 0 1 0 0,1 0 0 0 0,-1 0-1 0 0,1-1 1 0 0,0 1 0 0 0,0 0 0 0 0,0 0-1 0 0,0-1 1 0 0,3 5 0 0 0,-3-6-22 0 0,0-1 1 0 0,0 1 0 0 0,0 0-1 0 0,0-1 1 0 0,0 1 0 0 0,0-1 0 0 0,1 1-1 0 0,-1-1 1 0 0,0 1 0 0 0,0-1-1 0 0,0 0 1 0 0,1 0 0 0 0,-1 0-1 0 0,0 0 1 0 0,0 0 0 0 0,1 0-1 0 0,-1 0 1 0 0,0 0 0 0 0,0 0-1 0 0,1 0 1 0 0,-1-1 0 0 0,0 1 0 0 0,0 0-1 0 0,0-1 1 0 0,0 1 0 0 0,1-1-1 0 0,-1 0 1 0 0,0 1 0 0 0,0-1-1 0 0,0 0 1 0 0,1-1 0 0 0,36-30-23 0 0,-33 27 77 0 0,15-16 175 0 0,-1-1 0 0 0,0 0 0 0 0,-2-1 0 0 0,-1-2 1 0 0,23-43-1 0 0,-78 132 676 0 0,30-54-1055 0 0,2 2 0 0 0,-1-1-1 0 0,2 1 1 0 0,-1 0-1 0 0,2 0 1 0 0,-1 1 0 0 0,-5 24-1 0 0,9-32 101 0 0,1 1-1 0 0,0-1 1 0 0,0 1-1 0 0,1-1 0 0 0,-1 1 1 0 0,1 0-1 0 0,0-1 1 0 0,1 1-1 0 0,-1 0 0 0 0,1-1 1 0 0,1 1-1 0 0,-1-1 1 0 0,1 1-1 0 0,2 5 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6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92 920 0 0,'-9'-39'3282'0'0,"2"5"1040"0"0,-3 16 1837 0 0,11 48-1760 0 0,-1-18-3971 0 0,6 202 332 0 0,5 77-1298 0 0,-9-270 471 0 0,1 0-1 0 0,1 0 1 0 0,9 26-1 0 0,-10-38-334 0 0,0-1 1 0 0,1 1-1 0 0,0-1 0 0 0,0 0 0 0 0,1 0 1 0 0,0 0-1 0 0,0-1 0 0 0,1 1 0 0 0,12 11 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6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17 1376 0 0,'-12'-16'4963'0'0,"38"37"37"0"0,9 27-1953 0 0,-17-23-1935 0 0,67 82 1529 0 0,63 87-264 0 0,-136-176-2707 0 0,78 123 1012 0 0,-66-92-3516 0 0,-4 1-3948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8 128 5065 0 0,'-1'0'30'0'0,"1"0"-1"0"0,-1-1 1 0 0,1 1-1 0 0,-1-1 1 0 0,1 1 0 0 0,0 0-1 0 0,-1-1 1 0 0,1 1-1 0 0,-1-1 1 0 0,1 1-1 0 0,0-1 1 0 0,-1 1 0 0 0,1-1-1 0 0,0 1 1 0 0,0-1-1 0 0,0 1 1 0 0,-1-1 0 0 0,1 0-1 0 0,0 1 1 0 0,0-1-1 0 0,0 1 1 0 0,0-1-1 0 0,0 0 1 0 0,0 1 0 0 0,0-1-1 0 0,0 1 1 0 0,0-1-1 0 0,0 1 1 0 0,1-2 0 0 0,11-17 1631 0 0,23-11 663 0 0,63-19-2324 0 0,-78 36 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8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 5985 0 0,'-21'-9'1255'0'0,"0"7"3717"0"0,40 36-647 0 0,22 43-2737 0 0,-26-46-1714 0 0,1-1-1 0 0,22 31 0 0 0,-27-49-487 0 0,-13-21-873 0 0,-17-23-1002 0 0,11 20 1739 0 0,0 0 0 0 0,0 0 0 0 0,2-1 0 0 0,-9-21 0 0 0,12 29 781 0 0,1-1 0 0 0,1 1 0 0 0,-1-1 0 0 0,1 0 0 0 0,0 0 0 0 0,0 1 1 0 0,1-1-1 0 0,0 0 0 0 0,0 0 0 0 0,0 0 0 0 0,1 0 0 0 0,-1 0 0 0 0,2 0 0 0 0,1-5 0 0 0,-3 10 83 0 0,0 0-1 0 0,1 0 0 0 0,-1-1 1 0 0,1 2-1 0 0,-1-1 0 0 0,1 0 0 0 0,-1 0 1 0 0,1 0-1 0 0,0 0 0 0 0,-1 0 1 0 0,1 0-1 0 0,0 1 0 0 0,0-1 0 0 0,0 0 1 0 0,0 0-1 0 0,-1 1 0 0 0,1-1 1 0 0,0 1-1 0 0,0-1 0 0 0,0 1 0 0 0,0-1 1 0 0,0 1-1 0 0,1 0 0 0 0,-1 0 1 0 0,1-1-1 0 0,0 1 130 0 0,1 0-1 0 0,-1 0 1 0 0,1 1 0 0 0,-1-1-1 0 0,1 1 1 0 0,-1-1 0 0 0,1 1 0 0 0,-1 0-1 0 0,1 0 1 0 0,3 2 0 0 0,4 3 277 0 0,1 0 0 0 0,-1 2 0 0 0,14 11 1 0 0,-18-13-488 0 0,0 1 0 0 0,-1 0 0 0 0,1 0 0 0 0,-1 0 0 0 0,-1 1-1 0 0,0 0 1 0 0,0-1 0 0 0,0 2 0 0 0,4 14 0 0 0,1 8-1560 0 0,7 41-1 0 0,-12-50-3912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8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0 6913 0 0,'-11'12'1758'0'0,"0"0"-1"0"0,-17 25 0 0 0,19-22-1481 0 0,1 1 0 0 0,0-1 0 0 0,2 1 0 0 0,-9 28 1 0 0,10-28-232 0 0,-11 43 100 0 0,15-54-178 0 0,0 0 0 0 0,1 0 0 0 0,-1-1 0 0 0,1 1-1 0 0,0 0 1 0 0,1 0 0 0 0,-1 0 0 0 0,1 0-1 0 0,2 8 1 0 0,-3-12-23 0 0,0 0 0 0 0,0 0-1 0 0,1 0 1 0 0,-1-1 0 0 0,0 1 0 0 0,1 0-1 0 0,-1 0 1 0 0,1 0 0 0 0,-1 0 0 0 0,1 0 0 0 0,-1 0-1 0 0,1-1 1 0 0,0 1 0 0 0,-1 0 0 0 0,1 0-1 0 0,0-1 1 0 0,0 1 0 0 0,-1-1 0 0 0,1 1-1 0 0,0 0 1 0 0,0-1 0 0 0,0 0 0 0 0,0 1-1 0 0,0-1 1 0 0,0 0 0 0 0,0 1 0 0 0,0-1-1 0 0,0 0 1 0 0,1 0 0 0 0,0 0-82 0 0,0 0 0 0 0,0-1 1 0 0,0 0-1 0 0,0 1 0 0 0,-1-1 0 0 0,1 0 1 0 0,0 0-1 0 0,0 0 0 0 0,-1 0 1 0 0,1 0-1 0 0,0-1 0 0 0,-1 1 0 0 0,3-3 1 0 0,3-4-130 0 0,0 0 1 0 0,0-1-1 0 0,-1 0 1 0 0,7-11-1 0 0,-5 1 355 0 0,0 0-1 0 0,6-21 0 0 0,3-11 2427 0 0,-17 51-2451 0 0,0-1 1 0 0,1 1-1 0 0,-1-1 0 0 0,0 0 1 0 0,0 1-1 0 0,0-1 1 0 0,1 1-1 0 0,-1-1 1 0 0,0 1-1 0 0,1-1 0 0 0,-1 1 1 0 0,0-1-1 0 0,1 1 1 0 0,-1-1-1 0 0,1 1 0 0 0,-1-1 1 0 0,1 1-1 0 0,-1 0 1 0 0,1-1-1 0 0,-1 1 1 0 0,1 0-1 0 0,-1-1 0 0 0,1 1 1 0 0,0 0-1 0 0,-1 0 1 0 0,1 0-1 0 0,-1-1 0 0 0,1 1 1 0 0,0 0-1 0 0,-1 0 1 0 0,1 0-1 0 0,-1 0 1 0 0,1 0-1 0 0,0 0 0 0 0,-1 0 1 0 0,1 0-1 0 0,-1 0 1 0 0,1 1-1 0 0,0-1 0 0 0,-1 0 1 0 0,1 0-1 0 0,-1 0 1 0 0,1 1-1 0 0,-1-1 1 0 0,1 0-1 0 0,0 1 0 0 0,-1-1 1 0 0,1 0-1 0 0,-1 1 1 0 0,0-1-1 0 0,1 1 1 0 0,-1-1-1 0 0,1 1 0 0 0,-1-1 1 0 0,0 1-1 0 0,1-1 1 0 0,-1 1-1 0 0,4 3 137 0 0,-1 0 0 0 0,0 0 1 0 0,-1 1-1 0 0,1-1 0 0 0,3 8 0 0 0,8 29 481 0 0,12 28-880 0 0,-23-63-156 0 0,0 0 0 0 0,1-1 1 0 0,0 1-1 0 0,0-1 0 0 0,0 0 0 0 0,0 0 1 0 0,1 0-1 0 0,0-1 0 0 0,7 6 0 0 0,4-1-859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6 10594 0 0,'-2'-1'56'0'0,"1"1"0"0"0,-1-1-1 0 0,1 0 1 0 0,-1 1 0 0 0,1-1-1 0 0,-1 1 1 0 0,0-1-1 0 0,1 1 1 0 0,-1 0 0 0 0,0-1-1 0 0,1 1 1 0 0,-1 0 0 0 0,0 0-1 0 0,1 0 1 0 0,-1 1 0 0 0,0-1-1 0 0,1 0 1 0 0,-1 1 0 0 0,1-1-1 0 0,-1 1 1 0 0,0-1 0 0 0,1 1-1 0 0,-1 0 1 0 0,1-1 0 0 0,-1 1-1 0 0,-1 2 1 0 0,-1 1 97 0 0,1 0 1 0 0,0 0 0 0 0,0 1-1 0 0,0-1 1 0 0,1 1-1 0 0,0 0 1 0 0,-4 8 0 0 0,4-5 155 0 0,-1 0 1 0 0,1 1 0 0 0,1-1-1 0 0,-1 1 1 0 0,1 0 0 0 0,1 0-1 0 0,0-1 1 0 0,0 1 0 0 0,0 0 0 0 0,1 0-1 0 0,1-1 1 0 0,-1 1 0 0 0,2-1-1 0 0,3 12 1 0 0,7 13 170 0 0,1-2 1 0 0,23 40-1 0 0,-22-43-232 0 0,4 5-212 0 0,0-1-1 0 0,2-2 0 0 0,26 31 1 0 0,9-4-5762 0 0,-30-35-324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1 456 0 0,'-2'0'130'0'0,"0"1"-1"0"0,0 0 1 0 0,-1-1-1 0 0,1 1 1 0 0,0 0-1 0 0,0 0 1 0 0,0 0-1 0 0,0 0 1 0 0,0 0-1 0 0,1 1 1 0 0,-1-1-1 0 0,0 1 1 0 0,0-1-1 0 0,1 1 1 0 0,-1-1-1 0 0,1 1 1 0 0,0 0-1 0 0,-1 0 1 0 0,0 2-1 0 0,0 0 168 0 0,1-1 0 0 0,-1 1 0 0 0,1 0 0 0 0,0 0 0 0 0,0 0 0 0 0,1 0 0 0 0,-1 0 0 0 0,1 0 0 0 0,0 0 0 0 0,0 5 0 0 0,1-2 79 0 0,-1 0 1 0 0,2 1-1 0 0,-1-1 1 0 0,1 0 0 0 0,0 0-1 0 0,0 0 1 0 0,1 0-1 0 0,0 0 1 0 0,0-1-1 0 0,1 1 1 0 0,7 9 0 0 0,-8-12-337 0 0,1-1 1 0 0,0 1-1 0 0,0-1 1 0 0,0 0-1 0 0,0 0 1 0 0,0-1 0 0 0,1 1-1 0 0,-1-1 1 0 0,1 0-1 0 0,-1 0 1 0 0,1 0-1 0 0,0-1 1 0 0,0 0-1 0 0,0 0 1 0 0,0 0-1 0 0,0 0 1 0 0,0-1 0 0 0,0 0-1 0 0,6 0 1 0 0,-7-1-41 0 0,-1 1 0 0 0,1-1 0 0 0,0 1 0 0 0,-1-1 0 0 0,1 0 0 0 0,-1-1 0 0 0,1 1 0 0 0,-1-1 0 0 0,0 1 0 0 0,1-1 0 0 0,-1 0 0 0 0,0 0 0 0 0,0-1 0 0 0,0 1 0 0 0,-1 0 0 0 0,1-1 0 0 0,0 0 0 0 0,-1 0 0 0 0,0 0 1 0 0,0 0-1 0 0,0 0 0 0 0,0 0 0 0 0,0 0 0 0 0,0-1 0 0 0,-1 1 0 0 0,2-7 0 0 0,-2 8 62 0 0,-1-1-1 0 0,0 0 1 0 0,0 0 0 0 0,-1 0 0 0 0,1 0 0 0 0,0 0 0 0 0,-1 0 0 0 0,0 0-1 0 0,1 0 1 0 0,-1 0 0 0 0,0 0 0 0 0,-1 1 0 0 0,1-1 0 0 0,0 0-1 0 0,-1 1 1 0 0,0-1 0 0 0,1 1 0 0 0,-1 0 0 0 0,0-1 0 0 0,-3-2-1 0 0,-1-1-243 0 0,0 0 0 0 0,-1 1-1 0 0,1-1 1 0 0,-1 1-1 0 0,-14-8 1 0 0,8 7-4096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38 3225 0 0,'0'-2'203'0'0,"0"1"1"0"0,0 0-1 0 0,0 0 1 0 0,-1 0 0 0 0,1 0-1 0 0,0-1 1 0 0,-1 1-1 0 0,1 0 1 0 0,-1 0-1 0 0,1 0 1 0 0,-1 0-1 0 0,0 0 1 0 0,1 0 0 0 0,-1 0-1 0 0,0 0 1 0 0,0 1-1 0 0,0-1 1 0 0,0 0-1 0 0,0 0 1 0 0,0 0 0 0 0,0 1-1 0 0,0-1 1 0 0,0 1-1 0 0,0-1 1 0 0,0 1-1 0 0,0-1 1 0 0,-1 1 0 0 0,0 0 27 0 0,1 1 1 0 0,-1-1-1 0 0,1 1 1 0 0,0-1 0 0 0,-1 1-1 0 0,1 0 1 0 0,0 0 0 0 0,0 0-1 0 0,0 0 1 0 0,-1 0 0 0 0,1 0-1 0 0,0 0 1 0 0,0 0 0 0 0,0 0-1 0 0,1 0 1 0 0,-1 1-1 0 0,-1 1 1 0 0,-3 7 171 0 0,0-1 1 0 0,1 0-1 0 0,0 1 0 0 0,0 0 1 0 0,-2 12-1 0 0,5-13-314 0 0,0 0 0 0 0,0 0 0 0 0,1 0 0 0 0,1 13 0 0 0,-1-19-109 0 0,0-1-1 0 0,1 1 0 0 0,-1 0 0 0 0,1-1 0 0 0,-1 1 1 0 0,1-1-1 0 0,0 1 0 0 0,0-1 0 0 0,0 0 0 0 0,1 1 1 0 0,-1-1-1 0 0,0 0 0 0 0,1 0 0 0 0,0 0 0 0 0,-1 0 1 0 0,1 0-1 0 0,0 0 0 0 0,0 0 0 0 0,3 2 0 0 0,-4-4-26 0 0,0 0-1 0 0,0 1 1 0 0,0-1-1 0 0,0 0 1 0 0,0 0-1 0 0,0 0 1 0 0,0 0-1 0 0,0 0 1 0 0,0 0-1 0 0,0 0 1 0 0,0 0-1 0 0,0 0 1 0 0,0-1-1 0 0,0 1 1 0 0,0 0-1 0 0,0-1 0 0 0,0 1 1 0 0,0-1-1 0 0,0 1 1 0 0,0-1-1 0 0,-1 1 1 0 0,1-1-1 0 0,0 1 1 0 0,0-1-1 0 0,-1 0 1 0 0,1 1-1 0 0,0-1 1 0 0,-1 0-1 0 0,1 0 1 0 0,0 0-1 0 0,-1 0 1 0 0,1 1-1 0 0,-1-1 1 0 0,0 0-1 0 0,1 0 1 0 0,-1-2-1 0 0,17-39-479 0 0,-15 37 567 0 0,9-48-360 0 0,-10 43 429 0 0,1 1-1 0 0,-1-1 1 0 0,2 1 0 0 0,-1-1-1 0 0,1 1 1 0 0,8-16 0 0 0,-10 25-74 0 0,-1-1 1 0 0,0 1-1 0 0,1-1 0 0 0,-1 1 0 0 0,1-1 1 0 0,-1 1-1 0 0,1-1 0 0 0,-1 1 1 0 0,1-1-1 0 0,-1 1 0 0 0,1 0 1 0 0,-1-1-1 0 0,1 1 0 0 0,-1 0 1 0 0,1-1-1 0 0,0 1 0 0 0,-1 0 1 0 0,1 0-1 0 0,0 0 0 0 0,-1-1 0 0 0,1 1 1 0 0,0 0-1 0 0,-1 0 0 0 0,1 0 1 0 0,0 0-1 0 0,-1 0 0 0 0,1 0 1 0 0,0 1-1 0 0,-1-1 0 0 0,1 0 1 0 0,-1 0-1 0 0,1 0 0 0 0,0 1 1 0 0,-1-1-1 0 0,1 0 0 0 0,-1 0 0 0 0,1 1 1 0 0,0-1-1 0 0,-1 1 0 0 0,1-1 1 0 0,-1 0-1 0 0,1 1 0 0 0,-1-1 1 0 0,0 1-1 0 0,1-1 0 0 0,-1 1 1 0 0,1 0-1 0 0,-1-1 0 0 0,0 1 1 0 0,1-1-1 0 0,-1 2 0 0 0,19 31 697 0 0,110 354 1981 0 0,-125-375-2700 0 0,-2 1 0 0 0,1 0-1 0 0,-2-1 1 0 0,0 1 0 0 0,0 0 0 0 0,-1 0-1 0 0,-1 0 1 0 0,0 0 0 0 0,-3 15 0 0 0,1-18 31 0 0,0 1 1 0 0,-1-1 0 0 0,0 0 0 0 0,-1 0 0 0 0,0-1 0 0 0,0 1-1 0 0,-1-1 1 0 0,0 0 0 0 0,-1-1 0 0 0,1 1 0 0 0,-12 9 0 0 0,-6 4 212 0 0,0 0 1 0 0,-2-2 0 0 0,-27 17 0 0 0,-9-5-2228 0 0,39-22-4790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3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32 11058 0 0,'-17'-12'773'0'0,"-18"-7"-419"0"0,34 19-413 0 0,0 1-1 0 0,1-1 1 0 0,-1 0-1 0 0,0 1 1 0 0,1-1-1 0 0,-1 0 1 0 0,1 1-1 0 0,-1-1 1 0 0,1 1-1 0 0,-1-1 1 0 0,1 1-1 0 0,-1-1 1 0 0,1 1-1 0 0,-1 0 1 0 0,1-1-1 0 0,-1 1 1 0 0,1 0-1 0 0,0-1 1 0 0,0 1-1 0 0,-1 0 1 0 0,1-1-1 0 0,0 1 1 0 0,0 0-1 0 0,0-1 1 0 0,0 1-1 0 0,-1 0 1 0 0,1 0-1 0 0,1 1 1 0 0,-6 27 217 0 0,5-27-271 0 0,-16 197 43 0 0,8-1-1 0 0,23 246 1 0 0,0-316-1007 0 0,-7-76 510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5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543 387 3681 0 0,'228'-77'512'0'0,"172"-47"2034"0"0,-366 115-2265 0 0,372-75 911 0 0,-187 51-1207 0 0,112-13-133 0 0,-233 37 133 0 0,139 4-1 0 0,479 87 96 0 0,-618-70-124 0 0,1-4 1 0 0,0-4 0 0 0,167-16-1 0 0,-136 4 366 0 0,-1 6 0 0 0,165 19 0 0 0,-278-15-324 0 0,27 2 192 0 0,-1 1 0 0 0,0 2 1 0 0,74 23-1 0 0,-102-26-21 0 0,33 13-115 0 0,-46-17-14 0 0,0 1 0 0 0,0-1 0 0 0,0 1 0 0 0,1-1 0 0 0,-1 1 0 0 0,0 0 0 0 0,0-1 0 0 0,0 1 0 0 0,0 0 0 0 0,0 0 0 0 0,0 0 0 0 0,0 0-1 0 0,0 0 1 0 0,0 0 0 0 0,-1 0 0 0 0,1 0 0 0 0,0 0 0 0 0,-1 0 0 0 0,1 0 0 0 0,-1 1 0 0 0,1-1 0 0 0,-1 0 0 0 0,1 0 0 0 0,-1 1 0 0 0,0-1-1 0 0,0 0 1 0 0,1 3 0 0 0,-2 0 451 0 0,-1-1 0 0 0,1 0 0 0 0,-1 1 0 0 0,0-1 0 0 0,1 0 0 0 0,-1 0 0 0 0,-4 4 0 0 0,-11 23-254 0 0,13-14-222 0 0,1 0-1 0 0,0 0 1 0 0,2 0-1 0 0,0 30 1 0 0,9 68-44 0 0,-4-73-4 0 0,5 47-28 0 0,5-1-1 0 0,2 0 1 0 0,40 118 0 0 0,-16-69 4 0 0,-26-81 54 0 0,2 0 0 0 0,38 82 0 0 0,-10-69 27 0 0,-44-67-14 0 0,0 0-1 0 0,0 0 1 0 0,0 0-1 0 0,0 0 1 0 0,0 0-1 0 0,-1 0 0 0 0,1 0 1 0 0,0 0-1 0 0,0 0 1 0 0,-1 0-1 0 0,1 0 1 0 0,-1 0-1 0 0,1 0 1 0 0,-1 0-1 0 0,1 0 1 0 0,-1 0-1 0 0,1-1 1 0 0,-1 1-1 0 0,0 0 1 0 0,1 0-1 0 0,-1-1 1 0 0,0 1-1 0 0,0 0 1 0 0,1-1-1 0 0,-1 1 0 0 0,-1 0 1 0 0,-27 18 275 0 0,25-17-270 0 0,-19 11 49 0 0,0-1 1 0 0,-1-2-1 0 0,-1 0 0 0 0,0-2 0 0 0,-40 9 0 0 0,-135 14 506 0 0,131-22-490 0 0,-543 50-1393 0 0,444-50 1182 0 0,-618 18-852 0 0,275-22 799 0 0,95 0 224 0 0,-43-19-128 0 0,355 10 24 0 0,-246 11 17 0 0,65 1-387 0 0,217-9 358 0 0,0-3 1 0 0,-76-16-1 0 0,114 13 213 0 0,1-2 0 0 0,-32-13 1 0 0,27 8 185 0 0,-37-8 0 0 0,61 19-280 0 0,-1 1-1 0 0,0 1 0 0 0,0-1 0 0 0,0 2 0 0 0,0-1 1 0 0,0 2-1 0 0,-20 2 0 0 0,22-1-151 0 0,1 0 1 0 0,-1 1-1 0 0,1 0 1 0 0,0 1-1 0 0,0 0 1 0 0,-10 6-1 0 0,-9 6-211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7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1863 596 6449 0 0,'14'-67'-415'0'0,"-11"55"201"0"0,1 1 0 0 0,-2-1 0 0 0,0 0 0 0 0,0 1 0 0 0,-1-1 0 0 0,-1 0-1 0 0,1 0 1 0 0,-2 0 0 0 0,0 0 0 0 0,-1 0 0 0 0,-3-15 0 0 0,1 16 399 0 0,0 1 0 0 0,-1-1 1 0 0,0 1-1 0 0,-1-1 0 0 0,0 1 0 0 0,0 1 1 0 0,-16-18-1 0 0,-2 2 2036 0 0,-36-29-1 0 0,8 9-112 0 0,34 29-1744 0 0,-1 0 0 0 0,-1 1 0 0 0,0 1 0 0 0,-1 1 0 0 0,0 1 0 0 0,-1 0 0 0 0,-40-14 0 0 0,44 20-549 0 0,-1 1 0 0 0,0 1-1 0 0,0 0 1 0 0,-1 2 0 0 0,1 0 0 0 0,-1 1 0 0 0,1 1-1 0 0,-1 1 1 0 0,1 0 0 0 0,-25 6 0 0 0,-31 12-1023 0 0,-102 41 0 0 0,53-16 463 0 0,86-30 756 0 0,0 2 0 0 0,2 1 0 0 0,0 2-1 0 0,1 2 1 0 0,1 1 0 0 0,1 1 0 0 0,-36 34 0 0 0,-4 12 11 0 0,-110 134 1 0 0,-49 81-1281 0 0,223-273 1208 0 0,0 0 0 0 0,1 0-1 0 0,1 1 1 0 0,0 1 0 0 0,1-1-1 0 0,-7 18 1 0 0,11-24 77 0 0,1 1 0 0 0,-1 0 0 0 0,1-1 0 0 0,1 1 0 0 0,-1 0 0 0 0,1 0 0 0 0,0 0 0 0 0,0 0 0 0 0,1-1 0 0 0,0 1 0 0 0,0 0 0 0 0,1 0-1 0 0,0-1 1 0 0,5 12 0 0 0,2 2 348 0 0,2 0 0 0 0,0 0 0 0 0,2-1 0 0 0,27 33 0 0 0,69 62 544 0 0,-79-84-1083 0 0,-1-3 28 0 0,0-1 0 0 0,1-2-1 0 0,2-1 1 0 0,0-2-1 0 0,1 0 1 0 0,1-3 0 0 0,1-1-1 0 0,1-1 1 0 0,0-2-1 0 0,43 10 1 0 0,-74-22 131 0 0,314 79-1092 0 0,-270-72 909 0 0,-1-2 0 0 0,1-2 1 0 0,0-3-1 0 0,84-5 1 0 0,-114 0 237 0 0,0-1 1 0 0,-1 0-1 0 0,1-1 1 0 0,-1-1-1 0 0,0-1 1 0 0,-1-1 0 0 0,0 0-1 0 0,26-17 1 0 0,7-10 349 0 0,61-55 0 0 0,-20 15-110 0 0,-30 25-76 0 0,-2-2 1 0 0,71-82-1 0 0,84-136 403 0 0,-207 261-570 0 0,0 0 0 0 0,0-1 0 0 0,-1 0-1 0 0,0-1 1 0 0,-1 1 0 0 0,0-1 0 0 0,-1 0-1 0 0,0 0 1 0 0,-1 0 0 0 0,0-1 0 0 0,-1 1-1 0 0,0-1 1 0 0,-1 1 0 0 0,0-1 0 0 0,-1 0-1 0 0,0 0 1 0 0,-1 1 0 0 0,0-1 0 0 0,-1 0-1 0 0,-6-22 1 0 0,-1 2 514 0 0,-2 0 1 0 0,-1 1-1 0 0,-1 1 0 0 0,-2 0 0 0 0,-25-38 1 0 0,31 55-422 0 0,-1-1 1 0 0,-1 1 0 0 0,0 1-1 0 0,-1 0 1 0 0,-1 1-1 0 0,0 0 1 0 0,0 0 0 0 0,-1 2-1 0 0,0 0 1 0 0,0 0 0 0 0,-1 1-1 0 0,-24-8 1 0 0,9 6-1104 0 0,-33-7 0 0 0,27 9-4222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8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1049 110 10594 0 0,'-187'-26'5448'0'0,"140"21"-5081"0"0,8-1-429 0 0,1-1 0 0 0,-48-18 0 0 0,55 15-307 0 0,-1 1 0 0 0,-1 2 0 0 0,-60-7 0 0 0,68 14 534 0 0,1 0 0 0 0,-1 2 0 0 0,0 1 0 0 0,1 1-1 0 0,-1 1 1 0 0,1 0 0 0 0,1 2 0 0 0,-1 1 0 0 0,1 1 0 0 0,1 1 0 0 0,-1 1-1 0 0,-37 26 1 0 0,51-30-264 0 0,0 1-1 0 0,1 1 0 0 0,0-1 1 0 0,1 1-1 0 0,0 1 0 0 0,0-1 0 0 0,1 1 1 0 0,0 1-1 0 0,1-1 0 0 0,0 1 1 0 0,0 0-1 0 0,1 0 0 0 0,-4 20 1 0 0,0 3-380 0 0,3 1 1 0 0,0 0 0 0 0,1 46 0 0 0,5-35 456 0 0,2-1 1 0 0,2 1-1 0 0,2-1 1 0 0,18 66-1 0 0,4-17-81 0 0,43 92-1 0 0,-60-158 179 0 0,1 0 0 0 0,2 0 0 0 0,1-2-1 0 0,1 0 1 0 0,39 46 0 0 0,-41-57-82 0 0,-1-1 0 0 0,2-1 0 0 0,-1 0-1 0 0,2-1 1 0 0,0 0 0 0 0,0-1 0 0 0,1-2 0 0 0,1 1-1 0 0,38 12 1 0 0,-29-13-181 0 0,0 0-1 0 0,1-3 1 0 0,0 0-1 0 0,1-2 1 0 0,-1-1-1 0 0,1-1 1 0 0,-1-1-1 0 0,1-2 1 0 0,0-1-1 0 0,31-7 0 0 0,34-12 139 0 0,-1-3-1 0 0,92-38 0 0 0,-142 44-198 0 0,0-2 1 0 0,-1-2-1 0 0,-2-1 1 0 0,0-3-1 0 0,-1-1 1 0 0,41-37-1 0 0,-55 38 589 0 0,-1-1 0 0 0,-1-2 0 0 0,-1 0-1 0 0,-1-2 1 0 0,-2 0 0 0 0,19-41 0 0 0,2-14 954 0 0,35-111-1 0 0,-73 188-1256 0 0,12-36 143 0 0,14-65 0 0 0,-26 99-169 0 0,-1-1-1 0 0,0 0 1 0 0,-1 0 0 0 0,-1 0 0 0 0,0 0-1 0 0,-1 0 1 0 0,0 0 0 0 0,0 0 0 0 0,-1 0-1 0 0,-1 0 1 0 0,-4-12 0 0 0,3 16-45 0 0,0 1-1 0 0,-1 0 1 0 0,1 0-1 0 0,-2 0 1 0 0,1 0 0 0 0,-1 1-1 0 0,0 0 1 0 0,0 0-1 0 0,0 1 1 0 0,-1-1 0 0 0,0 1-1 0 0,0 1 1 0 0,0-1-1 0 0,-1 1 1 0 0,0 1 0 0 0,1-1-1 0 0,-18-4 1 0 0,-9-1 164 0 0,-1 1 1 0 0,-68-6-1 0 0,89 13-53 0 0,-76-9 129 0 0,-189-16 454 0 0,217 25-1885 0 0,-62 5 0 0 0,64 3-3704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42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22 4609 0 0,'-4'-8'408'0'0,"1"2"-328"0"0,2 1-80 0 0,2 2 0 0 0,2 3-80 0 0,0 0-32 0 0,2 3-8 0 0,0-3 0 0 0,4-2 120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38.2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0 456 0 0,'-2'0'41'0'0,"1"1"45"0"0,0-1 0 0 0,0 1-1 0 0,0-1 1 0 0,0 1-1 0 0,0 0 1 0 0,0 0-1 0 0,0-1 1 0 0,0 1 0 0 0,1 0-1 0 0,-1 0 1 0 0,0 0-1 0 0,0 0 1 0 0,1 0-1 0 0,-1 0 1 0 0,1 0 0 0 0,-1 0-1 0 0,1 0 1 0 0,-1 2-1 0 0,-8 21 1339 0 0,8-24-1398 0 0,1 1-1 0 0,0-1 1 0 0,0 0-1 0 0,0 0 1 0 0,0 0-1 0 0,0 1 1 0 0,0-1-1 0 0,0 0 1 0 0,0 0-1 0 0,0 0 1 0 0,0 1-1 0 0,0-1 1 0 0,0 0-1 0 0,0 0 1 0 0,0 0-1 0 0,0 1 1 0 0,0-1-1 0 0,0 0 1 0 0,1 0-1 0 0,-1 0 1 0 0,0 1-1 0 0,0-1 1 0 0,0 0-1 0 0,10 7 4562 0 0,-10-6-4469 0 0,0-1-1 0 0,0 0 1 0 0,0 1 0 0 0,-3 21 155 0 0,2-17 25 0 0,-1 0 1 0 0,2 1 0 0 0,-1-1 0 0 0,1 1-1 0 0,-1-1 1 0 0,1 1 0 0 0,1 7 0 0 0,0-13-248 0 0,-1 1 0 0 0,0 0 1 0 0,0-1-1 0 0,1 1 0 0 0,-1 0 1 0 0,0-1-1 0 0,1 1 0 0 0,-1-1 1 0 0,0 1-1 0 0,1 0 0 0 0,-1-1 1 0 0,1 1-1 0 0,-1-1 0 0 0,1 1 1 0 0,-1-1-1 0 0,1 0 0 0 0,0 1 1 0 0,-1-1-1 0 0,1 1 0 0 0,0-1 1 0 0,-1 0-1 0 0,1 0 0 0 0,0 1 1 0 0,0-1-1 0 0,2 0 14 0 0,-1 0 1 0 0,0 0-1 0 0,1 0 0 0 0,-1 0 1 0 0,1-1-1 0 0,-1 1 0 0 0,0-1 1 0 0,0 1-1 0 0,1-1 0 0 0,-1 0 1 0 0,4-2-1 0 0,23-11 591 0 0,-15 7 35 0 0,1 0 0 0 0,27-8 0 0 0,-13 4-398 0 0,-25 8-219 0 0,0 1 0 0 0,1 0 0 0 0,-1 1 0 0 0,1-1-1 0 0,-1 1 1 0 0,1 0 0 0 0,-1 0 0 0 0,1 0 0 0 0,0 1 0 0 0,-1-1 0 0 0,10 2 0 0 0,-6 9-56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38.8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50 1376 0 0,'0'0'92'0'0,"-1"0"0"0"0,1-1 0 0 0,0 1 1 0 0,-1-1-1 0 0,1 1 0 0 0,0 0 0 0 0,-1-1 0 0 0,1 1 0 0 0,0 0 0 0 0,-1 0 0 0 0,1-1 0 0 0,-1 1 0 0 0,1 0 0 0 0,0 0 0 0 0,-1-1 0 0 0,1 1 0 0 0,-1 0 0 0 0,1 0 0 0 0,-1 0 1 0 0,1 0-1 0 0,-1 0 0 0 0,1 0 0 0 0,-1 0 0 0 0,1 0 0 0 0,-1 0 0 0 0,1 0 0 0 0,-1 0 0 0 0,1 0 0 0 0,-1 0 0 0 0,-22 2 1442 0 0,15-1-413 0 0,14-6 1089 0 0,1 2-1874 0 0,0 1 0 0 0,0-1 1 0 0,0 1-1 0 0,0 1 0 0 0,0-1 0 0 0,0 1 0 0 0,0 1 0 0 0,0-1 0 0 0,0 1 0 0 0,13 1 1 0 0,8 0 77 0 0,-18-2-47 0 0,1 0-1 0 0,-1-1 1 0 0,0 0 0 0 0,17-6 0 0 0,-19 5-198 0 0,0 1 0 0 0,0-1 0 0 0,0 2 0 0 0,0-1 0 0 0,0 1 0 0 0,0 0 0 0 0,0 1 0 0 0,12 0 0 0 0,-10 2-146 0 0,17 0-817 0 0,-7-9-2672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39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12 1376 0 0,'-7'1'5666'0'0,"29"-6"-5107"0"0,-18 4-226 0 0,1-1 0 0 0,-1 1 0 0 0,1 0 0 0 0,-1 0 0 0 0,1 0 1 0 0,0 1-1 0 0,0 0 0 0 0,-1 0 0 0 0,1 0 0 0 0,0 1 0 0 0,0-1 0 0 0,-1 1 0 0 0,1 0 1 0 0,-1 0-1 0 0,8 4 0 0 0,-6-2-248 0 0,0 0 0 0 0,0 0 0 0 0,0 0 0 0 0,0-1 0 0 0,0 0 1 0 0,0 0-1 0 0,1 0 0 0 0,-1-1 0 0 0,1 0 0 0 0,-1 0 0 0 0,1-1 0 0 0,-1 0 0 0 0,1 0 1 0 0,0 0-1 0 0,-1-1 0 0 0,1 0 0 0 0,-1 0 0 0 0,1-1 0 0 0,-1 1 0 0 0,0-1 0 0 0,0-1 1 0 0,0 1-1 0 0,8-6 0 0 0,-3 4-1701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0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31 2761 0 0,'-4'0'8842'0'0,"16"0"-6821"0"0,26-4-735 0 0,-29 3-1165 0 0,0 1 1 0 0,-1 0-1 0 0,1 0 0 0 0,0 0 1 0 0,-1 1-1 0 0,1 0 1 0 0,0 1-1 0 0,9 3 0 0 0,-7-2-141 0 0,-1-1 0 0 0,1 0 0 0 0,-1 0-1 0 0,1-1 1 0 0,14-1 0 0 0,-7-3-375 0 0,0 0 1 0 0,0-1-1 0 0,-1-1 1 0 0,33-14-1 0 0,-25 8-630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0.6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46 4033 0 0,'6'-3'482'0'0,"-1"0"0"0"0,1 1 1 0 0,0-1-1 0 0,0 1 0 0 0,0 1 0 0 0,0-1 0 0 0,0 1 1 0 0,0 0-1 0 0,0 1 0 0 0,12 0 0 0 0,-1-1 158 0 0,177-25 1822 0 0,-128 27-3972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1.1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98 1376 0 0,'0'0'107'0'0,"3"-1"358"0"0,-1 0 1 0 0,0 0-1 0 0,1 0 0 0 0,-1 0 1 0 0,1 0-1 0 0,-1 1 0 0 0,1-1 1 0 0,0 1-1 0 0,5-1 0 0 0,-4 1 136 0 0,115-22 4898 0 0,0 10-4588 0 0,-99 9-1467 0 0,1 0 1 0 0,-1-1 0 0 0,1-1-1 0 0,-2-1 1 0 0,1-1 0 0 0,27-14-1 0 0,-32 14-413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1.6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44 1376 0 0,'1'-1'167'0'0,"25"-14"6623"0"0,7 7-3826 0 0,40 4-2830 0 0,-45 3-163 0 0,57-10-3145 0 0,-66 8 75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2.1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48 1376 0 0,'16'-3'3302'0'0,"0"-1"1"0"0,31-12-1 0 0,14-3-734 0 0,-53 17-2550 0 0,0 0 0 0 0,1 1 0 0 0,-1 1 0 0 0,16 0 0 0 0,14 3-5261 0 0,-26-1 1482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2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36 1840 0 0,'-2'0'187'0'0,"0"0"0"0"0,-1-1 0 0 0,1 1 0 0 0,0 0 0 0 0,0-1 0 0 0,0 1 0 0 0,0-1 0 0 0,-1 0 0 0 0,-2-5 2344 0 0,5 6-2499 0 0,17 2 1692 0 0,22 5 378 0 0,56 2 0 0 0,-77-8-2074 0 0,0-2 0 0 0,0 0 0 0 0,0-1-1 0 0,0-1 1 0 0,25-7 0 0 0,-14-1-184 0 0,7-2-815 0 0,-13 10-3066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3.1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 3681 0 0,'0'0'284'0'0,"0"0"-187"0"0,81-4 5223 0 0,-58 1-4860 0 0,0 2 0 0 0,0 1 0 0 0,-1 0-1 0 0,29 5 1 0 0,-14-5-2542 0 0,-25-2-1444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3.8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 2761 0 0,'0'0'752'0'0,"13"6"4993"0"0,0-3-5386 0 0,0 0 1 0 0,0-2-1 0 0,0 1 0 0 0,0-2 1 0 0,0 0-1 0 0,0 0 1 0 0,0-1-1 0 0,0-1 0 0 0,19-5 1 0 0,12 0-1196 0 0,-34 6 118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4.3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58 2304 0 0,'17'-5'5243'0'0,"20"-11"-4835"0"0,-26 10-437 0 0,1 1-1 0 0,0 0 0 0 0,0 1 0 0 0,0 0 0 0 0,0 0 0 0 0,1 1 1 0 0,-1 1-1 0 0,22-1 0 0 0,-27 4-2760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4.8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1 3513 0 0,'-14'1'312'0'0,"6"-1"-248"0"0,0 0-64 0 0,3 0 0 0 0,2 0 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23:45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0 920 0 0,'0'5'15164'0'0,"0"20"-12130"0"0,-2 35-3420 0 0,-2-6 625 0 0,-1-7 204 0 0,2 51 1 0 0,3-85-752 0 0,1 1 0 0 0,1-1 0 0 0,0 0 1 0 0,0 1-1 0 0,2-1 0 0 0,0-1 0 0 0,0 1 0 0 0,9 18 1 0 0,-2-14-5899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6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3 11522 0 0,'-1'-1'114'0'0,"1"1"-1"0"0,-1 0 1 0 0,1 0-1 0 0,-1 0 0 0 0,1-1 1 0 0,-1 1-1 0 0,0 0 0 0 0,1 0 1 0 0,-1 0-1 0 0,1 0 0 0 0,-1 0 1 0 0,1 0-1 0 0,-1 0 1 0 0,1 0-1 0 0,-1 0 0 0 0,1 0 1 0 0,-1 0-1 0 0,1 0 0 0 0,-1 1 1 0 0,1-1-1 0 0,-1 0 1 0 0,1 0-1 0 0,-1 0 0 0 0,1 1 1 0 0,-1-1-1 0 0,1 0 0 0 0,-1 1 1 0 0,1-1-1 0 0,-1 0 0 0 0,0 1 1 0 0,-8 19 1539 0 0,3 25-66 0 0,9-2-954 0 0,2 0 1 0 0,2 0-1 0 0,15 53 0 0 0,-1-2-118 0 0,-5 1 323 0 0,5 169 0 0 0,-19-85-1781 0 0,-7 1-5692 0 0,5-158-2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6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12 187 7834 0 0,'0'0'2'0'0,"-4"-13"260"0"0,2 0 1 0 0,0 0-1 0 0,0 0 0 0 0,1 0 0 0 0,1-21 0 0 0,0 30-68 0 0,1 1-1 0 0,0-1 1 0 0,0 1-1 0 0,0-1 0 0 0,0 1 1 0 0,1-1-1 0 0,-1 1 1 0 0,1-1-1 0 0,0 1 0 0 0,0 0 1 0 0,0 0-1 0 0,0 0 1 0 0,0 0-1 0 0,1 1 0 0 0,0-1 1 0 0,-1 0-1 0 0,1 1 1 0 0,0 0-1 0 0,0 0 0 0 0,0 0 1 0 0,0 0-1 0 0,1 0 1 0 0,-1 0-1 0 0,7-1 0 0 0,2-1 193 0 0,1 1-1 0 0,0 0 0 0 0,0 1 1 0 0,0 0-1 0 0,0 1 1 0 0,0 0-1 0 0,0 1 0 0 0,0 1 1 0 0,23 4-1 0 0,-15-1-63 0 0,0 0-1 0 0,0 2 1 0 0,-1 1 0 0 0,0 0 0 0 0,23 12-1 0 0,-31-12-219 0 0,-1 0-1 0 0,0 0 0 0 0,0 1 0 0 0,0 0 0 0 0,-1 1 1 0 0,0 0-1 0 0,-1 1 0 0 0,0 0 0 0 0,0 0 1 0 0,-1 1-1 0 0,0 0 0 0 0,-1 0 0 0 0,8 18 1 0 0,-9-13-57 0 0,0 0 1 0 0,-1 1 0 0 0,0-1 0 0 0,-2 1-1 0 0,0 0 1 0 0,-1 0 0 0 0,0 0-1 0 0,-2 0 1 0 0,0 0 0 0 0,-3 20 0 0 0,-2 1-55 0 0,-3 0 0 0 0,-1-1 1 0 0,-2 1-1 0 0,-1-2 1 0 0,-2 0-1 0 0,-2 0 0 0 0,-1-2 1 0 0,-1 0-1 0 0,-3-1 0 0 0,0 0 1 0 0,-2-2-1 0 0,-1-1 1 0 0,-1-1-1 0 0,-32 27 0 0 0,44-45-1778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6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0,'19'2'1292'0'0,"0"0"1"0"0,0 1-1 0 0,0 0 1 0 0,27 10 0 0 0,-41-11-986 0 0,1 1 1 0 0,0-1 0 0 0,-1 1 0 0 0,0 0-1 0 0,0 0 1 0 0,0 1 0 0 0,0 0 0 0 0,0-1 0 0 0,-1 2-1 0 0,0-1 1 0 0,1 0 0 0 0,-2 1 0 0 0,1 0-1 0 0,0 0 1 0 0,-1 0 0 0 0,0 0 0 0 0,0 1 0 0 0,2 6-1 0 0,-1 4 75 0 0,0 0 0 0 0,-1 0-1 0 0,0 0 1 0 0,-1 0 0 0 0,-1 0-1 0 0,-2 28 1 0 0,1-18-664 0 0,4 40-1 0 0,-4-64 108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7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13 198 3681 0 0,'-4'-29'-592'0'0,"-4"-57"4146"0"0,8 79-2859 0 0,0 0 0 0 0,1-1 1 0 0,-1 1-1 0 0,2 0 0 0 0,-1 0 0 0 0,1 0 0 0 0,0 0 1 0 0,0 0-1 0 0,6-9 0 0 0,-8 15-670 0 0,0 1 1 0 0,0 0-1 0 0,0 0 0 0 0,0 0 1 0 0,0 0-1 0 0,0 0 0 0 0,0 0 1 0 0,0 0-1 0 0,0 0 1 0 0,0 0-1 0 0,0 0 0 0 0,0-1 1 0 0,0 1-1 0 0,0 0 0 0 0,0 0 1 0 0,0 0-1 0 0,0 0 0 0 0,0 0 1 0 0,0 0-1 0 0,0 0 0 0 0,0 0 1 0 0,0 0-1 0 0,0 0 1 0 0,0 0-1 0 0,0 0 0 0 0,0-1 1 0 0,1 1-1 0 0,-1 0 0 0 0,0 0 1 0 0,0 0-1 0 0,0 0 0 0 0,0 0 1 0 0,0 0-1 0 0,0 0 0 0 0,0 0 1 0 0,0 0-1 0 0,0 0 1 0 0,0 0-1 0 0,1 0 0 0 0,-1 0 1 0 0,0 0-1 0 0,0 0 0 0 0,0 0 1 0 0,0 0-1 0 0,0 0 0 0 0,0 0 1 0 0,0 0-1 0 0,0 0 1 0 0,0 0-1 0 0,0 0 0 0 0,1 0 1 0 0,-1 0-1 0 0,0 0 0 0 0,0 0 1 0 0,0 1-1 0 0,0-1 0 0 0,0 0 1 0 0,0 0-1 0 0,0 0 0 0 0,0 0 1 0 0,0 0-1 0 0,0 0 1 0 0,0 0-1 0 0,0 0 0 0 0,0 0 1 0 0,0 0-1 0 0,1 1 0 0 0,0 9 601 0 0,0 19-1108 0 0,-1-25 312 0 0,0-2 58 0 0,-1 5 20 0 0,1 0 1 0 0,0-1-1 0 0,0 1 1 0 0,1 0-1 0 0,0-1 1 0 0,0 1-1 0 0,1-1 1 0 0,-1 1-1 0 0,1-1 1 0 0,1 1-1 0 0,5 10 1 0 0,4 0 91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7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395 171 6913 0 0,'1'-8'341'0'0,"-1"-1"0"0"0,-1 1 0 0 0,1 0-1 0 0,-1 0 1 0 0,-1 0 0 0 0,1-1-1 0 0,-1 1 1 0 0,-1 1 0 0 0,1-1 0 0 0,-1 0-1 0 0,-1 1 1 0 0,0-1 0 0 0,-8-12-1 0 0,10 16-135 0 0,-1 1-1 0 0,1 0 1 0 0,-1-1-1 0 0,0 1 1 0 0,0 0-1 0 0,0 1 0 0 0,0-1 1 0 0,0 0-1 0 0,-1 1 1 0 0,1 0-1 0 0,-1 0 0 0 0,1 0 1 0 0,-1 0-1 0 0,0 0 1 0 0,0 1-1 0 0,0 0 0 0 0,0 0 1 0 0,0 0-1 0 0,0 0 1 0 0,0 0-1 0 0,0 1 1 0 0,0 0-1 0 0,0 0 0 0 0,-1 0 1 0 0,1 0-1 0 0,0 1 1 0 0,0 0-1 0 0,0 0 0 0 0,-4 1 1 0 0,-7 4 100 0 0,0 1-1 0 0,0 1 1 0 0,1 0 0 0 0,0 1 0 0 0,1 0-1 0 0,-16 15 1 0 0,-67 71 28 0 0,90-89-444 0 0,1 0 1 0 0,0 1-1 0 0,0 0 1 0 0,1 0 0 0 0,-5 11-1 0 0,8-17 59 0 0,1-1 1 0 0,-1 1-1 0 0,1 0 0 0 0,0 0 0 0 0,0 0 0 0 0,-1 0 0 0 0,1 0 1 0 0,0 0-1 0 0,0 0 0 0 0,0 0 0 0 0,0 0 0 0 0,0 0 1 0 0,0 0-1 0 0,0-1 0 0 0,0 1 0 0 0,0 0 0 0 0,1 0 0 0 0,-1 0 1 0 0,0 0-1 0 0,1 0 0 0 0,-1 0 0 0 0,1 1 0 0 0,0-1-26 0 0,1-1-1 0 0,-1 1 0 0 0,0 0 0 0 0,1-1 0 0 0,-1 1 1 0 0,0-1-1 0 0,1 1 0 0 0,-1-1 0 0 0,1 0 0 0 0,-1 1 1 0 0,0-1-1 0 0,1 0 0 0 0,-1 0 0 0 0,1 0 1 0 0,-1 0-1 0 0,1 0 0 0 0,-1 0 0 0 0,1-1 0 0 0,2 0 1 0 0,10-2-184 0 0,-1-2-1 0 0,1 1 1 0 0,-1-2 0 0 0,0 1 0 0 0,-1-2 0 0 0,1 0 0 0 0,-1 0 0 0 0,13-12 0 0 0,-14 10 262 0 0,0 1 1 0 0,1 1-1 0 0,0 0 1 0 0,0 1 0 0 0,0 0-1 0 0,1 0 1 0 0,0 2-1 0 0,21-6 1 0 0,-31 9 56 0 0,0 1 0 0 0,0 0 0 0 0,0 0 0 0 0,0 0 0 0 0,0 0 0 0 0,0 0 0 0 0,0 1 0 0 0,0-1 0 0 0,-1 1 0 0 0,1 0 0 0 0,0-1 0 0 0,0 1 0 0 0,0 1-1 0 0,-1-1 1 0 0,1 0 0 0 0,0 1 0 0 0,-1 0 0 0 0,4 2 0 0 0,-3-1 48 0 0,1 1-1 0 0,-1-1 0 0 0,0 1 1 0 0,0 0-1 0 0,-1 0 0 0 0,1 0 1 0 0,-1 1-1 0 0,0-1 0 0 0,0 1 1 0 0,2 6-1 0 0,-1 4 250 0 0,1 0 0 0 0,-2 1 1 0 0,0-1-1 0 0,-1 1 0 0 0,-2 31 0 0 0,-1-23-23 0 0,-2 0 0 0 0,0 1 0 0 0,-2-2 0 0 0,-1 1-1 0 0,0-1 1 0 0,-12 24 0 0 0,11-30-272 0 0,-1-1-1 0 0,0 1 0 0 0,-1-1 1 0 0,0-1-1 0 0,-2 0 1 0 0,0-1-1 0 0,0 0 1 0 0,-22 19-1 0 0,33-33-112 0 0,-1 2-208 0 0,0 0 0 0 0,0-1 0 0 0,0 1 0 0 0,0-1 0 0 0,-1 1 0 0 0,1-1 0 0 0,0 0 0 0 0,-1 0 0 0 0,-2 1 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7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8290 0 0,'3'-1'190'0'0,"-1"0"-1"0"0,1 1 1 0 0,-1-1 0 0 0,1 1-1 0 0,-1-1 1 0 0,1 1 0 0 0,-1 0 0 0 0,1 0-1 0 0,-1 0 1 0 0,1 0 0 0 0,-1 0 0 0 0,1 0-1 0 0,-1 1 1 0 0,1 0 0 0 0,-1-1 0 0 0,1 1-1 0 0,-1 0 1 0 0,0 0 0 0 0,5 2 0 0 0,-4 0 132 0 0,-1-1 1 0 0,1 1 0 0 0,0-1 0 0 0,-1 1-1 0 0,0 0 1 0 0,1 0 0 0 0,-1 0 0 0 0,0 0 0 0 0,0 0-1 0 0,-1 1 1 0 0,1-1 0 0 0,1 5 0 0 0,1 7 451 0 0,-1-1 0 0 0,0 2 0 0 0,0-1 0 0 0,-2 0 1 0 0,1 24-1 0 0,-13 114 973 0 0,4-66-4117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7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11058 0 0,'3'-17'488'0'0,"-1"8"105"0"0,1 1-473 0 0,-2 2-120 0 0,1 5 0 0 0,-1-1 0 0 0,2 2 128 0 0,0 0 8 0 0,3 2 0 0 0,0 2 0 0 0,-1 7-344 0 0,-2 2-72 0 0,0 6-8 0 0,-2 0-8 0 0,4 4 296 0 0,0-2 0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8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88 12443 0 0,'-2'-15'490'0'0,"0"5"386"0"0,0 1 0 0 0,1-1 1 0 0,0 0-1 0 0,1 1 0 0 0,1-15 1 0 0,0 39 3261 0 0,8 18-3763 0 0,-4-12-62 0 0,15 71-10 0 0,-5 2 0 0 0,-3 0 0 0 0,-2 172 0 0 0,-11-192-596 0 0,10 93-1 0 0,-3-126-1454 0 0,19 75 1 0 0,-20-100 276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8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0 5529 0 0,'-1'4'2974'0'0,"2"-4"-2931"0"0,-14 11 1952 0 0,-24 15 231 0 0,26-18-1502 0 0,-18 12 613 0 0,-21 14 406 0 0,1 2 0 0 0,2 2 0 0 0,-60 63-1 0 0,105-98-1656 0 0,-1 0-1 0 0,0 0 1 0 0,1 0-1 0 0,0 0 1 0 0,0 1-1 0 0,0-1 1 0 0,0 1-1 0 0,0-1 1 0 0,-1 7 0 0 0,3-10-63 0 0,0 1 1 0 0,0 0 0 0 0,0 0 0 0 0,0-1 0 0 0,0 1 0 0 0,0 0 0 0 0,0-1 0 0 0,0 1 0 0 0,0 0 0 0 0,0 0 0 0 0,0-1 0 0 0,1 1 0 0 0,-1 0 0 0 0,0-1 0 0 0,1 1 0 0 0,-1-1 0 0 0,0 1 0 0 0,1 0 0 0 0,-1-1 0 0 0,1 1 0 0 0,0 0 0 0 0,0 0 3 0 0,1 0 0 0 0,0 0 0 0 0,-1 0 0 0 0,1 0 0 0 0,0 0 0 0 0,0-1 0 0 0,-1 1 0 0 0,1 0 0 0 0,0-1 0 0 0,0 0 0 0 0,3 1 0 0 0,11 0 9 0 0,1-1 1 0 0,-1-1-1 0 0,0 0 0 0 0,0-2 0 0 0,25-5 0 0 0,23-4-309 0 0,-36 9-1069 0 0,1 0-3932 0 0,4 0-1966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8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115 314 1840 0 0,'9'-11'1305'0'0,"-1"-1"0"0"0,0 0 0 0 0,-1 0 0 0 0,0-1 0 0 0,-1 1 0 0 0,-1-2 0 0 0,7-19 0 0 0,-8 19-632 0 0,-1 0 0 0 0,0 0 0 0 0,-1-1-1 0 0,0 1 1 0 0,-1-1 0 0 0,-1-21 0 0 0,-1 32-551 0 0,1 0 0 0 0,-1 0-1 0 0,0 0 1 0 0,0 0 0 0 0,0 0 0 0 0,0 0 0 0 0,-1 0-1 0 0,1 0 1 0 0,-1 1 0 0 0,0-1 0 0 0,0 1 0 0 0,-3-4-1 0 0,3 5-51 0 0,-1 0 1 0 0,1 0-1 0 0,0 1 0 0 0,0-1 0 0 0,-1 0 0 0 0,1 1 0 0 0,-1 0 1 0 0,1 0-1 0 0,-1-1 0 0 0,1 1 0 0 0,-1 1 0 0 0,0-1 0 0 0,1 0 0 0 0,-1 1 1 0 0,0-1-1 0 0,0 1 0 0 0,0 0 0 0 0,0 0 0 0 0,-3 1 0 0 0,1-1-47 0 0,0 1 1 0 0,1 1-1 0 0,-1-1 0 0 0,1 1 0 0 0,0 0 0 0 0,-1 0 1 0 0,1 0-1 0 0,0 0 0 0 0,0 1 0 0 0,0-1 0 0 0,0 1 0 0 0,1 0 1 0 0,-1 1-1 0 0,1-1 0 0 0,0 0 0 0 0,0 1 0 0 0,0 0 0 0 0,0 0 1 0 0,1 0-1 0 0,-1 0 0 0 0,1 0 0 0 0,-3 7 0 0 0,0 2 39 0 0,-1 1 0 0 0,2 0-1 0 0,-1 0 1 0 0,2 0-1 0 0,0 0 1 0 0,-1 16-1 0 0,3-20-50 0 0,1 0 0 0 0,0 0 0 0 0,1 0 0 0 0,0 0 0 0 0,0-1-1 0 0,1 1 1 0 0,0 0 0 0 0,1-1 0 0 0,0 1 0 0 0,1-1 0 0 0,0 0-1 0 0,0 0 1 0 0,1 0 0 0 0,0-1 0 0 0,0 0 0 0 0,1 0 0 0 0,0 0-1 0 0,0 0 1 0 0,1-1 0 0 0,9 8 0 0 0,-6-8 6 0 0,0 1 0 0 0,1-1 0 0 0,0-1 0 0 0,0 0 0 0 0,1-1 0 0 0,-1 0 0 0 0,1 0 0 0 0,0-1 0 0 0,0-1-1 0 0,0 0 1 0 0,1-1 0 0 0,-1 0 0 0 0,1-1 0 0 0,0 0 0 0 0,18-2 0 0 0,-17 0-106 0 0,-1-1 0 0 0,0 0 0 0 0,0-1 0 0 0,0 0-1 0 0,-1-1 1 0 0,1 0 0 0 0,-1-1 0 0 0,0-1 0 0 0,0 0-1 0 0,-1-1 1 0 0,1 0 0 0 0,-2 0 0 0 0,1-1 0 0 0,-1-1-1 0 0,13-12 1 0 0,-5 1-943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19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2 110 6913 0 0,'-1'-11'-461'0'0,"3"-15"10390"0"0,4 45-6347 0 0,5 49-2956 0 0,-6-29 99 0 0,12 43-1 0 0,-14-72-645 0 0,0-1 0 0 0,0 1 0 0 0,1-1 0 0 0,0 0 1 0 0,1 0-1 0 0,0 0 0 0 0,1 0 0 0 0,-1-1 0 0 0,12 12 0 0 0,-15-18-85 0 0,0 1 1 0 0,0-1-1 0 0,1 0 1 0 0,-1 0-1 0 0,1 0 0 0 0,-1-1 1 0 0,1 1-1 0 0,0-1 1 0 0,0 1-1 0 0,0-1 1 0 0,-1 0-1 0 0,1 0 0 0 0,0 0 1 0 0,1 0-1 0 0,-1-1 1 0 0,0 1-1 0 0,0-1 1 0 0,0 0-1 0 0,0 0 0 0 0,4 0 1 0 0,-3-1-16 0 0,1 0 1 0 0,-1-1-1 0 0,1 1 1 0 0,-1-1-1 0 0,0 0 1 0 0,0 0-1 0 0,0-1 1 0 0,0 1-1 0 0,0-1 1 0 0,0 0-1 0 0,-1 0 1 0 0,5-4-1 0 0,3-5-47 0 0,0-1 1 0 0,-1 0-1 0 0,0-1 0 0 0,-1-1 1 0 0,0 1-1 0 0,8-21 0 0 0,0-10-314 0 0,15-59-1 0 0,-5 15 455 0 0,-27 88-44 0 0,0 0 0 0 0,0 0 0 0 0,0 0 0 0 0,0 0 0 0 0,0 0 0 0 0,1 0 0 0 0,-1 0 0 0 0,0 0 0 0 0,1 0 0 0 0,-1 0 0 0 0,1 0 1 0 0,-1 0-1 0 0,1 0 0 0 0,0 0 0 0 0,-1 1 0 0 0,1-1 0 0 0,0 0 0 0 0,-1 0 0 0 0,1 1 0 0 0,0-1 0 0 0,0 1 0 0 0,0-1 0 0 0,-1 0 0 0 0,2 1 0 0 0,-1 0 6 0 0,0 1 0 0 0,0 0 0 0 0,-1 0 0 0 0,1 0 0 0 0,0 0 0 0 0,-1 0 0 0 0,1 0-1 0 0,-1 0 1 0 0,1 0 0 0 0,-1 0 0 0 0,1 0 0 0 0,-1 0 0 0 0,0 0 0 0 0,0 0 0 0 0,1 0 0 0 0,-1 2 0 0 0,6 56 363 0 0,11 160 236 0 0,2 85-166 0 0,-18-267-370 0 0,-3-1 0 0 0,0 0 0 0 0,-3 0 0 0 0,-1 0 0 0 0,-1-1 0 0 0,-2 1 1 0 0,-16 39-1 0 0,14-49-45 0 0,-1 0 1 0 0,-1-1-1 0 0,-1 0 1 0 0,-1-1-1 0 0,-2-1 1 0 0,0 0-1 0 0,-1-2 1 0 0,-1 0-1 0 0,-37 31 1 0 0,21-24-1843 0 0,0-2-6652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0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1219 11 11522 0 0,'10'-10'2947'0'0,"-8"16"-649"0"0,-9 23-148 0 0,-285 646 1784 0 0,37-91-3652 0 0,-170 451 69 0 0,268-607 67 0 0,98-259-587 0 0,49-140-310 0 0,-12 51-1 0 0,18-52-209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0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10594 0 0,'0'0'68'0'0,"1"0"-1"0"0,-1 0 1 0 0,1 0 0 0 0,-1 0-1 0 0,1 0 1 0 0,-1 1-1 0 0,1-1 1 0 0,-1 0-1 0 0,1 0 1 0 0,-1 0-1 0 0,1 1 1 0 0,-1-1 0 0 0,0 0-1 0 0,1 0 1 0 0,-1 1-1 0 0,1-1 1 0 0,-1 0-1 0 0,0 1 1 0 0,1-1 0 0 0,-1 1-1 0 0,0-1 1 0 0,1 0-1 0 0,-1 1 1 0 0,0-1-1 0 0,0 1 1 0 0,1-1-1 0 0,-1 1 1 0 0,0-1 0 0 0,0 1-1 0 0,0-1 1 0 0,0 1-1 0 0,0-1 1 0 0,0 1-1 0 0,0 0 1 0 0,8 20 977 0 0,-3 0-66 0 0,-1 0 0 0 0,-1 0 0 0 0,-2 0 0 0 0,0 30 0 0 0,-10 89 973 0 0,7-117-1726 0 0,-37 218 44 0 0,12-97-3417 0 0,24-105-2885 0 0,1-25 769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1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1 544 6449 0 0,'42'-346'2505'0'0,"-8"203"2193"0"0,-33 138-4246 0 0,0 0 0 0 0,1-1 0 0 0,0 1 0 0 0,0 0 0 0 0,1 0 0 0 0,-1 0 0 0 0,6-7-1 0 0,-7 11-367 0 0,-1 1-1 0 0,1-1 0 0 0,-1 1 0 0 0,1-1 0 0 0,0 1 1 0 0,-1-1-1 0 0,1 1 0 0 0,0-1 0 0 0,-1 1 0 0 0,1 0 1 0 0,0-1-1 0 0,0 1 0 0 0,-1 0 0 0 0,1 0 0 0 0,0 0 1 0 0,0-1-1 0 0,0 1 0 0 0,-1 0 0 0 0,1 0 0 0 0,0 0 1 0 0,0 0-1 0 0,0 1 0 0 0,1-1-9 0 0,0 1 1 0 0,0 0-1 0 0,-1-1 0 0 0,1 1 0 0 0,0 0 0 0 0,-1 0 1 0 0,1 1-1 0 0,-1-1 0 0 0,1 0 0 0 0,-1 0 1 0 0,0 1-1 0 0,1-1 0 0 0,0 3 0 0 0,8 9 180 0 0,-1 1-1 0 0,-1 0 1 0 0,0 0-1 0 0,-1 1 0 0 0,-1 0 1 0 0,0 0-1 0 0,6 27 1 0 0,16 121 261 0 0,-14-68-305 0 0,-11-76-174 0 0,0 0-42 0 0,1 1-1 0 0,7 21 1 0 0,-10-37 2 0 0,1 0 0 0 0,-1 0 0 0 0,1 0 1 0 0,-1-1-1 0 0,1 1 0 0 0,1-1 0 0 0,-1 1 0 0 0,0-1 0 0 0,1 0 1 0 0,-1 0-1 0 0,1 0 0 0 0,0 0 0 0 0,0-1 0 0 0,0 1 1 0 0,1-1-1 0 0,6 4 0 0 0,-9-5-2 0 0,1-1 0 0 0,-1 0 0 0 0,1 0 0 0 0,0 1 1 0 0,0-1-1 0 0,-1 0 0 0 0,1 0 0 0 0,0-1 0 0 0,-1 1 0 0 0,1 0 1 0 0,-1-1-1 0 0,1 1 0 0 0,0-1 0 0 0,-1 1 0 0 0,1-1 0 0 0,-1 0 0 0 0,1 1 1 0 0,-1-1-1 0 0,1 0 0 0 0,-1 0 0 0 0,0 0 0 0 0,1 0 0 0 0,-1-1 0 0 0,0 1 1 0 0,0 0-1 0 0,0 0 0 0 0,0-1 0 0 0,1-1 0 0 0,26-44-186 0 0,-8-1 157 0 0,25-87-1 0 0,-35 98 35 0 0,1 0 0 0 0,2 1 1 0 0,2 0-1 0 0,35-61 1 0 0,-48 93 27 0 0,1 0 0 0 0,0 0-1 0 0,-1 1 1 0 0,2-1 0 0 0,-1 1 0 0 0,0 0 0 0 0,1 0 0 0 0,4-3 0 0 0,-7 5-13 0 0,0 1 1 0 0,0 0 0 0 0,0-1-1 0 0,0 1 1 0 0,0-1 0 0 0,0 1-1 0 0,0 0 1 0 0,0 0-1 0 0,0 0 1 0 0,0 0 0 0 0,0-1-1 0 0,0 1 1 0 0,0 1 0 0 0,0-1-1 0 0,1 0 1 0 0,-1 0-1 0 0,0 0 1 0 0,0 1 0 0 0,0-1-1 0 0,0 0 1 0 0,0 1-1 0 0,0-1 1 0 0,0 1 0 0 0,0-1-1 0 0,0 1 1 0 0,0 0 0 0 0,-1-1-1 0 0,1 1 1 0 0,0 0-1 0 0,0-1 1 0 0,0 1 0 0 0,-1 0-1 0 0,1 0 1 0 0,0 0 0 0 0,-1 0-1 0 0,1 0 1 0 0,-1 0-1 0 0,1 1 1 0 0,8 13 105 0 0,-2 0-1 0 0,1 1 1 0 0,-2 0 0 0 0,8 29-1 0 0,10 72 226 0 0,-9-37-200 0 0,32 88-460 0 0,-23-98-6617 0 0,-12-42-440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1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0 133 8754 0 0,'0'0'59'0'0,"0"-1"1"0"0,1 1-1 0 0,-1 0 1 0 0,0 0-1 0 0,0 0 1 0 0,1 0-1 0 0,-1 0 1 0 0,0-1-1 0 0,0 1 1 0 0,1 0 0 0 0,-1 0-1 0 0,0 0 1 0 0,0 0-1 0 0,1 0 1 0 0,-1 0-1 0 0,0 0 1 0 0,1 0-1 0 0,-1 0 1 0 0,0 0-1 0 0,0 0 1 0 0,1 0-1 0 0,-1 0 1 0 0,0 0-1 0 0,1 0 1 0 0,-1 0-1 0 0,0 1 1 0 0,0-1-1 0 0,1 0 1 0 0,-1 0-1 0 0,0 0 1 0 0,0 0-1 0 0,1 0 1 0 0,-1 1-1 0 0,0-1 1 0 0,0 0-1 0 0,0 0 1 0 0,1 0-1 0 0,-1 1 1 0 0,0-1-1 0 0,0 0 1 0 0,0 0-1 0 0,0 1 1 0 0,0-1-1 0 0,1 0 1 0 0,-1 0-1 0 0,0 1 1 0 0,3 20 1956 0 0,-5 24 652 0 0,0-34-2150 0 0,1 0-1 0 0,1-1 0 0 0,-1 1 0 0 0,2 0 0 0 0,0-1 0 0 0,3 20 0 0 0,-3-28-492 0 0,0 1 1 0 0,-1-1 0 0 0,1 0-1 0 0,0 0 1 0 0,0 0 0 0 0,1 0-1 0 0,-1 0 1 0 0,0 0 0 0 0,1 0-1 0 0,-1 0 1 0 0,1-1 0 0 0,0 1-1 0 0,-1 0 1 0 0,1-1 0 0 0,0 1-1 0 0,0-1 1 0 0,0 0 0 0 0,0 0-1 0 0,0 0 1 0 0,0 0 0 0 0,0 0-1 0 0,1 0 1 0 0,-1 0 0 0 0,0-1-1 0 0,1 1 1 0 0,-1-1 0 0 0,0 1-1 0 0,1-1 1 0 0,-1 0 0 0 0,0 0-1 0 0,1 0 1 0 0,-1-1 0 0 0,0 1-1 0 0,1 0 1 0 0,-1-1 0 0 0,4-1-1 0 0,-1 1 4 0 0,-1 0-1 0 0,1 0 1 0 0,-1-1-1 0 0,1 1 1 0 0,-1-1-1 0 0,0 0 1 0 0,0-1-1 0 0,1 1 0 0 0,-2-1 1 0 0,1 0-1 0 0,0 0 1 0 0,-1 0-1 0 0,1 0 1 0 0,-1 0-1 0 0,0-1 1 0 0,5-6-1 0 0,-4 3 11 0 0,-1 1-1 0 0,0-1 0 0 0,0 0 1 0 0,0 0-1 0 0,-1-1 1 0 0,0 1-1 0 0,0 0 1 0 0,-1-1-1 0 0,1-13 0 0 0,-1 9-35 0 0,-1 0-1 0 0,-1 0 0 0 0,0 0 1 0 0,0 0-1 0 0,-1 0 0 0 0,-1 0 0 0 0,0 0 1 0 0,-1 1-1 0 0,0-1 0 0 0,-1 1 0 0 0,0 0 1 0 0,-13-20-1 0 0,17 29-59 0 0,-1 0 0 0 0,0 0-1 0 0,0-1 1 0 0,0 1 0 0 0,0 0 0 0 0,0 1 0 0 0,-1-1 0 0 0,1 0-1 0 0,-1 1 1 0 0,1-1 0 0 0,-1 1 0 0 0,0 0 0 0 0,1 0-1 0 0,-1 0 1 0 0,0 0 0 0 0,0 0 0 0 0,1 1 0 0 0,-1-1 0 0 0,0 1-1 0 0,0 0 1 0 0,0-1 0 0 0,0 1 0 0 0,-3 1 0 0 0,4 0-193 0 0,-1-1 0 0 0,1 1 0 0 0,0 0 0 0 0,-1 0 0 0 0,1 0 0 0 0,0 0 0 0 0,0 0 0 0 0,0 1 0 0 0,0-1 1 0 0,0 1-1 0 0,0-1 0 0 0,0 1 0 0 0,0 0 0 0 0,1-1 0 0 0,-1 1 0 0 0,1 0 0 0 0,-1 0 0 0 0,1 0 0 0 0,0 1 0 0 0,0-1 1 0 0,0 0-1 0 0,0 0 0 0 0,0 1 0 0 0,0-1 0 0 0,1 0 0 0 0,-1 1 0 0 0,0 3 0 0 0,-1 31-4019 0 0,2-23 3480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1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21 920 0 0,'-1'-21'10326'0'0,"-6"35"-8124"0"0,4 0-1400 0 0,-1-1 0 0 0,2 0 0 0 0,0 0 0 0 0,0 1 0 0 0,2 0 0 0 0,-1-1 0 0 0,3 19 0 0 0,-1-27-726 0 0,0 0 1 0 0,0 0 0 0 0,0 0 0 0 0,0 0-1 0 0,1 0 1 0 0,0-1 0 0 0,0 1 0 0 0,0 0-1 0 0,1-1 1 0 0,3 5 0 0 0,-5-6-81 0 0,1-1 0 0 0,0 0 0 0 0,0-1 0 0 0,0 1 0 0 0,1 0 0 0 0,-1 0 1 0 0,0-1-1 0 0,1 1 0 0 0,-1-1 0 0 0,1 0 0 0 0,-1 0 0 0 0,1 0 0 0 0,0 0 0 0 0,-1 0 0 0 0,1-1 0 0 0,0 1 0 0 0,-1-1 1 0 0,1 1-1 0 0,5-1 0 0 0,-5 0-20 0 0,0 0 0 0 0,0-1 0 0 0,0 1 1 0 0,0-1-1 0 0,0 1 0 0 0,0-1 0 0 0,0 0 1 0 0,0 0-1 0 0,0 0 0 0 0,0-1 0 0 0,0 1 1 0 0,0-1-1 0 0,-1 1 0 0 0,1-1 0 0 0,-1 0 1 0 0,1 0-1 0 0,-1 0 0 0 0,0 0 0 0 0,1-1 1 0 0,-1 1-1 0 0,0 0 0 0 0,2-5 0 0 0,2-4 13 0 0,-1 0-1 0 0,0-1 0 0 0,0 0 1 0 0,4-18-1 0 0,-7 21 81 0 0,1 0-1 0 0,0 0 1 0 0,0 0-1 0 0,1 1 1 0 0,0-1 0 0 0,0 1-1 0 0,7-9 1 0 0,-11 17-53 0 0,0-1 0 0 0,1 1 0 0 0,-1 0 1 0 0,0-1-1 0 0,1 1 0 0 0,-1-1 0 0 0,1 1 1 0 0,-1 0-1 0 0,0-1 0 0 0,1 1 0 0 0,-1 0 1 0 0,1-1-1 0 0,-1 1 0 0 0,1 0 0 0 0,0 0 1 0 0,-1 0-1 0 0,1 0 0 0 0,-1-1 0 0 0,1 1 1 0 0,-1 0-1 0 0,1 0 0 0 0,-1 0 0 0 0,1 0 1 0 0,0 0-1 0 0,-1 0 0 0 0,1 0 0 0 0,-1 0 1 0 0,1 1-1 0 0,0-1 0 0 0,12 14 309 0 0,2 23 51 0 0,-15-36-365 0 0,16 62 357 0 0,-12-45-677 0 0,0 0 0 0 0,2 0 1 0 0,0 0-1 0 0,0 0 0 0 0,17 28 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1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2 3225 0 0,'-4'-1'434'0'0,"0"1"0"0"0,0-1 1 0 0,0 1-1 0 0,-1 0 0 0 0,1 1 1 0 0,0-1-1 0 0,0 1 0 0 0,0 0 1 0 0,0 0-1 0 0,0 0 0 0 0,0 0 1 0 0,0 1-1 0 0,1-1 0 0 0,-1 1 1 0 0,0 0-1 0 0,1 0 0 0 0,-1 0 1 0 0,1 1-1 0 0,0-1 0 0 0,0 1 1 0 0,0 0-1 0 0,-5 6 0 0 0,5-6-201 0 0,0 1-1 0 0,0 0 1 0 0,0-1 0 0 0,1 1-1 0 0,-1 0 1 0 0,1 0-1 0 0,0 0 1 0 0,0 1 0 0 0,1-1-1 0 0,-1 0 1 0 0,1 1-1 0 0,0-1 1 0 0,0 1-1 0 0,1 0 1 0 0,-1-1 0 0 0,1 1-1 0 0,0-1 1 0 0,0 1-1 0 0,1 0 1 0 0,0 5 0 0 0,3 0-135 0 0,0 0 0 0 0,1 0 0 0 0,0-1 0 0 0,1 1 0 0 0,0-1 0 0 0,0 0 0 0 0,14 13 0 0 0,-12-13-187 0 0,0 1-1 0 0,0 0 1 0 0,-1 0-1 0 0,-1 0 1 0 0,9 18 0 0 0,-15-26 10 0 0,1 0-1 0 0,0 0 1 0 0,-1 0 0 0 0,1 0 0 0 0,-1 0 0 0 0,0 1 0 0 0,0-1 0 0 0,0 0 0 0 0,0 0 0 0 0,0 0 0 0 0,0 0 0 0 0,-1 1 0 0 0,1-1 0 0 0,0 0 0 0 0,-1 0-1 0 0,0 0 1 0 0,0 0 0 0 0,0 0 0 0 0,1 0 0 0 0,-2 0 0 0 0,1 0 0 0 0,0 0 0 0 0,0-1 0 0 0,-1 1 0 0 0,1 0 0 0 0,-1-1 0 0 0,-1 2 0 0 0,-2 2-204 0 0,-1-1 0 0 0,1 0 0 0 0,-1 0 0 0 0,0-1 0 0 0,0 0 0 0 0,-1 0 1 0 0,-8 3-1 0 0,-9 2-520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2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24 355 7802 0 0,'9'-3'287'0'0,"1"-1"1"0"0,-1 0 0 0 0,-1 0-1 0 0,1-1 1 0 0,-1 0 0 0 0,1-1 0 0 0,-2 1-1 0 0,1-2 1 0 0,-1 1 0 0 0,1-1-1 0 0,-2 0 1 0 0,1-1 0 0 0,-1 1 0 0 0,0-1-1 0 0,-1-1 1 0 0,7-13 0 0 0,-7 14-35 0 0,-1 1 1 0 0,-1-1-1 0 0,0 0 1 0 0,0-1-1 0 0,0 1 1 0 0,-1 0-1 0 0,0-1 1 0 0,-1 0-1 0 0,0 1 1 0 0,0-1-1 0 0,-1 0 1 0 0,0 1-1 0 0,0-1 1 0 0,-1 0-1 0 0,-1 1 1 0 0,1-1-1 0 0,-1 1 0 0 0,-1-1 1 0 0,-4-11-1 0 0,6 18-223 0 0,0 0 0 0 0,0 0 0 0 0,0 0 0 0 0,0 0 0 0 0,0 1 0 0 0,0-1-1 0 0,-1 0 1 0 0,1 0 0 0 0,-1 1 0 0 0,0-1 0 0 0,1 1 0 0 0,-1 0-1 0 0,0-1 1 0 0,0 1 0 0 0,0 0 0 0 0,0 0 0 0 0,0 0 0 0 0,0 0 0 0 0,0 0-1 0 0,0 1 1 0 0,0-1 0 0 0,0 1 0 0 0,0-1 0 0 0,-1 1 0 0 0,1 0 0 0 0,0 0-1 0 0,0 0 1 0 0,0 0 0 0 0,-1 0 0 0 0,1 0 0 0 0,0 0 0 0 0,0 1-1 0 0,0-1 1 0 0,-1 1 0 0 0,1 0 0 0 0,0 0 0 0 0,0 0 0 0 0,0 0 0 0 0,0 0-1 0 0,0 0 1 0 0,-2 2 0 0 0,-3 2 17 0 0,-1 0 0 0 0,1 1 0 0 0,1-1 0 0 0,-1 2 0 0 0,1-1 0 0 0,0 0 0 0 0,1 1 0 0 0,-1 0 0 0 0,-5 10 0 0 0,8-10-68 0 0,0-1 1 0 0,0 1-1 0 0,1-1 1 0 0,-1 1-1 0 0,2 0 1 0 0,-1 0-1 0 0,1 0 1 0 0,0 0 0 0 0,0 1-1 0 0,1-1 1 0 0,-1 0-1 0 0,2 0 1 0 0,-1 0-1 0 0,1 0 1 0 0,0 1-1 0 0,4 11 1 0 0,-1-10 119 0 0,-1 0 0 0 0,2 0 1 0 0,-1 0-1 0 0,1 0 0 0 0,1 0 0 0 0,-1-1 1 0 0,2 0-1 0 0,-1-1 0 0 0,1 1 0 0 0,0-1 0 0 0,10 8 1 0 0,-7-8-148 0 0,0 1 1 0 0,0-2-1 0 0,1 1 1 0 0,-1-1-1 0 0,2-1 1 0 0,-1 0-1 0 0,0-1 1 0 0,1 0-1 0 0,14 3 1 0 0,-17-6-335 0 0,-1 0 0 0 0,1 0 1 0 0,-1 0-1 0 0,1-1 0 0 0,0 0 0 0 0,-1-1 1 0 0,1 0-1 0 0,-1 0 0 0 0,1-1 1 0 0,-1 0-1 0 0,0 0 0 0 0,0-1 0 0 0,11-5 1 0 0,-11 4-744 0 0,0-1 1 0 0,-1 0 0 0 0,1-1-1 0 0,-1 1 1 0 0,0-1 0 0 0,7-8-1 0 0,-8 6 709 0 0,1 0 0 0 0,-1-1 0 0 0,-1 0 0 0 0,1 1 0 0 0,3-11 0 0 0,-4 7 411 0 0,0-1 0 0 0,-1 1 0 0 0,-1-1 0 0 0,0 0 0 0 0,-1 0 0 0 0,0 0 0 0 0,-1 0 0 0 0,0 0 0 0 0,-2-15 0 0 0,1 26 50 0 0,0 1 0 0 0,0 0-1 0 0,0 0 1 0 0,-1 0 0 0 0,2 0 0 0 0,-1-1 0 0 0,0 1 0 0 0,0 0 0 0 0,0 0-1 0 0,0 0 1 0 0,1-1 0 0 0,-1 1 0 0 0,0 0 0 0 0,1 0 0 0 0,-1 0 0 0 0,1 0-1 0 0,0 0 1 0 0,-1 0 0 0 0,2-2 0 0 0,-1 3 133 0 0,0-1 1 0 0,0 1-1 0 0,0 0 1 0 0,-1-1-1 0 0,1 1 0 0 0,0 0 1 0 0,0 0-1 0 0,0 0 1 0 0,0 0-1 0 0,0 0 0 0 0,0 0 1 0 0,-1 0-1 0 0,1 0 1 0 0,0 0-1 0 0,0 0 0 0 0,0 0 1 0 0,0 0-1 0 0,0 1 0 0 0,-1-1 1 0 0,3 1-1 0 0,5 3 1377 0 0,1 1-1 0 0,-1 0 1 0 0,0 0-1 0 0,8 7 1 0 0,-5-3-1092 0 0,0-1-16 0 0,0 1 0 0 0,0 0 1 0 0,-1 1-1 0 0,0 0 0 0 0,-1 0 1 0 0,10 15-1 0 0,-15-20-353 0 0,-1 0-1 0 0,0 0 1 0 0,0 1-1 0 0,0-1 1 0 0,-1 1-1 0 0,1 0 1 0 0,-2 0-1 0 0,1 0 1 0 0,-1 0-1 0 0,1 0 1 0 0,-2 0-1 0 0,1 0 1 0 0,-1 0-1 0 0,0 0 1 0 0,0 0-1 0 0,-2 11 1 0 0,2-17-75 0 0,0 1 1 0 0,0 0 0 0 0,0 0 0 0 0,0-1 0 0 0,0 1 0 0 0,-1 0-1 0 0,1 0 1 0 0,0 0 0 0 0,0-1 0 0 0,-1 1 0 0 0,1 0 0 0 0,-1-1-1 0 0,1 1 1 0 0,-1 0 0 0 0,1-1 0 0 0,-1 1 0 0 0,1-1-1 0 0,-2 2 1 0 0,-5-9 571 0 0,-2-25-110 0 0,8 17-444 0 0,1 1-1 0 0,0-1 1 0 0,2 1-1 0 0,0-1 1 0 0,0 1-1 0 0,1 0 1 0 0,1 0 0 0 0,9-23-1 0 0,-4 15-455 0 0,2-1-1 0 0,1 2 1 0 0,0 0-1 0 0,21-27 1 0 0,-8 15-966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0:2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765 1 11979 0 0,'-6'79'3287'0'0,"-13"73"-955"0"0,-6-1 0 0 0,-56 181 0 0 0,-121 288-1434 0 0,190-586-790 0 0,-43 123 109 0 0,-110 331-133 0 0,39 11 251 0 0,95-319-410 0 0,-10 246 0 0 0,40-359-146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7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73 505 2272 0 0,'-3'1'0'0'0,"0"-1"0"0"0,1 1 0 0 0,-1-1 0 0 0,0 1 0 0 0,0 0 0 0 0,1 0 0 0 0,-1 1 0 0 0,0-1 0 0 0,1 0 0 0 0,-3 2 0 0 0,3-1 0 0 0,0-1 0 0 0,0 0 0 0 0,0 0 0 0 0,0 0 0 0 0,0 0 0 0 0,0 0 0 0 0,0 0 0 0 0,0-1 0 0 0,0 1 0 0 0,0-1 0 0 0,-1 1 0 0 0,1-1 0 0 0,-4 0 0 0 0,5 0 54 0 0,1 0-1 0 0,-1-1 1 0 0,1 1-1 0 0,-1-1 1 0 0,1 1-1 0 0,-1-1 1 0 0,1 1-1 0 0,-1-1 1 0 0,1 1-1 0 0,0-1 1 0 0,-1 1-1 0 0,1-1 1 0 0,0 0-1 0 0,0 1 1 0 0,-1-1-1 0 0,1 1 1 0 0,0-1-1 0 0,0 0 1 0 0,0 1-1 0 0,-1-1 1 0 0,1 0-1 0 0,0 1 1 0 0,0-1-1 0 0,0 0 1 0 0,0 1-1 0 0,1-1 1 0 0,-1 0-1 0 0,0 1 1 0 0,0-1-1 0 0,0 0 1 0 0,0 1-1 0 0,1-1 1 0 0,-1 0-1 0 0,0 1 1 0 0,0-1-1 0 0,1 1 1 0 0,-1-1-1 0 0,1 0 1 0 0,13-29 1458 0 0,-13 28-1292 0 0,20-35 931 0 0,2 1 0 0 0,2 0-1 0 0,1 2 1 0 0,49-49 0 0 0,135-109-468 0 0,-179 166-856 0 0,2-2-227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8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7834 0 0,'40'-3'2226'0'0,"-35"2"-2016"0"0,0 0-1 0 0,1 0 1 0 0,-1 1-1 0 0,1-1 1 0 0,-1 1-1 0 0,1 1 1 0 0,-1-1 0 0 0,0 1-1 0 0,1 0 1 0 0,-1 0-1 0 0,1 0 1 0 0,-1 1-1 0 0,0-1 1 0 0,0 2-1 0 0,0-1 1 0 0,0 0 0 0 0,0 1-1 0 0,8 6 1 0 0,5 7 70 0 0,-1 2 0 0 0,0 0 1 0 0,-1 1-1 0 0,-1 0 1 0 0,-1 1-1 0 0,22 42 0 0 0,-9-7-325 0 0,31 93-1 0 0,-25-54-2187 0 0,-25-72-2749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8.6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9 322 5529 0 0,'-1'0'14'0'0,"1"0"0"0"0,0 0 1 0 0,0 0-1 0 0,-1 0 0 0 0,1 0 0 0 0,0 0 0 0 0,-1 0 0 0 0,1 0 0 0 0,0 0 1 0 0,0 0-1 0 0,-1 0 0 0 0,1 0 0 0 0,0 0 0 0 0,-1 0 0 0 0,1 0 0 0 0,0 0 1 0 0,0-1-1 0 0,-1 1 0 0 0,1 0 0 0 0,0 0 0 0 0,0 0 0 0 0,0 0 0 0 0,-1-1 1 0 0,1 1-1 0 0,0 0 0 0 0,0 0 0 0 0,0-1 0 0 0,0 1 0 0 0,-1 0 0 0 0,1 0 1 0 0,0-1-1 0 0,0 1 0 0 0,0 0 0 0 0,0 0 0 0 0,0-1 0 0 0,0 1 0 0 0,0 0 1 0 0,0-1-1 0 0,0 1 0 0 0,0 0 0 0 0,0 0 0 0 0,0-1 0 0 0,0 1 0 0 0,11-12 587 0 0,24-5 706 0 0,-29 16-1085 0 0,0 1-1 0 0,0-1 0 0 0,0 2 1 0 0,0-1-1 0 0,1 1 1 0 0,-1-1-1 0 0,0 2 1 0 0,0-1-1 0 0,-1 1 1 0 0,1 0-1 0 0,0 0 0 0 0,0 0 1 0 0,-1 1-1 0 0,1 0 1 0 0,-1 0-1 0 0,0 0 1 0 0,0 1-1 0 0,5 4 0 0 0,-1 0-139 0 0,0-1-1 0 0,-1 2 0 0 0,0-1 0 0 0,0 1 0 0 0,-1 0 0 0 0,0 0 0 0 0,0 1 0 0 0,8 18 0 0 0,-15-28-63 0 0,0 1 0 0 0,1-1 1 0 0,-1 0-1 0 0,0 0 0 0 0,0 0 0 0 0,0 0 0 0 0,0 0 0 0 0,0 0 1 0 0,0 0-1 0 0,0 0 0 0 0,0 1 0 0 0,1-1 0 0 0,-1 0 0 0 0,0 0 1 0 0,0 0-1 0 0,0 0 0 0 0,0 0 0 0 0,0 0 0 0 0,0 1 0 0 0,0-1 1 0 0,0 0-1 0 0,0 0 0 0 0,0 0 0 0 0,0 0 0 0 0,0 0 0 0 0,0 1 1 0 0,0-1-1 0 0,0 0 0 0 0,0 0 0 0 0,0 0 0 0 0,0 0 0 0 0,0 0 1 0 0,0 1-1 0 0,0-1 0 0 0,0 0 0 0 0,0 0 0 0 0,0 0 0 0 0,-1 0 1 0 0,1 0-1 0 0,0 1 0 0 0,0-1 0 0 0,0 0 0 0 0,0 0 0 0 0,0 0 1 0 0,0 0-1 0 0,0 0 0 0 0,0 0 0 0 0,-1 0 0 0 0,1 0 0 0 0,0 0 0 0 0,0 0 1 0 0,0 1-1 0 0,0-1 0 0 0,0 0 0 0 0,-1 0 0 0 0,1 0 0 0 0,0 0 1 0 0,0 0-1 0 0,0 0 0 0 0,0 0 0 0 0,-13-6 858 0 0,-10-12 203 0 0,14 8-1039 0 0,0 0 0 0 0,1-1 0 0 0,1 0 0 0 0,0 0-1 0 0,0 0 1 0 0,1-1 0 0 0,1 0 0 0 0,0 0 0 0 0,0-1 0 0 0,2 1-1 0 0,-1-1 1 0 0,2 0 0 0 0,-3-16 0 0 0,4 10-637 0 0,0-1 1 0 0,1 1 0 0 0,0 0-1 0 0,2 0 1 0 0,0 0-1 0 0,1 0 1 0 0,1 0-1 0 0,10-26 1 0 0,-6 23-3627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9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80 349 1376 0 0,'-10'-6'1854'0'0,"9"5"-1730"0"0,0 0 0 0 0,0 0-1 0 0,0 0 1 0 0,0 0 0 0 0,0 0-1 0 0,0 1 1 0 0,0-1 0 0 0,0 0-1 0 0,-1 1 1 0 0,1-1 0 0 0,0 1-1 0 0,-1 0 1 0 0,1-1 0 0 0,0 1-1 0 0,-3 0 1 0 0,2 0 56 0 0,-1 1 0 0 0,1-1 1 0 0,0 1-1 0 0,0 0 0 0 0,0 0 0 0 0,0 0 0 0 0,0 0 1 0 0,0 0-1 0 0,0 0 0 0 0,0 0 0 0 0,0 1 0 0 0,1-1 1 0 0,-1 1-1 0 0,0-1 0 0 0,1 1 0 0 0,-1 0 0 0 0,1 0 0 0 0,0 0 1 0 0,0-1-1 0 0,0 1 0 0 0,0 0 0 0 0,0 0 0 0 0,0 1 1 0 0,0-1-1 0 0,0 0 0 0 0,1 0 0 0 0,-1 0 0 0 0,1 5 1 0 0,-3 7 269 0 0,2 1 1 0 0,0 0 0 0 0,1 19-1 0 0,0-18-68 0 0,0 4 9 0 0,0 8 221 0 0,5 44 0 0 0,-5-66-588 0 0,1 0 0 0 0,0 0 0 0 0,1 0 0 0 0,-1 0 0 0 0,1 0 0 0 0,1-1 1 0 0,-1 1-1 0 0,1 0 0 0 0,0-1 0 0 0,0 0 0 0 0,0 0 0 0 0,1 0 0 0 0,5 6 0 0 0,-8-10-26 0 0,0 0 0 0 0,0 0 0 0 0,0 0 0 0 0,0-1 0 0 0,0 1-1 0 0,0 0 1 0 0,0-1 0 0 0,0 1 0 0 0,0-1 0 0 0,0 1 0 0 0,0-1 0 0 0,0 1 0 0 0,0-1 0 0 0,0 0-1 0 0,1 1 1 0 0,-1-1 0 0 0,0 0 0 0 0,0 0 0 0 0,0 0 0 0 0,1 0 0 0 0,-1 0 0 0 0,0 0 0 0 0,0-1 0 0 0,0 1-1 0 0,0 0 1 0 0,1 0 0 0 0,0-1 0 0 0,0-1-18 0 0,0 1 0 0 0,1-1-1 0 0,-1 1 1 0 0,0-1 0 0 0,0 0 0 0 0,-1 0-1 0 0,1 0 1 0 0,0 0 0 0 0,-1 0 0 0 0,1-1 0 0 0,1-3-1 0 0,1-2-105 0 0,0 0 0 0 0,-1 0 0 0 0,0 0 0 0 0,0-1 0 0 0,-1 1 0 0 0,2-16 0 0 0,-4 7-115 0 0,-1 0-1 0 0,-4-22 1 0 0,3 29 197 0 0,0 0-1 0 0,1-1 0 0 0,0 1 1 0 0,0 0-1 0 0,1-1 1 0 0,1 1-1 0 0,0-1 0 0 0,0 1 1 0 0,4-11-1 0 0,-5 19 44 0 0,0 1-1 0 0,1 0 1 0 0,-1 0-1 0 0,0 0 1 0 0,1 0 0 0 0,-1 0-1 0 0,1 0 1 0 0,-1 0-1 0 0,1 0 1 0 0,0 0-1 0 0,-1 0 1 0 0,1 0-1 0 0,0 0 1 0 0,0 0-1 0 0,0 0 1 0 0,-1 1-1 0 0,1-1 1 0 0,0 0 0 0 0,0 0-1 0 0,0 1 1 0 0,0-1-1 0 0,0 1 1 0 0,1-1-1 0 0,-1 1 1 0 0,2-1-1 0 0,-2 1 6 0 0,1 1-1 0 0,0-1 0 0 0,-1 0 0 0 0,1 1 0 0 0,0-1 0 0 0,-1 1 0 0 0,1 0 0 0 0,-1-1 1 0 0,1 1-1 0 0,-1 0 0 0 0,1 0 0 0 0,-1 0 0 0 0,0 0 0 0 0,1 0 0 0 0,1 2 1 0 0,6 7 161 0 0,0 1 0 0 0,-1 0 1 0 0,11 17-1 0 0,-15-21 83 0 0,-1-2-198 0 0,0 0 0 0 0,1 0 0 0 0,0 0 0 0 0,0 0 0 0 0,0 0 0 0 0,0-1 0 0 0,1 0 1 0 0,0 0-1 0 0,0 0 0 0 0,0 0 0 0 0,0-1 0 0 0,0 0 0 0 0,1 0 0 0 0,0 0 0 0 0,-1-1 0 0 0,1 0 0 0 0,0 0 1 0 0,0-1-1 0 0,0 1 0 0 0,0-1 0 0 0,0 0 0 0 0,10 0 0 0 0,-16-2-50 0 0,1 1 0 0 0,-1 0 0 0 0,0 0 0 0 0,1 0 0 0 0,-1 0 0 0 0,1 0 0 0 0,-1 0 0 0 0,1 0 0 0 0,-1 0 0 0 0,1-1 0 0 0,-1 1 0 0 0,0 0 0 0 0,1 0 0 0 0,-1-1 0 0 0,1 1 0 0 0,-1 0 0 0 0,0-1 0 0 0,1 1 0 0 0,-1 0 0 0 0,0-1 0 0 0,0 1 0 0 0,1 0 0 0 0,-1-1 0 0 0,0 1 0 0 0,0-1 0 0 0,1 1 0 0 0,-1-1 0 0 0,0 0 0 0 0,2-19 0 0 0,-11-31 0 0 0,6 37 0 0 0,2 8 0 0 0,-5-30-69 0 0,-3-55 0 0 0,9 81 56 0 0,0 0-1 0 0,0 1 1 0 0,1-1 0 0 0,0 0 0 0 0,1 0-1 0 0,0 1 1 0 0,1-1 0 0 0,0 1 0 0 0,0 0-1 0 0,9-17 1 0 0,-12 25 23 0 0,1 0 0 0 0,-1 0 1 0 0,1 0-1 0 0,0 1 0 0 0,-1-1 0 0 0,1 0 0 0 0,0 0 1 0 0,0 1-1 0 0,-1-1 0 0 0,1 0 0 0 0,0 1 0 0 0,0-1 1 0 0,0 1-1 0 0,0-1 0 0 0,0 1 0 0 0,0-1 0 0 0,0 1 1 0 0,0 0-1 0 0,0-1 0 0 0,0 1 0 0 0,0 0 0 0 0,0 0 1 0 0,0 0-1 0 0,0 0 0 0 0,0 0 0 0 0,0 0 0 0 0,0 0 1 0 0,0 0-1 0 0,0 0 0 0 0,0 0 0 0 0,0 1 1 0 0,0-1-1 0 0,0 0 0 0 0,0 1 0 0 0,0-1 0 0 0,0 1 1 0 0,0-1-1 0 0,-1 1 0 0 0,1-1 0 0 0,0 1 0 0 0,0-1 1 0 0,0 1-1 0 0,-1 0 0 0 0,1 0 0 0 0,0-1 0 0 0,-1 1 1 0 0,2 1-1 0 0,6 7 315 0 0,-1 0 0 0 0,0 0 0 0 0,9 16 0 0 0,-8-12-103 0 0,-3-6-201 0 0,0 0-1 0 0,0 0 0 0 0,1-1 1 0 0,0 0-1 0 0,0 0 0 0 0,0-1 1 0 0,0 1-1 0 0,1-1 0 0 0,0-1 1 0 0,0 1-1 0 0,1-1 0 0 0,10 4 0 0 0,-23-46 261 0 0,0 15-139 0 0,1 1 0 0 0,1-1 0 0 0,1 0 0 0 0,1 0 0 0 0,2 0 1 0 0,0 0-1 0 0,1 0 0 0 0,1 0 0 0 0,8-29 0 0 0,-11 50-140 0 0,1 1 0 0 0,-1-1 1 0 0,0 1-1 0 0,1 0 0 0 0,0-1 0 0 0,-1 1 0 0 0,1 0 0 0 0,0-1 1 0 0,-1 1-1 0 0,1 0 0 0 0,0 0 0 0 0,0 0 0 0 0,0 0 0 0 0,0 0 0 0 0,0 0 1 0 0,0 0-1 0 0,1 0 0 0 0,1-1 0 0 0,-2 2 2 0 0,-1 0 0 0 0,1-1 0 0 0,0 1 1 0 0,0 0-1 0 0,0 0 0 0 0,0 0 0 0 0,0 0 0 0 0,0 1 0 0 0,0-1 1 0 0,0 0-1 0 0,0 0 0 0 0,0 0 0 0 0,0 1 0 0 0,0-1 0 0 0,0 1 0 0 0,0-1 1 0 0,0 1-1 0 0,0-1 0 0 0,-1 1 0 0 0,2 0 0 0 0,6 6 50 0 0,-1 0 0 0 0,-1 0 1 0 0,1 1-1 0 0,8 13 0 0 0,-2-3 94 0 0,4 1-713 0 0,1-1 0 0 0,0-1 1 0 0,26 17-1 0 0,-27-21-5354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9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3 8290 0 0,'-1'0'68'0'0,"0"-1"1"0"0,-1 1-1 0 0,1 0 0 0 0,0-1 1 0 0,0 1-1 0 0,0 0 1 0 0,0 0-1 0 0,-1-1 0 0 0,1 1 1 0 0,0 0-1 0 0,0 0 1 0 0,0 0-1 0 0,0 1 0 0 0,-1-1 1 0 0,1 0-1 0 0,0 0 1 0 0,0 1-1 0 0,0-1 0 0 0,0 0 1 0 0,0 1-1 0 0,0-1 1 0 0,-1 1-1 0 0,1 0 0 0 0,-1 0 1 0 0,-1 2 67 0 0,0 0-1 0 0,0 0 1 0 0,0 0 0 0 0,1 0 0 0 0,-1 0 0 0 0,1 0-1 0 0,-3 6 1 0 0,-3 6 412 0 0,1 0 0 0 0,-8 27-1 0 0,9-23-153 0 0,-3 5 353 0 0,-6 38 0 0 0,14-57-642 0 0,0 0 1 0 0,0 0-1 0 0,0 0 0 0 0,1 0 1 0 0,0 0-1 0 0,0 0 1 0 0,1 0-1 0 0,-1 0 1 0 0,1 0-1 0 0,0 0 0 0 0,0 0 1 0 0,1-1-1 0 0,-1 1 1 0 0,4 6-1 0 0,-3-10-92 0 0,-1 1 0 0 0,1-1 0 0 0,-1 0 0 0 0,1 1 0 0 0,0-1 0 0 0,0 0 0 0 0,-1 0 0 0 0,1 0-1 0 0,0 0 1 0 0,0-1 0 0 0,0 1 0 0 0,0-1 0 0 0,0 1 0 0 0,0-1 0 0 0,0 1 0 0 0,0-1 0 0 0,0 0 0 0 0,1 0 0 0 0,-1 0 0 0 0,0 0 0 0 0,0-1 0 0 0,0 1-1 0 0,3-1 1 0 0,5-1-67 0 0,0 0 0 0 0,-1-1 0 0 0,15-5-1 0 0,4-5-12 0 0,35-13-97 0 0,-58 24 156 0 0,0 1-1 0 0,0 0 1 0 0,1 0 0 0 0,-1 0-1 0 0,0 0 1 0 0,1 1 0 0 0,-1 0-1 0 0,0 0 1 0 0,11 2 0 0 0,-16-2 11 0 0,1 0 1 0 0,0 0-1 0 0,0 0 1 0 0,-1 1 0 0 0,1-1-1 0 0,-1 0 1 0 0,1 1-1 0 0,0-1 1 0 0,-1 1-1 0 0,1-1 1 0 0,-1 1 0 0 0,1-1-1 0 0,-1 1 1 0 0,1-1-1 0 0,-1 1 1 0 0,1-1-1 0 0,-1 1 1 0 0,1 0-1 0 0,-1-1 1 0 0,0 1 0 0 0,1 0-1 0 0,-1-1 1 0 0,0 1-1 0 0,0 0 1 0 0,0-1-1 0 0,1 2 1 0 0,-3 24-27 0 0,-14 23 114 0 0,8-34-238 0 0,0-1 1 0 0,-19 25-1 0 0,20-29-605 0 0,-3 4-4611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0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56 374 5529 0 0,'0'-2'141'0'0,"1"1"0"0"0,-1-1 0 0 0,0 1 0 0 0,1-1 0 0 0,0 1-1 0 0,-1 0 1 0 0,1 0 0 0 0,0-1 0 0 0,-1 1 0 0 0,1 0 0 0 0,0 0 0 0 0,0 0 0 0 0,0-1 0 0 0,0 1-1 0 0,0 0 1 0 0,0 0 0 0 0,1 1 0 0 0,-1-1 0 0 0,0 0 0 0 0,0 0 0 0 0,1 1 0 0 0,-1-1-1 0 0,0 0 1 0 0,1 1 0 0 0,-1 0 0 0 0,1-1 0 0 0,-1 1 0 0 0,1 0 0 0 0,-1-1 0 0 0,0 1 0 0 0,1 0-1 0 0,-1 0 1 0 0,1 0 0 0 0,-1 1 0 0 0,1-1 0 0 0,-1 0 0 0 0,1 0 0 0 0,-1 1 0 0 0,1-1-1 0 0,-1 1 1 0 0,0-1 0 0 0,1 1 0 0 0,-1 0 0 0 0,0-1 0 0 0,3 3 0 0 0,0 0 294 0 0,1 0 1 0 0,-1 1-1 0 0,0 0 0 0 0,0 0 1 0 0,0 0-1 0 0,0 0 1 0 0,-1 1-1 0 0,0 0 1 0 0,0-1-1 0 0,5 11 1 0 0,13 54 1101 0 0,-19-55-1871 0 0,2 0 0 0 0,0 0 0 0 0,0-1 0 0 0,2 0-1 0 0,-1 0 1 0 0,14 20 0 0 0</inkml:trace>
  <inkml:trace contextRef="#ctx0" brushRef="#br0" timeOffset="1">65 79 10594 0 0,'-24'-25'1056'0'0,"-14"-16"-967"0"0,38 40-138 0 0,0 1 1 0 0,0 0-1 0 0,-1 0 1 0 0,1 0-1 0 0,0 0 1 0 0,0 0 0 0 0,0 0-1 0 0,0-1 1 0 0,0 1-1 0 0,-1 0 1 0 0,1 0-1 0 0,0 0 1 0 0,0 0 0 0 0,0-1-1 0 0,0 1 1 0 0,0 0-1 0 0,0 0 1 0 0,0 0-1 0 0,0 0 1 0 0,0-1 0 0 0,0 1-1 0 0,0 0 1 0 0,0 0-1 0 0,0 0 1 0 0,0-1-1 0 0,0 1 1 0 0,0 0 0 0 0,0 0-1 0 0,0 0 1 0 0,0-1-1 0 0,0 1 1 0 0,0 0-1 0 0,0 0 1 0 0,0 0 0 0 0,0-1-1 0 0,0 1 1 0 0,0 0-1 0 0,1 0 1 0 0,-1 0-1 0 0,0 0 1 0 0,0 0 0 0 0,0-1-1 0 0,0 1 1 0 0,0 0-1 0 0,1 0 1 0 0,-1 0 0 0 0,0 0-1 0 0,0 0 1 0 0,0 0-1 0 0,0 0 1 0 0,1-1-1 0 0,-1 1 1 0 0,0 0 0 0 0,0 0-1 0 0,1 0 1 0 0,2-2-1115 0 0,0 0 813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0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 3225 0 0,'1'-1'57'0'0,"-1"1"-1"0"0,0-1 1 0 0,0 1 0 0 0,1-1 0 0 0,-1 1 0 0 0,1-1 0 0 0,-1 1-1 0 0,0-1 1 0 0,1 1 0 0 0,-1 0 0 0 0,1-1 0 0 0,-1 1 0 0 0,1 0-1 0 0,-1-1 1 0 0,1 1 0 0 0,-1 0 0 0 0,1 0 0 0 0,0-1 0 0 0,-1 1 0 0 0,1 0-1 0 0,-1 0 1 0 0,1 0 0 0 0,-1 0 0 0 0,1 0 0 0 0,0 0 0 0 0,-1 0-1 0 0,1 0 1 0 0,-1 0 0 0 0,2 0 0 0 0,1 17 2485 0 0,-12 27 1321 0 0,9-43-3812 0 0,-5 17 1105 0 0,2-12-772 0 0,1 0-1 0 0,1 0 1 0 0,-1 0-1 0 0,1 0 1 0 0,0 0-1 0 0,0 0 1 0 0,1 1-1 0 0,0-1 1 0 0,0 0-1 0 0,1 8 1 0 0,0-13-366 0 0,-1 0 1 0 0,1 0 0 0 0,0 0-1 0 0,-1 0 1 0 0,1 0-1 0 0,0 0 1 0 0,0 0-1 0 0,0-1 1 0 0,0 1-1 0 0,0 0 1 0 0,0 0 0 0 0,0-1-1 0 0,0 1 1 0 0,0-1-1 0 0,0 1 1 0 0,0-1-1 0 0,0 1 1 0 0,1-1-1 0 0,-1 0 1 0 0,0 0 0 0 0,0 1-1 0 0,0-1 1 0 0,1 0-1 0 0,-1 0 1 0 0,0 0-1 0 0,0 0 1 0 0,0 0-1 0 0,3-1 1 0 0,37-6-100 0 0,-37 6 115 0 0,20-6-13 0 0,-13 4-53 0 0,0-1 1 0 0,0 2-1 0 0,1 0 0 0 0,-1 0 1 0 0,20 0-1 0 0,-29 2 22 0 0,0 1 0 0 0,0-1-1 0 0,1 0 1 0 0,-1 1-1 0 0,0-1 1 0 0,0 1-1 0 0,0 0 1 0 0,0 0 0 0 0,0 0-1 0 0,0 0 1 0 0,0 0-1 0 0,0 0 1 0 0,0 0-1 0 0,0 1 1 0 0,0-1-1 0 0,-1 1 1 0 0,1-1 0 0 0,-1 1-1 0 0,1 0 1 0 0,-1-1-1 0 0,1 1 1 0 0,-1 0-1 0 0,0 0 1 0 0,0 0 0 0 0,0 0-1 0 0,0 0 1 0 0,0 0-1 0 0,-1 0 1 0 0,1 1-1 0 0,-1-1 1 0 0,1 0 0 0 0,-1 0-1 0 0,0 1 1 0 0,0 3-1 0 0,1 5 10 0 0,-2-1 0 0 0,1 1 0 0 0,-1-1 0 0 0,-1 0 1 0 0,0 1-1 0 0,-6 15 0 0 0,-26 61-633 0 0,24-61-242 0 0,1-6-4588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 5529 0 0,'-4'-11'5572'0'0,"7"16"-4490"0"0,55 85 2478 0 0,71 82 0 0 0,-6-9-9147 0 0,-102-133-311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1 360 1376 0 0,'3'-9'169'0'0,"1"1"0"0"0,1 0 0 0 0,-1 0 0 0 0,1 0-1 0 0,1 0 1 0 0,-1 1 0 0 0,1 0 0 0 0,7-7 0 0 0,5-6 226 0 0,19-26 1788 0 0,2 1 0 0 0,1 3 0 0 0,89-73 0 0 0,-127 114-2135 0 0,0-1 1 0 0,0 1 0 0 0,0-1-1 0 0,0 1 1 0 0,0 0 0 0 0,1 0 0 0 0,-1 0-1 0 0,0 0 1 0 0,1 0 0 0 0,-1 0-1 0 0,1 1 1 0 0,-1-1 0 0 0,1 1 0 0 0,-1-1-1 0 0,1 1 1 0 0,-1 0 0 0 0,6 1-1 0 0,-6 0-70 0 0,-1-1-1 0 0,1 1 0 0 0,0 1 0 0 0,-1-1 1 0 0,1 0-1 0 0,-1 0 0 0 0,1 0 0 0 0,-1 1 1 0 0,1-1-1 0 0,-1 1 0 0 0,0-1 0 0 0,0 1 1 0 0,0 0-1 0 0,0-1 0 0 0,0 1 0 0 0,0 0 1 0 0,0 0-1 0 0,-1-1 0 0 0,1 1 0 0 0,-1 0 1 0 0,1 0-1 0 0,-1 0 0 0 0,1 4 0 0 0,8 73-695 0 0,-8-51 1054 0 0,2-1 1 0 0,13 51-1 0 0,-14-72-247 0 0,0 1 0 0 0,0-1 0 0 0,1 1 0 0 0,0-1 0 0 0,0 0 0 0 0,0 0-1 0 0,1 0 1 0 0,0-1 0 0 0,0 1 0 0 0,1-1 0 0 0,-1 0 0 0 0,1 0 0 0 0,0-1-1 0 0,0 1 1 0 0,1-1 0 0 0,8 5 0 0 0,-12-8-78 0 0,-1 0-1 0 0,1 0 1 0 0,0-1 0 0 0,0 1-1 0 0,-1-1 1 0 0,1 1 0 0 0,0-1-1 0 0,0 1 1 0 0,-1-1 0 0 0,1 0-1 0 0,0 0 1 0 0,0 0 0 0 0,0 0-1 0 0,-1 0 1 0 0,1-1 0 0 0,0 1-1 0 0,0 0 1 0 0,-1-1 0 0 0,1 0-1 0 0,3-1 1 0 0,-2 0 46 0 0,1 0 0 0 0,-1 0 0 0 0,0-1 0 0 0,0 1 0 0 0,0-1 0 0 0,0 0 0 0 0,0 0 0 0 0,-1 0 0 0 0,3-4 0 0 0,2-3 128 0 0,-1 0 0 0 0,-1-1 0 0 0,0 0 0 0 0,0 0 0 0 0,4-18 0 0 0,-8 24-200 0 0,0-1-1 0 0,0 1 1 0 0,-1-1-1 0 0,0 0 1 0 0,0 1-1 0 0,0-1 1 0 0,-1 1-1 0 0,0-1 1 0 0,0 1-1 0 0,0-1 0 0 0,-1 1 1 0 0,1-1-1 0 0,-1 1 1 0 0,-1 0-1 0 0,1 0 1 0 0,-1 0-1 0 0,0 0 1 0 0,0 1-1 0 0,0-1 1 0 0,-1 1-1 0 0,1 0 0 0 0,-1 0 1 0 0,-5-4-1 0 0,-3-3-127 0 0,-1 0-1 0 0,0 2 0 0 0,-1-1 0 0 0,0 2 0 0 0,-1 0 0 0 0,-25-11 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5 356 10138 0 0,'-1'-1'67'0'0,"1"0"0"0"0,-1 0 0 0 0,1 0 0 0 0,-1 0 1 0 0,1 0-1 0 0,0 0 0 0 0,-1 0 0 0 0,1 0 0 0 0,0 0 0 0 0,0 0 0 0 0,0 0 0 0 0,0 0 0 0 0,0 0 0 0 0,0 0 0 0 0,0-1 0 0 0,0 1 1 0 0,0 0-1 0 0,0 0 0 0 0,1 0 0 0 0,-1 0 0 0 0,0 0 0 0 0,1 0 0 0 0,-1 0 0 0 0,1 0 0 0 0,-1 0 0 0 0,1 1 0 0 0,-1-1 0 0 0,1 0 0 0 0,0 0 1 0 0,-1 0-1 0 0,1 0 0 0 0,0 1 0 0 0,0-1 0 0 0,0 0 0 0 0,-1 1 0 0 0,3-2 0 0 0,0-1 329 0 0,1 0 1 0 0,-1 1-1 0 0,1-1 0 0 0,0 1 0 0 0,-1 0 1 0 0,1 0-1 0 0,8-3 0 0 0,-5 4-42 0 0,1 0 0 0 0,-1 1 0 0 0,1 0 1 0 0,-1 0-1 0 0,1 1 0 0 0,-1 0 0 0 0,1 0 0 0 0,-1 1 0 0 0,1 0 0 0 0,-1 0 1 0 0,0 1-1 0 0,11 5 0 0 0,14 4 409 0 0,-31-11-627 0 0,-18-28 880 0 0,11 14-899 0 0,0-1 0 0 0,1 0 1 0 0,1 0-1 0 0,0-1 1 0 0,1 1-1 0 0,0-1 0 0 0,0-18 1 0 0,1 6-277 0 0,2-1 1 0 0,7-54 0 0 0,-1 49-226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2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4145 0 0,'0'12'5056'0'0,"15"23"-3909"0"0,1 0 1 0 0,2-1-1 0 0,24 35 1 0 0,76 93-520 0 0,-35-51-588 0 0,-11-13-548 0 0,-38-59-3804 0 0,-22-26 162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3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94 501 456 0 0,'-6'6'69'0'0,"0"0"-1"0"0,0 0 1 0 0,0-1-1 0 0,-9 5 1 0 0,12-8 187 0 0,0 0 1 0 0,0-1-1 0 0,0 1 1 0 0,0-1-1 0 0,0 1 1 0 0,0-1-1 0 0,-1 0 0 0 0,1 0 1 0 0,0-1-1 0 0,-1 1 1 0 0,1-1-1 0 0,-6 1 1 0 0,9-2-175 0 0,-1 1 0 0 0,1 0 0 0 0,-1 0-1 0 0,1-1 1 0 0,-1 1 0 0 0,1 0 0 0 0,0-1 0 0 0,-1 1 0 0 0,1 0 0 0 0,0-1 0 0 0,-1 1 0 0 0,1-1 0 0 0,0 1 0 0 0,-1-1-1 0 0,1 1 1 0 0,0-1 0 0 0,0 1 0 0 0,0 0 0 0 0,-1-1 0 0 0,1 1 0 0 0,0-1 0 0 0,0 1 0 0 0,0-1 0 0 0,0 1-1 0 0,0-1 1 0 0,0 0 0 0 0,0 1 0 0 0,0-1 0 0 0,0 1 0 0 0,0-1 0 0 0,0 1 0 0 0,0-1 0 0 0,1 1 0 0 0,-1-1-1 0 0,0 1 1 0 0,0 0 0 0 0,0-1 0 0 0,1 1 0 0 0,-1-1 0 0 0,0 1 0 0 0,1-1 0 0 0,-1 0 0 0 0,14-25 1118 0 0,-12 22-894 0 0,20-33 1149 0 0,1 0 0 0 0,57-66 0 0 0,70-54-49 0 0,-137 143-1376 0 0,113-121-938 0 0,-112 119 73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4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5065 0 0,'30'29'2169'0'0,"34"45"-475"0"0,61 92 0 0 0,-46-58-818 0 0,-70-95-1340 0 0,0 0 0 0 0,0 0 0 0 0,-1 1 0 0 0,11 28 0 0 0,-14-28-680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4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16 427 5065 0 0,'-15'23'5765'0'0,"27"-34"-5066"0"0,34-44 1015 0 0,75-116 0 0 0,19-23-5098 0 0,-124 176-915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5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0 6913 0 0,'-20'6'5897'0'0,"30"2"-4993"0"0,7 4-567 0 0,-1 1 0 0 0,0 0 0 0 0,-1 1 0 0 0,17 20 0 0 0,-3-3-133 0 0,87 88 263 0 0,79 76-3014 0 0,-177-179 1029 0 0,0 1 1 0 0,-1 0-1 0 0,-1 2 0 0 0,-1 0 1 0 0,20 31-1 0 0,-30-41 1406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5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1 360 3681 0 0,'43'-69'6617'0'0,"32"-51"-5610"0"0,-41 75-1491 0 0,52-54 0 0 0,-60 72-3260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6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13 3225 0 0,'-1'0'79'0'0,"0"0"0"0"0,0 0 0 0 0,0 0 1 0 0,0 0-1 0 0,-1 0 0 0 0,1-1 0 0 0,0 1 0 0 0,0 0 1 0 0,0-1-1 0 0,0 1 0 0 0,0-1 0 0 0,0 1 0 0 0,0-1 1 0 0,0 0-1 0 0,0 1 0 0 0,0-1 0 0 0,0 0 0 0 0,2-5 2239 0 0,15 7 68 0 0,-9 1-1881 0 0,0 0 1 0 0,0 0-1 0 0,0 1 1 0 0,0 0-1 0 0,-1 1 1 0 0,1 0-1 0 0,-1 0 1 0 0,7 5-1 0 0,47 43 1043 0 0,-50-42-1237 0 0,192 187 1913 0 0,-77-57-5976 0 0,-113-124-1504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6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13 449 6913 0 0,'0'1'37'0'0,"-1"-1"0"0"0,1 0 0 0 0,0 1-1 0 0,0-1 1 0 0,0 0 0 0 0,0 0-1 0 0,0 1 1 0 0,-1-1 0 0 0,1 0 0 0 0,0 0-1 0 0,0 0 1 0 0,0 1 0 0 0,-1-1-1 0 0,1 0 1 0 0,0 0 0 0 0,0 0 0 0 0,-1 0-1 0 0,1 1 1 0 0,0-1 0 0 0,0 0-1 0 0,-1 0 1 0 0,1 0 0 0 0,0 0 0 0 0,-1 0-1 0 0,1 0 1 0 0,0 0 0 0 0,0 0-1 0 0,-1 0 1 0 0,1 0 0 0 0,0 0 0 0 0,-1 0-1 0 0,1 0 1 0 0,0 0 0 0 0,0 0-1 0 0,-1 0 1 0 0,1 0 0 0 0,0 0 0 0 0,-1 0-1 0 0,1-1 1 0 0,0 1 0 0 0,0 0-1 0 0,-1 0 1 0 0,1 0 0 0 0,0 0 0 0 0,0-1-1 0 0,0 1 1 0 0,-1 0 0 0 0,1 0-1 0 0,0-1 1 0 0,2-19 1264 0 0,18-36 144 0 0,-18 51-1314 0 0,15-37 292 0 0,1 1 0 0 0,2 1 0 0 0,2 1 0 0 0,1 0 0 0 0,2 2 0 0 0,59-67 0 0 0,-56 76-423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8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79 183 3105 0 0,'-9'-27'844'0'0,"-1"1"0"0"0,-15-26 0 0 0,-10-25 2786 0 0,43 117 532 0 0,0 52-3062 0 0,-3-23-450 0 0,27 166 204 0 0,2 22-524 0 0,7 540-290 0 0,-31-515 75 0 0,13 399 1784 0 0,-25-520-1557 0 0,-1-49-3015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9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18 283 3225 0 0,'0'0'52'0'0,"-1"0"0"0"0,1 1 0 0 0,-1-1 1 0 0,0 0-1 0 0,1 0 0 0 0,-1 0 1 0 0,0 0-1 0 0,0 0 0 0 0,1 0 0 0 0,-1 0 1 0 0,0 0-1 0 0,1 0 0 0 0,-1 0 0 0 0,0 0 1 0 0,1-1-1 0 0,-1 1 0 0 0,0 0 0 0 0,1 0 1 0 0,-2-1-1 0 0,2 1-13 0 0,0 0 0 0 0,0 0 1 0 0,-1-1-1 0 0,1 1 0 0 0,0 0 0 0 0,0 0 0 0 0,-1 0 1 0 0,1 0-1 0 0,0-1 0 0 0,0 1 0 0 0,0 0 0 0 0,0 0 1 0 0,-1-1-1 0 0,1 1 0 0 0,0 0 0 0 0,0 0 0 0 0,0-1 1 0 0,0 1-1 0 0,0 0 0 0 0,0 0 0 0 0,0-1 0 0 0,0 1 1 0 0,0 0-1 0 0,0-1 0 0 0,0 1 0 0 0,0 0 0 0 0,0 0 1 0 0,0-1-1 0 0,0 1 0 0 0,0 0 0 0 0,0 0 0 0 0,0-1 1 0 0,0 1-1 0 0,0 0 0 0 0,0-1 0 0 0,0 1 0 0 0,0 0 1 0 0,0 0-1 0 0,1-1 0 0 0,-1 1 0 0 0,0 0 0 0 0,0 0 1 0 0,0 0-1 0 0,1-1 0 0 0,-1 1 0 0 0,0 0 0 0 0,0 0 0 0 0,0 0 1 0 0,1 0-1 0 0,-1-1 0 0 0,0 1 0 0 0,0 0 0 0 0,1 0 1 0 0,9-7 468 0 0,0 1 0 0 0,0 1 0 0 0,0-1-1 0 0,1 2 1 0 0,0-1 0 0 0,0 2 0 0 0,0-1 0 0 0,1 1 0 0 0,12-1 0 0 0,115-7 2151 0 0,-72 8-2112 0 0,228-10 496 0 0,165-16-249 0 0,-116-33 207 0 0,24-4 324 0 0,-283 60-1061 0 0,-1 4 1 0 0,165 17 0 0 0,75-1-150 0 0,15-44 30 0 0,-50 2-456 0 0,-285 28 196 0 0,1-1-61 0 0,-1 1 0 0 0,1 0 0 0 0,-1-1 0 0 0,1 2 0 0 0,-1-1 0 0 0,1 1 1 0 0,-1-1-1 0 0,1 1 0 0 0,-1 0 0 0 0,5 2 0 0 0,-3 2-1109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9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24 143 4145 0 0,'-23'-3'3305'0'0,"24"0"-3036"0"0,-1 0 0 0 0,1 1 1 0 0,0-1-1 0 0,0 1 0 0 0,1-1 0 0 0,-1 1 0 0 0,0 0 1 0 0,4-5-1 0 0,1 0-7 0 0,0 1 1 0 0,0-1 0 0 0,0 1-1 0 0,1 0 1 0 0,0 1-1 0 0,0 0 1 0 0,1 0 0 0 0,-1 0-1 0 0,1 1 1 0 0,0 0 0 0 0,0 0-1 0 0,0 1 1 0 0,1 0-1 0 0,15-2 1 0 0,13-3 227 0 0,1 3 0 0 0,44-1 0 0 0,-36 3-213 0 0,9-3-213 0 0,49-3-670 0 0,-94 9 163 0 0,0 0 0 0 0,0 1-1 0 0,1 0 1 0 0,-1 1 0 0 0,0 0 0 0 0,-1 1 0 0 0,19 6 0 0 0,-13 0-1204 0 0,-3 0-2089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0,'0'9'5241'0'0,"4"42"-2680"0"0,15 83 83 0 0,7 40-1634 0 0,8-2-4179 0 0,-26-145-2069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15 7834 0 0,'-4'3'243'0'0,"1"1"0"0"0,-1-1 0 0 0,1 1 0 0 0,0-1 0 0 0,0 1 0 0 0,0 0 1 0 0,-2 6-1 0 0,5-9-177 0 0,-1-1 0 0 0,1 1 0 0 0,0 0 0 0 0,-1 0 1 0 0,1-1-1 0 0,0 1 0 0 0,0 0 0 0 0,0 0 0 0 0,0 0 0 0 0,-1 0 1 0 0,1-1-1 0 0,0 1 0 0 0,1 0 0 0 0,-1 0 0 0 0,0 0 1 0 0,0-1-1 0 0,0 1 0 0 0,0 0 0 0 0,1 1 0 0 0,0-1-7 0 0,0 0-1 0 0,-1 0 0 0 0,1-1 1 0 0,0 1-1 0 0,0 0 0 0 0,0-1 1 0 0,0 1-1 0 0,0-1 1 0 0,0 1-1 0 0,0-1 0 0 0,0 1 1 0 0,0-1-1 0 0,0 0 0 0 0,0 0 1 0 0,0 1-1 0 0,0-1 0 0 0,0 0 1 0 0,0 0-1 0 0,0 0 1 0 0,1 0-1 0 0,357 18 4283 0 0,-323-18-4471 0 0,-1-2 1 0 0,1-1-1 0 0,-1-1 1 0 0,0-3-1 0 0,0 0 1 0 0,-1-2-1 0 0,62-26 1 0 0,-34 13-2665 0 0,-46 17-1931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31 6913 0 0,'-10'-10'2986'0'0,"10"8"-2781"0"0,-1 1 0 0 0,0-1 0 0 0,0 1 0 0 0,0 0 0 0 0,0 0 0 0 0,-1-1 0 0 0,1 1 0 0 0,0 0 0 0 0,0 0 0 0 0,-1 0 0 0 0,1 0 0 0 0,-1 0 0 0 0,1 1 0 0 0,0-1 0 0 0,-1 0 0 0 0,0 1 0 0 0,1-1 0 0 0,-4 0 0 0 0,5 2-93 0 0,1-1 0 0 0,-1 1 0 0 0,0-1 0 0 0,0 1 0 0 0,0 0 1 0 0,0-1-1 0 0,1 1 0 0 0,-1-1 0 0 0,0 1 0 0 0,1-1 0 0 0,-1 1 1 0 0,0-1-1 0 0,1 1 0 0 0,-1-1 0 0 0,1 1 0 0 0,-1-1 0 0 0,1 1 1 0 0,-1-1-1 0 0,1 0 0 0 0,-1 1 0 0 0,1-1 0 0 0,-1 0 0 0 0,1 1 1 0 0,1-1-1 0 0,15 12 430 0 0,9 4-145 0 0,0 1 1 0 0,-1 2-1 0 0,-2 0 1 0 0,1 2-1 0 0,39 45 1 0 0,-57-58-331 0 0,0 0-1 0 0,-1 1 1 0 0,0-1-1 0 0,0 1 1 0 0,-1 0 0 0 0,0 1-1 0 0,-1-1 1 0 0,0 1 0 0 0,3 15-1 0 0,-5-18-15 0 0,-1 1 0 0 0,1 0 0 0 0,-2-1 0 0 0,1 1 0 0 0,-1-1-1 0 0,0 1 1 0 0,0-1 0 0 0,-1 1 0 0 0,0-1 0 0 0,-1 0 0 0 0,0 0-1 0 0,0 0 1 0 0,0 0 0 0 0,-5 7 0 0 0,-4 5-390 0 0,-2-1-1 0 0,0 0 1 0 0,-1-1 0 0 0,-18 15-1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1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8 10594 0 0,'-2'-1'237'0'0,"1"0"-1"0"0,-1 0 0 0 0,0 0 0 0 0,0 1 1 0 0,-1-1-1 0 0,1 0 0 0 0,0 1 0 0 0,0 0 1 0 0,0-1-1 0 0,0 1 0 0 0,0 0 1 0 0,-1 0-1 0 0,1 0 0 0 0,-3 1 0 0 0,5-1-185 0 0,-1 0 0 0 0,1 0 1 0 0,-1 0-1 0 0,1 1 0 0 0,-1-1 0 0 0,1 0 0 0 0,0 0 0 0 0,-1 1 0 0 0,1-1 0 0 0,-1 0 0 0 0,1 1 0 0 0,0-1 0 0 0,-1 1 0 0 0,1-1 0 0 0,0 0 0 0 0,0 1 0 0 0,-1-1 0 0 0,1 1 0 0 0,0-1 0 0 0,0 1 0 0 0,0-1 0 0 0,-1 1 0 0 0,1 0 0 0 0,4 20 761 0 0,11 10-415 0 0,2-1 0 0 0,1-1-1 0 0,2 0 1 0 0,28 33-1 0 0,-19-26-294 0 0,117 131 266 0 0,-26-35-3649 0 0,-112-121-600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1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5 298 2761 0 0,'-1'-6'59'0'0,"-1"1"0"0"0,2-1 1 0 0,-1 0-1 0 0,1 0 1 0 0,-1 0-1 0 0,2 1 0 0 0,-1-1 1 0 0,1 0-1 0 0,-1 0 1 0 0,3-6-1 0 0,2-1 152 0 0,0 0-1 0 0,1 0 1 0 0,7-13 0 0 0,-3 8 244 0 0,1 0 0 0 0,0 1 0 0 0,19-21 0 0 0,-23 30-169 0 0,0 0 1 0 0,1 1 0 0 0,0 0 0 0 0,0 0 0 0 0,1 1-1 0 0,0 0 1 0 0,0 0 0 0 0,14-5 0 0 0,-21 10-208 0 0,0 0 0 0 0,1 0 1 0 0,-1 0-1 0 0,1 1 0 0 0,-1-1 1 0 0,0 1-1 0 0,1-1 0 0 0,-1 1 1 0 0,1 0-1 0 0,-1 0 0 0 0,1 0 1 0 0,-1 1-1 0 0,1-1 0 0 0,-1 0 1 0 0,1 1-1 0 0,-1 0 0 0 0,1-1 1 0 0,-1 1-1 0 0,0 0 0 0 0,3 2 1 0 0,-1 0 24 0 0,0 0 1 0 0,-1-1 0 0 0,1 2-1 0 0,-1-1 1 0 0,0 0 0 0 0,0 1-1 0 0,-1-1 1 0 0,1 1 0 0 0,-1 0-1 0 0,4 6 1 0 0,2 9 169 0 0,-1 1 0 0 0,0-1 0 0 0,6 39 0 0 0,-12-52-244 0 0,8 52 322 0 0,-3 0 0 0 0,-3 0 0 0 0,-8 105 0 0 0,5-145-142 0 0,-1-17-140 0 0,1 0 0 0 0,0 1 1 0 0,0-1-1 0 0,0 1 0 0 0,0-1 0 0 0,0 1 1 0 0,0-1-1 0 0,0 1 0 0 0,0-1 0 0 0,1 0 1 0 0,-1 1-1 0 0,1-1 0 0 0,-1 1 0 0 0,1-1 0 0 0,-1 0 1 0 0,1 1-1 0 0,0-1 0 0 0,-1 0 0 0 0,3 2 1 0 0,-2-2-14 0 0,0-1 0 0 0,-1 0 0 0 0,1 0 0 0 0,0 0 0 0 0,0 1 0 0 0,0-1 0 0 0,0 0 1 0 0,0 0-1 0 0,-1 0 0 0 0,1-1 0 0 0,0 1 0 0 0,0 0 0 0 0,0 0 0 0 0,0 0 0 0 0,0 0 0 0 0,-1-1 1 0 0,1 1-1 0 0,0 0 0 0 0,0-1 0 0 0,0 1 0 0 0,-1-1 0 0 0,1 1 0 0 0,1-2 0 0 0,7-5 321 0 0,0-1 0 0 0,0 0-1 0 0,11-14 1 0 0,-15 17-400 0 0,34-39 553 0 0,84-89 485 0 0,-97 108-1299 0 0,1 1 1 0 0,1 2-1 0 0,33-20 1 0 0,-2 6-2623 0 0,-33 21-3000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3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7370 0 0,'5'155'5182'0'0,"14"313"-3257"0"0,10-157-9131 0 0,-28-299 4056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3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110 123 456 0 0,'0'-1'9'0'0,"1"0"0"0"0,-1 1-1 0 0,0-1 1 0 0,1 0 0 0 0,-1-1 0 0 0,0 1 0 0 0,0 0-1 0 0,0 0 1 0 0,0 0 0 0 0,0 0 0 0 0,0 0-1 0 0,0 0 1 0 0,-1 0 0 0 0,1 0 0 0 0,0 0 0 0 0,0 0-1 0 0,-1 0 1 0 0,1 0 0 0 0,0 0 0 0 0,-1 0-1 0 0,1 1 1 0 0,-1-1 0 0 0,0 0 0 0 0,1 0 0 0 0,-1 0-1 0 0,-1-1 1 0 0,1 2 19 0 0,0 1 0 0 0,0-1 1 0 0,0 0-1 0 0,0 1 0 0 0,0-1 0 0 0,0 0 0 0 0,0 1 0 0 0,1-1 0 0 0,-1 1 0 0 0,0-1 0 0 0,0 1 1 0 0,0 0-1 0 0,0-1 0 0 0,1 1 0 0 0,-1 0 0 0 0,0 0 0 0 0,1-1 0 0 0,-1 1 0 0 0,1 0 0 0 0,-1 0 1 0 0,1 0-1 0 0,-1 0 0 0 0,1 0 0 0 0,-1 0 0 0 0,1 0 0 0 0,0 0 0 0 0,-1 1 0 0 0,-18 44 727 0 0,2 1-1 0 0,3 0 0 0 0,1 1 0 0 0,-8 58 1 0 0,22-90-469 0 0,4-20 34 0 0,8-24-2 0 0,15-71 243 0 0,-8 23 735 0 0,48-118 1 0 0,-68 192-1205 0 0,1 1 0 0 0,-1-1 1 0 0,1 1-1 0 0,-1 0 0 0 0,1-1 0 0 0,0 1 0 0 0,0 0 1 0 0,0-1-1 0 0,0 1 0 0 0,0 0 0 0 0,0 0 0 0 0,0 0 0 0 0,0 0 1 0 0,0 0-1 0 0,0 0 0 0 0,1 0 0 0 0,-1 0 0 0 0,0 1 1 0 0,1-1-1 0 0,1-1 0 0 0,-2 2-3 0 0,1 1-1 0 0,-1-1 1 0 0,0 0 0 0 0,0 0 0 0 0,0 0-1 0 0,1 1 1 0 0,-1-1 0 0 0,0 1-1 0 0,0-1 1 0 0,0 1 0 0 0,0-1 0 0 0,0 1-1 0 0,0-1 1 0 0,0 1 0 0 0,0 0-1 0 0,0 0 1 0 0,0-1 0 0 0,0 1-1 0 0,-1 0 1 0 0,2 1 0 0 0,5 8 400 0 0,0 1 1 0 0,0-1 0 0 0,-2 1-1 0 0,6 13 1 0 0,-5-13-344 0 0,8 19 315 0 0,0 0-105 0 0,34 55 1 0 0,-31-63-538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8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38 3681 0 0,'-2'-25'2503'0'0,"2"12"1416"0"0,6 34-2099 0 0,39 269 1440 0 0,-31-176-2297 0 0,-3 4-657 0 0,-10 229 0 0 0,-2-344-681 0 0,1 31 1019 0 0,3-18-1838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9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80 101 3681 0 0,'0'-1'146'0'0,"-1"1"1"0"0,0-1-1 0 0,1 0 1 0 0,-1 1-1 0 0,0-1 1 0 0,1 0-1 0 0,-1 0 0 0 0,1 0 1 0 0,-1 0-1 0 0,1 1 1 0 0,0-1-1 0 0,-1 0 1 0 0,1 0-1 0 0,0 0 1 0 0,-1 0-1 0 0,1 0 1 0 0,0 0-1 0 0,0 0 0 0 0,0 0 1 0 0,0 0-1 0 0,0 0 1 0 0,0 0-1 0 0,0 0 1 0 0,0 0-1 0 0,1 0 1 0 0,-1 0-1 0 0,0 0 1 0 0,0 0-1 0 0,1 0 0 0 0,-1 0 1 0 0,1 1-1 0 0,0-3 641 0 0,-8 39 2623 0 0,7-36-3389 0 0,0 1 0 0 0,0-1 1 0 0,0 0-1 0 0,0 1 0 0 0,0-1 0 0 0,0 0 1 0 0,-1 1-1 0 0,1-1 0 0 0,0 1 0 0 0,0-1 1 0 0,0 0-1 0 0,-1 1 0 0 0,1-1 0 0 0,0 0 1 0 0,0 0-1 0 0,-1 1 0 0 0,1-1 0 0 0,0 0 0 0 0,0 1 1 0 0,-1-1-1 0 0,1 0 0 0 0,0 0 0 0 0,-1 0 1 0 0,1 1-1 0 0,0-1 0 0 0,-1 0 0 0 0,1 0 1 0 0,-1 0-1 0 0,1 0 0 0 0,0 0 0 0 0,-1 0 1 0 0,1 0-1 0 0,-1 0 0 0 0,-15-7 131 0 0,-15-21 555 0 0,28 24-121 0 0,2 4-566 0 0,1 0-1 0 0,-1-1 1 0 0,0 1-1 0 0,1-1 1 0 0,-1 1 0 0 0,1-1-1 0 0,-1 1 1 0 0,1-1-1 0 0,-1 1 1 0 0,1-1 0 0 0,0 1-1 0 0,-1-1 1 0 0,1 1-1 0 0,-1-1 1 0 0,1 0 0 0 0,0 1-1 0 0,0-1 1 0 0,-1 0-1 0 0,1 1 1 0 0,0-1-1 0 0,0 0 1 0 0,0 1 0 0 0,0-1-1 0 0,0 0 1 0 0,0 0-1 0 0,0 1 1 0 0,0-1 0 0 0,0 0-1 0 0,0 1 1 0 0,0-1-1 0 0,0 0 1 0 0,1 1-1 0 0,-1-1 1 0 0,0 0 0 0 0,0 1-1 0 0,1-1 1 0 0,-1 0-1 0 0,0 1 1 0 0,1-1 0 0 0,-1 1-1 0 0,1-1 1 0 0,-1 1-1 0 0,1-1 1 0 0,-1 1-1 0 0,1-1 1 0 0,-1 1 0 0 0,1-1-1 0 0,-1 1 1 0 0,1 0-1 0 0,0-1 1 0 0,-1 1 0 0 0,1 0-1 0 0,0-1 1 0 0,-1 1-1 0 0,1 0 1 0 0,0 0-1 0 0,-1 0 1 0 0,2-1 0 0 0,2 0 55 0 0,-1 1-1 0 0,1-1 1 0 0,0 0 0 0 0,0 1 0 0 0,0 0 0 0 0,0 0 0 0 0,0 0 0 0 0,0 0 0 0 0,7 2 0 0 0,11 7 43 0 0,0 1 0 0 0,0 0 1 0 0,-1 2-1 0 0,26 19 1 0 0,14 20 58 0 0,-50-40-114 0 0,1 0 0 0 0,-1-1 0 0 0,2-1 0 0 0,-1 0-1 0 0,1 0 1 0 0,1-1 0 0 0,22 9 0 0 0,-33-16-11 0 0,-1 0 0 0 0,1-1 1 0 0,0 1-1 0 0,0-1 0 0 0,0 0 0 0 0,-1 1 1 0 0,1-1-1 0 0,0-1 0 0 0,0 1 0 0 0,0 0 1 0 0,-1-1-1 0 0,1 1 0 0 0,0-1 0 0 0,0 0 1 0 0,-1 0-1 0 0,1 0 0 0 0,-1 0 0 0 0,1 0 1 0 0,-1-1-1 0 0,1 1 0 0 0,-1-1 0 0 0,0 0 1 0 0,0 1-1 0 0,1-1 0 0 0,-1 0 0 0 0,-1 0 1 0 0,1-1-1 0 0,2-2 0 0 0,5-8 320 0 0,-2 0 0 0 0,1 0-1 0 0,-2-1 1 0 0,7-19 0 0 0,9-16-167 0 0,23-22-459 0 0,-35 54-191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5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47 128 2593 0 0,'-1'-2'13'0'0,"1"0"0"0"0,-1 0 0 0 0,1 0 0 0 0,-1 0 0 0 0,1 0 0 0 0,0-1 1 0 0,0 1-1 0 0,0 0 0 0 0,0 0 0 0 0,0 0 0 0 0,0-1 0 0 0,1 1 1 0 0,-1 0-1 0 0,1 0 0 0 0,-1 0 0 0 0,3-4 0 0 0,3-16-12 0 0,-6 20-6 0 0,0 1 1 0 0,0-1-1 0 0,-1 1 1 0 0,1 0-1 0 0,0-1 1 0 0,-1 1-1 0 0,1-1 1 0 0,-1 1-1 0 0,0 0 1 0 0,1-1-1 0 0,-1 1 1 0 0,0 0-1 0 0,0 0 0 0 0,0 0 1 0 0,0 0-1 0 0,0 0 1 0 0,-1-2-1 0 0,2 3 67 0 0,-1-1 0 0 0,1 1 0 0 0,-1-1 0 0 0,1 1 0 0 0,-1-1 0 0 0,1 1 0 0 0,-1-1 0 0 0,0 1 0 0 0,1-1 0 0 0,-1 1 0 0 0,1 0 0 0 0,-1-1 0 0 0,0 1 0 0 0,1 0 0 0 0,-1-1 0 0 0,0 1 0 0 0,1 0 0 0 0,-1 0 0 0 0,0 0 0 0 0,0 0 0 0 0,1 0 0 0 0,-1 0 0 0 0,0 0 0 0 0,0 0 0 0 0,1 0 0 0 0,-1 0 0 0 0,0 0 0 0 0,1 0 0 0 0,-1 1-1 0 0,0-1 1 0 0,1 0 0 0 0,-1 0 0 0 0,-1 1 0 0 0,2 0 39 0 0,0-1-1 0 0,0 1 1 0 0,0 0 0 0 0,0-1-1 0 0,0 1 1 0 0,0-1-1 0 0,0 1 1 0 0,0-1-1 0 0,0 1 1 0 0,1 0-1 0 0,-1-1 1 0 0,0 1-1 0 0,0-1 1 0 0,0 1-1 0 0,1-1 1 0 0,-1 1-1 0 0,0-1 1 0 0,1 1 0 0 0,-1-1-1 0 0,0 1 1 0 0,1-1-1 0 0,-1 0 1 0 0,1 1-1 0 0,-1-1 1 0 0,1 0-1 0 0,-1 1 1 0 0,1-1-1 0 0,17 15 633 0 0,-16-13-513 0 0,-1-1-148 0 0,1-1 0 0 0,-1 1 0 0 0,0 0 1 0 0,0-1-1 0 0,0 1 0 0 0,0 0 0 0 0,-1 0 0 0 0,1 0 0 0 0,0-1 1 0 0,0 1-1 0 0,0 0 0 0 0,-1 0 0 0 0,1 0 0 0 0,0 0 1 0 0,0 2-1 0 0,-1-3-71 0 0,0 0 0 0 0,-1 1 1 0 0,1-1-1 0 0,0 0 0 0 0,0 0 1 0 0,0 0-1 0 0,-1 0 0 0 0,1 1 0 0 0,0-1 1 0 0,0 0-1 0 0,0 0 0 0 0,-1 0 1 0 0,1 0-1 0 0,0 0 0 0 0,0 0 1 0 0,-1 0-1 0 0,1 0 0 0 0,0 0 0 0 0,0 0 1 0 0,-1 0-1 0 0,1 0 0 0 0,0 0 1 0 0,0 0-1 0 0,0 0 0 0 0,-1 0 1 0 0,1 0-1 0 0,0 0 0 0 0,0 0 0 0 0,-1 0 1 0 0,1 0-1 0 0,0 0 0 0 0,0-1 1 0 0,0 1-1 0 0,-1 0 0 0 0,1 0 1 0 0,0 0-1 0 0,0 0 0 0 0,0 0 0 0 0,-1-1 1 0 0,1 1-1 0 0,-31-8 243 0 0,31 8-239 0 0,-1 0 1 0 0,1 0 0 0 0,0 0 0 0 0,-1 0 0 0 0,1 0 0 0 0,0 0 0 0 0,-1 0-1 0 0,1 0 1 0 0,0 0 0 0 0,-1 1 0 0 0,1-1 0 0 0,0 0 0 0 0,0 0-1 0 0,-1 0 1 0 0,1 0 0 0 0,0 0 0 0 0,-1 1 0 0 0,1-1 0 0 0,0 0 0 0 0,0 0-1 0 0,-1 0 1 0 0,1 1 0 0 0,0-1 0 0 0,0 0 0 0 0,0 0 0 0 0,-1 1 0 0 0,1-1-1 0 0,0 0 1 0 0,0 0 0 0 0,0 1 0 0 0,0-1 0 0 0,0 0 0 0 0,-1 1 0 0 0,2 0 9 0 0,-1 1 0 0 0,0-1 0 0 0,1 1 1 0 0,-1-1-1 0 0,0 1 0 0 0,1-1 0 0 0,0 0 1 0 0,-1 0-1 0 0,1 1 0 0 0,0-1 0 0 0,0 0 1 0 0,0 0-1 0 0,1 2 0 0 0,0 0 11 0 0,1 0 0 0 0,-1-1 0 0 0,1 1 0 0 0,0-1 0 0 0,0 1 0 0 0,0-1 0 0 0,0 0 0 0 0,7 3 0 0 0,-9-4-27 0 0,0 0 0 0 0,0-1 0 0 0,1 1-1 0 0,-1-1 1 0 0,0 1 0 0 0,0-1 0 0 0,1 0-1 0 0,-1 0 1 0 0,1 1 0 0 0,-1-1-1 0 0,0 0 1 0 0,1 0 0 0 0,-1 0 0 0 0,0-1-1 0 0,1 1 1 0 0,-1 0 0 0 0,0 0 0 0 0,1-1-1 0 0,-1 1 1 0 0,0-1 0 0 0,1 1 0 0 0,-1-1-1 0 0,0 0 1 0 0,0 1 0 0 0,0-1 0 0 0,2-2-1 0 0,-2 3 11 0 0,-1-1 1 0 0,0 1-1 0 0,-1-1 0 0 0,1 0 0 0 0,0 1 0 0 0,0-1 0 0 0,0 1 0 0 0,0-1 0 0 0,0 0 1 0 0,0 1-1 0 0,-1-1 0 0 0,1 1 0 0 0,0-1 0 0 0,-1 1 0 0 0,1-1 0 0 0,0 1 1 0 0,-1-1-1 0 0,1 1 0 0 0,0-1 0 0 0,-1 1 0 0 0,1-1 0 0 0,-1 1 0 0 0,1 0 1 0 0,-1-1-1 0 0,1 1 0 0 0,-1 0 0 0 0,1-1 0 0 0,-1 1 0 0 0,0 0 0 0 0,1 0 0 0 0,-1 0 1 0 0,0-1-1 0 0,-20-9 260 0 0,16 8-254 0 0,-1 1 1 0 0,0 0-1 0 0,0 0 1 0 0,-11 0-1 0 0,16 1-30 0 0,0 0-1 0 0,1 0 1 0 0,-1 0 0 0 0,0 0-1 0 0,1 0 1 0 0,-1 0-1 0 0,0 0 1 0 0,1 0 0 0 0,-1 0-1 0 0,1 1 1 0 0,-1-1 0 0 0,0 0-1 0 0,1 0 1 0 0,-1 0 0 0 0,0 1-1 0 0,1-1 1 0 0,-1 0-1 0 0,1 1 1 0 0,-1-1 0 0 0,1 1-1 0 0,-1-1 1 0 0,1 0 0 0 0,-1 1-1 0 0,1-1 1 0 0,0 1 0 0 0,-1 0-1 0 0,1-1 1 0 0,-1 1-1 0 0,1-1 1 0 0,0 1 0 0 0,0-1-1 0 0,-1 1 1 0 0,1 0 0 0 0,0-1-1 0 0,0 1 1 0 0,0 0 0 0 0,0-1-1 0 0,0 1 1 0 0,-1 0 0 0 0,1-1-1 0 0,1 1 1 0 0,-1-1-1 0 0,0 1 1 0 0,0 0 0 0 0,0-1-1 0 0,0 1 1 0 0,0 0 0 0 0,0-1-1 0 0,1 1 1 0 0,-1 0 0 0 0,0-1-1 0 0,1 1 1 0 0,-1-1-1 0 0,0 1 1 0 0,1-1 0 0 0,-1 1-1 0 0,1-1 1 0 0,-1 1 0 0 0,0-1-1 0 0,2 1 1 0 0,-2 0 5 0 0,1-1 1 0 0,-1 1-1 0 0,1 0 0 0 0,-1-1 0 0 0,1 1 1 0 0,0-1-1 0 0,-1 1 0 0 0,1-1 1 0 0,0 1-1 0 0,-1-1 0 0 0,1 1 1 0 0,0-1-1 0 0,-1 0 0 0 0,1 0 1 0 0,0 1-1 0 0,0-1 0 0 0,0 0 1 0 0,-1 0-1 0 0,1 0 0 0 0,0 0 1 0 0,0 0-1 0 0,0 0 0 0 0,0 0 1 0 0,-1 0-1 0 0,1 0 0 0 0,0 0 1 0 0,0 0-1 0 0,0 0 0 0 0,-1-1 1 0 0,1 1-1 0 0,0 0 0 0 0,0-1 0 0 0,-1 1 1 0 0,1 0-1 0 0,0-1 0 0 0,-1 1 1 0 0,1-1-1 0 0,0 1 0 0 0,-1-1 1 0 0,1 1-1 0 0,-1-1 0 0 0,1 0 1 0 0,-1 1-1 0 0,1-1 0 0 0,0 0 1 0 0,23-30 319 0 0,-21 27-249 0 0,0-1 52 0 0,1 0-1 0 0,-1 0 1 0 0,0 0 0 0 0,-1 0 0 0 0,1-1 0 0 0,-1 1 0 0 0,0-1 0 0 0,0 0 0 0 0,-1 1-1 0 0,0-1 1 0 0,1-10 0 0 0,-2 16-111 0 0,0 0-1 0 0,0 0 1 0 0,0-1 0 0 0,0 1-1 0 0,0 0 1 0 0,0 0 0 0 0,0 0-1 0 0,0-1 1 0 0,0 1 0 0 0,0 0-1 0 0,0 0 1 0 0,0 0 0 0 0,0-1-1 0 0,0 1 1 0 0,0 0 0 0 0,0 0-1 0 0,-1 0 1 0 0,1-1 0 0 0,0 1-1 0 0,0 0 1 0 0,0 0 0 0 0,0 0-1 0 0,0 0 1 0 0,-1-1 0 0 0,1 1-1 0 0,0 0 1 0 0,0 0 0 0 0,0 0-1 0 0,-1 0 1 0 0,1 0 0 0 0,0 0-1 0 0,0 0 1 0 0,0 0 0 0 0,-1 0-1 0 0,1 0 1 0 0,0 0 0 0 0,0 0-1 0 0,-1 0 1 0 0,1 0 0 0 0,0 0-1 0 0,0 0 1 0 0,0 0 0 0 0,-1 0-1 0 0,1 0 1 0 0,0 0 0 0 0,-11 9 10 0 0,-5 14-19 0 0,14-19-171 0 0,1-1 0 0 0,0 1 1 0 0,0-1-1 0 0,0 1 0 0 0,0 0 1 0 0,1-1-1 0 0,-1 1 0 0 0,1 7 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7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143 459 2761 0 0,'-2'2'136'0'0,"0"-1"1"0"0,-1 0 0 0 0,1 0 0 0 0,-1 0 0 0 0,1 0 0 0 0,-1-1 0 0 0,0 1-1 0 0,1-1 1 0 0,-1 1 0 0 0,0-1 0 0 0,1 0 0 0 0,-1 0 0 0 0,0 0 0 0 0,0 0-1 0 0,1-1 1 0 0,-1 1 0 0 0,0-1 0 0 0,1 1 0 0 0,-1-1 0 0 0,1 0 0 0 0,-1 0-1 0 0,1 0 1 0 0,-1 0 0 0 0,1-1 0 0 0,0 1 0 0 0,-1-1 0 0 0,1 1 0 0 0,-2-4-1 0 0,-3-1 74 0 0,1 0-1 0 0,0-1 0 0 0,0 0 0 0 0,1-1 1 0 0,0 1-1 0 0,1-1 0 0 0,-1 0 0 0 0,1 0 0 0 0,1 0 1 0 0,0-1-1 0 0,0 1 0 0 0,0-1 0 0 0,1 0 1 0 0,1 0-1 0 0,-1 0 0 0 0,1-12 0 0 0,0 5 138 0 0,1 0 1 0 0,0 0-1 0 0,1 1 0 0 0,1-1 0 0 0,1 0 0 0 0,0 1 0 0 0,1-1 1 0 0,9-22-1 0 0,-11 33-347 0 0,34-70-3 0 0,-33 70 4 0 0,0 0 0 0 0,1 0 1 0 0,-1 0-1 0 0,1 0 0 0 0,0 1 0 0 0,0 0 1 0 0,1 0-1 0 0,-1 0 0 0 0,1 0 0 0 0,0 0 1 0 0,8-4-1 0 0,-12 8 1 0 0,0 0 0 0 0,0-1 0 0 0,0 1 0 0 0,0 0-1 0 0,0 0 1 0 0,0-1 0 0 0,0 1 0 0 0,1 0 0 0 0,-1 0 0 0 0,0 0 0 0 0,0 0 0 0 0,0 1 0 0 0,0-1 0 0 0,0 0 0 0 0,0 0 0 0 0,0 1-1 0 0,0-1 1 0 0,1 0 0 0 0,-1 1 0 0 0,0-1 0 0 0,0 1 0 0 0,-1 0 0 0 0,2 0 0 0 0,1 1-17 0 0,0 1 0 0 0,0-1 0 0 0,-1 1 0 0 0,0 0 0 0 0,1 0 0 0 0,-1 0 1 0 0,2 4-1 0 0,3 6-34 0 0,-1 0 0 0 0,7 23 0 0 0,2 17 43 0 0,12 93 0 0 0,-20-99 111 0 0,1 1-1 0 0,29 85 0 0 0,-35-127-97 0 0,1-1 1 0 0,-1 1-1 0 0,1-1 0 0 0,0 1 1 0 0,1-1-1 0 0,-1 0 0 0 0,1 0 0 0 0,0-1 1 0 0,0 1-1 0 0,0-1 0 0 0,1 0 0 0 0,9 7 1 0 0,-11-10-6 0 0,0 1 1 0 0,0-1-1 0 0,0 1 1 0 0,0-1-1 0 0,0 0 1 0 0,0 0 0 0 0,1-1-1 0 0,-1 1 1 0 0,0-1-1 0 0,1 0 1 0 0,-1 1-1 0 0,0-1 1 0 0,1-1 0 0 0,-1 1-1 0 0,0 0 1 0 0,1-1-1 0 0,-1 0 1 0 0,0 0-1 0 0,0 0 1 0 0,1 0 0 0 0,-1 0-1 0 0,0-1 1 0 0,0 1-1 0 0,5-4 1 0 0,-1-1 49 0 0,-1 1 1 0 0,1-1-1 0 0,-1 0 0 0 0,0 0 0 0 0,-1-1 1 0 0,1 0-1 0 0,-1 0 0 0 0,0 0 1 0 0,-1-1-1 0 0,0 1 0 0 0,0-1 1 0 0,-1 0-1 0 0,0 0 0 0 0,0-1 1 0 0,-1 1-1 0 0,0 0 0 0 0,1-10 0 0 0,-3 16-7 0 0,0 1 0 0 0,0-1 0 0 0,0 1 0 0 0,0-1 0 0 0,0 1-1 0 0,0-1 1 0 0,0 1 0 0 0,0 0 0 0 0,0-1 0 0 0,-1 1-1 0 0,1-1 1 0 0,-1 1 0 0 0,1 0 0 0 0,-1-1 0 0 0,0 1-1 0 0,1 0 1 0 0,-1-1 0 0 0,0 1 0 0 0,0 0 0 0 0,0 0-1 0 0,0 0 1 0 0,-2-2 0 0 0,1 2 27 0 0,0-1-1 0 0,0 1 1 0 0,-1 0-1 0 0,1 0 1 0 0,-1 0-1 0 0,1 1 1 0 0,-1-1-1 0 0,1 0 1 0 0,-1 1-1 0 0,1 0 1 0 0,-6 0-1 0 0,-5 0 229 0 0,0 1 0 0 0,0 1-1 0 0,-24 6 1 0 0,35-7-279 0 0,-29 9 309 0 0,-1 2 0 0 0,1 1 0 0 0,1 2 0 0 0,-35 21 0 0 0,30-15-569 0 0,-2-2-1 0 0,-40 16 1 0 0,70-33-549 0 0,1 0-1 0 0,-1 0 1 0 0,0 0 0 0 0,-13 1-1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8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1 349 2304 0 0,'1'0'109'0'0,"-1"-1"0"0"0,1 1-1 0 0,0 0 1 0 0,-1-1 0 0 0,1 1-1 0 0,0 0 1 0 0,0-1-1 0 0,0 1 1 0 0,0 0 0 0 0,-1 0-1 0 0,1 0 1 0 0,0 0-1 0 0,0-1 1 0 0,0 1 0 0 0,0 0-1 0 0,-1 1 1 0 0,1-1-1 0 0,0 0 1 0 0,0 0 0 0 0,0 0-1 0 0,0 0 1 0 0,-1 1 0 0 0,1-1-1 0 0,0 0 1 0 0,0 1-1 0 0,-1-1 1 0 0,1 1 0 0 0,0-1-1 0 0,0 1 1 0 0,-1-1-1 0 0,1 1 1 0 0,-1-1 0 0 0,1 1-1 0 0,0 0 1 0 0,18 22 2531 0 0,-8-5-1750 0 0,2 7 341 0 0,28 37 0 0 0,-35-55-1109 0 0,0 1 0 0 0,0-1 0 0 0,1-1 0 0 0,1 1-1 0 0,-1-1 1 0 0,1-1 0 0 0,0 1 0 0 0,15 7 0 0 0,-15-10-24 0 0,0 0 0 0 0,0 0 0 0 0,0 0 0 0 0,1-1 0 0 0,-1-1 0 0 0,1 1 0 0 0,10-1 0 0 0,-17-1-86 0 0,0 1 0 0 0,-1-1 0 0 0,1 0 0 0 0,0 0 1 0 0,0 0-1 0 0,-1 0 0 0 0,1-1 0 0 0,0 1 0 0 0,0 0 1 0 0,-1-1-1 0 0,1 1 0 0 0,0-1 0 0 0,-1 0 0 0 0,1 1 1 0 0,-1-1-1 0 0,1 0 0 0 0,-1 0 0 0 0,1 0 0 0 0,-1 0 1 0 0,1 0-1 0 0,-1-1 0 0 0,0 1 0 0 0,0 0 0 0 0,0-1 1 0 0,0 1-1 0 0,0 0 0 0 0,0-1 0 0 0,0 1 0 0 0,0-1 1 0 0,0 0-1 0 0,-1 1 0 0 0,1-1 0 0 0,0 0 0 0 0,-1 1 1 0 0,0-1-1 0 0,1 0 0 0 0,-1 0 0 0 0,0 1 0 0 0,0-1 1 0 0,0 0-1 0 0,-1-3 0 0 0,1 2 15 0 0,-1 0 1 0 0,1 0-1 0 0,-1 0 0 0 0,0 1 1 0 0,0-1-1 0 0,0 0 1 0 0,-1 1-1 0 0,1-1 0 0 0,-1 0 1 0 0,1 1-1 0 0,-1 0 0 0 0,0-1 1 0 0,0 1-1 0 0,0 0 0 0 0,0 0 1 0 0,0 0-1 0 0,0 0 0 0 0,-5-2 1 0 0,-5-3-67 0 0,0 0 0 0 0,-23-9 0 0 0,8 4-353 0 0,3-1 613 0 0,0 2-177 0 0,1-2 0 0 0,-36-25 0 0 0,54 34-39 0 0,0 1-1 0 0,0-1 1 0 0,1-1 0 0 0,0 1 0 0 0,-1-1 0 0 0,1 1 0 0 0,1-1 0 0 0,-1 0 0 0 0,1-1 0 0 0,0 1-1 0 0,0-1 1 0 0,1 1 0 0 0,-1-1 0 0 0,1 0 0 0 0,0 0 0 0 0,-1-11 0 0 0,3 11-60 0 0,0 0 1 0 0,1 1-1 0 0,0-1 0 0 0,0 0 1 0 0,1 1-1 0 0,-1-1 0 0 0,1 1 1 0 0,0-1-1 0 0,1 1 0 0 0,-1 0 1 0 0,1 0-1 0 0,0 0 0 0 0,0 0 1 0 0,1 0-1 0 0,5-5 0 0 0,9-10 43 0 0,38-33-1 0 0,-52 50 10 0 0,-2 0 1 0 0,1 1 1 0 0,0 0-1 0 0,-1-1 1 0 0,1 1-1 0 0,0 1 1 0 0,0-1-1 0 0,1 0 1 0 0,-1 1-1 0 0,0-1 1 0 0,0 1-1 0 0,1 0 0 0 0,-1 0 1 0 0,6 0-1 0 0,-7 1 1 0 0,1 0-1 0 0,-1 0 0 0 0,0 1 0 0 0,0-1 0 0 0,1 1 0 0 0,-1 0 0 0 0,0 0 1 0 0,0 0-1 0 0,0 0 0 0 0,0 0 0 0 0,0 0 0 0 0,0 0 0 0 0,0 1 1 0 0,0-1-1 0 0,-1 1 0 0 0,1-1 0 0 0,-1 1 0 0 0,1 0 0 0 0,-1-1 1 0 0,1 1-1 0 0,-1 0 0 0 0,1 3 0 0 0,25 42-30 0 0,-17-28 29 0 0,0-1 0 0 0,1 0-1 0 0,21 25 1 0 0,-29-39 16 0 0,0-1 0 0 0,0 0-1 0 0,0 0 1 0 0,0 0 0 0 0,0-1 0 0 0,1 1-1 0 0,-1-1 1 0 0,1 0 0 0 0,0 0 0 0 0,0 0-1 0 0,0 0 1 0 0,0 0 0 0 0,0-1-1 0 0,0 0 1 0 0,0 0 0 0 0,0 0 0 0 0,0 0-1 0 0,1-1 1 0 0,-1 0 0 0 0,0 0 0 0 0,0 0-1 0 0,8-1 1 0 0,-9 0 14 0 0,0 0 0 0 0,0-1 0 0 0,0 1 0 0 0,0-1-1 0 0,0 1 1 0 0,-1-1 0 0 0,1 0 0 0 0,-1 0 0 0 0,0 0 0 0 0,1-1 0 0 0,-1 1 0 0 0,0 0-1 0 0,0-1 1 0 0,0 1 0 0 0,-1-1 0 0 0,1 0 0 0 0,-1 0 0 0 0,1 0 0 0 0,-1 0 0 0 0,0 1 0 0 0,0-2-1 0 0,0 1 1 0 0,0 0 0 0 0,0-4 0 0 0,0-2 200 0 0,1 0-1 0 0,-1 0 1 0 0,0 0-1 0 0,-1-1 1 0 0,0 1-1 0 0,-1 0 1 0 0,-1-11 0 0 0,0 13-132 0 0,1 0 0 0 0,-1 0 1 0 0,0 1-1 0 0,-1-1 1 0 0,0 1-1 0 0,0 0 1 0 0,0 0-1 0 0,-1 0 1 0 0,1 0-1 0 0,-1 0 1 0 0,-1 1-1 0 0,1 0 1 0 0,-1 0-1 0 0,0 0 0 0 0,0 0 1 0 0,-1 1-1 0 0,1 0 1 0 0,-9-5-1 0 0,7 6-61 0 0,1 0 1 0 0,-1 0-1 0 0,-1 1 0 0 0,1 0 0 0 0,0 1 0 0 0,0-1 0 0 0,-1 1 0 0 0,1 1 0 0 0,-1-1 1 0 0,1 1-1 0 0,0 1 0 0 0,-1-1 0 0 0,1 1 0 0 0,-1 1 0 0 0,1-1 0 0 0,-14 6 0 0 0,-3 3-545 0 0,-44 24-1 0 0,37-18-1764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9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 8290 0 0,'-4'2'120'0'0,"1"1"0"0"0,0-1 1 0 0,0 1-1 0 0,0 0 0 0 0,0 0 1 0 0,0 0-1 0 0,1 1 0 0 0,-1-1 1 0 0,1 1-1 0 0,0-1 0 0 0,0 1 0 0 0,0 0 1 0 0,0 0-1 0 0,1 0 0 0 0,0 0 1 0 0,0 0-1 0 0,0 0 0 0 0,0 0 1 0 0,0 0-1 0 0,1 0 0 0 0,0 0 1 0 0,0 1-1 0 0,0 6 0 0 0,1-2 87 0 0,-1 1 0 0 0,2-1 0 0 0,-1 1 1 0 0,1-1-1 0 0,0 0 0 0 0,1 0 0 0 0,0 0 0 0 0,1 0 0 0 0,7 14 0 0 0,-7-17-181 0 0,1-1 1 0 0,-1 0-1 0 0,1-1 0 0 0,-1 1 1 0 0,2-1-1 0 0,-1 0 0 0 0,0 0 0 0 0,1 0 1 0 0,-1-1-1 0 0,1 0 0 0 0,0 0 0 0 0,0 0 1 0 0,0-1-1 0 0,1 0 0 0 0,-1 0 0 0 0,1-1 1 0 0,-1 1-1 0 0,1-1 0 0 0,12 0 1 0 0,-9-1 6 0 0,1 0 0 0 0,-1-1 0 0 0,0 0 0 0 0,0-1 0 0 0,0 1 0 0 0,0-2 0 0 0,0 0 0 0 0,-1 0 0 0 0,1-1 0 0 0,-1 0 0 0 0,0 0 0 0 0,14-9 0 0 0,-22 12-7 0 0,1 0 0 0 0,0-1 0 0 0,-1 1 1 0 0,1 0-1 0 0,-1 0 0 0 0,0-1 0 0 0,1 1 0 0 0,-1-1 0 0 0,0 0 0 0 0,0 1 1 0 0,0-1-1 0 0,0 0 0 0 0,0 1 0 0 0,0-1 0 0 0,0 0 0 0 0,-1 0 0 0 0,1 0 1 0 0,-1 0-1 0 0,1 0 0 0 0,-1 0 0 0 0,1-2 0 0 0,-2 1 60 0 0,1 0 1 0 0,-1 1-1 0 0,1-1 0 0 0,-1 0 0 0 0,0 0 0 0 0,0 0 1 0 0,0 1-1 0 0,-1-1 0 0 0,1 1 0 0 0,0-1 0 0 0,-1 1 1 0 0,-3-5-1 0 0,-7-5 297 0 0,1 1 1 0 0,-1 0-1 0 0,-1 0 1 0 0,-16-9-1 0 0,19 13-317 0 0,0 0-280 0 0,-4-4 507 0 0,-1 1 0 0 0,-24-12-1 0 0,1 10-1657 0 0,35 12 903 0 0,0 0 0 0 0,0-1 0 0 0,0 2 1 0 0,0-1-1 0 0,0 0 0 0 0,1 0 0 0 0,-1 1 1 0 0,0 0-1 0 0,0-1 0 0 0,-4 3 0 0 0,-7 5-4758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9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139 821 5985 0 0,'0'0'136'0'0,"-1"-1"-1"0"0,0 1 1 0 0,1-1-1 0 0,0 0 1 0 0,-1 1 0 0 0,1-1-1 0 0,-1 0 1 0 0,1 0-1 0 0,0 1 1 0 0,0-1-1 0 0,-1 0 1 0 0,1 0-1 0 0,0 0 1 0 0,0 1 0 0 0,0-1-1 0 0,0 0 1 0 0,0 0-1 0 0,0 0 1 0 0,0 1-1 0 0,0-1 1 0 0,0 0-1 0 0,0 0 1 0 0,0 0 0 0 0,0 1-1 0 0,1-1 1 0 0,-1 0-1 0 0,0 0 1 0 0,1 1-1 0 0,0-2 1 0 0,12-32 1123 0 0,-9 25-707 0 0,2-6 129 0 0,1 0 0 0 0,0 0 0 0 0,1 0 0 0 0,0 1 0 0 0,1 0 0 0 0,20-23 0 0 0,-35 41-544 0 0,-1-1-1 0 0,1 0 1 0 0,-1 0-1 0 0,0-1 1 0 0,0 0-1 0 0,-1 0 1 0 0,1-1-1 0 0,0 1 0 0 0,-1-2 1 0 0,1 1-1 0 0,-11-1 1 0 0,12-2-129 0 0,0 0 0 0 0,0 0 0 0 0,0 0 0 0 0,1-1 0 0 0,-1 0 0 0 0,1 0 0 0 0,-1-1 1 0 0,1 1-1 0 0,0-1 0 0 0,0 0 0 0 0,1-1 0 0 0,-1 1 0 0 0,1-1 0 0 0,0 0 0 0 0,0 0 0 0 0,0 0 0 0 0,1-1 0 0 0,0 1 0 0 0,0-1 1 0 0,0 1-1 0 0,1-1 0 0 0,-2-7 0 0 0,-3-6-62 0 0,2-1 0 0 0,0 0 1 0 0,1 0-1 0 0,1 0 1 0 0,-1-33-1 0 0,3 28 81 0 0,5-44 0 0 0,-3 62-14 0 0,0-1 0 0 0,1 1-1 0 0,-1 0 1 0 0,1-1 0 0 0,1 1 0 0 0,0 0 0 0 0,0 0-1 0 0,0 1 1 0 0,1-1 0 0 0,5-8 0 0 0,-7 13-2 0 0,-1 1 1 0 0,1 0-1 0 0,0-1 1 0 0,0 1-1 0 0,-1 0 1 0 0,1 0-1 0 0,0 0 1 0 0,0 0-1 0 0,0 0 1 0 0,0 0-1 0 0,0 0 1 0 0,0 1-1 0 0,1-1 0 0 0,-1 1 1 0 0,0 0-1 0 0,0-1 1 0 0,0 1-1 0 0,0 0 1 0 0,1 0-1 0 0,-1 1 1 0 0,0-1-1 0 0,0 0 1 0 0,0 1-1 0 0,0-1 1 0 0,0 1-1 0 0,0 0 1 0 0,1 0-1 0 0,-1-1 1 0 0,-1 1-1 0 0,1 1 1 0 0,0-1-1 0 0,2 2 1 0 0,9 5 24 0 0,0 1 0 0 0,-1 0 0 0 0,15 16 0 0 0,-20-19-75 0 0,3 3-27 0 0,2 3 8 0 0,2 0 0 0 0,27 18 0 0 0,-38-28 55 0 0,0 0 1 0 0,0 0-1 0 0,0-1 1 0 0,0 1-1 0 0,0-1 0 0 0,1 0 1 0 0,-1 0-1 0 0,0 0 1 0 0,1 0-1 0 0,-1 0 1 0 0,0-1-1 0 0,1 1 1 0 0,-1-1-1 0 0,1 0 0 0 0,-1 0 1 0 0,1-1-1 0 0,-1 1 1 0 0,1-1-1 0 0,-1 1 1 0 0,0-1-1 0 0,5-2 1 0 0,-6 2 86 0 0,0-1 1 0 0,-1 1 0 0 0,1 0 0 0 0,0-1 0 0 0,-1 0-1 0 0,1 1 1 0 0,-1-1 0 0 0,0 0 0 0 0,1 0-1 0 0,-1 0 1 0 0,0 0 0 0 0,0 0 0 0 0,0 0 0 0 0,0 0-1 0 0,0-2 1 0 0,9-39 763 0 0,-6 23-529 0 0,5-14-335 0 0,-1-1-73 0 0,17-43-1 0 0,2 27-2740 0 0,-23 45 1506 0 0,1-1 0 0 0,0 1 1 0 0,1 0-1 0 0,11-10 0 0 0,2 3-2788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2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0 4105 0 0,'-1'3'307'0'0,"-1"0"140"0"0,2 2 902 0 0,0 35-901 0 0,-8 69-1 0 0,-2 20-925 0 0,6 1 529 0 0,3 77 901 0 0,5 6-1091 0 0,-1-15 209 0 0,6-36-1241 0 0,-19 261 0 0 0,-9-133 2721 0 0,22-67-457 0 0,0-139-754 0 0,-7 102 1 0 0,2-132 210 0 0,1 0-1 0 0,8 56 0 0 0,0-17-751 0 0,-2 269 379 0 0,-5-307-176 0 0,-13 109 0 0 0,6-116 4 0 0,3 0 0 0 0,2 0 0 0 0,4 55 0 0 0,6-28 27 0 0,-4 0 0 0 0,-6 103 0 0 0,1-151 519 0 0,1-1 0 0 0,8 49 0 0 0,1 24-535 0 0,-8-51 171 0 0,0-27-194 0 0,0 1 0 0 0,-5 39 0 0 0,4-61 7 0 0,-2 8 14 0 0,0 0 1 0 0,1 0-1 0 0,0 0 0 0 0,1 0 0 0 0,0 0 0 0 0,0 0 0 0 0,1 0 0 0 0,2 13 1 0 0,-2-17-5 0 0,0 0 1 0 0,0 0 0 0 0,0 1 0 0 0,-1-1 0 0 0,0 0-1 0 0,0 0 1 0 0,0 1 0 0 0,0-1 0 0 0,-1 0 0 0 0,-1 8-1 0 0,-1 3 288 0 0,3-9-93 0 0,0 0 0 0 0,0 0-1 0 0,1 0 1 0 0,-1 0 0 0 0,1 0 0 0 0,3 10 0 0 0,6 1-4010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4.4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97 462 1376 0 0,'-13'15'238'0'0,"0"0"0"0"0,-23 18 0 0 0,2-1 2297 0 0,156-172 3512 0 0,-79 86-5386 0 0,73-68-1 0 0,-62 70-388 0 0,77-93 0 0 0,-94 109-1275 0 0,-29 29 175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4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41 105 5065 0 0,'-23'9'554'0'0,"22"-9"-434"0"0,0 1-1 0 0,0-1 1 0 0,0 0 0 0 0,0 1-1 0 0,0 0 1 0 0,0-1-1 0 0,0 1 1 0 0,0-1-1 0 0,0 1 1 0 0,0 0-1 0 0,0 0 1 0 0,0 0 0 0 0,1-1-1 0 0,-1 1 1 0 0,0 0-1 0 0,1 0 1 0 0,-1 0-1 0 0,0 1 1 0 0,33-20 2695 0 0,-19 10-2433 0 0,21-14 820 0 0,61-30 1 0 0,-85 47-1086 0 0,0 1 0 0 0,0 0 1 0 0,0 1-1 0 0,1 0 1 0 0,0 0-1 0 0,-1 1 1 0 0,1 1-1 0 0,0 0 1 0 0,0 0-1 0 0,0 1 0 0 0,15 2 1 0 0,-22-2-106 0 0,1 1 1 0 0,0 0-1 0 0,0 1 1 0 0,0-1-1 0 0,-1 1 1 0 0,1 0-1 0 0,-1 0 1 0 0,0 0-1 0 0,1 1 1 0 0,-1 0-1 0 0,0 0 1 0 0,0 0-1 0 0,-1 0 1 0 0,1 0-1 0 0,-1 1 1 0 0,1-1-1 0 0,-1 1 1 0 0,0 0-1 0 0,0 0 1 0 0,-1 1-1 0 0,1-1 1 0 0,-1 0-1 0 0,0 1 1 0 0,0-1-1 0 0,-1 1 1 0 0,1 0-1 0 0,-1-1 1 0 0,1 10-1 0 0,0 10 182 0 0,0 0 0 0 0,-2 0-1 0 0,-1 0 1 0 0,-7 42 0 0 0,3-21-256 0 0,4-22-1116 0 0,0-1-4205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5.2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14 5529 0 0,'-10'-5'263'0'0,"-15"-3"729"0"0,24 8-956 0 0,0 0 0 0 0,1 0 0 0 0,-1 1 1 0 0,0-1-1 0 0,1 0 0 0 0,-1 1 0 0 0,0-1 0 0 0,1 0 0 0 0,-1 1 0 0 0,1-1 1 0 0,-1 1-1 0 0,1-1 0 0 0,-1 1 0 0 0,1-1 0 0 0,-1 1 0 0 0,1 0 1 0 0,-1-1-1 0 0,1 1 0 0 0,0-1 0 0 0,-1 1 0 0 0,1 0 0 0 0,0 0 1 0 0,0-1-1 0 0,-1 1 0 0 0,1 0 0 0 0,0-1 0 0 0,0 1 0 0 0,0 0 0 0 0,0 0 1 0 0,0-1-1 0 0,0 1 0 0 0,0 0 0 0 0,0-1 0 0 0,0 1 0 0 0,0 0 1 0 0,1 1-1 0 0,0 25 401 0 0,1 0 1 0 0,1-1-1 0 0,2 1 0 0 0,1 0 1 0 0,9 27-1 0 0,-12-47-362 0 0,-1-1-1 0 0,1 0 1 0 0,0 0-1 0 0,0 0 0 0 0,1 0 1 0 0,0-1-1 0 0,0 1 1 0 0,0-1-1 0 0,1 0 0 0 0,-1 0 1 0 0,1 0-1 0 0,0-1 1 0 0,1 0-1 0 0,-1 0 0 0 0,8 4 1 0 0,-10-6 14 0 0,1-1-1 0 0,0 1 1 0 0,0-1 0 0 0,0 0 0 0 0,0 0 0 0 0,0 0-1 0 0,0-1 1 0 0,0 1 0 0 0,1-1 0 0 0,-1 0 0 0 0,0 0-1 0 0,0 0 1 0 0,0-1 0 0 0,0 1 0 0 0,0-1 0 0 0,0 0-1 0 0,0 0 1 0 0,0-1 0 0 0,0 1 0 0 0,0-1 0 0 0,0 0-1 0 0,-1 0 1 0 0,1 0 0 0 0,-1 0 0 0 0,5-5 0 0 0,9-8 536 0 0,-1 0 0 0 0,21-27-1 0 0,-20 22-677 0 0,2-4-17 0 0,5-6-998 0 0,-4 12-3882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5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0,'2'0'652'0'0,"0"0"0"0"0,0 1-1 0 0,0-1 1 0 0,0 1-1 0 0,0-1 1 0 0,0 1 0 0 0,0 0-1 0 0,0-1 1 0 0,0 1 0 0 0,0 0-1 0 0,0 1 1 0 0,0-1 0 0 0,2 2-1 0 0,22 27 2080 0 0,-15-12-2874 0 0,17 37 1 0 0,-23-45 912 0 0,8 17-655 0 0,1-1-1 0 0,2 0 1 0 0,26 32 0 0 0,3-7-5574 0 0,-28-34-271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6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18 1840 0 0,'0'-1'184'0'0,"0"0"-1"0"0,-1 1 1 0 0,1-1-1 0 0,0 0 1 0 0,0 0-1 0 0,-1 0 1 0 0,1 0-1 0 0,-1 1 1 0 0,1-1-1 0 0,-1 0 1 0 0,1 0-1 0 0,-1 1 1 0 0,0-1-1 0 0,1 0 1 0 0,-1 1-1 0 0,0-1 1 0 0,1 1-1 0 0,-1-1 1 0 0,0 1-1 0 0,0-1 1 0 0,0 1-1 0 0,1-1 1 0 0,-1 1-1 0 0,0 0 1 0 0,0-1-1 0 0,0 1 1 0 0,0 0-1 0 0,0 0 1 0 0,0 0-1 0 0,1 0 1 0 0,-1 0-1 0 0,-1 0 1 0 0,1 0-55 0 0,0 1-1 0 0,1 0 1 0 0,-1 0 0 0 0,0 0 0 0 0,1-1 0 0 0,-1 1-1 0 0,1 0 1 0 0,-1 0 0 0 0,1 0 0 0 0,-1 0-1 0 0,1 0 1 0 0,0 0 0 0 0,-1 0 0 0 0,1 0 0 0 0,0 0-1 0 0,0 0 1 0 0,0 0 0 0 0,0 0 0 0 0,0 0 0 0 0,0 0-1 0 0,0 0 1 0 0,0 0 0 0 0,0 1 0 0 0,1-1 0 0 0,-1 0-1 0 0,1 1 1 0 0,6 26 479 0 0,2 1 1 0 0,0-2-1 0 0,2 1 0 0 0,15 25 0 0 0,64 102 470 0 0,-58-103-1055 0 0,23 33-4280 0 0,-24-44-576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7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85 189 6913 0 0,'1'3'131'0'0,"0"0"0"0"0,0 0 0 0 0,1-1 0 0 0,-1 1-1 0 0,1 0 1 0 0,0-1 0 0 0,-1 0 0 0 0,1 1-1 0 0,1-1 1 0 0,-1 0 0 0 0,0 0 0 0 0,0 0-1 0 0,1 0 1 0 0,-1 0 0 0 0,1 0 0 0 0,-1-1 0 0 0,1 0-1 0 0,0 1 1 0 0,0-1 0 0 0,0 0 0 0 0,0 0-1 0 0,0 0 1 0 0,0-1 0 0 0,0 1 0 0 0,0-1-1 0 0,0 1 1 0 0,4-1 0 0 0,-2 0 49 0 0,-1 0 0 0 0,1-1 0 0 0,0 1 0 0 0,-1-1 0 0 0,1 0 0 0 0,-1 0 0 0 0,0-1 0 0 0,1 1 0 0 0,-1-1 0 0 0,0 0 0 0 0,0 0 0 0 0,0 0 0 0 0,0-1 0 0 0,0 1 0 0 0,0-1 0 0 0,-1 0 0 0 0,6-6 0 0 0,-5 4-48 0 0,0-1 0 0 0,0 0 0 0 0,-1 0-1 0 0,0 0 1 0 0,0-1 0 0 0,0 1 0 0 0,-1-1 0 0 0,0 1 0 0 0,0-1-1 0 0,-1 0 1 0 0,0 0 0 0 0,0 0 0 0 0,-1 0 0 0 0,0 1 0 0 0,0-1 0 0 0,0 0-1 0 0,-1 0 1 0 0,-2-11 0 0 0,2 15-108 0 0,0-1 0 0 0,0 1 0 0 0,0-1 1 0 0,-1 1-1 0 0,1 0 0 0 0,-1-1 0 0 0,0 1 0 0 0,0 0 0 0 0,0 0 0 0 0,0 0 0 0 0,0 1 0 0 0,-1-1 0 0 0,1 0 0 0 0,-1 1 1 0 0,0 0-1 0 0,0-1 0 0 0,0 1 0 0 0,0 0 0 0 0,0 1 0 0 0,0-1 0 0 0,0 0 0 0 0,-1 1 0 0 0,1 0 0 0 0,-1 0 1 0 0,1 0-1 0 0,-1 0 0 0 0,1 1 0 0 0,-1-1 0 0 0,1 1 0 0 0,-1 0 0 0 0,0 0 0 0 0,1 0 0 0 0,-1 0 0 0 0,0 1 1 0 0,1-1-1 0 0,-7 3 0 0 0,-3 0-93 0 0,1 1 1 0 0,-1 1 0 0 0,1 0 0 0 0,0 1-1 0 0,0 0 1 0 0,0 1 0 0 0,1 0-1 0 0,0 0 1 0 0,-13 13 0 0 0,1 2-682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7.7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16 10138 0 0,'-1'-1'69'0'0,"0"0"0"0"0,1 0 1 0 0,-1 0-1 0 0,0 0 0 0 0,0 0 0 0 0,0 0 0 0 0,1 0 0 0 0,-1 0 0 0 0,0 1 0 0 0,0-1 1 0 0,0 0-1 0 0,-1 0 0 0 0,1 1 0 0 0,0-1 0 0 0,0 1 0 0 0,0-1 0 0 0,0 1 1 0 0,-1-1-1 0 0,1 1 0 0 0,0 0 0 0 0,0 0 0 0 0,-1-1 0 0 0,1 1 0 0 0,-1 0 0 0 0,-1 1 52 0 0,1-1-1 0 0,0 1 0 0 0,0 0 1 0 0,0-1-1 0 0,0 1 0 0 0,0 0 1 0 0,0 0-1 0 0,0 0 0 0 0,1 1 1 0 0,-1-1-1 0 0,0 0 0 0 0,-2 4 1 0 0,-4 3 124 0 0,2 0 1 0 0,-1 0-1 0 0,1 1 0 0 0,-8 14 1 0 0,6-7-157 0 0,1-1 0 0 0,0 1 0 0 0,1 0 1 0 0,0 1-1 0 0,2-1 0 0 0,0 1 0 0 0,1 0 1 0 0,0 0-1 0 0,1 1 0 0 0,1-1 0 0 0,1 0 1 0 0,1 0-1 0 0,0 1 0 0 0,1-1 0 0 0,1 0 0 0 0,1 0 1 0 0,0-1-1 0 0,1 1 0 0 0,1-1 0 0 0,12 26 1 0 0,-17-40-73 0 0,0 1 0 0 0,1-1 0 0 0,-1 0 0 0 0,1 1 0 0 0,-1-1 1 0 0,1 0-1 0 0,0 0 0 0 0,0 0 0 0 0,0 0 0 0 0,0 0 1 0 0,0-1-1 0 0,0 1 0 0 0,0-1 0 0 0,1 1 0 0 0,-1-1 0 0 0,1 0 1 0 0,-1 0-1 0 0,1 0 0 0 0,-1 0 0 0 0,1 0 0 0 0,3 0 1 0 0,3-1 17 0 0,0 0 0 0 0,0 0 0 0 0,-1-1 1 0 0,1-1-1 0 0,14-3 0 0 0,-20 4-30 0 0,9-1 52 0 0,-7 1-26 0 0,0 0 0 0 0,0 1 0 0 0,0-2 0 0 0,0 1 0 0 0,0-1 0 0 0,-1 1 0 0 0,1-1 0 0 0,0-1 0 0 0,-1 1 0 0 0,1 0 0 0 0,-1-1-1 0 0,0 0 1 0 0,0 0 0 0 0,0-1 0 0 0,0 1 0 0 0,5-8 0 0 0,3-4-246 0 0,-1-2 0 0 0,-1 1 0 0 0,-1-1 0 0 0,-1-1 0 0 0,13-34 1 0 0,-14 27-5692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7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31 3345 0 0,'-1'-2'0'0'0,"0"2"0"0"0,-1 0 0 0 0,2-1 0 0 0,-1 1 64 0 0,0-1-64 0 0,-1-1 0 0 0,0 1 0 0 0,-3-2 0 0 0,3 0 0 0 0,-1 1 0 0 0,0 0 0 0 0,2 0 0 0 0,0-2 0 0 0,-1 1 0 0 0,1-1 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7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1212 2409 0 0,'2'1'477'0'0,"-1"-12"-74"0"0,-3-33 13 0 0,1-16-1196 0 0,3 0 447 0 0,-2 40 298 0 0,0 1 0 0 0,1 0 1 0 0,1 0-1 0 0,1-1 0 0 0,1 1 0 0 0,9-28 1 0 0,-7 31 1 0 0,-1 0 0 0 0,-1-1 1 0 0,0 0-1 0 0,-1 1 1 0 0,-1-1-1 0 0,0-33 0 0 0,-2 41-3 0 0,2 1-1 0 0,-1-1 0 0 0,1 0 0 0 0,0 1 0 0 0,1 0 1 0 0,5-13-1 0 0,-4 12-11 0 0,0 0 0 0 0,-1-1 0 0 0,0 0 0 0 0,2-16 0 0 0,-5 10 280 0 0,0 0 1 0 0,-1 1-1 0 0,-1-1 1 0 0,-6-25-1 0 0,4 28-284 0 0,1 0-1 0 0,1-1 0 0 0,1 0 1 0 0,0 1-1 0 0,0-1 1 0 0,1 1-1 0 0,3-20 1 0 0,0 12 15 0 0,-2 0 0 0 0,0 0 0 0 0,-1 0 1 0 0,-1 0-1 0 0,-1 0 0 0 0,-7-35 1 0 0,1 7 4 0 0,-2-62-100 0 0,8 95 132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8.4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1057 1872 0 0,'1'-18'-66'0'0,"1"1"0"0"0,5-24 0 0 0,-5 31 8 0 0,0-1 0 0 0,0 0 0 0 0,-1 1 0 0 0,0-1 0 0 0,-1 0 0 0 0,0 0 0 0 0,-1 0 0 0 0,-3-19 0 0 0,-7-17 58 0 0,3-1 0 0 0,2-1 0 0 0,2 1 0 0 0,3-53 0 0 0,-5 46 197 0 0,-14-30 410 0 0,7 38-395 0 0,-9-23 495 0 0,15 51-855 0 0,1-1 1 0 0,-8-40 0 0 0,12 51 141 0 0,-1-16 9 0 0,1 0 0 0 0,1-44 1 0 0,1 65-78 0 0,1 1 1 0 0,1-1 0 0 0,-1 1-1 0 0,0 0 1 0 0,1 0 0 0 0,0 0-1 0 0,-1 0 1 0 0,1 0 0 0 0,1 0-1 0 0,3-4 1 0 0,30-30 1444 0 0,-24 26-1571 0 0,-13 11 199 0 0,1 0 1 0 0,0 1 0 0 0,0-1 0 0 0,0 0 0 0 0,0 1-1 0 0,0-1 1 0 0,0 0 0 0 0,0 1 0 0 0,0-1 0 0 0,0 1-1 0 0,0-1 1 0 0,0 0 0 0 0,1 1 0 0 0,-1-1 0 0 0,0 0-1 0 0,0 1 1 0 0,0-1 0 0 0,0 0 0 0 0,0 0 0 0 0,1 1-1 0 0,-1-1 1 0 0,0 0 0 0 0,0 1 0 0 0,1-1 0 0 0,-1 0-1 0 0,0 0 1 0 0,0 0 0 0 0,1 1 0 0 0,-1-1-1 0 0,0 0 1 0 0,1 0 0 0 0,-1 0 0 0 0,0 1 0 0 0,1-1-1 0 0,-1 0 1 0 0,0 0 0 0 0,1 0 0 0 0,-1 0 0 0 0,0 0-1 0 0,1 0 1 0 0,-1 0 0 0 0,0 0 0 0 0,1 0 0 0 0,-1 0-1 0 0,0 0 1 0 0,1 0 0 0 0,-1 0 0 0 0,0 0 0 0 0,1 0-1 0 0,-1 0 1 0 0,0-1 0 0 0,1 1 0 0 0,-1 0 0 0 0,0 0-1 0 0,1 0 1 0 0,-1 0 0 0 0,0-1 0 0 0,1 1 0 0 0,-4 5-60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8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46 3225 0 0,'-1'-4'136'0'0,"1"2"40"0"0,0-1-176 0 0,0 0 0 0 0,0 2 0 0 0,1 0 0 0 0,1-1 0 0 0,-1-1 0 0 0,2 1 0 0 0,-1-2 0 0 0,4-2 0 0 0,-2 2 0 0 0,0-1 0 0 0,-1-1 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44.6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36 156 3225 0 0,'-2'0'-45'0'0,"0"0"0"0"0,0 0 0 0 0,1-1 0 0 0,-1 1 1 0 0,0-1-1 0 0,1 0 0 0 0,-1 1 0 0 0,1-1 0 0 0,-1 0 1 0 0,1 0-1 0 0,-3-2 0 0 0,-10-5 2047 0 0,34-1-3858 0 0,-10 6 2128 0 0,1 0-1 0 0,0 1 1 0 0,12-1 0 0 0,14-2-191 0 0,37-12-283 0 0,2 3 1 0 0,0 4 0 0 0,78-2-1 0 0,56 6 317 0 0,98 2 1200 0 0,-264 5-1337 0 0,-1-1-1 0 0,1-2 1 0 0,72-13 0 0 0,-49 7 83 0 0,1 3 0 0 0,-1 2 0 0 0,80 9 0 0 0,-90-3-43 0 0,13-3 494 0 0,77-11-1 0 0,34 0-1460 0 0,-71 8 851 0 0,49 1 815 0 0,-44 4 127 0 0,103 9-3090 0 0,-200-9 2683 0 0,24 4 62 0 0,0-2 0 0 0,64-2 0 0 0,19-2-433 0 0,-97 21 1415 0 0,-2-18-960 0 0,-4-1-3356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5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35 1968 0 0,'-21'-12'2111'0'0,"20"11"-1956"0"0,0 1 1 0 0,-1 0-1 0 0,1-1 0 0 0,0 1 0 0 0,0-1 0 0 0,-1 0 0 0 0,1 1 0 0 0,0-1 1 0 0,0 0-1 0 0,0 0 0 0 0,0 1 0 0 0,0-1 0 0 0,0 0 0 0 0,0 0 1 0 0,0 0-1 0 0,0 0 0 0 0,0 0 0 0 0,0-1 0 0 0,1 1 0 0 0,-1 0 1 0 0,1 0-1 0 0,-1 0 0 0 0,0-2 336 0 0,3 6-207 0 0,0 0 0 0 0,0 0 0 0 0,-1 0 0 0 0,1 1 0 0 0,-1-1 0 0 0,0 0 0 0 0,0 1 0 0 0,0-1 1 0 0,0 6-1 0 0,0-4-268 0 0,3 23 382 0 0,-1 0 0 0 0,-1 0 0 0 0,-1 0 0 0 0,-7 56 1 0 0,1 15-215 0 0,4-78-213 0 0,1 37 376 0 0,0-55-320 0 0,0-1 0 0 0,0 0 0 0 0,1 1 0 0 0,-1-1 0 0 0,1 0 0 0 0,-1 1 0 0 0,1-1 0 0 0,0 0 0 0 0,0 0 0 0 0,0 0 0 0 0,0 0 0 0 0,0 0 0 0 0,0 0 0 0 0,1 0 0 0 0,-1 0-1 0 0,1 0 1 0 0,-1-1 0 0 0,1 1 0 0 0,2 1 0 0 0,-1-2 12 0 0,0 0 1 0 0,0 0-1 0 0,-1-1 0 0 0,1 1 0 0 0,0-1 0 0 0,0 0 0 0 0,0 0 1 0 0,0 0-1 0 0,0 0 0 0 0,0 0 0 0 0,-1 0 0 0 0,1-1 0 0 0,5-1 0 0 0,42-15 570 0 0,-39 12-431 0 0,178-72 718 0 0,-112 38-5308 0 0,-64 31-73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5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0 6913 0 0,'-3'1'164'0'0,"1"0"-1"0"0,0 0 0 0 0,-1 0 1 0 0,1 0-1 0 0,0 1 0 0 0,0-1 0 0 0,0 1 1 0 0,0-1-1 0 0,0 1 0 0 0,0 0 0 0 0,0-1 1 0 0,1 1-1 0 0,-1 0 0 0 0,0 0 0 0 0,1 0 1 0 0,0 1-1 0 0,-2 2 0 0 0,1-1 108 0 0,1 1 0 0 0,-1 0 1 0 0,1 0-1 0 0,0 0 0 0 0,0 0 0 0 0,0 0 0 0 0,1 0 0 0 0,0 6 0 0 0,2 9 325 0 0,0 0 1 0 0,2 0-1 0 0,7 27 0 0 0,-10-43-591 0 0,51 168 1492 0 0,-41-140-1466 0 0,2 0-1 0 0,2-1 0 0 0,21 35 1 0 0,-5-20-824 0 0,21 17-5142 0 0,-45-58 5892 0 0,-3-3 43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87 404 2304 0 0,'-10'-11'486'0'0,"2"1"-1"0"0,-1-1 1 0 0,2-1-1 0 0,-1 0 1 0 0,2 0-1 0 0,-1 0 1 0 0,2-1-1 0 0,-1 1 1 0 0,2-1-1 0 0,0-1 1 0 0,0 1-1 0 0,2-1 1 0 0,-2-13-1 0 0,2 16-392 0 0,1 0 1 0 0,1 0-1 0 0,0 0 0 0 0,1 0 0 0 0,0 0 0 0 0,0 0 0 0 0,1 0 1 0 0,1 0-1 0 0,-1 1 0 0 0,2-1 0 0 0,0 1 0 0 0,0 0 0 0 0,1 0 0 0 0,0 0 1 0 0,0 0-1 0 0,13-15 0 0 0,-17 23-92 0 0,1 0 0 0 0,-1 1 0 0 0,0-1 0 0 0,0 1 1 0 0,0-1-1 0 0,1 1 0 0 0,-1 0 0 0 0,1 0 0 0 0,-1-1 0 0 0,1 1 0 0 0,-1 0 1 0 0,1 0-1 0 0,0 0 0 0 0,0 1 0 0 0,-1-1 0 0 0,1 0 0 0 0,0 1 0 0 0,0-1 0 0 0,0 1 1 0 0,0 0-1 0 0,0-1 0 0 0,0 1 0 0 0,-1 0 0 0 0,1 0 0 0 0,0 0 0 0 0,0 0 0 0 0,0 1 1 0 0,0-1-1 0 0,0 0 0 0 0,0 1 0 0 0,0 0 0 0 0,-1-1 0 0 0,1 1 0 0 0,0 0 0 0 0,0 0 1 0 0,-1 0-1 0 0,1 0 0 0 0,-1 0 0 0 0,1 0 0 0 0,-1 0 0 0 0,1 1 0 0 0,-1-1 1 0 0,2 2-1 0 0,2 3-78 0 0,0 1-1 0 0,-1-1 1 0 0,0 1 0 0 0,0 0 0 0 0,-1 0 0 0 0,1 0 0 0 0,-1 0 0 0 0,-1 1 0 0 0,3 8-1 0 0,3 33-339 0 0,3 52 0 0 0,5 31 100 0 0,-13-114 362 0 0,2 0 0 0 0,0 0 0 0 0,1 0 1 0 0,0-1-1 0 0,11 20 0 0 0,-14-33-7 0 0,0 1-1 0 0,0 0 0 0 0,0-1 0 0 0,0 1 1 0 0,1-1-1 0 0,0 0 0 0 0,0 0 1 0 0,0-1-1 0 0,0 1 0 0 0,0-1 0 0 0,1 0 1 0 0,-1 0-1 0 0,1 0 0 0 0,0-1 1 0 0,0 1-1 0 0,9 2 0 0 0,-10-4 0 0 0,-1-1 0 0 0,1 0 0 0 0,-1 1 0 0 0,1-1 0 0 0,-1 0 0 0 0,1-1-1 0 0,-1 1 1 0 0,1 0 0 0 0,-1-1 0 0 0,0 0 0 0 0,1 0 0 0 0,-1 0 0 0 0,0 0 0 0 0,0-1 0 0 0,1 1 0 0 0,-1-1-1 0 0,0 0 1 0 0,0 0 0 0 0,-1 0 0 0 0,1 0 0 0 0,0 0 0 0 0,-1-1 0 0 0,1 1 0 0 0,-1-1 0 0 0,0 1 0 0 0,0-1-1 0 0,2-4 1 0 0,2-1 123 0 0,-2 0-1 0 0,1-1 0 0 0,-1 0 1 0 0,0 1-1 0 0,-1-2 1 0 0,0 1-1 0 0,-1 0 0 0 0,1 0 1 0 0,-2-1-1 0 0,0 1 1 0 0,0-1-1 0 0,0 1 0 0 0,-1-1 1 0 0,-2-13-1 0 0,1 17-133 0 0,0 0 1 0 0,0 0-1 0 0,0 1 0 0 0,-1-1 0 0 0,0 0 1 0 0,0 0-1 0 0,-1 1 0 0 0,0-1 0 0 0,0 1 1 0 0,0 0-1 0 0,0 0 0 0 0,-1 0 0 0 0,0 0 1 0 0,0 1-1 0 0,0 0 0 0 0,0-1 0 0 0,-1 1 0 0 0,0 1 1 0 0,0-1-1 0 0,0 1 0 0 0,0 0 0 0 0,-1 0 1 0 0,-8-3-1 0 0,-7-1-67 0 0,1 2 0 0 0,-1 1 0 0 0,-1 1 0 0 0,-40-2 0 0 0,31 4-1294 0 0,-42-9 0 0 0,60 7-2656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6913 0 0,'2'2'-10'0'0,"0"-1"0"0"0,-1 0-1 0 0,1 0 1 0 0,0 1-1 0 0,-1-1 1 0 0,1 1-1 0 0,-1-1 1 0 0,0 1-1 0 0,1 0 1 0 0,-1 0-1 0 0,0-1 1 0 0,0 1-1 0 0,0 0 1 0 0,0 0-1 0 0,1 4 1 0 0,11 36-115 0 0,-11-33 639 0 0,11 51 900 0 0,7 23-690 0 0,-17-74-645 0 0,0-1 1 0 0,0 0 0 0 0,1 0-1 0 0,0 0 1 0 0,0-1 0 0 0,1 1-1 0 0,7 8 1 0 0,-11-14-16 0 0,0-1 0 0 0,0 1 0 0 0,1 0 0 0 0,-1-1 0 0 0,1 1 0 0 0,-1-1 0 0 0,1 0 0 0 0,-1 1 0 0 0,1-1 0 0 0,0 0 0 0 0,0 0 0 0 0,0 0 0 0 0,0 0 0 0 0,-1 0 0 0 0,1-1 0 0 0,0 1 0 0 0,0 0 0 0 0,1-1 0 0 0,-1 0 0 0 0,0 1-1 0 0,0-1 1 0 0,0 0 0 0 0,0 0 0 0 0,0 0 0 0 0,0 0 0 0 0,0-1 0 0 0,0 1 0 0 0,0 0 0 0 0,0-1 0 0 0,0 0 0 0 0,0 1 0 0 0,0-1 0 0 0,0 0 0 0 0,0 0 0 0 0,0 0 0 0 0,0 0 0 0 0,-1 0 0 0 0,1-1 0 0 0,0 1 0 0 0,-1 0 0 0 0,1-1 0 0 0,-1 1 0 0 0,3-4 0 0 0,1-2 137 0 0,0 1 1 0 0,-1-1-1 0 0,0 0 1 0 0,0 0 0 0 0,0-1-1 0 0,-1 1 1 0 0,0-1-1 0 0,0 0 1 0 0,-1 1-1 0 0,1-10 1 0 0,-1 8-143 0 0,-1 0 1 0 0,-1 0-1 0 0,0-1 1 0 0,0 1 0 0 0,-1 0-1 0 0,0 0 1 0 0,0-1-1 0 0,-1 1 1 0 0,-1 0-1 0 0,-5-14 1 0 0,6 17-80 0 0,-1 0 0 0 0,-1 0 1 0 0,1 1-1 0 0,-1-1 1 0 0,0 1-1 0 0,0 0 1 0 0,0 0-1 0 0,-1 1 0 0 0,0-1 1 0 0,0 1-1 0 0,0 0 1 0 0,0 0-1 0 0,0 1 0 0 0,-1 0 1 0 0,-11-6-1 0 0,7 6-424 0 0,0-1 0 0 0,0 1 1 0 0,0 1-1 0 0,0 0 0 0 0,0 0 0 0 0,-21 0 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88 5529 0 0,'8'10'560'0'0,"-1"0"-1"0"0,0 0 1 0 0,-1 0-1 0 0,0 0 1 0 0,8 20-1 0 0,-9-17-327 0 0,2-1 0 0 0,-1 1-1 0 0,1-1 1 0 0,12 13 0 0 0,-17-21-86 0 0,1-1 0 0 0,0-1 0 0 0,0 1 0 0 0,0 0 0 0 0,1-1 0 0 0,-1 1 0 0 0,1-1 0 0 0,-1 0 0 0 0,1 0 0 0 0,0-1 0 0 0,-1 1 0 0 0,1-1 0 0 0,0 0 0 0 0,0 1 0 0 0,0-2 0 0 0,0 1 0 0 0,0 0 0 0 0,8-1 0 0 0,-10 0 6 0 0,0 0 1 0 0,1-1 0 0 0,-1 1-1 0 0,0 0 1 0 0,1-1 0 0 0,-1 0-1 0 0,0 1 1 0 0,0-1-1 0 0,0 0 1 0 0,0 0 0 0 0,0 0-1 0 0,0-1 1 0 0,0 1 0 0 0,0 0-1 0 0,0-1 1 0 0,0 1-1 0 0,3-4 1 0 0,-2 1-13 0 0,0 0 0 0 0,0-1 0 0 0,-1 1 0 0 0,1-1 0 0 0,-1 1-1 0 0,0-1 1 0 0,0 0 0 0 0,1-5 0 0 0,-1 2-74 0 0,0 0 0 0 0,0-1-1 0 0,-1 1 1 0 0,0 0 0 0 0,-1-1-1 0 0,0 1 1 0 0,0-1 0 0 0,-1 1-1 0 0,0 0 1 0 0,-2-9 0 0 0,1 11-26 0 0,-1-1 0 0 0,0 1-1 0 0,0 0 1 0 0,0 1 0 0 0,-1-1 0 0 0,1 1 0 0 0,-1-1 0 0 0,-1 1 0 0 0,1 0 0 0 0,-1 1 0 0 0,0-1 0 0 0,0 1 0 0 0,0 0-1 0 0,-1 0 1 0 0,1 0 0 0 0,-1 1 0 0 0,-11-5 0 0 0,7 4-68 0 0,0 0-1 0 0,-1 1 1 0 0,1 1-1 0 0,0 0 1 0 0,-1 0-1 0 0,0 1 1 0 0,1 0 0 0 0,-1 1-1 0 0,0 0 1 0 0,-15 2-1 0 0,8 2-736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8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88 190 1840 0 0,'-6'0'-45'0'0,"-37"-1"2021"0"0,40 1-1750 0 0,1-1 0 0 0,-1 1-1 0 0,0-1 1 0 0,0 1 0 0 0,1-1-1 0 0,-1 0 1 0 0,0 0 0 0 0,1 0 0 0 0,-1 0-1 0 0,1-1 1 0 0,-1 1 0 0 0,-1-3-1 0 0,3 4-204 0 0,1-1-1 0 0,0 1 1 0 0,0 0-1 0 0,0-1 1 0 0,-1 1-1 0 0,1-1 1 0 0,0 1-1 0 0,0-1 1 0 0,0 1-1 0 0,0-1 1 0 0,0 1-1 0 0,0-1 0 0 0,0 1 1 0 0,0 0-1 0 0,0-1 1 0 0,0 1-1 0 0,0-1 1 0 0,0 1-1 0 0,0-1 1 0 0,1 1-1 0 0,-1-1 1 0 0,0 1-1 0 0,0 0 1 0 0,0-1-1 0 0,1 1 0 0 0,-1-1 1 0 0,0 1-1 0 0,0 0 1 0 0,1-1-1 0 0,-1 1 1 0 0,0 0-1 0 0,1-1 1 0 0,-1 1-1 0 0,1 0 1 0 0,-1-1-1 0 0,0 1 1 0 0,1 0-1 0 0,-1 0 0 0 0,1 0 1 0 0,-1-1-1 0 0,0 1 1 0 0,1 0-1 0 0,-1 0 1 0 0,1 0-1 0 0,25-11 973 0 0,-23 10-930 0 0,15-7-51 0 0,12-5 146 0 0,0 0 1 0 0,0 3-1 0 0,1 0 1 0 0,0 2-1 0 0,1 1 1 0 0,35-3-1 0 0,94 12 1288 0 0,4-1-236 0 0,463-59 638 0 0,-601 55-1643 0 0,-6-1 162 0 0,0 1 1 0 0,0 1-1 0 0,0 1 1 0 0,1 1-1 0 0,-1 1 1 0 0,0 1-1 0 0,31 6 1 0 0,-22 6 1053 0 0,-12-5-2451 0 0,-5-4-3459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8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48 2304 0 0,'0'-3'274'0'0,"0"-1"0"0"0,-1 1 0 0 0,1 0 0 0 0,-1 0 0 0 0,0-1 0 0 0,0 1 0 0 0,0 0 0 0 0,-3-5-1 0 0,-1-5 1633 0 0,67 194 3822 0 0,39 94-3972 0 0,-42-114-1209 0 0,-39-106-498 0 0,81 193-537 0 0,-91-230-877 0 0,22 30 0 0 0,-24-38 454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8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1 196 456 0 0,'1'-10'279'0'0,"2"0"0"0"0,-1 0 0 0 0,1 0 0 0 0,1 0 0 0 0,0 0 0 0 0,0 1 0 0 0,1 0 0 0 0,0 0 0 0 0,0 0 0 0 0,1 1 0 0 0,9-10-1 0 0,-10 10 123 0 0,1 1 0 0 0,1 0-1 0 0,0 0 1 0 0,0 1 0 0 0,0 0-1 0 0,0 0 1 0 0,1 1-1 0 0,0 0 1 0 0,11-5 0 0 0,-16 8-226 0 0,1 1 1 0 0,0 0-1 0 0,-1 0 1 0 0,1 1 0 0 0,0-1-1 0 0,0 1 1 0 0,0 0-1 0 0,0 0 1 0 0,-1 0-1 0 0,1 0 1 0 0,0 0 0 0 0,0 1-1 0 0,0 0 1 0 0,-1 0-1 0 0,1 0 1 0 0,0 0-1 0 0,-1 1 1 0 0,1-1 0 0 0,-1 1-1 0 0,1 0 1 0 0,-1 0-1 0 0,0 0 1 0 0,0 1-1 0 0,0-1 1 0 0,3 4 0 0 0,-2-2-186 0 0,0 0 0 0 0,0 1 1 0 0,-1-1-1 0 0,0 1 0 0 0,0 0 1 0 0,0 0-1 0 0,0 0 0 0 0,-1 0 0 0 0,0 0 1 0 0,0 0-1 0 0,0 1 0 0 0,-1-1 1 0 0,0 1-1 0 0,0 0 0 0 0,0-1 1 0 0,-1 1-1 0 0,0 0 0 0 0,0-1 1 0 0,-1 10-1 0 0,-2 11-86 0 0,-2 0 1 0 0,-1 0-1 0 0,-9 25 0 0 0,5-16 270 0 0,-3 7 62 0 0,7-28-85 0 0,2 0 1 0 0,0 0-1 0 0,0 0 0 0 0,1 0 0 0 0,1 1 1 0 0,-1 25-1 0 0,3-39-123 0 0,0 0 0 0 0,1 0 0 0 0,-1-1 0 0 0,0 1 1 0 0,1 0-1 0 0,-1 0 0 0 0,1-1 0 0 0,-1 1 0 0 0,1 0 0 0 0,-1-1 0 0 0,1 1 1 0 0,-1-1-1 0 0,1 1 0 0 0,-1 0 0 0 0,1-1 0 0 0,0 1 0 0 0,0-1 0 0 0,-1 0 1 0 0,1 1-1 0 0,0-1 0 0 0,0 0 0 0 0,-1 1 0 0 0,1-1 0 0 0,0 0 0 0 0,0 0 0 0 0,0 1 1 0 0,-1-1-1 0 0,1 0 0 0 0,0 0 0 0 0,0 0 0 0 0,0 0 0 0 0,0 0 0 0 0,-1 0 1 0 0,1-1-1 0 0,0 1 0 0 0,0 0 0 0 0,0 0 0 0 0,-1-1 0 0 0,2 1 0 0 0,39-12 452 0 0,-35 9-341 0 0,83-32 932 0 0,-46 16-470 0 0,52-13 0 0 0,-92 30-717 0 0,0 1 0 0 0,1 0 1 0 0,-1 1-1 0 0,1-1 1 0 0,-1 1-1 0 0,1-1 1 0 0,-1 1-1 0 0,1 0 0 0 0,0 0 1 0 0,-1 1-1 0 0,1-1 1 0 0,-1 1-1 0 0,1 0 0 0 0,-1 0 1 0 0,0 0-1 0 0,1 0 1 0 0,-1 0-1 0 0,0 1 0 0 0,0-1 1 0 0,1 1-1 0 0,-1 0 1 0 0,-1 0-1 0 0,1 0 0 0 0,0 1 1 0 0,0-1-1 0 0,-1 1 1 0 0,3 3-1 0 0,4 10-5025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9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11 146 6913 0 0,'-6'-1'582'0'0,"6"1"-567"0"0,0 0 0 0 0,0 0-1 0 0,-1 0 1 0 0,1 0 0 0 0,0 0 0 0 0,0 0-1 0 0,0 0 1 0 0,0 0 0 0 0,-1 0 0 0 0,1 0-1 0 0,0 0 1 0 0,0 0 0 0 0,0 1 0 0 0,0-1-1 0 0,-1 0 1 0 0,1 0 0 0 0,0 0 0 0 0,0 0-1 0 0,0 0 1 0 0,0 0 0 0 0,0 0 0 0 0,0 0-1 0 0,-1 0 1 0 0,1 0 0 0 0,0 1 0 0 0,0-1-1 0 0,0 0 1 0 0,0 0 0 0 0,0 0 0 0 0,0 0-1 0 0,0 0 1 0 0,0 0 0 0 0,-1 1 0 0 0,1-1 0 0 0,0 0-1 0 0,0 0 1 0 0,0 0 0 0 0,0 0 0 0 0,0 1-1 0 0,0-1 1 0 0,0 0 0 0 0,0 0 0 0 0,0 0-1 0 0,0 0 1 0 0,0 1 0 0 0,0-1 0 0 0,0 0-1 0 0,0 0 1 0 0,0 0 0 0 0,0 0 0 0 0,0 0-1 0 0,1 1 1 0 0,-1-1 0 0 0,0 0 0 0 0,0 0-1 0 0,0 0 1 0 0,0 0 0 0 0,0 0 0 0 0,0 1-1 0 0,0-1 1 0 0,1 0 0 0 0,-1 1 325 0 0,0 25 1224 0 0,7 51 1 0 0,-6-70-1413 0 0,0 0-1 0 0,0 0 1 0 0,1-1-1 0 0,0 1 1 0 0,1 0 0 0 0,0-1-1 0 0,0 1 1 0 0,0-1-1 0 0,0 0 1 0 0,1 0-1 0 0,0 0 1 0 0,6 6 0 0 0,-7-9-118 0 0,-1-1 1 0 0,1 0-1 0 0,0 0 1 0 0,-1 0 0 0 0,1-1-1 0 0,0 1 1 0 0,0-1-1 0 0,0 0 1 0 0,0 0 0 0 0,0 0-1 0 0,1 0 1 0 0,-1 0-1 0 0,0 0 1 0 0,0-1-1 0 0,1 0 1 0 0,4 0 0 0 0,-2 0-12 0 0,0-1 0 0 0,0 0 1 0 0,0 0-1 0 0,0-1 0 0 0,0 0 0 0 0,-1 0 1 0 0,1 0-1 0 0,8-5 0 0 0,-3 0 74 0 0,0 0-1 0 0,-1-1 1 0 0,0 0-1 0 0,0 0 1 0 0,-1-1-1 0 0,0 0 0 0 0,-1-1 1 0 0,8-10-1 0 0,-13 14-32 0 0,0 0 0 0 0,0 0 0 0 0,-1 0-1 0 0,0-1 1 0 0,0 1 0 0 0,-1 0 0 0 0,1-1-1 0 0,-1 1 1 0 0,-1-1 0 0 0,1 1 0 0 0,-1-1-1 0 0,-1 0 1 0 0,1 1 0 0 0,-1-1 0 0 0,0 1-1 0 0,0-1 1 0 0,-1 1 0 0 0,0 0 0 0 0,0-1-1 0 0,-1 1 1 0 0,1 0 0 0 0,-7-9 0 0 0,5 7 16 0 0,-1 0-1 0 0,0 1 1 0 0,0-1 0 0 0,0 1 0 0 0,-1 0 0 0 0,0 0 0 0 0,-1 1 0 0 0,1 0 0 0 0,-1 0 0 0 0,0 1 0 0 0,-1-1-1 0 0,1 2 1 0 0,-1-1 0 0 0,0 1 0 0 0,-1 0 0 0 0,-9-3 0 0 0,-2 4-1307 0 0,-1 4-4908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1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0 440 4145 0 0,'6'-1'311'0'0,"0"-1"0"0"0,0 0-1 0 0,0 0 1 0 0,-1 0 0 0 0,1-1 0 0 0,-1 0 0 0 0,0 0-1 0 0,8-6 1 0 0,0 2 223 0 0,31-22 603 0 0,-1 0 0 0 0,-1-3 0 0 0,-2-2 0 0 0,-1-1 0 0 0,66-79 0 0 0,-82 88-1521 0 0,31-30 0 0 0,5 11-3447 0 0,-51 39 2854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2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2761 0 0,'-1'0'132'0'0,"0"1"1"0"0,0 0-1 0 0,1 0 1 0 0,-1 0-1 0 0,0 0 1 0 0,1 0-1 0 0,-1 0 1 0 0,1 0-1 0 0,-1 0 1 0 0,1 0-1 0 0,0 0 1 0 0,-1 0-1 0 0,1 0 1 0 0,0 0-1 0 0,0 0 1 0 0,0 0-1 0 0,-1 0 1 0 0,1 0-1 0 0,0 0 1 0 0,1 1-1 0 0,-1-1 1 0 0,0 0-1 0 0,0 0 1 0 0,0 0-1 0 0,1 0 1 0 0,-1 0-1 0 0,0 0 1 0 0,1 0-1 0 0,-1 0 1 0 0,2 2-1 0 0,15 31 4115 0 0,-17-34-4248 0 0,13 19 2119 0 0,27 30 0 0 0,-4-4-640 0 0,33 62-222 0 0,-53-78-1716 0 0,2 0 1 0 0,2-1-1 0 0,0-1 1 0 0,29 30-1 0 0,-15-33-1739 0 0,-18-14 791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2.6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80 4145 0 0,'-1'0'54'0'0,"0"1"1"0"0,-1-1-1 0 0,1 1 1 0 0,0-1-1 0 0,0 1 1 0 0,0 0-1 0 0,0 0 1 0 0,0 0-1 0 0,0-1 1 0 0,0 1-1 0 0,1 0 1 0 0,-1 0-1 0 0,0 0 0 0 0,0 0 1 0 0,1 1-1 0 0,-1-1 1 0 0,1 0-1 0 0,-1 0 1 0 0,1 0-1 0 0,-1 0 1 0 0,1 1-1 0 0,0-1 1 0 0,-1 0-1 0 0,1 0 1 0 0,0 1-1 0 0,0-1 1 0 0,0 3-1 0 0,-3 39 1478 0 0,3-42-1419 0 0,1 7 92 0 0,0 0-1 0 0,0 0 1 0 0,1 1 0 0 0,0-2 0 0 0,0 1-1 0 0,1 0 1 0 0,0 0 0 0 0,0-1 0 0 0,1 1-1 0 0,0-1 1 0 0,0 0 0 0 0,1 0 0 0 0,0-1-1 0 0,0 1 1 0 0,0-1 0 0 0,1 0 0 0 0,0-1-1 0 0,0 1 1 0 0,12 7 0 0 0,-13-10-121 0 0,-1 0 0 0 0,1 0 1 0 0,0 0-1 0 0,0-1 0 0 0,0 0 0 0 0,0 0 1 0 0,0 0-1 0 0,0-1 0 0 0,0 1 0 0 0,1-1 1 0 0,-1-1-1 0 0,0 1 0 0 0,1-1 0 0 0,-1 0 1 0 0,1 0-1 0 0,-1 0 0 0 0,1-1 0 0 0,-1 0 1 0 0,0 0-1 0 0,1 0 0 0 0,-1 0 0 0 0,0-1 1 0 0,0 0-1 0 0,0 0 0 0 0,0-1 0 0 0,0 0 1 0 0,-1 1-1 0 0,1-1 0 0 0,-1-1 0 0 0,6-4 1 0 0,-6 4-1 0 0,0 1 1 0 0,-1-1 0 0 0,0 0 0 0 0,0 0-1 0 0,0 0 1 0 0,0 0 0 0 0,-1 0 0 0 0,0-1-1 0 0,0 1 1 0 0,0-1 0 0 0,0 0-1 0 0,-1 1 1 0 0,1-1 0 0 0,-1 0 0 0 0,0 0-1 0 0,-1 0 1 0 0,1 0 0 0 0,-1 0 0 0 0,0 0-1 0 0,-1 0 1 0 0,1 0 0 0 0,-2-8-1 0 0,0 6 13 0 0,-1-1-1 0 0,1 1 0 0 0,-1 0 0 0 0,-1 0 0 0 0,1 0 0 0 0,-1 1 0 0 0,0 0 0 0 0,-1-1 0 0 0,1 1 0 0 0,-1 0 0 0 0,0 1 0 0 0,-1 0 1 0 0,1-1-1 0 0,-8-4 0 0 0,-1 0-153 0 0,-1 0 1 0 0,1 0-1 0 0,-1 2 1 0 0,-1 0 0 0 0,0 0-1 0 0,0 2 1 0 0,0 0-1 0 0,-1 1 1 0 0,-29-6 0 0 0,29 11-4061 0 0,2 4-1364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3.5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 6913 0 0,'0'0'104'0'0,"0"-1"-1"0"0,0 0 0 0 0,0 1 0 0 0,0-1 0 0 0,0 0 0 0 0,0 1 0 0 0,0-1 0 0 0,1 1 1 0 0,-1-1-1 0 0,0 0 0 0 0,0 1 0 0 0,0-1 0 0 0,1 0 0 0 0,-1 1 0 0 0,0-1 0 0 0,1 1 1 0 0,-1-1-1 0 0,0 1 0 0 0,1-1 0 0 0,-1 1 0 0 0,1-1 0 0 0,-1 1 0 0 0,1-1 0 0 0,-1 1 1 0 0,1 0-1 0 0,-1-1 0 0 0,1 1 0 0 0,-1 0 0 0 0,1-1 0 0 0,0 1 0 0 0,-1 0 0 0 0,1 0 1 0 0,-1-1-1 0 0,1 1 0 0 0,0 0 0 0 0,-1 0 0 0 0,1 0 0 0 0,0 0 0 0 0,-1 0 0 0 0,1 0 1 0 0,0 0-1 0 0,-1 0 0 0 0,1 0 0 0 0,0 1 0 0 0,1-1 116 0 0,0 0-1 0 0,0 1 1 0 0,0 0-1 0 0,0-1 1 0 0,0 1-1 0 0,0 0 1 0 0,-1 0 0 0 0,1 0-1 0 0,0 0 1 0 0,-1 1-1 0 0,1-1 1 0 0,-1 0-1 0 0,1 0 1 0 0,1 3 0 0 0,11 19 475 0 0,-1 0 1 0 0,-1 1-1 0 0,11 31 1 0 0,4 6-87 0 0,10 17-153 0 0,94 187 195 0 0,-96-205-646 0 0,2 0-1 0 0,55 66 1 0 0,-78-107-321 0 0,-1 1 0 0 0,21 40-1 0 0,-11-16-1759 0 0,-18-37 909 0 0,-1-5-159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4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62 213 3225 0 0,'-2'1'232'0'0,"0"0"1"0"0,0 1-1 0 0,-1-2 1 0 0,1 1 0 0 0,-1 0-1 0 0,1 0 1 0 0,0-1 0 0 0,-1 1-1 0 0,1-1 1 0 0,-1 0-1 0 0,1 0 1 0 0,-1 0 0 0 0,1 0-1 0 0,-1 0 1 0 0,1 0-1 0 0,-4-2 1 0 0,5 2-207 0 0,0 0 0 0 0,0 0 1 0 0,0-1-1 0 0,0 1 0 0 0,1 0 0 0 0,-1-1 0 0 0,0 1 0 0 0,0-1 1 0 0,0 1-1 0 0,1-1 0 0 0,-1 1 0 0 0,0-1 0 0 0,1 0 1 0 0,-1 1-1 0 0,0-1 0 0 0,1 0 0 0 0,-1 1 0 0 0,1-1 1 0 0,-1 0-1 0 0,1 0 0 0 0,0 0 0 0 0,-1 1 0 0 0,1-1 1 0 0,0 0-1 0 0,-1 0 0 0 0,1 0 0 0 0,0 0 0 0 0,0 0 1 0 0,0 0-1 0 0,0 0 0 0 0,0 0 0 0 0,0 1 0 0 0,0-1 1 0 0,0 0-1 0 0,0 0 0 0 0,0 0 0 0 0,1 0 0 0 0,-1 0 1 0 0,0 0-1 0 0,1 1 0 0 0,-1-1 0 0 0,0 0 0 0 0,1 0 1 0 0,0-1-1 0 0,8-12 332 0 0,0 0 0 0 0,1 0 1 0 0,0 1-1 0 0,1 0 0 0 0,0 1 1 0 0,1 0-1 0 0,0 1 0 0 0,1 1 1 0 0,0-1-1 0 0,1 2 0 0 0,0 0 1 0 0,1 1-1 0 0,0 0 0 0 0,0 1 1 0 0,20-6-1 0 0,-26 11-338 0 0,0 0 0 0 0,-1 1 0 0 0,1 0 0 0 0,0 0 1 0 0,0 1-1 0 0,0 0 0 0 0,0 0 0 0 0,10 2 0 0 0,-17-1-25 0 0,0-1 0 0 0,-1 1 0 0 0,1-1 0 0 0,0 1 0 0 0,0 0 0 0 0,-1-1 0 0 0,1 1 0 0 0,0 0 0 0 0,-1 0 0 0 0,1 0 0 0 0,-1 0 0 0 0,1 1 0 0 0,-1-1 0 0 0,1 0 0 0 0,-1 1 0 0 0,0-1 0 0 0,2 3 0 0 0,-2-2-13 0 0,-1 0 0 0 0,1 1 0 0 0,-1-1 0 0 0,1 0 0 0 0,-1 0 0 0 0,0 0 0 0 0,0 0 0 0 0,0 1 0 0 0,0-1 0 0 0,0 0 0 0 0,0 0 0 0 0,-1 0 0 0 0,1 1 0 0 0,-1-1 0 0 0,1 0 0 0 0,-1 0 0 0 0,0 0 0 0 0,-2 4 0 0 0,-99 200 392 0 0,116-218-1320 0 0,1 2 1 0 0,26-16-1 0 0,-32 21 974 0 0,0 0-1 0 0,1 0 1 0 0,0 1 0 0 0,0 0 0 0 0,0 1-1 0 0,0 0 1 0 0,1 1 0 0 0,-1 0-1 0 0,1 0 1 0 0,12 0 0 0 0,-17 3-14 0 0,0-1 1 0 0,0 1-1 0 0,0 0 1 0 0,0 1 0 0 0,0-1-1 0 0,-1 1 1 0 0,1 0-1 0 0,0 1 1 0 0,-1-1-1 0 0,1 1 1 0 0,-1 0 0 0 0,0 0-1 0 0,0 1 1 0 0,0 0-1 0 0,-1 0 1 0 0,1 0-1 0 0,-1 0 1 0 0,0 1 0 0 0,5 6-1 0 0,-4-4 118 0 0,0 0 0 0 0,0 0 1 0 0,-1 1-1 0 0,1 0 0 0 0,-2 0 0 0 0,1 0 0 0 0,-1 0 0 0 0,-1 1 0 0 0,1-1 0 0 0,-1 1 0 0 0,-1-1 0 0 0,0 1 0 0 0,0 0 1 0 0,0 0-1 0 0,-1 0 0 0 0,-1 0 0 0 0,1-1 0 0 0,-1 1 0 0 0,-1 0 0 0 0,0 0 0 0 0,-5 13 0 0 0,0-4 144 0 0,-1-1 0 0 0,0 0-1 0 0,-2 0 1 0 0,0-1 0 0 0,-1 0-1 0 0,0-1 1 0 0,-1 0-1 0 0,-1-1 1 0 0,-16 14 0 0 0,-10 7-1749 0 0,22-17 705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0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8 456 0 0,'-9'7'734'0'0,"11"-11"-399"0"0,-2 3-306 0 0,0 0-1 0 0,1 1 0 0 0,-1-1 0 0 0,1 0 0 0 0,-1 1 0 0 0,1-1 0 0 0,-1 1 1 0 0,1-1-1 0 0,-1 1 0 0 0,1-1 0 0 0,-1 1 0 0 0,1-1 0 0 0,0 1 0 0 0,-1 0 1 0 0,1-1-1 0 0,0 1 0 0 0,-1 0 0 0 0,1 0 0 0 0,0-1 0 0 0,-1 1 0 0 0,3 0 0 0 0,-2 1 189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1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13 202 920 0 0,'-13'10'1681'0'0,"27"-22"3105"0"0,1-1-3950 0 0,49-52 2505 0 0,-43 42-3610 0 0,1 2-1 0 0,0 0 0 0 0,35-23 0 0 0,-38 31-3566 0 0</inkml:trace>
  <inkml:trace contextRef="#ctx0" brushRef="#br0" timeOffset="1">258 227 3681 0 0,'-10'3'4227'0'0,"32"-21"1066"0"0,-18 15-6295 0 0,25-20 1023 0 0,42-25 0 0 0,-1 9-5631 0 0,-51 30 3580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1.7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9218 0 0,'1'0'93'0'0,"-1"0"-1"0"0,1-1 1 0 0,-1 1-1 0 0,1 0 1 0 0,-1 0-1 0 0,1-1 1 0 0,-1 1-1 0 0,1 0 1 0 0,0 0 0 0 0,-1 0-1 0 0,1 0 1 0 0,-1 0-1 0 0,1 0 1 0 0,-1 0-1 0 0,1 0 1 0 0,-1 0-1 0 0,1 0 1 0 0,0 0-1 0 0,-1 0 1 0 0,1 0 0 0 0,-1 0-1 0 0,1 0 1 0 0,-1 1-1 0 0,1-1 1 0 0,-1 0-1 0 0,1 0 1 0 0,-1 1-1 0 0,1-1 1 0 0,-1 0 0 0 0,1 1-1 0 0,-1-1 1 0 0,0 0-1 0 0,1 1 1 0 0,-1-1-1 0 0,0 1 1 0 0,1-1-1 0 0,-1 1 1 0 0,0-1 0 0 0,1 1-1 0 0,-1-1 1 0 0,0 1-1 0 0,0-1 1 0 0,1 1-1 0 0,9 25 172 0 0,-7 2 300 0 0,-3 47 1 0 0,-2-47-569 0 0,3 0-1 0 0,3 35 1 0 0,-3-56 2 0 0,1 1 1 0 0,-1-1-1 0 0,1 1 1 0 0,1-1-1 0 0,0 0 1 0 0,0 0-1 0 0,0 0 1 0 0,1 0-1 0 0,-1 0 0 0 0,2-1 1 0 0,-1 0-1 0 0,10 10 1 0 0,-11-13 66 0 0,1 0-1 0 0,-1 0 1 0 0,1-1 0 0 0,0 1 0 0 0,0-1-1 0 0,0 0 1 0 0,0 0 0 0 0,1-1-1 0 0,-1 1 1 0 0,0-1 0 0 0,1 0 0 0 0,-1 0-1 0 0,1-1 1 0 0,-1 1 0 0 0,1-1 0 0 0,0 0-1 0 0,-1 0 1 0 0,1 0 0 0 0,-1-1 0 0 0,1 0-1 0 0,-1 0 1 0 0,1 0 0 0 0,-1 0 0 0 0,0-1-1 0 0,6-2 1 0 0,12-5 196 0 0,-1-2 0 0 0,0 0 0 0 0,31-22 0 0 0,-36 22-226 0 0,55-43-281 0 0,-28 13-5246 0 0,-29 25 467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1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7370 0 0,'-1'0'175'0'0,"0"-1"0"0"0,-1 1 0 0 0,1 0 0 0 0,0 1 0 0 0,0-1 0 0 0,-1 0 1 0 0,1 0-1 0 0,0 0 0 0 0,0 1 0 0 0,0-1 0 0 0,0 1 0 0 0,-1-1 0 0 0,1 1 1 0 0,0-1-1 0 0,0 1 0 0 0,0-1 0 0 0,0 1 0 0 0,0 0 0 0 0,0 0 0 0 0,0 0 1 0 0,1-1-1 0 0,-1 1 0 0 0,-1 2 0 0 0,1-1 30 0 0,0 0 0 0 0,1 0 0 0 0,-1 0 0 0 0,1-1 0 0 0,0 1 0 0 0,-1 0 0 0 0,1 0-1 0 0,0 0 1 0 0,0 0 0 0 0,0 0 0 0 0,1 0 0 0 0,-1 0 0 0 0,1 3 0 0 0,2 5 334 0 0,0 0 1 0 0,1-1 0 0 0,0 1-1 0 0,7 11 1 0 0,101 207 1514 0 0,-51-98-2799 0 0,-27-68-1887 0 0,-17-37-3191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4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153 295 6913 0 0,'-32'25'744'0'0,"28"-20"-508"0"0,0-1 0 0 0,-1 0 1 0 0,1-1-1 0 0,-1 1 0 0 0,0-1 0 0 0,0 0 1 0 0,0 0-1 0 0,-6 2 0 0 0,9-5-162 0 0,1 0-1 0 0,0 0 1 0 0,-1 1-1 0 0,1-1 1 0 0,0 0 0 0 0,-1 0-1 0 0,1 0 1 0 0,0 0-1 0 0,-1-1 1 0 0,1 1 0 0 0,0 0-1 0 0,0-1 1 0 0,-1 1-1 0 0,1 0 1 0 0,0-1 0 0 0,-2-1-1 0 0,0 1 37 0 0,1-1 1 0 0,0 0-1 0 0,0 0 0 0 0,-1 0 0 0 0,1 0 1 0 0,1-1-1 0 0,-1 1 0 0 0,0 0 0 0 0,0-1 0 0 0,-1-3 1 0 0,-1-3-20 0 0,0 0 0 0 0,0 0 1 0 0,1-1-1 0 0,1 0 1 0 0,-1 1-1 0 0,1-1 0 0 0,1 0 1 0 0,0 0-1 0 0,0 0 1 0 0,1 0-1 0 0,0 0 0 0 0,1 0 1 0 0,0 0-1 0 0,1 0 0 0 0,0 0 1 0 0,1 0-1 0 0,3-11 1 0 0,-3 13-76 0 0,1 0 0 0 0,0-1 1 0 0,0 1-1 0 0,0 1 1 0 0,1-1-1 0 0,0 1 0 0 0,0-1 1 0 0,1 1-1 0 0,0 1 0 0 0,0-1 1 0 0,1 1-1 0 0,-1 0 0 0 0,2 1 1 0 0,-1 0-1 0 0,0 0 1 0 0,1 0-1 0 0,0 1 0 0 0,0 0 1 0 0,13-4-1 0 0,-18 7 5 0 0,-1 0 0 0 0,0 1 0 0 0,1-1 0 0 0,-1 1 0 0 0,1-1 0 0 0,-1 1-1 0 0,1 0 1 0 0,-1 0 0 0 0,1 0 0 0 0,-1 0 0 0 0,1 1 0 0 0,-1-1 0 0 0,1 0 0 0 0,-1 1 0 0 0,1 0 0 0 0,-1 0 0 0 0,0 0 0 0 0,1 0 0 0 0,-1 0-1 0 0,3 2 1 0 0,-2-1-27 0 0,-1 1 0 0 0,1-1 0 0 0,-1 1 0 0 0,0 0 0 0 0,0 0 0 0 0,0 0 0 0 0,-1 0 0 0 0,1 0 0 0 0,-1 0 0 0 0,1 0-1 0 0,-1 0 1 0 0,0 1 0 0 0,1 3 0 0 0,1 11-186 0 0,-1 0 0 0 0,-1 0 0 0 0,-1 1 0 0 0,-2 25-1 0 0,2-40 141 0 0,-8 74-534 0 0,3-44 472 0 0,2 0 0 0 0,1 0 0 0 0,3 35-1 0 0,0-61 116 0 0,0 0-1 0 0,0 1 1 0 0,1-1-1 0 0,0 0 0 0 0,0 0 1 0 0,1 0-1 0 0,0 0 0 0 0,0 0 1 0 0,1-1-1 0 0,0 1 0 0 0,0-1 1 0 0,1 0-1 0 0,0 0 1 0 0,0-1-1 0 0,1 1 0 0 0,0-1 1 0 0,7 6-1 0 0,-10-10 54 0 0,-1 0 0 0 0,0-1 0 0 0,1 1 1 0 0,-1-1-1 0 0,1 0 0 0 0,-1 1 0 0 0,1-1 0 0 0,0 0 0 0 0,0-1 1 0 0,-1 1-1 0 0,1 0 0 0 0,0-1 0 0 0,0 0 0 0 0,0 1 0 0 0,0-1 0 0 0,0 0 1 0 0,-1-1-1 0 0,6 0 0 0 0,-3 0 118 0 0,-1-1 1 0 0,1 1 0 0 0,0-1-1 0 0,0 0 1 0 0,-1-1-1 0 0,1 1 1 0 0,-1-1 0 0 0,0 0-1 0 0,7-6 1 0 0,0-2 210 0 0,-1 1 0 0 0,-1-1 0 0 0,0-1 1 0 0,0 0-1 0 0,-1 0 0 0 0,10-20 0 0 0,-17 30-357 0 0,0 0-1 0 0,0 1 0 0 0,0-1 1 0 0,0 0-1 0 0,-1 0 1 0 0,1 1-1 0 0,0-1 0 0 0,-1 0 1 0 0,1 0-1 0 0,-1 0 1 0 0,0 0-1 0 0,1 0 0 0 0,-1 0 1 0 0,0 0-1 0 0,0 0 1 0 0,-1 1-1 0 0,1-1 0 0 0,0 0 1 0 0,0 0-1 0 0,-1 0 1 0 0,0 0-1 0 0,1 0 0 0 0,-1 0 1 0 0,0 1-1 0 0,0-1 1 0 0,0 0-1 0 0,0 1 0 0 0,0-1 1 0 0,0 0-1 0 0,0 1 1 0 0,0-1-1 0 0,-1 1 0 0 0,1 0 1 0 0,-1 0-1 0 0,1-1 1 0 0,-1 1-1 0 0,1 0 0 0 0,-1 0 1 0 0,0 0-1 0 0,1 0 1 0 0,-1 1-1 0 0,0-1 0 0 0,0 0 1 0 0,0 1-1 0 0,0-1 1 0 0,0 1-1 0 0,-2-1 0 0 0,-7-1 68 0 0,-1 1 0 0 0,0 0 0 0 0,1 0-1 0 0,-1 1 1 0 0,0 0 0 0 0,-17 4 0 0 0,-166 38-1207 0 0,99-19-1651 0 0,62-16-3080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0 364 3225 0 0,'1'-1'66'0'0,"0"1"0"0"0,0-1 0 0 0,-1 1 0 0 0,1-1 0 0 0,0 1 0 0 0,0-1 0 0 0,0 1 0 0 0,0-1 0 0 0,0 1-1 0 0,0 0 1 0 0,0-1 0 0 0,0 1 0 0 0,0 0 0 0 0,0 0 0 0 0,0 0 0 0 0,0 0 0 0 0,0 0 0 0 0,0 0 0 0 0,0 0 0 0 0,0 0 0 0 0,1 1 0 0 0,-1-1 0 0 0,0 0 0 0 0,0 0 0 0 0,-1 1 0 0 0,1-1 0 0 0,0 1 0 0 0,0-1 0 0 0,0 1 0 0 0,0-1 0 0 0,0 1 0 0 0,0 0 0 0 0,-1-1 0 0 0,1 1 0 0 0,0 0 0 0 0,0 0 0 0 0,0 1 0 0 0,31 40 2795 0 0,-22-28-2251 0 0,1 1-138 0 0,1-1-1 0 0,0 0 1 0 0,1-1 0 0 0,0-1-1 0 0,1 0 1 0 0,1-1-1 0 0,20 13 1 0 0,-30-21-322 0 0,-1-1 0 0 0,1 1 0 0 0,0-1-1 0 0,0 0 1 0 0,0 0 0 0 0,0-1 0 0 0,1 1 0 0 0,-1-1 0 0 0,0 0 0 0 0,1-1-1 0 0,-1 1 1 0 0,1-1 0 0 0,-1 0 0 0 0,0 0 0 0 0,1-1 0 0 0,-1 0 0 0 0,0 0-1 0 0,1 0 1 0 0,-1-1 0 0 0,0 1 0 0 0,0-1 0 0 0,0 0 0 0 0,0-1 0 0 0,0 1-1 0 0,-1-1 1 0 0,1 0 0 0 0,-1 0 0 0 0,1 0 0 0 0,3-5 0 0 0,-5 6-110 0 0,-1-1 1 0 0,0 1-1 0 0,1-1 1 0 0,-1 1-1 0 0,0-1 1 0 0,0 0-1 0 0,-1 1 1 0 0,1-1-1 0 0,0 0 1 0 0,-1 0-1 0 0,0 0 1 0 0,0 0-1 0 0,0-1 1 0 0,0 1-1 0 0,0 0 1 0 0,-1 0-1 0 0,1-1 1 0 0,-1 1-1 0 0,0-6 1 0 0,-1 4 1 0 0,0 0 1 0 0,0 1-1 0 0,-1-1 1 0 0,1 0-1 0 0,-1 0 1 0 0,0 1-1 0 0,-1-1 1 0 0,1 1-1 0 0,-1-1 1 0 0,0 1-1 0 0,-5-6 1 0 0,-5-4-134 0 0,0 2 1 0 0,-1-1-1 0 0,0 2 1 0 0,-1 0-1 0 0,0 1 1 0 0,-18-9 0 0 0,21 12-382 0 0,4 3 44 0 0,-1 0 1 0 0,1-1 0 0 0,0 0-1 0 0,-12-10 1 0 0,19 14 350 0 0,0 0-1 0 0,0 0 1 0 0,0 0-1 0 0,0 0 1 0 0,0 0 0 0 0,0-1-1 0 0,0 1 1 0 0,0 0 0 0 0,1 0-1 0 0,-1-1 1 0 0,0 1-1 0 0,1 0 1 0 0,-1-1 0 0 0,1 1-1 0 0,-1-1 1 0 0,1 1-1 0 0,0-1 1 0 0,0 1 0 0 0,0-1-1 0 0,-1 1 1 0 0,1-1 0 0 0,1 1-1 0 0,-1-1 1 0 0,0 1-1 0 0,0 0 1 0 0,0-1 0 0 0,1 1-1 0 0,-1-1 1 0 0,1 1-1 0 0,-1-1 1 0 0,1 1 0 0 0,0 0-1 0 0,0 0 1 0 0,-1-1-1 0 0,1 1 1 0 0,1-2 0 0 0,12-12 52 0 0,0 1 1 0 0,1 0 0 0 0,1 1 0 0 0,0 1-1 0 0,0 0 1 0 0,1 2 0 0 0,1-1-1 0 0,0 2 1 0 0,0 0 0 0 0,1 2 0 0 0,-1 0-1 0 0,2 1 1 0 0,29-6 0 0 0,-46 11 51 0 0,1 1 1 0 0,-1-1-1 0 0,1 1 0 0 0,0-1 1 0 0,-1 1-1 0 0,1 1 1 0 0,-1-1-1 0 0,1 0 1 0 0,-1 1-1 0 0,1 0 0 0 0,-1-1 1 0 0,1 1-1 0 0,-1 1 1 0 0,0-1-1 0 0,0 0 1 0 0,1 1-1 0 0,-1 0 1 0 0,0 0-1 0 0,0 0 0 0 0,-1 0 1 0 0,1 0-1 0 0,0 0 1 0 0,3 4-1 0 0,-3 0-70 0 0,1-1 0 0 0,-1 1 0 0 0,0-1 0 0 0,-1 1 0 0 0,1 0 0 0 0,-1 0 0 0 0,0 0 0 0 0,-1 0 0 0 0,1 0 0 0 0,-1 1-1 0 0,-1-1 1 0 0,1 8 0 0 0,0 18 24 0 0,-1-14-177 0 0,0 1 0 0 0,2-1-1 0 0,0 1 1 0 0,10 35 0 0 0,-12-50 203 0 0,1-1 0 0 0,1 0 0 0 0,-1 0 0 0 0,0 0 0 0 0,1 0 0 0 0,0 0 0 0 0,-1 0 0 0 0,1 0 0 0 0,0-1 0 0 0,0 1 0 0 0,1-1 0 0 0,-1 1 0 0 0,1-1 0 0 0,-1 0 0 0 0,1 0 0 0 0,-1 0 0 0 0,1 0 0 0 0,0-1 0 0 0,0 1 0 0 0,0-1 0 0 0,0 1 0 0 0,0-1 0 0 0,1 0 0 0 0,-1 0 0 0 0,0-1 0 0 0,0 1 0 0 0,1-1 0 0 0,-1 1 0 0 0,0-1 0 0 0,1 0 0 0 0,-1 0 0 0 0,0-1 0 0 0,1 1 0 0 0,3-2 0 0 0,2 0 247 0 0,0 0 1 0 0,0-2-1 0 0,0 1 0 0 0,0-1 0 0 0,-1 0 0 0 0,0-1 0 0 0,0 1 0 0 0,0-2 0 0 0,0 1 0 0 0,-1-1 0 0 0,0 0 0 0 0,7-9 0 0 0,-6 8 76 0 0,-1-2 1 0 0,0 1-1 0 0,-1-1 1 0 0,0 0-1 0 0,0 0 1 0 0,-1 0-1 0 0,0-1 0 0 0,-1 0 1 0 0,0 0-1 0 0,3-13 1 0 0,-6 17-189 0 0,0 1 0 0 0,0 0 1 0 0,-1 0-1 0 0,0-1 0 0 0,0 1 0 0 0,0 0 1 0 0,-1 0-1 0 0,0 0 0 0 0,0-1 0 0 0,0 1 1 0 0,0 0-1 0 0,-1 0 0 0 0,0 0 0 0 0,-3-6 1 0 0,0 4 25 0 0,1 0 1 0 0,-1 0 0 0 0,0 0 0 0 0,-1 1-1 0 0,0 0 1 0 0,0 0 0 0 0,0 0 0 0 0,-10-6-1 0 0,3 3-455 0 0,-1 1 0 0 0,0 0 0 0 0,0 1 0 0 0,-1 0 0 0 0,0 2 0 0 0,0-1 0 0 0,0 2 0 0 0,-1 0 0 0 0,-17-2-1 0 0,2 4-6774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5.5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8754 0 0,'0'0'673'0'0,"28"-34"1438"0"0,-9 17-2069 0 0,0 0-1 0 0,1 1 0 0 0,1 1 0 0 0,0 1 0 0 0,1 0 0 0 0,27-11 1 0 0,-35 20-42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5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10138 0 0,'39'-32'1047'0'0,"18"-5"-2357"0"0,-31 23-1988 0 0,40-14-1 0 0,-48 21 3174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6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1 223 6913 0 0,'1'-12'433'0'0,"1"-1"0"0"0,0 1 0 0 0,1-1 0 0 0,0 1 0 0 0,1 0 0 0 0,0 0 0 0 0,1 1-1 0 0,0-1 1 0 0,1 1 0 0 0,1 0 0 0 0,0 0 0 0 0,0 1 0 0 0,1 0 0 0 0,0 0 0 0 0,0 1 0 0 0,11-9-1 0 0,-16 16-341 0 0,0-1-1 0 0,0 1 0 0 0,0 0 0 0 0,1 0 0 0 0,-1 0 1 0 0,0 0-1 0 0,1 1 0 0 0,0-1 0 0 0,-1 1 0 0 0,1 0 0 0 0,0 0 1 0 0,0 0-1 0 0,-1 0 0 0 0,1 1 0 0 0,0 0 0 0 0,0-1 1 0 0,0 2-1 0 0,0-1 0 0 0,0 0 0 0 0,0 1 0 0 0,-1-1 1 0 0,7 3-1 0 0,-6-1-53 0 0,0 0 1 0 0,0 0-1 0 0,-1 1 1 0 0,1-1 0 0 0,-1 1-1 0 0,1 0 1 0 0,-1 0-1 0 0,0 0 1 0 0,0 0-1 0 0,-1 1 1 0 0,1-1 0 0 0,-1 1-1 0 0,1 0 1 0 0,-1 0-1 0 0,0 0 1 0 0,-1 0-1 0 0,1 0 1 0 0,-1 0 0 0 0,1 0-1 0 0,0 5 1 0 0,2 18-197 0 0,-1 1 1 0 0,-1-1 0 0 0,-1 1 0 0 0,-1-1-1 0 0,-2 1 1 0 0,-5 29 0 0 0,2-14 146 0 0,1 57-1 0 0,5-97 139 0 0,-1 1-1 0 0,0 0 0 0 0,1 0 1 0 0,0 0-1 0 0,0 0 0 0 0,0-1 1 0 0,0 1-1 0 0,0-1 0 0 0,1 1 1 0 0,0-1-1 0 0,3 7 0 0 0,-4-10-59 0 0,-1 1-1 0 0,1 0 0 0 0,0-1 1 0 0,-1 1-1 0 0,1 0 0 0 0,0-1 1 0 0,0 1-1 0 0,-1-1 0 0 0,1 1 1 0 0,0-1-1 0 0,0 1 1 0 0,0-1-1 0 0,0 0 0 0 0,0 0 1 0 0,-1 1-1 0 0,1-1 0 0 0,0 0 1 0 0,0 0-1 0 0,0 0 0 0 0,1 0 1 0 0,0 0-12 0 0,0 0 1 0 0,-1-1 0 0 0,1 1 0 0 0,-1-1-1 0 0,1 0 1 0 0,0 1 0 0 0,-1-1-1 0 0,1 0 1 0 0,-1 0 0 0 0,0 0-1 0 0,1 0 1 0 0,-1 0 0 0 0,0 0 0 0 0,0-1-1 0 0,2-1 1 0 0,25-30-313 0 0,37-56 1 0 0,3-5-4269 0 0,-48 68-986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6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17 231 6913 0 0,'-16'13'1181'0'0,"22"-14"1523"0"0,31-20 240 0 0,-6-4-2391 0 0,-1-2 1 0 0,32-36 0 0 0,-49 48-1596 0 0,-1-1 0 0 0,0 0-1 0 0,14-30 1 0 0,-19 32-3183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7.0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0 3225 0 0,'-18'14'362'0'0,"1"0"0"0"0,0 2 0 0 0,-23 26 0 0 0,33-34 41 0 0,0 1-1 0 0,1 0 1 0 0,0 1 0 0 0,0-1-1 0 0,1 1 1 0 0,0 0-1 0 0,1 0 1 0 0,0 1 0 0 0,-3 12-1 0 0,7-21-258 0 0,0 1 1 0 0,0-1-1 0 0,0 0 0 0 0,0 1 0 0 0,0-1 0 0 0,0 0 0 0 0,1 0 0 0 0,-1 1 1 0 0,1-1-1 0 0,-1 0 0 0 0,1 0 0 0 0,0 0 0 0 0,0 0 0 0 0,0 0 1 0 0,0 0-1 0 0,0 0 0 0 0,1 0 0 0 0,-1 0 0 0 0,1 0 0 0 0,-1 0 0 0 0,4 2 1 0 0,4 4 385 0 0,1 0 0 0 0,0-1 1 0 0,13 7-1 0 0,17 13 720 0 0,-32-19-1207 0 0,-1 1 0 0 0,1 0 0 0 0,-2 1 0 0 0,1 0 0 0 0,-1 0 0 0 0,-1 0 0 0 0,0 1 1 0 0,0 0-1 0 0,-1 0 0 0 0,3 14 0 0 0,-1-2-176 0 0,-2 0 1 0 0,0 0-1 0 0,-2 1 0 0 0,0 26 1 0 0,-4-26-946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7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38 155 10594 0 0,'-3'2'-5'0'0,"0"0"0"0"0,1 1-1 0 0,-1-1 1 0 0,1 0 0 0 0,-1 1-1 0 0,1-1 1 0 0,0 1 0 0 0,-1 0 0 0 0,1 0-1 0 0,1 0 1 0 0,-1 0 0 0 0,0 0-1 0 0,1 0 1 0 0,-1 0 0 0 0,1 1-1 0 0,0-1 1 0 0,0 0 0 0 0,1 1 0 0 0,-1-1-1 0 0,1 1 1 0 0,-1-1 0 0 0,1 6-1 0 0,0-6 77 0 0,0 1 0 0 0,0-1 0 0 0,1 1 0 0 0,-1-1 0 0 0,1 1 0 0 0,-1-1 0 0 0,1 1-1 0 0,0-1 1 0 0,0 0 0 0 0,1 1 0 0 0,-1-1 0 0 0,1 0 0 0 0,-1 0 0 0 0,1 0 0 0 0,0 0-1 0 0,0 0 1 0 0,1-1 0 0 0,-1 1 0 0 0,0-1 0 0 0,1 1 0 0 0,0-1 0 0 0,5 4 0 0 0,-2-3-15 0 0,0-1 0 0 0,0 1 0 0 0,1-1 0 0 0,-1-1 1 0 0,1 1-1 0 0,-1-1 0 0 0,1 0 0 0 0,-1 0 0 0 0,1-1 0 0 0,0 0 1 0 0,0 0-1 0 0,-1-1 0 0 0,1 0 0 0 0,-1 0 0 0 0,1 0 1 0 0,11-5-1 0 0,-8 2 76 0 0,0 0 0 0 0,-1 0 0 0 0,1-1 0 0 0,-1-1 0 0 0,-1 0 0 0 0,1 0 0 0 0,-1 0 0 0 0,0-1 0 0 0,0-1 0 0 0,9-10 0 0 0,-11 11-120 0 0,-1 1 1 0 0,-1-1-1 0 0,1 0 0 0 0,-1 0 0 0 0,0 0 0 0 0,-1-1 0 0 0,0 1 1 0 0,0-1-1 0 0,0 0 0 0 0,-1 0 0 0 0,0 0 0 0 0,-1 0 1 0 0,1-9-1 0 0,-2 11-150 0 0,0 1 0 0 0,-1-1 1 0 0,1 0-1 0 0,-1 1 1 0 0,-1-1-1 0 0,1 1 0 0 0,-1-1 1 0 0,0 1-1 0 0,0 0 0 0 0,0 0 1 0 0,-1 0-1 0 0,0 0 1 0 0,0 0-1 0 0,0 0 0 0 0,0 1 1 0 0,-1-1-1 0 0,0 1 0 0 0,0 0 1 0 0,0 0-1 0 0,-7-4 1 0 0,-4-3-4925 0 0</inkml:trace>
  <inkml:trace contextRef="#ctx0" brushRef="#br0" timeOffset="1">654 154 7370 0 0,'0'-3'195'0'0,"0"-1"0"0"0,-1 1 0 0 0,0 0 1 0 0,0 0-1 0 0,0 0 0 0 0,0-1 1 0 0,0 1-1 0 0,-1 0 0 0 0,1 0 0 0 0,-1 1 1 0 0,0-1-1 0 0,0 0 0 0 0,0 1 1 0 0,-4-5-1 0 0,5 6-91 0 0,0 0 1 0 0,0 1-1 0 0,0-1 1 0 0,0 1-1 0 0,0-1 1 0 0,1 1-1 0 0,-1 0 1 0 0,0-1-1 0 0,-1 1 1 0 0,1 0-1 0 0,0 0 1 0 0,0 0-1 0 0,0 0 1 0 0,0 0-1 0 0,0 0 1 0 0,0 0-1 0 0,0 0 1 0 0,0 0-1 0 0,-1 0 1 0 0,0 1-21 0 0,-1 0-1 0 0,1 0 1 0 0,0 0 0 0 0,0 0 0 0 0,0 1 0 0 0,0-1 0 0 0,0 1-1 0 0,1-1 1 0 0,-1 1 0 0 0,0-1 0 0 0,-2 4 0 0 0,-3 6 95 0 0,0-1 1 0 0,0 1 0 0 0,1 0-1 0 0,1 0 1 0 0,0 0-1 0 0,0 1 1 0 0,-4 19-1 0 0,3-6 9 0 0,0 1 0 0 0,-1 41 0 0 0,6-56-95 0 0,1 0 0 0 0,0 1-1 0 0,1-1 1 0 0,0 0 0 0 0,1 0-1 0 0,0 0 1 0 0,1 0 0 0 0,0 0 0 0 0,0-1-1 0 0,2 1 1 0 0,-1-1 0 0 0,8 12-1 0 0,-9-17 47 0 0,1 1-1 0 0,1 0 1 0 0,-1-1-1 0 0,1 0 1 0 0,0 0-1 0 0,0-1 1 0 0,0 1-1 0 0,1-1 1 0 0,0 0-1 0 0,-1-1 0 0 0,1 1 1 0 0,1-1-1 0 0,-1 0 1 0 0,0-1-1 0 0,1 1 1 0 0,-1-1-1 0 0,1-1 1 0 0,0 1-1 0 0,0-1 1 0 0,12 1-1 0 0,-4-2-3 0 0,-1-1-1 0 0,1-1 0 0 0,-1 1 0 0 0,0-2 1 0 0,0 0-1 0 0,0-1 0 0 0,0-1 1 0 0,0 0-1 0 0,-1 0 0 0 0,0-1 1 0 0,0-1-1 0 0,0 0 0 0 0,16-14 1 0 0,-11 8-625 0 0,-2-2 0 0 0,1 1 0 0 0,-2-2 0 0 0,0 0-1 0 0,-1-1 1 0 0,-1-1 0 0 0,0 0 0 0 0,11-22 0 0 0,-19 32-677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0 227 10594 0 0,'22'-24'3193'0'0,"30"-43"0"0"0,-5 6-2848 0 0,-36 49-2139 0 0,0-1-1 0 0,21-16 0 0 0,-19 18 1350 0 0,-3 2 399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8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10 144 5529 0 0,'-2'4'20'0'0,"-6"15"808"0"0,8-19-797 0 0,0 1 1 0 0,1-1-1 0 0,-1 0 0 0 0,0 1 1 0 0,0-1-1 0 0,0 0 1 0 0,0 1-1 0 0,0-1 0 0 0,0 0 1 0 0,0 1-1 0 0,1-1 0 0 0,-1 0 1 0 0,0 1-1 0 0,0-1 1 0 0,0 0-1 0 0,1 0 0 0 0,-1 1 1 0 0,0-1-1 0 0,0 0 0 0 0,1 0 1 0 0,-1 1-1 0 0,0-1 0 0 0,1 0 1 0 0,-1 0-1 0 0,0 0 1 0 0,1 0-1 0 0,-1 1 0 0 0,0-1 1 0 0,1 0-1 0 0,-1 0 0 0 0,0 0 1 0 0,1 0-1 0 0,-1 0 1 0 0,1 0-1 0 0,-1 0 0 0 0,0 0 1 0 0,1 0-1 0 0,-1 0 0 0 0,0 0 1 0 0,1 0-1 0 0,-1 0 1 0 0,0 0-1 0 0,1-1 0 0 0,-1 1 1 0 0,0 0-1 0 0,1 0 0 0 0,-1 0 1 0 0,0 0-1 0 0,1-1 1 0 0,-1 1-1 0 0,0 0 0 0 0,0 0 1 0 0,1-1-1 0 0,12-5 598 0 0,1 0 0 0 0,-2-1-1 0 0,1-1 1 0 0,-1 0 0 0 0,0-1 0 0 0,21-20-1 0 0,-7 8-515 0 0,-15 11-847 0 0,0 2 0 0 0,0-1 0 0 0,1 1 0 0 0,0 1 0 0 0,1 0-1 0 0,0 1 1 0 0,0 1 0 0 0,0 0 0 0 0,21-6 0 0 0,-16 9 587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9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5 246 5985 0 0,'-1'-2'167'0'0,"1"1"-1"0"0,-1-1 0 0 0,0 1 0 0 0,1-1 1 0 0,0 1-1 0 0,-1-1 0 0 0,1 1 0 0 0,0-1 1 0 0,-1 0-1 0 0,1 1 0 0 0,0-1 0 0 0,0 1 1 0 0,0-1-1 0 0,1 0 0 0 0,-1 1 0 0 0,0-1 1 0 0,1 1-1 0 0,0-3 0 0 0,9-29 1034 0 0,-9 32-1158 0 0,3-11 243 0 0,2 0-1 0 0,-1 0 1 0 0,2 0-1 0 0,-1 1 1 0 0,2 0-1 0 0,-1 0 1 0 0,2 1-1 0 0,-1 0 1 0 0,1 1 0 0 0,1-1-1 0 0,0 2 1 0 0,0-1-1 0 0,0 2 1 0 0,1-1-1 0 0,1 1 1 0 0,20-9-1 0 0,-30 15-296 0 0,0 0 0 0 0,-1 1 0 0 0,1-1 0 0 0,-1 1 0 0 0,1-1 0 0 0,0 1 0 0 0,-1 0 0 0 0,1 0 0 0 0,0 0 0 0 0,-1 0 0 0 0,1 0 0 0 0,0 0 0 0 0,-1 0 0 0 0,1 0 0 0 0,0 1 0 0 0,-1-1 0 0 0,1 1 0 0 0,-1-1 0 0 0,1 1 0 0 0,0 0 0 0 0,-1 0 0 0 0,0-1 0 0 0,1 1 0 0 0,1 1 0 0 0,-1 1-86 0 0,0-1 0 0 0,0 1 1 0 0,0-1-1 0 0,-1 1 1 0 0,1 0-1 0 0,0-1 1 0 0,-1 1-1 0 0,0 0 1 0 0,0 0-1 0 0,0 0 1 0 0,1 6-1 0 0,1 4-253 0 0,-2 0 1 0 0,0 0-1 0 0,0 0 0 0 0,-2 0 1 0 0,-1 17-1 0 0,-22 80-487 0 0,1-9 766 0 0,23-100 72 0 0,0 0 0 0 0,-1-1 0 0 0,1 1 0 0 0,0 0 0 0 0,0 0 0 0 0,-1 0 0 0 0,1 0 0 0 0,0 0 0 0 0,0 0 0 0 0,0 0 0 0 0,0 0 0 0 0,0 0 0 0 0,1 0 0 0 0,-1 0-1 0 0,0 0 1 0 0,0 0 0 0 0,0-1 0 0 0,1 1 0 0 0,-1 0 0 0 0,1 0 0 0 0,-1 0 0 0 0,0 0 0 0 0,1 0 0 0 0,0-1 0 0 0,-1 1 0 0 0,1 0 0 0 0,-1-1 0 0 0,1 1 0 0 0,0 0 0 0 0,0-1 0 0 0,-1 1 0 0 0,1-1 0 0 0,0 1-1 0 0,0-1 1 0 0,0 1 0 0 0,-1-1 0 0 0,1 1 0 0 0,0-1 0 0 0,0 0 0 0 0,0 0 0 0 0,0 1 0 0 0,0-1 0 0 0,0 0 0 0 0,0 0 0 0 0,0 0 0 0 0,1 0 0 0 0,6-1 53 0 0,0-1-1 0 0,0 1 1 0 0,-1-1 0 0 0,16-6 0 0 0,1-1 309 0 0,-9 6-69 0 0,1 0-1 0 0,0 1 1 0 0,0 0-1 0 0,0 2 1 0 0,0 0-1 0 0,0 0 1 0 0,23 5-1 0 0,-34-5-170 0 0,0 1 1 0 0,1 1-1 0 0,-1-1 0 0 0,0 1 0 0 0,0 0 0 0 0,0 0 0 0 0,0 0 0 0 0,0 1 0 0 0,-1 0 0 0 0,1 0 0 0 0,-1 0 0 0 0,0 0 0 0 0,0 1 0 0 0,0-1 0 0 0,0 1 0 0 0,0 0 0 0 0,-1 1 0 0 0,0-1 0 0 0,0 0 0 0 0,0 1 0 0 0,0 0 0 0 0,-1-1 0 0 0,0 1 1 0 0,0 0-1 0 0,3 10 0 0 0,-4-7-33 0 0,0-1 1 0 0,-1 1 0 0 0,0 0 0 0 0,0-1 0 0 0,-1 1-1 0 0,0 0 1 0 0,0-1 0 0 0,-1 1 0 0 0,1-1-1 0 0,-2 1 1 0 0,1-1 0 0 0,-5 7 0 0 0,-6 15-424 0 0,-27 40 0 0 0,34-58 91 0 0,-21 28-2107 0 0,13-21-3078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9.9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423 0 9674 0 0,'1'5'141'0'0,"1"0"1"0"0,-1-1-1 0 0,0 1 0 0 0,0 0 1 0 0,0 0-1 0 0,-1 0 1 0 0,1 0-1 0 0,-1 0 0 0 0,-1 0 1 0 0,0 6-1 0 0,-10 48-425 0 0,6-39 121 0 0,-2 1 0 0 0,0-1 0 0 0,-1 0 0 0 0,-1-1 0 0 0,-1 0 0 0 0,0 0 1 0 0,-2-1-1 0 0,-18 22 0 0 0,23-31 146 0 0,0-1 1 0 0,0 0-1 0 0,-1-1 1 0 0,-1 1-1 0 0,1-2 0 0 0,-1 1 1 0 0,0-1-1 0 0,0-1 1 0 0,-1 1-1 0 0,0-2 1 0 0,0 1-1 0 0,0-1 1 0 0,0-1-1 0 0,-1 0 1 0 0,1 0-1 0 0,-1-1 1 0 0,0-1-1 0 0,-13 1 1 0 0,19-2 91 0 0,0 0 0 0 0,0 0 0 0 0,0-1 1 0 0,1 1-1 0 0,-1-1 0 0 0,0-1 1 0 0,0 1-1 0 0,1-1 0 0 0,-1 1 0 0 0,1-1 1 0 0,-1 0-1 0 0,1-1 0 0 0,0 1 0 0 0,0-1 1 0 0,0 0-1 0 0,0 0 0 0 0,-3-4 1 0 0,2 1-67 0 0,0 1 0 0 0,1-1 0 0 0,0 0 0 0 0,1-1 1 0 0,-1 1-1 0 0,1 0 0 0 0,1-1 0 0 0,-1 0 1 0 0,1 0-1 0 0,-3-12 0 0 0,3 5 4 0 0,0-1-1 0 0,1 0 1 0 0,1 0 0 0 0,0 0 0 0 0,1 0-1 0 0,0 1 1 0 0,1-1 0 0 0,1 0 0 0 0,0 1-1 0 0,10-26 1 0 0,-10 34 74 0 0,0-1-1 0 0,0 0 1 0 0,1 1-1 0 0,0 0 1 0 0,0-1-1 0 0,1 2 1 0 0,0-1-1 0 0,0 0 1 0 0,0 1 0 0 0,1 0-1 0 0,-1 0 1 0 0,1 1-1 0 0,0 0 1 0 0,1 0-1 0 0,-1 0 1 0 0,1 0-1 0 0,-1 1 1 0 0,1 1-1 0 0,0-1 1 0 0,0 1 0 0 0,1 0-1 0 0,10-2 1 0 0,-8 4 83 0 0,0-1 0 0 0,-1 1 0 0 0,1 1 0 0 0,0 0 0 0 0,0 0 0 0 0,0 1 0 0 0,-1 0 0 0 0,1 0 0 0 0,-1 1 0 0 0,0 1 0 0 0,0-1 0 0 0,0 2 0 0 0,0-1 0 0 0,0 1 0 0 0,-1 0 0 0 0,12 11 0 0 0,-6-4 93 0 0,-1 1 1 0 0,0 1-1 0 0,-1 0 0 0 0,0 1 1 0 0,-1 0-1 0 0,-1 1 0 0 0,-1 0 1 0 0,0 0-1 0 0,-1 1 0 0 0,-1 0 1 0 0,0 1-1 0 0,-2-1 0 0 0,0 1 1 0 0,3 19-1 0 0,-1 5 55 0 0,3 66 1 0 0,-8 43-4489 0 0,-3-102 1119 0 0,2-28-2563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0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1 241 8178 0 0,'15'-33'762'0'0,"2"2"1"0"0,1 0-1 0 0,2 2 0 0 0,1 0 1 0 0,41-44-1 0 0,-61 71-664 0 0,1 1 0 0 0,-1 0 0 0 0,1-1 0 0 0,-1 1 0 0 0,1 0 0 0 0,0 0-1 0 0,-1 0 1 0 0,1 0 0 0 0,0 0 0 0 0,-1 1 0 0 0,1-1 0 0 0,3 0 0 0 0,-4 1-30 0 0,-1 0 0 0 0,1 0 0 0 0,0 0 1 0 0,0 0-1 0 0,0 0 0 0 0,-1 0 0 0 0,1 0 0 0 0,0 1 0 0 0,0-1 0 0 0,0 0 1 0 0,-1 1-1 0 0,1-1 0 0 0,0 0 0 0 0,-1 1 0 0 0,1-1 0 0 0,0 1 0 0 0,-1-1 0 0 0,1 1 1 0 0,0-1-1 0 0,0 2 0 0 0,2 2 207 0 0,0 1 0 0 0,0 0 0 0 0,-1 0-1 0 0,0 0 1 0 0,0 0 0 0 0,3 11 0 0 0,-1-3-251 0 0,144 412 2455 0 0,-38-145-4279 0 0,-109-277 1642 0 0,1 1-381 0 0,-1 0 0 0 0,1 1 0 0 0,0-1 0 0 0,0 0 0 0 0,0 0 0 0 0,1-1 0 0 0,-1 1 0 0 0,1 0 0 0 0,6 5 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0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25 227 8290 0 0,'-1'1'55'0'0,"0"-1"0"0"0,0 0 1 0 0,-1 0-1 0 0,1 0 0 0 0,0 0 0 0 0,0 0 1 0 0,0 0-1 0 0,-1 0 0 0 0,1 0 0 0 0,0 0 1 0 0,0-1-1 0 0,0 1 0 0 0,-1 0 0 0 0,1-1 1 0 0,0 1-1 0 0,0-1 0 0 0,-1 0 0 0 0,1 0 9 0 0,1 1-1 0 0,0-1 1 0 0,-1 1-1 0 0,1-1 0 0 0,0 1 1 0 0,0-1-1 0 0,0 1 0 0 0,-1-1 1 0 0,1 0-1 0 0,0 1 0 0 0,0-1 1 0 0,0 1-1 0 0,0-1 0 0 0,0 0 1 0 0,0 1-1 0 0,0-1 0 0 0,0 1 1 0 0,0-1-1 0 0,0 1 1 0 0,1-1-1 0 0,-1 0 0 0 0,0 1 1 0 0,0-1-1 0 0,1 0 0 0 0,2-5 476 0 0,1-1 0 0 0,0 1 0 0 0,0 1 0 0 0,8-10 0 0 0,57-61 1587 0 0,5 3-3596 0 0,-52 53 798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1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59 209 5065 0 0,'-14'9'288'0'0,"10"-5"-124"0"0,-1-1 0 0 0,1 0 0 0 0,-1 0 0 0 0,1-1 0 0 0,-1 1 0 0 0,0-1 0 0 0,-8 2 0 0 0,28-25 2509 0 0,156-119 5547 0 0,-153 123-7624 0 0,-9 7-286 0 0,1 1-1 0 0,0 0 1 0 0,1 0-1 0 0,0 1 0 0 0,14-8 1 0 0,-24 15-280 0 0,0 1 1 0 0,-1 0-1 0 0,1 0 0 0 0,-1-1 1 0 0,1 1-1 0 0,0 0 0 0 0,-1 0 1 0 0,1 0-1 0 0,-1 0 0 0 0,1 0 1 0 0,0 0-1 0 0,-1 0 1 0 0,1 0-1 0 0,0 0 0 0 0,-1 0 1 0 0,1 0-1 0 0,0 0 0 0 0,-1 0 1 0 0,1 1-1 0 0,-1-1 0 0 0,1 0 1 0 0,0 0-1 0 0,-1 1 0 0 0,1-1 1 0 0,-1 0-1 0 0,1 1 0 0 0,0-1 1 0 0,8 19 301 0 0,-3 34-252 0 0,-6-42 22 0 0,4 38 93 0 0,2 0 0 0 0,24 94 0 0 0,-23-120-137 0 0,1 1 0 0 0,1-2 0 0 0,1 1 0 0 0,1-1 0 0 0,2-1 0 0 0,0 0 0 0 0,29 36-1 0 0,60 51-2568 0 0,-88-92 923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1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0 321 3681 0 0,'73'-50'11215'0'0,"8"-6"-5985"0"0,168-124-5069 0 0,-204 146-7397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08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64 8290 0 0,'-16'-22'710'0'0,"-17"-19"4590"0"0,44 75-956 0 0,153 291-1718 0 0,-91-190-2346 0 0,86 222-1 0 0,-127-268-509 0 0,-9-31-2949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08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34 477 5985 0 0,'-2'-5'79'0'0,"-5"-16"178"0"0,1-1 0 0 0,0 1 0 0 0,1-1 1 0 0,2 0-1 0 0,0 0 0 0 0,1 0 0 0 0,2-30 1 0 0,2 31 342 0 0,1-1 0 0 0,1 1 0 0 0,1 0-1 0 0,1 0 1 0 0,1 1 0 0 0,15-33 0 0 0,-19 47-374 0 0,0 0 0 0 0,0 0 0 0 0,1 1 0 0 0,0-1 0 0 0,0 1 0 0 0,1 0 0 0 0,-1 0 0 0 0,1 0 0 0 0,0 1 0 0 0,0 0 0 0 0,1 0 0 0 0,-1 0 0 0 0,1 1 0 0 0,0 0-1 0 0,0 0 1 0 0,0 0 0 0 0,0 1 0 0 0,1-1 0 0 0,-1 2 0 0 0,1-1 0 0 0,-1 1 0 0 0,1 0 0 0 0,-1 0 0 0 0,1 1 0 0 0,12 0 0 0 0,-14 0-152 0 0,-1 1 0 0 0,1-1 0 0 0,0 1 0 0 0,-1 0 0 0 0,1 1 0 0 0,-1-1 0 0 0,0 1 0 0 0,1 0 0 0 0,-1 0 0 0 0,0 0 0 0 0,0 0 0 0 0,0 1 0 0 0,0 0 0 0 0,0 0 0 0 0,3 3 0 0 0,-2 0-29 0 0,0 0 1 0 0,-1 0-1 0 0,0 0 0 0 0,0 0 0 0 0,0 0 1 0 0,-1 1-1 0 0,0 0 0 0 0,4 12 0 0 0,-1 5-27 0 0,-1 0 0 0 0,-1 1 0 0 0,-1 0-1 0 0,-1 39 1 0 0,-5 18-7 0 0,-3 0 0 0 0,-5 0-1 0 0,-38 151 1 0 0,7-106 223 0 0,26-83-161 0 0,-16 68 0 0 0,32-111-274 0 0,-1 9-92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08.9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1 636 6913 0 0,'9'9'359'0'0,"1"0"0"0"0,1-1 0 0 0,-1-1 0 0 0,1 0 0 0 0,1 0 0 0 0,21 9 0 0 0,-20-11 434 0 0,0 0 0 0 0,1-1 0 0 0,-1-1 0 0 0,1 0 0 0 0,0 0 0 0 0,0-2 0 0 0,0 1 0 0 0,0-2 0 0 0,0 0 0 0 0,20-3 0 0 0,-26 1-597 0 0,1-1-1 0 0,0 0 1 0 0,-1 0-1 0 0,0-1 1 0 0,0 0-1 0 0,0 0 1 0 0,0-1 0 0 0,-1 0-1 0 0,0-1 1 0 0,0 0-1 0 0,0 0 1 0 0,-1 0-1 0 0,0-1 1 0 0,0 0-1 0 0,0 0 1 0 0,-1 0-1 0 0,0-1 1 0 0,-1 1 0 0 0,0-1-1 0 0,0-1 1 0 0,5-14-1 0 0,-5 12-247 0 0,0-1-1 0 0,0 1 0 0 0,-1-1 1 0 0,-1 0-1 0 0,0 0 0 0 0,-1 0 1 0 0,0 0-1 0 0,-1-1 0 0 0,0 1 1 0 0,-1 0-1 0 0,0 0 0 0 0,-1 0 1 0 0,0 0-1 0 0,-1 0 0 0 0,-7-19 1 0 0,9 29-38 0 0,-1-1 0 0 0,1 0 1 0 0,-1 1-1 0 0,1-1 0 0 0,-1 1 1 0 0,0-1-1 0 0,0 1 0 0 0,0 0 1 0 0,0-1-1 0 0,-1 1 0 0 0,1 0 1 0 0,-1 1-1 0 0,1-1 1 0 0,-1 0-1 0 0,1 1 0 0 0,-1 0 1 0 0,0-1-1 0 0,0 1 0 0 0,0 0 1 0 0,0 0-1 0 0,0 1 0 0 0,0-1 1 0 0,0 0-1 0 0,0 1 0 0 0,-3 0 1 0 0,3 0 50 0 0,1 1 1 0 0,-1-1-1 0 0,1 1 1 0 0,-1-1-1 0 0,1 1 1 0 0,0 0-1 0 0,-1 0 1 0 0,1 0-1 0 0,0 1 1 0 0,0-1-1 0 0,0 0 1 0 0,0 1 0 0 0,0 0-1 0 0,0-1 1 0 0,0 1-1 0 0,0 0 1 0 0,1 0-1 0 0,-1 0 1 0 0,1 0-1 0 0,-1 0 1 0 0,1 0-1 0 0,0 0 1 0 0,0 1-1 0 0,0-1 1 0 0,0 0-1 0 0,0 1 1 0 0,0-1-1 0 0,1 1 1 0 0,-1-1-1 0 0,1 1 1 0 0,0 2 0 0 0,-1 2 135 0 0,1-1 0 0 0,0 1 1 0 0,0-1-1 0 0,0 1 1 0 0,1 0-1 0 0,0-1 1 0 0,1 1-1 0 0,-1-1 1 0 0,1 0-1 0 0,0 1 0 0 0,1-1 1 0 0,0 0-1 0 0,0 0 1 0 0,0-1-1 0 0,0 1 1 0 0,1-1-1 0 0,0 1 1 0 0,0-1-1 0 0,1 0 1 0 0,-1-1-1 0 0,1 1 0 0 0,0-1 1 0 0,0 0-1 0 0,1 0 1 0 0,-1 0-1 0 0,1-1 1 0 0,0 0-1 0 0,9 4 1 0 0,-7-3-143 0 0,0-1 0 0 0,1 0 0 0 0,-1 0 0 0 0,0-1 0 0 0,1 0 0 0 0,0-1 0 0 0,0 0 0 0 0,-1 0 0 0 0,1-1 0 0 0,0 0 0 0 0,0 0 0 0 0,0-1 0 0 0,-1 0 0 0 0,1-1 0 0 0,0 0 0 0 0,-1 0 0 0 0,1-1 0 0 0,-1 0 0 0 0,0 0 0 0 0,0-1 0 0 0,8-5 0 0 0,1-4-1297 0 0,-1-1 1 0 0,0-1-1 0 0,-1 0 1 0 0,-1-1-1 0 0,0 0 0 0 0,-2-1 1 0 0,0-1-1 0 0,0 0 1 0 0,-2-1-1 0 0,0 0 0 0 0,11-31 1 0 0,-10 18 524 0 0,-1 0 0 0 0,7-47 0 0 0,-11 42 4438 0 0,0-69 0 0 0,-5 105-3428 0 0,-1 1 1 0 0,0-1-1 0 0,0 0 0 0 0,0 0 0 0 0,0 0 0 0 0,0 1 1 0 0,0-1-1 0 0,0 0 0 0 0,0 0 0 0 0,0 1 1 0 0,0-1-1 0 0,0 0 0 0 0,-1 0 0 0 0,1 1 0 0 0,0-1 1 0 0,-1 0-1 0 0,1 0 0 0 0,0 1 0 0 0,-1-1 1 0 0,1 1-1 0 0,-1-1 0 0 0,1 0 0 0 0,-1 1 0 0 0,0-2 1 0 0,0 3 12 0 0,1-1 1 0 0,-1 0-1 0 0,0 0 1 0 0,0 0-1 0 0,1 1 1 0 0,-1-1-1 0 0,0 0 1 0 0,1 1-1 0 0,-1-1 1 0 0,0 1-1 0 0,1-1 1 0 0,-1 1-1 0 0,1-1 1 0 0,-1 1-1 0 0,1-1 1 0 0,-1 1-1 0 0,1-1 1 0 0,-1 1 0 0 0,1 1-1 0 0,-22 36 3005 0 0,19-27-3044 0 0,0 0 1 0 0,0 0-1 0 0,1 0 1 0 0,1 1-1 0 0,0-1 0 0 0,0 1 1 0 0,1-1-1 0 0,0 1 1 0 0,1-1-1 0 0,1 1 0 0 0,3 15 1 0 0,-3-20-172 0 0,0-1 1 0 0,1 1-1 0 0,0-1 1 0 0,0 1-1 0 0,0-1 0 0 0,1 0 1 0 0,-1 0-1 0 0,1-1 1 0 0,1 1-1 0 0,-1-1 1 0 0,1 0-1 0 0,0 0 1 0 0,0 0-1 0 0,1-1 1 0 0,-1 1-1 0 0,1-1 0 0 0,0-1 1 0 0,0 1-1 0 0,12 4 1 0 0,30 5-169 0 0,11 2-159 0 0,-56-13 310 0 0,1-1 0 0 0,-1 0-1 0 0,0 1 1 0 0,0 0 0 0 0,0-1 0 0 0,0 1-1 0 0,0 0 1 0 0,-1 1 0 0 0,1-1 0 0 0,-1 0-1 0 0,1 1 1 0 0,-1 0 0 0 0,3 4 0 0 0,-3-4 27 0 0,-1 1 0 0 0,1 0 0 0 0,-1 0 1 0 0,0 0-1 0 0,-1 0 0 0 0,1 0 0 0 0,-1 0 1 0 0,0 0-1 0 0,0 0 0 0 0,0 0 0 0 0,0 0 1 0 0,-1-1-1 0 0,1 1 0 0 0,-1 0 0 0 0,-2 7 0 0 0,-3 6-265 0 0,-16 34 0 0 0,19-43 48 0 0,-9 16-472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09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10138 0 0,'0'-1'146'0'0,"0"1"0"0"0,0-1 1 0 0,0 1-1 0 0,0-1 0 0 0,0 1 0 0 0,0-1 0 0 0,0 0 0 0 0,0 1 0 0 0,1-1 0 0 0,-1 1 1 0 0,0-1-1 0 0,0 1 0 0 0,0-1 0 0 0,0 1 0 0 0,1-1 0 0 0,-1 1 0 0 0,0 0 1 0 0,0-1-1 0 0,1 1 0 0 0,-1-1 0 0 0,0 1 0 0 0,1 0 0 0 0,-1-1 0 0 0,1 1 0 0 0,-1 0 1 0 0,1-1-1 0 0,-1 1 0 0 0,0 0 0 0 0,1-1 0 0 0,-1 1 0 0 0,1 0 0 0 0,-1 0 0 0 0,1 0 1 0 0,-1-1-1 0 0,2 1 0 0 0,17-9 1563 0 0,-5 3-1046 0 0,1 2 1 0 0,-1 0 0 0 0,1 1 0 0 0,0 1-1 0 0,0 0 1 0 0,23 0 0 0 0,96 8 56 0 0,-103-3-636 0 0,201 21-608 0 0,-174-19-281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09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14283 0 0,'0'0'1103'0'0,"11"30"3531"0"0,-1-9-3500 0 0,11 37 1 0 0,-5-3-2921 0 0,-5-15-3386 0 0,-5-19 2020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0.3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32 8754 0 0,'-36'-26'10225'0'0,"26"21"-8601"0"0,10 8-1541 0 0,0 0-1 0 0,1 1 1 0 0,0-1-1 0 0,0 0 1 0 0,0 0-1 0 0,0 0 1 0 0,0 0-1 0 0,3 5 1 0 0,31 51-4497 0 0,-17-34 2749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0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 1 5985 0 0,'-3'0'242'0'0,"1"0"0"0"0,-1 0 0 0 0,1 0 0 0 0,0 1 0 0 0,-1-1-1 0 0,1 1 1 0 0,0-1 0 0 0,-1 1 0 0 0,1 0 0 0 0,0 0 0 0 0,0 0 0 0 0,0 0-1 0 0,0 1 1 0 0,0-1 0 0 0,0 0 0 0 0,0 1 0 0 0,0-1 0 0 0,0 1 0 0 0,1 0-1 0 0,-1 0 1 0 0,0-1 0 0 0,-1 4 0 0 0,-6 8 509 0 0,0 0 1 0 0,-9 18-1 0 0,10-17-246 0 0,-6 9 597 0 0,-18 44 0 0 0,29-59-995 0 0,0-1 1 0 0,1 1 0 0 0,0 0 0 0 0,0 0 0 0 0,1 0 0 0 0,0 0 0 0 0,0 0 0 0 0,0 0-1 0 0,2 0 1 0 0,0 12 0 0 0,0-18-103 0 0,-1 1 1 0 0,1-1-1 0 0,0 0 0 0 0,0 1 1 0 0,0-1-1 0 0,0 0 0 0 0,1 0 1 0 0,-1 0-1 0 0,1 0 0 0 0,-1 0 1 0 0,1-1-1 0 0,-1 1 0 0 0,1 0 1 0 0,0-1-1 0 0,0 1 0 0 0,0-1 1 0 0,0 1-1 0 0,0-1 0 0 0,0 0 1 0 0,0 0-1 0 0,1 0 0 0 0,-1 0 1 0 0,0 0-1 0 0,0-1 0 0 0,6 2 1 0 0,5 0 59 0 0,0-1 0 0 0,1 1 0 0 0,21-2 1 0 0,-12-1 121 0 0,-11 2-83 0 0,0-1 1 0 0,0 1-1 0 0,0 1 0 0 0,-1 0 1 0 0,1 0-1 0 0,0 2 0 0 0,19 7 1 0 0,-27-9-151 0 0,0 1 1 0 0,0-1 0 0 0,0 1-1 0 0,0 0 1 0 0,-1 0-1 0 0,1 0 1 0 0,-1 0 0 0 0,0 0-1 0 0,0 1 1 0 0,0 0-1 0 0,0-1 1 0 0,-1 1 0 0 0,0 0-1 0 0,0 0 1 0 0,0 1-1 0 0,0-1 1 0 0,0 0 0 0 0,-1 1-1 0 0,0-1 1 0 0,0 1-1 0 0,0-1 1 0 0,0 1 0 0 0,-1 5-1 0 0,1 12-4336 0 0,-1-2-1479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0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1 108 13827 0 0,'0'-12'342'0'0,"5"-47"1176"0"0,-5 58-1386 0 0,1-1 0 0 0,-1 0 0 0 0,0 1 0 0 0,1-1 0 0 0,-1 0 0 0 0,1 1 0 0 0,-1-1 0 0 0,1 0 1 0 0,0 1-1 0 0,0-1 0 0 0,0 1 0 0 0,0-1 0 0 0,0 1 0 0 0,0 0 0 0 0,0-1 0 0 0,0 1 0 0 0,0 0 0 0 0,1 0 1 0 0,-1 0-1 0 0,0 0 0 0 0,1 0 0 0 0,-1 0 0 0 0,1 0 0 0 0,-1 0 0 0 0,1 0 0 0 0,0 1 0 0 0,2-2 0 0 0,-3 3-19 0 0,1-1-1 0 0,-1 0 1 0 0,0 0-1 0 0,1 1 1 0 0,-1-1-1 0 0,0 0 1 0 0,0 1-1 0 0,1-1 1 0 0,-1 1-1 0 0,0 0 1 0 0,0-1-1 0 0,0 1 1 0 0,0 0-1 0 0,0 0 1 0 0,0 0-1 0 0,0 0 1 0 0,0 0-1 0 0,0 0 1 0 0,1 1-1 0 0,15 25 763 0 0,-14-23-808 0 0,17 35 208 0 0,-2 1 0 0 0,18 55 0 0 0,-3-5-104 0 0,46 91-207 0 0,-19-64-2722 0 0,-42-84-4762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1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0 437 9218 0 0,'0'-4'238'0'0,"1"-1"0"0"0,-1 1 0 0 0,0 0 0 0 0,1 0 0 0 0,0 0 0 0 0,0 0 0 0 0,0 0 1 0 0,1 0-1 0 0,-1 0 0 0 0,1 0 0 0 0,0 0 0 0 0,2-3 0 0 0,2-6 17 0 0,5-12-250 0 0,2 2 0 0 0,0-1 0 0 0,1 2 0 0 0,1 0 0 0 0,1 0 0 0 0,26-26 0 0 0,-13 20-59 0 0,2 1 0 0 0,0 1 0 0 0,54-32 0 0 0,-49 36 32 0 0,-4 1-84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1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140 265 456 0 0,'-2'3'689'0'0,"0"-1"-1"0"0,1 0 1 0 0,-1 1 0 0 0,0-1 0 0 0,0 0-1 0 0,-1 0 1 0 0,1 0 0 0 0,-3 2-1 0 0,-5 4 998 0 0,-2 4 57 0 0,1 1-1 0 0,0 1 0 0 0,0 0 0 0 0,-15 29 0 0 0,20-31-1546 0 0,0 0 0 0 0,1 0 1 0 0,1 1-1 0 0,0-1 0 0 0,0 1 0 0 0,1 0 0 0 0,1 0 0 0 0,0 1 0 0 0,1-1 0 0 0,1 0 0 0 0,1 22 0 0 0,-1-33-176 0 0,0 0-1 0 0,1 0 1 0 0,-1 0 0 0 0,0 0-1 0 0,1 0 1 0 0,-1 0 0 0 0,1 0-1 0 0,0 0 1 0 0,0 0 0 0 0,-1 0-1 0 0,1 0 1 0 0,1 0 0 0 0,-1 0-1 0 0,0 0 1 0 0,0-1 0 0 0,3 4-1 0 0,-3-5 9 0 0,0 1 0 0 0,1-1-1 0 0,-1 1 1 0 0,0-1 0 0 0,0 1 0 0 0,0-1-1 0 0,0 0 1 0 0,0 0 0 0 0,1 1 0 0 0,-1-1-1 0 0,0 0 1 0 0,0 0 0 0 0,1 0-1 0 0,-1 0 1 0 0,0 0 0 0 0,0-1 0 0 0,0 1-1 0 0,1 0 1 0 0,-1 0 0 0 0,0-1 0 0 0,2 0-1 0 0,2-1 44 0 0,0-1 0 0 0,-1 0-1 0 0,1 0 1 0 0,0-1 0 0 0,-1 1-1 0 0,0-1 1 0 0,0 0 0 0 0,0 0-1 0 0,0-1 1 0 0,-1 1 0 0 0,4-6 0 0 0,0-4-46 0 0,0 0 0 0 0,-1-1 0 0 0,-1 0 0 0 0,0 0 0 0 0,-1 0 0 0 0,3-24 0 0 0,-3 18 33 0 0,1 1 0 0 0,13-37 0 0 0,-18 56-47 0 0,0 1 0 0 0,0-1 0 0 0,1 0 0 0 0,-1 0 0 0 0,0 1 1 0 0,1-1-1 0 0,-1 0 0 0 0,1 1 0 0 0,-1-1 0 0 0,1 0 0 0 0,-1 1 0 0 0,1-1 0 0 0,-1 1 0 0 0,1-1 0 0 0,-1 1 1 0 0,1-1-1 0 0,0 1 0 0 0,-1-1 0 0 0,1 1 0 0 0,0-1 0 0 0,0 1 0 0 0,-1 0 0 0 0,1 0 0 0 0,0-1 1 0 0,0 1-1 0 0,0 0 0 0 0,1 0-6 0 0,-1 0 0 0 0,0 1 0 0 0,0-1 0 0 0,0 1 0 0 0,0-1 0 0 0,1 1 0 0 0,-1-1 1 0 0,0 1-1 0 0,0-1 0 0 0,0 1 0 0 0,0 0 0 0 0,0 0 0 0 0,0 0 0 0 0,-1 0 0 0 0,2 1 0 0 0,5 6 12 0 0,0 1-1 0 0,-1 1 0 0 0,5 11 0 0 0,-5-12 101 0 0,0 1-83 0 0,2 0 1 0 0,-1 0-1 0 0,1-1 1 0 0,1 0-1 0 0,0-1 1 0 0,0 1-1 0 0,0-2 1 0 0,19 12-1 0 0,-23-16-35 0 0,0 0 0 0 0,0-1 1 0 0,0 0-1 0 0,0 0 0 0 0,1 0 0 0 0,-1-1 0 0 0,0 1 1 0 0,1-1-1 0 0,8 0 0 0 0,-10-1-19 0 0,-1 0-1 0 0,1 0 1 0 0,-1-1-1 0 0,0 1 1 0 0,1-1-1 0 0,-1 0 1 0 0,0 0-1 0 0,0 0 1 0 0,1-1 0 0 0,-1 1-1 0 0,0-1 1 0 0,0 0-1 0 0,-1 1 1 0 0,1-1-1 0 0,0 0 1 0 0,4-5-1 0 0,-4 3 13 0 0,0 0-1 0 0,0 0 0 0 0,0-1 1 0 0,0 1-1 0 0,-1-1 0 0 0,0 1 0 0 0,0-1 1 0 0,0 0-1 0 0,-1 0 0 0 0,0 0 1 0 0,1 0-1 0 0,-2 0 0 0 0,1-5 0 0 0,1-14 111 0 0,-2-37 0 0 0,-1 19 199 0 0,1 14-198 0 0,0 15 8 0 0,0 1-1 0 0,0 0 0 0 0,2-1 0 0 0,-1 1 1 0 0,1 0-1 0 0,7-21 0 0 0,-8 32-93 0 0,0 0 1 0 0,0-1-1 0 0,0 1 0 0 0,1 0 1 0 0,-1 0-1 0 0,0 0 0 0 0,1 0 1 0 0,-1 0-1 0 0,1 1 0 0 0,-1-1 1 0 0,1 0-1 0 0,-1 1 0 0 0,1-1 1 0 0,0 1-1 0 0,-1-1 0 0 0,1 1 1 0 0,-1 0-1 0 0,1 0 0 0 0,0 0 0 0 0,-1 0 1 0 0,1 0-1 0 0,0 0 0 0 0,-1 0 1 0 0,4 1-1 0 0,41 9 210 0 0,-39-7-223 0 0,0 0-1 0 0,0 1 1 0 0,0 0 0 0 0,0 0-1 0 0,-1 1 1 0 0,1 0 0 0 0,-1 0-1 0 0,0 0 1 0 0,-1 1-1 0 0,9 10 1 0 0,-2 2-73 0 0,0 1 0 0 0,13 28 0 0 0,-15-28-19 0 0,-1 0 0 0 0,2-1 0 0 0,16 20 0 0 0,-27-37 78 0 0,0-1-1 0 0,1 0 0 0 0,-1 0 1 0 0,0 0-1 0 0,0 0 1 0 0,0 0-1 0 0,0 0 0 0 0,0 0 1 0 0,0 0-1 0 0,1 0 0 0 0,-1 0 1 0 0,0 0-1 0 0,0 0 0 0 0,0-1 1 0 0,0 1-1 0 0,0 0 1 0 0,1 0-1 0 0,-1 0 0 0 0,0 0 1 0 0,0 0-1 0 0,0 0 0 0 0,0 0 1 0 0,0 0-1 0 0,0 0 1 0 0,0 0-1 0 0,1 0 0 0 0,-1-1 1 0 0,0 1-1 0 0,0 0 0 0 0,0 0 1 0 0,0 0-1 0 0,0 0 0 0 0,0 0 1 0 0,0 0-1 0 0,0 0 1 0 0,0-1-1 0 0,0 1 0 0 0,0 0 1 0 0,0 0-1 0 0,0 0 0 0 0,0 0 1 0 0,0 0-1 0 0,0-1 1 0 0,0 1-1 0 0,0 0 0 0 0,0 0 1 0 0,0 0-1 0 0,0 0 0 0 0,0 0 1 0 0,0-1-1 0 0,0 1 0 0 0,0 0 1 0 0,0 0-1 0 0,0 0 1 0 0,0 0-1 0 0,0 0 0 0 0,0 0 1 0 0,0-1-1 0 0,1-19-175 0 0,-3-20 92 0 0,-4-9 86 0 0,2 22 107 0 0,1 0-1 0 0,1 0 1 0 0,1-1-1 0 0,1 1 1 0 0,2 0-1 0 0,5-32 1 0 0,-6 57-74 0 0,-1-1 0 0 0,1 1 0 0 0,0 0 0 0 0,0-1 0 0 0,0 1 0 0 0,0 0 0 0 0,0 0 0 0 0,0-1 0 0 0,1 1 0 0 0,2-3 0 0 0,-3 4-13 0 0,0 0-1 0 0,0 1 0 0 0,0-1 0 0 0,-1 1 0 0 0,1-1 0 0 0,0 1 0 0 0,0-1 0 0 0,0 1 0 0 0,0-1 0 0 0,0 1 0 0 0,0 0 0 0 0,0-1 0 0 0,0 1 0 0 0,0 0 0 0 0,0 0 0 0 0,0 0 0 0 0,0 0 0 0 0,2 0 0 0 0,1 1 2 0 0,-1 0-1 0 0,0 0 0 0 0,0 1 0 0 0,0-1 1 0 0,0 1-1 0 0,0 0 0 0 0,0-1 0 0 0,0 1 1 0 0,0 1-1 0 0,-1-1 0 0 0,1 0 1 0 0,-1 0-1 0 0,0 1 0 0 0,3 3 0 0 0,1 1-95 0 0,1 3-214 0 0,1 1-1 0 0,1-2 1 0 0,0 1-1 0 0,0-1 1 0 0,1-1-1 0 0,0 0 1 0 0,0 0-1 0 0,1-1 1 0 0,19 10-1 0 0,-5-9-7243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2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0 6913 0 0,'-5'2'569'0'0,"-1"1"-1"0"0,1-1 0 0 0,0 1 1 0 0,0 0-1 0 0,1 0 1 0 0,-1 0-1 0 0,1 1 0 0 0,-1 0 1 0 0,-6 8-1 0 0,5-7 577 0 0,0 1-385 0 0,0 1 0 0 0,1-1 0 0 0,-1 1-1 0 0,1 0 1 0 0,1 0 0 0 0,0 1 0 0 0,0 0 0 0 0,0-1 0 0 0,-2 10 0 0 0,5-15-696 0 0,0 0 0 0 0,0-1 0 0 0,1 1 0 0 0,-1 0 0 0 0,1 0 0 0 0,0 0 0 0 0,-1 0 0 0 0,1 1 0 0 0,0-1 0 0 0,0 0 0 0 0,0 0 0 0 0,1 0 0 0 0,-1 0 0 0 0,0 0 0 0 0,1 0 0 0 0,-1 0 0 0 0,1 0 0 0 0,0 0 0 0 0,0-1 0 0 0,-1 1 0 0 0,1 0 0 0 0,1 0 0 0 0,-1 0 0 0 0,0-1 0 0 0,0 1 0 0 0,1-1 0 0 0,-1 1 0 0 0,0-1 0 0 0,1 1 0 0 0,0-1 0 0 0,-1 0 0 0 0,1 0 0 0 0,0 0 0 0 0,0 0 0 0 0,-1 0 0 0 0,1 0 0 0 0,0 0 0 0 0,0-1 0 0 0,0 1 0 0 0,0-1 0 0 0,0 1 0 0 0,4-1 0 0 0,10 0-300 0 0,-17 14-3400 0 0,-1-5 3691 0 0,0 1 1 0 0,0-1-1 0 0,1 1 0 0 0,1-1 0 0 0,-1 1 0 0 0,1 0 0 0 0,1-1 1 0 0,3 20-1 0 0,-3-26-35 0 0,0 1 0 0 0,0 0 0 0 0,0-1 1 0 0,1 1-1 0 0,-1-1 0 0 0,1 1 0 0 0,0-1 0 0 0,0 0 1 0 0,0 0-1 0 0,0 0 0 0 0,0 0 0 0 0,1 0 1 0 0,-1 0-1 0 0,1 0 0 0 0,0-1 0 0 0,0 1 0 0 0,0-1 1 0 0,0 0-1 0 0,0 0 0 0 0,1 0 0 0 0,-1-1 0 0 0,1 1 1 0 0,-1-1-1 0 0,1 1 0 0 0,-1-1 0 0 0,1 0 0 0 0,0-1 1 0 0,0 1-1 0 0,-1-1 0 0 0,1 1 0 0 0,5-2 1 0 0,0 1-77 0 0,0-1 1 0 0,0 0-1 0 0,0-1 1 0 0,0 0 0 0 0,0-1-1 0 0,0 0 1 0 0,-1 0-1 0 0,1-1 1 0 0,-1 0 0 0 0,14-9-1 0 0,3-4-511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2.5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51 312 13363 0 0,'-1'1'190'0'0,"1"0"0"0"0,-1 0 0 0 0,0 0 0 0 0,1 0 0 0 0,-1 0 0 0 0,1 1 0 0 0,0-1 0 0 0,-1 0 0 0 0,1 0 0 0 0,0 0 0 0 0,0 1 0 0 0,0-1 0 0 0,0 0 0 0 0,0 1 0 0 0,0-1 0 0 0,0 0 0 0 0,0 0 0 0 0,0 1 0 0 0,1 1 0 0 0,6-4 2402 0 0,4-13-1391 0 0,-2-5-973 0 0,0-1-1 0 0,-1 0 0 0 0,-1 0 0 0 0,-1-1 1 0 0,5-26-1 0 0,-9 36-293 0 0,-1 0 1 0 0,1-1-1 0 0,-2 1 0 0 0,0 0 0 0 0,0-1 1 0 0,-1 1-1 0 0,0 0 0 0 0,-1-1 0 0 0,-1 1 1 0 0,0 0-1 0 0,-6-17 0 0 0,8 26 39 0 0,1 1-1 0 0,-1 0 1 0 0,0-1-1 0 0,0 1 1 0 0,1 0-1 0 0,-1-1 1 0 0,0 1-1 0 0,0 0 1 0 0,0 0-1 0 0,0 0 1 0 0,0-1-1 0 0,0 1 1 0 0,0 1-1 0 0,-1-1 1 0 0,1 0-1 0 0,0 0 1 0 0,-1 0-1 0 0,1 1 1 0 0,-3-2-1 0 0,3 2 7 0 0,0 0-1 0 0,0 0 0 0 0,-1 0 1 0 0,1 0-1 0 0,0 0 1 0 0,0 1-1 0 0,0-1 0 0 0,-1 0 1 0 0,1 1-1 0 0,0-1 0 0 0,0 1 1 0 0,0-1-1 0 0,0 1 0 0 0,0-1 1 0 0,0 1-1 0 0,0 0 1 0 0,0 0-1 0 0,0-1 0 0 0,-1 2 1 0 0,-2 3-47 0 0,0 0 0 0 0,0 1-1 0 0,0-1 1 0 0,0 1 0 0 0,1 0 0 0 0,0 0 0 0 0,-3 10 0 0 0,0-2 96 0 0,2 0-1 0 0,0 1 0 0 0,1 0 0 0 0,1-1 0 0 0,0 1 1 0 0,1 1-1 0 0,0-1 0 0 0,1 0 0 0 0,1 0 1 0 0,4 24-1 0 0,-3-31 40 0 0,0 0 0 0 0,1 0 0 0 0,0 0 0 0 0,0 0 0 0 0,0-1 0 0 0,1 1 0 0 0,0-1 0 0 0,1 0-1 0 0,0 0 1 0 0,0-1 0 0 0,0 0 0 0 0,1 1 0 0 0,0-2 0 0 0,0 1 0 0 0,0-1 0 0 0,1 0 0 0 0,0 0 0 0 0,0 0 0 0 0,0-1 0 0 0,13 5 0 0 0,-7-4 1 0 0,1 0 0 0 0,-1-1 1 0 0,1-1-1 0 0,0 0 0 0 0,0-1 0 0 0,1-1 0 0 0,-1 0 1 0 0,0 0-1 0 0,19-3 0 0 0,-19 0-2201 0 0,1 0 1 0 0,23-8-1 0 0,-9 0-4747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2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3 441 9218 0 0,'4'-168'2466'0'0,"-2"-77"3902"0"0,-5 221-4129 0 0,0 21-713 0 0,2 15-761 0 0,0 32-436 0 0,1-1 0 0 0,11 68 0 0 0,26 87-318 0 0,-30-164 82 0 0,102 394 141 0 0,25-5-8 0 0,-109-347-218 0 0,-18-54-17 0 0,10 33-876 0 0,2-1-1 0 0,52 101 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3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18 2128 0 0,'-2'-18'288'0'0,"-5"31"809"0"0,-4 31 840 0 0,-8 58-716 0 0,-7 34-582 0 0,-55 170 1 0 0,67-266-396 0 0,5-9-4 0 0,-2 0 1 0 0,-1-1-1 0 0,-2 0 0 0 0,-23 38 0 0 0,37-67-175 0 0,0 0 0 0 0,-1-1 0 0 0,1 1 0 0 0,0 0-1 0 0,-1 0 1 0 0,1-1 0 0 0,-1 1 0 0 0,1 0-1 0 0,-1-1 1 0 0,0 1 0 0 0,1-1 0 0 0,-1 1 0 0 0,0 0-1 0 0,1-1 1 0 0,-1 1 0 0 0,0-1 0 0 0,0 0 0 0 0,1 1-1 0 0,-1-1 1 0 0,0 0 0 0 0,0 1 0 0 0,0-1 0 0 0,1 0-1 0 0,-1 0 1 0 0,-2 0 0 0 0,3 0 3 0 0,-1-1-1 0 0,0 1 1 0 0,1-1-1 0 0,-1 0 1 0 0,0 1-1 0 0,1-1 1 0 0,-1 0 0 0 0,1 0-1 0 0,-1 0 1 0 0,1 1-1 0 0,-1-1 1 0 0,1 0-1 0 0,0 0 1 0 0,-1 0-1 0 0,1 0 1 0 0,0 0 0 0 0,0 0-1 0 0,-1-1 1 0 0,-2-48 1171 0 0,6 2-710 0 0,1 0-1 0 0,3 0 1 0 0,2 0-1 0 0,2 1 1 0 0,2 1 0 0 0,2 0-1 0 0,28-61 1 0 0,-37 96-188 0 0,0 0 1 0 0,1 0-1 0 0,0 1 1 0 0,0 0-1 0 0,1 0 1 0 0,13-13-1 0 0,-18 20-236 0 0,1 0 0 0 0,-1 1 0 0 0,0-1 0 0 0,1 1 0 0 0,0-1 0 0 0,0 1 0 0 0,0 0 0 0 0,0 0 0 0 0,0 1 0 0 0,0-1 0 0 0,0 1 0 0 0,0 0 0 0 0,0 0 0 0 0,1 1 0 0 0,-1-1 0 0 0,0 1 0 0 0,1 0 0 0 0,-1 0 0 0 0,0 0 0 0 0,1 1 0 0 0,7 1-1 0 0,14 8 218 0 0,-1 0-1 0 0,0 2 0 0 0,0 1 1 0 0,-1 1-1 0 0,-1 1 0 0 0,27 22 1 0 0,-14-11-294 0 0,51 29 0 0 0,-6-21-516 0 0,-32-17 232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5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46 328 12443 0 0,'-36'13'1566'0'0,"26"-9"-87"0"0,27-8 315 0 0,49-20 0 0 0,78-39-1 0 0,-12 4-516 0 0,1 5-814 0 0,142-55 357 0 0,-256 102-1230 0 0,0 1 0 0 0,0 1 0 0 0,0 0 1 0 0,0 1-1 0 0,24-1 0 0 0,-17 5-7173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5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18436 0 0,'-5'-2'3319'0'0,"23"6"-1678"0"0,-10 3-1512 0 0,1 0 0 0 0,-1 1 0 0 0,0 0 0 0 0,-1 0 0 0 0,0 1 0 0 0,0 0 0 0 0,-1 0 0 0 0,0 1 0 0 0,0-1 0 0 0,-1 1 0 0 0,-1 0 1 0 0,0 1-1 0 0,4 13 0 0 0,5 22 54 0 0,12 82 0 0 0,-23-115-155 0 0,21 175 170 0 0,19 97-3191 0 0,-31-242-5254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6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0 445 13363 0 0,'0'2'71'0'0,"0"-1"1"0"0,1 0 0 0 0,-1 0-1 0 0,0 0 1 0 0,0 1 0 0 0,1-1-1 0 0,-1 0 1 0 0,1 0-1 0 0,-1 0 1 0 0,1 0 0 0 0,-1 0-1 0 0,1 0 1 0 0,0 0-1 0 0,-1 0 1 0 0,1 0 0 0 0,0 0-1 0 0,0 0 1 0 0,0-1-1 0 0,0 1 1 0 0,0 0 0 0 0,0-1-1 0 0,0 1 1 0 0,0 0-1 0 0,1 0 1 0 0,1 0 9 0 0,1-1-1 0 0,-1 1 0 0 0,1-1 1 0 0,0 0-1 0 0,-1 0 1 0 0,1 0-1 0 0,4-1 1 0 0,1 0 275 0 0,-1-1 0 0 0,0-1 1 0 0,0 0-1 0 0,0 0 1 0 0,0 0-1 0 0,-1-1 0 0 0,1 0 1 0 0,-1 0-1 0 0,0-1 0 0 0,0 0 1 0 0,0 0-1 0 0,-1-1 1 0 0,0 1-1 0 0,0-2 0 0 0,0 1 1 0 0,7-12-1 0 0,2-3-236 0 0,0-1-1 0 0,-2-1 1 0 0,0-1-1 0 0,9-25 1 0 0,-16 35-159 0 0,-1-1 0 0 0,-1 0 0 0 0,0 0 1 0 0,-1 0-1 0 0,0 0 0 0 0,0-24 0 0 0,-3 34 32 0 0,0 0 0 0 0,0 0-1 0 0,0 0 1 0 0,-1 0-1 0 0,1 0 1 0 0,-1 0 0 0 0,-1 0-1 0 0,1 0 1 0 0,-1 1 0 0 0,1-1-1 0 0,-1 0 1 0 0,-1 1 0 0 0,1-1-1 0 0,-1 1 1 0 0,0 0 0 0 0,0 0-1 0 0,0 0 1 0 0,0 0-1 0 0,-1 0 1 0 0,1 1 0 0 0,-1-1-1 0 0,0 1 1 0 0,-6-4 0 0 0,7 6 6 0 0,1-1 0 0 0,-1 1 1 0 0,1 0-1 0 0,-1 0 0 0 0,1 0 1 0 0,-1 0-1 0 0,0 0 0 0 0,1 1 1 0 0,-1-1-1 0 0,0 1 1 0 0,0 0-1 0 0,1 0 0 0 0,-1 0 1 0 0,0 0-1 0 0,0 0 0 0 0,0 1 1 0 0,1-1-1 0 0,-1 1 0 0 0,0 0 1 0 0,-2 1-1 0 0,1 0-18 0 0,0 0 0 0 0,1 0 0 0 0,-1 1 0 0 0,1-1 0 0 0,-1 1 0 0 0,1 0 1 0 0,0 0-1 0 0,0 1 0 0 0,0-1 0 0 0,1 0 0 0 0,-5 8 0 0 0,2-1-152 0 0,0 1 1 0 0,0 0-1 0 0,1 0 0 0 0,0 0 1 0 0,1 0-1 0 0,0 1 1 0 0,1 0-1 0 0,-2 18 0 0 0,5-14-2 0 0,0-1-1 0 0,1 1 0 0 0,0-1 1 0 0,1 0-1 0 0,1 0 0 0 0,1 0 1 0 0,0 0-1 0 0,1-1 0 0 0,0 1 1 0 0,1-2-1 0 0,1 1 0 0 0,0-1 1 0 0,1 0-1 0 0,0 0 0 0 0,1-1 1 0 0,20 19-1 0 0,-20-21 201 0 0,1-1 0 0 0,0 0 0 0 0,0 0-1 0 0,1-1 1 0 0,0-1 0 0 0,0 0 0 0 0,1-1 0 0 0,-1 0 0 0 0,1-1 0 0 0,1 0 0 0 0,-1-1-1 0 0,1-1 1 0 0,0 0 0 0 0,0 0 0 0 0,-1-2 0 0 0,2 0 0 0 0,-1 0 0 0 0,25-3-1 0 0,-32 1-68 0 0,0-1-1 0 0,0 0 0 0 0,-1 0 1 0 0,1 0-1 0 0,0-1 0 0 0,-1 0 1 0 0,1 0-1 0 0,-1-1 0 0 0,0 0 1 0 0,0 0-1 0 0,-1 0 0 0 0,1-1 1 0 0,-1 1-1 0 0,0-2 0 0 0,0 1 1 0 0,0 0-1 0 0,-1-1 0 0 0,0 0 0 0 0,0 0 1 0 0,0 0-1 0 0,3-9 0 0 0,4-12 65 0 0,-1 0 0 0 0,-2-1 0 0 0,0-1 0 0 0,3-28-1 0 0,10-35 1596 0 0,-19 86-1384 0 0,0 0 0 0 0,1 0-1 0 0,0 0 1 0 0,0 0 0 0 0,0 1-1 0 0,1-1 1 0 0,-1 1 0 0 0,1 0-1 0 0,9-9 1 0 0,-12 13-175 0 0,1-1 0 0 0,-1 1 0 0 0,1 0-1 0 0,0-1 1 0 0,-1 1 0 0 0,1 0 0 0 0,0 0 0 0 0,0 0 0 0 0,0 1 0 0 0,0-1 0 0 0,0 0-1 0 0,0 1 1 0 0,0-1 0 0 0,0 1 0 0 0,0-1 0 0 0,0 1 0 0 0,0 0 0 0 0,0 0 0 0 0,0 0-1 0 0,0 0 1 0 0,1 1 0 0 0,-1-1 0 0 0,0 0 0 0 0,0 1 0 0 0,0-1 0 0 0,0 1-1 0 0,0 0 1 0 0,0 0 0 0 0,-1 0 0 0 0,1 0 0 0 0,0 0 0 0 0,0 0 0 0 0,2 3 0 0 0,13 12 22 0 0,-1 1 0 0 0,-1 1 0 0 0,-1 1 1 0 0,0 0-1 0 0,-1 1 0 0 0,12 26 0 0 0,-11-21-56 0 0,-7-11-57 0 0,-1-1 0 0 0,0 1 0 0 0,3 15 0 0 0,13 30-132 0 0,-22-59 161 0 0,0 0 0 0 0,0 0 0 0 0,0 0 0 0 0,0 0 0 0 0,0 0 0 0 0,0 1 1 0 0,0-1-1 0 0,0 0 0 0 0,1 0 0 0 0,-1 0 0 0 0,0 0 0 0 0,0 0 0 0 0,0 0 1 0 0,0 0-1 0 0,0 0 0 0 0,0 1 0 0 0,0-1 0 0 0,0 0 0 0 0,0 0 0 0 0,0 0 1 0 0,1 0-1 0 0,-1 0 0 0 0,0 0 0 0 0,0 0 0 0 0,0 0 0 0 0,0 0 0 0 0,0 0 1 0 0,0 0-1 0 0,0 0 0 0 0,1 0 0 0 0,-1 0 0 0 0,0 0 0 0 0,0 0 0 0 0,0 0 0 0 0,0 0 1 0 0,0 0-1 0 0,0 0 0 0 0,1 0 0 0 0,-1 0 0 0 0,0 0 0 0 0,0 0 0 0 0,0 0 1 0 0,0 0-1 0 0,0 0 0 0 0,0 0 0 0 0,0 0 0 0 0,1 0 0 0 0,-1 0 0 0 0,0 0 1 0 0,0 0-1 0 0,0-1 0 0 0,0 1 0 0 0,0 0 0 0 0,0 0 0 0 0,0 0 0 0 0,0 0 1 0 0,0 0-1 0 0,0 0 0 0 0,1 0 0 0 0,-1-1 0 0 0,5-11-108 0 0,1-14-269 0 0,1-62-241 0 0,-7 71 707 0 0,1 0 1 0 0,0-1-1 0 0,1 1 0 0 0,1 0 1 0 0,0 0-1 0 0,2 0 0 0 0,0 1 1 0 0,10-24-1 0 0,-14 38-59 0 0,0 1 1 0 0,-1-1-1 0 0,1 0 1 0 0,0 1-1 0 0,0-1 0 0 0,1 1 1 0 0,-1-1-1 0 0,0 1 1 0 0,0 0-1 0 0,1-1 1 0 0,-1 1-1 0 0,1 0 1 0 0,-1 0-1 0 0,1 0 0 0 0,-1 0 1 0 0,1 0-1 0 0,0 0 1 0 0,0 0-1 0 0,-1 1 1 0 0,4-2-1 0 0,-3 2-3 0 0,0 1 1 0 0,0-1-1 0 0,-1 0 0 0 0,1 1 1 0 0,0-1-1 0 0,0 1 1 0 0,-1-1-1 0 0,1 1 0 0 0,0 0 1 0 0,-1-1-1 0 0,1 1 0 0 0,-1 0 1 0 0,1 0-1 0 0,-1 0 1 0 0,1 1-1 0 0,-1-1 0 0 0,2 2 1 0 0,6 7 34 0 0,-1 0 0 0 0,-1 1 0 0 0,1 0 1 0 0,8 19-1 0 0,-12-24-82 0 0,11 21 58 0 0,23 33 1 0 0,-32-53-49 0 0,-1 0 0 0 0,1 0 0 0 0,0 0 0 0 0,1 0 0 0 0,0-1 1 0 0,0 0-1 0 0,0-1 0 0 0,1 0 0 0 0,7 5 0 0 0,-13-10-11 0 0,-1 1-1 0 0,0-1 1 0 0,0 1-1 0 0,0-1 1 0 0,1 0-1 0 0,-1 1 1 0 0,0-1-1 0 0,0 0 1 0 0,1 0-1 0 0,-1 0 1 0 0,0 0-1 0 0,0 0 1 0 0,1 0-1 0 0,-1 0 1 0 0,0-1-1 0 0,0 1 1 0 0,1 0-1 0 0,-1-1 1 0 0,0 1-1 0 0,0-1 1 0 0,0 1-1 0 0,1-1 1 0 0,1-1-1 0 0,-1 0-7 0 0,1 0 0 0 0,-1-1 0 0 0,0 1 1 0 0,0-1-1 0 0,0 1 0 0 0,0-1 0 0 0,0 0 0 0 0,-1 0 0 0 0,2-3 1 0 0,3-8-24 0 0,-1-1 0 0 0,0 1 0 0 0,2-17 1 0 0,-7 28 45 0 0,3-11 54 0 0,2-9 87 0 0,12-36 1 0 0,-16 54-88 0 0,1 0 0 0 0,0 0 0 0 0,1 1 0 0 0,-1-1 0 0 0,1 1-1 0 0,-1 0 1 0 0,1-1 0 0 0,1 1 0 0 0,-1 0 0 0 0,1 1 0 0 0,-1-1 0 0 0,1 1-1 0 0,6-5 1 0 0,-7 6 4 0 0,0 1-1 0 0,0 0 0 0 0,1 0 0 0 0,-1 1 0 0 0,0-1 1 0 0,0 1-1 0 0,0-1 0 0 0,1 1 0 0 0,-1 0 1 0 0,0 0-1 0 0,1 0 0 0 0,-1 1 0 0 0,0-1 0 0 0,0 1 1 0 0,0 0-1 0 0,1 0 0 0 0,-1 0 0 0 0,0 0 0 0 0,0 0 1 0 0,0 1-1 0 0,-1-1 0 0 0,1 1 0 0 0,0 0 1 0 0,0 0-1 0 0,-1 0 0 0 0,5 5 0 0 0,7 6 113 0 0,0 1 1 0 0,-1 1-1 0 0,14 20 0 0 0,-19-25-98 0 0,74 113 64 0 0,-54-76-1288 0 0,36 42 0 0 0,-55-78-882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6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6913 0 0,'3'-10'-523'0'0,"8"-33"4231"0"0,-10 41-3178 0 0,0 0 1 0 0,-1 0 0 0 0,1 0 0 0 0,0 0 0 0 0,0 0 0 0 0,0 0-1 0 0,0 1 1 0 0,1-1 0 0 0,-1 0 0 0 0,0 1 0 0 0,1-1-1 0 0,-1 1 1 0 0,1 0 0 0 0,0-1 0 0 0,-1 1 0 0 0,1 0-1 0 0,2-1 1 0 0,-3 2-412 0 0,0 0 0 0 0,0 0 0 0 0,0 0 0 0 0,0 0 0 0 0,0 0 0 0 0,0 0 0 0 0,0 0 0 0 0,0 1 0 0 0,0-1 0 0 0,0 0 0 0 0,0 1 0 0 0,-1-1 0 0 0,1 0 0 0 0,0 1 0 0 0,0-1 0 0 0,0 1 0 0 0,-1 0 0 0 0,1-1 0 0 0,0 1 0 0 0,-1 0 0 0 0,1-1 0 0 0,0 1 0 0 0,-1 0 0 0 0,1 0 0 0 0,-1-1 0 0 0,1 1 0 0 0,0 1 0 0 0,14 27 169 0 0,-13-24-32 0 0,21 53 263 0 0,24 88 0 0 0,-22-64-525 0 0,-2-12 37 0 0,40 154-745 0 0,-60-190-1597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6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0 106 11979 0 0,'1'-5'179'0'0,"0"1"0"0"0,1 0 0 0 0,-1 0 1 0 0,1 0-1 0 0,0 0 0 0 0,0 0 1 0 0,0 0-1 0 0,1 1 0 0 0,-1-1 1 0 0,1 0-1 0 0,0 1 0 0 0,0 0 1 0 0,0 0-1 0 0,0 0 0 0 0,1 0 1 0 0,-1 1-1 0 0,1-1 0 0 0,-1 1 0 0 0,1 0 1 0 0,0 0-1 0 0,8-3 0 0 0,5-1 534 0 0,0 0-1 0 0,0 1 0 0 0,0 1 0 0 0,1 1 0 0 0,0 0 0 0 0,0 1 0 0 0,23 1 1 0 0,-35 1-583 0 0,0 1 0 0 0,0-1 0 0 0,0 1 1 0 0,1 1-1 0 0,-1-1 0 0 0,0 1 0 0 0,0 0 1 0 0,-1 1-1 0 0,1-1 0 0 0,10 7 1 0 0,-13-6-92 0 0,0-1 1 0 0,0 1 0 0 0,0 0 0 0 0,0 0 0 0 0,-1 0 0 0 0,1 1 0 0 0,-1-1 0 0 0,0 0 0 0 0,0 1 0 0 0,0 0 0 0 0,0-1 0 0 0,0 1 0 0 0,-1 0 0 0 0,0 0 0 0 0,0 0 0 0 0,0 0 0 0 0,0 0 0 0 0,0 5 0 0 0,-1 1-10 0 0,-1-1-1 0 0,0 1 1 0 0,0-1-1 0 0,-1 1 1 0 0,0-1 0 0 0,0 0-1 0 0,-1 0 1 0 0,0 0-1 0 0,-1 0 1 0 0,0 0 0 0 0,0-1-1 0 0,-9 12 1 0 0,-1 1-84 0 0,0 0 0 0 0,-2-2-1 0 0,-28 28 1 0 0,3-14-526 0 0,22-20 64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7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180 279 10594 0 0,'-22'5'451'0'0,"1"-2"0"0"0,-1 0 0 0 0,1-1-1 0 0,-1-2 1 0 0,-40-3 0 0 0,62 3-398 0 0,-1 1 1 0 0,1-1-1 0 0,0 0 1 0 0,0 0-1 0 0,-1 0 1 0 0,1 0-1 0 0,0 0 1 0 0,0 0-1 0 0,-1 0 1 0 0,1 0-1 0 0,0 0 0 0 0,-1 0 1 0 0,1 0-1 0 0,0 0 1 0 0,0 0-1 0 0,-1 0 1 0 0,1 0-1 0 0,0 0 1 0 0,0 0-1 0 0,-1 0 1 0 0,1-1-1 0 0,0 1 1 0 0,0 0-1 0 0,-1 0 1 0 0,1 0-1 0 0,0 0 1 0 0,0 0-1 0 0,0-1 0 0 0,-1 1 1 0 0,1 0-1 0 0,0 0 1 0 0,0 0-1 0 0,0-1 1 0 0,0 1-1 0 0,-1 0 1 0 0,1 0-1 0 0,0-1 1 0 0,0 1-1 0 0,0 0 1 0 0,0 0-1 0 0,0-1 1 0 0,0 1-1 0 0,0 0 0 0 0,0 0 1 0 0,0-1-1 0 0,0 1 1 0 0,0 0-1 0 0,0 0 1 0 0,0-1-1 0 0,0 1 1 0 0,0 0-1 0 0,0-1 1 0 0,0 1-1 0 0,17-10 1337 0 0,30-6-162 0 0,117-18 876 0 0,190-14 0 0 0,-278 40-1890 0 0,1491-132 923 0 0,-583 116-763 0 0,-967 24-364 0 0,58-1 189 0 0,-44 0-516 0 0,-24 1-411 0 0,-21 1-1520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17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6913 0 0,'-10'0'12508'0'0,"18"13"-8955"0"0,2-2-4540 0 0,31 10 1295 0 0,54 20-1 0 0,21 11 56 0 0,309 177-259 0 0,-422-228-55 0 0,0 1 0 0 0,0-1-1 0 0,0 1 1 0 0,0-1 0 0 0,0 1 0 0 0,0 0 0 0 0,-1 0 0 0 0,1 1 0 0 0,-1-1-1 0 0,0 1 1 0 0,0-1 0 0 0,0 1 0 0 0,0-1 0 0 0,0 1 0 0 0,3 5 0 0 0,-5-5-7 0 0,0-1 1 0 0,0 1 0 0 0,0 0-1 0 0,0-1 1 0 0,0 1 0 0 0,0-1-1 0 0,-1 1 1 0 0,1-1 0 0 0,-1 1-1 0 0,0-1 1 0 0,0 0 0 0 0,0 1-1 0 0,0-1 1 0 0,0 0 0 0 0,0 0-1 0 0,-1 1 1 0 0,1-1 0 0 0,-1 0-1 0 0,1 0 1 0 0,-1-1 0 0 0,-2 4-1 0 0,-29 30 548 0 0,-1-2-1 0 0,-42 31 1 0 0,10-12-3144 0 0,24-19-2625 0 0,19-14-2900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3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626 118 8754 0 0,'-7'-11'750'0'0,"-1"0"0"0"0,0 1 0 0 0,-1 0 0 0 0,0 0 0 0 0,0 1 0 0 0,-1 0 0 0 0,0 1 0 0 0,-12-8 0 0 0,16 12-514 0 0,0 1 1 0 0,-1 0-1 0 0,1 0 0 0 0,-1 1 0 0 0,1 0 1 0 0,-1 0-1 0 0,0 0 0 0 0,0 1 0 0 0,0 0 1 0 0,0 1-1 0 0,0-1 0 0 0,0 1 0 0 0,0 0 0 0 0,0 1 1 0 0,0 0-1 0 0,-12 3 0 0 0,4 1-55 0 0,0 1-1 0 0,0 0 1 0 0,1 1 0 0 0,-1 0-1 0 0,2 2 1 0 0,-1-1-1 0 0,1 2 1 0 0,1 0-1 0 0,0 0 1 0 0,0 1 0 0 0,-18 22-1 0 0,1 4-10 0 0,1 0-1 0 0,-40 75 0 0 0,52-80-137 0 0,0 1 0 0 0,3 1 0 0 0,0 0-1 0 0,2 1 1 0 0,2 0 0 0 0,1 1-1 0 0,2 0 1 0 0,1 0 0 0 0,2 0 0 0 0,2 0-1 0 0,1 1 1 0 0,1-1 0 0 0,13 66 0 0 0,-11-86-10 0 0,2 0 0 0 0,0-1 0 0 0,0 0 0 0 0,2-1 0 0 0,0 1 0 0 0,0-1 0 0 0,1 0 0 0 0,1-1 0 0 0,1 0 0 0 0,0 0 1 0 0,0-1-1 0 0,1 0 0 0 0,1-1 0 0 0,-1 0 0 0 0,19 11 0 0 0,-10-9-5 0 0,-1-1-1 0 0,2-2 1 0 0,-1 0-1 0 0,1-1 1 0 0,1-1 0 0 0,0-1-1 0 0,0-1 1 0 0,0-1-1 0 0,1-1 1 0 0,26 2 0 0 0,-22-4-244 0 0,0-1 0 0 0,0-1 0 0 0,1-1 0 0 0,-1-2 0 0 0,30-6 0 0 0,-19-1-959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3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57 5065 0 0,'1'-2'160'0'0,"0"1"1"0"0,0-1-1 0 0,-1 0 0 0 0,1 0 1 0 0,-1 0-1 0 0,1 0 0 0 0,-1 0 1 0 0,0 0-1 0 0,0 0 0 0 0,1 0 1 0 0,-2 0-1 0 0,1 0 0 0 0,0 0 1 0 0,0 0-1 0 0,-1 0 0 0 0,1 0 1 0 0,-1 0-1 0 0,1 0 0 0 0,-1 0 1 0 0,0 0-1 0 0,0 0 0 0 0,-1-2 1 0 0,1 4 52 0 0,0-1-1 0 0,0 0 1 0 0,0 0 0 0 0,0 0 0 0 0,-1 0-1 0 0,1 1 1 0 0,0-1 0 0 0,0 0 0 0 0,-1 1 0 0 0,1 0-1 0 0,0-1 1 0 0,0 1 0 0 0,-1-1 0 0 0,1 1 0 0 0,-1 0-1 0 0,1 0 1 0 0,0 0 0 0 0,-1 0 0 0 0,1 0-1 0 0,0 0 1 0 0,-1 0 0 0 0,1 1 0 0 0,0-1 0 0 0,-1 0-1 0 0,1 1 1 0 0,0-1 0 0 0,-1 1 0 0 0,1-1-1 0 0,0 1 1 0 0,0 0 0 0 0,0-1 0 0 0,-1 1 0 0 0,0 1-1 0 0,-6 4 114 0 0,2-1 0 0 0,-1 1-1 0 0,1 1 1 0 0,0-1-1 0 0,0 1 1 0 0,0 0-1 0 0,1 0 1 0 0,0 1-1 0 0,1-1 1 0 0,0 1-1 0 0,-6 14 1 0 0,3-3-261 0 0,0 0 1 0 0,2 0-1 0 0,0 1 0 0 0,-2 21 0 0 0,5-26 16 0 0,2 0-1 0 0,-1 0 0 0 0,2-1 0 0 0,0 1 0 0 0,1 0 1 0 0,4 17-1 0 0,-5-28-84 0 0,0 1 1 0 0,0-1-1 0 0,1 0 1 0 0,0 1 0 0 0,0-1-1 0 0,0 0 1 0 0,1 0-1 0 0,-1-1 1 0 0,1 1 0 0 0,5 6-1 0 0,-6-9-44 0 0,0 1 0 0 0,1-1 0 0 0,-1 1-1 0 0,0-1 1 0 0,0 0 0 0 0,1 1 0 0 0,-1-1 0 0 0,1-1-1 0 0,-1 1 1 0 0,1 0 0 0 0,-1 0 0 0 0,1-1 0 0 0,-1 0 0 0 0,1 1-1 0 0,0-1 1 0 0,-1 0 0 0 0,1 0 0 0 0,-1-1 0 0 0,1 1-1 0 0,3-1 1 0 0,0-1-126 0 0,0 1 1 0 0,1-2-1 0 0,-1 1 0 0 0,0-1 0 0 0,0 0 0 0 0,0 0 0 0 0,-1-1 1 0 0,1 1-1 0 0,-1-1 0 0 0,0-1 0 0 0,0 1 0 0 0,0-1 0 0 0,0 0 1 0 0,-1 0-1 0 0,0 0 0 0 0,0 0 0 0 0,0-1 0 0 0,-1 0 1 0 0,0 1-1 0 0,4-12 0 0 0,3-7 96 0 0,-1-1 1 0 0,-2 0-1 0 0,8-47 0 0 0,-11 52 232 0 0,-4 10 177 0 0,1 1 1 0 0,1-1-1 0 0,0 1 0 0 0,1 0 1 0 0,-1 0-1 0 0,2 0 1 0 0,-1 0-1 0 0,1 0 0 0 0,9-14 1 0 0,-12 22-278 0 0,-1 1 1 0 0,1-1 0 0 0,-1 0-1 0 0,1 1 1 0 0,0-1 0 0 0,-1 1-1 0 0,1-1 1 0 0,0 1 0 0 0,-1-1-1 0 0,1 1 1 0 0,0-1 0 0 0,0 1-1 0 0,0 0 1 0 0,-1-1 0 0 0,1 1-1 0 0,0 0 1 0 0,0 0 0 0 0,0 0-1 0 0,-1 0 1 0 0,1 0-1 0 0,0 0 1 0 0,0 0 0 0 0,0 0-1 0 0,0 0 1 0 0,0 0 0 0 0,-1 0-1 0 0,1 0 1 0 0,0 0 0 0 0,0 1-1 0 0,1-1 1 0 0,0 2 32 0 0,0-1-1 0 0,0 1 1 0 0,0 0-1 0 0,0 0 1 0 0,0-1-1 0 0,0 1 1 0 0,0 0 0 0 0,-1 1-1 0 0,4 3 1 0 0,1 5 70 0 0,0 0 0 0 0,-1 0 0 0 0,5 15 0 0 0,-7-16-189 0 0,5 15 286 0 0,22 48-1 0 0,-27-66-514 0 0,2 0 1 0 0,-1 0-1 0 0,1 0 0 0 0,0 0 1 0 0,0-1-1 0 0,1 0 1 0 0,-1 0-1 0 0,2 0 0 0 0,-1-1 1 0 0,12 8-1 0 0,2-2-6995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3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0 152 10138 0 0,'10'-73'1531'0'0,"-7"58"370"0"0,0 1 1 0 0,11-28-1 0 0,-14 42-1800 0 0,0-1 1 0 0,1 1-1 0 0,-1 0 1 0 0,0-1-1 0 0,0 1 0 0 0,0 0 1 0 0,0-1-1 0 0,0 1 1 0 0,1 0-1 0 0,-1-1 0 0 0,0 1 1 0 0,0 0-1 0 0,0-1 1 0 0,1 1-1 0 0,-1 0 1 0 0,0-1-1 0 0,1 1 0 0 0,-1 0 1 0 0,0 0-1 0 0,0 0 1 0 0,1-1-1 0 0,-1 1 0 0 0,1 0 1 0 0,-1 0-1 0 0,0 0 1 0 0,1 0-1 0 0,-1-1 0 0 0,0 1 1 0 0,1 0-1 0 0,-1 0 1 0 0,1 0-1 0 0,-1 0 0 0 0,1 0 1 0 0,9 11 1149 0 0,4 24-920 0 0,-13-32-138 0 0,32 109 371 0 0,19 123 0 0 0,-30-123-403 0 0,28 143-2287 0 0,-44-221-5694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3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 16131 0 0,'2'-2'327'0'0,"1"-1"0"0"0,0 1 0 0 0,0 0 0 0 0,0 0 0 0 0,0 0-1 0 0,0 1 1 0 0,0-1 0 0 0,6-1 0 0 0,-8 3-245 0 0,0 0 0 0 0,0 0-1 0 0,0 0 1 0 0,0 0 0 0 0,0 0 0 0 0,0 0 0 0 0,0 0 0 0 0,0 0 0 0 0,0 1 0 0 0,0-1 0 0 0,0 0-1 0 0,0 1 1 0 0,0-1 0 0 0,0 1 0 0 0,0-1 0 0 0,-1 1 0 0 0,1-1 0 0 0,0 1 0 0 0,0 0 0 0 0,-1-1-1 0 0,1 1 1 0 0,0 0 0 0 0,-1 0 0 0 0,1 0 0 0 0,0-1 0 0 0,-1 1 0 0 0,1 0 0 0 0,-1 0 0 0 0,0 0-1 0 0,1 0 1 0 0,-1 0 0 0 0,0 0 0 0 0,1 0 0 0 0,-1 0 0 0 0,0 1 0 0 0,4 16 100 0 0,-2 0 0 0 0,0 0-1 0 0,-1 0 1 0 0,0 0 0 0 0,-2 1 0 0 0,0-1 0 0 0,-5 22 0 0 0,1 3-204 0 0,3-20-158 0 0,-1 7-387 0 0,1 1 0 0 0,4 56 0 0 0,0-70 567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3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43 10738 0 0,'-6'-16'232'0'0,"1"5"56"0"0,2 3 0 0 0,2 5 25 0 0,2 2-249 0 0,-1-1-64 0 0,0 1 0 0 0,0 4-128 0 0,0 8 31 0 0,2 5 1 0 0,2 10 96 0 0,1 6 0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4.5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21 10594 0 0,'-6'-7'595'0'0,"-8"-6"87"0"0,14 13-649 0 0,-1-1 0 0 0,1 1-1 0 0,-1 0 1 0 0,1 0 0 0 0,-1 0-1 0 0,1 0 1 0 0,0 0 0 0 0,-1 0-1 0 0,1 0 1 0 0,-1 0 0 0 0,1 0-1 0 0,0 0 1 0 0,-1 0 0 0 0,1 0-1 0 0,-1 1 1 0 0,1-1 0 0 0,0 0-1 0 0,-1 0 1 0 0,1 0 0 0 0,-1 0-1 0 0,1 1 1 0 0,0-1 0 0 0,-1 0-1 0 0,1 0 1 0 0,0 1 0 0 0,-1-1-1 0 0,1 0 1 0 0,0 1 0 0 0,0-1-1 0 0,-1 0 1 0 0,1 1 0 0 0,0-1-1 0 0,0 0 1 0 0,0 1 0 0 0,-1-1-1 0 0,1 1 1 0 0,0-1 0 0 0,0 0-1 0 0,0 1 1 0 0,0-1 0 0 0,0 1-1 0 0,0 0 1 0 0,-10 25 927 0 0,2 1 1 0 0,1 1-1 0 0,2-1 0 0 0,-4 44 0 0 0,4 113 1309 0 0,6-141-1925 0 0,2 0-1 0 0,2 0 1 0 0,15 64 0 0 0,-17-94-256 0 0,0-1-1 0 0,2 1 1 0 0,-1 0 0 0 0,2-1 0 0 0,0 0-1 0 0,0-1 1 0 0,1 1 0 0 0,0-1 0 0 0,1 0-1 0 0,0-1 1 0 0,1 0 0 0 0,0 0 0 0 0,1-1-1 0 0,0 0 1 0 0,18 13 0 0 0,-25-21-56 0 0,-1 1 1 0 0,0-1-1 0 0,1 0 1 0 0,-1 1-1 0 0,1-1 0 0 0,-1 0 1 0 0,1-1-1 0 0,-1 1 1 0 0,1 0-1 0 0,0-1 0 0 0,-1 1 1 0 0,1-1-1 0 0,0 0 1 0 0,0 0-1 0 0,-1 0 1 0 0,1 0-1 0 0,0 0 0 0 0,-1-1 1 0 0,1 1-1 0 0,5-3 1 0 0,-5 2-8 0 0,0-1 1 0 0,-1 0-1 0 0,1 0 1 0 0,0 0-1 0 0,-1-1 1 0 0,1 1-1 0 0,-1-1 1 0 0,0 1-1 0 0,0-1 1 0 0,0 0-1 0 0,0 0 1 0 0,0 0-1 0 0,0 0 1 0 0,1-4-1 0 0,1-5-21 0 0,0 0 0 0 0,0 0-1 0 0,-1 0 1 0 0,-1-1 0 0 0,0 1 0 0 0,-1-1 0 0 0,0-23 0 0 0,-2 25-102 0 0,0 0 0 0 0,0 0 0 0 0,-1 0 0 0 0,-1 0 1 0 0,0 0-1 0 0,-6-14 0 0 0,-12-8-6763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4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57 8290 0 0,'0'-1'139'0'0,"0"0"0"0"0,0 0 0 0 0,0 1 0 0 0,0-1 0 0 0,1 0 0 0 0,-1 0 0 0 0,0 1 0 0 0,1-1 0 0 0,-1 0 0 0 0,0 0 1 0 0,1 1-1 0 0,-1-1 0 0 0,1 0 0 0 0,-1 1 0 0 0,1-1 0 0 0,0 1 0 0 0,-1-1 0 0 0,1 1 0 0 0,-1-1 0 0 0,1 1 0 0 0,0-1 0 0 0,-1 1 0 0 0,1 0 0 0 0,0-1 1 0 0,0 1-1 0 0,-1 0 0 0 0,1-1 0 0 0,0 1 0 0 0,0 0 0 0 0,0 0 0 0 0,-1 0 0 0 0,1 0 0 0 0,0 0 0 0 0,0 0 0 0 0,0 0 0 0 0,-1 0 0 0 0,1 0 0 0 0,0 0 1 0 0,0 0-1 0 0,0 1 0 0 0,-1-1 0 0 0,2 1 0 0 0,3 0 462 0 0,-1 0 1 0 0,1 0 0 0 0,-1 0-1 0 0,0 1 1 0 0,0 0 0 0 0,6 2-1 0 0,1 5-159 0 0,1 1-1 0 0,-1 0 1 0 0,-1 0-1 0 0,0 1 1 0 0,0 1-1 0 0,-1 0 1 0 0,-1 0-1 0 0,14 25 1 0 0,-14-21-394 0 0,-1 0 0 0 0,0 0 0 0 0,-1 1 0 0 0,-1-1 0 0 0,0 1 0 0 0,-1 1 0 0 0,1 20 1 0 0,-4-37-41 0 0,-1 1 1 0 0,0-1 0 0 0,0 0 0 0 0,0 0 0 0 0,0 0 0 0 0,0 0 0 0 0,0 0 0 0 0,0 0-1 0 0,-1 0 1 0 0,1 0 0 0 0,0 0 0 0 0,0 0 0 0 0,-1 0 0 0 0,1 0 0 0 0,-1 0 0 0 0,1 0 0 0 0,-1 0-1 0 0,1 0 1 0 0,-2 1 0 0 0,2-2 7 0 0,-1 0-1 0 0,1 0 0 0 0,-1 0 1 0 0,1 1-1 0 0,-1-1 0 0 0,0 0 1 0 0,1 0-1 0 0,-1 0 0 0 0,1 0 1 0 0,-1 0-1 0 0,1 0 0 0 0,-1 0 1 0 0,0 0-1 0 0,1 0 0 0 0,-1 0 1 0 0,1 0-1 0 0,-1 0 0 0 0,0-1 1 0 0,1 1-1 0 0,-1 0 0 0 0,1 0 1 0 0,-1 0-1 0 0,1-1 0 0 0,-1 1 1 0 0,-2-2 32 0 0,0 0 0 0 0,1 0 1 0 0,-1 0-1 0 0,1 0 1 0 0,0 0-1 0 0,-1-1 0 0 0,1 1 1 0 0,0-1-1 0 0,0 1 0 0 0,1-1 1 0 0,-3-3-1 0 0,1-4-53 0 0,0 0 0 0 0,1 0-1 0 0,0-1 1 0 0,1 1 0 0 0,0 0 0 0 0,0-1-1 0 0,1 1 1 0 0,0-1 0 0 0,1 1 0 0 0,0 0-1 0 0,1-1 1 0 0,0 1 0 0 0,6-16 0 0 0,-3 11-475 0 0,0 1 1 0 0,1 0-1 0 0,1 0 1 0 0,0 1-1 0 0,1-1 1 0 0,0 2-1 0 0,1-1 1 0 0,17-18-1 0 0,-5 11-6685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5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3 1840 0 0,'34'20'774'0'0,"-31"-19"-197"0"0,1 1 1 0 0,0-1 0 0 0,-1 0-1 0 0,1 0 1 0 0,0 0 0 0 0,0-1-1 0 0,10-2 2236 0 0,-20-5-1723 0 0,-9-4 211 0 0,13 10-1095 0 0,0 0 1 0 0,-1-1-1 0 0,1 1 0 0 0,-1 0 0 0 0,1 1 0 0 0,0-1 0 0 0,-1 0 1 0 0,1 1-1 0 0,-1-1 0 0 0,0 1 0 0 0,1 0 0 0 0,-1 0 0 0 0,1 0 1 0 0,-1 0-1 0 0,1 0 0 0 0,-1 1 0 0 0,0-1 0 0 0,1 1 0 0 0,-1 0 1 0 0,-3 1-1 0 0,2 0-59 0 0,1 0 0 0 0,-1 1 1 0 0,1 0-1 0 0,-1-1 1 0 0,1 1-1 0 0,0 0 0 0 0,0 1 1 0 0,0-1-1 0 0,1 0 1 0 0,-1 1-1 0 0,-2 5 0 0 0,-2 4-4 0 0,0 1-1 0 0,1 1 0 0 0,1-1 0 0 0,0 1 0 0 0,-4 29 0 0 0,8-37-99 0 0,0 0 0 0 0,0-1 0 0 0,1 1-1 0 0,1-1 1 0 0,-1 1 0 0 0,1-1 0 0 0,0 1 0 0 0,0-1 0 0 0,1 1 0 0 0,-1-1-1 0 0,2 0 1 0 0,-1 0 0 0 0,6 11 0 0 0,-7-15-103 0 0,1 0 0 0 0,0 0 0 0 0,-1 1 0 0 0,1-1-1 0 0,0 0 1 0 0,0-1 0 0 0,0 1 0 0 0,1 0 0 0 0,-1-1 0 0 0,0 1 0 0 0,1-1 0 0 0,-1 1-1 0 0,1-1 1 0 0,-1 0 0 0 0,1 0 0 0 0,-1 0 0 0 0,1-1 0 0 0,0 1 0 0 0,0-1 0 0 0,-1 1-1 0 0,1-1 1 0 0,0 0 0 0 0,0 0 0 0 0,-1 0 0 0 0,1 0 0 0 0,0-1 0 0 0,0 1 0 0 0,-1-1-1 0 0,1 1 1 0 0,0-1 0 0 0,-1 0 0 0 0,1 0 0 0 0,-1 0 0 0 0,5-3 0 0 0,-1 1-194 0 0,-1-1 0 0 0,1 1 0 0 0,-1-1 0 0 0,0 0 0 0 0,0 0 0 0 0,0 0 1 0 0,-1-1-1 0 0,0 0 0 0 0,5-5 0 0 0,29-53-1192 0 0,-34 54 1455 0 0,1 0 0 0 0,0-1-1 0 0,0 2 1 0 0,1-1 0 0 0,0 1-1 0 0,0 0 1 0 0,1 0 0 0 0,0 1-1 0 0,1 0 1 0 0,15-12 0 0 0,-21 18 6 0 0,-1 0 0 0 0,0 0 0 0 0,1 0 1 0 0,-1 1-1 0 0,1-1 0 0 0,-1 1 0 0 0,1-1 0 0 0,-1 1 0 0 0,1 0 1 0 0,-1-1-1 0 0,1 1 0 0 0,-1 0 0 0 0,1 0 0 0 0,0 0 0 0 0,-1 0 1 0 0,1 1-1 0 0,-1-1 0 0 0,1 0 0 0 0,-1 1 0 0 0,1-1 0 0 0,-1 0 1 0 0,3 2-1 0 0,-2 0 46 0 0,1-1-1 0 0,-1 1 1 0 0,0 0 0 0 0,0 0 0 0 0,0 0 0 0 0,0 0 0 0 0,-1 1-1 0 0,1-1 1 0 0,0 0 0 0 0,-1 1 0 0 0,2 4 0 0 0,3 6 335 0 0,-2 1 0 0 0,0 0-1 0 0,4 27 1 0 0,-7-36-302 0 0,7 42 538 0 0,0 8-721 0 0,0-19-3945 0 0,1-7-1400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5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 10594 0 0,'5'-20'416'0'0,"-5"20"-395"0"0,0 0 0 0 0,0 0 1 0 0,1 0-1 0 0,-1-1 0 0 0,0 1 1 0 0,0 0-1 0 0,0 0 0 0 0,0 0 1 0 0,0 0-1 0 0,0-1 0 0 0,1 1 1 0 0,-1 0-1 0 0,0 0 0 0 0,0 0 0 0 0,0 0 1 0 0,1 0-1 0 0,-1 0 0 0 0,0-1 1 0 0,0 1-1 0 0,0 0 0 0 0,1 0 1 0 0,-1 0-1 0 0,0 0 0 0 0,0 0 1 0 0,0 0-1 0 0,1 0 0 0 0,-1 0 0 0 0,0 0 1 0 0,0 0-1 0 0,1 0 0 0 0,-1 0 1 0 0,0 0-1 0 0,0 0 0 0 0,0 0 1 0 0,1 0-1 0 0,-1 0 0 0 0,0 1 0 0 0,3 1 299 0 0,-1 0 0 0 0,0 1 0 0 0,1-1 0 0 0,-1 1 0 0 0,0 0 0 0 0,-1 0 0 0 0,1 0 0 0 0,1 3 0 0 0,8 15 855 0 0,-2 1 0 0 0,-1 0 1 0 0,0 1-1 0 0,7 37 0 0 0,8 99 370 0 0,-14-89-1060 0 0,9 67-101 0 0,21 141-2498 0 0,-33-245-5398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5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52 5985 0 0,'-1'-1'41'0'0,"1"1"-1"0"0,0 0 0 0 0,0-1 1 0 0,0 1-1 0 0,-1-1 1 0 0,1 1-1 0 0,0 0 0 0 0,0-1 1 0 0,0 1-1 0 0,0-1 1 0 0,0 1-1 0 0,0-1 0 0 0,0 1 1 0 0,0 0-1 0 0,0-1 0 0 0,0 1 1 0 0,0-1-1 0 0,0 1 1 0 0,0-1-1 0 0,0 1 0 0 0,0 0 1 0 0,0-1-1 0 0,0 1 1 0 0,1-1-1 0 0,-1 1 0 0 0,0 0 1 0 0,0-1-1 0 0,0 1 0 0 0,1 0 1 0 0,-1-1-1 0 0,1 0 1 0 0,16-9 2032 0 0,27-2 1564 0 0,-38 10-3358 0 0,25-3 41 0 0,-1 1 0 0 0,1 1 0 0 0,-1 2 0 0 0,1 0 0 0 0,0 3 0 0 0,-1 0 0 0 0,44 10 0 0 0,-5-5-305 0 0,-38-6 58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5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9674 0 0,'5'77'8108'0'0,"15"41"-4484"0"0,-15-90-3240 0 0,9 22-2183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5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64 9674 0 0,'-3'-14'864'0'0,"2"4"-696"0"0,-1 4-168 0 0,0 4 496 0 0,-1-1 65 0 0,0-4 15 0 0,-3-2 0 0 0,-1 0-192 0 0,-2 6-40 0 0,1 7-8 0 0,2 7 0 0 0,2 7-1512 0 0,2 6-297 0 0,5 5-63 0 0,0 1-16 0 0,-1 2 1192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6.3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171 22 6913 0 0,'-3'-2'170'0'0,"0"-1"0"0"0,-1 1-1 0 0,1 0 1 0 0,0 0-1 0 0,-1 0 1 0 0,1 1-1 0 0,-1-1 1 0 0,0 1-1 0 0,0 0 1 0 0,1 0-1 0 0,-1 0 1 0 0,0 0 0 0 0,0 1-1 0 0,0 0 1 0 0,-5 0-1 0 0,6 0 108 0 0,0 1 0 0 0,0 0 1 0 0,0 0-1 0 0,0 1 0 0 0,0-1 0 0 0,1 1 0 0 0,-1-1 0 0 0,0 1 0 0 0,1 0 1 0 0,0 0-1 0 0,-1 0 0 0 0,1 0 0 0 0,0 0 0 0 0,0 0 0 0 0,0 1 0 0 0,0-1 0 0 0,1 1 1 0 0,-1 0-1 0 0,1-1 0 0 0,-2 5 0 0 0,-8 17 306 0 0,1 0 0 0 0,2 0 1 0 0,0 1-1 0 0,2 0 0 0 0,0 1 0 0 0,2-1 0 0 0,1 1 1 0 0,1 0-1 0 0,3 48 0 0 0,0-64-571 0 0,1-1 0 0 0,0 0-1 0 0,1 0 1 0 0,0 0 0 0 0,0-1 0 0 0,1 1 0 0 0,0-1 0 0 0,0 1-1 0 0,1-1 1 0 0,0-1 0 0 0,1 1 0 0 0,0-1 0 0 0,0 0 0 0 0,8 8-1 0 0,-10-12-17 0 0,-1 1 0 0 0,1-1 0 0 0,0 0-1 0 0,0-1 1 0 0,0 1 0 0 0,0 0 0 0 0,0-1-1 0 0,0 0 1 0 0,1 0 0 0 0,-1 0 0 0 0,1-1-1 0 0,0 0 1 0 0,-1 0 0 0 0,1 0-1 0 0,0 0 1 0 0,0-1 0 0 0,0 1 0 0 0,-1-1-1 0 0,1 0 1 0 0,0-1 0 0 0,0 1 0 0 0,0-1-1 0 0,-1 0 1 0 0,1 0 0 0 0,0-1 0 0 0,-1 1-1 0 0,1-1 1 0 0,8-5 0 0 0,-9 4 45 0 0,0-1 0 0 0,0 1 0 0 0,0-1 0 0 0,0 0 1 0 0,0-1-1 0 0,-1 1 0 0 0,0 0 0 0 0,0-1 0 0 0,0 0 0 0 0,0 0 0 0 0,-1 0 0 0 0,0 0 1 0 0,0 0-1 0 0,0 0 0 0 0,-1-1 0 0 0,0 1 0 0 0,0-1 0 0 0,0 1 0 0 0,0-8 1 0 0,0-4 61 0 0,-1 0 1 0 0,0 0 0 0 0,-1 0 0 0 0,-1 0 0 0 0,-5-16 0 0 0,3 14 87 0 0,-1 0 1 0 0,-1 0-1 0 0,-11-20 1 0 0,-9-5-1458 0 0,21 38 4 0 0,1 1 0 0 0,-1-1-1 0 0,0 1 1 0 0,-11-8 0 0 0,0 3-5555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6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4609 0 0,'9'-3'576'0'0,"0"1"0"0"0,1 0 0 0 0,-1 0 0 0 0,0 1 0 0 0,1 0 0 0 0,-1 1 0 0 0,1 0 1 0 0,-1 0-1 0 0,1 1 0 0 0,-1 1 0 0 0,0-1 0 0 0,11 5 0 0 0,-14-4-391 0 0,0 0 1 0 0,0 1-1 0 0,0 0 0 0 0,-1 0 1 0 0,1 1-1 0 0,-1-1 0 0 0,0 1 1 0 0,0 1-1 0 0,0-1 0 0 0,-1 0 1 0 0,1 1-1 0 0,-1 0 0 0 0,0 0 1 0 0,-1 1-1 0 0,1-1 0 0 0,-1 1 1 0 0,0-1-1 0 0,4 11 0 0 0,-6-14-132 0 0,2 5 106 0 0,-1-1 0 0 0,1 1 0 0 0,-1 0-1 0 0,0 0 1 0 0,0 0 0 0 0,-1 0 0 0 0,0 0 0 0 0,0 0 0 0 0,-1 0 0 0 0,-1 14 0 0 0,-4-49 1588 0 0,7 5-1638 0 0,1 1 0 0 0,0-1 1 0 0,2 1-1 0 0,0-1 1 0 0,2 1-1 0 0,0 1 0 0 0,2 0 1 0 0,0 0-1 0 0,1 0 0 0 0,1 1 1 0 0,1 1-1 0 0,21-27 0 0 0,-30 44-81 0 0,-1-1 1 0 0,1 0-1 0 0,0 1 0 0 0,-1-1 0 0 0,1 1 0 0 0,1 0 0 0 0,-1 0 0 0 0,0 0 0 0 0,0 0 0 0 0,1 0 0 0 0,-1 1 0 0 0,1 0 0 0 0,-1 0 0 0 0,1 0 0 0 0,0 0 0 0 0,-1 0 0 0 0,1 1 0 0 0,5-1 0 0 0,-5 2 43 0 0,-1-1 0 0 0,0 1-1 0 0,1 0 1 0 0,-1 0 0 0 0,0 0-1 0 0,0 0 1 0 0,1 1 0 0 0,-1 0-1 0 0,0-1 1 0 0,0 1-1 0 0,-1 0 1 0 0,1 0 0 0 0,0 0-1 0 0,-1 1 1 0 0,1-1 0 0 0,-1 1-1 0 0,0 0 1 0 0,1-1 0 0 0,-1 1-1 0 0,1 4 1 0 0,11 17 222 0 0,-2 1 0 0 0,-1 0-1 0 0,15 49 1 0 0,-17-43-283 0 0,2-2 0 0 0,21 42-1 0 0,-14-39-1657 0 0,0-1-6290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7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 13363 0 0,'-6'-1'2408'0'0,"6"-1"-1880"0"0,-1 2 1 0 0,-1 0-337 0 0,1 0-72 0 0,2 0 88 0 0,25 11-2977 0 0,-20-1 1753 0 0,-1 5 872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7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11522 0 0,'-3'4'1025'0'0,"2"-2"-825"0"0,1 1-200 0 0,0-1 0 0 0,0-1 224 0 0,0 1 240 0 0,0-1-232 0 0,0 2-744 0 0,3 0-144 0 0,1 0-32 0 0,-1 0-9 0 0,-4 0 529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18348 0 0,'3'-2'1862'0'0,"2"8"-1505"0"0,5 9 124 0 0,-3 0-287 0 0,-2 0 0 0 0,0 0 0 0 0,0 1 0 0 0,-2-1 0 0 0,0 1 0 0 0,2 29 0 0 0,-4 99 971 0 0,-2-128-1147 0 0,-2 70-135 0 0,-2 196-1391 0 0,8-212 949 0 0,2-1 0 0 0,16 75 0 0 0,-19-137 268 0 0,4 18-355 0 0,-2 1 0 0 0,0 0 0 0 0,-1 36 0 0 0,-5-44 646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8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0 199 11058 0 0,'0'-4'985'0'0,"3"-1"-793"0"0,2 2-192 0 0,1 0 0 0 0,2 0 608 0 0,1 0 88 0 0,6-4 8 0 0,10-5 8 0 0,10-5-312 0 0,7-1-64 0 0,1-2-16 0 0,1 2 0 0 0,-2 0-1160 0 0,2 0-240 0 0,2 1-40 0 0,-3 1-16 0 0,-6-1 912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9.0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1824 0 0,'6'34'497'0'0,"0"46"-1"0"0,-6-60 91 0 0,1 0 1 0 0,0-1-1 0 0,2 1 1 0 0,0-1-1 0 0,1 1 1 0 0,2-1-1 0 0,-1-1 1 0 0,13 26-1 0 0,-17-42-492 0 0,-1 0 0 0 0,1 0 0 0 0,0 0 0 0 0,0 0 0 0 0,0-1 0 0 0,1 1 0 0 0,-1 0 0 0 0,0-1 0 0 0,1 1 0 0 0,-1-1 0 0 0,1 1 0 0 0,-1-1 0 0 0,1 0 0 0 0,0 1 0 0 0,-1-1 0 0 0,1 0 0 0 0,0 0 0 0 0,0 0 0 0 0,0-1 0 0 0,0 1-1 0 0,0 0 1 0 0,0-1 0 0 0,0 1 0 0 0,0-1 0 0 0,0 0 0 0 0,0 0 0 0 0,0 1 0 0 0,0-2 0 0 0,0 1 0 0 0,0 0 0 0 0,0 0 0 0 0,0 0 0 0 0,1-1 0 0 0,-1 1 0 0 0,0-1 0 0 0,-1 0 0 0 0,1 0 0 0 0,0 0 0 0 0,0 1 0 0 0,0-2 0 0 0,0 1 0 0 0,-1 0-1 0 0,1 0 1 0 0,0 0 0 0 0,1-3 0 0 0,8-5 176 0 0,-2-1-1 0 0,0 0 0 0 0,0 0 0 0 0,0-1 0 0 0,11-19 1 0 0,24-54 312 0 0,12-17 357 0 0,-49 90-556 0 0,0 0-1 0 0,1 1 1 0 0,1 0 0 0 0,0 1-1 0 0,0 0 1 0 0,18-14 0 0 0,-24 21-287 0 0,0 0 0 0 0,1-1 0 0 0,-1 2 1 0 0,0-1-1 0 0,1 0 0 0 0,-1 1 0 0 0,1-1 0 0 0,0 1 1 0 0,-1 0-1 0 0,1 0 0 0 0,0 1 0 0 0,0-1 1 0 0,-1 1-1 0 0,1-1 0 0 0,0 1 0 0 0,0 1 1 0 0,0-1-1 0 0,0 0 0 0 0,-1 1 0 0 0,1 0 1 0 0,0 0-1 0 0,0 0 0 0 0,-1 0 0 0 0,1 1 0 0 0,-1-1 1 0 0,1 1-1 0 0,-1 0 0 0 0,4 3 0 0 0,-1-1 10 0 0,0 1 0 0 0,-1 1 0 0 0,0-1 0 0 0,0 1 0 0 0,0 0-1 0 0,-1 0 1 0 0,1 1 0 0 0,-1-1 0 0 0,-1 1 0 0 0,1 0 0 0 0,-1 0-1 0 0,-1 0 1 0 0,3 10 0 0 0,5 25 23 0 0,4 60-1 0 0,6 25-3786 0 0,-15-106-3368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3:59.9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25 10594 0 0,'1'0'117'0'0,"-1"-1"0"0"0,0 0 0 0 0,1 1 0 0 0,-1-1 0 0 0,0 0 0 0 0,0 0 0 0 0,0 1 0 0 0,0-1 0 0 0,0 0 0 0 0,0 0 0 0 0,0 1 0 0 0,0-1 0 0 0,0 0 0 0 0,0 0 0 0 0,0 1 0 0 0,-1-1 0 0 0,1 0 0 0 0,0 0 0 0 0,0 1 0 0 0,-1-1 0 0 0,1 0 0 0 0,-1 1 0 0 0,1-1 0 0 0,0 0-1 0 0,-1 1 1 0 0,1-1 0 0 0,-1 1 0 0 0,1-1 0 0 0,-1 1 0 0 0,0-1 0 0 0,1 1 0 0 0,-1-1 0 0 0,1 1 0 0 0,-1-1 0 0 0,0 1 0 0 0,0 0 0 0 0,1 0 0 0 0,-1-1 0 0 0,0 1 0 0 0,1 0 0 0 0,-1 0 0 0 0,0 0 0 0 0,0-1 0 0 0,1 1 0 0 0,-1 0 0 0 0,0 0 0 0 0,0 0 0 0 0,0 1 0 0 0,-1-1 0 0 0,-1 0 88 0 0,0 0 0 0 0,-1 0 0 0 0,1 1 0 0 0,-1-1 0 0 0,1 1 0 0 0,0 0-1 0 0,0 0 1 0 0,-1 0 0 0 0,1 0 0 0 0,-4 3 0 0 0,-2 3-113 0 0,0 1 0 0 0,1 0 0 0 0,0 1 1 0 0,0 0-1 0 0,1 0 0 0 0,0 0 0 0 0,0 1 0 0 0,1 0 0 0 0,1 1 0 0 0,-5 11 0 0 0,0 1-43 0 0,2 1 1 0 0,0 0 0 0 0,-7 40-1 0 0,14-52-50 0 0,-1 0-1 0 0,1 0 0 0 0,1 0 1 0 0,2 21-1 0 0,-2-30 2 0 0,0 1 0 0 0,1-1-1 0 0,-1 0 1 0 0,1 0 0 0 0,0 0-1 0 0,0 0 1 0 0,0 1-1 0 0,0-1 1 0 0,1-1 0 0 0,-1 1-1 0 0,1 0 1 0 0,-1 0 0 0 0,1 0-1 0 0,0-1 1 0 0,0 1 0 0 0,0-1-1 0 0,1 0 1 0 0,-1 1 0 0 0,1-1-1 0 0,-1 0 1 0 0,1 0 0 0 0,4 2-1 0 0,-5-4 16 0 0,1 1-1 0 0,0-1 1 0 0,0 0-1 0 0,-1 0 1 0 0,1 0-1 0 0,0 0 1 0 0,0 0-1 0 0,-1-1 1 0 0,1 1-1 0 0,0-1 1 0 0,-1 0-1 0 0,1 0 1 0 0,-1 0-1 0 0,1 0 1 0 0,-1 0-1 0 0,1 0 1 0 0,-1-1-1 0 0,0 1 1 0 0,1-1-1 0 0,-1 0 1 0 0,0 1-1 0 0,0-1 1 0 0,0 0-1 0 0,-1 0 1 0 0,1 0-1 0 0,1-3 1 0 0,6-6 93 0 0,0 0 1 0 0,-2-1-1 0 0,12-21 1 0 0,-6 3 36 0 0,12-39 0 0 0,-19 48 85 0 0,1 2-1 0 0,0-1 0 0 0,2 1 1 0 0,0 0-1 0 0,22-32 1 0 0,-30 49-159 0 0,1 0 0 0 0,-1 0 0 0 0,1 1 0 0 0,0-1 0 0 0,-1 0 1 0 0,1 1-1 0 0,0-1 0 0 0,0 1 0 0 0,0 0 0 0 0,4-2 0 0 0,-6 3-52 0 0,1-1 0 0 0,0 1 0 0 0,0 0 0 0 0,0 0-1 0 0,0 0 1 0 0,0 0 0 0 0,-1 0 0 0 0,1 0 0 0 0,0 0 0 0 0,0 0 0 0 0,0 0 0 0 0,0 0-1 0 0,0 0 1 0 0,0 0 0 0 0,-1 1 0 0 0,1-1 0 0 0,0 0 0 0 0,0 1 0 0 0,0-1-1 0 0,0 1 1 0 0,2 2 15 0 0,1 0 0 0 0,-2 1-1 0 0,1-1 1 0 0,0 0-1 0 0,-1 1 1 0 0,1 0 0 0 0,-1 0-1 0 0,0 0 1 0 0,0 0 0 0 0,1 4-1 0 0,22 56 287 0 0,-10-24-495 0 0,28 52-1 0 0,-25-64-129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0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2 12899 0 0,'-3'0'300'0'0,"-1"-1"1"0"0,1 1-1 0 0,-1 0 0 0 0,0 0 1 0 0,1 0-1 0 0,-1 0 1 0 0,1 0-1 0 0,-1 1 0 0 0,0 0 1 0 0,1 0-1 0 0,0 0 0 0 0,-1 0 1 0 0,1 0-1 0 0,-1 1 1 0 0,-5 3-1 0 0,-1 1 43 0 0,0 0 0 0 0,0 1-1 0 0,-12 11 1 0 0,12-8-224 0 0,1 0-1 0 0,0 1 1 0 0,0 0-1 0 0,1 0 1 0 0,1 0-1 0 0,0 1 1 0 0,0 0-1 0 0,1 1 1 0 0,1 0-1 0 0,0-1 1 0 0,1 2 0 0 0,0-1-1 0 0,1 0 1 0 0,0 1-1 0 0,1 0 1 0 0,1-1-1 0 0,0 26 1 0 0,2-27-78 0 0,0 0 1 0 0,0 0 0 0 0,1 0-1 0 0,1 0 1 0 0,0 0-1 0 0,0 0 1 0 0,1-1 0 0 0,1 0-1 0 0,0 1 1 0 0,1-2-1 0 0,0 1 1 0 0,0-1 0 0 0,1 0-1 0 0,0 0 1 0 0,1 0-1 0 0,0-1 1 0 0,1-1 0 0 0,0 1-1 0 0,0-2 1 0 0,14 10-1 0 0,5 0-1644 0 0,2-3-5746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0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137 20 8754 0 0,'-5'1'130'0'0,"0"0"0"0"0,1 0 0 0 0,-1 1 0 0 0,0 0 1 0 0,1 0-1 0 0,0 0 0 0 0,-1 0 0 0 0,1 1 0 0 0,0-1 0 0 0,0 1 0 0 0,-7 6 0 0 0,4-1 113 0 0,1-1-1 0 0,0 1 0 0 0,0 0 1 0 0,1 0-1 0 0,-5 10 0 0 0,4-7 138 0 0,1 0 0 0 0,0 1 0 0 0,1 0 0 0 0,0 0 0 0 0,0 0 0 0 0,1 0 0 0 0,1 1-1 0 0,0-1 1 0 0,1 1 0 0 0,0 17 0 0 0,2-23-217 0 0,-1 1 0 0 0,1-1 1 0 0,1 0-1 0 0,0 1 0 0 0,0-1 0 0 0,0 0 0 0 0,1 0 0 0 0,-1-1 0 0 0,2 1 0 0 0,-1 0 1 0 0,1-1-1 0 0,0 0 0 0 0,0 0 0 0 0,1 0 0 0 0,0-1 0 0 0,0 1 0 0 0,0-1 1 0 0,1 0-1 0 0,6 5 0 0 0,-1-3-6 0 0,0-1 1 0 0,0 0 0 0 0,0-1-1 0 0,0 0 1 0 0,1 0-1 0 0,0-1 1 0 0,0-1 0 0 0,0 0-1 0 0,1-1 1 0 0,15 2-1 0 0,-23-4-131 0 0,0 0-1 0 0,0 0 1 0 0,-1-1-1 0 0,1 1 1 0 0,0-1-1 0 0,0 0 1 0 0,-1 0-1 0 0,1-1 1 0 0,-1 1-1 0 0,1-1 1 0 0,-1 0-1 0 0,8-5 1 0 0,-9 5-15 0 0,0-1 0 0 0,0 0 0 0 0,0 1 0 0 0,-1-1 0 0 0,1 0 0 0 0,-1 0 0 0 0,0-1 0 0 0,0 1 0 0 0,0 0 0 0 0,0-1 0 0 0,-1 0 0 0 0,1 1 0 0 0,-1-1 0 0 0,0 0 0 0 0,0 1 0 0 0,0-1 0 0 0,-1 0 0 0 0,1-5 0 0 0,-1-7-17 0 0,0 0-1 0 0,-1 0 1 0 0,0 0 0 0 0,-1 0 0 0 0,-1 0 0 0 0,-1 0 0 0 0,-7-21 0 0 0,2 13-389 0 0,-1 0 0 0 0,-1 1 0 0 0,-26-42 0 0 0,32 57-192 0 0,-1 0-1 0 0,0 0 0 0 0,0 0 1 0 0,-1 1-1 0 0,-15-13 0 0 0,6 10-699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1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0 168 8322 0 0,'8'-4'260'0'0,"0"0"1"0"0,0 0 0 0 0,0 1-1 0 0,0 0 1 0 0,0 0-1 0 0,1 1 1 0 0,0 1 0 0 0,-1-1-1 0 0,1 1 1 0 0,0 0-1 0 0,10 1 1 0 0,-15 1 6 0 0,1-1 1 0 0,-1 1-1 0 0,0 0 0 0 0,0 0 0 0 0,0 0 1 0 0,0 1-1 0 0,0-1 0 0 0,-1 1 1 0 0,1 0-1 0 0,0 0 0 0 0,-1 0 0 0 0,1 0 1 0 0,-1 1-1 0 0,0 0 0 0 0,0-1 1 0 0,0 1-1 0 0,0 0 0 0 0,0 1 1 0 0,-1-1-1 0 0,1 0 0 0 0,-1 1 0 0 0,0-1 1 0 0,0 1-1 0 0,0 0 0 0 0,1 5 1 0 0,1 3 206 0 0,-1 0 1 0 0,3 23-1 0 0,6 19-132 0 0,-12-54-342 0 0,0 0 0 0 0,0 0 1 0 0,0 0-1 0 0,0 0 0 0 0,0 0 0 0 0,0 0 0 0 0,0 1 0 0 0,0-1 0 0 0,0 0 0 0 0,0 0 0 0 0,0 0 0 0 0,0 0 0 0 0,0 0 0 0 0,0 0 1 0 0,0 1-1 0 0,0-1 0 0 0,0 0 0 0 0,0 0 0 0 0,0 0 0 0 0,1 0 0 0 0,-1 0 0 0 0,0 0 0 0 0,0 0 0 0 0,0 0 0 0 0,0 1 0 0 0,0-1 1 0 0,0 0-1 0 0,0 0 0 0 0,1 0 0 0 0,-1 0 0 0 0,0 0 0 0 0,0 0 0 0 0,0 0 0 0 0,0 0 0 0 0,0 0 0 0 0,0 0 0 0 0,1 0 1 0 0,-1 0-1 0 0,0 0 0 0 0,0 0 0 0 0,0 0 0 0 0,0 0 0 0 0,0 0 0 0 0,1 0 0 0 0,-1 0 0 0 0,0 0 0 0 0,0 0 0 0 0,0 0 0 0 0,0 0 1 0 0,0 0-1 0 0,0-1 0 0 0,0 1 0 0 0,1 0 0 0 0,-1 0 0 0 0,0 0 0 0 0,7-10-44 0 0,2-13-85 0 0,10-37 93 0 0,22-58-18 0 0,-37 108 118 0 0,1 0 1 0 0,0 0-1 0 0,0 1 0 0 0,1 0 0 0 0,1 0 1 0 0,-1 1-1 0 0,1 0 0 0 0,16-14 0 0 0,-22 20-22 0 0,1 1-1 0 0,0-1 0 0 0,-1 1 0 0 0,1 0 0 0 0,0 0 0 0 0,0 0 0 0 0,0 0 0 0 0,0 0 1 0 0,0 0-1 0 0,0 1 0 0 0,0-1 0 0 0,0 0 0 0 0,0 1 0 0 0,0 0 0 0 0,0-1 1 0 0,0 1-1 0 0,0 0 0 0 0,0 0 0 0 0,0 0 0 0 0,1 1 0 0 0,3 0 0 0 0,-4 0 11 0 0,1 0 0 0 0,-1 1 1 0 0,1-1-1 0 0,-1 1 0 0 0,0 0 0 0 0,0 0 0 0 0,0-1 0 0 0,0 1 0 0 0,0 1 0 0 0,0-1 0 0 0,0 0 0 0 0,-1 0 0 0 0,1 1 0 0 0,1 2 0 0 0,3 9 100 0 0,0 1 0 0 0,-1-1 1 0 0,-1 1-1 0 0,5 24 1 0 0,-8-35-177 0 0,5 27-539 0 0,1 1-1 0 0,12 31 1 0 0,-10-40-7052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1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 6913 0 0,'11'-25'5854'0'0,"-3"39"-2260"0"0,2 16-996 0 0,7 34-1 0 0,9 85-1306 0 0,-18-93-798 0 0,34 279-24 0 0,-34-190-7558 0 0,-6-108-101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1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1 144 15091 0 0,'1'-7'328'0'0,"2"1"72"0"0,0 1 16 0 0,0 2 9 0 0,-1 2-337 0 0,1-2-88 0 0,3-3 0 0 0,4-5 0 0 0,6-4 832 0 0,0 0 144 0 0,4 0 32 0 0,-2 3 8 0 0,2 0-1016 0 0,-2 1-320 0 0,-2 3-8 0 0,4 2 0 0 0,3 2 232 0 0,-7 1 96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1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6913 0 0,'0'3'178'0'0,"1"0"-1"0"0,0 0 0 0 0,-1-1 0 0 0,1 1 0 0 0,0 0 0 0 0,0-1 0 0 0,1 1 0 0 0,-1-1 0 0 0,0 0 1 0 0,1 1-1 0 0,0-1 0 0 0,-1 0 0 0 0,1 0 0 0 0,2 2 0 0 0,33 29 3344 0 0,-29-26-2702 0 0,35 25 2403 0 0,15 14 1239 0 0,-65-53-4144 0 0,0-1 1 0 0,1 0 0 0 0,0 0-1 0 0,1-1 1 0 0,-1 1 0 0 0,2-1-1 0 0,-1 0 1 0 0,-3-11-1 0 0,6 13-501 0 0,0 0-1 0 0,0 0 1 0 0,1 0-1 0 0,0 0 0 0 0,0-11 1 0 0,1 13-587 0 0,0-1 0 0 0,1 1 1 0 0,-1 0-1 0 0,1-1 0 0 0,1 1 1 0 0,-1 0-1 0 0,5-10 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1.9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1 3225 0 0,'-30'11'8799'0'0,"-10"10"-5757"0"0,36-16-2809 0 0,0-1 1 0 0,-1 1-1 0 0,1 0 0 0 0,1 0 1 0 0,-1 1-1 0 0,1-1 1 0 0,0 1-1 0 0,0 0 0 0 0,1 0 1 0 0,-1 0-1 0 0,1 0 0 0 0,1 0 1 0 0,-1 0-1 0 0,1 0 1 0 0,0 1-1 0 0,1-1 0 0 0,-1 8 1 0 0,1-11-125 0 0,0 1 0 0 0,0-1 1 0 0,1 0-1 0 0,-1 1 0 0 0,1-1 1 0 0,0 0-1 0 0,0 0 0 0 0,0 1 1 0 0,0-1-1 0 0,0 0 0 0 0,1 0 1 0 0,-1 0-1 0 0,1 0 0 0 0,0-1 1 0 0,0 1-1 0 0,0 0 0 0 0,0-1 1 0 0,0 1-1 0 0,1-1 0 0 0,-1 0 0 0 0,1 0 1 0 0,0 0-1 0 0,-1 0 0 0 0,1 0 1 0 0,0 0-1 0 0,0-1 0 0 0,0 0 1 0 0,0 1-1 0 0,1-1 0 0 0,-1 0 1 0 0,0 0-1 0 0,0-1 0 0 0,1 1 1 0 0,3-1-1 0 0,-2 1-129 0 0,0-1 0 0 0,-1-1 0 0 0,1 1 0 0 0,0-1 0 0 0,-1 0 0 0 0,1 0 1 0 0,-1 0-1 0 0,1 0 0 0 0,-1-1 0 0 0,1 0 0 0 0,-1 0 0 0 0,0 0 0 0 0,0 0 0 0 0,0-1 0 0 0,0 0 0 0 0,-1 0 0 0 0,1 0 1 0 0,-1 0-1 0 0,1 0 0 0 0,-1-1 0 0 0,0 1 0 0 0,0-1 0 0 0,-1 0 0 0 0,1 0 0 0 0,-1 0 0 0 0,0 0 0 0 0,0 0 0 0 0,3-9 1 0 0,-3 9-21 0 0,-1 0 0 0 0,1-1 0 0 0,-1 0 1 0 0,0 1-1 0 0,0-1 0 0 0,-1 0 1 0 0,1 1-1 0 0,-1-1 0 0 0,0 0 1 0 0,-1 0-1 0 0,1 0 0 0 0,-1 1 1 0 0,1-1-1 0 0,-2 0 0 0 0,1 1 1 0 0,0-1-1 0 0,-1 1 0 0 0,0-1 0 0 0,0 1 1 0 0,0 0-1 0 0,0 0 0 0 0,-1 0 1 0 0,0 0-1 0 0,0 0 0 0 0,0 0 1 0 0,0 1-1 0 0,0-1 0 0 0,-6-3 1 0 0,7 6-77 0 0,-1-1 1 0 0,1 1 0 0 0,-1 0-1 0 0,0-1 1 0 0,0 1 0 0 0,0 1 0 0 0,0-1-1 0 0,0 0 1 0 0,0 1 0 0 0,0-1-1 0 0,0 1 1 0 0,0 0 0 0 0,0 0-1 0 0,0 0 1 0 0,0 0 0 0 0,0 1 0 0 0,0-1-1 0 0,0 1 1 0 0,-3 1 0 0 0,-9 3-668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2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4 9674 0 0,'0'0'38'0'0,"0"-1"0"0"0,0 1 0 0 0,0 0 0 0 0,-1 0 0 0 0,1 0 0 0 0,0-1 0 0 0,0 1-1 0 0,0 0 1 0 0,-1 0 0 0 0,1 0 0 0 0,0 0 0 0 0,0 0 0 0 0,0-1 0 0 0,-1 1 0 0 0,1 0 0 0 0,0 0 0 0 0,0 0 0 0 0,0 0 0 0 0,-1 0 0 0 0,1 0-1 0 0,0 0 1 0 0,0 0 0 0 0,-1 0 0 0 0,1 0 0 0 0,0 0 0 0 0,0 0 0 0 0,-1 0 0 0 0,1 0 0 0 0,0 0 0 0 0,0 0 0 0 0,0 0 0 0 0,-1 0-1 0 0,1 0 1 0 0,0 1 0 0 0,0-1 0 0 0,0 0 0 0 0,-1 0 0 0 0,1 0 0 0 0,0 0 0 0 0,0 0 0 0 0,-1 1 0 0 0,-4 12 2020 0 0,2 22 753 0 0,2-33-2784 0 0,3 159 4790 0 0,21 84-2896 0 0,-11-146-1602 0 0,-9-66-745 0 0,16 125 1391 0 0,0-55-7963 0 0,-11-69-209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2.4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13363 0 0,'27'-86'1448'0'0,"-21"121"3112"0"0,3 42 1 0 0,9 286-3666 0 0,-11-153-3643 0 0,-5-165-5208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2.7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1 426 8290 0 0,'6'0'214'0'0,"1"-1"1"0"0,-1 0-1 0 0,0-1 1 0 0,1 0-1 0 0,-1 0 1 0 0,0 0-1 0 0,0 0 1 0 0,8-6-1 0 0,49-30 1937 0 0,-42 24-1529 0 0,1 0 291 0 0,0-2-1 0 0,-1-1 0 0 0,0 0 0 0 0,-2-2 1 0 0,25-29-1 0 0,-32 32-587 0 0,0 1 1 0 0,-1-2-1 0 0,-1 0 1 0 0,-1 0 0 0 0,0-1-1 0 0,-1 0 1 0 0,-1 0-1 0 0,5-23 1 0 0,-11 40-314 0 0,0-1 1 0 0,-1 0 0 0 0,1 0 0 0 0,-1 0-1 0 0,0 0 1 0 0,0 0 0 0 0,1 0 0 0 0,-1 0-1 0 0,-1 1 1 0 0,1-1 0 0 0,0 0 0 0 0,0 0-1 0 0,-1 0 1 0 0,1 0 0 0 0,-1 0 0 0 0,1 0-1 0 0,-1 1 1 0 0,0-1 0 0 0,0 0-1 0 0,-1-2 1 0 0,1 3-17 0 0,-1 1 0 0 0,1-1 0 0 0,0 0 0 0 0,0 1 0 0 0,-1 0 0 0 0,1-1 0 0 0,0 1 0 0 0,-1 0 0 0 0,1-1 0 0 0,-1 1 0 0 0,1 0 0 0 0,0 0 0 0 0,-1 0 0 0 0,1 0 0 0 0,-1 0 0 0 0,1 1 0 0 0,0-1 0 0 0,-1 0 0 0 0,1 1 0 0 0,0-1-1 0 0,-1 1 1 0 0,1-1 0 0 0,0 1 0 0 0,0-1 0 0 0,-1 1 0 0 0,1 0 0 0 0,-2 1 0 0 0,-12 9-292 0 0,0 1 1 0 0,1 0-1 0 0,0 0 0 0 0,1 2 0 0 0,0-1 0 0 0,1 2 0 0 0,0 0 1 0 0,2 0-1 0 0,-1 1 0 0 0,2 0 0 0 0,-12 29 0 0 0,18-39 81 0 0,0 1 0 0 0,1 0 0 0 0,0 0 0 0 0,1 0 0 0 0,-1 0 1 0 0,2 0-1 0 0,-2 7 0 0 0,8 13-4391 0 0,2-12-429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2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230 99 1376 0 0,'4'-5'184'0'0,"-1"1"-1"0"0,0-1 1 0 0,-1 0-1 0 0,1 0 1 0 0,-1 0-1 0 0,0 0 0 0 0,2-8 1 0 0,-4 11 104 0 0,0 1 1 0 0,0-1 0 0 0,0 0-1 0 0,0 0 1 0 0,0 1-1 0 0,0-1 1 0 0,-1 0-1 0 0,1 1 1 0 0,0-1-1 0 0,-1 0 1 0 0,0 1-1 0 0,1-1 1 0 0,-1 1 0 0 0,0-1-1 0 0,0 1 1 0 0,0-1-1 0 0,0 1 1 0 0,0 0-1 0 0,0 0 1 0 0,0-1-1 0 0,-1 1 1 0 0,1 0-1 0 0,0 0 1 0 0,-1 0 0 0 0,1 0-1 0 0,0 0 1 0 0,-1 0-1 0 0,-2 0 1 0 0,-1-1-7 0 0,0 0 0 0 0,0 0 0 0 0,0 1 0 0 0,0 0 0 0 0,0 0 0 0 0,0 1 0 0 0,0-1 0 0 0,0 1-1 0 0,-1 0 1 0 0,1 0 0 0 0,0 1 0 0 0,0-1 0 0 0,0 1 0 0 0,0 1 0 0 0,0-1 0 0 0,0 1 0 0 0,0-1 0 0 0,0 1 0 0 0,-5 4 0 0 0,-1-1-134 0 0,1 1 0 0 0,-1 0 0 0 0,1 1 1 0 0,0 0-1 0 0,1 1 0 0 0,-1 0 0 0 0,-8 11 0 0 0,14-14-183 0 0,0 1 1 0 0,0 1-1 0 0,1-1 0 0 0,0 0 1 0 0,0 1-1 0 0,1 0 1 0 0,-1-1-1 0 0,2 1 0 0 0,-1 0 1 0 0,1 0-1 0 0,0 0 1 0 0,0 0-1 0 0,1 1 0 0 0,0-1 1 0 0,0 0-1 0 0,0 0 1 0 0,1 0-1 0 0,0 0 0 0 0,1 0 1 0 0,3 11-1 0 0,-4-14-151 0 0,1 1-1 0 0,-1 0 0 0 0,1-1 1 0 0,0 1-1 0 0,0-1 1 0 0,1 0-1 0 0,-1 0 1 0 0,1 0-1 0 0,0 0 1 0 0,0 0-1 0 0,0 0 1 0 0,0-1-1 0 0,1 0 1 0 0,0 1-1 0 0,-1-1 1 0 0,1-1-1 0 0,0 1 0 0 0,1 0 1 0 0,-1-1-1 0 0,0 0 1 0 0,1 0-1 0 0,-1 0 1 0 0,1-1-1 0 0,-1 0 1 0 0,1 1-1 0 0,0-2 1 0 0,0 1-1 0 0,-1 0 1 0 0,1-1-1 0 0,9 0 0 0 0,7-4-4121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3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94 508 7314 0 0,'4'-64'1102'0'0,"-2"0"1"0"0,-3 0-1 0 0,-12-85 1 0 0,11 131-480 0 0,-8-55 1986 0 0,8 66-2140 0 0,1 1 1 0 0,-1-1 0 0 0,-1 0-1 0 0,1 1 1 0 0,-1-1 0 0 0,0 1 0 0 0,-8-11-1 0 0,11 16-374 0 0,-1 0-1 0 0,1 0 1 0 0,-1 1 0 0 0,1-1-1 0 0,-1 0 1 0 0,1 1-1 0 0,-1-1 1 0 0,1 0-1 0 0,-1 1 1 0 0,1-1 0 0 0,-1 1-1 0 0,0-1 1 0 0,0 1-1 0 0,1-1 1 0 0,-1 1-1 0 0,0-1 1 0 0,0 1 0 0 0,1 0-1 0 0,-1-1 1 0 0,0 1-1 0 0,0 0 1 0 0,0 0-1 0 0,1 0 1 0 0,-1-1 0 0 0,0 1-1 0 0,0 0 1 0 0,0 0-1 0 0,0 0 1 0 0,0 1-1 0 0,1-1 1 0 0,-2 0 0 0 0,0 1-21 0 0,1 0 1 0 0,0 0 0 0 0,0 1 0 0 0,0-1 0 0 0,0 0-1 0 0,0 1 1 0 0,0-1 0 0 0,0 1 0 0 0,0-1-1 0 0,0 1 1 0 0,1-1 0 0 0,-1 1 0 0 0,0-1 0 0 0,1 3-1 0 0,-3 8 42 0 0,0 0 0 0 0,2 0 0 0 0,-2 14 0 0 0,4 7 9 0 0,1-1 0 0 0,1 0 0 0 0,2 0 0 0 0,16 57 0 0 0,53 123 418 0 0,-30-97-377 0 0,92 210-1836 0 0,-118-287 1430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4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1 518 12443 0 0,'6'-1'394'0'0,"0"0"1"0"0,1 0 0 0 0,-1 0-1 0 0,0-1 1 0 0,0 0 0 0 0,0-1-1 0 0,-1 1 1 0 0,1-1 0 0 0,-1 0-1 0 0,1 0 1 0 0,-1-1-1 0 0,0 1 1 0 0,8-8 0 0 0,1-2 113 0 0,0-1 1 0 0,-1 0-1 0 0,13-20 1 0 0,-16 19-369 0 0,0 0 1 0 0,-1-1 0 0 0,-1 0 0 0 0,-1-1 0 0 0,-1 1 0 0 0,0-1 0 0 0,-1-1 0 0 0,4-23-1 0 0,-7 29-134 0 0,0 0-1 0 0,-1-1 1 0 0,0 1-1 0 0,-1 0 1 0 0,-1-1-1 0 0,0 1 1 0 0,0-1-1 0 0,-2 1 1 0 0,1 0-1 0 0,-1 0 1 0 0,-1 0-1 0 0,-10-21 1 0 0,13 29-5 0 0,-1 1 1 0 0,0-1-1 0 0,0 1 1 0 0,-1 0-1 0 0,1 0 1 0 0,-1 0 0 0 0,1 0-1 0 0,-1 1 1 0 0,0-1-1 0 0,0 0 1 0 0,0 1 0 0 0,0 0-1 0 0,-1 0 1 0 0,1 0-1 0 0,-1 0 1 0 0,1 1 0 0 0,-1-1-1 0 0,1 1 1 0 0,-1 0-1 0 0,-4-1 1 0 0,4 2 15 0 0,1 0 1 0 0,-1 0-1 0 0,1 0 1 0 0,-1 1-1 0 0,1-1 1 0 0,-1 1-1 0 0,1 0 1 0 0,0 0-1 0 0,-1 0 1 0 0,1 1 0 0 0,0-1-1 0 0,0 1 1 0 0,0 0-1 0 0,0 0 1 0 0,0 0-1 0 0,0 0 1 0 0,1 0-1 0 0,-1 0 1 0 0,0 1-1 0 0,1-1 1 0 0,0 1-1 0 0,-4 5 1 0 0,-1 1-17 0 0,1 1 1 0 0,0 0 0 0 0,0 0 0 0 0,1 1-1 0 0,0 0 1 0 0,1 0 0 0 0,0 0-1 0 0,1 0 1 0 0,0 0 0 0 0,1 1 0 0 0,0-1-1 0 0,1 1 1 0 0,0 0 0 0 0,1-1 0 0 0,2 18-1 0 0,0-13 45 0 0,1 0-1 0 0,1 0 0 0 0,1 0 1 0 0,0 0-1 0 0,1-1 1 0 0,1 0-1 0 0,0 0 0 0 0,1-1 1 0 0,0 0-1 0 0,17 20 0 0 0,-2-5 158 0 0,1 0 0 0 0,38 33 0 0 0,-50-52-159 0 0,0 1 0 0 0,1-2-1 0 0,1 1 1 0 0,0-2-1 0 0,0 0 1 0 0,0-1-1 0 0,30 11 1 0 0,-39-16-193 0 0,0-1-1 0 0,0 0 1 0 0,0 0 0 0 0,0-1-1 0 0,0 1 1 0 0,0-1-1 0 0,0 0 1 0 0,1-1 0 0 0,-1 1-1 0 0,0-1 1 0 0,0 0 0 0 0,0 0-1 0 0,-1-1 1 0 0,1 1-1 0 0,0-1 1 0 0,0 0 0 0 0,-1-1-1 0 0,1 1 1 0 0,-1-1 0 0 0,0 0-1 0 0,0 0 1 0 0,0 0 0 0 0,4-5-1 0 0,9-10-7027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5.5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43 4609 0 0,'10'-8'5992'0'0,"10"-9"-1715"0"0,-20 16-4163 0 0,1 1-1 0 0,0 0 1 0 0,0 0 0 0 0,-1-1-1 0 0,1 1 1 0 0,0 0-1 0 0,0 0 1 0 0,-1 0-1 0 0,1 0 1 0 0,0 0-1 0 0,0 0 1 0 0,0 0-1 0 0,-1 0 1 0 0,1 0 0 0 0,0 0-1 0 0,0 1 1 0 0,-1-1-1 0 0,1 0 1 0 0,0 0-1 0 0,0 1 1 0 0,-1-1-1 0 0,1 0 1 0 0,0 1-1 0 0,-1-1 1 0 0,1 1 0 0 0,-1-1-1 0 0,1 1 1 0 0,0-1-1 0 0,-1 1 1 0 0,1 0-1 0 0,-1-1 1 0 0,1 2-1 0 0,12 18 288 0 0,-1 1-1 0 0,-1 0 0 0 0,-1 1 0 0 0,-1 0 0 0 0,-1 0 0 0 0,6 25 1 0 0,9 25-207 0 0,8-4-178 0 0,-32-73-30 0 0,-1 1 1 0 0,2-1 0 0 0,-1 1-1 0 0,0-1 1 0 0,1 1 0 0 0,0-1 0 0 0,0 0-1 0 0,0 1 1 0 0,1-1 0 0 0,-1 1-1 0 0,1-1 1 0 0,0 0 0 0 0,0 1-1 0 0,1 0 1 0 0,2-7 0 0 0,5-11 72 0 0,19-32 0 0 0,-25 47-41 0 0,56-89 162 0 0,-53 88-145 0 0,0-1 0 0 0,0 1-1 0 0,1 1 1 0 0,1-1 0 0 0,-1 1 0 0 0,1 1-1 0 0,0-1 1 0 0,15-8 0 0 0,-21 14-5 0 0,-1 0-1 0 0,1 0 1 0 0,0 1 0 0 0,0-1 0 0 0,0 0 0 0 0,0 1 0 0 0,0-1-1 0 0,0 1 1 0 0,0 0 0 0 0,1 0 0 0 0,-1 0 0 0 0,0 0 0 0 0,0 0-1 0 0,0 0 1 0 0,0 0 0 0 0,0 0 0 0 0,0 1 0 0 0,0 0 0 0 0,4 1 0 0 0,-3-1 4 0 0,0 1 1 0 0,-1 0-1 0 0,1 0 1 0 0,-1 0-1 0 0,1 0 1 0 0,-1 1 0 0 0,0-1-1 0 0,0 1 1 0 0,0-1-1 0 0,0 1 1 0 0,2 5-1 0 0,3 6 75 0 0,-1 1-1 0 0,0 0 1 0 0,-2 1-1 0 0,4 18 1 0 0,-5-24-39 0 0,-1 0-67 0 0,30 128-152 0 0,-14-46-3219 0 0,-13-68-3960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5.7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10594 0 0,'0'-3'192'0'0,"1"0"0"0"0,-1 0 0 0 0,1 0 0 0 0,0 0-1 0 0,0 1 1 0 0,0-1 0 0 0,0 0 0 0 0,0 0 0 0 0,0 1 0 0 0,1-1-1 0 0,-1 1 1 0 0,1 0 0 0 0,0-1 0 0 0,3-2 0 0 0,-4 4-43 0 0,0 0 1 0 0,0 0 0 0 0,1 0-1 0 0,-1 1 1 0 0,0-1 0 0 0,1 1-1 0 0,-1-1 1 0 0,1 1 0 0 0,-1-1-1 0 0,1 1 1 0 0,-1 0 0 0 0,1 0-1 0 0,-1 0 1 0 0,1 0 0 0 0,-1 0-1 0 0,1 0 1 0 0,-1 0 0 0 0,1 0 0 0 0,-1 0-1 0 0,0 1 1 0 0,1-1 0 0 0,-1 1-1 0 0,1-1 1 0 0,-1 1 0 0 0,0-1-1 0 0,1 1 1 0 0,-1 0 0 0 0,0 0-1 0 0,0-1 1 0 0,1 1 0 0 0,0 2-1 0 0,13 10 506 0 0,-1 1 0 0 0,-1 0 0 0 0,0 2-1 0 0,-1-1 1 0 0,18 31 0 0 0,0-2-175 0 0,-5-8-202 0 0,43 56 42 0 0,-59-82-210 0 0,0-1 0 0 0,0 0 0 0 0,1 0 0 0 0,0 0-1 0 0,0-1 1 0 0,16 9 0 0 0,-25-17-97 0 0,0 1-1 0 0,0-1 0 0 0,0 1 1 0 0,0-1-1 0 0,0 1 1 0 0,0-1-1 0 0,0 1 0 0 0,0-1 1 0 0,0 0-1 0 0,0 1 1 0 0,0-1-1 0 0,0 0 0 0 0,0 0 1 0 0,0 0-1 0 0,0 0 1 0 0,0 0-1 0 0,0 0 0 0 0,0 0 1 0 0,0 0-1 0 0,0-1 1 0 0,0 1-1 0 0,0 0 1 0 0,0 0-1 0 0,0-1 0 0 0,0 1 1 0 0,0-1-1 0 0,0 1 1 0 0,0-1-1 0 0,0 1 0 0 0,-1-1 1 0 0,1 0-1 0 0,0 1 1 0 0,0-1-1 0 0,-1 0 0 0 0,1 0 1 0 0,0 0-1 0 0,-1 1 1 0 0,1-1-1 0 0,-1 0 0 0 0,1 0 1 0 0,-1 0-1 0 0,1 0 1 0 0,-1 0-1 0 0,1 0 0 0 0,-1 0 1 0 0,0 0-1 0 0,0 0 1 0 0,0 0-1 0 0,1-2 1 0 0,0-8 198 0 0,1 0 0 0 0,-1 0 1 0 0,-2-21-1 0 0,1 16-335 0 0,1-11-282 0 0,-1-6-827 0 0,2 1 0 0 0,9-52 0 0 0,-4 58-6478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5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11522 0 0,'5'3'614'0'0,"0"0"-1"0"0,0 0 0 0 0,0 0 0 0 0,0 1 1 0 0,-1 0-1 0 0,1 0 0 0 0,-1 0 0 0 0,0 0 0 0 0,0 1 1 0 0,-1-1-1 0 0,1 1 0 0 0,3 8 0 0 0,-3-6-147 0 0,-1 1 0 0 0,0 0 0 0 0,0 0 0 0 0,-1 1-1 0 0,0-1 1 0 0,0 1 0 0 0,0 14 0 0 0,-2-3-577 0 0,-1 1-1 0 0,0-1 1 0 0,-2 0-1 0 0,0 0 1 0 0,-2 0-1 0 0,-8 26 1 0 0,9-36-813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6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15 8754 0 0,'-3'-5'776'0'0,"1"0"-616"0"0,4 2-160 0 0,4 2 2305 0 0,-3 2-1481 0 0,3 1-824 0 0,1-1-184 0 0,2 5-24 0 0,1 4-8 0 0,3 3 216 0 0,-4 1 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6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0 102 14747 0 0,'1'-1'156'0'0,"1"0"0"0"0,-1 1 0 0 0,0-1 0 0 0,1 1 0 0 0,-1-1-1 0 0,0 1 1 0 0,1 0 0 0 0,-1-1 0 0 0,0 1 0 0 0,1 0 0 0 0,-1 0 0 0 0,1 0-1 0 0,-1 0 1 0 0,0 0 0 0 0,1 1 0 0 0,-1-1 0 0 0,1 0 0 0 0,-1 1 0 0 0,0-1 0 0 0,1 1-1 0 0,-1-1 1 0 0,0 1 0 0 0,0-1 0 0 0,1 1 0 0 0,-1 0 0 0 0,0 0 0 0 0,0 0 0 0 0,1 1-1 0 0,33 26 1633 0 0,-12-3-1474 0 0,-1 1 1 0 0,-2 1-1 0 0,27 44 0 0 0,-2-1-53 0 0,-48-97 299 0 0,-2-4 103 0 0,-2-42 1 0 0,8 58-902 0 0,0 0 0 0 0,0 0 1 0 0,2 0-1 0 0,0 1 0 0 0,0-1 0 0 0,1 0 0 0 0,1 1 1 0 0,1 0-1 0 0,0 0 0 0 0,0 1 0 0 0,2 0 0 0 0,10-16 1 0 0,0 7-7489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6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19 6913 0 0,'-7'8'1283'0'0,"-1"1"-1"0"0,1 0 0 0 0,1 0 0 0 0,0 0 1 0 0,0 1-1 0 0,-7 19 0 0 0,8-17-750 0 0,0 1 1 0 0,2 1-1 0 0,-1-1 0 0 0,1 0 1 0 0,-1 25-1 0 0,4-28-481 0 0,0-1 1 0 0,0 0-1 0 0,1 0 0 0 0,0 0 0 0 0,0 0 1 0 0,1 0-1 0 0,1 0 0 0 0,-1-1 0 0 0,5 11 0 0 0,-4-14 11 0 0,0 1 0 0 0,0-1 0 0 0,1 0 0 0 0,-1 0 0 0 0,1 0 0 0 0,0 0 0 0 0,0-1 0 0 0,1 0 0 0 0,-1 0 0 0 0,1 0 0 0 0,0 0 0 0 0,0-1 0 0 0,1 1-1 0 0,7 2 1 0 0,-9-4-15 0 0,1 0-1 0 0,-1 0 0 0 0,1 0 0 0 0,-1-1 0 0 0,1 0 0 0 0,0 0 0 0 0,0 0 1 0 0,0-1-1 0 0,0 1 0 0 0,-1-1 0 0 0,1 0 0 0 0,0-1 0 0 0,0 1 0 0 0,0-1 0 0 0,0 0 1 0 0,-1 0-1 0 0,1 0 0 0 0,0-1 0 0 0,-1 0 0 0 0,1 0 0 0 0,-1 0 0 0 0,0 0 1 0 0,0-1-1 0 0,0 1 0 0 0,0-1 0 0 0,0 0 0 0 0,0-1 0 0 0,-1 1 0 0 0,1-1 1 0 0,-1 1-1 0 0,0-1 0 0 0,0 0 0 0 0,2-5 0 0 0,1 0 16 0 0,-1 0 1 0 0,0 0-1 0 0,-1-1 0 0 0,0 0 0 0 0,0 0 0 0 0,-1 0 1 0 0,0 0-1 0 0,-1-1 0 0 0,0 1 0 0 0,-1-1 0 0 0,0 1 1 0 0,-1-1-1 0 0,0 1 0 0 0,-1-15 0 0 0,-1 17-21 0 0,1 0 0 0 0,-1 1-1 0 0,-1-1 1 0 0,1 0 0 0 0,-1 1 0 0 0,-1-1-1 0 0,1 1 1 0 0,-1 0 0 0 0,0 0-1 0 0,-1 0 1 0 0,0 1 0 0 0,0-1 0 0 0,0 1-1 0 0,-1 1 1 0 0,0-1 0 0 0,0 1-1 0 0,-8-6 1 0 0,6 6-181 0 0,0 1 0 0 0,0 0-1 0 0,0 0 1 0 0,-1 0 0 0 0,1 1-1 0 0,-11-3 1 0 0,7 4-1101 0 0,1 0 0 0 0,0 1 0 0 0,-1 0 0 0 0,-21 1 0 0 0,11 3-5881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8.1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15 113 7026 0 0,'-2'-3'123'0'0,"0"1"0"0"0,0-1 0 0 0,1 1 0 0 0,-1-1 0 0 0,1 0 0 0 0,0 0 0 0 0,0 0 0 0 0,-2-5 0 0 0,11-14 5932 0 0,-8 22-5811 0 0,1 0 0 0 0,-1 0 0 0 0,1 0 0 0 0,0 0 0 0 0,-1-1 0 0 0,1 1 0 0 0,-1 0 1 0 0,1 0-1 0 0,1 0 0 0 0,-1 1-5 0 0,1-1 0 0 0,-1 1 0 0 0,1-1 0 0 0,-1 1 0 0 0,1-1 0 0 0,-1 1 1 0 0,1 0-1 0 0,-1 0 0 0 0,0-1 0 0 0,1 1 0 0 0,-1 0 0 0 0,0 0 0 0 0,0 0 0 0 0,0 1 0 0 0,0-1 0 0 0,0 0 0 0 0,0 0 0 0 0,0 1 1 0 0,0-1-1 0 0,0 0 0 0 0,-1 1 0 0 0,1-1 0 0 0,0 2 0 0 0,15 43 532 0 0,-12-32-217 0 0,14 44-471 0 0,18 106 0 0 0,-36-174-140 0 0,0-1-1 0 0,1 1 1 0 0,0-1-1 0 0,1 1 0 0 0,0 0 1 0 0,1-1-1 0 0,0 1 1 0 0,0 0-1 0 0,1 1 0 0 0,0-1 1 0 0,1 1-1 0 0,6-10 1 0 0,12-20-284 0 0,44-56 1 0 0,-65 92 341 0 0,7-9 62 0 0,0 1 0 0 0,1 0 0 0 0,0 0-1 0 0,0 1 1 0 0,16-11 0 0 0,-24 19-51 0 0,0 1-1 0 0,0-1 1 0 0,0 1-1 0 0,1 0 1 0 0,-1-1-1 0 0,1 1 1 0 0,-1 0-1 0 0,1 1 1 0 0,0-1-1 0 0,-1 0 1 0 0,1 1-1 0 0,-1 0 1 0 0,1-1-1 0 0,0 1 1 0 0,0 0-1 0 0,-1 0 1 0 0,1 0-1 0 0,0 1 1 0 0,-1-1-1 0 0,1 1 1 0 0,0-1-1 0 0,-1 1 1 0 0,1 0-1 0 0,-1 0 1 0 0,1 0-1 0 0,-1 1 1 0 0,0-1-1 0 0,1 0 1 0 0,-1 1-1 0 0,0 0 1 0 0,0-1-1 0 0,0 1 1 0 0,0 0-1 0 0,0 0 0 0 0,3 4 1 0 0,3 5 66 0 0,0 1 0 0 0,-1 0 0 0 0,0 0 0 0 0,0 1 0 0 0,-2-1 0 0 0,1 1 0 0 0,2 14 0 0 0,22 98 256 0 0,-28-115-336 0 0,6 35-396 0 0,10 43 693 0 0,-5-29-7235 0 0,-7-35-432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8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89 10594 0 0,'0'-2'95'0'0,"0"1"-1"0"0,0-1 1 0 0,0 0-1 0 0,1 1 1 0 0,-1-1-1 0 0,1 0 1 0 0,-1 1-1 0 0,1-1 1 0 0,-1 1 0 0 0,1-1-1 0 0,0 1 1 0 0,0-1-1 0 0,0 1 1 0 0,0-1-1 0 0,0 1 1 0 0,0 0-1 0 0,0 0 1 0 0,1-1-1 0 0,-1 1 1 0 0,0 0-1 0 0,1 0 1 0 0,-1 0-1 0 0,0 0 1 0 0,1 1-1 0 0,-1-1 1 0 0,1 0-1 0 0,0 1 1 0 0,-1-1-1 0 0,1 1 1 0 0,0-1-1 0 0,-1 1 1 0 0,1 0 0 0 0,0 0-1 0 0,-1-1 1 0 0,1 1-1 0 0,0 0 1 0 0,-1 1-1 0 0,1-1 1 0 0,0 0-1 0 0,-1 0 1 0 0,1 1-1 0 0,0-1 1 0 0,-1 1-1 0 0,1 0 1 0 0,-1-1-1 0 0,1 1 1 0 0,-1 0-1 0 0,3 1 1 0 0,0 1 187 0 0,1 0 0 0 0,0 0 0 0 0,-1 0 0 0 0,0 1 0 0 0,0 0 0 0 0,0 0 0 0 0,0 0-1 0 0,0 0 1 0 0,-1 1 0 0 0,0-1 0 0 0,0 1 0 0 0,0 0 0 0 0,-1 0 0 0 0,4 7 0 0 0,3 11 579 0 0,11 45 0 0 0,-19-61-709 0 0,21 100 719 0 0,-16-72-876 0 0,1 1 0 0 0,2-1 0 0 0,17 44-1 0 0,-26-79-4 0 0,0 0 0 0 0,0 0-1 0 0,0 1 1 0 0,0-1 0 0 0,0 0-1 0 0,0 0 1 0 0,0 0-1 0 0,0 0 1 0 0,0 0 0 0 0,0 0-1 0 0,0 0 1 0 0,0 0 0 0 0,0 0-1 0 0,1 1 1 0 0,-1-1-1 0 0,0 0 1 0 0,0 0 0 0 0,0 0-1 0 0,0 0 1 0 0,0 0 0 0 0,0 0-1 0 0,0 0 1 0 0,0 0 0 0 0,0 0-1 0 0,0 0 1 0 0,1 0-1 0 0,-1 0 1 0 0,0 0 0 0 0,0 0-1 0 0,0 0 1 0 0,0 0 0 0 0,0 0-1 0 0,0 0 1 0 0,0 0-1 0 0,1 0 1 0 0,-1 0 0 0 0,0 0-1 0 0,0 0 1 0 0,0 0 0 0 0,0 0-1 0 0,0 0 1 0 0,0 0-1 0 0,0 0 1 0 0,0 0 0 0 0,1 0-1 0 0,-1 0 1 0 0,0 0 0 0 0,0 0-1 0 0,0 0 1 0 0,0 0-1 0 0,0 0 1 0 0,0 0 0 0 0,0-1-1 0 0,0 1 1 0 0,0 0 0 0 0,0 0-1 0 0,0 0 1 0 0,0 0 0 0 0,1 0-1 0 0,-1 0 1 0 0,0 0-1 0 0,0 0 1 0 0,0 0 0 0 0,0-1-1 0 0,0 1 1 0 0,0 0 0 0 0,0 0-1 0 0,0 0 1 0 0,5-14-182 0 0,2-16 173 0 0,-5 17 16 0 0,8-53 25 0 0,22-70 0 0 0,-27 117-18 0 0,2 0 1 0 0,0 1 0 0 0,1-1 0 0 0,1 1-1 0 0,0 1 1 0 0,2 0 0 0 0,0 0 0 0 0,17-19 0 0 0,-26 34 14 0 0,0-1 0 0 0,1 0 0 0 0,-1 1 1 0 0,1-1-1 0 0,0 1 0 0 0,0 0 0 0 0,0 0 1 0 0,0 0-1 0 0,0 0 0 0 0,0 1 0 0 0,0-1 1 0 0,1 1-1 0 0,-1 0 0 0 0,0 0 1 0 0,1 0-1 0 0,-1 0 0 0 0,1 1 0 0 0,0-1 1 0 0,-1 1-1 0 0,1 0 0 0 0,-1 0 0 0 0,1 0 1 0 0,3 1-1 0 0,-2 1 33 0 0,-1-1 0 0 0,1 1 1 0 0,-1 0-1 0 0,0 1 0 0 0,0-1 1 0 0,0 1-1 0 0,0-1 0 0 0,0 1 0 0 0,0 0 1 0 0,-1 1-1 0 0,1-1 0 0 0,-1 1 0 0 0,0-1 1 0 0,0 1-1 0 0,-1 0 0 0 0,5 8 1 0 0,6 13 76 0 0,-2 1 1 0 0,-1 0-1 0 0,-1 1 1 0 0,10 54 0 0 0,10 29-373 0 0,-24-183 99 0 0,-4 51 161 0 0,1 0-1 0 0,2 0 1 0 0,0 0 0 0 0,1 1-1 0 0,13-32 1 0 0,-13 40-7 0 0,0 1 0 0 0,1-1 0 0 0,1 1 0 0 0,0 0 0 0 0,1 1 0 0 0,0 0 0 0 0,0 0 0 0 0,1 0 0 0 0,20-16 0 0 0,-25 23-1 0 0,0 1 1 0 0,1 0-1 0 0,-1 0 1 0 0,0 1-1 0 0,1-1 1 0 0,0 1-1 0 0,-1 0 0 0 0,1 1 1 0 0,0-1-1 0 0,0 1 1 0 0,0 0-1 0 0,0 0 1 0 0,1 0-1 0 0,-1 1 1 0 0,0-1-1 0 0,0 1 0 0 0,0 1 1 0 0,0-1-1 0 0,0 1 1 0 0,1 0-1 0 0,6 2 1 0 0,-5 0 8 0 0,0 0 1 0 0,-1 0 0 0 0,0 1 0 0 0,0-1 0 0 0,0 1-1 0 0,0 1 1 0 0,0-1 0 0 0,-1 1 0 0 0,0 0-1 0 0,0 1 1 0 0,0-1 0 0 0,-1 1 0 0 0,0 0 0 0 0,7 11-1 0 0,90 191 564 0 0,-83-157-5227 0 0,-12-40 4218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9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1 452 3225 0 0,'17'-6'1234'0'0,"-1"-1"1"0"0,1-1 0 0 0,-1 0-1 0 0,-1-1 1 0 0,0-1 0 0 0,0 0-1 0 0,-1-1 1 0 0,0-1 0 0 0,24-26-1 0 0,-28 27-752 0 0,-1 0 0 0 0,-1 0 1 0 0,0-1-1 0 0,0 0 0 0 0,9-22 0 0 0,-15 30-400 0 0,0 1 1 0 0,-1-1-1 0 0,0 0 1 0 0,1 0-1 0 0,-1 1 1 0 0,0-1-1 0 0,-1 0 1 0 0,1 0-1 0 0,-1 0 1 0 0,0 0-1 0 0,0 0 0 0 0,0 0 1 0 0,0 0-1 0 0,-1 0 1 0 0,1 0-1 0 0,-1 0 1 0 0,0 0-1 0 0,-1 0 1 0 0,1 0-1 0 0,0 0 1 0 0,-1 1-1 0 0,0-1 1 0 0,0 1-1 0 0,-4-6 1 0 0,6 8-69 0 0,-1 0-1 0 0,0 1 1 0 0,0-1 0 0 0,1 0 0 0 0,-1 0 0 0 0,0 0-1 0 0,0 0 1 0 0,0 1 0 0 0,0-1 0 0 0,0 0 0 0 0,0 1 0 0 0,0-1-1 0 0,0 1 1 0 0,0-1 0 0 0,0 1 0 0 0,0 0 0 0 0,-1-1-1 0 0,1 1 1 0 0,0 0 0 0 0,0 0 0 0 0,0 0 0 0 0,0 0 0 0 0,-1 0-1 0 0,-1 0 1 0 0,1 1-43 0 0,1-1-1 0 0,0 1 0 0 0,-1 0 0 0 0,1 0 1 0 0,0 0-1 0 0,-1 0 0 0 0,1 0 1 0 0,0 0-1 0 0,0 0 0 0 0,0 1 1 0 0,0-1-1 0 0,0 0 0 0 0,0 1 1 0 0,0-1-1 0 0,-1 3 0 0 0,0 2-222 0 0,-1 0 0 0 0,1 1-1 0 0,0-1 1 0 0,0 0-1 0 0,1 1 1 0 0,0-1 0 0 0,0 13-1 0 0,2-11 286 0 0,0 0-1 0 0,1 0 1 0 0,1 0 0 0 0,-1 0-1 0 0,1-1 1 0 0,1 1-1 0 0,-1-1 1 0 0,1 0 0 0 0,0 0-1 0 0,1 0 1 0 0,0 0-1 0 0,0-1 1 0 0,0 0 0 0 0,1 0-1 0 0,0-1 1 0 0,11 9-1 0 0,-9-7 31 0 0,0-1-1 0 0,1 0 1 0 0,0-1-1 0 0,0 0 0 0 0,0 0 1 0 0,0-1-1 0 0,1 0 1 0 0,0 0-1 0 0,0-1 1 0 0,0-1-1 0 0,0 0 0 0 0,18 2 1 0 0,-22-4-151 0 0,1-1 0 0 0,-1 1 1 0 0,0-1-1 0 0,0-1 0 0 0,0 1 0 0 0,0-1 0 0 0,0 0 1 0 0,0 0-1 0 0,0-1 0 0 0,-1 1 0 0 0,1-1 1 0 0,-1-1-1 0 0,0 1 0 0 0,0-1 0 0 0,0 0 0 0 0,0 0 1 0 0,5-6-1 0 0,4-7 155 0 0,0 0 1 0 0,-1-2 0 0 0,16-30-1 0 0,-17 28 473 0 0,1 0 0 0 0,16-20-1 0 0,-28 39-484 0 0,0 1-1 0 0,1-1 1 0 0,-1 1 0 0 0,0 0-1 0 0,0-1 1 0 0,1 1 0 0 0,-1 0-1 0 0,1 0 1 0 0,-1 0-1 0 0,1 0 1 0 0,-1 0 0 0 0,1 0-1 0 0,0 1 1 0 0,-1-1-1 0 0,1 0 1 0 0,0 1 0 0 0,0-1-1 0 0,-1 1 1 0 0,3-1-1 0 0,-3 2-13 0 0,1-1 0 0 0,-1 0-1 0 0,0 1 1 0 0,0-1-1 0 0,1 1 1 0 0,-1 0-1 0 0,0-1 1 0 0,0 1 0 0 0,0 0-1 0 0,0-1 1 0 0,0 1-1 0 0,0 0 1 0 0,0 0-1 0 0,0 0 1 0 0,0 0 0 0 0,0 0-1 0 0,0 0 1 0 0,-1 0-1 0 0,1 1 1 0 0,0 0-1 0 0,4 9 107 0 0,0 1-1 0 0,-1-1 0 0 0,-1 1 1 0 0,4 19-1 0 0,-3-13-248 0 0,0-4 119 0 0,1-1 0 0 0,0 1 0 0 0,11 18 0 0 0,-14-26-41 0 0,1-1 0 0 0,0 0 0 0 0,1 0 1 0 0,-1 0-1 0 0,1 0 0 0 0,0-1 0 0 0,1 0 0 0 0,-1 1 0 0 0,1-1 0 0 0,-1-1 0 0 0,6 4 0 0 0,-8-7 5 0 0,-1 1-1 0 0,0-1 1 0 0,0 0-1 0 0,0 0 0 0 0,0 0 1 0 0,1 0-1 0 0,-1 0 0 0 0,0 0 1 0 0,0 0-1 0 0,0-1 1 0 0,0 1-1 0 0,1 0 0 0 0,-1-1 1 0 0,0 1-1 0 0,0-1 0 0 0,0 1 1 0 0,0-1-1 0 0,0 1 1 0 0,0-1-1 0 0,0 0 0 0 0,0 1 1 0 0,0-1-1 0 0,0 0 0 0 0,-1 0 1 0 0,1 0-1 0 0,0 0 1 0 0,0 0-1 0 0,-1 0 0 0 0,1 0 1 0 0,-1 0-1 0 0,1 0 0 0 0,0-1 1 0 0,20-42-55 0 0,-19 38 43 0 0,30-78 19 0 0,-21 53 14 0 0,0 0 0 0 0,2 0 0 0 0,2 1 0 0 0,34-54 0 0 0,-47 82 27 0 0,0 0-1 0 0,-1 0 1 0 0,1 0 0 0 0,0 0 0 0 0,0 0 0 0 0,0 0 0 0 0,0 0 0 0 0,0 1 0 0 0,0-1-1 0 0,0 1 1 0 0,1 0 0 0 0,-1 0 0 0 0,0-1 0 0 0,1 2 0 0 0,-1-1 0 0 0,1 0 0 0 0,0 0 0 0 0,-1 1-1 0 0,1-1 1 0 0,-1 1 0 0 0,5 0 0 0 0,-4 0 12 0 0,1 1-1 0 0,-1 0 0 0 0,0 0 1 0 0,1 0-1 0 0,-1 1 1 0 0,0-1-1 0 0,0 1 1 0 0,0-1-1 0 0,0 1 1 0 0,-1 0-1 0 0,1 0 0 0 0,0 0 1 0 0,-1 1-1 0 0,1-1 1 0 0,-1 0-1 0 0,3 5 1 0 0,13 17 87 0 0,-2 1 0 0 0,23 46 0 0 0,-24-41-261 0 0,34 50 0 0 0,-46-76 30 0 0,0 0 0 0 0,1 0 0 0 0,-1 0 0 0 0,1 0 0 0 0,0-1 0 0 0,0 0 0 0 0,0 0 0 0 0,0 0 0 0 0,7 4 0 0 0,14-2-6111 0 0,-9-8-610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9.8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13 8754 0 0,'0'-1'199'0'0,"-1"0"0"0"0,1 1 1 0 0,0-1-1 0 0,0 0 0 0 0,-1 1 1 0 0,1-1-1 0 0,0 1 0 0 0,-1-1 1 0 0,1 1-1 0 0,0-1 0 0 0,-1 1 0 0 0,1-1 1 0 0,-1 1-1 0 0,1-1 0 0 0,-1 1 1 0 0,1-1-1 0 0,-1 1 0 0 0,1 0 1 0 0,-1-1-1 0 0,0 1 0 0 0,1 0 0 0 0,-1-1 1 0 0,1 1-1 0 0,-1 0 0 0 0,0 0 1 0 0,1 0-1 0 0,-1-1 0 0 0,0 1 1 0 0,1 0-1 0 0,-1 0 0 0 0,0 0 0 0 0,0 0 1 0 0,0 1 54 0 0,0 0 0 0 0,0 0-1 0 0,0 0 1 0 0,0 1 0 0 0,0-1 0 0 0,0 0 0 0 0,1 0 0 0 0,-1 0-1 0 0,0 0 1 0 0,1 1 0 0 0,-1-1 0 0 0,1 0 0 0 0,0 1 0 0 0,-1 1 0 0 0,-6 52 2273 0 0,9 3-2006 0 0,2-1-1 0 0,3 0 1 0 0,21 79 0 0 0,66 161-229 0 0,-73-244-1705 0 0,47 83 0 0 0,-52-109-6255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09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47 10138 0 0,'-9'3'3745'0'0,"14"-1"-2793"0"0,2-2-312 0 0,7-2-56 0 0,6 2-7 0 0,2-4-9 0 0,6-1-952 0 0,3-3-185 0 0,5 1-39 0 0,5-1 0 0 0,5-1 456 0 0,0 0 152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0.3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15203 0 0,'31'32'3885'0'0,"-20"-17"-3516"0"0,0-1 1 0 0,-1 2-1 0 0,-1 0 1 0 0,0 0-1 0 0,-1 0 0 0 0,-1 1 1 0 0,-1 0-1 0 0,0 1 1 0 0,-1-1-1 0 0,5 35 0 0 0,-2 14-250 0 0,-2 110 0 0 0,-5-95 86 0 0,0-37-709 0 0,4 98 1078 0 0,5-50-7608 0 0,-4-62-114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0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1 218 9674 0 0,'0'0'24'0'0,"-1"1"0"0"0,1-1 0 0 0,0 0 0 0 0,0 0 0 0 0,0 0 1 0 0,0 0-1 0 0,0 0 0 0 0,0 0 0 0 0,0 0 0 0 0,0 0 0 0 0,0 1 0 0 0,0-1 0 0 0,0 0 0 0 0,0 0 0 0 0,0 0 0 0 0,0 0 0 0 0,0 0 1 0 0,0 0-1 0 0,0 0 0 0 0,0 1 0 0 0,0-1 0 0 0,0 0 0 0 0,0 0 0 0 0,0 0 0 0 0,1 0 0 0 0,-1 0 0 0 0,0 0 0 0 0,0 0 0 0 0,0 0 1 0 0,0 0-1 0 0,0 1 0 0 0,0-1 0 0 0,0 0 0 0 0,0 0 0 0 0,0 0 0 0 0,0 0 0 0 0,0 0 0 0 0,1 0 0 0 0,-1 0 0 0 0,0 0 0 0 0,0 0 1 0 0,0 0-1 0 0,0 0 0 0 0,0 0 0 0 0,0 0 0 0 0,0 0 0 0 0,1 0 0 0 0,-1 0 0 0 0,0 0 0 0 0,0 0 0 0 0,0 0 0 0 0,0 0 0 0 0,0 0 1 0 0,0 0-1 0 0,0 0 0 0 0,1 0 0 0 0,-1 0 0 0 0,0 0 0 0 0,0 0 0 0 0,15-1 1371 0 0,24-8 659 0 0,-31 8-1771 0 0,309-89 5394 0 0,-4-20-8540 0 0,-285 100-3576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1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132 23 920 0 0,'-33'-14'3424'0'0,"27"12"-2442"0"0,0 0-1 0 0,1 1 0 0 0,-1 0 1 0 0,0 0-1 0 0,0 0 1 0 0,0 1-1 0 0,0 0 0 0 0,0 0 1 0 0,1 0-1 0 0,-1 1 1 0 0,0 0-1 0 0,0 0 0 0 0,-8 3 1 0 0,13-4-844 0 0,0 1-1 0 0,1 0 1 0 0,-1-1 0 0 0,1 1-1 0 0,-1-1 1 0 0,1 1 0 0 0,-1 0-1 0 0,1-1 1 0 0,-1 1 0 0 0,1 0 0 0 0,0-1-1 0 0,-1 1 1 0 0,1 0 0 0 0,0 0-1 0 0,-1 0 1 0 0,1-1 0 0 0,0 1-1 0 0,0 0 1 0 0,0 0 0 0 0,0 0 0 0 0,0-1-1 0 0,0 1 1 0 0,0 0 0 0 0,0 0-1 0 0,0 0 1 0 0,0-1 0 0 0,0 1-1 0 0,1 0 1 0 0,-1 1 0 0 0,12 28 564 0 0,-8-21-495 0 0,15 51 51 0 0,16 84-1 0 0,1 7 235 0 0,-27-124-433 0 0,0 0-1 0 0,2-1 1 0 0,20 37-1 0 0,-28-58-71 0 0,0 0 1 0 0,1 0-1 0 0,-1-1 0 0 0,1 1 1 0 0,0-1-1 0 0,0 0 0 0 0,7 6 1 0 0,-11-9 9 0 0,1-1-1 0 0,0 1 1 0 0,1-1 0 0 0,-1 1 0 0 0,0 0 0 0 0,0-1 0 0 0,0 0 0 0 0,0 1 0 0 0,0-1 0 0 0,0 0 0 0 0,1 1 0 0 0,-1-1 0 0 0,0 0 0 0 0,0 0 0 0 0,1 0 0 0 0,-1 0 0 0 0,0 0 0 0 0,0 0 0 0 0,0 0 0 0 0,1-1 0 0 0,-1 1 0 0 0,0 0 0 0 0,0-1 0 0 0,0 1 0 0 0,0-1 0 0 0,0 1 0 0 0,0-1 0 0 0,0 0 0 0 0,0 1 0 0 0,0-1 0 0 0,0 0 0 0 0,0 0 0 0 0,0 1 0 0 0,0-1 0 0 0,0 0 0 0 0,0 0 0 0 0,-1 0 0 0 0,1 0 0 0 0,0 0 0 0 0,0-2 0 0 0,12-19-92 0 0,-2-1 1 0 0,0-1 0 0 0,-2 0-1 0 0,11-39 1 0 0,17-43-52 0 0,-28 85 136 0 0,-6 12 10 0 0,1 0-1 0 0,-1 0 1 0 0,2 1 0 0 0,-1-1-1 0 0,1 1 1 0 0,0 0 0 0 0,1 0 0 0 0,0 1-1 0 0,11-11 1 0 0,-16 17 4 0 0,0 1 0 0 0,0-1-1 0 0,0 1 1 0 0,0-1 0 0 0,0 1 0 0 0,0 0-1 0 0,0-1 1 0 0,0 1 0 0 0,0 0 0 0 0,0 0 0 0 0,1 0-1 0 0,-1 0 1 0 0,0 0 0 0 0,0 0 0 0 0,0 0-1 0 0,0 0 1 0 0,0 1 0 0 0,1-1 0 0 0,-1 0 0 0 0,0 1-1 0 0,0-1 1 0 0,0 0 0 0 0,0 1 0 0 0,0 0-1 0 0,0-1 1 0 0,0 1 0 0 0,0-1 0 0 0,0 1 0 0 0,0 0-1 0 0,-1 0 1 0 0,1 0 0 0 0,0-1 0 0 0,0 1 0 0 0,-1 0-1 0 0,1 0 1 0 0,0 1 0 0 0,24 42 311 0 0,-21-35-266 0 0,5 8-94 0 0,1 1 0 0 0,0-2 0 0 0,15 20-1 0 0,-17-28-688 0 0,-1 1-1 0 0,2-1 0 0 0,17 14 1 0 0,-6-8-6837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1.9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75 304 5065 0 0,'11'-11'2344'0'0,"-1"-1"-1"0"0,15-22 1 0 0,-17 22-1556 0 0,-1-1 0 0 0,-1 1 0 0 0,8-19 0 0 0,-11 23-635 0 0,-1-1 0 0 0,1 1 0 0 0,-1 0 0 0 0,-1-1 0 0 0,1 1 0 0 0,-2-1 0 0 0,1 1-1 0 0,-1-1 1 0 0,0 1 0 0 0,-1-1 0 0 0,0 1 0 0 0,0-1 0 0 0,-1 1 0 0 0,0 0 0 0 0,-5-14-1 0 0,6 20-140 0 0,1 1-1 0 0,-1-1 1 0 0,0 0-1 0 0,0 1 0 0 0,0-1 1 0 0,0 1-1 0 0,0-1 0 0 0,0 1 1 0 0,0-1-1 0 0,0 1 0 0 0,0 0 1 0 0,-1 0-1 0 0,1 0 0 0 0,-1-1 1 0 0,1 1-1 0 0,-1 0 0 0 0,1 1 1 0 0,-1-1-1 0 0,0 0 0 0 0,1 0 1 0 0,-1 1-1 0 0,0-1 1 0 0,1 1-1 0 0,-1-1 0 0 0,0 1 1 0 0,0 0-1 0 0,0 0 0 0 0,1 0 1 0 0,-1 0-1 0 0,0 0 0 0 0,0 0 1 0 0,0 0-1 0 0,1 1 0 0 0,-1-1 1 0 0,0 0-1 0 0,0 1 0 0 0,1 0 1 0 0,-1-1-1 0 0,0 1 0 0 0,1 0 1 0 0,-1 0-1 0 0,1 0 1 0 0,-1 0-1 0 0,-2 2 0 0 0,-3 2 24 0 0,1 0-1 0 0,-1 1 1 0 0,1 0-1 0 0,0 0 1 0 0,0 0-1 0 0,1 1 1 0 0,0 0-1 0 0,-6 8 1 0 0,7-6 7 0 0,0-1 0 0 0,0 1 0 0 0,1 0 0 0 0,0 0 0 0 0,0 0 0 0 0,1 1 0 0 0,1-1 0 0 0,-1 0 0 0 0,1 1 0 0 0,1-1 0 0 0,0 1 0 0 0,0-1 0 0 0,1 1 0 0 0,0-1 0 0 0,1 1 0 0 0,0-1 0 0 0,0 0 0 0 0,1 0-1 0 0,0 0 1 0 0,1 0 0 0 0,0 0 0 0 0,0-1 0 0 0,1 1 0 0 0,0-1 0 0 0,0-1 0 0 0,1 1 0 0 0,0-1 0 0 0,1 0 0 0 0,-1 0 0 0 0,1 0 0 0 0,1-1 0 0 0,-1 0 0 0 0,1-1 0 0 0,0 0 0 0 0,0 0 0 0 0,1 0 0 0 0,-1-1 0 0 0,1-1 0 0 0,13 5 0 0 0,-12-5-31 0 0,0-1-1 0 0,0 0 1 0 0,1-1-1 0 0,-1 0 1 0 0,0 0-1 0 0,0-1 1 0 0,0-1-1 0 0,1 1 1 0 0,-1-2 0 0 0,0 1-1 0 0,0-2 1 0 0,0 1-1 0 0,0-1 1 0 0,-1-1-1 0 0,19-8 1 0 0,-18 6-63 0 0,0-1 1 0 0,0 0-1 0 0,0-1 0 0 0,-1 0 1 0 0,0 0-1 0 0,-1-1 1 0 0,1 0-1 0 0,-2 0 1 0 0,0-1-1 0 0,0 0 0 0 0,0 0 1 0 0,-1-1-1 0 0,5-13 1 0 0,3-7 315 0 0,-1 0 1 0 0,-1 0 0 0 0,-2-2 0 0 0,-2 1 0 0 0,6-36 0 0 0,-14 68-217 0 0,0 0 0 0 0,0-1 0 0 0,0 1 0 0 0,1-1 0 0 0,-1 1 0 0 0,0-1 0 0 0,0 1 0 0 0,0 0 0 0 0,0-1 0 0 0,0 1 0 0 0,0-1 0 0 0,0 1 0 0 0,0-1 0 0 0,0 1 0 0 0,0 0 0 0 0,0-1 0 0 0,-1 1 0 0 0,1-1 0 0 0,0 1 0 0 0,0-1 0 0 0,0 1 0 0 0,0 0 0 0 0,-1-1 0 0 0,1 1 0 0 0,0 0 0 0 0,0-1 0 0 0,-1 1 0 0 0,1 0 0 0 0,0-1 0 0 0,-1 1 0 0 0,0-1 0 0 0,-10 9 745 0 0,-9 20-251 0 0,17-21-518 0 0,0 0-1 0 0,0 1 0 0 0,0 0 0 0 0,1-1 0 0 0,0 1 1 0 0,1 0-1 0 0,-1 9 0 0 0,1-14-20 0 0,1 1 0 0 0,0 0 0 0 0,0 0 0 0 0,0 0 0 0 0,0 0 0 0 0,0 0 0 0 0,1-1 0 0 0,0 1 0 0 0,0 0 0 0 0,0 0 0 0 0,0-1 0 0 0,0 1 0 0 0,1 0 0 0 0,0-1 0 0 0,0 1 0 0 0,3 4 0 0 0,8 2 207 0 0,-12-9-205 0 0,0-1 0 0 0,0 1 0 0 0,0 0-1 0 0,0 0 1 0 0,0-1 0 0 0,0 1 0 0 0,-1 0 0 0 0,1 0 0 0 0,0 0 0 0 0,0 0-1 0 0,-1 0 1 0 0,1 0 0 0 0,0 0 0 0 0,-1 1 0 0 0,1-1 0 0 0,-1 0 0 0 0,0 0 0 0 0,1 0-1 0 0,-1 0 1 0 0,0 1 0 0 0,0 1 0 0 0,6 19-16 0 0,0 0 0 0 0,1 0 0 0 0,2-1 1 0 0,15 31-1 0 0,53 77-97 0 0,-33-60 83 0 0,-44-68 26 0 0,0 0 0 0 0,1-1 0 0 0,-1 1 0 0 0,0 0-1 0 0,1 0 1 0 0,-1-1 0 0 0,1 1 0 0 0,0 0 0 0 0,-1-1 0 0 0,1 1 0 0 0,-1-1-1 0 0,1 1 1 0 0,0-1 0 0 0,-1 1 0 0 0,1-1 0 0 0,0 1 0 0 0,0-1-1 0 0,-1 0 1 0 0,1 1 0 0 0,0-1 0 0 0,0 0 0 0 0,0 0 0 0 0,-1 0 0 0 0,1 1-1 0 0,0-1 1 0 0,2 0 0 0 0,-2-1 3 0 0,0 1-1 0 0,1-1 0 0 0,-1 0 1 0 0,0 1-1 0 0,1-1 1 0 0,-1 0-1 0 0,0 0 1 0 0,0 0-1 0 0,1 0 1 0 0,-1 0-1 0 0,0 0 1 0 0,0 0-1 0 0,0 0 0 0 0,0-1 1 0 0,6-8 19 0 0,-1 0-1 0 0,0 0 1 0 0,4-13 0 0 0,-7 17-21 0 0,169-429 270 0 0,-175 471 55 0 0,3 63 0 0 0,0-95-309 0 0,19 224-124 0 0,-1 27-129 0 0,-18-220 213 0 0,-2 1 1 0 0,-1 0-1 0 0,-2-1 0 0 0,-1 0 0 0 0,-14 42 0 0 0,13-58-118 0 0,-2 1 0 0 0,0-1 0 0 0,-1-1 0 0 0,-1 0-1 0 0,-1 0 1 0 0,0-1 0 0 0,-2-1 0 0 0,1 0 0 0 0,-2 0-1 0 0,0-2 1 0 0,-1 0 0 0 0,0-1 0 0 0,-1 0 0 0 0,-1-1-1 0 0,-24 12 1 0 0,5-7-8075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3.1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5985 0 0,'3'-1'310'0'0,"0"0"0"0"0,0 0-1 0 0,0 1 1 0 0,0 0 0 0 0,0-1-1 0 0,0 1 1 0 0,0 0 0 0 0,0 0-1 0 0,0 1 1 0 0,0-1 0 0 0,0 0-1 0 0,0 1 1 0 0,0 0 0 0 0,0 0-1 0 0,0 0 1 0 0,0 0 0 0 0,-1 0-1 0 0,1 1 1 0 0,0-1 0 0 0,-1 1-1 0 0,1 0 1 0 0,-1-1 0 0 0,1 1 0 0 0,2 3-1 0 0,5 4 390 0 0,0 0 0 0 0,-1 1 0 0 0,0 0 0 0 0,8 13 0 0 0,5 11-328 0 0,-2 1 1 0 0,-1 1-1 0 0,-1 1 0 0 0,-3 1 0 0 0,-1 0 0 0 0,15 63 0 0 0,-26-81-29 0 0,-3-19-328 0 0,0-1 1 0 0,0 1-1 0 0,1-1 0 0 0,-1 0 1 0 0,0 1-1 0 0,0-1 0 0 0,0 1 0 0 0,0-1 1 0 0,0 1-1 0 0,0-1 0 0 0,0 1 1 0 0,0-1-1 0 0,0 1 0 0 0,0-1 1 0 0,0 1-1 0 0,0-1 0 0 0,0 1 1 0 0,0-1-1 0 0,0 1 0 0 0,-1-1 1 0 0,1 1-1 0 0,0-1 0 0 0,0 1 1 0 0,-1-1-1 0 0,1 1 0 0 0,0-1 0 0 0,0 0 1 0 0,-1 1-1 0 0,1-1 0 0 0,-1 1 1 0 0,0-2 21 0 0,1 0 0 0 0,-1 0 0 0 0,1 0 0 0 0,-1 0 0 0 0,1 0 0 0 0,-1 0 0 0 0,1 0 1 0 0,0 0-1 0 0,0 0 0 0 0,-1 0 0 0 0,1 0 0 0 0,0 0 0 0 0,0 0 0 0 0,0 0 0 0 0,0 0 0 0 0,0 0 0 0 0,0 0 1 0 0,1 0-1 0 0,-1-2 0 0 0,5-25-95 0 0,-4 26 93 0 0,12-42-20 0 0,2 0-1 0 0,2 0 0 0 0,36-63 1 0 0,-27 54 10 0 0,-19 39 49 0 0,27-49 319 0 0,-32 60-333 0 0,0-1 0 0 0,1 1 0 0 0,-1 0 0 0 0,1 0 0 0 0,0 0 0 0 0,0 1 0 0 0,0-1 0 0 0,0 1 0 0 0,0-1 0 0 0,0 1-1 0 0,1 0 1 0 0,-1 0 0 0 0,1 1 0 0 0,6-3 0 0 0,-8 4-30 0 0,1 0-1 0 0,0 0 1 0 0,-1 0-1 0 0,1 0 1 0 0,0 1-1 0 0,-1-1 1 0 0,1 1 0 0 0,-1 0-1 0 0,1 0 1 0 0,-1 0-1 0 0,1 0 1 0 0,-1 0-1 0 0,0 0 1 0 0,1 1-1 0 0,-1-1 1 0 0,0 1-1 0 0,0 0 1 0 0,0-1 0 0 0,0 1-1 0 0,0 0 1 0 0,0 0-1 0 0,2 4 1 0 0,5 6 90 0 0,-1-1 0 0 0,12 23 0 0 0,2 16-8 0 0,-1 0 1 0 0,-2 1-1 0 0,-3 1 1 0 0,18 100-1 0 0,-31-142-368 0 0,0-3-118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3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0 371 5529 0 0,'7'-4'427'0'0,"0"-1"0"0"0,-1 0 1 0 0,1 0-1 0 0,-1 0 0 0 0,0-1 0 0 0,-1 0 0 0 0,9-11 0 0 0,-3 5 184 0 0,8-11 1259 0 0,0-1 0 0 0,-1-1 0 0 0,24-46 0 0 0,-28 42-924 0 0,-1 0 0 0 0,-1-2-1 0 0,10-43 1 0 0,-19 81-3495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3.9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0 340 7314 0 0,'7'-7'7869'0'0,"64"-98"-4578"0"0,-39 54-2327 0 0,2 2-1 0 0,43-46 1 0 0,-74 91-891 0 0,0 1 0 0 0,0 0 0 0 0,0 1 0 0 0,1-1 0 0 0,-1 0 0 0 0,1 1 0 0 0,0 0 1 0 0,0 0-1 0 0,-1 0 0 0 0,1 0 0 0 0,0 1 0 0 0,6-2 0 0 0,-8 2-56 0 0,0 1 0 0 0,0 0-1 0 0,0 0 1 0 0,0 0 0 0 0,0 1-1 0 0,0-1 1 0 0,0 0 0 0 0,0 1-1 0 0,0-1 1 0 0,0 1-1 0 0,-1-1 1 0 0,1 1 0 0 0,0 0-1 0 0,0 0 1 0 0,-1 0 0 0 0,1 0-1 0 0,0 0 1 0 0,-1 0 0 0 0,1 1-1 0 0,-1-1 1 0 0,1 0 0 0 0,-1 1-1 0 0,0-1 1 0 0,0 1 0 0 0,1 0-1 0 0,-1-1 1 0 0,0 1 0 0 0,1 3-1 0 0,17 34 176 0 0,25 77 0 0 0,-23-55-129 0 0,-3-7-187 0 0,-12-35 258 0 0,0 0-1 0 0,1 0 0 0 0,0-1 0 0 0,2 0 0 0 0,0-1 0 0 0,18 27 0 0 0,-25-43-244 0 0,-1 1 0 0 0,0-1 0 0 0,0 1 0 0 0,1-1 0 0 0,-1 0 0 0 0,1 0 0 0 0,-1 0 0 0 0,1 0 1 0 0,-1 0-1 0 0,1 0 0 0 0,0 0 0 0 0,-1 0 0 0 0,1 0 0 0 0,0-1 0 0 0,0 1 0 0 0,0-1 0 0 0,-1 1 0 0 0,1-1 0 0 0,2 0 0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4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1 264 9218 0 0,'0'-1'237'0'0,"0"0"0"0"0,0 1 0 0 0,-1-1-1 0 0,1 0 1 0 0,0 0 0 0 0,0 1 0 0 0,0-1 0 0 0,0 0 0 0 0,0 1 0 0 0,0-1-1 0 0,0 0 1 0 0,1 0 0 0 0,-1 1 0 0 0,0-1 0 0 0,0 0 0 0 0,0 1-1 0 0,1-1 1 0 0,-1 0 0 0 0,0 1 0 0 0,1-1 0 0 0,-1 1 0 0 0,1-1 0 0 0,0 0-1 0 0,13-27 1444 0 0,-11 21-1100 0 0,3-6-378 0 0,0-1 0 0 0,-1 0 0 0 0,0 0 0 0 0,-1 0 0 0 0,-1 0 0 0 0,0-1 0 0 0,-1 0 0 0 0,-1 1 0 0 0,0-1 0 0 0,-1 0 0 0 0,-2-19 0 0 0,2 33-204 0 0,-1 0 1 0 0,1-1-1 0 0,0 1 1 0 0,0 0-1 0 0,-1 0 1 0 0,1 0-1 0 0,0 0 1 0 0,-1 0-1 0 0,1 0 1 0 0,-1 0-1 0 0,1 0 1 0 0,-1 0-1 0 0,0 0 1 0 0,1 0-1 0 0,-1 0 1 0 0,0 0-1 0 0,0 1 1 0 0,-1-2-1 0 0,1 1 21 0 0,0 1-1 0 0,1 0 0 0 0,-1 0 1 0 0,1 0-1 0 0,-1 0 1 0 0,0 0-1 0 0,1 0 0 0 0,-1 0 1 0 0,1 0-1 0 0,-1 0 0 0 0,0 0 1 0 0,1 1-1 0 0,-1-1 0 0 0,1 0 1 0 0,-1 0-1 0 0,0 0 0 0 0,1 1 1 0 0,-1-1-1 0 0,1 0 0 0 0,-1 1 1 0 0,1-1-1 0 0,-1 0 0 0 0,1 1 1 0 0,-1 0-1 0 0,-1 1 74 0 0,0 0 0 0 0,0 0 0 0 0,0 1 0 0 0,0-1 0 0 0,1 1 0 0 0,-1-1 0 0 0,1 1 0 0 0,-1 0 0 0 0,1 0 0 0 0,0-1 0 0 0,0 1 1 0 0,-1 5-1 0 0,2 0-27 0 0,0 1 0 0 0,1-1 0 0 0,0 1 0 0 0,0-1 0 0 0,1 0 0 0 0,0 1 0 0 0,0-1 0 0 0,1 0 0 0 0,0 0 0 0 0,0-1 0 0 0,1 1 0 0 0,0-1 0 0 0,0 0 0 0 0,1 1 0 0 0,10 10 0 0 0,-8-10 4 0 0,0 0 0 0 0,0 0 0 0 0,1-1 0 0 0,0 0-1 0 0,0 0 1 0 0,1-1 0 0 0,0 0 0 0 0,0-1 0 0 0,0 0 0 0 0,1 0 0 0 0,0-1 0 0 0,13 4 0 0 0,-16-7-271 0 0,-1 0-1 0 0,1 0 1 0 0,0-1 0 0 0,0 0 0 0 0,0 0-1 0 0,0-1 1 0 0,0 0 0 0 0,0 0-1 0 0,0-1 1 0 0,-1 0 0 0 0,1 0 0 0 0,7-3-1 0 0,8-5-1391 0 0,-1-1-1 0 0,23-16 0 0 0,-19 11-4386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4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176 102 5985 0 0,'0'-36'980'0'0,"0"32"-611"0"0,-1 1 1 0 0,1 0-1 0 0,-1 0 0 0 0,0 0 0 0 0,0 0 0 0 0,0 0 0 0 0,-1 0 0 0 0,1 1 1 0 0,-1-1-1 0 0,1 0 0 0 0,-1 1 0 0 0,0-1 0 0 0,0 1 0 0 0,0-1 1 0 0,0 1-1 0 0,-1 0 0 0 0,1 0 0 0 0,0 0 0 0 0,-1 0 0 0 0,0 0 1 0 0,1 1-1 0 0,-1-1 0 0 0,0 1 0 0 0,-4-2 0 0 0,4 2-122 0 0,1 0 0 0 0,-1 1 0 0 0,1-1 0 0 0,-1 1 0 0 0,0 0 0 0 0,1 0 0 0 0,-1 0 0 0 0,1 0 0 0 0,-1 0 0 0 0,1 0 0 0 0,-1 1-1 0 0,0-1 1 0 0,1 1 0 0 0,0 0 0 0 0,-1 0 0 0 0,1 0 0 0 0,-4 1 0 0 0,2 1-50 0 0,-1 0 1 0 0,1 0-1 0 0,0 0 0 0 0,0 1 0 0 0,1 0 1 0 0,-1-1-1 0 0,1 1 0 0 0,-5 6 0 0 0,3-1-145 0 0,0-1-1 0 0,0 1 0 0 0,1 0 1 0 0,0 0-1 0 0,0 1 1 0 0,1-1-1 0 0,0 1 0 0 0,-2 16 1 0 0,5-22-44 0 0,0 1 1 0 0,0 0 0 0 0,0 0-1 0 0,0 0 1 0 0,1 0-1 0 0,0 0 1 0 0,0 0 0 0 0,0-1-1 0 0,0 1 1 0 0,1 0-1 0 0,0-1 1 0 0,0 1-1 0 0,0-1 1 0 0,1 0 0 0 0,-1 1-1 0 0,1-1 1 0 0,0-1-1 0 0,5 6 1 0 0,-6-7-41 0 0,0 0 1 0 0,1 0-1 0 0,0 0 0 0 0,-1 0 1 0 0,1-1-1 0 0,0 1 1 0 0,0-1-1 0 0,0 0 0 0 0,-1 0 1 0 0,1 0-1 0 0,1 0 1 0 0,-1-1-1 0 0,0 1 0 0 0,0-1 1 0 0,0 1-1 0 0,0-1 0 0 0,0 0 1 0 0,0 0-1 0 0,0-1 1 0 0,1 1-1 0 0,-1-1 0 0 0,0 1 1 0 0,0-1-1 0 0,0 0 0 0 0,0 0 1 0 0,0-1-1 0 0,-1 1 1 0 0,1 0-1 0 0,4-4 0 0 0,1-1-33 0 0,1 0 0 0 0,-1-1 0 0 0,0 0 0 0 0,-1-1 0 0 0,0 0 0 0 0,0 0 0 0 0,0-1 0 0 0,-1 0 0 0 0,-1 0 0 0 0,1 0 0 0 0,4-12 0 0 0,4-5 664 0 0,-13 25-566 0 0,-1 1 1 0 0,0-1-1 0 0,0 1 1 0 0,1 0-1 0 0,-1-1 1 0 0,1 1-1 0 0,-1 0 0 0 0,0-1 1 0 0,1 1-1 0 0,-1 0 1 0 0,1-1-1 0 0,-1 1 0 0 0,1 0 1 0 0,-1 0-1 0 0,1 0 1 0 0,-1-1-1 0 0,1 1 0 0 0,-1 0 1 0 0,1 0-1 0 0,-1 0 1 0 0,1 0-1 0 0,-1 0 1 0 0,1 0-1 0 0,-1 0 0 0 0,1 0 1 0 0,-1 0-1 0 0,1 0 1 0 0,0 0-1 0 0,-1 0 0 0 0,1 0 1 0 0,-1 1-1 0 0,1-1 1 0 0,-1 0-1 0 0,0 0 1 0 0,1 1-1 0 0,-1-1 0 0 0,1 0 1 0 0,-1 0-1 0 0,1 1 1 0 0,-1-1-1 0 0,0 1 0 0 0,1-1 1 0 0,-1 0-1 0 0,0 1 1 0 0,1-1-1 0 0,-1 1 1 0 0,0-1-1 0 0,1 1 0 0 0,23 32 202 0 0,-12-17-129 0 0,-8-11-356 0 0,1-1 0 0 0,-1 0 1 0 0,1 0-1 0 0,0 0 1 0 0,1-1-1 0 0,-1 1 0 0 0,1-1 1 0 0,-1-1-1 0 0,12 5 0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4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26 113 1840 0 0,'16'-31'-147'0'0,"3"-7"2725"0"0,-7-6 11976 0 0,-13 44-14446 0 0,-9 6 1847 0 0,-8 11-880 0 0,13-11-1041 0 0,0 1 0 0 0,1-1-1 0 0,0 1 1 0 0,0 0 0 0 0,0 0-1 0 0,1 0 1 0 0,0 1 0 0 0,0-1-1 0 0,1 1 1 0 0,0 0-1 0 0,0 0 1 0 0,1 0 0 0 0,0 0-1 0 0,0 0 1 0 0,1 0 0 0 0,0 0-1 0 0,1 0 1 0 0,0 0 0 0 0,0-1-1 0 0,0 1 1 0 0,1 0 0 0 0,0 0-1 0 0,1-1 1 0 0,0 1 0 0 0,0-1-1 0 0,0 0 1 0 0,1 1-1 0 0,0-2 1 0 0,0 1 0 0 0,1 0-1 0 0,0-1 1 0 0,0 0 0 0 0,1 0-1 0 0,10 8 1 0 0,24 16-320 0 0,-31-24 49 0 0,-1 0-1 0 0,0 0 1 0 0,0 0-1 0 0,0 1 1 0 0,-1 0-1 0 0,0 1 1 0 0,12 15-1 0 0,-19-22 194 0 0,1 1 0 0 0,0 0 0 0 0,0 0 0 0 0,-1-1 0 0 0,1 1 0 0 0,-1 0 0 0 0,0 0 0 0 0,1 0 0 0 0,-1 0 0 0 0,0 0 0 0 0,0 0 0 0 0,0-1 0 0 0,0 1 0 0 0,-1 0 0 0 0,1 0 0 0 0,0 0 0 0 0,-1 0 0 0 0,1 0 0 0 0,-1-1 0 0 0,0 1 0 0 0,0 0 0 0 0,1 0 0 0 0,-1-1 0 0 0,0 1 0 0 0,0-1 0 0 0,-1 1 0 0 0,1-1 0 0 0,0 1 0 0 0,0-1 0 0 0,-1 0 0 0 0,1 1 0 0 0,-1-1 0 0 0,1 0 0 0 0,-1 0 0 0 0,0 0 0 0 0,1 0 0 0 0,-4 1 0 0 0,-3 2-187 0 0,0 0 1 0 0,0 0-1 0 0,-1-1 0 0 0,1 0 0 0 0,-1-1 1 0 0,-13 3-1 0 0,-1-3-4094 0 0,1 1-1408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5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12355 0 0,'0'0'0'0'0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5.3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2761 0 0,'1'-4'505'0'0,"0"0"0"0"0,0 0 0 0 0,0 0 0 0 0,0 1 0 0 0,1-1 0 0 0,0 0 0 0 0,-1 1 0 0 0,1-1 0 0 0,0 1 0 0 0,1 0 0 0 0,-1-1 0 0 0,1 1 0 0 0,-1 0 1 0 0,1 1-1 0 0,0-1 0 0 0,0 0 0 0 0,0 1 0 0 0,0 0 0 0 0,1-1 0 0 0,-1 1 0 0 0,1 1 0 0 0,-1-1 0 0 0,1 0 0 0 0,6-1 0 0 0,-9 3-334 0 0,1 0 0 0 0,-1 0 0 0 0,0 1-1 0 0,0-1 1 0 0,0 0 0 0 0,0 0 0 0 0,1 1-1 0 0,-1-1 1 0 0,0 1 0 0 0,0-1 0 0 0,0 1 0 0 0,0 0-1 0 0,0-1 1 0 0,0 1 0 0 0,0 0 0 0 0,0 0-1 0 0,-1 0 1 0 0,1-1 0 0 0,0 1 0 0 0,0 0-1 0 0,0 0 1 0 0,-1 0 0 0 0,1 0 0 0 0,-1 0 0 0 0,1 1-1 0 0,-1-1 1 0 0,1 1 0 0 0,10 37 1278 0 0,-9-32-1038 0 0,0 0-290 0 0,4 23 140 0 0,2 0 0 0 0,1-1-1 0 0,13 28 1 0 0,-19-50-247 0 0,1 0-1 0 0,0 0 0 0 0,0 0 0 0 0,0 0 1 0 0,1-1-1 0 0,0 1 0 0 0,0-1 0 0 0,1-1 0 0 0,0 1 1 0 0,0-1-1 0 0,0 0 0 0 0,0 0 0 0 0,1 0 1 0 0,0-1-1 0 0,0 0 0 0 0,13 5 0 0 0,-17-8-7 0 0,0-1-1 0 0,0 1 1 0 0,0 0-1 0 0,0-1 1 0 0,0 0-1 0 0,0 1 1 0 0,0-1-1 0 0,-1 0 1 0 0,1-1-1 0 0,0 1 1 0 0,0 0-1 0 0,0-1 1 0 0,0 0-1 0 0,0 0 1 0 0,0 1-1 0 0,-1-2 1 0 0,6-1-1 0 0,-3-1 5 0 0,0 1-1 0 0,-1-1 1 0 0,1 1-1 0 0,-1-1 1 0 0,0-1-1 0 0,0 1 1 0 0,0 0-1 0 0,4-9 1 0 0,3-5 4 0 0,-1-1 1 0 0,-1-1-1 0 0,11-36 1 0 0,0-13-16 0 0,-15 46 24 0 0,1 0-1 0 0,1 1 1 0 0,16-32-1 0 0,-23 53 5 0 0,0 0-1 0 0,1 0 1 0 0,-1 0-1 0 0,1 0 1 0 0,-1 0-1 0 0,1 0 1 0 0,0 0-1 0 0,-1 0 1 0 0,1 0-1 0 0,0 0 1 0 0,0 0-1 0 0,0 1 1 0 0,-1-1 0 0 0,1 0-1 0 0,0 1 1 0 0,0-1-1 0 0,0 1 1 0 0,0-1-1 0 0,0 1 1 0 0,0-1-1 0 0,0 1 1 0 0,0 0-1 0 0,1-1 1 0 0,-1 1-1 0 0,0 0 1 0 0,0 0-1 0 0,0 0 1 0 0,2 0-1 0 0,-1 0 7 0 0,1 1 0 0 0,-1 0-1 0 0,0 0 1 0 0,0 0 0 0 0,0 1 0 0 0,0-1-1 0 0,0 0 1 0 0,0 1 0 0 0,0-1 0 0 0,-1 1-1 0 0,1 0 1 0 0,0-1 0 0 0,1 3 0 0 0,5 7 66 0 0,-1 1 0 0 0,0-1 0 0 0,11 24-1 0 0,-8-12-152 0 0,1 0-1 0 0,26 39 1 0 0,-31-53-340 0 0,1 0-1 0 0,1 0 1 0 0,0-1-1 0 0,0 0 1 0 0,0 0 0 0 0,1-1-1 0 0,0-1 1 0 0,19 12 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5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2304 0 0,'6'1'1081'0'0,"1"-1"-1"0"0,-1 1 1 0 0,1 0-1 0 0,-1 0 1 0 0,1 1-1 0 0,-1 0 0 0 0,0 0 1 0 0,8 4-1 0 0,-3 0 221 0 0,-1 0 0 0 0,1 1 0 0 0,17 15 1 0 0,-7-3 40 0 0,0 2 1 0 0,32 44 0 0 0,-52-64-1318 0 0,20 31 613 0 0,-19-30-573 0 0,-1 0-1 0 0,0 0 0 0 0,0 1 0 0 0,0-1 0 0 0,0 0 0 0 0,0 0 0 0 0,-1 1 0 0 0,1-1 0 0 0,-1 0 0 0 0,1 1 0 0 0,-1-1 0 0 0,0 1 0 0 0,0 3 0 0 0,-1-5-38 0 0,1-1 0 0 0,0 0 0 0 0,0 1 0 0 0,-1-1 0 0 0,1 0 0 0 0,0 0 0 0 0,-1 1 0 0 0,1-1 0 0 0,-1 0 0 0 0,1 0 0 0 0,0 0 0 0 0,-1 1 0 0 0,1-1 0 0 0,-1 0 0 0 0,1 0 0 0 0,0 0 0 0 0,-1 0 0 0 0,1 0 0 0 0,-1 0 0 0 0,1 0 0 0 0,-1 0 0 0 0,1 0 0 0 0,0 0 0 0 0,-1 0 0 0 0,1 0 0 0 0,-1 0 0 0 0,1 0 0 0 0,-1-1 0 0 0,1 1 0 0 0,0 0 0 0 0,-1 0 0 0 0,1 0 0 0 0,0-1 0 0 0,-1 1 0 0 0,1 0 0 0 0,0 0 0 0 0,-1-1 0 0 0,1 1 0 0 0,0 0 0 0 0,-1-1 0 0 0,1 1 0 0 0,0 0 0 0 0,0-1 0 0 0,-1 0 0 0 0,-15-14 468 0 0,13 11-452 0 0,0-1 0 0 0,0 0-1 0 0,0-1 1 0 0,1 1 0 0 0,0 0-1 0 0,0-1 1 0 0,1 1 0 0 0,-1-1-1 0 0,1 0 1 0 0,0 1 0 0 0,1-1-1 0 0,-1 0 1 0 0,1 0 0 0 0,0 1-1 0 0,1-1 1 0 0,-1 0 0 0 0,3-7-1 0 0,2-7-687 0 0,0-1 0 0 0,2 1 0 0 0,11-25 1 0 0,-3 9-7516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6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0 254 6913 0 0,'0'1'87'0'0,"1"0"-1"0"0,-1 0 1 0 0,1-1-1 0 0,-1 1 1 0 0,1 0-1 0 0,0 0 0 0 0,-1 0 1 0 0,1 0-1 0 0,0-1 1 0 0,-1 1-1 0 0,1 0 0 0 0,0-1 1 0 0,0 1-1 0 0,0 0 1 0 0,0-1-1 0 0,0 1 1 0 0,0-1-1 0 0,-1 1 0 0 0,1-1 1 0 0,0 0-1 0 0,0 1 1 0 0,0-1-1 0 0,0 0 0 0 0,1 0 1 0 0,-1 0-1 0 0,0 0 1 0 0,1 0-1 0 0,0 0 145 0 0,0-1 1 0 0,0 0-1 0 0,0 0 0 0 0,-1 0 1 0 0,1 0-1 0 0,0 0 0 0 0,-1 0 0 0 0,1 0 1 0 0,-1-1-1 0 0,0 1 0 0 0,1 0 1 0 0,-1-1-1 0 0,2-2 0 0 0,2-4 541 0 0,0 0-1 0 0,0 0 1 0 0,-1-1 0 0 0,0 1-1 0 0,3-14 1 0 0,-2 6-279 0 0,-2-1 0 0 0,0 1 0 0 0,0-1-1 0 0,-2 0 1 0 0,0 0 0 0 0,-1 0 0 0 0,-1 0 0 0 0,-4-27 0 0 0,-1 34 51 0 0,1 19-399 0 0,0 19-377 0 0,5-21 197 0 0,1 0 0 0 0,1 0 0 0 0,-1 0 0 0 0,1 0 0 0 0,0 0-1 0 0,1 0 1 0 0,0 0 0 0 0,0-1 0 0 0,0 1 0 0 0,1-1 0 0 0,0 0 0 0 0,7 9 0 0 0,-5-7-165 0 0,1-1-1 0 0,-1 1 1 0 0,1-2 0 0 0,1 1 0 0 0,0-1 0 0 0,-1 0 0 0 0,2 0-1 0 0,14 7 1 0 0,-14-10-195 0 0,-1 0-1 0 0,1-1 1 0 0,0 0 0 0 0,0 0-1 0 0,0-1 1 0 0,0 0-1 0 0,1-1 1 0 0,-1 0-1 0 0,11-1 1 0 0,12-2-892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6.4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145 605 456 0 0,'3'-5'789'0'0,"0"0"0"0"0,0-1 0 0 0,-1 1 0 0 0,0-1-1 0 0,1 1 1 0 0,-2-1 0 0 0,1 0 0 0 0,-1 0 0 0 0,0 0 0 0 0,0 1 0 0 0,0-1 0 0 0,-1 0-1 0 0,0 0 1 0 0,0 0 0 0 0,-1 0 0 0 0,-1-7 0 0 0,2 12-606 0 0,0 1 1 0 0,0-1-1 0 0,0 0 1 0 0,-1 0-1 0 0,1 0 1 0 0,0 0-1 0 0,-1 1 0 0 0,1-1 1 0 0,0 0-1 0 0,-1 0 1 0 0,1 0-1 0 0,-1 1 1 0 0,1-1-1 0 0,-1 0 0 0 0,1 1 1 0 0,-1-1-1 0 0,0 1 1 0 0,1-1-1 0 0,-1 1 1 0 0,0-1-1 0 0,0 1 0 0 0,1-1 1 0 0,-1 1-1 0 0,0-1 1 0 0,0 1-1 0 0,0 0 1 0 0,1 0-1 0 0,-2-1 0 0 0,0 1-19 0 0,0 0 0 0 0,1 1 0 0 0,-1-1 0 0 0,0 0 0 0 0,0 1 0 0 0,1-1 0 0 0,-1 1 0 0 0,0 0 0 0 0,1 0 0 0 0,-1-1 0 0 0,1 1 0 0 0,-1 0 0 0 0,-1 1 0 0 0,-4 5 54 0 0,-1-1 0 0 0,1 1 0 0 0,-11 14 0 0 0,5-5-160 0 0,2 1 0 0 0,0 1 0 0 0,-13 28-1 0 0,20-36-40 0 0,0 1-1 0 0,0-1 1 0 0,1 1-1 0 0,0 0 0 0 0,1 0 1 0 0,0 0-1 0 0,1 0 0 0 0,-1 13 1 0 0,2-21-53 0 0,0 0 0 0 0,0 0-1 0 0,0-1 1 0 0,1 1 0 0 0,-1 0 0 0 0,1 0 0 0 0,-1 0 0 0 0,1-1 0 0 0,0 1 0 0 0,0 0 0 0 0,0-1-1 0 0,0 1 1 0 0,1-1 0 0 0,-1 1 0 0 0,1-1 0 0 0,0 0 0 0 0,-1 0 0 0 0,1 0 0 0 0,0 0-1 0 0,0 0 1 0 0,0 0 0 0 0,1 0 0 0 0,-1 0 0 0 0,0-1 0 0 0,1 1 0 0 0,-1-1 0 0 0,1 0-1 0 0,-1 0 1 0 0,1 0 0 0 0,-1 0 0 0 0,1 0 0 0 0,0 0 0 0 0,0-1 0 0 0,3 1 0 0 0,0-1-54 0 0,0 0 1 0 0,-1 0-1 0 0,1-1 1 0 0,0 0-1 0 0,0 0 0 0 0,0 0 1 0 0,-1-1-1 0 0,1 1 1 0 0,0-1-1 0 0,-1-1 1 0 0,0 1-1 0 0,0-1 1 0 0,1 0-1 0 0,-1 0 1 0 0,6-6-1 0 0,4-5-245 0 0,-2-1 1 0 0,1 0-1 0 0,-2 0 0 0 0,0-2 0 0 0,-1 1 0 0 0,-1-1 0 0 0,0-1 0 0 0,-1 0 1 0 0,-1 0-1 0 0,-1-1 0 0 0,-1 0 0 0 0,6-29 0 0 0,-5 18 541 0 0,-2-1-1 0 0,-2 0 0 0 0,0-1 1 0 0,-2 1-1 0 0,-2 0 1 0 0,-1-1-1 0 0,-7-38 0 0 0,2 31 850 0 0,-3 0-1 0 0,-1 1 1 0 0,-28-66 0 0 0,39 103-1007 0 0,0 0 1 0 0,-1-1 0 0 0,1 1 0 0 0,-1 0-1 0 0,1 0 1 0 0,-1 0 0 0 0,0-1 0 0 0,0 1 0 0 0,1 0-1 0 0,-1 0 1 0 0,0 0 0 0 0,0 0 0 0 0,0 1-1 0 0,0-1 1 0 0,0 0 0 0 0,0 0 0 0 0,0 0 0 0 0,0 1-1 0 0,-2-2 1 0 0,3 3-12 0 0,-1-1 0 0 0,1 0 0 0 0,-1 1 0 0 0,0-1-1 0 0,1 0 1 0 0,-1 1 0 0 0,1-1 0 0 0,-1 1 0 0 0,1-1 0 0 0,0 1 0 0 0,-1-1-1 0 0,1 1 1 0 0,-1-1 0 0 0,1 1 0 0 0,0 0 0 0 0,-1-1 0 0 0,1 1 0 0 0,0 0 0 0 0,0-1-1 0 0,0 1 1 0 0,-1-1 0 0 0,1 1 0 0 0,0 0 0 0 0,0 1 0 0 0,-2 8 164 0 0,1 0-1 0 0,0 0 1 0 0,1 15 0 0 0,5 28 9 0 0,2 0-1 0 0,2-1 1 0 0,3 0-1 0 0,30 84 1 0 0,0-31-117 0 0,63 114 0 0 0,-82-177-1039 0 0,32 42 1 0 0,-40-63 354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7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71 14283 0 0,'0'-1'88'0'0,"-13"-34"1025"0"0,12 34-889 0 0,1-1 0 0 0,-1 1 0 0 0,1-1 0 0 0,0 0 0 0 0,-1 1 0 0 0,1-1 0 0 0,0 1 0 0 0,0-1 0 0 0,0 0 1 0 0,0 1-1 0 0,1-1 0 0 0,-1 0 0 0 0,0 1 0 0 0,1-1 0 0 0,-1 1 0 0 0,1-1 0 0 0,-1 1 0 0 0,1-1 0 0 0,0 1 1 0 0,1-3-1 0 0,10 32 2091 0 0,-8-12-2294 0 0,14 53 162 0 0,3-1 1 0 0,41 90-1 0 0,-53-139-156 0 0,1-1 1 0 0,1 0-1 0 0,0 0 0 0 0,1-1 0 0 0,1-1 0 0 0,0 0 0 0 0,2 0 0 0 0,-1-2 0 0 0,2 0 1 0 0,0 0-1 0 0,1-2 0 0 0,33 20 0 0 0,-45-29-33 0 0,0-1 1 0 0,0 1-1 0 0,0-1 0 0 0,0-1 0 0 0,0 1 1 0 0,0-1-1 0 0,0 0 0 0 0,1 0 1 0 0,-1-1-1 0 0,0 1 0 0 0,1-1 1 0 0,-1 0-1 0 0,0-1 0 0 0,1 1 0 0 0,-1-1 1 0 0,0 0-1 0 0,1 0 0 0 0,8-4 1 0 0,-9 2-2 0 0,-1 1 0 0 0,0-1 0 0 0,0 0 0 0 0,0 0 0 0 0,0 0 0 0 0,0 0 0 0 0,-1-1 0 0 0,1 0 0 0 0,-1 1 0 0 0,0-1 0 0 0,0-1 0 0 0,0 1 0 0 0,-1 0 0 0 0,1-1 0 0 0,-1 1 0 0 0,0-1 0 0 0,-1 0 0 0 0,1 1 0 0 0,-1-1 0 0 0,1-6 0 0 0,0 0-128 0 0,-1 1 0 0 0,-1-1 0 0 0,1 0 0 0 0,-2 0 0 0 0,0 0 0 0 0,0 0 0 0 0,-1 1-1 0 0,0-1 1 0 0,-6-18 0 0 0,-14-20-6282 0 0,10 27-227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7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 11979 0 0,'8'6'7413'0'0,"-4"6"-4840"0"0,0 11-2259 0 0,-4-22-174 0 0,3 15 28 0 0,1 1-1 0 0,1-1 1 0 0,1 0-1 0 0,0-1 1 0 0,0 1-1 0 0,2-1 1 0 0,11 17-1 0 0,-16-26-157 0 0,1-1 0 0 0,0 1 0 0 0,0-1-1 0 0,0 0 1 0 0,1 0 0 0 0,0-1 0 0 0,0 0 0 0 0,0 1-1 0 0,0-2 1 0 0,0 1 0 0 0,1 0 0 0 0,0-1 0 0 0,0 0-1 0 0,0-1 1 0 0,0 1 0 0 0,0-1 0 0 0,0 0 0 0 0,1-1-1 0 0,-1 1 1 0 0,12 0 0 0 0,-16-2 5 0 0,0 0-1 0 0,0 0 1 0 0,1 0-1 0 0,-1-1 1 0 0,0 1-1 0 0,0 0 1 0 0,0-1-1 0 0,0 1 1 0 0,0-1-1 0 0,0 0 1 0 0,0 1-1 0 0,-1-1 1 0 0,1 0 0 0 0,0 0-1 0 0,0 0 1 0 0,-1-1-1 0 0,1 1 1 0 0,0 0-1 0 0,-1-1 1 0 0,1 1-1 0 0,1-4 1 0 0,-1 2-7 0 0,-1 0 0 0 0,0 0 0 0 0,1 0 0 0 0,-1 0 0 0 0,-1 0 0 0 0,1 0 0 0 0,0 0 0 0 0,-1 0-1 0 0,0 0 1 0 0,0 0 0 0 0,0-1 0 0 0,0-5 0 0 0,-2-2-31 0 0,0 1-1 0 0,0-1 1 0 0,-1 1-1 0 0,-1 0 1 0 0,0-1-1 0 0,0 1 0 0 0,-8-13 1 0 0,3 10-18 0 0,-1-1 0 0 0,0 2 1 0 0,0-1-1 0 0,-2 1 0 0 0,1 1 0 0 0,-15-11 1 0 0,20 17-232 0 0,0 0 0 0 0,-1 1 0 0 0,1 0 0 0 0,-1 0 0 0 0,0 1 0 0 0,0-1 0 0 0,0 1 0 0 0,0 1 0 0 0,-1 0 0 0 0,1 0 0 0 0,-1 0 0 0 0,0 1 0 0 0,1 0 0 0 0,-16 0 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8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2 10594 0 0,'-2'0'110'0'0,"0"0"0"0"0,0-1 0 0 0,0 1 0 0 0,-1 0 0 0 0,1 0 0 0 0,0 0 0 0 0,0 0 0 0 0,-1 1 0 0 0,1-1 0 0 0,0 0 0 0 0,0 1 0 0 0,0 0 0 0 0,0-1 0 0 0,0 1 0 0 0,-4 2-1 0 0,4-1 144 0 0,1 0-1 0 0,-1 0 0 0 0,1 1 0 0 0,-1-1 0 0 0,1 0 0 0 0,0 1 0 0 0,0-1 1 0 0,0 1-1 0 0,0-1 0 0 0,0 1 0 0 0,1-1 0 0 0,-1 1 0 0 0,0 4 0 0 0,-2 15 676 0 0,2 1-1 0 0,0 0 1 0 0,1 0 0 0 0,1-1-1 0 0,1 1 1 0 0,6 27-1 0 0,39 134 251 0 0,-44-175-1106 0 0,14 38-96 0 0,2-1-1 0 0,2-1 0 0 0,2-1 0 0 0,51 75 0 0 0,-68-110-124 0 0,6 12-1811 0 0,-1-3-5782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8.4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14 319 2761 0 0,'-1'-1'27'0'0,"0"1"0"0"0,0-1 1 0 0,0 1-1 0 0,0-1 1 0 0,0 0-1 0 0,0 0 0 0 0,1 1 1 0 0,-1-1-1 0 0,0 0 0 0 0,1 0 1 0 0,-1 0-1 0 0,0 0 1 0 0,1 0-1 0 0,-1 0 0 0 0,1 0 1 0 0,0 0-1 0 0,-1 0 1 0 0,1 0-1 0 0,0 0 0 0 0,0 0 1 0 0,-1 0-1 0 0,1 0 1 0 0,0 0-1 0 0,0 0 0 0 0,0 0 1 0 0,0 0-1 0 0,0 0 0 0 0,1-1 1 0 0,-1 1-1 0 0,0 0 1 0 0,0 0-1 0 0,1 0 0 0 0,-1 0 1 0 0,0 0-1 0 0,1 0 1 0 0,-1 0-1 0 0,1 0 0 0 0,0 0 1 0 0,1-1-1 0 0,2-3 274 0 0,1 1 0 0 0,1 0 0 0 0,-1 0 0 0 0,1 0-1 0 0,9-4 1 0 0,-2 0-129 0 0,65-34 1998 0 0,97-38-1 0 0,-39 20-42 0 0,-104 43-1953 0 0,-21 11 125 0 0,0-1 0 0 0,1 2 1 0 0,0 0-1 0 0,0 0 0 0 0,0 1 0 0 0,0 0 0 0 0,1 1 1 0 0,12-1-1 0 0,-24 4-193 0 0,0 0 1 0 0,1 0-1 0 0,-1 1 1 0 0,0-1-1 0 0,0 1 1 0 0,0-1-1 0 0,0 1 1 0 0,0-1-1 0 0,0 1 1 0 0,0-1-1 0 0,0 1 1 0 0,0 0-1 0 0,0 0 1 0 0,0-1-1 0 0,0 1 0 0 0,0 0 1 0 0,-1 0-1 0 0,1 0 1 0 0,0 0-1 0 0,-1 0 1 0 0,1 0-1 0 0,-1 0 1 0 0,1 0-1 0 0,-1 0 1 0 0,1 1-1 0 0,-1-1 1 0 0,0 0-1 0 0,1 0 1 0 0,-1 0-1 0 0,0 0 1 0 0,0 1-1 0 0,0-1 0 0 0,0 0 1 0 0,0 2-1 0 0,-3 48 1067 0 0,2-43-879 0 0,-12 76 226 0 0,6-49-24 0 0,-3 49 1 0 0,9-74-445 0 0,1 0 1 0 0,0 0-1 0 0,1-1 1 0 0,0 1-1 0 0,1 0 1 0 0,0 0-1 0 0,0-1 1 0 0,1 1-1 0 0,7 14 1 0 0,-10-23-52 0 0,1 1 1 0 0,0-1 0 0 0,-1 0-1 0 0,1 0 1 0 0,0 0 0 0 0,0 0-1 0 0,0 1 1 0 0,0-1 0 0 0,0 0-1 0 0,0 0 1 0 0,0-1 0 0 0,0 1-1 0 0,0 0 1 0 0,0 0-1 0 0,1 0 1 0 0,-1-1 0 0 0,0 1-1 0 0,1-1 1 0 0,-1 1 0 0 0,0-1-1 0 0,1 1 1 0 0,-1-1 0 0 0,0 0-1 0 0,2 0 1 0 0,0 0 6 0 0,1 0 1 0 0,-1-1-1 0 0,0 1 0 0 0,0-1 1 0 0,0 0-1 0 0,0 0 1 0 0,0 0-1 0 0,0 0 0 0 0,-1 0 1 0 0,5-3-1 0 0,5-4 29 0 0,0 0 1 0 0,-1-1-1 0 0,17-17 1 0 0,26-38 9 0 0,-44 50 78 0 0,2-1-1 0 0,0 2 0 0 0,0-1 0 0 0,1 2 1 0 0,22-17-1 0 0,-34 28-94 0 0,1 0 0 0 0,-1 0-1 0 0,1 1 1 0 0,-1-1 0 0 0,1 0 0 0 0,0 1 0 0 0,-1-1-1 0 0,1 1 1 0 0,0-1 0 0 0,-1 1 0 0 0,1 0 0 0 0,0 0-1 0 0,-1 0 1 0 0,1 0 0 0 0,0 0 0 0 0,0 0 0 0 0,-1 0-1 0 0,1 0 1 0 0,0 1 0 0 0,-1-1 0 0 0,1 1 0 0 0,0-1-1 0 0,-1 1 1 0 0,1 0 0 0 0,-1-1 0 0 0,1 1 0 0 0,-1 0-1 0 0,1 0 1 0 0,-1 0 0 0 0,1 0 0 0 0,-1 1 0 0 0,2 1-1 0 0,4 5 126 0 0,0 1-1 0 0,-1 0 0 0 0,0 0 0 0 0,7 15 0 0 0,6 8-20 0 0,-14-26-221 0 0,1 0 0 0 0,0 0 0 0 0,0 0 0 0 0,1 0-1 0 0,-1-1 1 0 0,1 0 0 0 0,9 4 0 0 0,5 2-476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8.8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0,'20'47'7452'0'0,"-12"-19"-6182"0"0,-1-1-1 0 0,5 38 1 0 0,-9-42-1762 0 0,1 1 1 0 0,1-1-1 0 0,2 0 0 0 0,10 26 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8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36 11522 0 0,'-2'-4'1025'0'0,"2"1"-825"0"0,3 0-200 0 0,0 0 0 0 0,0 0 368 0 0,0 1 32 0 0,2 1 8 0 0,2-2 0 0 0,5-2 232 0 0,2 1 56 0 0,1 1 8 0 0,0 1 1 0 0,-4 4-481 0 0,-2 4-96 0 0,-5 4-24 0 0,-2 20-3209 0 0,-5 4-640 0 0,-2 0-128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9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8290 0 0,'26'31'3394'0'0,"-7"-7"-1871"0"0,0 2 0 0 0,22 43 1 0 0,-22-36 59 0 0,27 36 0 0 0,-45-68-1595 0 0,-1-1 1 0 0,0 1-1 0 0,1-1 0 0 0,-1 1 0 0 0,0 0 0 0 0,1-1 0 0 0,-1 1 1 0 0,1-1-1 0 0,-1 1 0 0 0,1-1 0 0 0,-1 1 0 0 0,1-1 0 0 0,-1 0 1 0 0,1 1-1 0 0,0-1 0 0 0,-1 0 0 0 0,1 1 0 0 0,-1-1 1 0 0,1 0-1 0 0,0 0 0 0 0,-1 1 0 0 0,1-1 0 0 0,0 0 0 0 0,0 0 1 0 0,-1 0-1 0 0,1 0 0 0 0,0 0 0 0 0,-1 0 0 0 0,1 0 0 0 0,0 0 1 0 0,-1 0-1 0 0,1 0 0 0 0,0-1 0 0 0,-1 1 0 0 0,1 0 0 0 0,0 0 1 0 0,-1-1-1 0 0,1 1 0 0 0,-1 0 0 0 0,1-1 0 0 0,0 1 1 0 0,-1-1-1 0 0,1 1 0 0 0,-1 0 0 0 0,1-1 0 0 0,-1 1 0 0 0,1-1 1 0 0,-1 0-1 0 0,0 1 0 0 0,1-1 0 0 0,-1 1 0 0 0,0-1 0 0 0,1 0 1 0 0,-1 1-1 0 0,0-1 0 0 0,1 0 0 0 0,3-9-251 0 0,0 0 0 0 0,0 0 0 0 0,2-13 0 0 0,0 2 50 0 0,0 8 337 0 0,0 0 0 0 0,0 0 0 0 0,2 1 0 0 0,-1 0 0 0 0,2 0 0 0 0,13-15 0 0 0,-19 23 70 0 0,1-1-1 0 0,1 1 1 0 0,-1 0 0 0 0,1 0-1 0 0,-1 1 1 0 0,1 0 0 0 0,0-1-1 0 0,0 2 1 0 0,0-1 0 0 0,1 0-1 0 0,-1 1 1 0 0,1 0 0 0 0,-1 1-1 0 0,1-1 1 0 0,0 1 0 0 0,0 0-1 0 0,0 0 1 0 0,8 0 0 0 0,-11 2-142 0 0,0-1 1 0 0,0 1-1 0 0,-1 0 1 0 0,1 0-1 0 0,0 0 0 0 0,0 0 1 0 0,-1 0-1 0 0,1 0 1 0 0,0 1-1 0 0,-1-1 1 0 0,1 1-1 0 0,-1 0 1 0 0,0 0-1 0 0,0 0 1 0 0,0 0-1 0 0,0 0 0 0 0,3 4 1 0 0,3 5-75 0 0,-1 0 0 0 0,10 22 0 0 0,0-1-599 0 0,-5-13-164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9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12443 0 0,'3'3'531'0'0,"-1"1"1"0"0,1 0-1 0 0,-1-1 1 0 0,1 1 0 0 0,-1 0-1 0 0,-1 0 1 0 0,1 0-1 0 0,0 0 1 0 0,-1 0 0 0 0,1 8-1 0 0,7 49 2180 0 0,-6-28-2145 0 0,6 31-33 0 0,2 0-1 0 0,3-1 1 0 0,27 75-1 0 0,-27-100-803 0 0,-5-12-1538 0 0,20 39 0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19.8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 7834 0 0,'1'-1'108'0'0,"1"-1"1"0"0,-1 1 0 0 0,1 0 0 0 0,-1 0 0 0 0,1-1-1 0 0,0 1 1 0 0,-1 0 0 0 0,1 1 0 0 0,0-1-1 0 0,0 0 1 0 0,0 0 0 0 0,-1 1 0 0 0,1-1 0 0 0,4 0-1 0 0,33-3 1567 0 0,-25 3-1285 0 0,0 0 315 0 0,0 0-1 0 0,0 1 0 0 0,0 0 0 0 0,0 1 0 0 0,0 0 0 0 0,0 1 0 0 0,24 7 0 0 0,-34-7-570 0 0,0-1 1 0 0,0 1-1 0 0,-1-1 0 0 0,1 1 0 0 0,-1 0 0 0 0,1 0 0 0 0,-1 1 1 0 0,0-1-1 0 0,0 1 0 0 0,0 0 0 0 0,0-1 0 0 0,0 1 0 0 0,0 1 1 0 0,-1-1-1 0 0,0 0 0 0 0,1 1 0 0 0,-1-1 0 0 0,0 1 0 0 0,-1-1 1 0 0,1 1-1 0 0,-1 0 0 0 0,0 0 0 0 0,1 0 0 0 0,-2 0 0 0 0,1 0 1 0 0,0 0-1 0 0,-1 0 0 0 0,0 0 0 0 0,0 0 0 0 0,0 0 0 0 0,-2 8 1 0 0,1-2-250 0 0,-2 1 0 0 0,0 0 0 0 0,0-1 0 0 0,-1 0 1 0 0,0 0-1 0 0,0 0 0 0 0,-1 0 0 0 0,-1-1 0 0 0,0 1 1 0 0,0-1-1 0 0,-1-1 0 0 0,-10 12 0 0 0,-7 3-7062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0.2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7834 0 0,'1'0'209'0'0,"0"0"-1"0"0,-1-1 1 0 0,1 1 0 0 0,0 0 0 0 0,-1 0 0 0 0,1-1 0 0 0,0 1 0 0 0,-1 0 0 0 0,1 0 0 0 0,0 0 0 0 0,-1 0 0 0 0,1 0 0 0 0,0 0-1 0 0,0 0 1 0 0,-1 0 0 0 0,1 0 0 0 0,0 1 0 0 0,-1-1 0 0 0,1 0 0 0 0,0 0 0 0 0,-1 1 0 0 0,1-1 0 0 0,0 0 0 0 0,-1 1-1 0 0,2 0 1 0 0,11 18 3862 0 0,5 39 606 0 0,-13-39-3822 0 0,0-3-687 0 0,0-1 0 0 0,1-1 0 0 0,1 1 0 0 0,1-1 0 0 0,0-1 0 0 0,11 16 0 0 0,-16-25-176 0 0,1-1 0 0 0,-1 1 0 0 0,0-1-1 0 0,1 1 1 0 0,0-1 0 0 0,0 0 0 0 0,0 0 0 0 0,0-1 0 0 0,0 1 0 0 0,9 2 0 0 0,-10-4-32 0 0,0 0-1 0 0,0-1 1 0 0,0 1 0 0 0,0-1-1 0 0,0 0 1 0 0,0 0 0 0 0,0 0 0 0 0,0 0-1 0 0,0 0 1 0 0,-1-1 0 0 0,1 1-1 0 0,0-1 1 0 0,0 0 0 0 0,0 0-1 0 0,0 0 1 0 0,0 0 0 0 0,-1 0 0 0 0,1-1-1 0 0,3-1 1 0 0,-3 1 0 0 0,-1-1 0 0 0,1 1 0 0 0,0 0 0 0 0,0-1 0 0 0,-1 0 0 0 0,0 1 0 0 0,1-1 0 0 0,-1 0 0 0 0,0 0 0 0 0,0 0 0 0 0,-1 0 0 0 0,3-7 0 0 0,9-43-382 0 0,-12 47 389 0 0,0 0 0 0 0,0 0-1 0 0,0 0 1 0 0,0 0 0 0 0,1 1-1 0 0,0-1 1 0 0,0 0 0 0 0,1 1-1 0 0,0-1 1 0 0,0 1 0 0 0,0 0-1 0 0,0 0 1 0 0,6-6 0 0 0,-8 10 32 0 0,1 0 0 0 0,-1 0 1 0 0,0 0-1 0 0,1 1 0 0 0,-1-1 1 0 0,1 1-1 0 0,-1-1 0 0 0,1 1 0 0 0,-1-1 1 0 0,1 1-1 0 0,0 0 0 0 0,-1 0 1 0 0,1-1-1 0 0,-1 1 0 0 0,1 0 1 0 0,0 1-1 0 0,-1-1 0 0 0,1 0 1 0 0,-1 0-1 0 0,1 1 0 0 0,0-1 1 0 0,-1 1-1 0 0,1-1 0 0 0,-1 1 0 0 0,1 0 1 0 0,-1-1-1 0 0,3 3 0 0 0,5 3 5 0 0,1 1-1 0 0,-1 0 0 0 0,9 8 0 0 0,0 0 41 0 0,-13-11-98 0 0,0 0 1 0 0,0-1-1 0 0,1 0 1 0 0,0 0-1 0 0,-1 0 1 0 0,1 0-1 0 0,0-1 0 0 0,0 0 1 0 0,1-1-1 0 0,-1 1 1 0 0,9 0-1 0 0,-1-2-717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0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61 4609 0 0,'-2'-11'195'0'0,"-13"-38"12250"0"0,19 70-6802 0 0,3 13-5323 0 0,94 267 1116 0 0,-43-130-1769 0 0,-26-101-2437 0 0,-20-45-5036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0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0 119 10138 0 0,'53'-9'3268'0'0,"-24"3"-1756"0"0,217-47 2063 0 0,-63 11-1744 0 0,-149 34-1831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1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286 3 14283 0 0,'-6'-1'295'0'0,"0"1"-1"0"0,0-1 1 0 0,0 1 0 0 0,0 0-1 0 0,-1 0 1 0 0,1 1-1 0 0,0-1 1 0 0,0 1 0 0 0,0 1-1 0 0,0-1 1 0 0,0 1-1 0 0,0 0 1 0 0,0 1 0 0 0,1-1-1 0 0,-1 1 1 0 0,1 0 0 0 0,-6 5-1 0 0,-1 0-22 0 0,0 1 0 0 0,1 1 1 0 0,1 0-1 0 0,0 0 0 0 0,0 1 0 0 0,-10 15 0 0 0,7-6-151 0 0,0 0 0 0 0,2 1 0 0 0,0 1 0 0 0,-11 33 0 0 0,18-43-128 0 0,0-1 1 0 0,1 1-1 0 0,1 0 1 0 0,0 0-1 0 0,0 0 1 0 0,1 0 0 0 0,1 0-1 0 0,0 1 1 0 0,1-1-1 0 0,3 20 1 0 0,-3-29-70 0 0,0 1 0 0 0,0-1-1 0 0,0 1 1 0 0,0-1 0 0 0,1 0 0 0 0,0 1 0 0 0,-1-1 0 0 0,1 0 0 0 0,0 0 0 0 0,1 0 0 0 0,-1 0 0 0 0,0-1 0 0 0,1 1-1 0 0,0 0 1 0 0,-1-1 0 0 0,1 0 0 0 0,0 0 0 0 0,0 0 0 0 0,0 0 0 0 0,1 0 0 0 0,3 1 0 0 0,-4-2-20 0 0,1 0 0 0 0,-1-1 0 0 0,0 1 1 0 0,0-1-1 0 0,0 0 0 0 0,1 0 0 0 0,-1 0 0 0 0,0 0 1 0 0,0-1-1 0 0,1 1 0 0 0,-1-1 0 0 0,0 0 0 0 0,0 0 1 0 0,0 0-1 0 0,0 0 0 0 0,0-1 0 0 0,0 1 0 0 0,0-1 1 0 0,-1 0-1 0 0,1 1 0 0 0,0-1 0 0 0,-1-1 0 0 0,0 1 1 0 0,3-3-1 0 0,3-4 74 0 0,0 0 1 0 0,0-1 0 0 0,-1 0-1 0 0,0 0 1 0 0,-1-1-1 0 0,0 1 1 0 0,7-23 0 0 0,-1-2 278 0 0,8-46-1 0 0,8-24 1204 0 0,-28 103-1388 0 0,1 0 1 0 0,-1 0-1 0 0,1 1 1 0 0,0-1-1 0 0,-1 0 1 0 0,1 1-1 0 0,0-1 1 0 0,0 1-1 0 0,0-1 1 0 0,0 1-1 0 0,1-1 1 0 0,-1 1-1 0 0,0-1 1 0 0,0 1 0 0 0,1 0-1 0 0,-1 0 1 0 0,1 0-1 0 0,-1 0 1 0 0,1 0-1 0 0,0 0 1 0 0,2-1-1 0 0,-3 2-33 0 0,1 0 0 0 0,-1 1 0 0 0,0-1 1 0 0,1 0-1 0 0,-1 1 0 0 0,1-1 0 0 0,-1 1 0 0 0,0-1 0 0 0,1 1 0 0 0,-1 0 0 0 0,0-1 0 0 0,0 1 0 0 0,0 0 0 0 0,1 0 0 0 0,-1 0 1 0 0,0 0-1 0 0,0 0 0 0 0,0 0 0 0 0,0 0 0 0 0,-1 1 0 0 0,1-1 0 0 0,0 0 0 0 0,0 0 0 0 0,-1 1 0 0 0,1-1 0 0 0,-1 0 0 0 0,1 3 0 0 0,37 88 967 0 0,-23-52-1117 0 0,19 36 0 0 0,-27-64 45 0 0,0 0-1 0 0,0 0 1 0 0,1-1-1 0 0,1 0 1 0 0,0 0-1 0 0,1-1 1 0 0,11 10 0 0 0,-19-19 39 0 0,-1 1 1 0 0,1 0 0 0 0,0-1-1 0 0,0 0 1 0 0,0 1 0 0 0,0-1-1 0 0,0 0 1 0 0,0 0 0 0 0,0 0-1 0 0,1 0 1 0 0,-1-1 0 0 0,0 1-1 0 0,0 0 1 0 0,1-1 0 0 0,-1 0-1 0 0,0 1 1 0 0,1-1 0 0 0,-1 0-1 0 0,3-1 1 0 0,-3 1 6 0 0,-1-1 0 0 0,1 0 0 0 0,0 0 0 0 0,0 0 0 0 0,-1 0 0 0 0,1-1 0 0 0,0 1 0 0 0,-1 0 0 0 0,1-1 0 0 0,-1 1 0 0 0,0-1 0 0 0,0 0 0 0 0,1 1 0 0 0,-1-1 0 0 0,0 0 0 0 0,0 0 0 0 0,0 0 0 0 0,-1 1 0 0 0,1-1 0 0 0,0 0 0 0 0,0-4 0 0 0,4-9 23 0 0,48-133 210 0 0,-46 133-185 0 0,0 1 0 0 0,2-1 0 0 0,-1 1 0 0 0,2 0 0 0 0,0 1 0 0 0,0 0 0 0 0,17-15 0 0 0,-25 26-10 0 0,0 1 0 0 0,-1-1 0 0 0,1 1 0 0 0,0-1 0 0 0,0 1-1 0 0,0-1 1 0 0,0 1 0 0 0,0 0 0 0 0,0 0 0 0 0,0 0 0 0 0,1 0 0 0 0,-1 1 0 0 0,0-1 0 0 0,0 1 0 0 0,1-1 0 0 0,-1 1 0 0 0,1 0 0 0 0,-1-1 0 0 0,0 1 0 0 0,1 1 0 0 0,-1-1 0 0 0,4 1 0 0 0,-3 0 16 0 0,0 0 1 0 0,-1 1-1 0 0,1-1 0 0 0,-1 1 1 0 0,1 0-1 0 0,-1 0 1 0 0,0 0-1 0 0,0 0 0 0 0,0 0 1 0 0,0 0-1 0 0,0 1 1 0 0,-1-1-1 0 0,1 1 0 0 0,-1-1 1 0 0,1 1-1 0 0,-1 0 1 0 0,2 4-1 0 0,15 53 369 0 0,-14-42-378 0 0,1 0-1 0 0,12 26 0 0 0,-15-40-68 0 0,0 1-1 0 0,1 0 1 0 0,0-1 0 0 0,0 0 0 0 0,0 0-1 0 0,0 1 1 0 0,1-2 0 0 0,0 1-1 0 0,-1 0 1 0 0,1-1 0 0 0,1 0-1 0 0,-1 0 1 0 0,7 4 0 0 0,-10-7 50 0 0,0 0-1 0 0,0 1 1 0 0,0-1 0 0 0,-1 0-1 0 0,1 0 1 0 0,0 0 0 0 0,0 0-1 0 0,0 0 1 0 0,0-1 0 0 0,0 1-1 0 0,0 0 1 0 0,0 0 0 0 0,-1-1-1 0 0,1 1 1 0 0,0 0 0 0 0,0-1-1 0 0,0 1 1 0 0,-1 0 0 0 0,1-1-1 0 0,0 1 1 0 0,0-1 0 0 0,-1 0-1 0 0,1 1 1 0 0,0-1 0 0 0,-1 0-1 0 0,1 1 1 0 0,-1-1 0 0 0,1 0-1 0 0,0-1 1 0 0,18-29 462 0 0,-13 20-589 0 0,6-9 39 0 0,50-74-12 0 0,-54 84 96 0 0,1-1-1 0 0,0 1 1 0 0,0 1-1 0 0,1 0 1 0 0,0 0-1 0 0,14-8 1 0 0,-22 16 10 0 0,-1-1 0 0 0,1 1 0 0 0,0 0 0 0 0,-1 0 0 0 0,1 0 0 0 0,0 0 0 0 0,0 0 0 0 0,0 1 0 0 0,0-1 0 0 0,0 1 0 0 0,0-1-1 0 0,0 1 1 0 0,0 0 0 0 0,0-1 0 0 0,0 1 0 0 0,0 0 0 0 0,0 0 0 0 0,0 0 0 0 0,0 1 0 0 0,0-1 0 0 0,0 1 0 0 0,-1-1 0 0 0,1 1 0 0 0,0-1 0 0 0,0 1 0 0 0,2 1 0 0 0,-1 1 14 0 0,-1-1 0 0 0,1 1 0 0 0,-1 0 0 0 0,0-1 0 0 0,0 1 0 0 0,0 0 0 0 0,0 0-1 0 0,-1 1 1 0 0,1-1 0 0 0,-1 0 0 0 0,0 1 0 0 0,0-1 0 0 0,0 0 0 0 0,0 4 0 0 0,1 1-79 0 0,2 12 128 0 0,1 0 0 0 0,13 30 1 0 0,-15-44-450 0 0,0 1-1 0 0,1 0 1 0 0,0-1 0 0 0,0 0-1 0 0,1 0 1 0 0,6 7 0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2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294 371 10594 0 0,'-1'-2'289'0'0,"-1"0"0"0"0,0 0 0 0 0,0 1 0 0 0,1-1-1 0 0,-1 0 1 0 0,0 1 0 0 0,-1-1 0 0 0,1 1 0 0 0,0 0 0 0 0,0 0 0 0 0,-1 0-1 0 0,1 0 1 0 0,0 0 0 0 0,-1 0 0 0 0,1 1 0 0 0,-1-1 0 0 0,1 1-1 0 0,-1-1 1 0 0,1 1 0 0 0,-4 0 0 0 0,-4 0 707 0 0,1 0 0 0 0,-1 0-1 0 0,-19 4 1 0 0,20-2-850 0 0,0 1 1 0 0,0 1-1 0 0,0 0 1 0 0,0 0-1 0 0,1 1 0 0 0,0 0 1 0 0,0 0-1 0 0,0 1 0 0 0,0 0 1 0 0,1 0-1 0 0,0 1 0 0 0,1 0 1 0 0,-1 0-1 0 0,1 1 0 0 0,1 0 1 0 0,-10 15-1 0 0,8-10-128 0 0,0-1 1 0 0,1 2-1 0 0,0-1 0 0 0,1 1 0 0 0,1 0 1 0 0,0 0-1 0 0,1 0 0 0 0,0 0 0 0 0,1 1 0 0 0,0 21 1 0 0,2-32-29 0 0,1 1 0 0 0,-1 0 1 0 0,1-1-1 0 0,0 1 1 0 0,0 0-1 0 0,1-1 0 0 0,-1 0 1 0 0,1 1-1 0 0,0-1 0 0 0,0 0 1 0 0,0 0-1 0 0,1 0 1 0 0,-1 0-1 0 0,1 0 0 0 0,6 5 1 0 0,-8-7-71 0 0,1-1 0 0 0,0 1 1 0 0,1-1-1 0 0,-1 1 0 0 0,0-1 1 0 0,0 0-1 0 0,1 0 1 0 0,-1 0-1 0 0,0 0 0 0 0,1 0 1 0 0,-1-1-1 0 0,1 1 0 0 0,-1-1 1 0 0,1 1-1 0 0,-1-1 0 0 0,1 0 1 0 0,-1 0-1 0 0,1 0 0 0 0,0-1 1 0 0,-1 1-1 0 0,1 0 0 0 0,-1-1 1 0 0,1 0-1 0 0,-1 1 0 0 0,0-1 1 0 0,1 0-1 0 0,-1-1 0 0 0,0 1 1 0 0,0 0-1 0 0,3-2 0 0 0,8-6-547 0 0,0-1 1 0 0,-1-1-1 0 0,0 0 0 0 0,0 0 0 0 0,-1-1 0 0 0,-1-1 0 0 0,0 0 0 0 0,9-17 0 0 0,0-2-576 0 0,-1-2-1 0 0,18-48 1 0 0,-28 59 988 0 0,0-1 1 0 0,-2 0-1 0 0,-1-1 1 0 0,-1 0-1 0 0,-1 1 1 0 0,-1-43-1 0 0,-2 44 1089 0 0,-2 1 0 0 0,0-1 1 0 0,-2 1-1 0 0,0 0 0 0 0,-2 0 0 0 0,0 0 0 0 0,-14-30 1 0 0,20 50-689 0 0,-1 0 1 0 0,0 1-1 0 0,0-1 1 0 0,0 0-1 0 0,0 1 1 0 0,0-1-1 0 0,0 1 1 0 0,0 0-1 0 0,0-1 0 0 0,0 1 1 0 0,-1 0-1 0 0,1 0 1 0 0,0 0-1 0 0,-1-1 1 0 0,1 1-1 0 0,-3-1 1 0 0,3 2-120 0 0,0 0 1 0 0,0 1-1 0 0,0-1 0 0 0,0 0 1 0 0,1 0-1 0 0,-1 0 0 0 0,0 1 1 0 0,0-1-1 0 0,0 0 0 0 0,1 1 1 0 0,-1-1-1 0 0,0 1 1 0 0,0-1-1 0 0,1 1 0 0 0,-1-1 1 0 0,0 1-1 0 0,1-1 0 0 0,-1 1 1 0 0,1 0-1 0 0,-1-1 0 0 0,0 1 1 0 0,1 0-1 0 0,0-1 0 0 0,-1 1 1 0 0,1 0-1 0 0,-1 0 1 0 0,1 0-1 0 0,0-1 0 0 0,0 1 1 0 0,-1 0-1 0 0,1 0 0 0 0,0 0 1 0 0,0 0-1 0 0,0 1 0 0 0,-4 15 131 0 0,1 1 0 0 0,0-1 0 0 0,2 0 0 0 0,0 1 0 0 0,1-1 0 0 0,0 1 0 0 0,2-1 0 0 0,0 1 0 0 0,1-1 0 0 0,7 26 0 0 0,9 15 55 0 0,44 94 0 0 0,-34-87-147 0 0,6 14-931 0 0,-9-26-5464 0 0,-4-8-1516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2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1 12875 0 0,'-3'0'121'0'0,"0"1"1"0"0,1 0-1 0 0,-1 0 1 0 0,1 1-1 0 0,0-1 1 0 0,-1 0-1 0 0,1 1 1 0 0,0-1-1 0 0,0 1 0 0 0,0 0 1 0 0,0 0-1 0 0,0 0 1 0 0,0 0-1 0 0,0 0 1 0 0,1 0-1 0 0,-1 1 1 0 0,1-1-1 0 0,-1 0 1 0 0,-1 6-1 0 0,-22 51 2180 0 0,21-46-2042 0 0,1 0 0 0 0,0 0-1 0 0,1 0 1 0 0,0 0 0 0 0,1 0 0 0 0,0 0-1 0 0,1 1 1 0 0,1-1 0 0 0,0 0-1 0 0,1 0 1 0 0,0 0 0 0 0,1 0 0 0 0,5 15-1 0 0,-5-20-204 0 0,1 0-1 0 0,0 0 1 0 0,0 0-1 0 0,1 0 1 0 0,-1-1 0 0 0,2 0-1 0 0,-1 0 1 0 0,1 0-1 0 0,0-1 1 0 0,0 1-1 0 0,1-2 1 0 0,0 1-1 0 0,0-1 1 0 0,0 0-1 0 0,1 0 1 0 0,0-1-1 0 0,0 0 1 0 0,0 0-1 0 0,0-1 1 0 0,14 4-1 0 0,-19-6-50 0 0,0 0 1 0 0,0-1-1 0 0,0 1 0 0 0,0-1 0 0 0,0 1 0 0 0,0-1 0 0 0,0 0 0 0 0,0 0 0 0 0,0-1 0 0 0,1 1 0 0 0,-1-1 0 0 0,0 1 0 0 0,-1-1 0 0 0,1 0 0 0 0,0 0 0 0 0,0 0 0 0 0,0 0 0 0 0,0-1 0 0 0,4-2 0 0 0,-4 1-7 0 0,0-1-1 0 0,0 1 0 0 0,0 0 1 0 0,0-1-1 0 0,-1 1 0 0 0,1-1 0 0 0,-1 0 1 0 0,0 0-1 0 0,0 0 0 0 0,0 0 1 0 0,-1 0-1 0 0,2-6 0 0 0,0-4-42 0 0,-1-1 0 0 0,0 1-1 0 0,-1 0 1 0 0,0-1 0 0 0,-1 1-1 0 0,-1-1 1 0 0,-3-19 0 0 0,1 22-135 0 0,0-1 1 0 0,0 0-1 0 0,-1 1 1 0 0,-1 0-1 0 0,0 0 0 0 0,-1 0 1 0 0,-11-16-1 0 0,13 23-59 0 0,1-1 0 0 0,-2 1 0 0 0,1 0-1 0 0,-1 0 1 0 0,1 0 0 0 0,-2 1 0 0 0,1-1 0 0 0,0 1-1 0 0,-1 1 1 0 0,1-1 0 0 0,-1 1 0 0 0,0 0-1 0 0,0 0 1 0 0,-1 1 0 0 0,1-1 0 0 0,-10-1 0 0 0,-6 2-712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3.4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0 536 14283 0 0,'11'6'1093'0'0,"0"-1"0"0"0,0 1 0 0 0,-1 1 0 0 0,11 9 0 0 0,-17-13-834 0 0,0 1 0 0 0,-1 0 0 0 0,1 1 0 0 0,-1-1 0 0 0,0 0 0 0 0,0 1 0 0 0,-1 0 0 0 0,1 0 0 0 0,-1 0 0 0 0,0 0 0 0 0,2 9 0 0 0,-3-10-230 0 0,0 0 1 0 0,0-1 0 0 0,1 1-1 0 0,-1-1 1 0 0,1 1 0 0 0,-1-1 0 0 0,1 1-1 0 0,0-1 1 0 0,0 0 0 0 0,1 0-1 0 0,-1 0 1 0 0,1 0 0 0 0,5 4-1 0 0,-7-6-57 0 0,1 0-1 0 0,0 0 0 0 0,-1-1 1 0 0,1 1-1 0 0,0-1 0 0 0,0 1 0 0 0,0-1 1 0 0,0 0-1 0 0,-1 0 0 0 0,1 0 0 0 0,0 0 1 0 0,0 0-1 0 0,0 0 0 0 0,0 0 0 0 0,-1-1 1 0 0,1 1-1 0 0,0 0 0 0 0,0-1 1 0 0,0 0-1 0 0,-1 1 0 0 0,1-1 0 0 0,0 0 1 0 0,-1 0-1 0 0,1 0 0 0 0,-1 0 0 0 0,1 0 1 0 0,-1 0-1 0 0,0-1 0 0 0,1 1 0 0 0,1-3 1 0 0,1 0-33 0 0,0 0 0 0 0,-1-1 1 0 0,0 1-1 0 0,0-1 0 0 0,0 1 1 0 0,0-1-1 0 0,-1 0 0 0 0,1 0 1 0 0,1-10-1 0 0,12-54-381 0 0,-4 13-335 0 0,-9 47 569 0 0,-2 5 141 0 0,-1 1 0 0 0,1-1 0 0 0,0 1 0 0 0,0-1 0 0 0,1 1-1 0 0,-1-1 1 0 0,1 1 0 0 0,0 0 0 0 0,-1-1 0 0 0,1 1 0 0 0,1 0 0 0 0,-1 0-1 0 0,0 1 1 0 0,6-6 0 0 0,-8 8 63 0 0,1 0 0 0 0,-1 0 1 0 0,1 0-1 0 0,-1 0 0 0 0,1 0 0 0 0,-1 0 0 0 0,1 0 1 0 0,-1 0-1 0 0,0 0 0 0 0,1 0 0 0 0,-1 0 0 0 0,1 1 0 0 0,-1-1 1 0 0,1 0-1 0 0,-1 0 0 0 0,1 0 0 0 0,-1 1 0 0 0,0-1 1 0 0,1 0-1 0 0,-1 0 0 0 0,0 1 0 0 0,1-1 0 0 0,-1 0 0 0 0,0 1 1 0 0,1-1-1 0 0,-1 0 0 0 0,0 1 0 0 0,1-1 0 0 0,-1 0 1 0 0,0 1-1 0 0,0-1 0 0 0,0 1 0 0 0,1-1 0 0 0,-1 1 0 0 0,0-1 1 0 0,0 1-1 0 0,0-1 0 0 0,0 0 0 0 0,0 2 0 0 0,5 21 58 0 0,-5-18-22 0 0,5 25 625 0 0,-3-10-212 0 0,1-1 0 0 0,1 0 0 0 0,11 33 0 0 0,-14-49-471 0 0,0 1 0 0 0,1-1 0 0 0,-1 0 0 0 0,1 0 0 0 0,-1 0 0 0 0,1 0 0 0 0,0 0 0 0 0,0 0 0 0 0,1 0 1 0 0,-1-1-1 0 0,1 1 0 0 0,-1-1 0 0 0,1 1 0 0 0,0-1 0 0 0,-1 0 0 0 0,1 0 0 0 0,1-1 0 0 0,-1 1 0 0 0,0 0 0 0 0,0-1 0 0 0,0 0 0 0 0,1 0 1 0 0,-1 0-1 0 0,1 0 0 0 0,-1 0 0 0 0,7 0 0 0 0,-3-2-241 0 0,-1 0 0 0 0,0 0 0 0 0,1 0 0 0 0,-1-1 0 0 0,0 0 0 0 0,0 0 0 0 0,0-1 0 0 0,0 0 0 0 0,-1 0 0 0 0,1 0 0 0 0,-1 0 0 0 0,1-1 0 0 0,5-6 0 0 0,9-8-1104 0 0,32-36 0 0 0,-43 44 1003 0 0,20-22-1754 0 0,-2-1 1 0 0,-1-2-1 0 0,-2-1 1 0 0,37-71-1 0 0,-52 86 2027 0 0,-1 0 0 0 0,0 0 0 0 0,-2-1-1 0 0,5-31 1 0 0,-9 35 1483 0 0,0 0-1 0 0,-1 0 0 0 0,-1 0 0 0 0,-1 0 1 0 0,-1 0-1 0 0,-4-22 0 0 0,6 39-1162 0 0,0 0-1 0 0,0 0 0 0 0,0 0 0 0 0,0 1 0 0 0,0-1 0 0 0,0 0 1 0 0,-1 0-1 0 0,1 0 0 0 0,0 0 0 0 0,-1 0 0 0 0,1 1 0 0 0,0-1 1 0 0,-1 0-1 0 0,1 0 0 0 0,-1 1 0 0 0,1-1 0 0 0,-1 0 1 0 0,1 0-1 0 0,-1 1 0 0 0,0-1 0 0 0,1 1 0 0 0,-1-1 0 0 0,0 1 1 0 0,0-1-1 0 0,1 1 0 0 0,-1-1 0 0 0,0 1 0 0 0,0-1 0 0 0,-1 1 1 0 0,1 0-90 0 0,0 1 1 0 0,0-1-1 0 0,0 1 1 0 0,1-1-1 0 0,-1 1 1 0 0,0 0-1 0 0,0 0 1 0 0,1-1-1 0 0,-1 1 1 0 0,1 0-1 0 0,-1 0 1 0 0,1 0-1 0 0,-1 0 1 0 0,1 0-1 0 0,-1 0 1 0 0,1-1-1 0 0,0 1 1 0 0,-1 0-1 0 0,1 0 1 0 0,0 0-1 0 0,0 0 1 0 0,0 0-1 0 0,0 0 0 0 0,0 0 1 0 0,0 0-1 0 0,0 2 1 0 0,1 29 186 0 0,1 0 1 0 0,2 0-1 0 0,1 0 0 0 0,2-1 1 0 0,16 51-1 0 0,6 25 16 0 0,-25-86-738 0 0,52 196 889 0 0,-45-188-3968 0 0,16 30 0 0 0,-12-31-4495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3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26 10594 0 0,'-21'4'1568'0'0,"31"-2"1277"0"0,36-1 8 0 0,92-16-702 0 0,-5-1-4536 0 0,-97 15 1363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4.0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14283 0 0,'-1'2'349'0'0,"1"1"0"0"0,0-1-1 0 0,-1 0 1 0 0,1 1 0 0 0,0-1 0 0 0,1 1 0 0 0,-1-1-1 0 0,0 0 1 0 0,1 1 0 0 0,0 2 0 0 0,35 118 4835 0 0,27 58-4371 0 0,-44-128-215 0 0,-11-30-642 0 0,-5-12-105 0 0,0 0 0 0 0,1 0 0 0 0,0-1 0 0 0,1 1 0 0 0,0-1 0 0 0,1 0 0 0 0,0 0 0 0 0,0-1 0 0 0,9 10 0 0 0,-15-19 84 0 0,0 0 1 0 0,1 0-1 0 0,-1 1 0 0 0,0-1 1 0 0,0 0-1 0 0,1 0 0 0 0,-1 0 1 0 0,0 0-1 0 0,0 0 1 0 0,1 0-1 0 0,-1 0 0 0 0,0 0 1 0 0,0 0-1 0 0,1 1 0 0 0,-1-1 1 0 0,0 0-1 0 0,0 0 0 0 0,1 0 1 0 0,-1-1-1 0 0,0 1 0 0 0,0 0 1 0 0,1 0-1 0 0,-1 0 1 0 0,0 0-1 0 0,0 0 0 0 0,1 0 1 0 0,-1 0-1 0 0,0 0 0 0 0,0 0 1 0 0,1-1-1 0 0,-1 1 0 0 0,0 0 1 0 0,0 0-1 0 0,0 0 0 0 0,1 0 1 0 0,-1-1-1 0 0,0 1 1 0 0,0 0-1 0 0,0 0 0 0 0,0 0 1 0 0,1-1-1 0 0,-1 1 0 0 0,0 0 1 0 0,0 0-1 0 0,0-1 0 0 0,0 1 1 0 0,0 0-1 0 0,0 0 0 0 0,0-1 1 0 0,0 1-1 0 0,0 0 1 0 0,0-1-1 0 0,2-6-1198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4.1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1 145 3225 0 0,'-1'-5'233'0'0,"1"0"0"0"0,0 1 0 0 0,0-1 0 0 0,1 1 0 0 0,-1-1 0 0 0,1 1 0 0 0,0-1 0 0 0,0 1 0 0 0,1-1-1 0 0,-1 1 1 0 0,1 0 0 0 0,0 0 0 0 0,0 0 0 0 0,0 0 0 0 0,6-7 0 0 0,-2 4 558 0 0,0 1-1 0 0,0 1 0 0 0,1-1 1 0 0,0 1-1 0 0,-1 0 0 0 0,2 0 1 0 0,13-6-1 0 0,-13 8-372 0 0,0 0 0 0 0,0 0 0 0 0,1 1 1 0 0,-1 0-1 0 0,1 0 0 0 0,0 1 0 0 0,-1 0 0 0 0,1 1 0 0 0,0-1 1 0 0,-1 2-1 0 0,1-1 0 0 0,0 2 0 0 0,14 2 0 0 0,-19-3-308 0 0,0 0 0 0 0,-1 0 0 0 0,1 0 0 0 0,0 1 0 0 0,0-1 0 0 0,-1 1 0 0 0,1 0 0 0 0,-1 0 1 0 0,1 1-1 0 0,-1-1 0 0 0,0 1 0 0 0,0-1 0 0 0,0 1 0 0 0,0 0 0 0 0,0 0 0 0 0,-1 0 0 0 0,1 0 0 0 0,-1 1 0 0 0,0-1 0 0 0,0 1 0 0 0,0 0 0 0 0,0-1 0 0 0,-1 1 0 0 0,0 0 0 0 0,0 0 0 0 0,0 0 0 0 0,0 0 0 0 0,0 0 0 0 0,-1 0 0 0 0,1 0 0 0 0,-1 5 0 0 0,-1-4-76 0 0,0 0-1 0 0,-1 0 1 0 0,1 0-1 0 0,-1 0 0 0 0,0 0 1 0 0,0 0-1 0 0,0-1 1 0 0,-1 1-1 0 0,1-1 1 0 0,-1 1-1 0 0,0-1 1 0 0,-1 0-1 0 0,1 0 0 0 0,-1 0 1 0 0,0-1-1 0 0,1 1 1 0 0,-2-1-1 0 0,1 0 1 0 0,0 0-1 0 0,-7 3 1 0 0,-8 5-389 0 0,-1-2 0 0 0,1 0 1 0 0,-32 10-1 0 0,21-11-4982 0 0,3-1-1794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4.5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0,'25'2'867'0'0,"-21"-1"-215"0"0,-1 0-1 0 0,1-1 0 0 0,-1 2 1 0 0,0-1-1 0 0,0 0 1 0 0,1 1-1 0 0,-1-1 0 0 0,0 1 1 0 0,0 0-1 0 0,-1 0 0 0 0,1 0 1 0 0,0 0-1 0 0,-1 1 0 0 0,1-1 1 0 0,-1 1-1 0 0,4 4 0 0 0,7 22 846 0 0,-10-12-984 0 0,0-1-1 0 0,-2 1 1 0 0,1-1 0 0 0,-2 18 0 0 0,-1-22-469 0 0,0-1-1 0 0,2 1 1 0 0,-1-1 0 0 0,1 1 0 0 0,1-1 0 0 0,0 1-1 0 0,1-1 1 0 0,0 0 0 0 0,1 0 0 0 0,8 18 0 0 0,-11-27-54 0 0,0-1 1 0 0,0 1 0 0 0,0 0 0 0 0,0-1 0 0 0,0 1 0 0 0,1-1-1 0 0,-1 1 1 0 0,0-1 0 0 0,1 0 0 0 0,-1 1 0 0 0,1-1 0 0 0,0 0-1 0 0,-1 0 1 0 0,1 0 0 0 0,0 0 0 0 0,0-1 0 0 0,-1 1 0 0 0,1 0-1 0 0,0-1 1 0 0,0 1 0 0 0,0-1 0 0 0,0 0 0 0 0,3 1 0 0 0,-2-2-25 0 0,1 1 1 0 0,-1-1-1 0 0,0 0 1 0 0,0 0-1 0 0,0 0 1 0 0,0-1-1 0 0,0 1 1 0 0,0-1 0 0 0,0 1-1 0 0,0-1 1 0 0,0 0-1 0 0,4-4 1 0 0,4-5-144 0 0,-1 0 1 0 0,0-1 0 0 0,0 0 0 0 0,14-26-1 0 0,-13 16-484 0 0,-1 0 0 0 0,13-39 0 0 0,-14 34 210 0 0,15-34-1 0 0,-24 61 490 0 0,1-1-1 0 0,-1 1 1 0 0,0-1 0 0 0,0 1-1 0 0,1-1 1 0 0,-1 1-1 0 0,0-1 1 0 0,1 1-1 0 0,-1-1 1 0 0,0 1-1 0 0,1-1 1 0 0,-1 1 0 0 0,1-1-1 0 0,-1 1 1 0 0,1-1-1 0 0,-1 1 1 0 0,1 0-1 0 0,-1 0 1 0 0,1-1-1 0 0,-1 1 1 0 0,1 0 0 0 0,0 0-1 0 0,-1-1 1 0 0,1 1-1 0 0,-1 0 1 0 0,1 0-1 0 0,0 0 1 0 0,-1 0-1 0 0,1 0 1 0 0,-1 0-1 0 0,1 0 1 0 0,0 0 0 0 0,-1 0-1 0 0,1 0 1 0 0,-1 0-1 0 0,1 0 1 0 0,0 1-1 0 0,-1-1 1 0 0,1 0-1 0 0,-1 0 1 0 0,1 1 0 0 0,-1-1-1 0 0,1 0 1 0 0,-1 1-1 0 0,1-1 1 0 0,-1 0-1 0 0,1 1 1 0 0,-1-1-1 0 0,1 1 1 0 0,-1-1 0 0 0,0 1-1 0 0,1-1 1 0 0,-1 1-1 0 0,0-1 1 0 0,1 1-1 0 0,-1-1 1 0 0,0 2-1 0 0,24 39 1419 0 0,-20-32-1342 0 0,4 7-69 0 0,3 6 215 0 0,1 0 0 0 0,1-1 0 0 0,27 35 0 0 0,-36-52-450 0 0,0 1 0 0 0,1-1 0 0 0,-1 0 0 0 0,1 0 0 0 0,0 0 0 0 0,0 0 0 0 0,0-1 0 0 0,0 0 1 0 0,1 0-1 0 0,-1 0 0 0 0,1-1 0 0 0,0 0 0 0 0,0 0 0 0 0,0 0 0 0 0,0-1 0 0 0,0 0 0 0 0,0 0 0 0 0,0 0 0 0 0,0-1 0 0 0,11-1 1 0 0,3-2-7042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4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92 5065 0 0,'0'-21'678'0'0,"3"-23"5379"0"0,2 17 3041 0 0,-5 36-7263 0 0,1 71-756 0 0,18 130 1 0 0,-11-163-1044 0 0,2-1 0 0 0,3 1 1 0 0,1-2-1 0 0,22 49 0 0 0,-8-35-966 0 0,1-1 0 0 0,62 87 0 0 0,-73-120 156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4.9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14283 0 0,'3'2'179'0'0,"0"0"1"0"0,0 0-1 0 0,0 0 0 0 0,0-1 1 0 0,0 1-1 0 0,0-1 0 0 0,0 0 0 0 0,0 0 1 0 0,1 0-1 0 0,-1 0 0 0 0,0-1 1 0 0,1 0-1 0 0,-1 1 0 0 0,1-1 0 0 0,3 0 1 0 0,56-6 1648 0 0,-49 4-1621 0 0,26-5 417 0 0,68-22 0 0 0,-22 5-2551 0 0,-55 18 1663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5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14283 0 0,'0'5'1272'0'0,"0"-2"-1016"0"0,2 0-256 0 0,-1-3 0 0 0,1-2-240 0 0,2 2 80 0 0,-4-3-8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7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93 10594 0 0,'-1'-10'752'0'0,"0"0"-1"0"0,1 0 0 0 0,0 0 0 0 0,1 0 1 0 0,2-13-1 0 0,0 3 607 0 0,-24 216 3828 0 0,-4 284-4555 0 0,14 187-622 0 0,1-100-351 0 0,32 1 179 0 0,78 723 267 0 0,-66-366 1136 0 0,-21-307-323 0 0,-11-575-1199 0 0,2 27 470 0 0,5-26-7143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8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6 675 5065 0 0,'0'0'23'0'0,"0"0"0"0"0,0 0 0 0 0,-1-1 0 0 0,1 1 0 0 0,0 0 0 0 0,0 0 1 0 0,-1 0-1 0 0,1 0 0 0 0,0 0 0 0 0,0 0 0 0 0,-1 0 0 0 0,1 0 0 0 0,0-1 0 0 0,0 1 0 0 0,-1 0 0 0 0,1 0 0 0 0,0 0 0 0 0,0 0 0 0 0,0-1 0 0 0,0 1 0 0 0,-1 0 0 0 0,1 0 1 0 0,0-1-1 0 0,0 1 0 0 0,0 0 0 0 0,0 0 0 0 0,0 0 0 0 0,0-1 0 0 0,-1 1 0 0 0,1 0 0 0 0,0-1 0 0 0,0 1 0 0 0,0 0 0 0 0,0 0 0 0 0,0-1 0 0 0,0 1 0 0 0,0 0 1 0 0,0 0-1 0 0,0-1 0 0 0,0 1 0 0 0,1 0 0 0 0,-1 0 0 0 0,0-1 0 0 0,0 1 0 0 0,0 0 0 0 0,0 0 0 0 0,0-1 0 0 0,14-12 1011 0 0,21-5 1018 0 0,14 6-478 0 0,-1 2 0 0 0,99-7 1 0 0,-43 7-1094 0 0,495-29-620 0 0,400-12 2412 0 0,1293-106 2368 0 0,-1727 138-3673 0 0,388-24-365 0 0,-233-14-470 0 0,-561 45-133 0 0,260-28 0 0 0,-308 25-17 0 0,4 1-47 0 0,-1-5 0 0 0,120-37 0 0 0,-208 48-47 0 0,-11 5-521 0 0,-1-1 0 0 0,0-1 1 0 0,0-1-1 0 0,-1 0 0 0 0,0 0 0 0 0,17-12 1 0 0,-23 12-868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28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4 3225 0 0,'-36'-4'2377'0'0,"34"4"-1836"0"0,0 0 0 0 0,1 0 1 0 0,-1 1-1 0 0,0-1 0 0 0,1 0 1 0 0,-1 1-1 0 0,1-1 0 0 0,-1 1 0 0 0,1-1 1 0 0,-1 1-1 0 0,1 0 0 0 0,-1 0 1 0 0,1-1-1 0 0,-1 1 0 0 0,-3 4 1624 0 0,3-2-1623 0 0,1-2-402 0 0,1-1 0 0 0,0 1 1 0 0,0 0-1 0 0,0 0 0 0 0,0-1 1 0 0,0 1-1 0 0,0 0 1 0 0,0 0-1 0 0,0-1 0 0 0,0 1 1 0 0,0 0-1 0 0,0 0 0 0 0,0-1 1 0 0,1 1-1 0 0,-1 0 1 0 0,0-1-1 0 0,0 1 0 0 0,1 0 1 0 0,-1-1-1 0 0,1 1 1 0 0,-1 0-1 0 0,1-1 0 0 0,-1 1 1 0 0,1-1-1 0 0,-1 1 0 0 0,1-1 1 0 0,-1 1-1 0 0,1-1 1 0 0,-1 1-1 0 0,2 0 0 0 0,24 17 974 0 0,-20-15-700 0 0,15 13-218 0 0,0 0 0 0 0,-1 2 0 0 0,0 0 0 0 0,26 34 0 0 0,-14-12-13 0 0,37 64 0 0 0,-63-93-123 0 0,0-1 0 0 0,-1 1 0 0 0,0 0 0 0 0,0 1 1 0 0,-2-1-1 0 0,1 1 0 0 0,-1-1 0 0 0,-1 1 0 0 0,0 0 0 0 0,0 14 0 0 0,-2-16-26 0 0,-1-1 1 0 0,0 1-1 0 0,0-1 0 0 0,-1 1 1 0 0,0-1-1 0 0,-1 1 0 0 0,0-1 1 0 0,0 0-1 0 0,-1 0 0 0 0,0 0 1 0 0,-1-1-1 0 0,0 0 0 0 0,-7 9 1 0 0,-14 17-164 0 0,-55 54 1 0 0,2-16-2993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1.0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76 456 0 0,'0'-5'752'0'0,"0"1"-1"0"0,0-1 1 0 0,0 1 0 0 0,0-1-1 0 0,-1 0 1 0 0,0 1 0 0 0,0-1-1 0 0,0 1 1 0 0,-1-1 0 0 0,1 1-1 0 0,-1 0 1 0 0,0-1 0 0 0,0 1-1 0 0,0 0 1 0 0,-4-4 2623 0 0,16 48 635 0 0,19 257-1380 0 0,-8-46-5303 0 0,-15-208-4229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3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55 214 6449 0 0,'-14'-13'1856'0'0,"9"9"-1174"0"0,1-1-1 0 0,-1 1 1 0 0,0-1 0 0 0,1-1 0 0 0,0 1 0 0 0,-5-9 0 0 0,8 11-518 0 0,0 1 1 0 0,1-1-1 0 0,-1 0 1 0 0,0 0-1 0 0,1 0 1 0 0,-1 0-1 0 0,1 0 1 0 0,0 0-1 0 0,0 0 1 0 0,0 0-1 0 0,1 0 1 0 0,-1 0-1 0 0,1 0 1 0 0,-1 0-1 0 0,1 0 1 0 0,0 0-1 0 0,0 1 1 0 0,2-5-1 0 0,1-2 140 0 0,1 0 0 0 0,0 0 0 0 0,0 1 0 0 0,1-1 0 0 0,0 1 0 0 0,0 1-1 0 0,1-1 1 0 0,8-6 0 0 0,-14 12-247 0 0,1 1 1 0 0,0-1-1 0 0,-1 1 0 0 0,1-1 0 0 0,0 1 1 0 0,0 0-1 0 0,0 0 0 0 0,0 0 0 0 0,1 0 1 0 0,-1 0-1 0 0,0 0 0 0 0,0 0 0 0 0,0 1 1 0 0,1-1-1 0 0,-1 1 0 0 0,0 0 1 0 0,1 0-1 0 0,-1 0 0 0 0,0 0 0 0 0,1 0 1 0 0,-1 0-1 0 0,0 1 0 0 0,0-1 0 0 0,1 1 1 0 0,-1-1-1 0 0,0 1 0 0 0,0 0 0 0 0,0 0 1 0 0,1 0-1 0 0,-1 0 0 0 0,0 0 0 0 0,-1 0 1 0 0,1 1-1 0 0,0-1 0 0 0,0 1 1 0 0,0-1-1 0 0,-1 1 0 0 0,1 0 0 0 0,-1 0 1 0 0,2 3-1 0 0,4 4-61 0 0,-1 2 1 0 0,0-1-1 0 0,-1 1 0 0 0,-1 0 1 0 0,1 0-1 0 0,-2 0 1 0 0,1 1-1 0 0,-2-1 0 0 0,1 1 1 0 0,-2-1-1 0 0,0 1 0 0 0,0 0 1 0 0,-2 22-1 0 0,-2 7-319 0 0,-2-1-1 0 0,-17 66 0 0 0,-17 10 32 0 0,25-78 997 0 0,-11 43 0 0 0,25-80-675 0 0,-1-1 0 0 0,1 1 0 0 0,0-1 0 0 0,0 1-1 0 0,0-1 1 0 0,-1 1 0 0 0,1-1 0 0 0,0 1 0 0 0,0-1 0 0 0,0 1 0 0 0,0-1 0 0 0,0 1 0 0 0,0 0 0 0 0,0-1 0 0 0,0 1-1 0 0,0-1 1 0 0,1 1 0 0 0,-1-1 0 0 0,0 1 0 0 0,0-1 0 0 0,0 1 0 0 0,1-1 0 0 0,-1 0 0 0 0,0 1 0 0 0,0-1-1 0 0,1 1 1 0 0,-1-1 0 0 0,0 1 0 0 0,1-1 0 0 0,-1 0 0 0 0,1 1 0 0 0,-1-1 0 0 0,0 0 0 0 0,1 1 0 0 0,-1-1 0 0 0,1 0-1 0 0,-1 0 1 0 0,2 1 0 0 0,0-1 8 0 0,0 0 0 0 0,0 0 0 0 0,0 0 1 0 0,0 0-1 0 0,0 0 0 0 0,1-1 0 0 0,-1 1 0 0 0,0-1 0 0 0,0 0 0 0 0,2 0 0 0 0,47-25 213 0 0,-3-3-406 0 0,98-44 0 0 0,-9 22-3609 0 0,-100 37-3241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3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42 6913 0 0,'-9'8'10706'0'0,"28"-12"-7660"0"0,42-13-3183 0 0,-53 15 1334 0 0,21-6-1115 0 0,1 1 0 0 0,33-3 0 0 0,-50 9-1594 0 0,0 0 0 0 0,0 1 0 0 0,0 0 0 0 0,16 4 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3.6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 6913 0 0,'-4'1'348'0'0,"-1"1"-1"0"0,0 0 0 0 0,1 0 0 0 0,0 1 0 0 0,0-1 1 0 0,0 1-1 0 0,0 0 0 0 0,0 0 0 0 0,0 0 0 0 0,1 1 0 0 0,-1-1 1 0 0,1 1-1 0 0,0 0 0 0 0,0 0 0 0 0,0 0 0 0 0,1 0 1 0 0,0 1-1 0 0,-4 8 0 0 0,5-9-60 0 0,0 1 0 0 0,0-1 0 0 0,1 0 0 0 0,-1 1 0 0 0,1-1 1 0 0,0 0-1 0 0,0 1 0 0 0,1-1 0 0 0,0 0 0 0 0,-1 1 0 0 0,1-1 0 0 0,1 0 0 0 0,-1 0 1 0 0,0 0-1 0 0,1 0 0 0 0,0 0 0 0 0,0 0 0 0 0,0 0 0 0 0,1-1 0 0 0,-1 1 0 0 0,1-1 1 0 0,3 4-1 0 0,2 0-90 0 0,0 0 0 0 0,0 0 0 0 0,1-1 0 0 0,0 0 0 0 0,0-1 0 0 0,1 1 0 0 0,-1-2 0 0 0,1 0 1 0 0,0 0-1 0 0,16 4 0 0 0,-11-3-86 0 0,0 0-1 0 0,0 1 1 0 0,23 14 0 0 0,-36-18-111 0 0,0 0 0 0 0,1 0 0 0 0,-1 0 0 0 0,0 0 0 0 0,0 1 0 0 0,-1-1 0 0 0,1 1-1 0 0,0-1 1 0 0,-1 1 0 0 0,0 0 0 0 0,1-1 0 0 0,-1 1 0 0 0,0 0 0 0 0,0 0 0 0 0,-1 0 0 0 0,1 0 0 0 0,-1 0 0 0 0,1 0 0 0 0,-1 0 0 0 0,0 0 0 0 0,0 0 0 0 0,0 0 0 0 0,-1 0 0 0 0,1 0 0 0 0,-1 0 0 0 0,1 0 0 0 0,-1 0 0 0 0,-2 3-1 0 0,-2 11-180 0 0,-1 0-1 0 0,-1 0 0 0 0,-13 21 0 0 0,18-34 104 0 0,-19 33-1394 0 0,7-13-3987 0 0,3-7-998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4.0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117 79 3225 0 0,'-2'0'470'0'0,"-1"-1"0"0"0,0 1 0 0 0,0 0 1 0 0,0 0-1 0 0,0 1 0 0 0,0-1 0 0 0,0 1 1 0 0,0-1-1 0 0,0 1 0 0 0,1 0 0 0 0,-1 0 1 0 0,0 0-1 0 0,-4 3 0 0 0,6-4-308 0 0,-4 3 229 0 0,0 0 0 0 0,0 0-1 0 0,1 1 1 0 0,-1-1 0 0 0,1 1-1 0 0,0 0 1 0 0,0 0 0 0 0,0 0-1 0 0,0 1 1 0 0,1-1 0 0 0,0 1-1 0 0,0 0 1 0 0,0 0 0 0 0,0 0 0 0 0,1 0-1 0 0,0 0 1 0 0,0 1 0 0 0,0-1-1 0 0,1 1 1 0 0,0-1 0 0 0,0 1-1 0 0,0 0 1 0 0,1 8 0 0 0,-1-11-352 0 0,1 1 1 0 0,0-1-1 0 0,1 1 1 0 0,-1-1-1 0 0,0 0 1 0 0,1 1-1 0 0,0-1 1 0 0,0 0-1 0 0,0 0 1 0 0,0 1-1 0 0,0-1 1 0 0,1 0-1 0 0,-1 0 1 0 0,1 0-1 0 0,0 0 1 0 0,0-1-1 0 0,0 1 1 0 0,0 0-1 0 0,1-1 1 0 0,-1 1 0 0 0,1-1-1 0 0,-1 0 1 0 0,1 0-1 0 0,0 0 1 0 0,0 0-1 0 0,0-1 1 0 0,0 1-1 0 0,0-1 1 0 0,0 1-1 0 0,0-1 1 0 0,0 0-1 0 0,1-1 1 0 0,-1 1-1 0 0,0 0 1 0 0,1-1-1 0 0,-1 0 1 0 0,1 0-1 0 0,-1 0 1 0 0,6 0-1 0 0,-5-1 6 0 0,1 1-1 0 0,-1-1 1 0 0,0 0-1 0 0,0 0 1 0 0,0-1-1 0 0,0 1 1 0 0,0-1-1 0 0,-1 0 1 0 0,1 0-1 0 0,0 0 0 0 0,-1 0 1 0 0,1 0-1 0 0,-1-1 1 0 0,0 0-1 0 0,0 0 1 0 0,0 0-1 0 0,0 0 1 0 0,0 0-1 0 0,-1 0 1 0 0,0-1-1 0 0,1 1 1 0 0,-1-1-1 0 0,0 0 1 0 0,-1 0-1 0 0,1 0 1 0 0,-1 1-1 0 0,2-8 1 0 0,-1 3 6 0 0,0 0 0 0 0,-1-1 0 0 0,1 1 0 0 0,-2-1 0 0 0,1 1 0 0 0,-2-1 0 0 0,1 1 0 0 0,-1-1 0 0 0,0 1 0 0 0,0 0 0 0 0,-1-1 0 0 0,-5-13 0 0 0,5 19-119 0 0,-21-47 277 0 0,21 47-420 0 0,0-1 1 0 0,0 0-1 0 0,0 1 0 0 0,-1 0 0 0 0,1 0 1 0 0,-1 0-1 0 0,0 0 0 0 0,0 0 1 0 0,0 0-1 0 0,-6-3 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4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21 4609 0 0,'-9'-19'8303'0'0,"8"18"-8006"0"0,-1 1 67 0 0,0 0-1 0 0,1-1 1 0 0,-1 1 0 0 0,0 0-1 0 0,0 0 1 0 0,1 0-1 0 0,-1 1 1 0 0,0-1 0 0 0,1 0-1 0 0,-1 1 1 0 0,1-1 0 0 0,-4 2-1 0 0,0 0 37 0 0,-1 1 0 0 0,0-1-1 0 0,1 2 1 0 0,0-1-1 0 0,0 0 1 0 0,-8 8 0 0 0,5-2-265 0 0,0 2 1 0 0,1-1-1 0 0,0 1 1 0 0,0 0-1 0 0,1 1 0 0 0,1-1 1 0 0,0 1-1 0 0,0 0 1 0 0,-2 14-1 0 0,4-16-108 0 0,1 0 0 0 0,0 0-1 0 0,1 0 1 0 0,0 0 0 0 0,0 0-1 0 0,1 1 1 0 0,1-1 0 0 0,0 0 0 0 0,0 0-1 0 0,1 0 1 0 0,5 18 0 0 0,-5-23-21 0 0,0-1 1 0 0,1 1 0 0 0,-1-1-1 0 0,1 0 1 0 0,0 0-1 0 0,0 0 1 0 0,0 0 0 0 0,1-1-1 0 0,-1 1 1 0 0,1-1 0 0 0,0 0-1 0 0,0 0 1 0 0,0 0-1 0 0,0-1 1 0 0,0 0 0 0 0,1 1-1 0 0,-1-1 1 0 0,1-1 0 0 0,-1 1-1 0 0,1-1 1 0 0,0 1-1 0 0,0-1 1 0 0,-1-1 0 0 0,1 1-1 0 0,0-1 1 0 0,0 0-1 0 0,0 0 1 0 0,0 0 0 0 0,6-2-1 0 0,-2 2 43 0 0,-1-2-1 0 0,0 1 0 0 0,0-1 1 0 0,0-1-1 0 0,0 1 0 0 0,0-1 1 0 0,0-1-1 0 0,-1 1 0 0 0,1-1 1 0 0,-1-1-1 0 0,0 1 0 0 0,0-1 1 0 0,-1 0-1 0 0,1-1 0 0 0,-1 0 1 0 0,8-10-1 0 0,46-83-1931 0 0,-43 69-5852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5.1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9674 0 0,'1'2'11062'0'0,"11"15"-10716"0"0,-8-10-176 0 0,0 0 0 0 0,0 0 0 0 0,0 1 1 0 0,-1 0-1 0 0,0 0 0 0 0,0-1 0 0 0,-1 2 0 0 0,0-1 0 0 0,-1 0 1 0 0,0 0-1 0 0,0 14 0 0 0,3 6-1 0 0,18 151-338 0 0,-17-101-6029 0 0,-3-25-1078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5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82 6913 0 0,'-3'1'-215'0'0,"-31"19"4135"0"0,33-20-3787 0 0,1 1-1 0 0,-1-1 1 0 0,0 1 0 0 0,1-1-1 0 0,-1 1 1 0 0,1-1 0 0 0,0 1-1 0 0,-1 0 1 0 0,1-1 0 0 0,-1 1-1 0 0,1-1 1 0 0,0 1-1 0 0,-1 0 1 0 0,1-1 0 0 0,0 1-1 0 0,0 0 1 0 0,0 0 0 0 0,0-1-1 0 0,-1 1 1 0 0,1 0 0 0 0,0-1-1 0 0,0 1 1 0 0,0 0 0 0 0,1 0-1 0 0,-1-1 1 0 0,0 1 0 0 0,0 0-1 0 0,0 0 1 0 0,0-1-1 0 0,1 1 1 0 0,-1 0 0 0 0,0-1-1 0 0,1 1 1 0 0,-1-1 0 0 0,0 1-1 0 0,1 0 1 0 0,-1-1 0 0 0,1 1-1 0 0,-1-1 1 0 0,1 1 0 0 0,-1-1-1 0 0,1 1 1 0 0,-1-1 0 0 0,1 1-1 0 0,0-1 1 0 0,-1 0-1 0 0,1 1 1 0 0,0-1 0 0 0,0 1-1 0 0,1 0-1 0 0,1 0-1 0 0,-1-1 0 0 0,0 1 0 0 0,0 0 0 0 0,0-1 1 0 0,1 1-1 0 0,-1-1 0 0 0,0 0 0 0 0,0 0 0 0 0,1 0 1 0 0,-1 0-1 0 0,0 0 0 0 0,1 0 0 0 0,-1 0 0 0 0,0-1 1 0 0,0 0-1 0 0,3 0 0 0 0,40-17 833 0 0,-34 13-728 0 0,90-49-1196 0 0,-37 13-3260 0 0,-38 24-1635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5.8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10138 0 0,'-5'8'234'0'0,"0"0"0"0"0,1 1 0 0 0,1 0 0 0 0,-1 0 0 0 0,2 0 0 0 0,-1 0 0 0 0,1 0 0 0 0,0 0 0 0 0,0 12 0 0 0,2-18-133 0 0,0 0 1 0 0,0 0-1 0 0,0 0 1 0 0,0-1-1 0 0,0 1 1 0 0,1 0-1 0 0,0 0 1 0 0,-1 0-1 0 0,1 0 1 0 0,0 0-1 0 0,0 0 1 0 0,1-1-1 0 0,-1 1 1 0 0,0 0-1 0 0,1-1 1 0 0,0 1-1 0 0,0-1 1 0 0,-1 0-1 0 0,1 0 1 0 0,1 0-1 0 0,-1 1 1 0 0,0-2-1 0 0,0 1 1 0 0,1 0-1 0 0,-1 0 1 0 0,1-1-1 0 0,0 0 1 0 0,-1 1-1 0 0,1-1 1 0 0,0 0-1 0 0,0 0 1 0 0,4 1-1 0 0,17 2 899 0 0,37 2 0 0 0,-47-6-800 0 0,-1 0 0 0 0,1 2 0 0 0,-1 0 0 0 0,0 0 1 0 0,0 1-1 0 0,0 0 0 0 0,0 2 0 0 0,0-1 0 0 0,16 9 0 0 0,-27-11-183 0 0,0-1 0 0 0,0 1 0 0 0,0-1 0 0 0,0 1 0 0 0,-1-1 0 0 0,1 1 0 0 0,0 0 0 0 0,-1 0 0 0 0,1 0 0 0 0,-1 0 0 0 0,0 0 0 0 0,1 0 0 0 0,-1 1 0 0 0,0-1 0 0 0,0 0 0 0 0,-1 1 0 0 0,1-1 0 0 0,0 4 0 0 0,0-2-7 0 0,-1 1-1 0 0,0-1 0 0 0,0 1 0 0 0,-1-1 1 0 0,1 1-1 0 0,-1-1 0 0 0,0 0 0 0 0,0 1 1 0 0,-3 5-1 0 0,-2 4-21 0 0,-1 0 0 0 0,-1 0 0 0 0,0-1 0 0 0,-17 22 0 0 0,16-23-266 0 0,-1 0 0 0 0,0 0-1 0 0,0-1 1 0 0,-1 0-1 0 0,-1-1 1 0 0,0 0 0 0 0,-16 10-1 0 0,9-12-850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6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0 5985 0 0,'-3'0'354'0'0,"0"0"1"0"0,0 1-1 0 0,1-1 0 0 0,-1 0 0 0 0,0 1 0 0 0,0 0 1 0 0,0-1-1 0 0,0 1 0 0 0,1 1 0 0 0,-1-1 0 0 0,0 0 0 0 0,1 0 1 0 0,-1 1-1 0 0,1 0 0 0 0,0-1 0 0 0,-1 1 0 0 0,1 0 1 0 0,0 0-1 0 0,-2 3 0 0 0,1 0-79 0 0,0 0 0 0 0,0-1 0 0 0,0 1 1 0 0,1 0-1 0 0,0 1 0 0 0,0-1 0 0 0,0 0 0 0 0,0 1 0 0 0,0 8 0 0 0,0 1 21 0 0,1-1 0 0 0,0 1 0 0 0,1 0 0 0 0,1 0 0 0 0,0-1 0 0 0,7 29 0 0 0,-6-35-52 0 0,1-1 0 0 0,0 1-1 0 0,0 0 1 0 0,1-1 0 0 0,0 0 0 0 0,0 0 0 0 0,1 0 0 0 0,0 0-1 0 0,0-1 1 0 0,0 1 0 0 0,10 7 0 0 0,-13-12-188 0 0,0 0-1 0 0,0-1 1 0 0,1 1-1 0 0,-1-1 1 0 0,0 1-1 0 0,1-1 1 0 0,-1 0 0 0 0,1 0-1 0 0,0 0 1 0 0,-1 0-1 0 0,1 0 1 0 0,0-1-1 0 0,-1 1 1 0 0,1-1 0 0 0,0 0-1 0 0,0 0 1 0 0,-1 0-1 0 0,1 0 1 0 0,0 0-1 0 0,0-1 1 0 0,-1 1 0 0 0,1-1-1 0 0,0 1 1 0 0,-1-1-1 0 0,1 0 1 0 0,-1 0-1 0 0,1-1 1 0 0,-1 1 0 0 0,1 0-1 0 0,-1-1 1 0 0,0 1-1 0 0,0-1 1 0 0,0 0-1 0 0,1 0 1 0 0,-2 0 0 0 0,4-4-1 0 0,0 2-20 0 0,-1-1-1 0 0,-1 0 1 0 0,1 0 0 0 0,-1 0-1 0 0,0-1 1 0 0,0 1-1 0 0,0-1 1 0 0,-1 0 0 0 0,0 1-1 0 0,0-1 1 0 0,-1 0-1 0 0,1 0 1 0 0,-1 0-1 0 0,0 0 1 0 0,-1-1 0 0 0,0 1-1 0 0,0 0 1 0 0,0 0-1 0 0,-1 0 1 0 0,1 0 0 0 0,-2-1-1 0 0,-1-6 1 0 0,0 5-95 0 0,0 0 1 0 0,0 0-1 0 0,-1 0 1 0 0,0 0-1 0 0,0 1 0 0 0,-1 0 1 0 0,0 0-1 0 0,0 0 1 0 0,-1 1-1 0 0,0-1 1 0 0,0 1-1 0 0,0 0 1 0 0,-1 1-1 0 0,0 0 0 0 0,-12-7 1 0 0,5 4-829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6.4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6 9218 0 0,'-2'0'160'0'0,"1"0"0"0"0,-1 0 0 0 0,0 0 0 0 0,1 0 0 0 0,-1 1 0 0 0,0-1 0 0 0,1 0 0 0 0,-1 1 0 0 0,1-1 0 0 0,-1 1 0 0 0,0 0 0 0 0,1-1 0 0 0,-1 1 0 0 0,1 0 0 0 0,0 0 0 0 0,-1 0 0 0 0,1 0 0 0 0,0 0 0 0 0,0 0 0 0 0,-1 0 0 0 0,-1 3 0 0 0,2-1 110 0 0,-1 0 0 0 0,1 0 0 0 0,0 0 0 0 0,0 0 0 0 0,0 0 0 0 0,1 0 0 0 0,-1 0 0 0 0,1 0 0 0 0,-1 1 0 0 0,1-1 0 0 0,1 4 0 0 0,-1-3-49 0 0,0 1-1 0 0,1 0 1 0 0,0-1-1 0 0,0 1 1 0 0,0-1-1 0 0,1 1 1 0 0,0-1-1 0 0,0 0 1 0 0,0 0 0 0 0,0 1-1 0 0,0-1 1 0 0,1-1-1 0 0,0 1 1 0 0,0 0-1 0 0,0-1 1 0 0,0 1-1 0 0,1-1 1 0 0,-1 0-1 0 0,1 0 1 0 0,-1 0 0 0 0,8 3-1 0 0,-8-4-143 0 0,0 0-1 0 0,0-1 0 0 0,0 1 1 0 0,0-1-1 0 0,1 0 1 0 0,-1 0-1 0 0,1 0 0 0 0,-1 0 1 0 0,1-1-1 0 0,-1 0 1 0 0,1 1-1 0 0,-1-1 0 0 0,1 0 1 0 0,-1-1-1 0 0,1 1 1 0 0,-1 0-1 0 0,1-1 0 0 0,-1 0 1 0 0,1 0-1 0 0,-1 0 1 0 0,0 0-1 0 0,1-1 0 0 0,-1 1 1 0 0,0-1-1 0 0,0 0 1 0 0,0 0-1 0 0,0 0 0 0 0,0 0 1 0 0,2-3-1 0 0,-3 3-69 0 0,-1 1 0 0 0,0 0 0 0 0,0-1 0 0 0,0 1 0 0 0,0-1 0 0 0,0 1 0 0 0,0-1 0 0 0,-1 1 1 0 0,1-1-1 0 0,0 0 0 0 0,-1 1 0 0 0,1-1 0 0 0,-1 0 0 0 0,0 1 0 0 0,1-1 0 0 0,-1 0 0 0 0,0 0 0 0 0,0 0 0 0 0,0 1 0 0 0,0-1 0 0 0,-1-2 0 0 0,0 0 9 0 0,0 0 1 0 0,-1 0-1 0 0,1 0 1 0 0,-1 0-1 0 0,0 0 1 0 0,0 0-1 0 0,0 1 1 0 0,-6-7-1 0 0,3 3-76 0 0,-2 0 0 0 0,1 1-1 0 0,-1 0 1 0 0,0 0 0 0 0,0 0-1 0 0,0 1 1 0 0,-1 0 0 0 0,-8-4-1 0 0,8 6-538 0 0,0 1-159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6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 5065 0 0,'-1'5'841'0'0,"1"-1"-1"0"0,-1 1 1 0 0,0-1-1 0 0,0 1 1 0 0,0-1-1 0 0,0 1 0 0 0,-1-1 1 0 0,0 0-1 0 0,0 0 1 0 0,-4 8-1 0 0,-34 38 3935 0 0,32-41-4307 0 0,0 1 0 0 0,0 0 0 0 0,1 0 1 0 0,-8 16-1 0 0,10-14-403 0 0,1 1 1 0 0,0 0-1 0 0,1 0 1 0 0,0 0-1 0 0,1 1 1 0 0,1-1-1 0 0,0 0 1 0 0,1 1-1 0 0,1-1 1 0 0,3 25-1 0 0,-3-30-65 0 0,1 0 0 0 0,0 1-1 0 0,1-1 1 0 0,0 0-1 0 0,0 0 1 0 0,1 0 0 0 0,0-1-1 0 0,5 8 1 0 0,-6-11 15 0 0,0 0 0 0 0,1 0 0 0 0,-1 0 0 0 0,1 0 0 0 0,0-1 0 0 0,0 0 0 0 0,0 0 0 0 0,0 0 0 0 0,1 0 0 0 0,-1 0 0 0 0,1-1 0 0 0,0 0-1 0 0,-1 0 1 0 0,6 1 0 0 0,-5-2-10 0 0,0 0 0 0 0,-1-1-1 0 0,1 1 1 0 0,0-1 0 0 0,-1 0-1 0 0,1-1 1 0 0,0 1 0 0 0,-1-1-1 0 0,1 0 1 0 0,-1 0 0 0 0,1 0-1 0 0,-1-1 1 0 0,1 1 0 0 0,-1-1-1 0 0,0 0 1 0 0,0-1 0 0 0,0 1 0 0 0,0 0-1 0 0,0-1 1 0 0,-1 0 0 0 0,5-4-1 0 0,8-9-383 0 0,-1 0 0 0 0,0-1 1 0 0,15-23-1 0 0,-4 6-1452 0 0,5-4 124 0 0,2-1-19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1 4145 0 0,'-5'0'1089'0'0,"0"0"0"0"0,-1 0 0 0 0,1 1-1 0 0,0 0 1 0 0,0 0 0 0 0,0 0 0 0 0,0 0 0 0 0,0 1 0 0 0,0 0 0 0 0,0 0 0 0 0,-7 4 0 0 0,11-3-742 0 0,1 0 1 0 0,-1 0-1 0 0,1 0 1 0 0,0 0 0 0 0,-1 0-1 0 0,1 0 1 0 0,1 0-1 0 0,-1 0 1 0 0,0 0-1 0 0,1 0 1 0 0,0 0 0 0 0,1 5-1 0 0,-1-2-76 0 0,37 261-1118 0 0,-34-240-6736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8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6449 0 0,'-4'12'12614'0'0,"2"25"-10872"0"0,2 44 1 0 0,8 43-1603 0 0,-2-41-2226 0 0,-5-58-5337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8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25 141 8290 0 0,'-2'-2'1070'0'0,"2"2"-963"0"0,0 0 0 0 0,-1 0 0 0 0,1 0 0 0 0,0-1 0 0 0,-1 1 0 0 0,1 0 0 0 0,0 0 0 0 0,0 0 1 0 0,-1 0-1 0 0,1 0 0 0 0,0 0 0 0 0,-1 0 0 0 0,1 0 0 0 0,0 0 0 0 0,0 0 0 0 0,-1 0 0 0 0,1 0 0 0 0,0 0 0 0 0,-1 0 0 0 0,1 0 0 0 0,0 0 0 0 0,0 0 0 0 0,-2 2 749 0 0,1-2-749 0 0,-6 16 1682 0 0,2 18-377 0 0,4-15-1103 0 0,1 1 0 0 0,0-1 0 0 0,2 0 0 0 0,0 0 0 0 0,1 0 0 0 0,1 0 0 0 0,1 0 0 0 0,0 0 0 0 0,1-1 0 0 0,1 0 0 0 0,11 18 0 0 0,-17-32-260 0 0,1-1 0 0 0,1 1 0 0 0,-1-1 0 0 0,1 1 1 0 0,-1-1-1 0 0,1 0 0 0 0,0 0 0 0 0,0 0 0 0 0,0 0 1 0 0,1-1-1 0 0,-1 1 0 0 0,1-1 0 0 0,-1 0 0 0 0,1 0 1 0 0,0 0-1 0 0,0 0 0 0 0,0-1 0 0 0,0 1 0 0 0,0-1 1 0 0,0 0-1 0 0,0-1 0 0 0,0 1 0 0 0,0-1 0 0 0,0 1 1 0 0,1-1-1 0 0,-1 0 0 0 0,0-1 0 0 0,0 1 0 0 0,0-1 1 0 0,0 0-1 0 0,0 0 0 0 0,0 0 0 0 0,0-1 0 0 0,0 1 1 0 0,0-1-1 0 0,0 0 0 0 0,0 0 0 0 0,-1 0 0 0 0,1 0 1 0 0,-1-1-1 0 0,0 0 0 0 0,0 1 0 0 0,0-1 0 0 0,0 0 1 0 0,4-6-1 0 0,2-2-20 0 0,-1-1-1 0 0,-1 0 1 0 0,0 0 0 0 0,0 0 0 0 0,-2-1 0 0 0,1 1 0 0 0,-1-1 0 0 0,-1-1-1 0 0,-1 1 1 0 0,0-1 0 0 0,0 1 0 0 0,-2-1 0 0 0,1-17 0 0 0,-2 20-8 0 0,-1 1 0 0 0,0 0 1 0 0,0-1-1 0 0,-1 1 0 0 0,-1 0 0 0 0,1 0 1 0 0,-2 0-1 0 0,0 1 0 0 0,0-1 0 0 0,0 1 1 0 0,-1 0-1 0 0,-1 0 0 0 0,1 0 1 0 0,-1 1-1 0 0,-1-1 0 0 0,0 2 0 0 0,0-1 1 0 0,-10-8-1 0 0,-58-39-785 0 0,58 44 48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9.0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11 3225 0 0,'-5'10'9173'0'0,"-1"6"-6141"0"0,5-14-3556 0 0,-7 18 1866 0 0,2 0 1 0 0,0 0-1 0 0,1 1 1 0 0,-3 31-1 0 0,6-31-1231 0 0,1 0 1 0 0,1 0-1 0 0,1 1 0 0 0,1-1 1 0 0,1 0-1 0 0,1 0 0 0 0,9 30 1 0 0,-11-44-105 0 0,1-1 0 0 0,0 1 0 0 0,1-1 0 0 0,-1 0-1 0 0,1 0 1 0 0,0 0 0 0 0,1 0 0 0 0,-1-1 0 0 0,1 0 0 0 0,0 0 0 0 0,1 0 0 0 0,-1 0 0 0 0,1-1 0 0 0,0 0 0 0 0,0 0 0 0 0,0-1 0 0 0,1 1-1 0 0,-1-1 1 0 0,1-1 0 0 0,13 4 0 0 0,-16-5-3 0 0,1 0 0 0 0,-1 0 0 0 0,1 0 0 0 0,0-1-1 0 0,-1 0 1 0 0,1 0 0 0 0,0 0 0 0 0,-1-1 0 0 0,1 1 0 0 0,0-1-1 0 0,-1 0 1 0 0,1 0 0 0 0,-1-1 0 0 0,1 0 0 0 0,-1 1 0 0 0,0-1-1 0 0,0-1 1 0 0,0 1 0 0 0,0-1 0 0 0,0 1 0 0 0,0-1 0 0 0,-1 0-1 0 0,1-1 1 0 0,-1 1 0 0 0,0 0 0 0 0,0-1 0 0 0,0 0 0 0 0,0 0 0 0 0,-1 0-1 0 0,1 0 1 0 0,-1 0 0 0 0,2-6 0 0 0,0-2 18 0 0,0-1 0 0 0,-1 1-1 0 0,0-1 1 0 0,-1 0 0 0 0,0 0 0 0 0,-1 0 0 0 0,-1 1 0 0 0,0-1 0 0 0,0 0 0 0 0,-2 0-1 0 0,-3-19 1 0 0,-2 4 31 0 0,0 0-1 0 0,-2 1 0 0 0,-1 1 1 0 0,-16-31-1 0 0,22 49-88 0 0,-1 0 0 0 0,0-1 0 0 0,-13-13 0 0 0,17 20-62 0 0,0 0 0 0 0,-1 1 0 0 0,0-1-1 0 0,1 0 1 0 0,-1 1 0 0 0,0-1 0 0 0,0 1 0 0 0,0-1 0 0 0,0 1 0 0 0,0 0 0 0 0,0 0 0 0 0,-1 0 0 0 0,1 0 0 0 0,0 0 0 0 0,0 1 0 0 0,-1-1 0 0 0,1 1-1 0 0,0-1 1 0 0,-1 1 0 0 0,1 0 0 0 0,-3 0 0 0 0,-6 4-1373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9.3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31 12899 0 0,'-18'-31'7927'0'0,"24"55"-6311"0"0,-3-15-1552 0 0,0 1 1 0 0,1-1-1 0 0,0 0 0 0 0,1 0 0 0 0,5 9 1 0 0,-7-14-50 0 0,0 0 0 0 0,-1 0 1 0 0,1-1-1 0 0,0 0 0 0 0,1 1 1 0 0,-1-1-1 0 0,0 0 0 0 0,1 0 1 0 0,0-1-1 0 0,0 1 0 0 0,0-1 1 0 0,0 0-1 0 0,6 3 0 0 0,-9-5-13 0 0,-1 0-1 0 0,1 0 1 0 0,0 0 0 0 0,-1 0-1 0 0,1 0 1 0 0,0 0 0 0 0,-1 0-1 0 0,1 0 1 0 0,0 0-1 0 0,-1 0 1 0 0,1 0 0 0 0,0 0-1 0 0,-1 0 1 0 0,1-1 0 0 0,-1 1-1 0 0,1 0 1 0 0,0-1-1 0 0,-1 1 1 0 0,1 0 0 0 0,-1-1-1 0 0,1 1 1 0 0,-1 0 0 0 0,1-1-1 0 0,-1 1 1 0 0,1-1-1 0 0,-1 1 1 0 0,1-1 0 0 0,-1 0-1 0 0,0 1 1 0 0,1-1 0 0 0,-1 1-1 0 0,0-1 1 0 0,1 0-1 0 0,-1 1 1 0 0,0-1 0 0 0,0 1-1 0 0,0-1 1 0 0,1 0-1 0 0,-1 1 1 0 0,0-1 0 0 0,0 0-1 0 0,0 1 1 0 0,0-1 0 0 0,0 0-1 0 0,-1 0 1 0 0,1 1-1 0 0,0-1 1 0 0,0 1 0 0 0,0-2-1 0 0,-7-39-412 0 0,6 37 244 0 0,-4-19-365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39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2961 0 0,'-3'3'296'0'0,"1"0"1"0"0,0 0 0 0 0,0 1 0 0 0,1-1-1 0 0,-1 1 1 0 0,1-1 0 0 0,-1 1 0 0 0,1-1-1 0 0,0 1 1 0 0,0 5 0 0 0,0-4 63 0 0,0-1 0 0 0,0 0 1 0 0,0 0-1 0 0,0 0 0 0 0,-1 0 0 0 0,1 0 1 0 0,-1-1-1 0 0,0 1 0 0 0,0 0 0 0 0,-5 5 1 0 0,-14 13 8455 0 0,20-20-8108 0 0,0-1 0 0 0,1 1 0 0 0,-2 3 1 0 0,5 19 819 0 0,4 1-1116 0 0,-4-11-326 0 0,1 0 0 0 0,1 0 0 0 0,0 0 0 0 0,13 24 0 0 0,-17-36-79 0 0,0 0-1 0 0,0 0 1 0 0,0-1-1 0 0,0 1 1 0 0,1 0-1 0 0,-1-1 1 0 0,1 1-1 0 0,-1 0 1 0 0,1-1-1 0 0,0 0 1 0 0,0 1 0 0 0,-1-1-1 0 0,1 0 1 0 0,0 0-1 0 0,0 0 1 0 0,0 0-1 0 0,0 0 1 0 0,0-1-1 0 0,1 1 1 0 0,-1-1-1 0 0,0 1 1 0 0,0-1-1 0 0,0 0 1 0 0,0 0-1 0 0,1 0 1 0 0,-1 0-1 0 0,0 0 1 0 0,0 0-1 0 0,0 0 1 0 0,0-1-1 0 0,1 1 1 0 0,-1-1-1 0 0,0 0 1 0 0,0 0-1 0 0,0 0 1 0 0,0 0-1 0 0,0 0 1 0 0,3-2-1 0 0,1-2 5 0 0,0-1 0 0 0,0 1 0 0 0,-1-1 1 0 0,1 0-1 0 0,-1 0 0 0 0,-1-1 0 0 0,1 1 0 0 0,-1-1 0 0 0,0 0 0 0 0,-1 0 0 0 0,1-1 0 0 0,3-14 0 0 0,2-2-187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2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6449 0 0,'1'-9'1562'0'0,"0"0"-1"0"0,0 1 1 0 0,1-1-1 0 0,0 1 1 0 0,1-1-1 0 0,6-15 1 0 0,-8 24-1441 0 0,-1 0 0 0 0,1 0 1 0 0,-1 0-1 0 0,1 0 0 0 0,-1 0 1 0 0,1 0-1 0 0,-1 0 0 0 0,1 0 1 0 0,-1 1-1 0 0,1-1 1 0 0,-1 0-1 0 0,0 0 0 0 0,1 0 1 0 0,-1 1-1 0 0,1-1 0 0 0,-1 0 1 0 0,0 1-1 0 0,1-1 0 0 0,-1 0 1 0 0,0 1-1 0 0,1-1 0 0 0,-1 1 1 0 0,0-1-1 0 0,0 0 0 0 0,1 1 1 0 0,-1-1-1 0 0,0 1 0 0 0,0-1 1 0 0,0 1-1 0 0,0-1 1 0 0,1 1-1 0 0,-1 0 0 0 0,10 17 353 0 0,-10-18-435 0 0,15 36 368 0 0,-2 1 1 0 0,-1 0 0 0 0,-2 0-1 0 0,9 64 1 0 0,-13-61-643 0 0,2 1 0 0 0,2-2 0 0 0,28 74 1 0 0,-29-94-701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2.9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60 6449 0 0,'-1'-1'331'0'0,"0"1"-1"0"0,0-1 1 0 0,1 0-1 0 0,-1 1 1 0 0,0 0-1 0 0,0-1 1 0 0,0 1-1 0 0,0-1 1 0 0,0 1-1 0 0,0 0 1 0 0,0 0-1 0 0,0 0 1 0 0,0-1-1 0 0,0 1 1 0 0,0 0-1 0 0,0 0 1 0 0,0 0-1 0 0,0 0 1 0 0,0 1 0 0 0,0-1-1 0 0,0 0 1 0 0,0 0-1 0 0,0 1 1 0 0,1-1-1 0 0,-1 0 1 0 0,0 1-1 0 0,0-1 1 0 0,0 1-1 0 0,-1 0 1 0 0,1 1-91 0 0,0-1 1 0 0,1 1 0 0 0,-1 0 0 0 0,0-1 0 0 0,1 1 0 0 0,-1 0 0 0 0,1-1-1 0 0,-1 1 1 0 0,1 0 0 0 0,0 0 0 0 0,0 0 0 0 0,0-1 0 0 0,0 1 0 0 0,1 3 0 0 0,0 8-7 0 0,2 0 0 0 0,0-1 0 0 0,5 16 0 0 0,0-6-111 0 0,0-1 0 0 0,2 0 0 0 0,0 0 0 0 0,2-1 0 0 0,20 27 0 0 0,-26-39-97 0 0,1 0-1 0 0,0-1 1 0 0,0 0-1 0 0,0-1 1 0 0,1 0-1 0 0,15 10 1 0 0,-18-13-1 0 0,0-1 1 0 0,0 0 0 0 0,0 1-1 0 0,1-2 1 0 0,-1 1 0 0 0,1-1 0 0 0,-1 0-1 0 0,1 0 1 0 0,0 0 0 0 0,-1-1-1 0 0,1 1 1 0 0,9-2 0 0 0,-9-1-3 0 0,1 1 0 0 0,-1-1 0 0 0,0 0 1 0 0,0-1-1 0 0,0 1 0 0 0,-1-1 0 0 0,1 0 1 0 0,0-1-1 0 0,-1 1 0 0 0,0-1 0 0 0,0 0 1 0 0,0 0-1 0 0,-1-1 0 0 0,1 0 0 0 0,-1 0 1 0 0,0 0-1 0 0,0 0 0 0 0,-1 0 0 0 0,0-1 1 0 0,1 1-1 0 0,1-8 0 0 0,0 4 11 0 0,-2-1 0 0 0,1 1 1 0 0,-1-1-1 0 0,0 1 0 0 0,-1-1 0 0 0,-1 0 1 0 0,1 0-1 0 0,-1 0 0 0 0,-1 0 0 0 0,0 0 0 0 0,0 0 1 0 0,-4-19-1 0 0,1 20 8 0 0,0 1 0 0 0,0-1 0 0 0,-1 1 0 0 0,-1-1 0 0 0,1 1 0 0 0,-1 0 0 0 0,0 1 0 0 0,-1-1 0 0 0,0 1 0 0 0,0 0 0 0 0,-1 0 0 0 0,0 1 0 0 0,0 0-1 0 0,-15-10 1 0 0,18 14-100 0 0,0-1 0 0 0,0 1 0 0 0,0 0 0 0 0,0 0 0 0 0,-1 0-1 0 0,1 0 1 0 0,-1 1 0 0 0,1 0 0 0 0,-1 0 0 0 0,0 0 0 0 0,1 0-1 0 0,-1 1 1 0 0,0 0 0 0 0,0 0 0 0 0,1 0 0 0 0,-1 1 0 0 0,0-1 0 0 0,1 1-1 0 0,-1 0 1 0 0,0 1 0 0 0,1-1 0 0 0,-1 1 0 0 0,1 0 0 0 0,0 0-1 0 0,0 0 1 0 0,0 0 0 0 0,0 1 0 0 0,0 0 0 0 0,0 0 0 0 0,-6 6-1 0 0,-4 7-1060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3.1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15 17508 0 0,'-3'-14'2450'0'0,"9"25"988"0"0,27 122-1893 0 0,4 15-840 0 0,-32-132-1157 0 0,2-1 0 0 0,0 1 0 0 0,0-1 0 0 0,1 0 0 0 0,1-1 0 0 0,21 27 0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3.4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242 3 11979 0 0,'-1'0'114'0'0,"1"0"1"0"0,-1-1 0 0 0,0 1 0 0 0,1 0-1 0 0,-1-1 1 0 0,0 1 0 0 0,1 0 0 0 0,-1 0-1 0 0,0 0 1 0 0,0-1 0 0 0,1 1 0 0 0,-1 0-1 0 0,0 0 1 0 0,1 0 0 0 0,-1 0 0 0 0,0 1 0 0 0,0-1-1 0 0,1 0 1 0 0,-1 0 0 0 0,0 0 0 0 0,1 0-1 0 0,-1 1 1 0 0,0-1 0 0 0,1 0 0 0 0,-1 1-1 0 0,0-1 1 0 0,1 0 0 0 0,-1 1 0 0 0,1-1-1 0 0,-1 1 1 0 0,0-1 0 0 0,1 1 0 0 0,-1-1-1 0 0,1 1 1 0 0,0 0 0 0 0,-1-1 0 0 0,0 2 0 0 0,-22 30 1473 0 0,18-24-1325 0 0,-31 45 436 0 0,3 1 1 0 0,2 2-1 0 0,-46 117 0 0 0,74-165-600 0 0,1-1 0 0 0,0 1 0 0 0,0-1 0 0 0,1 1 0 0 0,0-1-1 0 0,0 14 1 0 0,1-20-68 0 0,0 1-1 0 0,0-1 1 0 0,0 0-1 0 0,1 1 1 0 0,-1-1-1 0 0,0 0 1 0 0,1 1-1 0 0,-1-1 1 0 0,1 0-1 0 0,-1 0 1 0 0,1 1-1 0 0,0-1 1 0 0,-1 0-1 0 0,1 0 1 0 0,0 0-1 0 0,0 0 1 0 0,0 0-1 0 0,0 0 1 0 0,0 0-1 0 0,0 0 1 0 0,0 0-1 0 0,0 0 1 0 0,0 0-1 0 0,0-1 1 0 0,0 1-1 0 0,1 0 1 0 0,-1-1-1 0 0,0 1 1 0 0,1-1-1 0 0,-1 0 1 0 0,0 1-1 0 0,1-1 1 0 0,-1 0-1 0 0,0 0 1 0 0,1 0-1 0 0,-1 0 1 0 0,0 0-1 0 0,1 0 1 0 0,-1 0-1 0 0,1 0 1 0 0,-1 0-1 0 0,0-1 1 0 0,1 1-1 0 0,1-1 1 0 0,13-4 17 0 0,0-1 0 0 0,0 0 0 0 0,0-1 1 0 0,-1 0-1 0 0,17-12 0 0 0,15-6-298 0 0,-11 8-93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4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60 3681 0 0,'-1'-3'723'0'0,"-1"0"-1"0"0,1-1 1 0 0,0 1 0 0 0,0 0 0 0 0,0 0-1 0 0,0-1 1 0 0,1 1 0 0 0,-1 0 0 0 0,-6-27 9475 0 0,11 40-8624 0 0,-2-3-1416 0 0,-1 0 1 0 0,1 0-1 0 0,-1-1 1 0 0,0 14-1 0 0,1 3-234 0 0,-2-25 67 0 0,0 0 0 0 0,-1 1 0 0 0,1-1 0 0 0,0 1 0 0 0,-1-1 0 0 0,1 1 0 0 0,-1-1 0 0 0,0 1 0 0 0,0-1 0 0 0,1 1 0 0 0,-1 0 0 0 0,0-1 0 0 0,0 1 0 0 0,-2-2 0 0 0,-1-3-13 0 0,2 4 24 0 0,1-2 18 0 0,-1 1 0 0 0,1-1-1 0 0,-1 1 1 0 0,0-1 0 0 0,0 1 0 0 0,-1 0 0 0 0,1 0 0 0 0,-1 0-1 0 0,1 0 1 0 0,-1 1 0 0 0,-4-4 0 0 0,19 36 575 0 0,-4-15-402 0 0,-7-26-408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7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412 0 456 0 0,'-16'10'20870'0'0,"16"-4"-20566"0"0,-8 32-3034 0 0,0-6 3002 0 0,-2 0 0 0 0,-1 0 0 0 0,-2-1 0 0 0,-1-1 0 0 0,-1 0 0 0 0,-1-1 0 0 0,-2-1 1 0 0,-27 33-1 0 0,32-45-275 0 0,0 0 0 0 0,-2-1 1 0 0,-25 21-1 0 0,34-32 0 0 0,1 1-1 0 0,-1-1 1 0 0,1-1-1 0 0,-1 1 0 0 0,0-1 1 0 0,0 0-1 0 0,-1-1 1 0 0,1 1-1 0 0,-1-1 1 0 0,1-1-1 0 0,-1 1 0 0 0,1-1 1 0 0,-1 0-1 0 0,-13 0 1 0 0,18-1-6 0 0,0 0 0 0 0,0-1 0 0 0,0 1 0 0 0,0-1 0 0 0,0 1 1 0 0,0-1-1 0 0,0 0 0 0 0,0 0 0 0 0,0 0 0 0 0,0 0 0 0 0,0 0 1 0 0,0 0-1 0 0,1 0 0 0 0,-1-1 0 0 0,0 1 0 0 0,1 0 0 0 0,-1-1 1 0 0,1 0-1 0 0,0 1 0 0 0,-2-4 0 0 0,1 2-34 0 0,0-1-1 0 0,1 0 1 0 0,-1 0 0 0 0,1 0-1 0 0,0 0 1 0 0,0 0 0 0 0,1-1 0 0 0,-1 1-1 0 0,1-8 1 0 0,0-1-83 0 0,2-1-1 0 0,-1 0 1 0 0,2 1 0 0 0,0 0 0 0 0,6-19-1 0 0,0 11 44 0 0,0 0-1 0 0,2 1 1 0 0,0 0 0 0 0,1 1-1 0 0,1 0 1 0 0,20-24 0 0 0,-22 31 70 0 0,0 1 1 0 0,0 0 0 0 0,1 0 0 0 0,0 1 0 0 0,1 1 0 0 0,0 0-1 0 0,1 1 1 0 0,-1 0 0 0 0,2 1 0 0 0,14-5 0 0 0,-23 10 57 0 0,0 0 1 0 0,0 1 0 0 0,0 0-1 0 0,0 0 1 0 0,1 0-1 0 0,-1 1 1 0 0,0 0 0 0 0,0 0-1 0 0,0 0 1 0 0,0 1-1 0 0,0 0 1 0 0,0 0 0 0 0,0 1-1 0 0,0 0 1 0 0,0 0-1 0 0,6 3 1 0 0,-4-1 60 0 0,-1 0-1 0 0,0 1 1 0 0,0 1-1 0 0,0-1 1 0 0,-1 1 0 0 0,1 0-1 0 0,-1 0 1 0 0,-1 1 0 0 0,1 0-1 0 0,6 11 1 0 0,-4-4-4 0 0,0 0 0 0 0,-1 1 0 0 0,-1 1 0 0 0,0-1 0 0 0,-1 1 0 0 0,0 0 0 0 0,-2 0 1 0 0,0 0-1 0 0,0 1 0 0 0,-2-1 0 0 0,0 28 0 0 0,-3-23-73 0 0,-2 0 0 0 0,0 0 0 0 0,-1-1 0 0 0,-1 0-1 0 0,-1 0 1 0 0,0 0 0 0 0,-13 23 0 0 0,2-12-229 0 0,0-1 0 0 0,-2-1 0 0 0,-36 40-1 0 0,51-63-184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7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11979 0 0,'7'17'2834'0'0,"0"-1"0"0"0,7 32 0 0 0,7 49 308 0 0,11 41-3916 0 0,-26-118 329 0 0,0-1 1 0 0,2 1 0 0 0,0-1-1 0 0,17 28 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8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10 7834 0 0,'0'0'97'0'0,"0"-1"1"0"0,0 1 0 0 0,0 0-1 0 0,0-1 1 0 0,0 1-1 0 0,0-1 1 0 0,-1 1 0 0 0,1-1-1 0 0,0 1 1 0 0,0 0-1 0 0,-1-1 1 0 0,1 1 0 0 0,0-1-1 0 0,0 1 1 0 0,-1 0-1 0 0,1-1 1 0 0,0 1 0 0 0,-1 0-1 0 0,1 0 1 0 0,-1-1 0 0 0,1 1-1 0 0,0 0 1 0 0,-1 0-1 0 0,1-1 1 0 0,-1 1 0 0 0,1 0-1 0 0,-1 0 1 0 0,1 0-1 0 0,-1 0 1 0 0,1 0 0 0 0,0 0-1 0 0,-1 0 1 0 0,1 0 0 0 0,-1 0-1 0 0,1 0 1 0 0,-1 0-1 0 0,1 0 1 0 0,-1 0 0 0 0,-17 17 2333 0 0,-12 39 161 0 0,26-48-2102 0 0,-14 28-55 0 0,2 1-1 0 0,1 1 1 0 0,-15 61-1 0 0,29-98-341 0 0,0 1 0 0 0,1 0 1 0 0,-1 0-1 0 0,1-1 0 0 0,0 1 0 0 0,0 0 0 0 0,-1 0 0 0 0,1 0 1 0 0,0-1-1 0 0,1 1 0 0 0,-1 0 0 0 0,0 0 0 0 0,0 0 1 0 0,1-1-1 0 0,-1 1 0 0 0,1 0 0 0 0,0-1 0 0 0,-1 1 0 0 0,1 0 1 0 0,0-1-1 0 0,0 1 0 0 0,0-1 0 0 0,0 1 0 0 0,0-1 0 0 0,0 1 1 0 0,0-1-1 0 0,3 2 0 0 0,-2-2 6 0 0,1 0 0 0 0,0 0-1 0 0,0-1 1 0 0,0 1 0 0 0,-1-1 0 0 0,1 1 0 0 0,0-1 0 0 0,0 0-1 0 0,0 0 1 0 0,0 0 0 0 0,0 0 0 0 0,0-1 0 0 0,0 1-1 0 0,-1-1 1 0 0,1 0 0 0 0,5-1 0 0 0,62-27 171 0 0,-52 20-1691 0 0,2 1-1 0 0,36-10 1 0 0,-36 14-5627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9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5545 0 0,'9'12'14655'0'0,"-3"-37"-12057"0"0,-3 6-633 0 0,-3 18-1933 0 0,1 0 1 0 0,-1 0-1 0 0,1-1 1 0 0,0 1-1 0 0,-1 0 1 0 0,1 0-1 0 0,0 0 1 0 0,0 0-1 0 0,0-1 1 0 0,-1 1-1 0 0,1 1 1 0 0,1-1-1 0 0,-1 0 1 0 0,0 0-1 0 0,0 0 1 0 0,0 0-1 0 0,0 1 1 0 0,2-2-1 0 0,-2 2-64 0 0,-1 0-1 0 0,1 0 0 0 0,-1 0 0 0 0,1 0 0 0 0,-1 0 0 0 0,1 0 0 0 0,0 0 0 0 0,-1 0 0 0 0,1 1 0 0 0,-1-1 0 0 0,1 0 0 0 0,-1 0 0 0 0,1 0 0 0 0,-1 1 0 0 0,1-1 0 0 0,-1 0 0 0 0,0 0 0 0 0,1 1 0 0 0,-1-1 0 0 0,1 0 0 0 0,-1 1 0 0 0,0-1 0 0 0,1 1 0 0 0,-1-1 0 0 0,0 1 0 0 0,1-1 0 0 0,-1 0 0 0 0,0 1 0 0 0,1-1 0 0 0,-1 1 0 0 0,0-1 0 0 0,0 1 0 0 0,0-1 0 0 0,0 1 0 0 0,0-1 0 0 0,1 1 0 0 0,-1 0 0 0 0,0-1 0 0 0,0 1 0 0 0,0-1 0 0 0,0 1 0 0 0,-1-1 0 0 0,1 1 0 0 0,0-1 0 0 0,0 1 0 0 0,0-1 0 0 0,0 1 0 0 0,-20-42-4480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1.0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73 236 5065 0 0,'-4'0'292'0'0,"1"-1"0"0"0,0 1-1 0 0,-1-1 1 0 0,1 0 0 0 0,0 0-1 0 0,0 0 1 0 0,-1-1 0 0 0,1 1 0 0 0,0-1-1 0 0,0 0 1 0 0,1 1 0 0 0,-1-1-1 0 0,0-1 1 0 0,1 1 0 0 0,-1 0 0 0 0,1-1-1 0 0,0 1 1 0 0,-1-1 0 0 0,1 0-1 0 0,0 1 1 0 0,1-1 0 0 0,-1 0 0 0 0,0 0-1 0 0,1 0 1 0 0,0-1 0 0 0,0 1 0 0 0,0 0-1 0 0,0 0 1 0 0,0-1 0 0 0,1 1-1 0 0,-1 0 1 0 0,1-1 0 0 0,0 1 0 0 0,0-1-1 0 0,0 1 1 0 0,1 0 0 0 0,-1-1-1 0 0,2-3 1 0 0,1-1-71 0 0,1 0 1 0 0,1 0-1 0 0,-1 0 0 0 0,1 1 1 0 0,0 0-1 0 0,1 0 0 0 0,0 0 1 0 0,0 1-1 0 0,0-1 0 0 0,1 1 0 0 0,11-7 1 0 0,-10 7-106 0 0,0 1 0 0 0,1 0 0 0 0,-1 0 0 0 0,1 0 0 0 0,0 2 0 0 0,0-1 1 0 0,0 1-1 0 0,0 0 0 0 0,1 1 0 0 0,13-2 0 0 0,-21 4-119 0 0,1-1-1 0 0,-1 1 1 0 0,0 0 0 0 0,1 1-1 0 0,-1-1 1 0 0,0 0 0 0 0,0 1-1 0 0,0-1 1 0 0,1 1 0 0 0,-1 0-1 0 0,0-1 1 0 0,0 1 0 0 0,0 0-1 0 0,0 0 1 0 0,0 1-1 0 0,0-1 1 0 0,0 0 0 0 0,-1 1-1 0 0,4 2 1 0 0,-3-1-12 0 0,0 0 1 0 0,0-1-1 0 0,-1 1 1 0 0,1 0-1 0 0,-1 1 1 0 0,0-1-1 0 0,0 0 0 0 0,0 0 1 0 0,0 0-1 0 0,0 1 1 0 0,0 6-1 0 0,-1 5-187 0 0,0 0 0 0 0,-1 0 1 0 0,-1-1-1 0 0,-6 27 0 0 0,-6 10-750 0 0,-21 50 0 0 0,-9 30-1307 0 0,38-111 1769 0 0,2-1-1 0 0,1 1 0 0 0,0 0 0 0 0,1 36 0 0 0,2-51 430 0 0,0 0 1 0 0,1 0 0 0 0,-1 1 0 0 0,1-1 0 0 0,0 0 0 0 0,1 0-1 0 0,-1 0 1 0 0,1 0 0 0 0,0 0 0 0 0,1-1 0 0 0,-1 1 0 0 0,6 7-1 0 0,-7-10 100 0 0,1 0 0 0 0,0-1 0 0 0,0 1 0 0 0,0-1-1 0 0,0 1 1 0 0,0-1 0 0 0,0 0 0 0 0,0 0-1 0 0,0 0 1 0 0,0 0 0 0 0,1 0 0 0 0,-1 0 0 0 0,0-1-1 0 0,1 1 1 0 0,-1-1 0 0 0,0 1 0 0 0,1-1 0 0 0,-1 0-1 0 0,1 0 1 0 0,-1 0 0 0 0,1 0 0 0 0,-1-1 0 0 0,0 1-1 0 0,1-1 1 0 0,-1 1 0 0 0,0-1 0 0 0,1 0 0 0 0,-1 0-1 0 0,3-1 1 0 0,11-6 481 0 0,0-1-1 0 0,0 0 1 0 0,-1-2 0 0 0,0 1-1 0 0,0-2 1 0 0,-1 0 0 0 0,-1-1-1 0 0,0 0 1 0 0,-1-1 0 0 0,-1 0-1 0 0,16-25 1 0 0,-26 37-457 0 0,1 0 0 0 0,-1-1 0 0 0,0 0 0 0 0,0 1 0 0 0,0-1 0 0 0,0 0 0 0 0,-1 1 0 0 0,1-1 0 0 0,-1 0 0 0 0,1 0 0 0 0,-1 0 0 0 0,0 1 0 0 0,0-1 0 0 0,0 0 0 0 0,-1 0 0 0 0,1 0 0 0 0,-1 1 0 0 0,1-1 0 0 0,-2-4 0 0 0,0 4 44 0 0,0-1 0 0 0,-1 0 0 0 0,1 1 0 0 0,-1-1 0 0 0,1 1 0 0 0,-1 0 1 0 0,0 0-1 0 0,0 0 0 0 0,0 0 0 0 0,-1 1 0 0 0,-5-5 0 0 0,-3 1 50 0 0,1 0 0 0 0,-1 1-1 0 0,1 0 1 0 0,-2 1 0 0 0,1 0 0 0 0,0 1 0 0 0,-21-2 0 0 0,17 3-183 0 0,1 1 0 0 0,-1 1 1 0 0,0 1-1 0 0,0 0 0 0 0,-24 6 1 0 0,25-4-851 0 0,0 2 0 0 0,0 0 1 0 0,-17 8-1 0 0,14-4-6156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1.3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8754 0 0,'0'0'673'0'0,"23"-11"3156"0"0,27-34-120 0 0,-1 1-4142 0 0,-43 39-717 0 0,1 0 0 0 0,-1 1 0 0 0,1 0 0 0 0,0 1 0 0 0,0-1 0 0 0,10-2 0 0 0,-16 6 1135 0 0,1-1 0 0 0,-1 1 1 0 0,1 0-1 0 0,-1 1 0 0 0,1-1 0 0 0,-1 0 1 0 0,1 0-1 0 0,-1 1 0 0 0,1-1 0 0 0,-1 0 1 0 0,0 1-1 0 0,1 0 0 0 0,-1-1 0 0 0,0 1 1 0 0,1 0-1 0 0,0 1 0 0 0,-7-2-38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1.7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21 920 0 0,'-38'-20'15790'0'0,"31"19"-14304"0"0,-5 4 1357 0 0,12 0-2575 0 0,0 0-1 0 0,1 0 1 0 0,0 0-1 0 0,-1 0 1 0 0,1 0-1 0 0,0 0 1 0 0,0 0-1 0 0,2 3 1 0 0,-1-2-78 0 0,69 258 1426 0 0,-12-36-431 0 0,-55-213-1651 0 0,2 0 1 0 0,-1 0-1 0 0,2 0 1 0 0,-1-1-1 0 0,2 0 1 0 0,0 0 0 0 0,17 20-1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2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1 8354 0 0,'-40'49'10342'0'0,"-2"17"-7060"0"0,-35 72-2160 0 0,51-82-731 0 0,25-52-356 0 0,-1 0-1 0 0,1 0 1 0 0,0 0 0 0 0,0 1-1 0 0,0-1 1 0 0,1 0-1 0 0,-1 0 1 0 0,1 1 0 0 0,0-1-1 0 0,0 0 1 0 0,1 0-1 0 0,0 5 1 0 0,0-7-29 0 0,0 0 1 0 0,0-1-1 0 0,0 1 0 0 0,0-1 0 0 0,0 1 1 0 0,1-1-1 0 0,-1 1 0 0 0,0-1 1 0 0,1 0-1 0 0,-1 1 0 0 0,1-1 0 0 0,0 0 1 0 0,-1 0-1 0 0,1 0 0 0 0,0-1 0 0 0,0 1 1 0 0,-1 0-1 0 0,1 0 0 0 0,0-1 0 0 0,0 0 1 0 0,0 1-1 0 0,0-1 0 0 0,0 0 1 0 0,0 0-1 0 0,0 0 0 0 0,0 0 0 0 0,0 0 1 0 0,0 0-1 0 0,2-1 0 0 0,7 0 29 0 0,0-1 0 0 0,0 0 0 0 0,18-7 0 0 0,22-12-333 0 0,-1-2 0 0 0,73-45 0 0 0,-27 13-1784 0 0,-64 39-5632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0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90 195 456 0 0,'-28'4'1172'0'0,"-34"-11"15045"0"0,70 2-13701 0 0,8-3-1284 0 0,157-70 591 0 0,-114 48-3404 0 0,78-26 0 0 0,-92 42-5758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41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54 6721 0 0,'7'-4'3074'0'0,"-7"4"-2818"0"0,1 0 1 0 0,-1 0-1 0 0,1 0 0 0 0,0-1 0 0 0,-1 1 0 0 0,1 0 0 0 0,-1 0 1 0 0,1 0-1 0 0,4 2 1793 0 0,-4-1-1793 0 0,-1 15 6229 0 0,-2-2-5145 0 0,4-2-3423 0 0,-3-22 2264 0 0,0-1-1 0 0,0 0 0 0 0,1 1 0 0 0,0-1 0 0 0,1 0 1 0 0,3-16-1 0 0,-4 27-177 0 0,0 0-1 0 0,0 0 1 0 0,0 0 0 0 0,0 0 0 0 0,0-1-1 0 0,0 1 1 0 0,0 0 0 0 0,0 0 0 0 0,0 0-1 0 0,0 0 1 0 0,0 0 0 0 0,0 0 0 0 0,0 0 0 0 0,0 0-1 0 0,0 0 1 0 0,0 0 0 0 0,1-1 0 0 0,-1 1-1 0 0,0 0 1 0 0,0 0 0 0 0,0 0 0 0 0,0 0-1 0 0,0 0 1 0 0,0 0 0 0 0,0 0 0 0 0,0 0-1 0 0,0 0 1 0 0,0 0 0 0 0,0 0 0 0 0,1 0-1 0 0,-1 0 1 0 0,0 0 0 0 0,0 0 0 0 0,0 0-1 0 0,0 0 1 0 0,0 0 0 0 0,0 0 0 0 0,0 0-1 0 0,0 0 1 0 0,0 0 0 0 0,1 0 0 0 0,-1 0-1 0 0,0 0 1 0 0,0 0 0 0 0,0 0 0 0 0,0 0 0 0 0,0 0-1 0 0,0 0 1 0 0,0 0 0 0 0,0 0 0 0 0,0 0-1 0 0,0 0 1 0 0,1 0 0 0 0,-1 0 0 0 0,0 0-1 0 0,0 0 1 0 0,0 0 0 0 0,0 0 0 0 0,0 0-1 0 0,0 1 1 0 0,0-1 0 0 0,0 0 0 0 0,0 0-1 0 0,0 0 1 0 0,6 13 24 0 0,-1 0 23 0 0,-3-8-43 0 0,16 33 36 0 0,-17-37-42 0 0,0 0 0 0 0,-1 1 0 0 0,1-1 0 0 0,0 0-1 0 0,0 0 1 0 0,0 0 0 0 0,0 0 0 0 0,0 0 0 0 0,1 0 0 0 0,-1 0 0 0 0,0 0 0 0 0,0 0 0 0 0,1 0 0 0 0,-1-1 0 0 0,0 1 0 0 0,1 0 0 0 0,-1-1 0 0 0,1 1 0 0 0,-1-1 0 0 0,0 0 0 0 0,1 1 0 0 0,-1-1 0 0 0,1 0 0 0 0,-1 0 0 0 0,3 0 0 0 0,-3 0 9 0 0,0-1 1 0 0,-1 1-1 0 0,1 0 0 0 0,0-1 1 0 0,-1 1-1 0 0,1 0 1 0 0,-1-1-1 0 0,1 1 1 0 0,0-1-1 0 0,-1 1 1 0 0,1-1-1 0 0,-1 1 1 0 0,1-1-1 0 0,-1 1 0 0 0,0-1 1 0 0,1 0-1 0 0,-1 1 1 0 0,0-1-1 0 0,1 1 1 0 0,-1-1-1 0 0,0 0 1 0 0,0 1-1 0 0,1-1 1 0 0,-1 0-1 0 0,0 0 1 0 0,0 1-1 0 0,0-1 0 0 0,0 0 1 0 0,0 1-1 0 0,0-1 1 0 0,0 0-1 0 0,0 0 1 0 0,0 1-1 0 0,0-1 1 0 0,-1 0-1 0 0,1 1 1 0 0,0-1-1 0 0,0 0 0 0 0,-1 1 1 0 0,1-1-1 0 0,0 0 1 0 0,-1 1-1 0 0,0-1 1 0 0,0-3 46 0 0,0 1 1 0 0,-1 0-1 0 0,0 0 1 0 0,1 1-1 0 0,-1-1 1 0 0,0 0-1 0 0,-5-4 1 0 0,1 2-101 0 0,0 1-170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3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0 174 6121 0 0,'66'-6'6854'0'0,"42"-16"-5498"0"0,2-1-660 0 0,135-30-1707 0 0,48-7 1275 0 0,-38 51 1591 0 0,-229 9-1120 0 0,-8 5-1854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4.4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3225 0 0,'215'-61'5013'0'0,"-177"53"-4597"0"0,1 2 0 0 0,-1 2 0 0 0,69 0 0 0 0,170 3 335 0 0,-97-2-794 0 0,46 16 497 0 0,-46 0 255 0 0,-96-9-976 0 0,-1 5 1 0 0,125 29-1 0 0,-133-25 529 0 0,0-3 0 0 0,93 1 0 0 0,-90-8-379 0 0,95 18 528 0 0,0 0 1064 0 0,-146-20-1309 0 0,0-1 0 0 0,0-1 0 0 0,-1-1 0 0 0,42-9 0 0 0,-21 0-178 0 0,49-12 613 0 0,106-11-1 0 0,-167 29-555 0 0,-27 3-177 0 0,0 1-1 0 0,0-1 1 0 0,0 1-1 0 0,-1 1 1 0 0,1-1-1 0 0,0 2 1 0 0,0-1-1 0 0,0 1 1 0 0,0 0-1 0 0,0 0 1 0 0,0 1-1 0 0,11 4 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4:56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5 435 6377 0 0,'-5'7'3165'0'0,"26"-7"-3018"0"0,0-1 0 0 0,0 0 0 0 0,0-2-1 0 0,-1 0 1 0 0,36-11 0 0 0,-25 6-951 0 0,59-7 0 0 0,56 10-519 0 0,57-6 2586 0 0,-13 1-2250 0 0,-21 2 1317 0 0,-103 5 276 0 0,93 7 0 0 0,41-1-175 0 0,-183-4-437 0 0,354-37 1419 0 0,-214 5-129 0 0,101-16-1036 0 0,-110 28-376 0 0,185-22-823 0 0,44 16 536 0 0,-187 19-351 0 0,4-2-28 0 0,-58-13-143 0 0,-89 14 189 0 0,92-8 1 0 0,-41 11 1956 0 0,149-29 1 0 0,-210 31-1019 0 0,-1 1 1 0 0,72 4 0 0 0,-69 1 175 0 0,-1-2 1 0 0,56-7-1 0 0,5-4 1042 0 0,160 3 0 0 0,-162-1-124 0 0,1 1-138 0 0,-80 11-4523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17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35 1008 0 0,'-29'-34'12728'0'0,"32"39"-12758"0"0,5 16 647 0 0,23 58 1056 0 0,49 140 312 0 0,-62-154-1620 0 0,-12-40-267 0 0,18 46 1 0 0,-20-62-97 0 0,0-1 1 0 0,1 1-1 0 0,0-1 0 0 0,1 0 1 0 0,0 0-1 0 0,0 0 0 0 0,0-1 1 0 0,13 11-1 0 0,8 9-2 0 0,-1 2 0 0 0,-1 0 0 0 0,-1 1 0 0 0,-2 2 0 0 0,18 34 0 0 0,-5-10 0 0 0,-18-26 17 0 0,-2 1 0 0 0,0 0 0 0 0,16 57 0 0 0,15 35 54 0 0,-33-91 70 0 0,-2 0 1 0 0,-1 1 0 0 0,7 41 0 0 0,-11-40-89 0 0,3 0 0 0 0,0-1 0 0 0,18 39-1 0 0,56 78 764 0 0,-50-96-686 0 0,29 67-1 0 0,-42-77-109 0 0,2-1 0 0 0,2-1 0 0 0,46 63 0 0 0,-47-72 36 0 0,0 2 0 0 0,-3 1 0 0 0,21 46 0 0 0,-31-62-45 0 0,1 0-1 0 0,1-2 0 0 0,19 25 0 0 0,-17-25-50 0 0,-1 1 0 0 0,21 38 1 0 0,-18-25 32 0 0,1 0 0 0 0,31 40 0 0 0,-30-48 8 0 0,31 31 1 0 0,-4-14-13 0 0,-28-26 2 0 0,-1 0-1 0 0,28 35 0 0 0,5 13 10 0 0,49 74 0 0 0,-89-123-19 0 0,1-1-1 0 0,1 0 1 0 0,0-1-1 0 0,0-1 0 0 0,2 1 1 0 0,24 17-1 0 0,18 16 29 0 0,20 31-6 0 0,-45-44-1 0 0,1-2 0 0 0,38 30-1 0 0,29 1 6 0 0,-8-8 126 0 0,-59-36-35 0 0,44 31 0 0 0,-32-17-98 0 0,90 46 0 0 0,-133-77 0 0 0,21 13 37 0 0,0 1 0 0 0,35 30 0 0 0,-45-33-16 0 0,2 0 0 0 0,-1-1 0 0 0,1-1 0 0 0,1 0 0 0 0,-1-1 0 0 0,1 0 0 0 0,1-1 0 0 0,0 0 0 0 0,22 6 0 0 0,-21-9-12 0 0,0 1 0 0 0,0 1 0 0 0,-1 0 0 0 0,0 1 0 0 0,0 1 1 0 0,-1 0-1 0 0,0 1 0 0 0,18 15 0 0 0,-18-15 36 0 0,0-1 1 0 0,0 0-1 0 0,28 9 0 0 0,18 9 28 0 0,-29-11-44 0 0,35 12 1 0 0,-50-21-25 0 0,73 32-5 0 0,32 11-14 0 0,-99-41 17 0 0,11 6-14 0 0,58 15 1 0 0,-32-11 34 0 0,-42-13-10 0 0,-1 0 0 0 0,1 0 0 0 0,34 3 0 0 0,35-2 114 0 0,99 19 0 0 0,77 28 12 0 0,-184-40-110 0 0,89 3 0 0 0,-81-10-22 0 0,145 4-12 0 0,-90-6 25 0 0,-14 0 71 0 0,102 7 79 0 0,-68 8-171 0 0,87 6 0 0 0,-170-19 0 0 0,128 27 0 0 0,-192-30 0 0 0,29 2 30 0 0,0-2 0 0 0,0-2 0 0 0,0-2 0 0 0,0-1-1 0 0,46-9 1 0 0,-27 3 14 0 0,90 1 0 0 0,-41 9-50 0 0,169-19 1 0 0,-59 2 5 0 0,54-8 0 0 0,154-36-43 0 0,-86 14-26 0 0,-300 37-1694 0 0,0-2 1 0 0,52-20-1 0 0,-73 22-4584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2.3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18 127 8754 0 0,'0'-11'1076'0'0,"0"0"1"0"0,0 0 0 0 0,0 0-1 0 0,-2 0 1 0 0,1 0-1 0 0,-7-19 1 0 0,2 0 2133 0 0,12 101 579 0 0,1 13-3810 0 0,36 605-884 0 0,-45-622-1035 0 0,-2-23-4432 0 0,1-21 307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2.4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92 5985 0 0,'0'-1'282'0'0,"-1"0"1"0"0,1 0-1 0 0,-1-1 0 0 0,1 1 0 0 0,0-1 0 0 0,0 1 0 0 0,-1 0 1 0 0,1-1-1 0 0,0 1 0 0 0,0-1 0 0 0,0 1 0 0 0,0 0 1 0 0,1-1-1 0 0,-1 1 0 0 0,0-1 0 0 0,0 1 0 0 0,1 0 0 0 0,-1-1 1 0 0,1 1-1 0 0,0 0 0 0 0,-1 0 0 0 0,2-3 0 0 0,1 1 284 0 0,0-1 0 0 0,0 1 0 0 0,0 0 0 0 0,0 0 0 0 0,0 0 0 0 0,1 0 0 0 0,6-4 0 0 0,-3 3-118 0 0,1-1 1 0 0,0 2 0 0 0,0-1 0 0 0,0 1 0 0 0,0 0 0 0 0,1 1 0 0 0,15-3 0 0 0,-20 5-569 0 0,0 0 0 0 0,0 0 0 0 0,0 1 0 0 0,0 0 0 0 0,0 0 0 0 0,0 0 0 0 0,-1 0 0 0 0,1 1 0 0 0,0-1 1 0 0,5 5-1 0 0,26 7-51 0 0,-23-12 159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2.8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99 12899 0 0,'-1'-2'201'0'0,"1"1"1"0"0,0 0-1 0 0,0 0 1 0 0,0 0 0 0 0,0 0-1 0 0,0 0 1 0 0,0 0-1 0 0,0-1 1 0 0,1 1-1 0 0,-1 0 1 0 0,0 0 0 0 0,1 0-1 0 0,-1 0 1 0 0,0 0-1 0 0,1 0 1 0 0,0 0-1 0 0,-1 0 1 0 0,1 0-1 0 0,-1 0 1 0 0,1 0 0 0 0,1-1-1 0 0,-1 2-63 0 0,0 1 0 0 0,-1-1 0 0 0,1 1 0 0 0,0-1 0 0 0,-1 1 0 0 0,1-1 0 0 0,0 1 0 0 0,-1 0 0 0 0,1-1 0 0 0,-1 1 0 0 0,1-1 0 0 0,-1 1 0 0 0,1 0 0 0 0,-1 0 1 0 0,0-1-1 0 0,1 1 0 0 0,-1 0 0 0 0,0 0 0 0 0,1-1 0 0 0,-1 1 0 0 0,0 0 0 0 0,0 0 0 0 0,0 0 0 0 0,0 0 0 0 0,0-1 0 0 0,0 1 0 0 0,0 0 0 0 0,0 0 0 0 0,0 1 0 0 0,1 64 892 0 0,-2-47-972 0 0,1-1 0 0 0,3 20 0 0 0,-2-32-72 0 0,0 0-1 0 0,1 0 1 0 0,-1-1-1 0 0,1 1 1 0 0,0 0 0 0 0,1-1-1 0 0,-1 1 1 0 0,1-1-1 0 0,0 0 1 0 0,5 7-1 0 0,-7-11-25 0 0,-1 0-1 0 0,1-1 0 0 0,0 1 0 0 0,-1 0 0 0 0,1 0 0 0 0,-1-1 0 0 0,1 1 0 0 0,0-1 0 0 0,0 1 0 0 0,-1 0 0 0 0,1-1 0 0 0,0 1 1 0 0,0-1-1 0 0,0 0 0 0 0,-1 1 0 0 0,1-1 0 0 0,0 0 0 0 0,0 1 0 0 0,0-1 0 0 0,0 0 0 0 0,0 0 0 0 0,0 0 0 0 0,0 0 0 0 0,0 0 1 0 0,0 0-1 0 0,1 0 0 0 0,0-1-18 0 0,-1 1 0 0 0,1-1 0 0 0,-1 0 1 0 0,1 0-1 0 0,-1 0 0 0 0,0 0 0 0 0,0 0 0 0 0,0-1 1 0 0,1 1-1 0 0,-1 0 0 0 0,0 0 0 0 0,0-1 1 0 0,-1 1-1 0 0,2-2 0 0 0,4-8-150 0 0,-1-1 0 0 0,-1 1 0 0 0,4-16 0 0 0,-6 20 219 0 0,5-17 19 0 0,-1 1 235 0 0,1 1-1 0 0,1-1 1 0 0,0 1-1 0 0,2 1 1 0 0,1 0-1 0 0,17-26 1 0 0,-27 45-227 0 0,0 0 0 0 0,1 0 1 0 0,-1 0-1 0 0,1 0 0 0 0,-1 1 1 0 0,1-1-1 0 0,0 1 0 0 0,0-1 1 0 0,-1 1-1 0 0,1 0 0 0 0,0-1 0 0 0,0 1 1 0 0,0 0-1 0 0,1 0 0 0 0,-1 0 1 0 0,0 1-1 0 0,0-1 0 0 0,1 1 1 0 0,-1-1-1 0 0,0 1 0 0 0,0 0 1 0 0,1-1-1 0 0,-1 1 0 0 0,0 0 1 0 0,3 1-1 0 0,-1 0 0 0 0,-1 0 1 0 0,0 1-1 0 0,0 0 0 0 0,0-1 1 0 0,0 1-1 0 0,0 0 1 0 0,0 0-1 0 0,-1 1 0 0 0,1-1 1 0 0,-1 0-1 0 0,1 1 0 0 0,-1 0 1 0 0,0 0-1 0 0,0-1 1 0 0,3 7-1 0 0,10 20 141 0 0,-2-1 1 0 0,-1 2-1 0 0,14 51 0 0 0,8 23-2682 0 0,-25-81-5187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3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5 217 5009 0 0,'74'-80'2485'0'0,"-65"70"-1180"0"0,-1-1-1 0 0,-1 0 0 0 0,0-1 1 0 0,-1 1-1 0 0,0-1 1 0 0,5-14-1 0 0,-10 25-1137 0 0,-1 0 1 0 0,1-1-1 0 0,-1 1 0 0 0,1 0 1 0 0,-1-1-1 0 0,0 1 0 0 0,1 0 0 0 0,-1-1 1 0 0,0 1-1 0 0,0 0 0 0 0,0-1 1 0 0,0 1-1 0 0,0-1 0 0 0,0 1 1 0 0,0 0-1 0 0,-1-1 0 0 0,1 1 1 0 0,0 0-1 0 0,-1-1 0 0 0,1 1 1 0 0,-1 0-1 0 0,0 0 0 0 0,1-1 1 0 0,-1 1-1 0 0,0 0 0 0 0,0 0 1 0 0,1 0-1 0 0,-1 0 0 0 0,0 0 1 0 0,0 0-1 0 0,-2-1 0 0 0,1 1-106 0 0,1 1 0 0 0,-1-1-1 0 0,0 1 1 0 0,1 0-1 0 0,-1 0 1 0 0,0 0 0 0 0,1 0-1 0 0,-1 0 1 0 0,1 0-1 0 0,-1 0 1 0 0,0 0 0 0 0,1 1-1 0 0,-1-1 1 0 0,1 1-1 0 0,-1-1 1 0 0,0 1 0 0 0,1-1-1 0 0,0 1 1 0 0,-1 0-1 0 0,1 0 1 0 0,-1 0 0 0 0,1 0-1 0 0,0 0 1 0 0,0 0-1 0 0,-1 0 1 0 0,0 2 0 0 0,-7 8-20 0 0,0-1 0 0 0,1 2 0 0 0,0-1 1 0 0,1 1-1 0 0,0 0 0 0 0,1 1 1 0 0,1 0-1 0 0,-1 0 0 0 0,2 0 0 0 0,-5 24 1 0 0,8-31-52 0 0,0 1 0 0 0,0-1 0 0 0,1 1 1 0 0,0-1-1 0 0,0 1 0 0 0,0-1 0 0 0,1 1 1 0 0,0-1-1 0 0,1 1 0 0 0,-1-1 0 0 0,3 7 1 0 0,-2-9-18 0 0,0 0 0 0 0,0 0 0 0 0,1-1 0 0 0,-1 1 0 0 0,1-1 0 0 0,0 0 0 0 0,0 0 0 0 0,0 0 0 0 0,0 0 0 0 0,0 0 0 0 0,1 0 0 0 0,-1-1 1 0 0,1 0-1 0 0,-1 0 0 0 0,1 0 0 0 0,0 0 0 0 0,0 0 0 0 0,6 1 0 0 0,-6-2 8 0 0,0 1 0 0 0,0-1 0 0 0,0-1 0 0 0,0 1 1 0 0,0 0-1 0 0,0-1 0 0 0,1 0 0 0 0,-1 0 0 0 0,0 0 0 0 0,0 0 0 0 0,0-1 0 0 0,0 0 0 0 0,1 0 1 0 0,-1 0-1 0 0,0 0 0 0 0,0-1 0 0 0,-1 1 0 0 0,1-1 0 0 0,0 0 0 0 0,-1 0 0 0 0,1 0 0 0 0,-1-1 1 0 0,1 1-1 0 0,-1-1 0 0 0,0 0 0 0 0,4-5 0 0 0,2-4 132 0 0,0-1 0 0 0,-1 0-1 0 0,0 0 1 0 0,-1-1 0 0 0,10-26 0 0 0,-17 40-105 0 0,0-1 0 0 0,0 1 0 0 0,0-1 0 0 0,0 1 0 0 0,0-1 0 0 0,0 1 1 0 0,1-1-1 0 0,-1 1 0 0 0,0 0 0 0 0,0-1 0 0 0,1 1 0 0 0,-1-1 0 0 0,0 1 0 0 0,0 0 0 0 0,1-1 1 0 0,-1 1-1 0 0,0 0 0 0 0,1-1 0 0 0,-1 1 0 0 0,1 0 0 0 0,-1 0 0 0 0,0-1 0 0 0,1 1 0 0 0,-1 0 1 0 0,1 0-1 0 0,-1 0 0 0 0,0 0 0 0 0,1-1 0 0 0,-1 1 0 0 0,1 0 0 0 0,-1 0 0 0 0,1 0 1 0 0,-1 0-1 0 0,1 0 0 0 0,12 13 152 0 0,9 35-92 0 0,-18-39-84 0 0,1 2-138 0 0,1 0 1 0 0,0-1 0 0 0,0 0-1 0 0,15 17 1 0 0,-7-10-363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3.9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66 10594 0 0,'1'-3'213'0'0,"-1"1"0"0"0,1-1-1 0 0,0 0 1 0 0,0 1 0 0 0,0-1-1 0 0,0 1 1 0 0,0 0 0 0 0,0-1-1 0 0,1 1 1 0 0,-1 0 0 0 0,1 0-1 0 0,0 0 1 0 0,-1 0 0 0 0,1 0-1 0 0,0 0 1 0 0,0 0 0 0 0,0 0-1 0 0,1 1 1 0 0,-1-1 0 0 0,0 1-1 0 0,1 0 1 0 0,-1 0 0 0 0,1-1-1 0 0,-1 2 1 0 0,1-1 0 0 0,-1 0-1 0 0,1 0 1 0 0,0 1 0 0 0,-1 0-1 0 0,1-1 1 0 0,0 1 0 0 0,-1 0-1 0 0,1 0 1 0 0,0 0 0 0 0,-1 1-1 0 0,1-1 1 0 0,0 1 0 0 0,-1-1-1 0 0,1 1 1 0 0,-1 0 0 0 0,1 0-1 0 0,-1 0 1 0 0,1 0 0 0 0,-1 1-1 0 0,0-1 1 0 0,0 1 0 0 0,1-1-1 0 0,2 4 1 0 0,1 3-46 0 0,0 0 0 0 0,-1 1 0 0 0,0-1 0 0 0,0 1 0 0 0,-1 1 0 0 0,0-1 0 0 0,-1 0 0 0 0,0 1 0 0 0,0 0 0 0 0,2 19 0 0 0,0 13-56 0 0,-1 54 0 0 0,-3-63 4 0 0,-1-8-100 0 0,-1-14-15 0 0,1-1 0 0 0,0 0 0 0 0,1 1 1 0 0,0-1-1 0 0,5 18 0 0 0,-6-27 0 0 0,0-1 0 0 0,0 0 0 0 0,0 0 0 0 0,0 0 0 0 0,1 0 0 0 0,-1 0 0 0 0,0 1 0 0 0,0-1 0 0 0,0 0 0 0 0,0 0 0 0 0,0 0 0 0 0,0 0 0 0 0,0 0 0 0 0,0 0 0 0 0,0 0 0 0 0,1 1 0 0 0,-1-1 0 0 0,0 0 0 0 0,0 0 0 0 0,0 0 0 0 0,0 0 0 0 0,0 0 0 0 0,0 0 0 0 0,1 0 0 0 0,-1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0,8-12 0 0 0,9-21 0 0 0,-17 30 0 0 0,42-103-36 0 0,12-27 5 0 0,-48 119 34 0 0,2 0-1 0 0,0 1 1 0 0,0-1-1 0 0,1 2 1 0 0,1-1-1 0 0,14-13 1 0 0,-23 25 15 0 0,0 0 1 0 0,0 0 0 0 0,0 1 0 0 0,0-1 0 0 0,0 0 0 0 0,1 1-1 0 0,-1-1 1 0 0,1 1 0 0 0,-1 0 0 0 0,1 0 0 0 0,-1 0 0 0 0,1 0-1 0 0,0 0 1 0 0,0 0 0 0 0,-1 1 0 0 0,1 0 0 0 0,0-1 0 0 0,0 1-1 0 0,-1 0 1 0 0,1 0 0 0 0,0 0 0 0 0,0 1 0 0 0,0-1 0 0 0,2 2-1 0 0,-1-1 15 0 0,-1 1 0 0 0,1 0-1 0 0,-1 0 1 0 0,0 0 0 0 0,0 1-1 0 0,0-1 1 0 0,0 1-1 0 0,0 0 1 0 0,0-1 0 0 0,-1 1-1 0 0,0 1 1 0 0,1-1 0 0 0,-1 0-1 0 0,0 0 1 0 0,0 1 0 0 0,2 6-1 0 0,31 83 256 0 0,-23-58-601 0 0,1-1 1 0 0,26 47 0 0 0,-26-59-1506 0 0,0-1-5997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4.2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1 415 8754 0 0,'20'-27'1334'0'0,"-1"-2"0"0"0,-2 0 0 0 0,0-1 0 0 0,-2 0-1 0 0,-1-2 1 0 0,-2 1 0 0 0,-1-2 0 0 0,11-56 0 0 0,-20 83-1207 0 0,-2 1 0 0 0,1 0 0 0 0,0-1 0 0 0,-1 1 0 0 0,0-1-1 0 0,0 1 1 0 0,-1-1 0 0 0,0 1 0 0 0,0 0 0 0 0,0-1 0 0 0,0 1 0 0 0,-1 0 0 0 0,-2-6-1 0 0,4 11-113 0 0,0 0-1 0 0,0-1 0 0 0,-1 1 0 0 0,1 0 0 0 0,0 0 0 0 0,0 0 0 0 0,0-1 0 0 0,-1 1 0 0 0,1 0 0 0 0,0 0 1 0 0,0 0-1 0 0,-1-1 0 0 0,1 1 0 0 0,0 0 0 0 0,0 0 0 0 0,-1 0 0 0 0,1 0 0 0 0,0 0 0 0 0,0 0 0 0 0,-1 0 1 0 0,1 0-1 0 0,0-1 0 0 0,-1 1 0 0 0,1 0 0 0 0,0 0 0 0 0,-1 0 0 0 0,1 1 0 0 0,0-1 0 0 0,0 0 0 0 0,-1 0 0 0 0,1 0 1 0 0,0 0-1 0 0,-1 0 0 0 0,1 0 0 0 0,0 0 0 0 0,-1 1 0 0 0,-10 9 224 0 0,-5 18-82 0 0,6-7-115 0 0,1 2 1 0 0,1-1-1 0 0,1 1 0 0 0,1 0 1 0 0,1 1-1 0 0,0-1 0 0 0,2 1 0 0 0,1 0 1 0 0,2 34-1 0 0,1-47-50 0 0,0 0 0 0 0,1-1 0 0 0,0 1-1 0 0,1-1 1 0 0,0 1 0 0 0,0-1 0 0 0,1 0 0 0 0,1 0 0 0 0,0-1-1 0 0,6 11 1 0 0,-6-13-47 0 0,1-1-1 0 0,0 1 0 0 0,0-1 0 0 0,0 0 1 0 0,1 0-1 0 0,0-1 0 0 0,0 1 0 0 0,0-2 1 0 0,1 1-1 0 0,0-1 0 0 0,-1 0 0 0 0,2-1 1 0 0,14 5-1 0 0,16-2-1611 0 0,-22-7 107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4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1 140 7834 0 0,'11'-84'2692'0'0,"-9"29"5834"0"0,-7 119-4725 0 0,3-50-3779 0 0,1 0-1 0 0,0 0 0 0 0,1-1 0 0 0,0 1 1 0 0,1 0-1 0 0,3 16 0 0 0,-1-16 1 0 0,1-1 0 0 0,1 1 0 0 0,0-1 1 0 0,1 0-1 0 0,11 19 0 0 0,-13-25-16 0 0,1 0 0 0 0,0 0 0 0 0,1-1 0 0 0,-1 1 0 0 0,1-1 1 0 0,0 0-1 0 0,1-1 0 0 0,-1 0 0 0 0,1 0 0 0 0,12 7 0 0 0,-17-11-5 0 0,0 0 0 0 0,1 0 0 0 0,-1-1 0 0 0,1 1 0 0 0,-1-1 0 0 0,1 1 0 0 0,-1-1-1 0 0,1 0 1 0 0,-1 0 0 0 0,1 0 0 0 0,-1 0 0 0 0,1 0 0 0 0,-1 0 0 0 0,1-1 0 0 0,-1 1 0 0 0,1-1-1 0 0,-1 0 1 0 0,0 0 0 0 0,1 0 0 0 0,-1 0 0 0 0,0 0 0 0 0,0 0 0 0 0,0-1 0 0 0,0 1 0 0 0,0-1-1 0 0,0 1 1 0 0,0-1 0 0 0,0 0 0 0 0,0 0 0 0 0,-1 0 0 0 0,1 0 0 0 0,-1 0 0 0 0,3-4 0 0 0,4-8 45 0 0,0 0 0 0 0,-1-1 0 0 0,11-30 1 0 0,-15 38-20 0 0,6-24-23 0 0,-7 24-10 0 0,-1 0 0 0 0,1 1 0 0 0,0-1 0 0 0,1 0 0 0 0,-1 1 0 0 0,1-1 0 0 0,1 1 0 0 0,-1 0 0 0 0,1 0 0 0 0,0 0 0 0 0,5-5 0 0 0,-8 11 25 0 0,0-1 1 0 0,0 1-1 0 0,0-1 1 0 0,0 1-1 0 0,0-1 1 0 0,1 1-1 0 0,-1 0 1 0 0,0 0-1 0 0,0-1 0 0 0,0 1 1 0 0,0 0-1 0 0,0 0 1 0 0,1 0-1 0 0,-1 0 1 0 0,0 0-1 0 0,0 1 1 0 0,0-1-1 0 0,0 0 0 0 0,0 0 1 0 0,0 1-1 0 0,0-1 1 0 0,1 1-1 0 0,-1-1 1 0 0,0 1-1 0 0,0-1 1 0 0,0 1-1 0 0,1 1 1 0 0,30 25 430 0 0,-16-12-198 0 0,-6-9-139 0 0,-1 0 0 0 0,1-1 1 0 0,0 0-1 0 0,18 7 0 0 0,-26-11-91 0 0,1 0 0 0 0,0 0 0 0 0,-1-1 0 0 0,1 1 0 0 0,-1 0 0 0 0,1-1 0 0 0,0 0 0 0 0,-1 1 1 0 0,1-1-1 0 0,0 0 0 0 0,0-1 0 0 0,-1 1 0 0 0,1 0 0 0 0,0-1 0 0 0,-1 1 0 0 0,1-1 0 0 0,-1 0 0 0 0,1 0 0 0 0,-1 0 0 0 0,1 0 0 0 0,-1 0 0 0 0,0-1 0 0 0,1 1 0 0 0,3-4 1 0 0,-6 3-11 0 0,1 0 1 0 0,0 0 0 0 0,0 0 0 0 0,-1 0-1 0 0,0 0 1 0 0,1 0 0 0 0,-1 0 0 0 0,0 0 0 0 0,0 0-1 0 0,0 0 1 0 0,0 0 0 0 0,0 0 0 0 0,0 0-1 0 0,-1 0 1 0 0,1 0 0 0 0,-1 0 0 0 0,1 0 0 0 0,-1 0-1 0 0,0 1 1 0 0,0-1 0 0 0,0 0 0 0 0,-2-3-1 0 0,-25-42 22 0 0,26 44-36 0 0,-16-21-408 0 0,0 0-170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6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6 12899 0 0,'-4'-5'3641'0'0,"13"11"-1095"0"0,14 13-714 0 0,-6 4-1432 0 0,0 0 0 0 0,-1 1 1 0 0,-2 0-1 0 0,0 1 0 0 0,-2 1 1 0 0,-1 0-1 0 0,13 44 0 0 0,33 195-241 0 0,-54-252-137 0 0,25 167-1539 0 0,-23-144 514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6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37 235 15203 0 0,'-10'-2'368'0'0,"8"2"-239"0"0,0-1 0 0 0,-1 1 0 0 0,1-1 1 0 0,0 1-1 0 0,0-1 0 0 0,0 0 0 0 0,0 0 0 0 0,0 0 1 0 0,-4-3-1 0 0,6 4-63 0 0,0-1 1 0 0,-1 0-1 0 0,1 0 0 0 0,0 0 1 0 0,0 1-1 0 0,0-1 1 0 0,0 0-1 0 0,0 0 0 0 0,0 0 1 0 0,0 1-1 0 0,0-1 0 0 0,0 0 1 0 0,0 0-1 0 0,1 0 1 0 0,-1 1-1 0 0,0-1 0 0 0,1 0 1 0 0,-1 0-1 0 0,0 1 0 0 0,1-1 1 0 0,-1 0-1 0 0,1 1 1 0 0,-1-1-1 0 0,1 0 0 0 0,-1 1 1 0 0,1-1-1 0 0,-1 1 1 0 0,1-1-1 0 0,0 1 0 0 0,-1-1 1 0 0,1 1-1 0 0,1-1 0 0 0,16-15 464 0 0,0 1-1 0 0,1 1 1 0 0,0 0 0 0 0,1 2-1 0 0,30-15 1 0 0,112-41-165 0 0,-161 68-366 0 0,16-7-280 0 0,1 1-1 0 0,0 1 0 0 0,1 0 0 0 0,-1 1 0 0 0,1 1 1 0 0,-1 1-1 0 0,1 1 0 0 0,0 0 0 0 0,0 1 0 0 0,0 2 1 0 0,-1 0-1 0 0,28 6 0 0 0,-17-1 282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6.9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1 465 13363 0 0,'21'-16'443'0'0,"0"-2"1"0"0,-2 0-1 0 0,0-1 1 0 0,-1-2-1 0 0,-1 1 1 0 0,0-2 0 0 0,-2 0-1 0 0,-1-1 1 0 0,-1-1-1 0 0,0 0 1 0 0,-2 0-1 0 0,-1-1 1 0 0,11-42-1 0 0,-20 57-322 0 0,0 1 0 0 0,0-1-1 0 0,-1 1 1 0 0,0-1 0 0 0,-1 1-1 0 0,-3-17 1 0 0,4 23-93 0 0,-1 1 0 0 0,1-1 0 0 0,-1 1 0 0 0,0 0 0 0 0,0-1 0 0 0,0 1 0 0 0,0 0 0 0 0,0 0 0 0 0,-1 0 0 0 0,1 0 0 0 0,-1 0 0 0 0,1 0 0 0 0,-4-3 0 0 0,4 5-21 0 0,0-1-1 0 0,-1 0 1 0 0,1 1 0 0 0,0-1 0 0 0,-1 1-1 0 0,1-1 1 0 0,-1 1 0 0 0,1 0-1 0 0,0 0 1 0 0,-1 0 0 0 0,1 0-1 0 0,-1 0 1 0 0,1 0 0 0 0,-1 0-1 0 0,1 0 1 0 0,0 0 0 0 0,-1 0 0 0 0,1 1-1 0 0,-1-1 1 0 0,1 1 0 0 0,0-1-1 0 0,-1 1 1 0 0,1 0 0 0 0,0-1-1 0 0,-2 2 1 0 0,-4 3-34 0 0,0 0 1 0 0,1 1-1 0 0,0-1 0 0 0,0 1 0 0 0,0 0 0 0 0,1 1 1 0 0,-1 0-1 0 0,2-1 0 0 0,-1 2 0 0 0,1-1 1 0 0,-6 15-1 0 0,1-2-78 0 0,1 2 1 0 0,1-1 0 0 0,-6 28-1 0 0,11-37 77 0 0,0 1-1 0 0,1 0 1 0 0,1 0-1 0 0,0-1 1 0 0,0 1 0 0 0,1 0-1 0 0,1 0 1 0 0,0 0-1 0 0,1-1 1 0 0,0 0-1 0 0,10 24 1 0 0,-9-26 58 0 0,1-1 0 0 0,0 0 1 0 0,1 0-1 0 0,-1 0 0 0 0,2 0 1 0 0,-1-1-1 0 0,2 0 0 0 0,-1 0 1 0 0,1-1-1 0 0,0 0 0 0 0,0-1 1 0 0,1 1-1 0 0,-1-2 0 0 0,20 10 1 0 0,-24-13 15 0 0,1 0-1 0 0,0 0 1 0 0,0-1 0 0 0,0 1 0 0 0,0-1 0 0 0,0-1 0 0 0,0 1 0 0 0,0-1-1 0 0,0 0 1 0 0,1 0 0 0 0,-1 0 0 0 0,0-1 0 0 0,0 1 0 0 0,0-1 0 0 0,0-1 0 0 0,0 1-1 0 0,0-1 1 0 0,0 0 0 0 0,-1 0 0 0 0,1 0 0 0 0,-1 0 0 0 0,1-1 0 0 0,-1 0-1 0 0,0 0 1 0 0,0 0 0 0 0,5-6 0 0 0,9-9 96 0 0,-1 0-1 0 0,-1-2 1 0 0,-1 0 0 0 0,16-29-1 0 0,3-2-66 0 0,-29 44-37 0 0,0 1 0 0 0,0 0-1 0 0,0 0 1 0 0,1 1-1 0 0,-1 0 1 0 0,1 0-1 0 0,1 0 1 0 0,-1 1 0 0 0,13-7-1 0 0,-17 10-28 0 0,1 0 0 0 0,-1 0 0 0 0,1 1-1 0 0,-1-1 1 0 0,1 1 0 0 0,-1-1 0 0 0,1 1 0 0 0,-1 0 0 0 0,1 0-1 0 0,-1 0 1 0 0,1 0 0 0 0,-1 1 0 0 0,1-1 0 0 0,-1 1 0 0 0,1-1-1 0 0,-1 1 1 0 0,1 0 0 0 0,-1 0 0 0 0,1 0 0 0 0,-1 0 0 0 0,0 1 0 0 0,0-1-1 0 0,0 0 1 0 0,0 1 0 0 0,0 0 0 0 0,0-1 0 0 0,0 1 0 0 0,0 0-1 0 0,-1 0 1 0 0,1 0 0 0 0,-1 0 0 0 0,1 0 0 0 0,0 3 0 0 0,10 15 79 0 0,-2 0-1 0 0,16 41 1 0 0,-17-38-48 0 0,1 0-1 0 0,16 27 0 0 0,-20-38-39 0 0,-5-10 0 0 0,1 1 0 0 0,-1 0 0 0 0,1-1 0 0 0,-1 1 0 0 0,1-1 0 0 0,0 0 0 0 0,0 1 0 0 0,3 2 0 0 0,-2-44 128 0 0,-2 22-113 0 0,1 0 1 0 0,0-1-1 0 0,2 1 1 0 0,0 0-1 0 0,1 1 0 0 0,0-1 1 0 0,1 1-1 0 0,1 0 1 0 0,1 0-1 0 0,0 1 0 0 0,1 0 1 0 0,17-22-1 0 0,-25 36-11 0 0,1-1 0 0 0,-1 0 0 0 0,0 1 0 0 0,1-1-1 0 0,-1 1 1 0 0,1 0 0 0 0,-1 0 0 0 0,1-1 0 0 0,0 1 0 0 0,-1 0 0 0 0,1 0-1 0 0,0 1 1 0 0,0-1 0 0 0,-1 0 0 0 0,1 0 0 0 0,0 1 0 0 0,0-1 0 0 0,0 1-1 0 0,0 0 1 0 0,0 0 0 0 0,0 0 0 0 0,0 0 0 0 0,0 0 0 0 0,0 0 0 0 0,0 0-1 0 0,0 0 1 0 0,0 1 0 0 0,0-1 0 0 0,0 1 0 0 0,0-1 0 0 0,0 1 0 0 0,-1 0-1 0 0,1 0 1 0 0,2 1 0 0 0,3 4 29 0 0,1 1 0 0 0,-1 0 1 0 0,-1 0-1 0 0,1 0 0 0 0,-1 1 0 0 0,5 8 0 0 0,25 27 48 0 0,-29-36-103 0 0,31 24-257 0 0,-36-29 264 0 0,0-1 0 0 0,0 1 0 0 0,1-1 0 0 0,-1 0 0 0 0,0 0 0 0 0,1 0 0 0 0,-1 0 0 0 0,0 0 1 0 0,1 0-1 0 0,-1-1 0 0 0,1 1 0 0 0,-1-1 0 0 0,1 0 0 0 0,4 1 0 0 0,-6-2 3 0 0,0 0 1 0 0,0 1 0 0 0,0-1 0 0 0,0 0-1 0 0,0 1 1 0 0,0-1 0 0 0,0 0-1 0 0,-1 0 1 0 0,1 0 0 0 0,0 0-1 0 0,0 0 1 0 0,-1 0 0 0 0,1 0 0 0 0,-1 0-1 0 0,1 0 1 0 0,-1 0 0 0 0,1 0-1 0 0,-1 0 1 0 0,0 0 0 0 0,0 0-1 0 0,1-3 1 0 0,4-29-88 0 0,-5 27 96 0 0,1-2 6 0 0,1-1 1 0 0,0 1-1 0 0,0 0 0 0 0,1 0 1 0 0,-1 0-1 0 0,2 0 0 0 0,-1 1 1 0 0,1-1-1 0 0,1 1 0 0 0,-1 0 1 0 0,9-10-1 0 0,-11 15 13 0 0,-1 0 0 0 0,1 0 0 0 0,0 0 0 0 0,0 1-1 0 0,1-1 1 0 0,-1 0 0 0 0,0 1 0 0 0,1 0 0 0 0,-1-1 0 0 0,1 1 0 0 0,-1 0 0 0 0,1 0 0 0 0,-1 0 0 0 0,1 1-1 0 0,0-1 1 0 0,-1 1 0 0 0,1-1 0 0 0,0 1 0 0 0,0 0 0 0 0,-1 0 0 0 0,1 0 0 0 0,0 0 0 0 0,-1 1 0 0 0,1-1 0 0 0,0 1-1 0 0,-1 0 1 0 0,1-1 0 0 0,0 1 0 0 0,-1 0 0 0 0,1 1 0 0 0,-1-1 0 0 0,0 0 0 0 0,1 1 0 0 0,-1-1 0 0 0,0 1-1 0 0,0 0 1 0 0,0 0 0 0 0,3 2 0 0 0,15 16 143 0 0,26 32-1 0 0,-30-33-427 0 0,0 0 0 0 0,28 23-1 0 0,-23-24-2241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7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 14747 0 0,'3'-5'4555'0'0,"-3"5"-4481"0"0,12 11 1677 0 0,12 20-809 0 0,-10-4-666 0 0,-1 2-1 0 0,-1 0 1 0 0,-2 0 0 0 0,8 38 0 0 0,17 127 166 0 0,-17-82-356 0 0,-8-55-870 0 0,-2 0-1 0 0,1 61 1 0 0,-10-102-531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7.4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1 239 8290 0 0,'0'-8'207'0'0,"1"-1"0"0"0,1 1 0 0 0,-1 0-1 0 0,1 0 1 0 0,1 0 0 0 0,-1 0 0 0 0,1 1 0 0 0,1-1 0 0 0,-1 1 0 0 0,1 0 0 0 0,1 0 0 0 0,-1 0 0 0 0,1 0 0 0 0,0 1-1 0 0,1-1 1 0 0,-1 2 0 0 0,1-1 0 0 0,1 0 0 0 0,7-4 0 0 0,2-3 434 0 0,1 1-1 0 0,1 1 1 0 0,0 0 0 0 0,0 1-1 0 0,37-13 1 0 0,-50 21-488 0 0,2 0-1 0 0,-1 0 1 0 0,0 0-1 0 0,0 1 1 0 0,0 0-1 0 0,1 0 1 0 0,-1 0-1 0 0,1 1 1 0 0,-1 0-1 0 0,1 1 1 0 0,-1-1-1 0 0,0 1 1 0 0,1 0-1 0 0,-1 1 1 0 0,0-1-1 0 0,0 1 1 0 0,0 0-1 0 0,0 1 1 0 0,0 0-1 0 0,0 0 1 0 0,-1 0-1 0 0,1 0 1 0 0,5 6-1 0 0,-8-6-114 0 0,0 0-1 0 0,-1 0 1 0 0,1 1-1 0 0,-1-1 1 0 0,0 1-1 0 0,0-1 1 0 0,0 1-1 0 0,0 0 1 0 0,0 0 0 0 0,-1 0-1 0 0,0 0 1 0 0,0 0-1 0 0,0 0 1 0 0,0 0-1 0 0,-1 0 1 0 0,1 1-1 0 0,-1-1 1 0 0,0 0-1 0 0,-1 0 1 0 0,1 0-1 0 0,-1 0 1 0 0,1 1-1 0 0,-1-1 1 0 0,0 0-1 0 0,-1 0 1 0 0,1 0-1 0 0,-1-1 1 0 0,-2 6-1 0 0,-3 5 73 0 0,-1-1 0 0 0,0-1 0 0 0,0 1-1 0 0,-1-1 1 0 0,-1-1 0 0 0,-18 18 0 0 0,-6 0-469 0 0,-1-3 0 0 0,-1 0 0 0 0,-2-3 0 0 0,-59 29 0 0 0,47-28-6816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8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8 168 5985 0 0,'2'-19'2097'0'0,"0"0"-1"0"0,-1 0 0 0 0,-1 0 0 0 0,-1 1 1 0 0,-1-1-1 0 0,-8-36 0 0 0,44 151 738 0 0,-15-3-2515 0 0,-3 0-1 0 0,5 119 1 0 0,13 89-96 0 0,13-107-209 0 0,-11-50-15 0 0,-35-143-9 0 0,-1 0 1 0 0,0 0-1 0 0,0 0 0 0 0,1 1 0 0 0,-1-1 0 0 0,0 0 0 0 0,0 0 1 0 0,0 1-1 0 0,0-1 0 0 0,0 0 0 0 0,0 0 0 0 0,-1 1 0 0 0,1-1 1 0 0,0 0-1 0 0,-1 0 0 0 0,1 0 0 0 0,-1 1 0 0 0,1-1 0 0 0,-1 0 1 0 0,1 0-1 0 0,-2 2 0 0 0,1-3-31 0 0,-1 1 1 0 0,1 0 0 0 0,0-1-1 0 0,0 1 1 0 0,-1-1-1 0 0,1 1 1 0 0,0-1-1 0 0,-1 1 1 0 0,1-1 0 0 0,0 0-1 0 0,-1 0 1 0 0,1 0-1 0 0,0 0 1 0 0,-1 0-1 0 0,1 0 1 0 0,-1 0-1 0 0,1 0 1 0 0,0 0 0 0 0,-1-1-1 0 0,-1 0 1 0 0,-11-3-447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8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1 233 5985 0 0,'5'-12'431'0'0,"0"0"0"0"0,1 1-1 0 0,0 0 1 0 0,1 0 0 0 0,1 0-1 0 0,-1 1 1 0 0,17-16 0 0 0,1 1 1567 0 0,43-33 0 0 0,-61 53-1778 0 0,0 0 1 0 0,0 0-1 0 0,0 1 1 0 0,0 0-1 0 0,1 0 1 0 0,-1 0-1 0 0,1 1 1 0 0,0 1-1 0 0,0-1 0 0 0,1 1 1 0 0,-1 0-1 0 0,0 1 1 0 0,1 0-1 0 0,-1 1 1 0 0,0-1-1 0 0,1 2 1 0 0,-1-1-1 0 0,1 1 1 0 0,-1 0-1 0 0,0 1 0 0 0,1 0 1 0 0,-1 0-1 0 0,0 1 1 0 0,0 0-1 0 0,-1 0 1 0 0,1 1-1 0 0,-1 0 1 0 0,1 0-1 0 0,-1 1 0 0 0,-1 0 1 0 0,1 0-1 0 0,-1 1 1 0 0,0 0-1 0 0,0 0 1 0 0,7 9-1 0 0,-9-9-200 0 0,0 0-1 0 0,0 1 0 0 0,0-1 0 0 0,-1 1 1 0 0,0 0-1 0 0,-1 0 0 0 0,1 0 1 0 0,-1 0-1 0 0,-1 0 0 0 0,1 1 0 0 0,-1-1 1 0 0,-1 0-1 0 0,1 15 0 0 0,-2-10-19 0 0,-1-1 0 0 0,0 1 0 0 0,-1-1 0 0 0,0 1 0 0 0,-1-1-1 0 0,0 0 1 0 0,0 0 0 0 0,-8 11 0 0 0,-4 4 52 0 0,-1 0-1 0 0,-1-2 0 0 0,-1 0 1 0 0,-2-1-1 0 0,-43 39 1 0 0,-89 56 917 0 0,56-45 86 0 0,96-72-1026 0 0,0-1 1 0 0,0 1-1 0 0,-1 0 0 0 0,1-1 0 0 0,0 1 0 0 0,0 0 1 0 0,0 0-1 0 0,0 0 0 0 0,0 0 0 0 0,1 0 0 0 0,-1 0 1 0 0,0 0-1 0 0,0 0 0 0 0,1 0 0 0 0,-1 1 0 0 0,0-1 1 0 0,1 0-1 0 0,-1 0 0 0 0,1 1 0 0 0,0-1 0 0 0,-1 0 1 0 0,1 0-1 0 0,0 1 0 0 0,0-1 0 0 0,0 3 1 0 0,1-3-7 0 0,0 1 0 0 0,1-1 0 0 0,-1 1 0 0 0,0-1 1 0 0,1 0-1 0 0,0 0 0 0 0,-1 0 0 0 0,1 0 0 0 0,0 0 1 0 0,-1 0-1 0 0,1 0 0 0 0,0 0 0 0 0,0-1 0 0 0,0 1 1 0 0,0-1-1 0 0,0 1 0 0 0,0-1 0 0 0,2 0 0 0 0,322 57 590 0 0,-13-2 87 0 0,-266-44-918 0 0,62 22 1 0 0,-44-7-3405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9.2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26 7370 0 0,'-8'-4'2043'0'0,"0"0"1"0"0,0 0 0 0 0,-1 1-1 0 0,0 0 1 0 0,0 0 0 0 0,-14-2-1 0 0,31 9-1659 0 0,-2 1 0 0 0,1-1 0 0 0,0 1-1 0 0,-1 0 1 0 0,0 1 0 0 0,0-1 0 0 0,9 12-1 0 0,89 106 850 0 0,112 122-322 0 0,-179-208-1025 0 0,2-2 0 0 0,2-1-1 0 0,1-2 1 0 0,54 31 0 0 0,-102-78-5287 0 0,-20-13-3212 0 0,14 15 7671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5:59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307 45 3681 0 0,'7'-6'1476'0'0,"0"0"0"0"0,0 1 0 0 0,0 0 0 0 0,1 0 0 0 0,-1 1 0 0 0,1 0 0 0 0,15-5 0 0 0,-23 9-1380 0 0,1 0 0 0 0,-1 0 0 0 0,0 0 1 0 0,1 0-1 0 0,-1 0 0 0 0,1 0 0 0 0,-1 0 1 0 0,1 0-1 0 0,-1 0 0 0 0,0 0 0 0 0,1 0 0 0 0,-1 0 1 0 0,1 0-1 0 0,-1 1 0 0 0,1-1 0 0 0,-1 0 1 0 0,0 0-1 0 0,1 0 0 0 0,-1 1 0 0 0,0-1 1 0 0,1 0-1 0 0,-1 0 0 0 0,0 1 0 0 0,1-1 1 0 0,-1 0-1 0 0,0 1 0 0 0,1-1 0 0 0,-1 0 1 0 0,0 1-1 0 0,0-1 0 0 0,1 0 0 0 0,-1 1 0 0 0,0-1 1 0 0,0 1-1 0 0,0-1 0 0 0,0 0 0 0 0,0 1 1 0 0,1-1-1 0 0,-1 1 0 0 0,0-1 0 0 0,0 1 1 0 0,0-1-1 0 0,0 0 0 0 0,0 1 0 0 0,0-1 1 0 0,0 1-1 0 0,-1-1 0 0 0,1 1 0 0 0,0-1 0 0 0,0 0 1 0 0,0 1-1 0 0,0-1 0 0 0,0 1 0 0 0,-1-1 1 0 0,1 0-1 0 0,0 1 0 0 0,-10 26 1293 0 0,-92 137 966 0 0,19-34-1741 0 0,-61 143 438 0 0,92-151-3547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10.5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64 102 3617 0 0,'7'-7'77'0'0,"-3"4"-63"0"0,-2 0 33 0 0,1 0 0 0 0,-1 0 0 0 0,1 0 0 0 0,-1 0 0 0 0,0 0-1 0 0,0 0 1 0 0,-1 0 0 0 0,1-1 0 0 0,2-5 224 0 0,-19 24 6380 0 0,10 0-6173 0 0,-1 1 1 0 0,2-1-1 0 0,-4 20 1 0 0,7-28-293 0 0,0-1 0 0 0,0 1 0 0 0,1-1 0 0 0,0 1 0 0 0,0 0 1 0 0,0-1-1 0 0,1 1 0 0 0,0-1 0 0 0,0 1 0 0 0,1-1 0 0 0,3 10 0 0 0,-5-16-157 0 0,0 1 0 0 0,0-1 0 0 0,0 1 0 0 0,0-1 0 0 0,1 1-1 0 0,-1-1 1 0 0,0 0 0 0 0,0 1 0 0 0,0-1 0 0 0,1 0 0 0 0,-1 1 0 0 0,0-1-1 0 0,0 1 1 0 0,1-1 0 0 0,-1 0 0 0 0,0 0 0 0 0,0 1 0 0 0,1-1 0 0 0,-1 0-1 0 0,0 1 1 0 0,1-1 0 0 0,-1 0 0 0 0,1 0 0 0 0,-1 0 0 0 0,0 1 0 0 0,1-1 0 0 0,-1 0-1 0 0,1 0 1 0 0,-1 0 0 0 0,0 0 0 0 0,1 0 0 0 0,-1 0 0 0 0,1 0 0 0 0,-1 0-1 0 0,1 0 1 0 0,-1 0 0 0 0,0 0 0 0 0,1 0 0 0 0,-1 0 0 0 0,1 0 0 0 0,-1 0-1 0 0,1 0 1 0 0,-1-1 0 0 0,0 1 0 0 0,1 0 0 0 0,-1 0 0 0 0,0 0 0 0 0,1-1 0 0 0,-1 1-1 0 0,0 0 1 0 0,1 0 0 0 0,-1-1 0 0 0,0 1 0 0 0,1 0 0 0 0,-1-1 0 0 0,0 1-1 0 0,0 0 1 0 0,1-1 0 0 0,-1 1 0 0 0,0-1 0 0 0,0 1 0 0 0,0 0 0 0 0,0-1-1 0 0,1 1 1 0 0,-1-1 0 0 0,0 1 0 0 0,0-1 0 0 0,0 0 0 0 0,1-2 138 0 0,0 0 1 0 0,1 0-1 0 0,-1-1 1 0 0,-1 1-1 0 0,1 0 1 0 0,0-1-1 0 0,-1-5 1 0 0,-1 0 52 0 0,-1 1 0 0 0,0 0 0 0 0,-1 0 0 0 0,1 1 1 0 0,-7-11-1 0 0,8 13-84 0 0,-1 1 1 0 0,-1 0-1 0 0,1 1 1 0 0,0-1-1 0 0,-1 0 1 0 0,0 1-1 0 0,0-1 1 0 0,0 1-1 0 0,0 0 1 0 0,-1 0-1 0 0,-5-3 1 0 0,9 5-132 0 0,0 1 0 0 0,0 0-1 0 0,-1 0 1 0 0,1 0 0 0 0,0 0 0 0 0,0 0 0 0 0,-1 0 0 0 0,1 0-1 0 0,0 0 1 0 0,0-1 0 0 0,0 1 0 0 0,-1 0 0 0 0,1 0-1 0 0,0 0 1 0 0,0 0 0 0 0,-1 0 0 0 0,1 0 0 0 0,0 0 0 0 0,0 1-1 0 0,-1-1 1 0 0,1 0 0 0 0,0 0 0 0 0,0 0 0 0 0,-1 0-1 0 0,1 0 1 0 0,0 0 0 0 0,0 0 0 0 0,0 0 0 0 0,-1 1 0 0 0,1-1-1 0 0,0 0 1 0 0,0 0 0 0 0,0 0 0 0 0,0 0 0 0 0,-1 1 0 0 0,1-1-1 0 0,0 0 1 0 0,0 0 0 0 0,0 0 0 0 0,0 1 0 0 0,-1-1-1 0 0,0 15 36 0 0,9 16-117 0 0,-6-29 60 0 0,1 1-1 0 0,0-1 0 0 0,0 1 0 0 0,0-1 1 0 0,0 0-1 0 0,0-1 0 0 0,0 1 0 0 0,0 0 1 0 0,1-1-1 0 0,-1 0 0 0 0,1 0 1 0 0,-1 0-1 0 0,1 0 0 0 0,-1 0 0 0 0,1-1 1 0 0,5 1-1 0 0,-5-1 3 0 0,-1 0 0 0 0,0 0 0 0 0,1 0 0 0 0,-1 0 0 0 0,0 0 0 0 0,1-1 0 0 0,-1 1 0 0 0,0-1 0 0 0,0 0 0 0 0,0 0 0 0 0,1 0 0 0 0,-1-1 0 0 0,0 1 0 0 0,0-1 0 0 0,-1 1 0 0 0,1-1 0 0 0,0 0 0 0 0,3-3 0 0 0,-5 3 35 0 0,1-1 1 0 0,-1 1 0 0 0,0-1 0 0 0,0 1 0 0 0,0-1 0 0 0,0 0 0 0 0,0 1-1 0 0,0-1 1 0 0,-1 0 0 0 0,0 1 0 0 0,1-1 0 0 0,-1 0 0 0 0,0 0 0 0 0,0 1 0 0 0,0-1-1 0 0,-1 0 1 0 0,1 0 0 0 0,-1 1 0 0 0,1-1 0 0 0,-1 0 0 0 0,0 1 0 0 0,0-1-1 0 0,0 0 1 0 0,0 1 0 0 0,-1 0 0 0 0,1-1 0 0 0,-1 1 0 0 0,1 0 0 0 0,-1-1 0 0 0,0 1-1 0 0,-3-2 1 0 0,2 0 18 0 0,0 1 0 0 0,0-1 0 0 0,-1 1 0 0 0,1 0 0 0 0,-1 0 0 0 0,0 0 0 0 0,0 0 0 0 0,0 1 0 0 0,-1-1 0 0 0,1 1 0 0 0,0 0 0 0 0,-1 1 0 0 0,1-1 0 0 0,-1 1 0 0 0,0 0 0 0 0,0 0 0 0 0,-7-1 0 0 0,9 3-38 0 0,0-1 0 0 0,0 1 0 0 0,0 0 0 0 0,0 0 0 0 0,0 0 0 0 0,0 0 0 0 0,0 1 0 0 0,0-1 0 0 0,0 1 0 0 0,1 0 0 0 0,-1-1 1 0 0,1 1-1 0 0,-1 0 0 0 0,1 1 0 0 0,0-1 0 0 0,-1 0 0 0 0,1 1 0 0 0,1-1 0 0 0,-1 1 0 0 0,0 0 0 0 0,1-1 0 0 0,-1 1 0 0 0,1 0 0 0 0,0 0 0 0 0,0 0 0 0 0,0 0 0 0 0,0 0 0 0 0,0 0 0 0 0,0 6 0 0 0,1-6-8 0 0,-1 1 1 0 0,1-1-1 0 0,0 0 1 0 0,0 0-1 0 0,0 0 1 0 0,0 1-1 0 0,1-1 0 0 0,-1 0 1 0 0,1 0-1 0 0,0 0 1 0 0,0 0-1 0 0,0 0 0 0 0,0 0 1 0 0,0 0-1 0 0,1 0 1 0 0,-1 0-1 0 0,1 0 1 0 0,0-1-1 0 0,0 1 0 0 0,0-1 1 0 0,0 1-1 0 0,1-1 1 0 0,-1 0-1 0 0,0 0 0 0 0,1 0 1 0 0,0 0-1 0 0,-1 0 1 0 0,1-1-1 0 0,5 3 0 0 0,-3-2 18 0 0,0 0 0 0 0,0-1 0 0 0,1 0-1 0 0,-1 0 1 0 0,1 0 0 0 0,-1 0-1 0 0,1-1 1 0 0,-1 0 0 0 0,1 0 0 0 0,-1 0-1 0 0,1-1 1 0 0,-1 0 0 0 0,1 0 0 0 0,-1 0-1 0 0,10-4 1 0 0,-12 3-5 0 0,0 1 1 0 0,-1-1-1 0 0,1 0 1 0 0,0 0-1 0 0,-1-1 0 0 0,1 1 1 0 0,-1 0-1 0 0,0-1 0 0 0,0 0 1 0 0,0 1-1 0 0,0-1 1 0 0,0 0-1 0 0,0 0 0 0 0,-1 0 1 0 0,1 0-1 0 0,-1 0 1 0 0,0 0-1 0 0,0-1 0 0 0,0 1 1 0 0,-1 0-1 0 0,1 0 1 0 0,-1-1-1 0 0,0 1 0 0 0,1-1 1 0 0,-2 1-1 0 0,0-7 1 0 0,1 5 7 0 0,-1-1 1 0 0,0 1 0 0 0,0-1 0 0 0,-1 1 0 0 0,1 0 0 0 0,-1-1 0 0 0,-1 1-1 0 0,1 0 1 0 0,-1 0 0 0 0,0 1 0 0 0,0-1 0 0 0,0 0 0 0 0,0 1 0 0 0,-8-7-1 0 0,9 9-9 0 0,1 0-1 0 0,-1 1 1 0 0,0 0-1 0 0,0-1 1 0 0,0 1-1 0 0,0 0 1 0 0,-1 0-1 0 0,1 0 1 0 0,0 0-1 0 0,0 1 1 0 0,-1-1-1 0 0,1 0 1 0 0,0 1-1 0 0,-1 0 1 0 0,1-1-1 0 0,0 1 1 0 0,-1 0-1 0 0,1 0 1 0 0,0 1-1 0 0,-1-1 1 0 0,1 0-1 0 0,0 1 1 0 0,-1-1-1 0 0,1 1 1 0 0,0 0-1 0 0,0 0 1 0 0,-1 0-1 0 0,1 0 1 0 0,0 0-1 0 0,0 0 1 0 0,0 1-1 0 0,0-1 1 0 0,1 1-1 0 0,-1-1 1 0 0,0 1-1 0 0,-2 3 1 0 0,-3 2-20 0 0,1 0 1 0 0,0 1-1 0 0,1 0 0 0 0,0 0 1 0 0,0 0-1 0 0,1 1 0 0 0,0 0 1 0 0,0-1-1 0 0,-3 12 0 0 0,6-17 9 0 0,0 0-1 0 0,0 0 1 0 0,1 0-1 0 0,-1 0 0 0 0,0 0 1 0 0,1 0-1 0 0,0 0 1 0 0,0 0-1 0 0,0 0 1 0 0,0 0-1 0 0,0 0 0 0 0,1 0 1 0 0,0 0-1 0 0,-1 0 1 0 0,1 0-1 0 0,0 0 0 0 0,0 0 1 0 0,0 0-1 0 0,1-1 1 0 0,-1 1-1 0 0,1 0 0 0 0,-1-1 1 0 0,1 1-1 0 0,0-1 1 0 0,0 0-1 0 0,0 1 0 0 0,1-1 1 0 0,-1 0-1 0 0,0 0 1 0 0,1-1-1 0 0,4 4 0 0 0,-3-3 6 0 0,1-1 0 0 0,0 1 0 0 0,0-1 0 0 0,0 1 0 0 0,1-2 0 0 0,-1 1 0 0 0,0 0 0 0 0,0-1 0 0 0,0 0 0 0 0,0-1 0 0 0,1 1 0 0 0,-1-1 0 0 0,0 0 0 0 0,0 0 0 0 0,0 0 0 0 0,6-3 0 0 0,-9 4 3 0 0,0-1 0 0 0,0 0 0 0 0,0 0 0 0 0,1-1 0 0 0,-1 1 1 0 0,0 0-1 0 0,-1-1 0 0 0,1 1 0 0 0,0-1 0 0 0,0 1 0 0 0,0-1 1 0 0,-1 0-1 0 0,1 0 0 0 0,-1 0 0 0 0,0 0 0 0 0,1 0 0 0 0,-1 0 0 0 0,0 0 1 0 0,0 0-1 0 0,0 0 0 0 0,-1-1 0 0 0,1 1 0 0 0,0 0 0 0 0,-1-1 1 0 0,0 1-1 0 0,1 0 0 0 0,-1-1 0 0 0,0 1 0 0 0,0-1 0 0 0,0 1 0 0 0,-1 0 1 0 0,1-1-1 0 0,0 1 0 0 0,-1 0 0 0 0,0-1 0 0 0,0 1 0 0 0,0-3 1 0 0,-1 1 10 0 0,0-1 1 0 0,-1 1 0 0 0,1-1 0 0 0,-1 1-1 0 0,0-1 1 0 0,0 1 0 0 0,0 0 0 0 0,0 1-1 0 0,-1-1 1 0 0,0 0 0 0 0,1 1 0 0 0,-1 0 0 0 0,-1 0-1 0 0,-4-3 1 0 0,7 5-12 0 0,0 0 0 0 0,1 1 0 0 0,-1-1 0 0 0,0 0-1 0 0,0 1 1 0 0,0 0 0 0 0,1-1 0 0 0,-1 1 0 0 0,0 0 0 0 0,0 0 0 0 0,0 0-1 0 0,0 0 1 0 0,0 0 0 0 0,0 0 0 0 0,1 1 0 0 0,-1-1 0 0 0,0 1 0 0 0,0-1-1 0 0,0 1 1 0 0,1 0 0 0 0,-1-1 0 0 0,0 1 0 0 0,1 0 0 0 0,-1 0 0 0 0,1 0-1 0 0,-1 0 1 0 0,1 1 0 0 0,-1-1 0 0 0,1 0 0 0 0,0 1 0 0 0,-1-1 0 0 0,1 1-1 0 0,0-1 1 0 0,0 1 0 0 0,0-1 0 0 0,0 1 0 0 0,1 0 0 0 0,-1 0 0 0 0,0-1-1 0 0,0 4 1 0 0,-2 4-34 0 0,0 0-1 0 0,0 1 1 0 0,1-1-1 0 0,0 0 1 0 0,1 1-1 0 0,0 0 1 0 0,0 16 0 0 0,1-24 23 0 0,0 1 0 0 0,1-1 0 0 0,-1 1 1 0 0,1-1-1 0 0,-1 1 0 0 0,1-1 0 0 0,0 1 0 0 0,0-1 1 0 0,0 0-1 0 0,0 0 0 0 0,0 1 0 0 0,0-1 1 0 0,1 0-1 0 0,2 4 0 0 0,-2-5-11 0 0,-1 0 1 0 0,1 0-1 0 0,0 0 0 0 0,-1-1 0 0 0,1 1 1 0 0,0 0-1 0 0,0-1 0 0 0,0 1 0 0 0,-1-1 1 0 0,1 1-1 0 0,0-1 0 0 0,0 0 0 0 0,0 0 1 0 0,0 0-1 0 0,0 0 0 0 0,0 0 0 0 0,0 0 1 0 0,0 0-1 0 0,-1-1 0 0 0,1 1 0 0 0,0-1 0 0 0,3-1 1 0 0,0 0 17 0 0,0 0 1 0 0,1-1 0 0 0,-1 0-1 0 0,0 0 1 0 0,-1-1 0 0 0,1 1-1 0 0,-1-1 1 0 0,1 0 0 0 0,-1 0 0 0 0,0-1-1 0 0,-1 1 1 0 0,1-1 0 0 0,-1 0-1 0 0,0 0 1 0 0,0 0 0 0 0,0 0-1 0 0,-1 0 1 0 0,0-1 0 0 0,3-9-1 0 0,-4 11 22 0 0,0 1 0 0 0,0 0 0 0 0,0-1 0 0 0,-1 1 0 0 0,1-1 0 0 0,-1 1 0 0 0,0-1 0 0 0,0 1 0 0 0,0-1 0 0 0,0 1 0 0 0,-1-1 0 0 0,0 1 0 0 0,1 0 0 0 0,-1-1 0 0 0,0 1 0 0 0,-1 0 0 0 0,1-1 0 0 0,0 1 0 0 0,-1 0 0 0 0,0 0-1 0 0,0 0 1 0 0,0 0 0 0 0,0 1 0 0 0,0-1 0 0 0,-1 0 0 0 0,1 1 0 0 0,-1 0 0 0 0,1 0 0 0 0,-1-1 0 0 0,0 1 0 0 0,0 1 0 0 0,0-1 0 0 0,0 0 0 0 0,-4-1 0 0 0,4 3-10 0 0,0-1 1 0 0,1 0-1 0 0,-1 1 0 0 0,0-1 1 0 0,0 1-1 0 0,0 0 0 0 0,0 0 1 0 0,0 0-1 0 0,0 0 0 0 0,1 1 1 0 0,-1-1-1 0 0,0 1 0 0 0,0 0 1 0 0,0 0-1 0 0,1 0 0 0 0,-1 0 1 0 0,0 0-1 0 0,1 1 0 0 0,-1-1 1 0 0,1 1-1 0 0,-1-1 1 0 0,1 1-1 0 0,0 0 0 0 0,0 0 1 0 0,0 0-1 0 0,0 0 0 0 0,0 0 1 0 0,0 1-1 0 0,1-1 0 0 0,-3 4 1 0 0,-2 3-41 0 0,1 1 1 0 0,-1 0-1 0 0,2 0 1 0 0,-1 0-1 0 0,1 1 1 0 0,-4 18 0 0 0,8-27 44 0 0,-1 0 0 0 0,1 0 0 0 0,0 0 0 0 0,-1 0 1 0 0,1 0-1 0 0,0 0 0 0 0,0 0 0 0 0,1 0 1 0 0,-1 0-1 0 0,0 0 0 0 0,1 0 0 0 0,-1 0 1 0 0,2 2-1 0 0,-2-3-5 0 0,1 0 1 0 0,-1-1-1 0 0,1 1 1 0 0,-1 0-1 0 0,1 0 1 0 0,-1-1 0 0 0,1 1-1 0 0,0 0 1 0 0,0-1-1 0 0,-1 1 1 0 0,1-1-1 0 0,0 1 1 0 0,0-1-1 0 0,0 1 1 0 0,0-1-1 0 0,-1 1 1 0 0,1-1-1 0 0,0 0 1 0 0,2 1 0 0 0,0-1-145 0 0,0 0 1 0 0,0 0 0 0 0,0 0 0 0 0,0-1 0 0 0,0 1-1 0 0,0-1 1 0 0,0 0 0 0 0,0 0 0 0 0,0 0 0 0 0,0 0-1 0 0,0 0 1 0 0,0 0 0 0 0,-1-1 0 0 0,1 1 0 0 0,3-4 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13.3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1260 3033 0 0,'246'-17'-1060'0'0,"-147"8"1568"0"0,152-24 715 0 0,39-3-1158 0 0,-64 23-26 0 0,500-45 1668 0 0,-438 26-524 0 0,60-7-137 0 0,-130 11-1016 0 0,115-20-94 0 0,62-18 51 0 0,-150 27 95 0 0,883-94 1997 0 0,-666 89-528 0 0,1526-65 571 0 0,-1405 116-2122 0 0,72 0 0 0 0,-264-13-11 0 0,710-16-42 0 0,-464-20 137 0 0,-90-11 437 0 0,-48-3-422 0 0,-101 6-99 0 0,-165 17 0 0 0,208-39-182 0 0,-121 18-516 0 0,-52 11 353 0 0,415-49 70 0 0,-496 78 450 0 0,351-19 158 0 0,-85 39-333 0 0,-38 0 0 0 0,-40 5 151 0 0,-49 1 1530 0 0,-170-14-1127 0 0,100 1-1519 0 0,75 2 1210 0 0,-162-2 167 0 0,-154 1-93 0 0,-1 0 1 0 0,1 1-1 0 0,0 1 0 0 0,-1 0 1 0 0,1 1-1 0 0,-1 0 1 0 0,0 1-1 0 0,24 11 1 0 0,-43-17-504 0 0,-4-1-814 0 0,1 0 1 0 0,0-1-1 0 0,0 0 1 0 0,-8-5-1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1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20 125 1840 0 0,'-3'-9'559'0'0,"2"1"-1"0"0,-1-1 1 0 0,1 0 0 0 0,0-15-1 0 0,1 16 287 0 0,0 0 0 0 0,0 0-1 0 0,-1 0 1 0 0,-1 0 0 0 0,1 0 0 0 0,-6-9 5842 0 0,10 29-5133 0 0,-3-10-1150 0 0,2 3-11 0 0,3 16 75 0 0,51 231 1889 0 0,17 46-1456 0 0,-31-139-615 0 0,-40-152-215 0 0,-1 0 1 0 0,0 0 0 0 0,-1 0-1 0 0,-1 14 1 0 0,1-20-132 0 0,0 1-1 0 0,0 0 0 0 0,-1 0 1 0 0,1-1-1 0 0,-1 1 0 0 0,1 0 1 0 0,-1-1-1 0 0,0 1 0 0 0,1 0 1 0 0,-1-1-1 0 0,-2 3 1 0 0,3-4-78 0 0,-1 1 1 0 0,1-1 0 0 0,-1 1 0 0 0,1-1 0 0 0,-1 0 0 0 0,0 1 0 0 0,1-1 0 0 0,-1 0 0 0 0,1 1 0 0 0,-1-1-1 0 0,0 0 1 0 0,0 0 0 0 0,1 1 0 0 0,-1-1 0 0 0,0 0 0 0 0,1 0 0 0 0,-1 0 0 0 0,0 0 0 0 0,0 0 0 0 0,1 0-1 0 0,-1 0 1 0 0,0 0 0 0 0,1-1 0 0 0,-1 1 0 0 0,0 0 0 0 0,1 0 0 0 0,-1 0 0 0 0,-1-1 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14.3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256 238 3225 0 0,'-10'-35'662'0'0,"-10"-27"4035"0"0,19 59-4502 0 0,0 1-1 0 0,0-1 0 0 0,-1 1 0 0 0,1-1 0 0 0,-1 1 0 0 0,0-1 0 0 0,0 1 0 0 0,1 0 1 0 0,-1 0-1 0 0,-1 0 0 0 0,1 0 0 0 0,0 0 0 0 0,0 0 0 0 0,-1 1 0 0 0,1-1 0 0 0,-1 1 0 0 0,-3-2 1 0 0,3 3-76 0 0,0-1 0 0 0,0 1 0 0 0,0 0 1 0 0,1 0-1 0 0,-1 1 0 0 0,0-1 0 0 0,0 1 1 0 0,0-1-1 0 0,1 1 0 0 0,-1 0 0 0 0,0 0 0 0 0,1 0 1 0 0,-1 0-1 0 0,1 1 0 0 0,-1-1 0 0 0,1 1 1 0 0,0-1-1 0 0,-1 1 0 0 0,-2 3 0 0 0,-41 42 994 0 0,44-44-1022 0 0,-2 1 23 0 0,-48 64 752 0 0,49-63-855 0 0,-1 1 1 0 0,1-1-1 0 0,0 1 0 0 0,0 0 1 0 0,1 0-1 0 0,0 0 0 0 0,0 0 1 0 0,0 1-1 0 0,1-1 0 0 0,-2 11 1 0 0,3-17-12 0 0,0 0 0 0 0,0 1 0 0 0,0-1 0 0 0,0 0 0 0 0,0 0 0 0 0,0 0 0 0 0,0 0 0 0 0,0 1 0 0 0,0-1 0 0 0,0 0 0 0 0,0 0 0 0 0,0 0 0 0 0,0 0 0 0 0,0 0 0 0 0,0 1 0 0 0,0-1 0 0 0,0 0 0 0 0,1 0 0 0 0,-1 0 0 0 0,0 0 0 0 0,0 0 0 0 0,0 1 0 0 0,0-1 0 0 0,0 0 0 0 0,0 0 0 0 0,0 0 0 0 0,0 0 0 0 0,0 0 0 0 0,1 0 0 0 0,-1 0 0 0 0,0 0 0 0 0,0 1 0 0 0,0-1 0 0 0,0 0 0 0 0,0 0 0 0 0,1 0 0 0 0,-1 0 0 0 0,0 0 0 0 0,0 0 0 0 0,0 0 0 0 0,0 0 0 0 0,0 0 0 0 0,1 0 0 0 0,-1 0 0 0 0,0 0 0 0 0,0 0 0 0 0,0 0 0 0 0,0 0 0 0 0,1 0 0 0 0,-1 0 0 0 0,0 0 0 0 0,0 0 0 0 0,0 0 0 0 0,0 0 0 0 0,11-8 0 0 0,3-7 0 0 0,7-11 559 0 0,-1-1 1 0 0,-2 0-1 0 0,-1-2 1 0 0,21-47-1 0 0,-2 5 1106 0 0,-34 68-1625 0 0,-1 0 1 0 0,0 0 0 0 0,1 1-1 0 0,0-1 1 0 0,-1 1-1 0 0,1-1 1 0 0,0 1 0 0 0,0 0-1 0 0,1 0 1 0 0,-1-1-1 0 0,0 2 1 0 0,1-1 0 0 0,-1 0-1 0 0,1 0 1 0 0,0 1-1 0 0,-1 0 1 0 0,1-1 0 0 0,0 1-1 0 0,0 0 1 0 0,0 0-1 0 0,0 0 1 0 0,0 1 0 0 0,0-1-1 0 0,0 1 1 0 0,0 0-1 0 0,0 0 1 0 0,0 0 0 0 0,0 0-1 0 0,0 0 1 0 0,5 2-1 0 0,5 2 41 0 0,1 1-1 0 0,-1 0 1 0 0,0 1 0 0 0,0 0-1 0 0,18 13 1 0 0,-19-11-98 0 0,1-1 0 0 0,-1 0 0 0 0,20 6 0 0 0,0-5-1734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15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50 5529 0 0,'9'-9'2130'0'0,"1"1"0"0"0,0 0 0 0 0,0 1 0 0 0,19-11 0 0 0,-52 49 1369 0 0,9-10-2084 0 0,-50 70-1339 0 0,39-53-10 0 0,-2-1 1 0 0,-41 44 0 0 0,66-80-43 0 0,1 0 0 0 0,0 0 0 0 0,0 1 1 0 0,0-1-1 0 0,-1 0 0 0 0,1 0 1 0 0,1 1-1 0 0,-1-1 0 0 0,0 1 0 0 0,0-1 1 0 0,0 1-1 0 0,1-1 0 0 0,-1 1 0 0 0,1 0 1 0 0,-1-1-1 0 0,1 3 0 0 0,0-3-7 0 0,0 0 0 0 0,0-1 0 0 0,0 1 0 0 0,1 0 0 0 0,-1-1 0 0 0,0 1 0 0 0,1 0 0 0 0,-1-1 0 0 0,0 1 0 0 0,1-1 0 0 0,-1 1 0 0 0,1-1-1 0 0,-1 1 1 0 0,1-1 0 0 0,-1 1 0 0 0,1-1 0 0 0,0 1 0 0 0,-1-1 0 0 0,1 1 0 0 0,-1-1 0 0 0,1 0 0 0 0,0 1 0 0 0,-1-1 0 0 0,1 0 0 0 0,1 0 0 0 0,4 2 19 0 0,1-1 1 0 0,-1 0-1 0 0,1 0 0 0 0,-1-1 1 0 0,1 0-1 0 0,11-2 1 0 0,28-4 42 0 0,-24 3-17 0 0,0 0-1 0 0,-1 1 1 0 0,1 2-1 0 0,0 0 0 0 0,42 6 1 0 0,-38 0 35 0 0,45 7 212 0 0,-68-12-312 0 0,1-1-1 0 0,0 0 1 0 0,-1 0 0 0 0,1 0-1 0 0,0 0 1 0 0,0-1 0 0 0,-1 0 0 0 0,1 1-1 0 0,-1-1 1 0 0,1 0 0 0 0,-1-1-1 0 0,1 1 1 0 0,-1-1 0 0 0,1 1 0 0 0,3-4-1 0 0,-3 1-181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0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3465 0 0,'0'0'270'0'0,"18"-25"1824"0"0,-4-3-1381 0 0,0-1-1699 0 0,21-32-1 0 0,-26 39 738 0 0,-9 22 244 0 0,1-1 0 0 0,-1 1 0 0 0,0 0 0 0 0,0 0-1 0 0,0-1 1 0 0,0 1 0 0 0,0 0 0 0 0,0 0 0 0 0,0 0 0 0 0,0-1-1 0 0,0 1 1 0 0,0 0 0 0 0,0 0 0 0 0,0-1 0 0 0,0 1 0 0 0,0 0-1 0 0,0 0 1 0 0,0-1 0 0 0,0 1 0 0 0,0 0 0 0 0,0 0 0 0 0,0-1-1 0 0,0 1 1 0 0,0 0 0 0 0,0 0 0 0 0,0 0 0 0 0,-1-1 0 0 0,1 1-1 0 0,0 0 1 0 0,0 0 0 0 0,0 0 0 0 0,0-1 0 0 0,-1 1 0 0 0,1 0-1 0 0,0 0 1 0 0,0 0 0 0 0,0 0 0 0 0,-1 0 0 0 0,1-1 0 0 0,0 1-1 0 0,0 0 1 0 0,-1 0 0 0 0,1 0 0 0 0,0 0 0 0 0,0 0 0 0 0,0 0-1 0 0,-1 0 1 0 0,1 0 0 0 0,0 0 0 0 0,0 0 0 0 0,-1 0 0 0 0,1 0-1 0 0,0 0 1 0 0,0 0 0 0 0,-1 0 0 0 0,1 0 0 0 0,0 0 0 0 0,0 0-1 0 0,-1 0 1 0 0,1 0 0 0 0,0 1 0 0 0,0-1 0 0 0,0 0 0 0 0,-1 0-1 0 0,1 0 1 0 0,0 0 0 0 0,-1 1 0 0 0,1 0 161 0 0,0 0-1 0 0,-1 1 1 0 0,1-1 0 0 0,0 0 0 0 0,-1 1-1 0 0,1-1 1 0 0,0 0 0 0 0,0 1-1 0 0,0-1 1 0 0,0 0 0 0 0,0 1 0 0 0,1-1-1 0 0,0 3 1 0 0,-1 7 723 0 0,10 190 5290 0 0,0 1-5510 0 0,-8-159-2140 0 0,2-1 0 0 0,10 48 0 0 0,-11-77 1014 0 0,4 30-1277 0 0,8 39-3362 0 0,-1-28 5812 0 0,25 73 3758 0 0,-35-109-4396 0 0,-1 0 0 0 0,-1 1 0 0 0,0-1-1 0 0,-2 35 1 0 0,1 24-191 0 0,7 75-141 0 0,-7-100 212 0 0,1-1 0 0 0,3 1 0 0 0,12 51-1 0 0,6 25 235 0 0,-8-32 729 0 0,17 139 937 0 0,-20-120 1477 0 0,-4-89-3877 0 0,-7-22 128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2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541 3706 2761 0 0,'-4'3'2692'0'0,"1"-10"-1096"0"0,-1-27-629 0 0,1-42-487 0 0,-16-199 2605 0 0,10 186-3216 0 0,5 65 184 0 0,-1 0 0 0 0,-1 1-1 0 0,-18-44 1 0 0,13 36-26 0 0,-10-42 0 0 0,-30-235-43 0 0,45 270 244 0 0,-2 1 0 0 0,-2 0 1 0 0,-2 1-1 0 0,-15-35 1 0 0,26 69-227 0 0,-11-34 335 0 0,2 0 0 0 0,-7-43 1 0 0,-14-51-141 0 0,21 89-417 0 0,1 0 0 0 0,2-1 0 0 0,2 0 0 0 0,0-67 0 0 0,-4-38 399 0 0,-20-15 1311 0 0,2 13-366 0 0,18 78-748 0 0,2 0 0 0 0,5-81 0 0 0,1 86-300 0 0,-2 0-1 0 0,-23-124 1 0 0,5 19 1145 0 0,15 113-942 0 0,-4-62 900 0 0,6 60-778 0 0,-2 0-1 0 0,-15-62 0 0 0,14 89-201 0 0,1 1-1 0 0,2-1 0 0 0,0-61 0 0 0,-1 50-6590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3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97 145 456 0 0,'-1'-1'50'0'0,"0"0"0"0"0,0 0 0 0 0,0 0 0 0 0,-1 0 0 0 0,1 0 0 0 0,0 0 0 0 0,0 0 0 0 0,-1 1 0 0 0,1-1 0 0 0,0 1 0 0 0,-1-1 0 0 0,1 1 0 0 0,-1-1-1 0 0,1 1 1 0 0,-1 0 0 0 0,1 0 0 0 0,-1-1 0 0 0,1 1 0 0 0,-1 0 0 0 0,1 1 0 0 0,-1-1 0 0 0,1 0 0 0 0,-1 0 0 0 0,-1 1 0 0 0,-2 1 389 0 0,-1 0 0 0 0,1 1 0 0 0,0-1 0 0 0,0 1 0 0 0,-5 4 0 0 0,-15 2 7750 0 0,50-42-6078 0 0,-4 12-1040 0 0,1 1 0 0 0,40-28 0 0 0,-54 43-917 0 0,-1 0-1 0 0,1 0 1 0 0,0 1 0 0 0,0 0-1 0 0,0 1 1 0 0,0 0 0 0 0,1 0-1 0 0,-1 1 1 0 0,1 0-1 0 0,0 0 1 0 0,0 1 0 0 0,0 0-1 0 0,11 0 1 0 0,-17 2-136 0 0,0-1 0 0 0,-1 0 0 0 0,1 1 0 0 0,-1 0 0 0 0,1 0 1 0 0,-1-1-1 0 0,0 1 0 0 0,1 1 0 0 0,-1-1 0 0 0,0 0 0 0 0,0 0 0 0 0,1 1 0 0 0,-1 0 0 0 0,0-1 1 0 0,0 1-1 0 0,-1 0 0 0 0,1 0 0 0 0,2 2 0 0 0,-2 1-14 0 0,1-1 1 0 0,-1 0 0 0 0,0 1-1 0 0,0-1 1 0 0,-1 1-1 0 0,1 0 1 0 0,-1-1-1 0 0,0 1 1 0 0,0 5-1 0 0,0 9-100 0 0,-1-1-1 0 0,0 1 1 0 0,-1-1-1 0 0,-5 19 1 0 0,-19 79-877 0 0,14-74 622 0 0,-8 64 1 0 0,19-104 371 0 0,-1-1 1 0 0,1 1-1 0 0,0-1 1 0 0,0 1-1 0 0,0 0 0 0 0,0-1 1 0 0,0 1-1 0 0,0-1 1 0 0,0 1-1 0 0,1-1 1 0 0,-1 1-1 0 0,0 0 0 0 0,1-1 1 0 0,-1 1-1 0 0,1-1 1 0 0,0 0-1 0 0,0 1 0 0 0,-1-1 1 0 0,1 1-1 0 0,0-1 1 0 0,0 0-1 0 0,0 0 1 0 0,2 2-1 0 0,-1-2 13 0 0,0 0 0 0 0,0-1 0 0 0,0 1 0 0 0,0-1 0 0 0,0 0-1 0 0,-1 0 1 0 0,1 0 0 0 0,0 0 0 0 0,0 0 0 0 0,0 0 0 0 0,0 0 0 0 0,0-1 0 0 0,0 1 0 0 0,0-1 0 0 0,0 1 0 0 0,-1-1-1 0 0,1 0 1 0 0,0 1 0 0 0,2-3 0 0 0,56-33 263 0 0,5-2 161 0 0,-59 35-432 0 0,0 0 1 0 0,0 0-1 0 0,0 1 0 0 0,1 0 1 0 0,0 0-1 0 0,-1 1 1 0 0,1 0-1 0 0,9 0 0 0 0,-11 1-17 0 0,0 1 0 0 0,0 0-1 0 0,0 0 1 0 0,0 0-1 0 0,0 1 1 0 0,-1 0 0 0 0,1 0-1 0 0,0 0 1 0 0,-1 1 0 0 0,0-1-1 0 0,1 1 1 0 0,-1 0-1 0 0,0 0 1 0 0,-1 0 0 0 0,1 1-1 0 0,0 0 1 0 0,-1-1 0 0 0,0 1-1 0 0,0 0 1 0 0,0 1-1 0 0,0-1 1 0 0,2 6 0 0 0,0-2 13 0 0,-1 1-1 0 0,0 0 1 0 0,-1 0 0 0 0,1 0 0 0 0,-2 0 0 0 0,1 1 0 0 0,-1-1 0 0 0,-1 1-1 0 0,0 0 1 0 0,0 16 0 0 0,-2-14 48 0 0,-2 0 1 0 0,1 0-1 0 0,-2 0 1 0 0,0 0-1 0 0,0 0 0 0 0,-1-1 1 0 0,0 0-1 0 0,-1 0 0 0 0,0 0 1 0 0,-12 15-1 0 0,-11 11-788 0 0,-49 47-1 0 0,40-44-2141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3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117 114 1376 0 0,'-46'16'318'0'0,"34"-11"1146"0"0,0-1 1 0 0,1-1 0 0 0,-18 4-1 0 0,29-7-1389 0 0,-1 0-1 0 0,1 0 1 0 0,0 0-1 0 0,0 0 1 0 0,0 0-1 0 0,-5-2 2087 0 0,5 2-2087 0 0,-1 0 1 0 0,1 0-1 0 0,0-1 1 0 0,0 1-1 0 0,0 0 1 0 0,0 0-1 0 0,0 0 1 0 0,0-1-1 0 0,0 1 1 0 0,5-11 2080 0 0,10-10 247 0 0,-1 6-1582 0 0,-1 2 0 0 0,2 0-1 0 0,0 0 1 0 0,0 2 0 0 0,1 0 0 0 0,1 0 0 0 0,21-9 0 0 0,-37 19-807 0 0,1 0 1 0 0,-1 1 0 0 0,1-1-1 0 0,-1 1 1 0 0,1-1 0 0 0,0 1-1 0 0,-1-1 1 0 0,1 1-1 0 0,0 0 1 0 0,-1 0 0 0 0,1 0-1 0 0,0 0 1 0 0,-1 0 0 0 0,1 0-1 0 0,0 0 1 0 0,-1 1-1 0 0,1-1 1 0 0,-1 0 0 0 0,1 1-1 0 0,0 0 1 0 0,-1-1 0 0 0,1 1-1 0 0,-1 0 1 0 0,1 0 0 0 0,-1 0-1 0 0,0 0 1 0 0,1 0-1 0 0,-1 0 1 0 0,0 0 0 0 0,0 0-1 0 0,0 0 1 0 0,0 1 0 0 0,0-1-1 0 0,0 0 1 0 0,0 1-1 0 0,0-1 1 0 0,0 1 0 0 0,0 2-1 0 0,3 6 110 0 0,0 1-1 0 0,-1-1 1 0 0,-1 1-1 0 0,2 21 0 0 0,0-7-49 0 0,18 91-58 0 0,51 313 66 0 0,-68-410-183 0 0,-5-19 34 0 0,1 1 0 0 0,-1-1 1 0 0,0 0-1 0 0,1 1 0 0 0,-1-1 0 0 0,0 1 0 0 0,1-1 0 0 0,-1 0 1 0 0,0 1-1 0 0,1-1 0 0 0,-1 0 0 0 0,1 0 0 0 0,-1 1 1 0 0,1-1-1 0 0,-1 0 0 0 0,1 0 0 0 0,-1 0 0 0 0,1 0 0 0 0,-1 0 1 0 0,1 1-1 0 0,-1-1 0 0 0,1 0 0 0 0,-1 0 0 0 0,1 0 1 0 0,-1 0-1 0 0,1 0 0 0 0,-1-1 0 0 0,1 1 0 0 0,-1 0 0 0 0,1 0 1 0 0,-1 0-1 0 0,1 0 0 0 0,-1 0 0 0 0,1-1 0 0 0,-1 1 1 0 0,1-1-1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4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19 132 9218 0 0,'-2'1'-70'0'0,"-14"18"3313"0"0,29-25-1359 0 0,2-2-367 0 0,0-1 1 0 0,18-14-1 0 0,26-26-897 0 0,-12 10-2111 0 0,-25 21 723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4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18 100 920 0 0,'-3'5'1135'0'0,"1"-1"0"0"0,0 0-1 0 0,0 1 1 0 0,0 0 0 0 0,1-1 0 0 0,-1 1-1 0 0,1 0 1 0 0,0 0 0 0 0,0 9 0 0 0,0-6-593 0 0,1 0 0 0 0,1 0 0 0 0,0 0 1 0 0,0 0-1 0 0,0 0 0 0 0,3 8 0 0 0,-2-10-375 0 0,0 1 0 0 0,0-1 0 0 0,1 0 0 0 0,0 0 0 0 0,0 0 0 0 0,0 0 0 0 0,1-1 0 0 0,0 1 0 0 0,0-1 0 0 0,0 0 0 0 0,1 0 0 0 0,-1-1 0 0 0,1 1-1 0 0,0-1 1 0 0,1 0 0 0 0,9 6 0 0 0,-11-8-66 0 0,0-1 1 0 0,0 1-1 0 0,0-1 0 0 0,0 0 0 0 0,1 0 0 0 0,-1-1 0 0 0,0 1 0 0 0,1-1 1 0 0,-1 0-1 0 0,1 0 0 0 0,-1 0 0 0 0,0-1 0 0 0,1 1 0 0 0,-1-1 0 0 0,0 0 1 0 0,8-3-1 0 0,-6 1 7 0 0,0 0 0 0 0,0 0 0 0 0,0-1 1 0 0,-1 0-1 0 0,1 0 0 0 0,-1 0 0 0 0,0 0 1 0 0,0-1-1 0 0,-1 0 0 0 0,7-8 0 0 0,-7 7-62 0 0,0 0 0 0 0,0 1-1 0 0,0-1 1 0 0,-1-1-1 0 0,0 1 1 0 0,0 0 0 0 0,-1-1-1 0 0,1 0 1 0 0,-2 1 0 0 0,1-1-1 0 0,-1 0 1 0 0,0 0 0 0 0,0 0-1 0 0,-1 0 1 0 0,0 0-1 0 0,0 0 1 0 0,0 0 0 0 0,-1 0-1 0 0,0 0 1 0 0,-1 0 0 0 0,1 0-1 0 0,-4-7 1 0 0,0 6 7 0 0,0 0-1 0 0,0 1 1 0 0,0-1 0 0 0,-1 1 0 0 0,-1 0-1 0 0,1 1 1 0 0,-1-1 0 0 0,0 1-1 0 0,0 1 1 0 0,-1-1 0 0 0,0 1 0 0 0,-11-5-1 0 0,15 7-160 0 0,-1 1 0 0 0,1 0 0 0 0,-1 0 0 0 0,1 1 0 0 0,-1-1 0 0 0,0 1 1 0 0,0 0-1 0 0,1 1 0 0 0,-1-1 0 0 0,0 1 0 0 0,0 0 0 0 0,0 0 0 0 0,0 0 0 0 0,0 1 0 0 0,0-1 0 0 0,1 1 0 0 0,-1 1 0 0 0,0-1 0 0 0,1 0 0 0 0,-1 1 0 0 0,1 0 0 0 0,-1 0 0 0 0,1 1 0 0 0,-8 5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4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 0 10594 0 0,'-11'6'165'0'0,"0"-1"0"0"0,1 1 0 0 0,-1 0-1 0 0,1 1 1 0 0,0 1 0 0 0,1-1 0 0 0,-16 18 0 0 0,5-4 335 0 0,2 2-1 0 0,-18 27 1 0 0,27-37-282 0 0,0 1 0 0 0,2 1 0 0 0,0-1 0 0 0,1 1 0 0 0,0 0-1 0 0,1 1 1 0 0,1 0 0 0 0,0-1 0 0 0,-2 25 0 0 0,5-35-111 0 0,1 0-1 0 0,0 0 1 0 0,0 0 0 0 0,0 0-1 0 0,1-1 1 0 0,-1 1-1 0 0,1 0 1 0 0,0 0 0 0 0,1-1-1 0 0,-1 1 1 0 0,1 0 0 0 0,0-1-1 0 0,0 0 1 0 0,0 1-1 0 0,1-1 1 0 0,-1 0 0 0 0,1 0-1 0 0,0 0 1 0 0,0-1-1 0 0,1 1 1 0 0,-1-1 0 0 0,1 1-1 0 0,0-1 1 0 0,0 0 0 0 0,0-1-1 0 0,0 1 1 0 0,0-1-1 0 0,0 0 1 0 0,1 0 0 0 0,-1 0-1 0 0,1 0 1 0 0,-1-1 0 0 0,1 0-1 0 0,0 0 1 0 0,7 1-1 0 0,2 0 84 0 0,0-1-1 0 0,0 0 0 0 0,1 0 1 0 0,-1-2-1 0 0,0 0 0 0 0,1-1 1 0 0,-1 0-1 0 0,0-1 0 0 0,0 0 1 0 0,0-1-1 0 0,-1-1 0 0 0,1 0 1 0 0,-1-1-1 0 0,0-1 0 0 0,-1 0 1 0 0,0 0-1 0 0,0-1 0 0 0,0-1 1 0 0,-1 0-1 0 0,0 0 0 0 0,-1-1 1 0 0,0-1-1 0 0,-1 0 0 0 0,0 0 1 0 0,-1-1-1 0 0,9-14 0 0 0,20-36-1573 0 0,-29 46 880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8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30 8754 0 0,'-3'-3'867'0'0,"0"0"1"0"0,0 0 0 0 0,0 0-1 0 0,0 1 1 0 0,0-1-1 0 0,-1 1 1 0 0,1 0-1 0 0,-1 0 1 0 0,1 0-1 0 0,-7-2 1 0 0,8 4-732 0 0,0 0-1 0 0,1 0 1 0 0,-1 0-1 0 0,0 0 1 0 0,1 1-1 0 0,-1-1 1 0 0,0 0 0 0 0,1 1-1 0 0,-1-1 1 0 0,1 1-1 0 0,-1 0 1 0 0,1-1-1 0 0,-1 1 1 0 0,1 0 0 0 0,-1 0-1 0 0,1 0 1 0 0,0 0-1 0 0,-1 0 1 0 0,1 0 0 0 0,0 1-1 0 0,0-1 1 0 0,0 0-1 0 0,0 1 1 0 0,0-1-1 0 0,0 0 1 0 0,0 1 0 0 0,0-1-1 0 0,0 3 1 0 0,-5 10-6 0 0,0 0 0 0 0,1 0 0 0 0,0 1 0 0 0,1 0 0 0 0,1 0 0 0 0,-2 28 0 0 0,0-8 0 0 0,-30 286 210 0 0,33-272-283 0 0,3-1 0 0 0,2 1-1 0 0,2-1 1 0 0,19 79 0 0 0,-23-121-91 0 0,16 49-2072 0 0,-16-51 1648 0 0,1 0 1 0 0,0-1-1 0 0,-1 1 0 0 0,1 0 1 0 0,1-1-1 0 0,-1 1 0 0 0,0-1 0 0 0,1 0 1 0 0,0 0-1 0 0,6 6 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8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59 10138 0 0,'-26'10'4312'0'0,"37"-14"-2461"0"0,36-14 431 0 0,-10 4-846 0 0,39-9-1 0 0,-62 20-1490 0 0,1 0-1 0 0,0 1 1 0 0,0 1-1 0 0,0 0 1 0 0,0 1-1 0 0,17 2 1 0 0,-6 2-1704 0 0,-1 1-5225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8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7370 0 0,'0'9'7613'0'0,"6"15"-5138"0"0,-3-13-1080 0 0,9 84 1958 0 0,-2-11-4122 0 0,3-30-5682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8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71 11979 0 0,'0'-3'192'0'0,"-1"0"0"0"0,1-1 0 0 0,0 1 0 0 0,0 0 1 0 0,0 0-1 0 0,0 0 0 0 0,1-1 0 0 0,-1 1 0 0 0,1 0 1 0 0,0 0-1 0 0,0 0 0 0 0,0 0 0 0 0,0 0 1 0 0,0 0-1 0 0,1 0 0 0 0,-1 0 0 0 0,1 1 0 0 0,0-1 1 0 0,0 0-1 0 0,0 1 0 0 0,0-1 0 0 0,3-1 1 0 0,-4 4-218 0 0,-1 0 1 0 0,0 0-1 0 0,1 0 1 0 0,-1 0-1 0 0,1 0 1 0 0,-1 0-1 0 0,1 1 1 0 0,-1-1-1 0 0,1 0 1 0 0,-1 0-1 0 0,1 0 1 0 0,-1 1-1 0 0,0-1 1 0 0,1 0-1 0 0,-1 1 1 0 0,1-1 0 0 0,-1 0-1 0 0,0 1 1 0 0,1-1-1 0 0,-1 0 1 0 0,0 1-1 0 0,0-1 1 0 0,1 1-1 0 0,-1-1 1 0 0,0 0-1 0 0,0 1 1 0 0,0-1-1 0 0,1 1 1 0 0,-1-1-1 0 0,0 1 1 0 0,0-1 0 0 0,0 1-1 0 0,0-1 1 0 0,0 1-1 0 0,0 0 1 0 0,7 25-1740 0 0,-6-21 1385 0 0,6 18-685 0 0,2 1 659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9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0,'1'7'720'0'0,"1"0"-1"0"0,0 0 0 0 0,0 1 1 0 0,0-1-1 0 0,1-1 0 0 0,0 1 0 0 0,7 11 1 0 0,-1-1 536 0 0,52 128 6079 0 0,-61-144-7329 0 0,1 0-1 0 0,-1 0 1 0 0,0 0 0 0 0,1 0-1 0 0,-1 0 1 0 0,1 0-1 0 0,-1 0 1 0 0,1 0-1 0 0,-1 0 1 0 0,1 0 0 0 0,-1 0-1 0 0,1-1 1 0 0,0 1-1 0 0,0 0 1 0 0,-1 0-1 0 0,1-1 1 0 0,0 1 0 0 0,0 0-1 0 0,0-1 1 0 0,0 1-1 0 0,0-1 1 0 0,0 1-1 0 0,1-1 1 0 0,-1 0 5 0 0,0 0-1 0 0,0 0 1 0 0,0 0 0 0 0,0 0 0 0 0,0-1-1 0 0,0 1 1 0 0,0-1 0 0 0,0 1-1 0 0,0 0 1 0 0,0-1 0 0 0,0 0-1 0 0,0 1 1 0 0,0-1 0 0 0,0 1 0 0 0,-1-1-1 0 0,1 0 1 0 0,0 0 0 0 0,1-1-1 0 0,4-6 71 0 0,0-1 0 0 0,0 0 1 0 0,8-16-1 0 0,-11 18-69 0 0,0 3-9 0 0,10-21 379 0 0,1 0 0 0 0,21-25-1 0 0,-31 45-301 0 0,0 0-1 0 0,0 0 1 0 0,0 0-1 0 0,1 0 0 0 0,0 1 1 0 0,0 0-1 0 0,0 0 1 0 0,1 0-1 0 0,-1 1 0 0 0,1 0 1 0 0,0 0-1 0 0,0 0 1 0 0,0 0-1 0 0,0 1 0 0 0,11-2 1 0 0,-13 4 35 0 0,1 0 1 0 0,0 1 0 0 0,0-1-1 0 0,-1 1 1 0 0,1 0-1 0 0,0 1 1 0 0,-1-1-1 0 0,1 1 1 0 0,-1 0-1 0 0,0 0 1 0 0,0 0 0 0 0,1 1-1 0 0,-1-1 1 0 0,-1 1-1 0 0,1 0 1 0 0,0 0-1 0 0,-1 0 1 0 0,1 1-1 0 0,-1-1 1 0 0,0 1 0 0 0,2 4-1 0 0,9 10 6 0 0,-2 0-1 0 0,0 2 1 0 0,9 19 0 0 0,-12-19-694 0 0,0 0 0 0 0,11 41 0 0 0,-17-49-800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29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50 493 920 0 0,'13'-9'2050'0'0,"-1"-1"0"0"0,0 0-1 0 0,18-20 1 0 0,-14 13 1860 0 0,-22 24-2497 0 0,1-1 0 0 0,0 1 0 0 0,0 0 0 0 0,-4 9-1 0 0,-30 68-427 0 0,26-54-209 0 0,2-8-579 0 0,5-11-137 0 0,0 1 0 0 0,1-1 0 0 0,1 1 1 0 0,-1 0-1 0 0,2 1 0 0 0,0-1 0 0 0,0 1 0 0 0,1-1 1 0 0,0 16-1 0 0,2-27-60 0 0,0 0 0 0 0,0 0 0 0 0,0 0 1 0 0,0 0-1 0 0,0 0 0 0 0,0-1 0 0 0,0 1 0 0 0,1 0 0 0 0,-1 0 1 0 0,0 0-1 0 0,0 0 0 0 0,1-1 0 0 0,-1 1 0 0 0,1 0 0 0 0,-1 0 1 0 0,1-1-1 0 0,-1 1 0 0 0,1 0 0 0 0,0-1 0 0 0,-1 1 0 0 0,1-1 1 0 0,0 1-1 0 0,-1 0 0 0 0,1-1 0 0 0,0 0 0 0 0,1 2 0 0 0,-1-2-1 0 0,1 0 0 0 0,-1 0 0 0 0,1 0 0 0 0,0 0 0 0 0,-1 0 0 0 0,1 0 0 0 0,-1 0 0 0 0,1 0 0 0 0,-1-1-1 0 0,1 1 1 0 0,-1-1 0 0 0,1 1 0 0 0,2-2 0 0 0,2-1-24 0 0,0 0 0 0 0,0-1 0 0 0,-1 0 0 0 0,1 0 0 0 0,8-9-1 0 0,-4 1-37 0 0,0 0-1 0 0,-1-1 1 0 0,-1 0-1 0 0,0-1 1 0 0,-1 0-1 0 0,-1 0 1 0 0,0-1-1 0 0,-1 1 1 0 0,4-18-1 0 0,-1 0-213 0 0,-2-1 0 0 0,-2 1 0 0 0,2-45 0 0 0,-6 31-29 0 0,-10-85 0 0 0,6 105 505 0 0,-2 0 0 0 0,0 0 0 0 0,-1 1 0 0 0,-19-43 0 0 0,24 65-94 0 0,-11-22 517 0 0,12 24-572 0 0,1 0 0 0 0,-1 0 0 0 0,1 0 0 0 0,-1 0 1 0 0,0 0-1 0 0,0 1 0 0 0,1-1 0 0 0,-1 0 0 0 0,0 0 1 0 0,0 0-1 0 0,0 1 0 0 0,0-1 0 0 0,0 1 0 0 0,0-1 1 0 0,0 1-1 0 0,0-1 0 0 0,0 1 0 0 0,-2-1 1 0 0,2 1-24 0 0,1 1 0 0 0,-1-1 0 0 0,1 1 0 0 0,-1-1 0 0 0,1 1 0 0 0,-1-1 0 0 0,1 1 0 0 0,0 0 0 0 0,-1-1 0 0 0,1 1 0 0 0,0 0 0 0 0,0-1 1 0 0,-1 1-1 0 0,1 0 0 0 0,0-1 0 0 0,0 1 0 0 0,0 0 0 0 0,0-1 0 0 0,0 1 0 0 0,0 0 0 0 0,0 0 0 0 0,0-1 0 0 0,0 1 0 0 0,0 0 1 0 0,0-1-1 0 0,1 2 0 0 0,1 21 243 0 0,5 11-53 0 0,1 0 0 0 0,1-1 0 0 0,18 39 0 0 0,50 94 345 0 0,-47-108-735 0 0,-3 2 0 0 0,29 92 0 0 0,-53-141 12 0 0,6 22-6726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7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66 5529 0 0,'-14'-26'2359'0'0,"11"20"-1096"0"0,0 1 0 0 0,0-1 0 0 0,0 1 1 0 0,-1-1-1 0 0,-5-5 0 0 0,11 23 2699 0 0,0 7-3379 0 0,24 102-384 0 0,7 28 52 0 0,-27-129-231 0 0,1 0-1 0 0,0-1 1 0 0,2 0 0 0 0,0 0 0 0 0,14 20-1 0 0,-20-34-30 0 0,1 1 0 0 0,0-1 0 0 0,0 0-1 0 0,0 0 1 0 0,1-1 0 0 0,0 0 0 0 0,0 1-1 0 0,0-1 1 0 0,0-1 0 0 0,0 1 0 0 0,1-1 0 0 0,0 0-1 0 0,7 2 1 0 0,-9-3-3 0 0,0-2 0 0 0,0 1 0 0 0,0 0 0 0 0,0-1 0 0 0,0 0 0 0 0,0 0 0 0 0,0 0 0 0 0,0-1-1 0 0,0 1 1 0 0,0-1 0 0 0,0 0 0 0 0,0 0 0 0 0,0 0 0 0 0,0-1 0 0 0,-1 1 0 0 0,1-1 0 0 0,0 0 0 0 0,-1 0 0 0 0,1 0 0 0 0,-1 0 0 0 0,6-6 0 0 0,5-5-187 0 0,-1-1 1 0 0,0 0-1 0 0,0-1 1 0 0,-2 0 0 0 0,0-1-1 0 0,-1-1 1 0 0,0 1-1 0 0,10-26 1 0 0,2-14 595 0 0,21-77 0 0 0,-36 107 455 0 0,1 0 1 0 0,16-32-1 0 0,-27 74-519 0 0,1-1 1 0 0,-1 30-1 0 0,2-23-259 0 0,-1 17-72 0 0,2 0 1 0 0,5 47-1 0 0,-2-67-2 0 0,0-1 0 0 0,0 0-1 0 0,2 0 1 0 0,0 0 0 0 0,2-1-1 0 0,14 31 1 0 0,-21-47 1 0 0,1 1 1 0 0,0 0-1 0 0,0 0 0 0 0,0-1 0 0 0,0 1 0 0 0,0-1 0 0 0,0 1 1 0 0,1-1-1 0 0,-1 1 0 0 0,0-1 0 0 0,1 0 0 0 0,-1 1 0 0 0,1-1 1 0 0,0 0-1 0 0,-1 0 0 0 0,1 0 0 0 0,0 0 0 0 0,0-1 1 0 0,-1 1-1 0 0,1 0 0 0 0,0-1 0 0 0,0 1 0 0 0,3-1 0 0 0,-2 0 2 0 0,-1-1-1 0 0,1 1 0 0 0,-1-1 1 0 0,1 0-1 0 0,-1 0 0 0 0,1 0 0 0 0,-1 0 1 0 0,0 0-1 0 0,0-1 0 0 0,1 1 1 0 0,-1-1-1 0 0,0 1 0 0 0,0-1 0 0 0,0 0 1 0 0,1-2-1 0 0,8-9 1 0 0,-1-1 0 0 0,-1 1 0 0 0,0-1 1 0 0,8-19-1 0 0,11-34 7 0 0,-24 53 69 0 0,2-1 0 0 0,-1 1-1 0 0,2 1 1 0 0,0-1 0 0 0,1 1 0 0 0,0 0 0 0 0,16-18 0 0 0,-23 30-55 0 0,0 0 0 0 0,0 0 1 0 0,0 0-1 0 0,0 0 1 0 0,1 0-1 0 0,-1 0 1 0 0,0 0-1 0 0,1 1 0 0 0,-1-1 1 0 0,0 0-1 0 0,1 1 1 0 0,-1-1-1 0 0,1 1 0 0 0,-1 0 1 0 0,1 0-1 0 0,-1-1 1 0 0,1 1-1 0 0,-1 0 0 0 0,1 0 1 0 0,0 0-1 0 0,-1 0 1 0 0,1 1-1 0 0,-1-1 0 0 0,1 0 1 0 0,-1 1-1 0 0,1-1 1 0 0,-1 1-1 0 0,0-1 1 0 0,1 1-1 0 0,-1 0 0 0 0,0-1 1 0 0,1 1-1 0 0,-1 0 1 0 0,0 0-1 0 0,0 0 0 0 0,2 2 1 0 0,5 4-29 0 0,-1 1 1 0 0,0 0 0 0 0,-1 0-1 0 0,8 13 1 0 0,-3-6 170 0 0,11 16-57 0 0,-2 1 1 0 0,-1 0 0 0 0,20 51-1 0 0,-30-69-108 0 0,-3-14 0 0 0,2-23 0 0 0,-3 5 0 0 0,7-15 63 0 0,2 1-1 0 0,2 0 1 0 0,1 1-1 0 0,38-53 0 0 0,-54 82-44 0 0,0 1 0 0 0,0 0-1 0 0,0-1 1 0 0,0 1 0 0 0,0 0-1 0 0,1 0 1 0 0,-1 0 0 0 0,0 0 0 0 0,1 0-1 0 0,-1 0 1 0 0,0 0 0 0 0,1 0-1 0 0,-1 0 1 0 0,1 1 0 0 0,0-1-1 0 0,-1 1 1 0 0,1-1 0 0 0,-1 1-1 0 0,1-1 1 0 0,0 1 0 0 0,-1 0 0 0 0,1 0-1 0 0,0 0 1 0 0,1 0 0 0 0,0 1 9 0 0,-1 0 0 0 0,1 0 0 0 0,0 0-1 0 0,-1 0 1 0 0,1 1 0 0 0,-1-1 0 0 0,1 1 0 0 0,-1-1 0 0 0,0 1 0 0 0,0 0 0 0 0,0 0 0 0 0,0 0 0 0 0,2 2 0 0 0,4 7 41 0 0,1 1-1 0 0,-2 0 1 0 0,0 0-1 0 0,8 19 1 0 0,-5-7-541 0 0,-2 0 1 0 0,-1 0-1 0 0,-1 1 1 0 0,-1-1-1 0 0,3 29 1 0 0,-7-30-7933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8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45 12899 0 0,'-10'-25'1271'0'0,"11"5"4036"0"0,-1 20-5242 0 0,3 3 179 0 0,0-1 1 0 0,-1 1 0 0 0,1 0 0 0 0,-1 0 0 0 0,0 0 0 0 0,0 0-1 0 0,0 0 1 0 0,0 1 0 0 0,-1-1 0 0 0,1 0 0 0 0,1 7 0 0 0,0-2-74 0 0,10 23 126 0 0,-2 1 0 0 0,-1 0 0 0 0,-2 1-1 0 0,7 50 1 0 0,0 136 606 0 0,-13-154-956 0 0,3 1 0 0 0,2-1 0 0 0,19 77 1 0 0,-25-139-66 0 0,0 4-229 0 0,1-1-1 0 0,0 0 1 0 0,0 0 0 0 0,0 0 0 0 0,1 0-1 0 0,0 0 1 0 0,0-1 0 0 0,6 9-1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8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71 4145 0 0,'1'-1'-273'0'0,"5"-15"-896"0"0,0-14 6786 0 0,-5 29-5390 0 0,-1 0 1 0 0,0 1 0 0 0,0-1 0 0 0,0 0 0 0 0,0 0-1 0 0,0 0 1 0 0,0 0 0 0 0,-1 0 0 0 0,1 1-1 0 0,0-1 1 0 0,0 0 0 0 0,-1 0 0 0 0,1 0 0 0 0,0 0-1 0 0,-1 1 1 0 0,1-1 0 0 0,-1 0 0 0 0,1 1 0 0 0,-1-1-1 0 0,1 0 1 0 0,-1 1 0 0 0,1-1 0 0 0,-1 0-1 0 0,0 1 1 0 0,1-1 0 0 0,-1 1 0 0 0,0-1 0 0 0,1 1-1 0 0,-1-1 1 0 0,0 1 0 0 0,0 0 0 0 0,0-1 0 0 0,1 1-1 0 0,-1 0 1 0 0,0 0 0 0 0,0 0 0 0 0,0 0 0 0 0,0-1-1 0 0,0 1 1 0 0,1 0 0 0 0,-1 0 0 0 0,0 1-1 0 0,0-1 1 0 0,0 0 0 0 0,0 0 0 0 0,1 0 0 0 0,-1 0-1 0 0,0 1 1 0 0,0-1 0 0 0,0 0 0 0 0,1 1 0 0 0,-2 0-1 0 0,-7 2 9 0 0,1 0-1 0 0,0 1 1 0 0,0 0-1 0 0,0 0 0 0 0,0 1 1 0 0,1 0-1 0 0,-1 1 1 0 0,1-1-1 0 0,1 1 1 0 0,-12 13-1 0 0,-1 4-19 0 0,1-1 0 0 0,-15 27 0 0 0,29-43-161 0 0,0 0 0 0 0,1 0-1 0 0,0 0 1 0 0,0 0-1 0 0,0 0 1 0 0,1 0 0 0 0,0 1-1 0 0,-2 12 1 0 0,3-16-33 0 0,2 0 1 0 0,-1 0-1 0 0,0 0 0 0 0,0 0 1 0 0,1-1-1 0 0,0 1 1 0 0,-1 0-1 0 0,1-1 1 0 0,0 1-1 0 0,0 0 0 0 0,1-1 1 0 0,-1 1-1 0 0,0-1 1 0 0,1 0-1 0 0,0 1 1 0 0,-1-1-1 0 0,1 0 0 0 0,0 0 1 0 0,0 0-1 0 0,0 0 1 0 0,1 0-1 0 0,-1 0 1 0 0,5 2-1 0 0,2 1-15 0 0,-1-1 1 0 0,2 0-1 0 0,-1 0 1 0 0,0 0-1 0 0,1-2 1 0 0,-1 1-1 0 0,1-1 1 0 0,0 0-1 0 0,0-1 1 0 0,0 0-1 0 0,10-1 1 0 0,5-1-560 0 0,1-1 1 0 0,-1-1 0 0 0,28-6 0 0 0,-29 3-493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8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11 5529 0 0,'-3'-11'13358'0'0,"5"16"-12359"0"0,6 25-255 0 0,0 1 0 0 0,7 60 0 0 0,-11-54 55 0 0,19 71 1 0 0,-21-103-841 0 0,0 0-1 0 0,0 0 1 0 0,0 0-1 0 0,0-1 1 0 0,1 1-1 0 0,0-1 1 0 0,4 5-1 0 0,-7-8 32 0 0,1-1-1 0 0,-1 1 1 0 0,1-1-1 0 0,-1 1 1 0 0,1-1-1 0 0,-1 1 1 0 0,1-1-1 0 0,0 0 1 0 0,-1 1-1 0 0,1-1 1 0 0,0 0-1 0 0,-1 1 0 0 0,1-1 1 0 0,0 0-1 0 0,-1 0 1 0 0,1 0-1 0 0,0 1 1 0 0,0-1-1 0 0,-1 0 1 0 0,1 0-1 0 0,0 0 1 0 0,0 0-1 0 0,0-1 4 0 0,1 1-1 0 0,-1-1 1 0 0,0 0 0 0 0,0 1-1 0 0,0-1 1 0 0,0 0 0 0 0,0 0-1 0 0,-1 0 1 0 0,1 0 0 0 0,0 0-1 0 0,0 1 1 0 0,0-1 0 0 0,-1-1-1 0 0,1 1 1 0 0,-1 0 0 0 0,1 0-1 0 0,-1 0 1 0 0,1-2 0 0 0,9-22-127 0 0,-2-1 0 0 0,6-29 0 0 0,-8 31 183 0 0,0-1 0 0 0,18-39 0 0 0,-17 48-15 0 0,1 0 1 0 0,14-17-1 0 0,-19 28 9 0 0,0 1 0 0 0,0 0-1 0 0,1 0 1 0 0,-1 0 0 0 0,1 0 0 0 0,0 1 0 0 0,0 0 0 0 0,1-1 0 0 0,-1 2 0 0 0,1-1-1 0 0,8-4 1 0 0,-11 7-18 0 0,0 0-1 0 0,0-1 1 0 0,0 1-1 0 0,0 0 0 0 0,0 0 1 0 0,0 1-1 0 0,0-1 1 0 0,0 0-1 0 0,0 1 1 0 0,0-1-1 0 0,0 1 0 0 0,0-1 1 0 0,0 1-1 0 0,-1 0 1 0 0,1 0-1 0 0,0 0 0 0 0,0 0 1 0 0,-1 0-1 0 0,1 0 1 0 0,-1 0-1 0 0,1 1 1 0 0,-1-1-1 0 0,1 1 0 0 0,-1-1 1 0 0,0 1-1 0 0,0-1 1 0 0,0 1-1 0 0,0 0 1 0 0,1 2-1 0 0,6 8 111 0 0,-1 1 0 0 0,9 27 0 0 0,-10-25-58 0 0,7 11-34 0 0,2 1 0 0 0,22 31 0 0 0,11 18-1091 0 0,-40-59 391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57 10594 0 0,'1'-19'-29'0'0,"3"-7"9584"0"0,-4 51-7878 0 0,-1-2-1500 0 0,0 0 1 0 0,2 1 0 0 0,1-1 0 0 0,1 0 0 0 0,1 0 0 0 0,8 25 0 0 0,-10-41-168 0 0,1 0 1 0 0,0 0 0 0 0,0 0 0 0 0,1 0-1 0 0,0-1 1 0 0,0 0 0 0 0,0 1 0 0 0,1-1-1 0 0,10 10 1 0 0,-11-13 12 0 0,1 1 1 0 0,0-1-1 0 0,-1 0 1 0 0,1-1-1 0 0,0 1 1 0 0,0-1-1 0 0,1 0 1 0 0,-1 0-1 0 0,0 0 1 0 0,1-1-1 0 0,-1 0 1 0 0,1 0-1 0 0,-1 0 1 0 0,12-1-1 0 0,-13 0-20 0 0,0 0 0 0 0,0 0 1 0 0,0 0-1 0 0,0-1 0 0 0,-1 0 0 0 0,1 0 1 0 0,0 0-1 0 0,0 0 0 0 0,-1 0 0 0 0,1-1 1 0 0,-1 0-1 0 0,1 1 0 0 0,-1-1 0 0 0,1-1 1 0 0,-1 1-1 0 0,0 0 0 0 0,0-1 0 0 0,0 0 1 0 0,-1 1-1 0 0,1-1 0 0 0,-1 0 0 0 0,1-1 1 0 0,-1 1-1 0 0,0 0 0 0 0,0-1 0 0 0,0 1 1 0 0,-1-1-1 0 0,1 1 0 0 0,-1-1 0 0 0,0 0 0 0 0,1-6 1 0 0,0 1 1 0 0,-1 0 1 0 0,0 0-1 0 0,-1-1 1 0 0,0 1 0 0 0,0 0-1 0 0,-1-1 1 0 0,0 1-1 0 0,-1 0 1 0 0,0 0-1 0 0,0 0 1 0 0,-1 0-1 0 0,-5-12 1 0 0,3 12-67 0 0,-1-1 0 0 0,0 1 0 0 0,0 0 0 0 0,-1 0 0 0 0,0 1 0 0 0,0 0 1 0 0,-1 0-1 0 0,0 1 0 0 0,0 0 0 0 0,-1 0 0 0 0,-16-9 0 0 0,22 14-131 0 0,-1 0 0 0 0,0 0 1 0 0,0 0-1 0 0,0 1 0 0 0,0-1 1 0 0,0 1-1 0 0,0 0 0 0 0,0 0 0 0 0,0 0 1 0 0,0 1-1 0 0,0-1 0 0 0,-1 1 1 0 0,1 0-1 0 0,0 1 0 0 0,0-1 0 0 0,-1 1 1 0 0,1-1-1 0 0,0 1 0 0 0,0 0 1 0 0,0 1-1 0 0,0-1 0 0 0,0 1 0 0 0,0 0 1 0 0,0 0-1 0 0,1 0 0 0 0,-1 0 1 0 0,1 1-1 0 0,-1-1 0 0 0,1 1 0 0 0,0 0 1 0 0,0 0-1 0 0,0 0 0 0 0,-3 5 1 0 0,4-5-77 0 0,0 0 1 0 0,0 0 0 0 0,0 0-1 0 0,1 0 1 0 0,-1 1 0 0 0,1-1-1 0 0,-1 1 1 0 0,1-1 0 0 0,0 1-1 0 0,1-1 1 0 0,-1 1 0 0 0,0 0 0 0 0,1 0-1 0 0,0-1 1 0 0,0 5 0 0 0,3 10 135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49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1840 0 0,'5'-11'-436'0'0,"19"-29"8872"0"0,-23 39-7946 0 0,0 0 0 0 0,0 1 0 0 0,0-1 1 0 0,2 0-1 0 0,-2 1-360 0 0,0 0 1 0 0,-1 1 0 0 0,1-1-1 0 0,-1 0 1 0 0,1 0-1 0 0,-1 1 1 0 0,1-1 0 0 0,-1 1-1 0 0,1-1 1 0 0,-1 1 0 0 0,0-1-1 0 0,1 0 1 0 0,-1 1 0 0 0,1 0-1 0 0,-1-1 1 0 0,0 1 0 0 0,0-1-1 0 0,1 1 1 0 0,-1-1-1 0 0,0 1 1 0 0,0-1 0 0 0,0 1-1 0 0,1 0 1 0 0,-1-1 0 0 0,0 1-1 0 0,0 0 1 0 0,0-1 0 0 0,0 1-1 0 0,0-1 1 0 0,0 1 0 0 0,-1 1-1 0 0,2 27 1062 0 0,-2-24-682 0 0,1-3-447 0 0,0 28 953 0 0,1-1-1 0 0,8 53 1 0 0,-7-74-953 0 0,0 0-1 0 0,0 0 1 0 0,1 0 0 0 0,0 0-1 0 0,0 0 1 0 0,1-1 0 0 0,0 1-1 0 0,0-1 1 0 0,1 0 0 0 0,0 0 0 0 0,0-1-1 0 0,0 1 1 0 0,1-1 0 0 0,12 10-1 0 0,-17-15-63 0 0,1 1 1 0 0,-1-1-1 0 0,1 0 0 0 0,0 1 0 0 0,-1-1 0 0 0,1 0 0 0 0,0 0 0 0 0,0 0 0 0 0,0 0 0 0 0,0-1 0 0 0,0 1 0 0 0,0 0 0 0 0,0-1 0 0 0,0 1 0 0 0,0-1 0 0 0,0 0 1 0 0,0 0-1 0 0,1 0 0 0 0,-1 0 0 0 0,0 0 0 0 0,0 0 0 0 0,0-1 0 0 0,0 1 0 0 0,0 0 0 0 0,0-1 0 0 0,0 0 0 0 0,0 0 0 0 0,0 1 0 0 0,0-1 0 0 0,0 0 0 0 0,0-1 0 0 0,0 1 1 0 0,-1 0-1 0 0,1 0 0 0 0,0-1 0 0 0,-1 1 0 0 0,1-1 0 0 0,-1 1 0 0 0,0-1 0 0 0,1 0 0 0 0,-1 0 0 0 0,0 1 0 0 0,1-4 0 0 0,3-5-51 0 0,0-1-1 0 0,-1 0 1 0 0,0 1 0 0 0,0-1-1 0 0,-2-1 1 0 0,4-18-1 0 0,-5 10 3 0 0,-1 15 54 0 0,0 0 0 0 0,1-1 0 0 0,-1 1 0 0 0,1 0 0 0 0,0 0 0 0 0,0 0 0 0 0,0 0 0 0 0,1-1 0 0 0,0 2 0 0 0,0-1 0 0 0,0 0 0 0 0,1 0 0 0 0,5-8 0 0 0,-7 13-4 0 0,0-1 0 0 0,0 1-1 0 0,0 0 1 0 0,0 0 0 0 0,0 0 0 0 0,0 0 0 0 0,-1 0 0 0 0,1 0 0 0 0,0 0 0 0 0,0 0 0 0 0,0 0 0 0 0,0 0 0 0 0,0 0 0 0 0,0 0 0 0 0,0 1 0 0 0,-1-1 0 0 0,1 0 0 0 0,0 1-1 0 0,0-1 1 0 0,0 0 0 0 0,-1 1 0 0 0,1-1 0 0 0,0 1 0 0 0,0 0 0 0 0,-1-1 0 0 0,1 1 0 0 0,-1-1 0 0 0,1 1 0 0 0,1 1 0 0 0,22 26 25 0 0,-19-21 5 0 0,4 2 51 0 0,0 1 0 0 0,0-1 0 0 0,1 0 0 0 0,0-1 0 0 0,1 0 0 0 0,-1 0 1 0 0,2-2-1 0 0,16 9 0 0 0,-24-13-64 0 0,-1-1-1 0 0,0 1 1 0 0,1-1 0 0 0,-1 0 0 0 0,1 0 0 0 0,0 0 0 0 0,-1 0-1 0 0,1-1 1 0 0,0 0 0 0 0,-1 0 0 0 0,1 0 0 0 0,0 0 0 0 0,-1 0-1 0 0,1-1 1 0 0,0 1 0 0 0,-1-1 0 0 0,1 0 0 0 0,-1 0 0 0 0,1-1-1 0 0,-1 1 1 0 0,1-1 0 0 0,-1 1 0 0 0,0-1 0 0 0,0 0 0 0 0,0 0-1 0 0,0-1 1 0 0,0 1 0 0 0,0 0 0 0 0,-1-1 0 0 0,1 0 0 0 0,-1 0-1 0 0,0 0 1 0 0,1 0 0 0 0,2-5 0 0 0,-2 0-101 0 0,0 0 1 0 0,0-1-1 0 0,0 1 1 0 0,-1 0-1 0 0,0-1 1 0 0,-1 0-1 0 0,0 1 0 0 0,0-1 1 0 0,-1 0-1 0 0,0 1 1 0 0,0-1-1 0 0,-1 0 1 0 0,0 1-1 0 0,-1-1 0 0 0,0 0 1 0 0,0 1-1 0 0,-1 0 1 0 0,0 0-1 0 0,-1 0 0 0 0,-6-13 1 0 0,10 21 13 0 0,0 0 1 0 0,0-1 0 0 0,0 1-1 0 0,-1 0 1 0 0,1 0-1 0 0,0-1 1 0 0,0 1-1 0 0,0 0 1 0 0,0 0-1 0 0,0-1 1 0 0,-1 1 0 0 0,1 0-1 0 0,0 0 1 0 0,0 0-1 0 0,0-1 1 0 0,-1 1-1 0 0,1 0 1 0 0,0 0-1 0 0,0 0 1 0 0,-1 0 0 0 0,1 0-1 0 0,0-1 1 0 0,0 1-1 0 0,-1 0 1 0 0,1 0-1 0 0,0 0 1 0 0,0 0-1 0 0,-1 0 1 0 0,1 0 0 0 0,0 0-1 0 0,0 0 1 0 0,-1 0-1 0 0,1 0 1 0 0,0 0-1 0 0,-1 0 1 0 0,1 0-1 0 0,0 0 1 0 0,-1 0 0 0 0,-4 10-1461 0 0,0 0 1498 0 0,-3-3 20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0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5985 0 0,'37'-13'445'0'0,"-31"12"260"0"0,0 0 1 0 0,0 1-1 0 0,0-1 1 0 0,0 1-1 0 0,0 0 1 0 0,0 1-1 0 0,11 1 1 0 0,-13-1-328 0 0,0 0 1 0 0,0 1-1 0 0,0-1 0 0 0,0 1 1 0 0,0 0-1 0 0,0 0 1 0 0,0 0-1 0 0,0 0 1 0 0,-1 1-1 0 0,0-1 0 0 0,1 1 1 0 0,-1 0-1 0 0,0 0 1 0 0,0 0-1 0 0,0 1 1 0 0,-1-1-1 0 0,1 1 0 0 0,-1-1 1 0 0,0 1-1 0 0,0 0 1 0 0,2 4-1 0 0,8 45 1016 0 0,-1-3-1190 0 0,-11-49-205 0 0,0-1 1 0 0,0 0 0 0 0,0 1 0 0 0,0-1-1 0 0,0 1 1 0 0,0-1 0 0 0,1 0-1 0 0,-1 1 1 0 0,0-1 0 0 0,0 0 0 0 0,0 1-1 0 0,0-1 1 0 0,1 0 0 0 0,-1 1-1 0 0,0-1 1 0 0,0 0 0 0 0,1 1-1 0 0,-1-1 1 0 0,0 0 0 0 0,0 0 0 0 0,1 1-1 0 0,-1-1 1 0 0,0 0 0 0 0,1 0-1 0 0,-1 1 1 0 0,0-1 0 0 0,1 0 0 0 0,-1 0-1 0 0,1 0 1 0 0,-1 0 0 0 0,0 0-1 0 0,1 0 1 0 0,-1 0 0 0 0,0 0 0 0 0,1 0-1 0 0,-1 0 1 0 0,1 0 0 0 0,0 0-1 0 0,10-13-34 0 0,3-24 18 0 0,-5 8 163 0 0,20-44 0 0 0,-26 65-117 0 0,1 1 0 0 0,0-1 0 0 0,0 1 0 0 0,1 0 0 0 0,0 0 0 0 0,1 0 0 0 0,-1 1 1 0 0,1 0-1 0 0,1 0 0 0 0,9-7 0 0 0,-14 12-12 0 0,-1-1 0 0 0,1 1 0 0 0,0 0-1 0 0,0 0 1 0 0,0 0 0 0 0,0 1 0 0 0,1-1 0 0 0,-1 0 0 0 0,0 1 0 0 0,0 0 0 0 0,0-1 0 0 0,0 1 0 0 0,1 0 0 0 0,-1 0 0 0 0,0 0-1 0 0,0 0 1 0 0,0 0 0 0 0,1 1 0 0 0,-1-1 0 0 0,0 1 0 0 0,0 0 0 0 0,3 0 0 0 0,-2 2 12 0 0,1-1 1 0 0,-1 0-1 0 0,1 1 0 0 0,-1 0 1 0 0,0 0-1 0 0,0 0 0 0 0,0 0 0 0 0,0 0 1 0 0,-1 1-1 0 0,5 6 0 0 0,2 7 49 0 0,0 1-1 0 0,-2 1 0 0 0,10 33 0 0 0,-17-51-77 0 0,22 59 41 0 0,-9-36-6729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0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12 11522 0 0,'-2'-12'3959'0'0,"5"25"1462"0"0,25 126-4150 0 0,5-2 0 0 0,93 243 0 0 0,-103-320-1751 0 0,-15-34 10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1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13827 0 0,'39'-29'1007'0'0,"1"1"0"0"0,1 2 0 0 0,2 2 0 0 0,1 2 0 0 0,0 2 0 0 0,80-25 0 0 0,-111 42-1329 0 0,-1 1 0 0 0,1 0 0 0 0,0 1 0 0 0,0 0 0 0 0,-1 1 0 0 0,1 1-1 0 0,0 0 1 0 0,15 3 0 0 0,-5-1 301 0 0,0-2 21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1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0 292 4609 0 0,'2'2'287'0'0,"0"-1"0"0"0,0 0 0 0 0,-1 1 0 0 0,1-1 0 0 0,0 0 0 0 0,0 0 0 0 0,0 0 0 0 0,0 0 0 0 0,1-1 0 0 0,-1 1-1 0 0,0 0 1 0 0,0-1 0 0 0,0 0 0 0 0,1 1 0 0 0,-1-1 0 0 0,0 0 0 0 0,3 0 0 0 0,45-2 6958 0 0,-40 1-7004 0 0,-3 0 238 0 0,0 1 1 0 0,0-1-1 0 0,0-1 1 0 0,1 1 0 0 0,-2-1-1 0 0,1-1 1 0 0,0 1-1 0 0,11-7 1 0 0,-13 6-385 0 0,0 0-1 0 0,-1-1 1 0 0,1 0 0 0 0,-1 0-1 0 0,0 0 1 0 0,-1-1 0 0 0,1 1-1 0 0,-1-1 1 0 0,0 0-1 0 0,0 0 1 0 0,0 0 0 0 0,-1 0-1 0 0,1 0 1 0 0,-1-1 0 0 0,0 1-1 0 0,-1-1 1 0 0,2-7 0 0 0,8-58 7 0 0,-11 64-104 0 0,1 0 0 0 0,-1 0 0 0 0,-1 0 0 0 0,1 1 0 0 0,-1-1 0 0 0,0 0 0 0 0,-1 0 0 0 0,-3-9 0 0 0,5 15-17 0 0,0 0 1 0 0,-1 0-1 0 0,0 0 1 0 0,1 0-1 0 0,-1-1 1 0 0,0 1 0 0 0,1 0-1 0 0,-1 0 1 0 0,0 0-1 0 0,0 0 1 0 0,0 1-1 0 0,0-1 1 0 0,0 0-1 0 0,0 0 1 0 0,0 1-1 0 0,0-1 1 0 0,0 0 0 0 0,-1 1-1 0 0,1-1 1 0 0,0 1-1 0 0,0-1 1 0 0,-1 1-1 0 0,1 0 1 0 0,-3-1-1 0 0,1 1-15 0 0,0 0 0 0 0,0 1 0 0 0,0-1 0 0 0,1 1 0 0 0,-1 0-1 0 0,0-1 1 0 0,0 1 0 0 0,0 0 0 0 0,0 1 0 0 0,-4 1 0 0 0,0 2-77 0 0,-1 0 1 0 0,1 0 0 0 0,0 1 0 0 0,0 0 0 0 0,1 0-1 0 0,-9 11 1 0 0,12-14 63 0 0,0 1-1 0 0,0 0 0 0 0,1 0 1 0 0,0 0-1 0 0,-1 0 0 0 0,2 1 1 0 0,-1-1-1 0 0,0 1 0 0 0,1-1 0 0 0,0 1 1 0 0,0-1-1 0 0,0 1 0 0 0,1 0 1 0 0,-1-1-1 0 0,1 1 0 0 0,0 0 1 0 0,1-1-1 0 0,-1 1 0 0 0,1 0 1 0 0,0-1-1 0 0,0 1 0 0 0,3 8 1 0 0,0-6 51 0 0,0 0 0 0 0,0-1 0 0 0,0 0 0 0 0,1 0 1 0 0,0 0-1 0 0,0 0 0 0 0,1-1 0 0 0,-1 0 1 0 0,1 0-1 0 0,0 0 0 0 0,1-1 0 0 0,-1 0 1 0 0,11 5-1 0 0,-7-4 48 0 0,0 0 1 0 0,1-1-1 0 0,-1 0 1 0 0,1-1 0 0 0,0 0-1 0 0,0 0 1 0 0,0-1-1 0 0,1-1 1 0 0,-1 0-1 0 0,0-1 1 0 0,1 0-1 0 0,-1 0 1 0 0,0-1-1 0 0,0-1 1 0 0,14-3 0 0 0,-12 1 2 0 0,0-1 0 0 0,-1 0 0 0 0,1-1 1 0 0,-1 0-1 0 0,0-1 0 0 0,-1 0 0 0 0,0-1 1 0 0,0 0-1 0 0,0-1 0 0 0,-1 0 0 0 0,0-1 1 0 0,11-14-1 0 0,1-6 295 0 0,23-40 0 0 0,18-24 510 0 0,-57 155-396 0 0,-6-45-470 0 0,2-1-1 0 0,0 0 1 0 0,0 0-1 0 0,1 0 1 0 0,1 0-1 0 0,1-1 1 0 0,0 1-1 0 0,1-1 1 0 0,0 0-1 0 0,1-1 1 0 0,1 0-1 0 0,0 0 1 0 0,1 0-1 0 0,0-1 1 0 0,14 13-1 0 0,-23-24 1 0 0,1 0 0 0 0,0-1 0 0 0,-1 1 0 0 0,1-1-1 0 0,0 1 1 0 0,-1-1 0 0 0,1 1 0 0 0,0-1 0 0 0,0 1 0 0 0,-1-1-1 0 0,1 0 1 0 0,0 1 0 0 0,0-1 0 0 0,0 0 0 0 0,-1 0 0 0 0,1 0-1 0 0,0 0 1 0 0,0 0 0 0 0,0 1 0 0 0,0-2 0 0 0,0 1 0 0 0,-1 0-1 0 0,1 0 1 0 0,0 0 0 0 0,0 0 0 0 0,0 0 0 0 0,0-1 0 0 0,-1 1-1 0 0,1 0 1 0 0,0-1 0 0 0,0 1 0 0 0,-1-1 0 0 0,1 1 0 0 0,0-1-1 0 0,-1 1 1 0 0,1-1 0 0 0,0 1 0 0 0,-1-1 0 0 0,1 1 0 0 0,-1-1-1 0 0,1 0 1 0 0,-1 0 0 0 0,1 1 0 0 0,-1-1 0 0 0,1 0 0 0 0,-1 0-1 0 0,0 1 1 0 0,1-1 0 0 0,-1-1 0 0 0,5-8 3 0 0,-1 0 1 0 0,0 0-1 0 0,3-13 0 0 0,-4 10-14 0 0,7-14 17 0 0,-7 13 20 0 0,2 0 1 0 0,0 0-1 0 0,0 0 1 0 0,1 0 0 0 0,1 1-1 0 0,1 0 1 0 0,-1 1-1 0 0,2-1 1 0 0,11-11-1 0 0,-19 22-10 0 0,0 1-1 0 0,1 0 1 0 0,-1 0-1 0 0,0 0 0 0 0,1 0 1 0 0,-1 0-1 0 0,1 0 1 0 0,0 1-1 0 0,-1-1 0 0 0,1 0 1 0 0,-1 1-1 0 0,1-1 1 0 0,0 1-1 0 0,0 0 0 0 0,-1-1 1 0 0,1 1-1 0 0,0 0 1 0 0,0 0-1 0 0,-1 0 0 0 0,1 0 1 0 0,0 1-1 0 0,-1-1 1 0 0,1 0-1 0 0,0 1 0 0 0,0-1 1 0 0,-1 1-1 0 0,1-1 1 0 0,-1 1-1 0 0,1 0 0 0 0,-1 0 1 0 0,1 0-1 0 0,-1 0 1 0 0,1 0-1 0 0,-1 0 0 0 0,0 0 1 0 0,1 0-1 0 0,-1 1 1 0 0,2 1-1 0 0,5 7 16 0 0,0 1 0 0 0,-1-1 0 0 0,0 1 0 0 0,7 15 0 0 0,-5-10 28 0 0,0 0 18 0 0,26 40-56 0 0,-32-51-78 0 0,1 0 0 0 0,0 0 0 0 0,0-1 0 0 0,1 0 0 0 0,-1 0 0 0 0,1 0 0 0 0,-1 0 0 0 0,9 4 0 0 0,-12-8 55 0 0,0 0 0 0 0,-1 0-1 0 0,1 0 1 0 0,0 0 0 0 0,-1-1-1 0 0,1 1 1 0 0,0 0 0 0 0,-1 0-1 0 0,1-1 1 0 0,0 1 0 0 0,-1 0-1 0 0,1-1 1 0 0,-1 1 0 0 0,1 0-1 0 0,0-1 1 0 0,-1 1 0 0 0,1-1-1 0 0,-1 1 1 0 0,0-1 0 0 0,1 1-1 0 0,-1-1 1 0 0,1 1 0 0 0,-1-1-1 0 0,0 1 1 0 0,1-1 0 0 0,-1 0-1 0 0,0 1 1 0 0,1-2-1 0 0,12-24-116 0 0,-10 18 55 0 0,12-24-89 0 0,27-47-192 0 0,-38 72 311 0 0,1 1 0 0 0,0-1-1 0 0,0 1 1 0 0,1 0-1 0 0,0 0 1 0 0,0 1-1 0 0,0-1 1 0 0,12-6 0 0 0,-17 11 37 0 0,1 0 1 0 0,-1 0 0 0 0,1 0 0 0 0,0 0 0 0 0,-1 0 0 0 0,1 1 0 0 0,0-1 0 0 0,0 1 0 0 0,0-1 0 0 0,-1 1 0 0 0,1 0-1 0 0,0 0 1 0 0,0-1 0 0 0,0 1 0 0 0,0 1 0 0 0,-1-1 0 0 0,1 0 0 0 0,0 0 0 0 0,0 1 0 0 0,0-1 0 0 0,0 1 0 0 0,-1-1-1 0 0,1 1 1 0 0,0 0 0 0 0,-1 0 0 0 0,1-1 0 0 0,0 1 0 0 0,-1 0 0 0 0,1 1 0 0 0,-1-1 0 0 0,0 0 0 0 0,1 0 0 0 0,-1 1-1 0 0,0-1 1 0 0,2 3 0 0 0,3 5 23 0 0,0 1-1 0 0,-1 0 0 0 0,0 0 0 0 0,7 22 1 0 0,3 4 119 0 0,-12-31-146 0 0,0-1-1 0 0,0 1 0 0 0,0-1 0 0 0,0 0 1 0 0,1 0-1 0 0,-1 0 0 0 0,1 0 1 0 0,0 0-1 0 0,0-1 0 0 0,1 0 0 0 0,-1 0 1 0 0,1 0-1 0 0,-1 0 0 0 0,1-1 1 0 0,0 0-1 0 0,0 0 0 0 0,0 0 1 0 0,6 1-1 0 0,-6-2-282 0 0,0 0 0 0 0,1-1 1 0 0,-1 0-1 0 0,1 0 0 0 0,-1 0 1 0 0,0-1-1 0 0,9-1 0 0 0,-7 1-915 0 0,0-1-1 0 0,0-1 0 0 0,-1 1 1 0 0,1-1-1 0 0,11-7 1 0 0,-1-2-4564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2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6249 0 0,'10'-10'-702'0'0,"3"4"4671"0"0,-12 6-3579 0 0,0 1-1 0 0,0-1 1 0 0,0 0-1 0 0,1 1 1 0 0,-1-1-1 0 0,0 1 0 0 0,0-1 1 0 0,0 1-1 0 0,0 0 1 0 0,0-1-1 0 0,0 1 1 0 0,0 0-1 0 0,0 0 0 0 0,0 0 1 0 0,0 0-1 0 0,0 0 1 0 0,-1 0-1 0 0,1 0 1 0 0,0 0-1 0 0,0 2 0 0 0,5 6 478 0 0,0 0 0 0 0,-1 1 0 0 0,-1 0-1 0 0,4 10 1 0 0,18 80 103 0 0,-17-62-516 0 0,14 57-408 0 0,-4 1 0 0 0,9 136 0 0 0,-28-198-2273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2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11522 0 0,'1'-1'131'0'0,"1"-1"0"0"0,0 1 0 0 0,0 0 0 0 0,-1 0 0 0 0,1 0 0 0 0,0 0 0 0 0,0 0 0 0 0,0 0 0 0 0,0 1 0 0 0,0-1 0 0 0,0 1 0 0 0,1-1 0 0 0,-1 1 0 0 0,0 0 0 0 0,0 0 0 0 0,0 0 0 0 0,0 0 0 0 0,0 0 0 0 0,1 0 0 0 0,-1 1 0 0 0,0-1 0 0 0,0 1 0 0 0,0-1 0 0 0,0 1 0 0 0,3 1 0 0 0,7 4 850 0 0,0 0 1 0 0,-1 0-1 0 0,13 11 0 0 0,-9-8-751 0 0,7 6 618 0 0,0 1 1 0 0,-1 1 0 0 0,35 37 0 0 0,-49-47-745 0 0,0 0-1 0 0,-1 1 1 0 0,0 0 0 0 0,-1 1 0 0 0,1 0 0 0 0,-1-1 0 0 0,-1 1 0 0 0,0 1-1 0 0,0-1 1 0 0,-1 1 0 0 0,0-1 0 0 0,-1 1 0 0 0,3 17 0 0 0,-5-22-191 0 0,0 0 0 0 0,-1-1 0 0 0,1 1 0 0 0,-1-1 0 0 0,1 1 1 0 0,-1-1-1 0 0,-1 1 0 0 0,1-1 0 0 0,-1 1 0 0 0,1-1 0 0 0,-1 0 0 0 0,0 0 0 0 0,-1 0 1 0 0,1 0-1 0 0,-1 0 0 0 0,0 0 0 0 0,0-1 0 0 0,0 0 0 0 0,0 1 0 0 0,-7 4 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3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 7370 0 0,'0'0'86'0'0,"0"0"0"0"0,-1-1 1 0 0,1 1-1 0 0,0 0 0 0 0,-1 0 1 0 0,1 0-1 0 0,0 0 0 0 0,-1-1 1 0 0,1 1-1 0 0,-1 0 1 0 0,1 0-1 0 0,0 0 0 0 0,-1 0 1 0 0,1 0-1 0 0,-1 0 0 0 0,1 0 1 0 0,0 0-1 0 0,-1 0 1 0 0,1 0-1 0 0,-1 0 0 0 0,1 0 1 0 0,0 1-1 0 0,-1-1 0 0 0,1 0 1 0 0,0 0-1 0 0,-1 0 0 0 0,1 0 1 0 0,0 1-1 0 0,-1-1 1 0 0,1 0-1 0 0,-1 1 0 0 0,-14 13 720 0 0,-6 19-921 0 0,19-27 190 0 0,-2-1 1 0 0,1 1-1 0 0,-1-1 1 0 0,1 0 0 0 0,-6 5-1 0 0,-14 23 4797 0 0,20-25-4415 0 0,1 0 0 0 0,0 0 0 0 0,0 0 0 0 0,1 0 0 0 0,0 1 0 0 0,0-1 0 0 0,1 0 0 0 0,1 14 0 0 0,2 4-78 0 0,8 37 0 0 0,3-1-148 0 0,31 154 1213 0 0,-36-160-2660 0 0,3 108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3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1 156 10138 0 0,'8'-9'1086'0'0,"88"-79"6142"0"0,-86 80-6894 0 0,0 1 0 0 0,0 0 1 0 0,1 1-1 0 0,-1 0 0 0 0,2 1 1 0 0,-1 0-1 0 0,1 0 0 0 0,15-3 1 0 0,-21 7-560 0 0,0 1 1 0 0,1 0 0 0 0,-1 0 0 0 0,0 1-1 0 0,1-1 1 0 0,-1 1 0 0 0,0 1 0 0 0,0-1 0 0 0,0 1-1 0 0,0 0 1 0 0,0 1 0 0 0,0-1 0 0 0,-1 1-1 0 0,11 7 1 0 0,0-3 195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4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0 10594 0 0,'-2'1'147'0'0,"1"0"-1"0"0,0 0 1 0 0,0-1-1 0 0,0 1 1 0 0,0 0 0 0 0,0 0-1 0 0,1 0 1 0 0,-1 0-1 0 0,0 0 1 0 0,0 0-1 0 0,1 0 1 0 0,-1 0-1 0 0,0 1 1 0 0,1-1-1 0 0,-1 0 1 0 0,1 0-1 0 0,0 1 1 0 0,-1-1 0 0 0,1 0-1 0 0,0 0 1 0 0,0 1-1 0 0,0-1 1 0 0,0 0-1 0 0,0 1 1 0 0,0-1-1 0 0,0 0 1 0 0,0 0-1 0 0,0 1 1 0 0,1-1 0 0 0,-1 0-1 0 0,0 0 1 0 0,1 1-1 0 0,0 1 1 0 0,19 46 2309 0 0,-19-46-2293 0 0,5 7 286 0 0,-1 1-1 0 0,2-1 1 0 0,0-1 0 0 0,0 1 0 0 0,0-1-1 0 0,1 0 1 0 0,15 12 0 0 0,-18-16-371 0 0,1-1 1 0 0,0 0-1 0 0,0 0 1 0 0,0 0-1 0 0,0-1 1 0 0,1 0-1 0 0,-1 0 1 0 0,1 0-1 0 0,0-1 1 0 0,0 0-1 0 0,0 0 1 0 0,0-1-1 0 0,13 1 1 0 0,-19-2-50 0 0,1-1 0 0 0,-1 1 1 0 0,0-1-1 0 0,0 0 0 0 0,1 1 0 0 0,-1-1 0 0 0,0 0 1 0 0,0 0-1 0 0,0 1 0 0 0,0-1 0 0 0,0 0 1 0 0,0 0-1 0 0,0 0 0 0 0,0 0 0 0 0,-1 0 1 0 0,1-1-1 0 0,0 1 0 0 0,0 0 0 0 0,-1 0 0 0 0,1-1 1 0 0,-1 1-1 0 0,1-2 0 0 0,7-19-1630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4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6 187 6913 0 0,'-1'-2'121'0'0,"0"1"0"0"0,1-1-1 0 0,-1 0 1 0 0,0 0 0 0 0,1 0-1 0 0,-1-1 1 0 0,1 1 0 0 0,0 0-1 0 0,0 0 1 0 0,-1 0 0 0 0,1 0-1 0 0,1 0 1 0 0,-1 0 0 0 0,0 0-1 0 0,0 0 1 0 0,1 0 0 0 0,-1-1-1 0 0,1 1 1 0 0,0 1 0 0 0,0-1-1 0 0,0 0 1 0 0,0 0 0 0 0,0 0-1 0 0,1-2 1 0 0,-1 3-66 0 0,0 0-1 0 0,0 0 0 0 0,0 1 1 0 0,0-1-1 0 0,0 0 1 0 0,1 0-1 0 0,-1 0 1 0 0,0 1-1 0 0,0-1 1 0 0,1 1-1 0 0,-1-1 1 0 0,0 1-1 0 0,1-1 0 0 0,-1 1 1 0 0,0 0-1 0 0,1 0 1 0 0,-1-1-1 0 0,1 1 1 0 0,-1 0-1 0 0,0 0 1 0 0,1 1-1 0 0,-1-1 1 0 0,1 0-1 0 0,23 6 10633 0 0,-32-22-8126 0 0,6-1-3737 0 0,1 16 1176 0 0,0 1 0 0 0,0-1 0 0 0,0 0 0 0 0,0 0-1 0 0,0 0 1 0 0,1 1 0 0 0,-1-1 0 0 0,0 0 0 0 0,1 1 0 0 0,-1-1 0 0 0,1 0 0 0 0,-1 1 0 0 0,0-1-1 0 0,1 0 1 0 0,-1 1 0 0 0,1-1 0 0 0,0 1 0 0 0,-1-1 0 0 0,1 0 0 0 0,0 1 0 0 0,-1 0 0 0 0,1-1-1 0 0,0 1 1 0 0,-1-1 0 0 0,1 1 0 0 0,0 0 0 0 0,0 0 0 0 0,1-1 0 0 0,-1 1 8 0 0,0 1 1 0 0,1-1-1 0 0,-1 1 0 0 0,0 0 1 0 0,0-1-1 0 0,0 1 0 0 0,0 0 1 0 0,0 0-1 0 0,0-1 0 0 0,0 1 1 0 0,0 0-1 0 0,0 0 1 0 0,0 0-1 0 0,0 0 0 0 0,1 3 1 0 0,5 8 106 0 0,0 0 1 0 0,8 21 0 0 0,-12-27-82 0 0,21 49 218 0 0,-2 1-1 0 0,28 115 1 0 0,-51-161 483 0 0,-7-19-349 0 0,-7-22-68 0 0,12 11-272 0 0,2 1 0 0 0,0-1 1 0 0,1 1-1 0 0,0-1 0 0 0,2 1 0 0 0,6-29 1 0 0,-1 14-372 0 0,2 2 1 0 0,25-61-1 0 0,-30 84-39 0 0,0 0 0 0 0,1 0-1 0 0,1 0 1 0 0,-1 1 0 0 0,1 0-1 0 0,1 0 1 0 0,-1 0-1 0 0,14-10 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4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45 6681 0 0,'-6'0'255'0'0,"1"-1"732"0"0,1 1-1 0 0,-1 1 1 0 0,0-1-1 0 0,1 0 1 0 0,-1 1-1 0 0,1 0 0 0 0,-6 2 1 0 0,8-2-699 0 0,0 0 1 0 0,1 0-1 0 0,-1 0 1 0 0,0 0-1 0 0,1 1 0 0 0,-1-1 1 0 0,1 1-1 0 0,-1-1 1 0 0,1 1-1 0 0,-1 0 1 0 0,1 0-1 0 0,0-1 0 0 0,0 1 1 0 0,0 0-1 0 0,0 0 1 0 0,0 0-1 0 0,1 0 1 0 0,-1 0-1 0 0,0 3 0 0 0,-2 9-139 0 0,0 1 0 0 0,1 0 0 0 0,0-1 0 0 0,2 1 0 0 0,-1 0 0 0 0,2 0 0 0 0,0 0 0 0 0,1 0 0 0 0,0 0 0 0 0,2-1 0 0 0,-1 1-1 0 0,2-1 1 0 0,0 0 0 0 0,0 0 0 0 0,1-1 0 0 0,1 1 0 0 0,10 14 0 0 0,-15-25-133 0 0,1 0-1 0 0,-1 1 1 0 0,1-1 0 0 0,0 0 0 0 0,0-1-1 0 0,0 1 1 0 0,0 0 0 0 0,1-1 0 0 0,-1 0 0 0 0,1 1-1 0 0,-1-1 1 0 0,1-1 0 0 0,0 1 0 0 0,-1-1-1 0 0,1 1 1 0 0,6 0 0 0 0,-8-2-5 0 0,1 0 0 0 0,-1 0 0 0 0,1 0 0 0 0,-1 0 0 0 0,1 0 0 0 0,-1-1 0 0 0,1 1 0 0 0,-1-1 0 0 0,1 0 0 0 0,-1 0 0 0 0,1 0 0 0 0,-1 0 0 0 0,0 0 0 0 0,0 0 0 0 0,0-1 0 0 0,1 1 0 0 0,-1-1 0 0 0,-1 0 0 0 0,1 1 0 0 0,0-1 0 0 0,0 0 0 0 0,-1 0 0 0 0,1 0 0 0 0,-1 0 0 0 0,1 0 0 0 0,-1-1 0 0 0,1-2 0 0 0,4-7 17 0 0,-1 0 0 0 0,-1 0 0 0 0,0-1 0 0 0,0 0 0 0 0,-2 0 0 0 0,1 0 0 0 0,-2 0 0 0 0,0 0 0 0 0,0 0 0 0 0,-2-18 0 0 0,-1 0-197 0 0,-2 1 0 0 0,-1-1 0 0 0,-12-38 0 0 0,5 35-1235 0 0,6 24 143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5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 2304 0 0,'7'30'7745'0'0,"0"1"-4149"0"0,31 118 4816 0 0,-38-149-8398 0 0,0 0 1 0 0,0 1-1 0 0,0-1 0 0 0,0 0 1 0 0,0 1-1 0 0,0-1 1 0 0,0 1-1 0 0,0-1 0 0 0,1 0 1 0 0,-1 1-1 0 0,0-1 1 0 0,0 0-1 0 0,0 1 0 0 0,0-1 1 0 0,1 0-1 0 0,-1 0 1 0 0,0 1-1 0 0,0-1 1 0 0,1 0-1 0 0,-1 1 0 0 0,0-1 1 0 0,1 0-1 0 0,-1 0 1 0 0,0 0-1 0 0,1 1 0 0 0,-1-1 1 0 0,0 0-1 0 0,1 0 1 0 0,-1 0-1 0 0,0 0 0 0 0,1 0 1 0 0,-1 0-1 0 0,0 0 1 0 0,1 0-1 0 0,-1 1 0 0 0,1-2 1 0 0,12-10 138 0 0,13-36-319 0 0,-18 31 178 0 0,1 0-27 0 0,-1 0-8 0 0,1 1 0 0 0,1 0 0 0 0,0 1-1 0 0,1 0 1 0 0,18-17 0 0 0,-26 28 29 0 0,-1 1 0 0 0,1-1-1 0 0,0 1 1 0 0,0 0 0 0 0,0 0 0 0 0,1 1 0 0 0,-1-1-1 0 0,0 1 1 0 0,1-1 0 0 0,-1 1 0 0 0,1 0 0 0 0,-1 0-1 0 0,1 1 1 0 0,0-1 0 0 0,-1 1 0 0 0,1 0-1 0 0,0 0 1 0 0,-1 0 0 0 0,1 0 0 0 0,-1 0 0 0 0,1 1-1 0 0,0 0 1 0 0,-1 0 0 0 0,1 0 0 0 0,-1 0 0 0 0,1 0-1 0 0,-1 1 1 0 0,0-1 0 0 0,0 1 0 0 0,0 0 0 0 0,0 0-1 0 0,5 4 1 0 0,0 1 21 0 0,0 0 0 0 0,-1 1 0 0 0,0-1 0 0 0,0 1 0 0 0,0 1 0 0 0,-1 0 0 0 0,-1 0 0 0 0,9 16 0 0 0,12 18 37 0 0,-26-42-64 0 0,0-1 0 0 0,1 0 0 0 0,-1 0 0 0 0,0 0 0 0 0,1 0 0 0 0,-1 0 0 0 0,0 0 0 0 0,1 0 0 0 0,-1 0 0 0 0,1 0 0 0 0,-1 0 0 0 0,0 0 0 0 0,1 0 0 0 0,-1 0 0 0 0,1 0 0 0 0,-1 0 0 0 0,0-1 0 0 0,1 1 0 0 0,-1 0 0 0 0,0 0 0 0 0,1 0 0 0 0,-1 0 0 0 0,0-1 0 0 0,1 1 0 0 0,-1 0 0 0 0,0 0 0 0 0,0-1 0 0 0,1 1 0 0 0,-1 0 0 0 0,0-1 0 0 0,0 1 0 0 0,0 0 0 0 0,1-1 0 0 0,-1 1 0 0 0,0-1 0 0 0,13-14 0 0 0,-12 13 0 0 0,26-35 10 0 0,-9 13 20 0 0,29-32-1 0 0,-42 50-24 0 0,1 1 0 0 0,-1 0 0 0 0,1 0 0 0 0,0 0 0 0 0,0 1 0 0 0,1 0 0 0 0,-1 0 0 0 0,1 1 0 0 0,0 0 0 0 0,14-5 0 0 0,-17 8 44 0 0,0-1-1 0 0,0 0 1 0 0,0 1 0 0 0,0 0 0 0 0,0 0 0 0 0,0 0-1 0 0,0 1 1 0 0,1 0 0 0 0,-1-1 0 0 0,0 1-1 0 0,0 0 1 0 0,-1 1 0 0 0,1-1 0 0 0,0 1 0 0 0,0 0-1 0 0,-1 0 1 0 0,1 0 0 0 0,-1 0 0 0 0,1 1-1 0 0,-1-1 1 0 0,5 5 0 0 0,4 6-532 0 0,-1 0 1 0 0,0 1 0 0 0,16 27-1 0 0,-8-12-4473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5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374 3 14283 0 0,'-3'-1'193'0'0,"1"1"-1"0"0,-1-1 1 0 0,0 1 0 0 0,1 0 0 0 0,-1 0-1 0 0,0 0 1 0 0,1 0 0 0 0,-1 0-1 0 0,0 0 1 0 0,1 1 0 0 0,-1-1-1 0 0,1 1 1 0 0,-1 0 0 0 0,-2 1-1 0 0,-42 17 1213 0 0,33-13-1128 0 0,-5 4 4 0 0,-1 0 1 0 0,1 1 0 0 0,1 1-1 0 0,0 1 1 0 0,0 0 0 0 0,1 1-1 0 0,1 1 1 0 0,1 1 0 0 0,0 0-1 0 0,-13 19 1 0 0,20-24-263 0 0,0 1-1 0 0,1 0 0 0 0,0 0 1 0 0,1 0-1 0 0,0 1 1 0 0,1-1-1 0 0,0 2 1 0 0,1-1-1 0 0,1 0 0 0 0,0 1 1 0 0,1-1-1 0 0,0 1 1 0 0,1 0-1 0 0,1 0 1 0 0,0-1-1 0 0,1 1 0 0 0,3 17 1 0 0,-3-26-31 0 0,0 0 0 0 0,0 0 0 0 0,1 0 1 0 0,-1 0-1 0 0,1-1 0 0 0,1 1 0 0 0,-1 0 0 0 0,1-1 1 0 0,-1 0-1 0 0,1 1 0 0 0,0-1 0 0 0,1 0 0 0 0,-1-1 1 0 0,1 1-1 0 0,0 0 0 0 0,0-1 0 0 0,0 0 0 0 0,0 0 1 0 0,0 0-1 0 0,1-1 0 0 0,-1 1 0 0 0,1-1 0 0 0,0 0 1 0 0,0 0-1 0 0,0-1 0 0 0,0 0 0 0 0,0 0 0 0 0,0 0 1 0 0,0 0-1 0 0,0-1 0 0 0,0 1 0 0 0,6-2 0 0 0,13-1-326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6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159 105 1376 0 0,'32'-41'6039'0'0,"-30"38"-5347"0"0,0 0 1 0 0,-1 0-1 0 0,1 0 1 0 0,-1 0-1 0 0,1-1 1 0 0,-1 1-1 0 0,0-1 1 0 0,-1 1-1 0 0,1-1 0 0 0,0 1 1 0 0,-1-1-1 0 0,0-4 1 0 0,0 8-579 0 0,0-1 0 0 0,0 0 0 0 0,0 1 0 0 0,-1-1 0 0 0,1 0 0 0 0,0 0 0 0 0,0 1 1 0 0,-1-1-1 0 0,1 0 0 0 0,0 1 0 0 0,-1-1 0 0 0,1 1 0 0 0,-1-1 0 0 0,1 0 0 0 0,0 1 0 0 0,-1-1 0 0 0,0 1 0 0 0,1-1 0 0 0,-1 1 1 0 0,1 0-1 0 0,-1-1 0 0 0,0 1 0 0 0,1-1 0 0 0,-1 1 0 0 0,1 0 0 0 0,-1 0 0 0 0,0-1 0 0 0,0 1 0 0 0,1 0 0 0 0,-1 0 1 0 0,0 0-1 0 0,1 0 0 0 0,-1 0 0 0 0,0 0 0 0 0,0 0 0 0 0,1 0 0 0 0,-1 0 0 0 0,0 0 0 0 0,0 0 0 0 0,1 0 0 0 0,-1 1 0 0 0,0-1 1 0 0,1 0-1 0 0,-1 0 0 0 0,0 1 0 0 0,1-1 0 0 0,-1 0 0 0 0,1 1 0 0 0,-1-1 0 0 0,0 2 0 0 0,-4 0 48 0 0,0 1-1 0 0,0 0 1 0 0,1 0 0 0 0,-1 0-1 0 0,-4 6 1 0 0,-9 11-95 0 0,2 1-1 0 0,0 1 1 0 0,1 0 0 0 0,1 1-1 0 0,2 1 1 0 0,0 0 0 0 0,2 0-1 0 0,-16 52 1 0 0,25-68-119 0 0,-1-1 1 0 0,1 1-1 0 0,1 0 0 0 0,0 0 0 0 0,0 0 1 0 0,0 0-1 0 0,3 14 0 0 0,-3-20 35 0 0,1-1 1 0 0,-1 1-1 0 0,1-1 0 0 0,-1 1 1 0 0,1 0-1 0 0,-1-1 1 0 0,1 1-1 0 0,0-1 0 0 0,0 0 1 0 0,0 1-1 0 0,0-1 0 0 0,0 0 1 0 0,0 1-1 0 0,0-1 1 0 0,1 0-1 0 0,-1 0 0 0 0,3 1 1 0 0,-3-1 8 0 0,1-1 0 0 0,0 1 0 0 0,-1-1 0 0 0,1 0 0 0 0,0 1 0 0 0,0-1 0 0 0,0 0 0 0 0,-1 0 0 0 0,1 0 0 0 0,0-1 0 0 0,0 1 0 0 0,-1 0 0 0 0,1-1 0 0 0,0 1 1 0 0,0-1-1 0 0,-1 0 0 0 0,1 1 0 0 0,-1-1 0 0 0,1 0 0 0 0,2-2 0 0 0,4-2-36 0 0,1-1 0 0 0,-1 0 1 0 0,0 0-1 0 0,-1-1 0 0 0,0 0 0 0 0,0 0 0 0 0,8-11 1 0 0,37-63-70 0 0,-38 56 237 0 0,27-35-1 0 0,-40 59-112 0 0,0-1 0 0 0,0 1-1 0 0,0-1 1 0 0,0 1 0 0 0,1 0 0 0 0,-1-1 0 0 0,0 1-1 0 0,1 0 1 0 0,-1 0 0 0 0,1 0 0 0 0,-1 0 0 0 0,1 0 0 0 0,0 1-1 0 0,-1-1 1 0 0,1 0 0 0 0,0 1 0 0 0,0-1 0 0 0,-1 1 0 0 0,1 0-1 0 0,0-1 1 0 0,0 1 0 0 0,0 0 0 0 0,0 0 0 0 0,-1 0 0 0 0,1 0-1 0 0,0 1 1 0 0,0-1 0 0 0,0 0 0 0 0,-1 1 0 0 0,1-1 0 0 0,0 1-1 0 0,-1 0 1 0 0,1 0 0 0 0,0-1 0 0 0,-1 1 0 0 0,1 0-1 0 0,-1 0 1 0 0,3 3 0 0 0,6 4 105 0 0,-1 1 0 0 0,-1 0 1 0 0,1 1-1 0 0,11 19 0 0 0,0-2-15 0 0,-12-18-431 0 0,-1-1-1 0 0,1 0 0 0 0,0 0 1 0 0,1 0-1 0 0,-1-1 1 0 0,2-1-1 0 0,-1 1 0 0 0,1-2 1 0 0,0 1-1 0 0,0-1 1 0 0,0-1-1 0 0,1 0 1 0 0,-1 0-1 0 0,1-1 0 0 0,0 0 1 0 0,15 1-1 0 0,-8-5-6404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22 8290 0 0,'-33'-22'10991'0'0,"32"23"-10774"0"0,-4 18 3146 0 0,6 15-2956 0 0,2 0 0 0 0,1 0 0 0 0,1 0 0 0 0,2-1 0 0 0,12 36 0 0 0,-4-10-81 0 0,39 137 446 0 0,-40-157-2075 0 0,1 0 0 0 0,38 69 1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6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5529 0 0,'18'-11'321'0'0,"-16"10"209"0"0,0 0 0 0 0,-1 1 1 0 0,1-1-1 0 0,0 0 0 0 0,0 1 0 0 0,-1 0 0 0 0,1-1 1 0 0,0 1-1 0 0,0 0 0 0 0,0 0 0 0 0,0 0 0 0 0,-1 0 1 0 0,1 0-1 0 0,0 1 0 0 0,0-1 0 0 0,2 1 0 0 0,-1 1-72 0 0,-1-1 0 0 0,1 1 0 0 0,0-1-1 0 0,-1 1 1 0 0,1 0 0 0 0,-1 0 0 0 0,0 0-1 0 0,0 0 1 0 0,1 1 0 0 0,-1-1 0 0 0,1 3-1 0 0,3 4-91 0 0,-1 0 0 0 0,-1 1 0 0 0,0-1 0 0 0,0 1-1 0 0,-1 0 1 0 0,0 0 0 0 0,-1 0 0 0 0,0 0 0 0 0,-1 0-1 0 0,1 0 1 0 0,-2 14 0 0 0,8 40-1430 0 0,-7-57 140 0 0,1-1-1 0 0,0 1 1 0 0,0 0 0 0 0,1 0 0 0 0,0-1 0 0 0,7 12 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6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5 11058 0 0,'-1'-1'488'0'0,"-1"-1"105"0"0,2 1-473 0 0,2 1-120 0 0,-1 0 392 0 0,1 1 56 0 0,1 1 16 0 0,0 2 0 0 0,3 4-1560 0 0,1 4-313 0 0,4 5-63 0 0,-2 1-16 0 0,-3 3 1160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7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42 5529 0 0,'-10'-18'207'0'0,"8"16"290"0"0,0 0 1 0 0,0 0 0 0 0,0 0 0 0 0,0 0-1 0 0,0 0 1 0 0,0 0 0 0 0,0 1-1 0 0,-4-3 1 0 0,4 3-172 0 0,0 1 0 0 0,1-1 0 0 0,-1 0 0 0 0,0 1 1 0 0,0 0-1 0 0,0-1 0 0 0,0 1 0 0 0,0 0 0 0 0,1 0 0 0 0,-1 0 0 0 0,0 0 0 0 0,0 0 1 0 0,0 0-1 0 0,0 0 0 0 0,0 1 0 0 0,1-1 0 0 0,-1 1 0 0 0,0-1 0 0 0,0 1 0 0 0,1 0 0 0 0,-1 0 1 0 0,0 0-1 0 0,1 0 0 0 0,-3 2 0 0 0,2-2-205 0 0,1 1 0 0 0,0-1 1 0 0,-1 1-1 0 0,1-1 0 0 0,0 1 0 0 0,0 0 0 0 0,0 0 1 0 0,1-1-1 0 0,-1 1 0 0 0,0 0 0 0 0,1 0 1 0 0,-1 0-1 0 0,1 0 0 0 0,-1 0 0 0 0,1 0 1 0 0,0 0-1 0 0,0 0 0 0 0,0 0 0 0 0,0 0 0 0 0,0 0 1 0 0,1 0-1 0 0,-1 0 0 0 0,1 2 0 0 0,15 50 523 0 0,-12-44-578 0 0,19 58 312 0 0,28 75 221 0 0,-44-127-529 0 0,1 0 0 0 0,1 0 0 0 0,0-1-1 0 0,1-1 1 0 0,0 1 0 0 0,17 16 0 0 0,-20-24-49 0 0,1 0 1 0 0,0 0-1 0 0,16 9 1 0 0,-22-15-22 0 0,-1 1-1 0 0,1-1 1 0 0,0 0 0 0 0,-1 0 0 0 0,1 0 0 0 0,0-1-1 0 0,0 1 1 0 0,0 0 0 0 0,0-1 0 0 0,0 1-1 0 0,0-1 1 0 0,0 0 0 0 0,0 1 0 0 0,0-1 0 0 0,0 0-1 0 0,0 0 1 0 0,0 0 0 0 0,0-1 0 0 0,0 1 0 0 0,0 0-1 0 0,0-1 1 0 0,0 1 0 0 0,0-1 0 0 0,0 0-1 0 0,0 0 1 0 0,2-1 0 0 0,-3 1 0 0 0,0 0 1 0 0,0-1-1 0 0,0 1 0 0 0,0-1 1 0 0,-1 1-1 0 0,1-1 0 0 0,0 0 1 0 0,-1 1-1 0 0,1-1 0 0 0,-1 0 1 0 0,1 1-1 0 0,-1-1 0 0 0,0 0 1 0 0,0 1-1 0 0,1-1 0 0 0,-1 0 1 0 0,-1 0-1 0 0,1 1 0 0 0,0-4 1 0 0,-10-37-103 0 0,7 31-26 0 0,-12-35-232 0 0,9 30-955 0 0,1-1 0 0 0,0 0 0 0 0,-2-19 0 0 0,7 22-476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7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2304 0 0,'1'-2'580'0'0,"1"1"-1"0"0,0-1 0 0 0,0 1 1 0 0,-1 0-1 0 0,1 0 0 0 0,0 0 1 0 0,0 0-1 0 0,0 0 0 0 0,0 0 1 0 0,0 0-1 0 0,0 0 0 0 0,1 1 1 0 0,-1-1-1 0 0,0 1 0 0 0,0 0 1 0 0,0 0-1 0 0,1-1 0 0 0,2 2 1 0 0,0-1 55 0 0,-1 1 0 0 0,1 0 1 0 0,0 0-1 0 0,-1 1 0 0 0,1-1 1 0 0,-1 1-1 0 0,0 0 1 0 0,6 3-1 0 0,3 4 131 0 0,0 0 0 0 0,-1 1 0 0 0,0 0 0 0 0,13 15 0 0 0,-18-18-676 0 0,-1-1 1 0 0,-1 1 0 0 0,1 1 0 0 0,-1-1 0 0 0,0 1-1 0 0,-1 0 1 0 0,0 0 0 0 0,0 0 0 0 0,-1 1 0 0 0,0-1-1 0 0,3 16 1 0 0,-8-21-81 0 0,-4-10 13 0 0,-7-13 29 0 0,11 12-111 0 0,0-1-1 0 0,1 0 0 0 0,0 0 0 0 0,0-1 0 0 0,1 1 0 0 0,0 0 1 0 0,2-15-1 0 0,5-13-6214 0 0,0 12-1158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7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8 7370 0 0,'-5'-7'3178'0'0,"3"7"-3010"0"0,0 0-1 0 0,0 0 1 0 0,0 1 0 0 0,0-1 0 0 0,0 1 0 0 0,0-1 0 0 0,0 1 0 0 0,1 0 0 0 0,-1 0 0 0 0,0-1 0 0 0,0 1 0 0 0,0 1 0 0 0,1-1-1 0 0,-1 0 1 0 0,-2 3 0 0 0,1-2-179 0 0,-5 4 217 0 0,0 2 0 0 0,1-1 1 0 0,-1 1-1 0 0,1 0 0 0 0,1 1 1 0 0,-10 14-1 0 0,-25 58 433 0 0,39-76-596 0 0,0 1 0 0 0,0 0 0 0 0,0 0 0 0 0,1 0-1 0 0,0 0 1 0 0,0 0 0 0 0,1 11 0 0 0,0-16-49 0 0,0 0 0 0 0,0 0 0 0 0,0 0 0 0 0,0 0-1 0 0,0 0 1 0 0,0 0 0 0 0,0 0 0 0 0,0 0 0 0 0,1 0 0 0 0,-1 0 0 0 0,0 0 0 0 0,1 0 0 0 0,-1 0-1 0 0,1 0 1 0 0,-1 0 0 0 0,1 0 0 0 0,-1-1 0 0 0,1 1 0 0 0,0 0 0 0 0,-1 0 0 0 0,1-1-1 0 0,0 1 1 0 0,0 0 0 0 0,0-1 0 0 0,-1 1 0 0 0,1-1 0 0 0,0 1 0 0 0,0-1 0 0 0,0 1-1 0 0,0-1 1 0 0,0 1 0 0 0,0-1 0 0 0,0 0 0 0 0,0 0 0 0 0,0 0 0 0 0,0 1 0 0 0,0-1-1 0 0,0 0 1 0 0,0 0 0 0 0,0 0 0 0 0,0 0 0 0 0,0-1 0 0 0,0 1 0 0 0,0 0 0 0 0,0 0-1 0 0,0-1 1 0 0,0 1 0 0 0,0 0 0 0 0,0-1 0 0 0,0 1 0 0 0,0-1 0 0 0,1 0 0 0 0,7-3-176 0 0,-1-1 1 0 0,1 0 0 0 0,-1 0-1 0 0,0-1 1 0 0,0 0 0 0 0,0 0-1 0 0,-1-1 1 0 0,10-11 0 0 0,4-8-516 0 0,21-34-1 0 0,13-16 1356 0 0,-54 74-505 0 0,0 1 1 0 0,0 0-1 0 0,0 0 1 0 0,0-1-1 0 0,0 1 0 0 0,0 0 1 0 0,0 0-1 0 0,1 0 0 0 0,-1 0 1 0 0,0 0-1 0 0,1 1 0 0 0,-1-1 1 0 0,0 0-1 0 0,1 1 0 0 0,-1-1 1 0 0,1 1-1 0 0,-1-1 0 0 0,1 1 1 0 0,-1 0-1 0 0,4-1 1 0 0,-4 2-22 0 0,0-1 0 0 0,0 1 0 0 0,1-1 0 0 0,-1 1 0 0 0,0-1 0 0 0,0 1 0 0 0,0 0 1 0 0,0 0-1 0 0,0 0 0 0 0,0-1 0 0 0,0 1 0 0 0,-1 0 0 0 0,1 0 0 0 0,0 0 0 0 0,0 0 1 0 0,-1 1-1 0 0,1-1 0 0 0,-1 0 0 0 0,1 0 0 0 0,0 2 0 0 0,3 9 653 0 0,-1 1-1 0 0,0 0 1 0 0,3 25 0 0 0,-4-22-718 0 0,0-3 77 0 0,1 0 1 0 0,0 0 0 0 0,0-1-1 0 0,7 14 1 0 0,-9-22-318 0 0,1-1 0 0 0,0 1 0 0 0,1 0 0 0 0,-1 0 0 0 0,1-1 0 0 0,-1 1 1 0 0,1-1-1 0 0,0 0 0 0 0,1 0 0 0 0,-1 0 0 0 0,0 0 0 0 0,1-1 0 0 0,-1 1 0 0 0,1-1 0 0 0,0 0 0 0 0,5 2 0 0 0,8 1-7060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8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12899 0 0,'9'-34'8016'0'0,"-6"47"-7538"0"0,2 52 39 0 0,3 0 1 0 0,3-1 0 0 0,3 0 0 0 0,2-1 0 0 0,34 83 0 0 0,-32-96-2753 0 0,-12-28-5795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8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12899 0 0,'0'-3'134'0'0,"1"0"0"0"0,0 1 0 0 0,0-1 0 0 0,0 0 0 0 0,0 1 0 0 0,0-1 1 0 0,1 1-1 0 0,-1-1 0 0 0,1 1 0 0 0,-1 0 0 0 0,1-1 0 0 0,0 1 0 0 0,0 0 0 0 0,0 0 0 0 0,0 1 1 0 0,1-1-1 0 0,-1 0 0 0 0,0 1 0 0 0,5-3 0 0 0,2 0 196 0 0,0 1 1 0 0,0 0-1 0 0,0 1 0 0 0,16-2 1 0 0,-24 3-331 0 0,13-1 56 0 0,-1 1-1 0 0,24 0 1 0 0,-3 4-2070 0 0,-1 2 0 0 0,48 12 1 0 0,-50-9 1246 0 0,2-2 617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8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11522 0 0,'1'12'6123'0'0,"9"34"-3358"0"0,-6-26-1529 0 0,3 25-228 0 0,2 45 0 0 0,-7-55-1235 0 0,1 0-1 0 0,2-1 1 0 0,10 35 0 0 0,-14-63-585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8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43 12443 0 0,'-6'-14'548'0'0,"-13"-15"1836"0"0,16 62-1141 0 0,4 9-5534 0 0,9 43 0 0 0,-6-57 3513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6:59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70 4145 0 0,'3'0'17247'0'0,"-2"8"-14493"0"0,-2 7-5711 0 0,-4-5 4504 0 0,0-2-1537 0 0,1 0 0 0 0,0 0 1 0 0,0 0-1 0 0,1 0 0 0 0,0 0 1 0 0,0 1-1 0 0,1 0 0 0 0,0-1 1 0 0,0 1-1 0 0,1 0 0 0 0,1 0 1 0 0,-1 0-1 0 0,2 14 0 0 0,0-16-5 0 0,0 0 0 0 0,1 0 0 0 0,0-1 0 0 0,0 1 0 0 0,0-1-1 0 0,0 0 1 0 0,1 0 0 0 0,0 1 0 0 0,1-2 0 0 0,-1 1 0 0 0,1 0 0 0 0,0-1 0 0 0,1 0 0 0 0,-1 0-1 0 0,1 0 1 0 0,0 0 0 0 0,0-1 0 0 0,11 7 0 0 0,-15-10-13 0 0,1 0 1 0 0,0 1-1 0 0,0-1 0 0 0,0-1 0 0 0,0 1 1 0 0,0 0-1 0 0,0 0 0 0 0,0-1 1 0 0,0 1-1 0 0,0-1 0 0 0,0 0 1 0 0,0 1-1 0 0,0-1 0 0 0,0 0 0 0 0,0 0 1 0 0,0 0-1 0 0,0-1 0 0 0,0 1 1 0 0,0 0-1 0 0,0-1 0 0 0,4-1 1 0 0,-3 1-26 0 0,0-1 1 0 0,0 0 0 0 0,0 0 0 0 0,0-1-1 0 0,0 1 1 0 0,-1-1 0 0 0,1 1 0 0 0,-1-1-1 0 0,1 0 1 0 0,-1 0 0 0 0,3-5 0 0 0,0-1-46 0 0,-1 0 0 0 0,0 0 0 0 0,0 0 1 0 0,-1-1-1 0 0,0 1 0 0 0,0-1 0 0 0,-1 0 0 0 0,1-14 1 0 0,-3 17-143 0 0,0 0 0 0 0,-1 0 0 0 0,1 0 1 0 0,-1 0-1 0 0,-1 0 0 0 0,1 0 0 0 0,-1 0 0 0 0,0 0 1 0 0,-1 1-1 0 0,0-1 0 0 0,0 1 0 0 0,0-1 0 0 0,-1 1 1 0 0,0 0-1 0 0,0 1 0 0 0,0-1 0 0 0,-1 1 1 0 0,0-1-1 0 0,0 1 0 0 0,0 1 0 0 0,0-1 0 0 0,-1 1 1 0 0,0 0-1 0 0,0 0 0 0 0,0 1 0 0 0,-1-1 1 0 0,1 1-1 0 0,-1 1 0 0 0,-12-4 0 0 0,7 0-737 0 0,11 0 370 0 0,23-8 262 0 0,40-4 1226 0 0,-52 16-628 0 0,0 0 0 0 0,0 1-1 0 0,1 0 1 0 0,-1 1 0 0 0,1 0 0 0 0,-1 1-1 0 0,1 0 1 0 0,-1 0 0 0 0,0 1 0 0 0,0 1 0 0 0,0 0-1 0 0,0 0 1 0 0,0 1 0 0 0,0 0 0 0 0,-1 0-1 0 0,0 1 1 0 0,0 1 0 0 0,0-1 0 0 0,-1 1-1 0 0,0 1 1 0 0,0 0 0 0 0,0 0 0 0 0,-1 0 0 0 0,0 1-1 0 0,0 0 1 0 0,-1 1 0 0 0,7 11 0 0 0,56 105-1071 0 0,-69-125 772 0 0,1 1 1 0 0,-1-1-1 0 0,0 0 0 0 0,0 0 0 0 0,0 0 0 0 0,0 0 0 0 0,0 1 1 0 0,1-1-1 0 0,-1 0 0 0 0,0 0 0 0 0,0 0 0 0 0,0 0 1 0 0,0 0-1 0 0,1 1 0 0 0,-1-1 0 0 0,0 0 0 0 0,0 0 1 0 0,0 0-1 0 0,1 0 0 0 0,-1 0 0 0 0,0 0 0 0 0,0 0 1 0 0,1 0-1 0 0,-1 0 0 0 0,0 0 0 0 0,0 0 0 0 0,1 0 0 0 0,-1 0 1 0 0,0 0-1 0 0,0 0 0 0 0,0 0 0 0 0,1 0 0 0 0,-1 0 1 0 0,0 0-1 0 0,0 0 0 0 0,0-1 0 0 0,1 1 0 0 0,-1 0 1 0 0,10-10-306 0 0,7-23 584 0 0,-12 23-216 0 0,8-14 236 0 0,42-68 407 0 0,-48 81-559 0 0,1 1 1 0 0,0-1-1 0 0,1 2 1 0 0,0-1-1 0 0,19-14 1 0 0,-27 22-81 0 0,1 1-1 0 0,-1 0 1 0 0,1 0 0 0 0,0 0-1 0 0,-1 0 1 0 0,1 0 0 0 0,0 1 0 0 0,-1-1-1 0 0,1 0 1 0 0,0 1 0 0 0,0-1-1 0 0,-1 1 1 0 0,1 0 0 0 0,0 0-1 0 0,0-1 1 0 0,0 1 0 0 0,0 0 0 0 0,0 1-1 0 0,-1-1 1 0 0,1 0 0 0 0,0 0-1 0 0,0 1 1 0 0,0-1 0 0 0,-1 1-1 0 0,1 0 1 0 0,0-1 0 0 0,0 1 0 0 0,-1 0-1 0 0,1 0 1 0 0,-1 0 0 0 0,1 0-1 0 0,-1 0 1 0 0,1 1 0 0 0,-1-1-1 0 0,0 0 1 0 0,1 1 0 0 0,-1-1-1 0 0,0 1 1 0 0,0-1 0 0 0,1 3 0 0 0,5 8 130 0 0,-1 0 0 0 0,0 0 0 0 0,0 1 0 0 0,5 21 0 0 0,-4-12-56 0 0,5 8-286 0 0,16 32 1 0 0,-6-26-6285 0 0,-4-12-1056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0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 6913 0 0,'-46'40'6802'0'0,"35"-28"-6255"0"0,1 0 0 0 0,0 2 1 0 0,0-1-1 0 0,2 1 0 0 0,-10 19 1 0 0,16-28-321 0 0,-1 1 1 0 0,1 0 0 0 0,0 0-1 0 0,1 0 1 0 0,0 0 0 0 0,0 1 0 0 0,0-1-1 0 0,1 0 1 0 0,-1 0 0 0 0,1 1-1 0 0,1-1 1 0 0,0 0 0 0 0,-1 0 0 0 0,2 0-1 0 0,-1 1 1 0 0,5 9 0 0 0,2 4 26 0 0,1-1 0 0 0,1 0 0 0 0,0-1 0 0 0,2 0 0 0 0,0-1 1 0 0,1 0-1 0 0,0-1 0 0 0,20 17 0 0 0,-28-28-248 0 0,1 0 1 0 0,1 0 0 0 0,-1-1-1 0 0,1 0 1 0 0,-1 0-1 0 0,1-1 1 0 0,0 0-1 0 0,1 0 1 0 0,-1 0-1 0 0,0-1 1 0 0,9 1-1 0 0,-10-2-20 0 0,0-1 1 0 0,0 0-1 0 0,0 0 0 0 0,0-1 0 0 0,0 1 0 0 0,0-1 0 0 0,0-1 0 0 0,0 1 0 0 0,0-1 0 0 0,0 0 0 0 0,-1 0 1 0 0,1-1-1 0 0,-1 0 0 0 0,1 0 0 0 0,7-6 0 0 0,-2 1-71 0 0,0-1 0 0 0,-1 0 0 0 0,0-1-1 0 0,0 0 1 0 0,-1-1 0 0 0,9-13 0 0 0,37-71-302 0 0,-20 31-2245 0 0,8 3-3637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0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25 4609 0 0,'-7'-25'15360'0'0,"-2"40"-13704"0"0,5-6-1511 0 0,1 1 1 0 0,1-1-1 0 0,0 1 1 0 0,0 0 0 0 0,1 0-1 0 0,0 0 1 0 0,1 0-1 0 0,0 0 1 0 0,0 0 0 0 0,1 0-1 0 0,4 16 1 0 0,1 1-22 0 0,2-1 0 0 0,0-1 1 0 0,13 28-1 0 0,-17-44-107 0 0,1 0 0 0 0,0 0 0 0 0,0 0 1 0 0,1 0-1 0 0,0-1 0 0 0,0 0 0 0 0,1-1 0 0 0,0 1 0 0 0,1-1 0 0 0,13 10 0 0 0,-17-15-39 0 0,-1 0-1 0 0,1 0 0 0 0,-1 0 0 0 0,1 0 0 0 0,0-1 0 0 0,0 1 1 0 0,0-1-1 0 0,0 0 0 0 0,0 0 0 0 0,0-1 0 0 0,0 1 1 0 0,0-1-1 0 0,0 0 0 0 0,0 0 0 0 0,0 0 0 0 0,0 0 0 0 0,0-1 1 0 0,0 0-1 0 0,0 0 0 0 0,0 0 0 0 0,0 0 0 0 0,0 0 1 0 0,-1-1-1 0 0,1 0 0 0 0,0 0 0 0 0,-1 0 0 0 0,1 0 0 0 0,5-5 1 0 0,29-32-1527 0 0,-16 10-2218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0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84 7714 0 0,'9'-28'-64'0'0,"-9"26"417"0"0,-1 0 1 0 0,1 1-1 0 0,-1-1 1 0 0,1 1-1 0 0,-1-1 1 0 0,1 1-1 0 0,-1-1 1 0 0,0 1-1 0 0,0-1 1 0 0,0 1-1 0 0,0 0 1 0 0,0-1-1 0 0,0 1 1 0 0,0 0-1 0 0,-1 0 1 0 0,1 0-1 0 0,-3-2 1 0 0,3 2 43 0 0,0 0 1 0 0,-1 0 0 0 0,1 0-1 0 0,-1 0 1 0 0,1-1 0 0 0,0 1-1 0 0,0-1 1 0 0,0 1 0 0 0,0 0 0 0 0,0-1-1 0 0,0 0 1 0 0,0 1 0 0 0,1-1-1 0 0,-1 1 1 0 0,0-1 0 0 0,1 0-1 0 0,-1-3 1 0 0,5 37 4211 0 0,1 7-4515 0 0,-3-17-176 0 0,0 0 0 0 0,2-1 0 0 0,0 0 0 0 0,2 1 0 0 0,0-2 0 0 0,1 1 1 0 0,19 37-1 0 0,7 21-2127 0 0,-28-65 51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1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2304 0 0,'-8'3'13738'0'0,"10"1"-12447"0"0,14 27 1210 0 0,28 42 0 0 0,11 20-1632 0 0,-48-80-836 0 0,30 69 260 0 0,-33-72-266 0 0,0 0-1 0 0,-1 0 1 0 0,-1 1 0 0 0,0-1 0 0 0,0 1-1 0 0,0 13 1 0 0,-2-24-27 0 0,0 0 0 0 0,0 0 0 0 0,0 0 0 0 0,0 0 0 0 0,0 0 0 0 0,0 0 1 0 0,0 1-1 0 0,0-1 0 0 0,0 0 0 0 0,0 0 0 0 0,0 0 0 0 0,0 0 0 0 0,0 0 0 0 0,0 0 0 0 0,0 0 0 0 0,0 0 0 0 0,0 1 0 0 0,0-1 0 0 0,0 0 0 0 0,0 0 0 0 0,0 0 1 0 0,0 0-1 0 0,0 0 0 0 0,0 0 0 0 0,0 0 0 0 0,-1 0 0 0 0,1 0 0 0 0,0 0 0 0 0,0 0 0 0 0,0 0 0 0 0,0 0 0 0 0,0 1 0 0 0,0-1 0 0 0,0 0 0 0 0,0 0 1 0 0,0 0-1 0 0,0 0 0 0 0,-1 0 0 0 0,1 0 0 0 0,0 0 0 0 0,0 0 0 0 0,0 0 0 0 0,0 0 0 0 0,0 0 0 0 0,0 0 0 0 0,0 0 0 0 0,0 0 0 0 0,-1 0 0 0 0,1 0 0 0 0,0 0 1 0 0,0 0-1 0 0,0 0 0 0 0,0-1 0 0 0,0 1 0 0 0,0 0 0 0 0,0 0 0 0 0,0 0 0 0 0,0 0 0 0 0,0 0 0 0 0,-1 0 0 0 0,1 0 0 0 0,0 0 0 0 0,0 0 0 0 0,0 0 1 0 0,0 0-1 0 0,-9-9 13 0 0,-7-12 41 0 0,10 10-28 0 0,0-1-1 0 0,1 1 1 0 0,0-1-1 0 0,0 0 1 0 0,2-1 0 0 0,-1 1-1 0 0,2-1 1 0 0,-1 1-1 0 0,2-1 1 0 0,0 0-1 0 0,0 0 1 0 0,3-20 0 0 0,-1 20-350 0 0,1-1 1 0 0,1 1 0 0 0,0-1 0 0 0,1 1 0 0 0,0 0 0 0 0,1 1 0 0 0,8-16 0 0 0,6-4-7443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1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6449 0 0,'0'0'175'0'0,"1"-1"-1"0"0,-1 1 0 0 0,1-1 0 0 0,-1 1 1 0 0,1 0-1 0 0,-1-1 0 0 0,1 1 0 0 0,0 0 0 0 0,-1 0 1 0 0,1-1-1 0 0,-1 1 0 0 0,1 0 0 0 0,0 0 1 0 0,-1 0-1 0 0,1 0 0 0 0,0 0 0 0 0,-1 0 1 0 0,1 0-1 0 0,0 0 0 0 0,-1 0 0 0 0,1 0 1 0 0,-1 0-1 0 0,1 0 0 0 0,0 0 0 0 0,-1 0 0 0 0,1 1 1 0 0,0-1-1 0 0,18 15 3129 0 0,11 24 275 0 0,-29-38-3487 0 0,9 16 814 0 0,38 55 736 0 0,82 99 0 0 0,-130-170-1638 0 0,0-1 0 0 0,0 0 0 0 0,0 0 0 0 0,0 0 0 0 0,0 0 0 0 0,0 0 0 0 0,0 0 0 0 0,0 0-1 0 0,0 0 1 0 0,0 0 0 0 0,0 1 0 0 0,0-1 0 0 0,0 0 0 0 0,0 0 0 0 0,0 0 0 0 0,1 0-1 0 0,-1 0 1 0 0,0 0 0 0 0,0 0 0 0 0,0 0 0 0 0,0 0 0 0 0,0 0 0 0 0,0 0 0 0 0,0 0-1 0 0,0 0 1 0 0,1 0 0 0 0,-1 0 0 0 0,0 0 0 0 0,0 0 0 0 0,0 0 0 0 0,0 0 0 0 0,0 0 0 0 0,0 0-1 0 0,0 0 1 0 0,0 0 0 0 0,1 0 0 0 0,-1 0 0 0 0,0 0 0 0 0,0 0 0 0 0,0 0 0 0 0,0 0-1 0 0,0 0 1 0 0,0 0 0 0 0,0 0 0 0 0,0 0 0 0 0,0 0 0 0 0,1 0 0 0 0,-1-1 0 0 0,0 1 0 0 0,0 0-1 0 0,0 0 1 0 0,0 0 0 0 0,0 0 0 0 0,0 0 0 0 0,0 0 0 0 0,0 0 0 0 0,0 0 0 0 0,0 0-1 0 0,0-1 1 0 0,0 1 0 0 0,0 0 0 0 0,0 0 0 0 0,0 0 0 0 0,0 0 0 0 0,1-15 444 0 0,-5-34 671 0 0,0 9-617 0 0,4 19-1204 0 0,0 0 0 0 0,6-29 0 0 0,-4 39-94 0 0,0 0 0 0 0,1 0 0 0 0,0 0 0 0 0,1 0 0 0 0,1 0 0 0 0,5-10 0 0 0,3 0-6542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1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0 273 3681 0 0,'1'0'160'0'0,"-1"1"1"0"0,0 0 0 0 0,1-1 0 0 0,-1 1-1 0 0,0-1 1 0 0,1 1 0 0 0,-1-1-1 0 0,1 1 1 0 0,-1-1 0 0 0,1 0-1 0 0,-1 1 1 0 0,1-1 0 0 0,0 1-1 0 0,-1-1 1 0 0,1 0 0 0 0,-1 0 0 0 0,1 1-1 0 0,0-1 1 0 0,-1 0 0 0 0,1 0-1 0 0,0 0 1 0 0,-1 0 0 0 0,1 1-1 0 0,0-1 1 0 0,-1 0 0 0 0,1 0-1 0 0,0 0 1 0 0,0-1 0 0 0,24-9 4264 0 0,-18 5-3510 0 0,1 0 0 0 0,-2-1 1 0 0,1 0-1 0 0,6-7 0 0 0,-7 4-582 0 0,0 0-1 0 0,0 0 1 0 0,-1 0-1 0 0,0-1 0 0 0,-1 0 1 0 0,0 0-1 0 0,-1 0 1 0 0,0 0-1 0 0,2-14 1 0 0,-3 15-284 0 0,-1 1 0 0 0,0-1 1 0 0,-1 1-1 0 0,1-1 1 0 0,-2 1-1 0 0,1-1 0 0 0,-1 1 1 0 0,0-1-1 0 0,-1 1 0 0 0,0-1 1 0 0,-1 1-1 0 0,-3-8 1 0 0,6 15-44 0 0,0 1 0 0 0,0 0 0 0 0,0-1 0 0 0,0 1 0 0 0,0 0 0 0 0,0 0 0 0 0,0-1 0 0 0,0 1 0 0 0,0 0 1 0 0,0 0-1 0 0,0-1 0 0 0,0 1 0 0 0,0 0 0 0 0,-1 0 0 0 0,1-1 0 0 0,0 1 0 0 0,0 0 0 0 0,0 0 0 0 0,0 0 0 0 0,-1-1 1 0 0,1 1-1 0 0,0 0 0 0 0,0 0 0 0 0,-1 0 0 0 0,1 0 0 0 0,0 0 0 0 0,0-1 0 0 0,-1 1 0 0 0,1 0 0 0 0,0 0 1 0 0,0 0-1 0 0,-1 0 0 0 0,1 0 0 0 0,0 0 0 0 0,0 0 0 0 0,-1 0 0 0 0,1 0 0 0 0,0 0 0 0 0,0 0 0 0 0,-1 0 1 0 0,1 0-1 0 0,0 0 0 0 0,0 0 0 0 0,-1 0 0 0 0,1 0 0 0 0,0 0 0 0 0,0 1 0 0 0,-1-1 0 0 0,1 0 0 0 0,0 0 1 0 0,0 0-1 0 0,-1 0 0 0 0,1 1 0 0 0,-8 19 210 0 0,-1 26 39 0 0,9-31-181 0 0,0 0 0 0 0,1 0 0 0 0,0 0 0 0 0,1-1 0 0 0,0 1 0 0 0,2-1 0 0 0,9 28 0 0 0,-10-34-165 0 0,0-1 0 0 0,0 0-1 0 0,1 0 1 0 0,0 0 0 0 0,0 0 0 0 0,1-1 0 0 0,0 1 0 0 0,0-1 0 0 0,0 0 0 0 0,1-1 0 0 0,0 1 0 0 0,0-1 0 0 0,0-1 0 0 0,1 1 0 0 0,-1-1 0 0 0,12 5 0 0 0,2-2-7483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7:02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0 19812 0 0,'0'9'880'0'0,"-1"-3"177"0"0,-1 2-841 0 0,1-4-216 0 0,-1-1 0 0 0,1-1 0 0 0,-1 1 408 0 0,-1 0 40 0 0,-2 1 0 0 0,-1 2 8 0 0,-3-1-312 0 0,2-5-64 0 0,-2-8-16 0 0,-5-8 0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4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260 99 3225 0 0,'4'-12'-1710'0'0,"1"-40"3613"0"0,-4 49-1661 0 0,-1 1 1 0 0,0-1-1 0 0,-1 1 0 0 0,1-1 0 0 0,0 1 1 0 0,-1-1-1 0 0,1 1 0 0 0,-1 0 0 0 0,0-1 1 0 0,-1-3-1 0 0,1 6-183 0 0,1-1 1 0 0,0 1-1 0 0,0 0 1 0 0,-1 0-1 0 0,1-1 1 0 0,0 1-1 0 0,0 0 1 0 0,-1 0-1 0 0,1-1 1 0 0,0 1-1 0 0,-1 0 1 0 0,1 0-1 0 0,0 0 1 0 0,-1 0-1 0 0,1 0 1 0 0,-1 0-1 0 0,1-1 1 0 0,0 1-1 0 0,-1 0 1 0 0,1 0-1 0 0,0 0 1 0 0,-1 0-1 0 0,1 0 1 0 0,0 0-1 0 0,-1 0 1 0 0,1 1-1 0 0,-1-1 1 0 0,-15 11 981 0 0,6 0-612 0 0,0 1 0 0 0,1 0 1 0 0,0 0-1 0 0,1 1 0 0 0,-12 27 1 0 0,-25 75 173 0 0,26-61-321 0 0,3-14-173 0 0,-48 144-64 0 0,57-156-31 0 0,0 1 0 0 0,2 0 0 0 0,1 0 0 0 0,0 49 0 0 0,7 13-13 0 0,4 0 0 0 0,4-1 0 0 0,38 150 0 0 0,-37-194 49 0 0,2-1 1 0 0,3 0-1 0 0,1-1 1 0 0,2-1-1 0 0,1-1 1 0 0,3 0-1 0 0,35 45 1 0 0,-52-80 21 0 0,-1 0 0 0 0,1 0 1 0 0,1-1-1 0 0,-1 0 0 0 0,1-1 1 0 0,0 0-1 0 0,1 0 0 0 0,-1-1 0 0 0,1 0 1 0 0,0 0-1 0 0,0-1 0 0 0,0 0 1 0 0,0 0-1 0 0,0-1 0 0 0,1-1 0 0 0,-1 1 1 0 0,1-2-1 0 0,-1 1 0 0 0,1-1 1 0 0,16-2-1 0 0,-7-1 19 0 0,1 0 1 0 0,-1-1-1 0 0,0-1 1 0 0,0 0-1 0 0,0-2 1 0 0,-1 0-1 0 0,0-1 0 0 0,-1-1 1 0 0,20-12-1 0 0,-25 12-60 0 0,-1 0 0 0 0,0-1 0 0 0,-1 0 0 0 0,0 0 0 0 0,0-1 0 0 0,-1-1 0 0 0,12-19-1 0 0,45-96 108 0 0,-41 75-47 0 0,-5 10-138 0 0,-2-1-1 0 0,-2-1 1 0 0,-2 0-1 0 0,-2-1 1 0 0,-1-1-1 0 0,-3 0 1 0 0,4-85-1 0 0,-11 122 31 0 0,3-47 34 0 0,-3 1 1 0 0,-1 0 0 0 0,-4 0 0 0 0,-14-80 0 0 0,9 94 152 0 0,-2 0-1 0 0,-2 1 0 0 0,-2 1 1 0 0,-36-70-1 0 0,37 83-52 0 0,0 2 1 0 0,-2 0-1 0 0,-2 1 0 0 0,0 0 0 0 0,-1 2 0 0 0,-22-20 1 0 0,34 34-66 0 0,0 2 0 0 0,0-1 1 0 0,-1 1-1 0 0,0 0 0 0 0,0 1 0 0 0,0 0 1 0 0,0 0-1 0 0,-1 0 0 0 0,0 1 1 0 0,1 1-1 0 0,-1-1 0 0 0,0 2 0 0 0,0-1 1 0 0,0 1-1 0 0,-1 0 0 0 0,1 1 1 0 0,0 0-1 0 0,0 1 0 0 0,0 0 0 0 0,0 0 1 0 0,0 1-1 0 0,-15 4 0 0 0,10 0-71 0 0,1 0 0 0 0,-1 0-1 0 0,1 2 1 0 0,1-1 0 0 0,-1 2-1 0 0,1-1 1 0 0,-18 19 0 0 0,10-7-977 0 0,0 1 0 0 0,2 1 0 0 0,-17 25 0 0 0,23-25-370 0 0,3-2-9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6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66 128 2761 0 0,'-2'-17'184'0'0,"1"7"200"0"0,0-1 0 0 0,0 1 0 0 0,-1 0 0 0 0,0 0 0 0 0,-1 0 0 0 0,0 0 0 0 0,-1 0 0 0 0,-7-13 0 0 0,11 22-340 0 0,0 1 0 0 0,0 0 0 0 0,0-1-1 0 0,-1 1 1 0 0,1 0 0 0 0,0-1-1 0 0,0 1 1 0 0,-1 0 0 0 0,1-1-1 0 0,0 1 1 0 0,0 0 0 0 0,-1 0 0 0 0,1-1-1 0 0,0 1 1 0 0,-1 0 0 0 0,1 0-1 0 0,0 0 1 0 0,-1-1 0 0 0,1 1 0 0 0,0 0-1 0 0,-1 0 1 0 0,1 0 0 0 0,0 0-1 0 0,-1 0 1 0 0,1 0 0 0 0,0 0 0 0 0,-1 0-1 0 0,1 0 1 0 0,-1 0 0 0 0,1 0-1 0 0,0 0 1 0 0,-1 0 0 0 0,1 0 0 0 0,0 0-1 0 0,-1 0 1 0 0,0 0 0 0 0,-8 14 850 0 0,-1 19-230 0 0,7 2-439 0 0,2-1 0 0 0,1 1 1 0 0,1-1-1 0 0,2 1 0 0 0,12 53 0 0 0,-3-13 37 0 0,77 504 1304 0 0,35-6-1119 0 0,-119-551-433 0 0,52 227-11 0 0,-53-220 3 0 0,-1 0-1 0 0,-1 0 1 0 0,-2-1-1 0 0,0 1 1 0 0,-2 0-1 0 0,-10 50 1 0 0,11-78-26 0 0,-11 41 79 0 0,11-41-128 0 0,1 1 0 0 0,-1 0 0 0 0,0 0 0 0 0,0-1 0 0 0,1 1 0 0 0,-1-1 0 0 0,0 1 0 0 0,0 0 0 0 0,-1-1 0 0 0,1 0 0 0 0,0 1 0 0 0,0-1-1 0 0,-1 0 1 0 0,1 1 0 0 0,-1-1 0 0 0,1 0 0 0 0,-1 0 0 0 0,1 0 0 0 0,-1 0 0 0 0,-1 0 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7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204 79 3225 0 0,'-28'29'353'0'0,"1"2"1"0"0,2 0-1 0 0,1 2 0 0 0,1 0 1 0 0,-29 58-1 0 0,32-38 878 0 0,19-50-1177 0 0,0 0 0 0 0,1 0 0 0 0,-1 0 0 0 0,0 0 0 0 0,1 0 0 0 0,0 0 1 0 0,0 0-1 0 0,0 0 0 0 0,0 0 0 0 0,0 1 0 0 0,1-1 0 0 0,-1 0 0 0 0,1 0 0 0 0,0 0 0 0 0,1 4 1 0 0,-1-6-31 0 0,0 0 1 0 0,-1-1 0 0 0,1 1-1 0 0,0 0 1 0 0,0-1-1 0 0,0 1 1 0 0,0-1 0 0 0,0 1-1 0 0,-1-1 1 0 0,1 1 0 0 0,0-1-1 0 0,0 0 1 0 0,0 1 0 0 0,0-1-1 0 0,0 0 1 0 0,0 0 0 0 0,0 0-1 0 0,1 0 1 0 0,-1 0 0 0 0,0 0-1 0 0,0 0 1 0 0,0 0 0 0 0,0 0-1 0 0,0 0 1 0 0,0-1-1 0 0,0 1 1 0 0,0 0 0 0 0,0-1-1 0 0,0 1 1 0 0,-1-1 0 0 0,1 1-1 0 0,0-1 1 0 0,0 1 0 0 0,0-1-1 0 0,0 1 1 0 0,-1-1 0 0 0,1 0-1 0 0,0 0 1 0 0,0 0 0 0 0,31-30 781 0 0,-17 11-437 0 0,-1-1 0 0 0,-2 0 1 0 0,0-1-1 0 0,15-38 0 0 0,2-4-7 0 0,7-17-135 0 0,14-25 325 0 0,-49 106-541 0 0,-1 0 0 0 0,0-1 0 0 0,0 1-1 0 0,0 0 1 0 0,0-1 0 0 0,0 1 0 0 0,1 0-1 0 0,-1 0 1 0 0,0-1 0 0 0,0 1 0 0 0,0 0-1 0 0,1 0 1 0 0,-1 0 0 0 0,0-1 0 0 0,0 1-1 0 0,1 0 1 0 0,-1 0 0 0 0,0 0 0 0 0,1 0-1 0 0,-1-1 1 0 0,0 1 0 0 0,1 0 0 0 0,-1 0 0 0 0,0 0-1 0 0,0 0 1 0 0,1 0 0 0 0,-1 0 0 0 0,0 0-1 0 0,1 0 1 0 0,-1 0 0 0 0,0 0 0 0 0,1 0-1 0 0,-1 0 1 0 0,0 0 0 0 0,1 0 0 0 0,10 11 264 0 0,9 26 138 0 0,-17-30-259 0 0,122 211 1222 0 0,-114-202-1477 0 0,1-1 0 0 0,0 0 0 0 0,2-1 0 0 0,-1 0 0 0 0,2-1 0 0 0,-1-1 0 0 0,34 21 0 0 0,-20-16-187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7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12 176 6913 0 0,'-2'-3'13'0'0,"1"0"0"0"0,-1-1-1 0 0,1 1 1 0 0,0-1 0 0 0,-1 1-1 0 0,2-1 1 0 0,-1 0-1 0 0,0 1 1 0 0,1-1 0 0 0,0 0-1 0 0,-1 1 1 0 0,1-1-1 0 0,1 0 1 0 0,-1 1 0 0 0,1-1-1 0 0,-1 0 1 0 0,1 1-1 0 0,0-1 1 0 0,0 1 0 0 0,1-1-1 0 0,2-5 1 0 0,-1 1 220 0 0,0 1 1 0 0,1 0-1 0 0,-1 0 1 0 0,1 0-1 0 0,1 1 1 0 0,-1-1-1 0 0,1 1 1 0 0,0 0-1 0 0,11-9 1 0 0,-14 13-137 0 0,0 1 1 0 0,1-1-1 0 0,-1 1 0 0 0,0-1 1 0 0,0 1-1 0 0,1 0 0 0 0,-1 0 1 0 0,1 0-1 0 0,-1 0 0 0 0,1 0 1 0 0,0 1-1 0 0,-1-1 1 0 0,1 1-1 0 0,-1 0 0 0 0,1 0 1 0 0,0-1-1 0 0,-1 2 0 0 0,1-1 1 0 0,0 0-1 0 0,-1 1 0 0 0,1-1 1 0 0,-1 1-1 0 0,1 0 0 0 0,0-1 1 0 0,-1 1-1 0 0,0 1 1 0 0,1-1-1 0 0,-1 0 0 0 0,0 1 1 0 0,1-1-1 0 0,-1 1 0 0 0,3 2 1 0 0,8 9 132 0 0,0 1 1 0 0,-1 1 0 0 0,0 0-1 0 0,-1 0 1 0 0,-1 1 0 0 0,11 21-1 0 0,-11-17 7 0 0,2-1 1 0 0,0-1-1 0 0,1 0 0 0 0,17 19 0 0 0,3-6-421 0 0,-17-18-419 0 0,-2 1 0 0 0,0 1 0 0 0,13 17 0 0 0,-20-19-4138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8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3225 0 0,'3'-17'254'0'0,"1"1"1"0"0,1 0-1 0 0,0-1 1 0 0,1 2 0 0 0,1-1-1 0 0,0 1 1 0 0,1 0-1 0 0,0 0 1 0 0,19-23 0 0 0,-25 36-172 0 0,-1 0 0 0 0,1 0 1 0 0,-1 0-1 0 0,1 0 0 0 0,0 0 1 0 0,-1 0-1 0 0,1 0 0 0 0,0 1 1 0 0,0-1-1 0 0,0 1 0 0 0,1 0 1 0 0,-1-1-1 0 0,0 1 0 0 0,0 0 1 0 0,1 0-1 0 0,-1 0 0 0 0,1 1 1 0 0,-1-1-1 0 0,1 0 0 0 0,-1 1 1 0 0,1 0-1 0 0,-1-1 0 0 0,1 1 1 0 0,-1 0-1 0 0,1 1 0 0 0,0-1 1 0 0,-1 0-1 0 0,1 1 0 0 0,-1-1 1 0 0,5 2-1 0 0,-4 0-62 0 0,0 0 1 0 0,0 0-1 0 0,0 0 1 0 0,0 1-1 0 0,-1-1 0 0 0,1 1 1 0 0,-1-1-1 0 0,1 1 1 0 0,-1 0-1 0 0,0 0 0 0 0,0 0 1 0 0,0 0-1 0 0,-1 0 0 0 0,1 1 1 0 0,-1-1-1 0 0,0 0 1 0 0,0 1-1 0 0,0-1 0 0 0,0 1 1 0 0,0-1-1 0 0,0 6 1 0 0,0 8 142 0 0,-1 0 0 0 0,-1-1 0 0 0,0 1 0 0 0,-1 0 0 0 0,-7 29 0 0 0,-33 82 761 0 0,6-20-201 0 0,36-107-721 0 0,0-1 0 0 0,0 1 0 0 0,-1-1 0 0 0,1 1 0 0 0,0-1 0 0 0,0 1 0 0 0,0-1 0 0 0,-1 1 0 0 0,1-1 0 0 0,0 1 0 0 0,0-1 0 0 0,0 1 0 0 0,0 0 0 0 0,0-1 0 0 0,0 1 0 0 0,0-1 0 0 0,0 1 0 0 0,0-1 0 0 0,1 1 0 0 0,-1 0 0 0 0,0-1-1 0 0,0 1 1 0 0,0-1 0 0 0,1 1 0 0 0,-1-1 0 0 0,0 1 0 0 0,0-1 0 0 0,1 1 0 0 0,-1-1 0 0 0,1 0 0 0 0,-1 1 0 0 0,0-1 0 0 0,1 1 0 0 0,0-1 21 0 0,1 0-1 0 0,-1 0 1 0 0,0 0-1 0 0,0 0 1 0 0,1 0 0 0 0,-1 0-1 0 0,0-1 1 0 0,0 1-1 0 0,0 0 1 0 0,0-1-1 0 0,1 1 1 0 0,-1-1 0 0 0,0 1-1 0 0,1-2 1 0 0,36-24 800 0 0,-23 12-581 0 0,-3 2 159 0 0,0 1 0 0 0,1 1 0 0 0,0 0 1 0 0,0 0-1 0 0,1 2 0 0 0,18-9 0 0 0,-28 16-506 0 0,-1 0-1 0 0,1 0 0 0 0,0 1 0 0 0,0 0 0 0 0,0-1 0 0 0,-1 2 0 0 0,1-1 0 0 0,0 0 1 0 0,0 1-1 0 0,5 1 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9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59 188 2761 0 0,'-30'-6'1373'0'0,"2"0"3183"0"0,35 8-3297 0 0,7 1-642 0 0,65-18 968 0 0,172-26 1755 0 0,-181 37-2571 0 0,0 3 1 0 0,89 10-1 0 0,-158-9-767 0 0,281 7 342 0 0,51 4 364 0 0,-24 6-406 0 0,-216-13-261 0 0,85 4 17 0 0,111 4 60 0 0,-239-11-112 0 0,11 1 14 0 0,1-3 1 0 0,121-16-1 0 0,-115 3 56 0 0,229-38 433 0 0,-229 44-399 0 0,1 3 0 0 0,96 5 0 0 0,-109 4-101 0 0,161 5 48 0 0,-166-10-51 0 0,0-1 1 0 0,65-13-1 0 0,272-59 431 0 0,-368 70-751 0 0,-1 0 0 0 0,1 1 0 0 0,0 1 0 0 0,0 1 0 0 0,1 0 0 0 0,-1 2 0 0 0,0 0 0 0 0,0 2-1 0 0,0 0 1 0 0,-1 1 0 0 0,1 1 0 0 0,22 9 0 0 0,33 19-4315 0 0,-51-21 11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0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232 124 920 0 0,'-23'-41'1069'0'0,"19"33"-1025"0"0,0-1 0 0 0,-1 1-1 0 0,0 0 1 0 0,0 0 0 0 0,-1 0-1 0 0,-9-9 1 0 0,13 15 58 0 0,-1 0 0 0 0,0 1 0 0 0,1-1 0 0 0,-1 1 0 0 0,0-1 1 0 0,1 1-1 0 0,-1 0 0 0 0,0 0 0 0 0,0 0 0 0 0,0 0 0 0 0,0 1 0 0 0,0-1 0 0 0,0 1 0 0 0,0-1 1 0 0,-1 1-1 0 0,1 0 0 0 0,0 1 0 0 0,0-1 0 0 0,0 0 0 0 0,0 1 0 0 0,0 0 0 0 0,0 0 0 0 0,0 0 1 0 0,-4 1-1 0 0,1 1 669 0 0,-1-1 0 0 0,1 1 0 0 0,0 0 0 0 0,0 0 0 0 0,0 1 0 0 0,0 0 0 0 0,1 0 0 0 0,-1 0 0 0 0,1 0 0 0 0,-8 9 0 0 0,11-10-606 0 0,0 0-1 0 0,1 0 1 0 0,-1 0 0 0 0,1 0 0 0 0,-1 0 0 0 0,1 0 0 0 0,0 0-1 0 0,0 0 1 0 0,0 1 0 0 0,1-1 0 0 0,-1 0 0 0 0,1 1 0 0 0,0-1 0 0 0,0 0-1 0 0,0 1 1 0 0,0-1 0 0 0,0 0 0 0 0,1 1 0 0 0,-1-1 0 0 0,1 0-1 0 0,0 0 1 0 0,0 1 0 0 0,3 3 0 0 0,-1 1-109 0 0,1 1 0 0 0,0-2 1 0 0,1 1-1 0 0,0-1 0 0 0,0 1 0 0 0,0-1 0 0 0,1 0 1 0 0,0-1-1 0 0,0 0 0 0 0,1 0 0 0 0,0 0 0 0 0,0-1 1 0 0,8 5-1 0 0,6 1-27 0 0,1 0 1 0 0,0-2-1 0 0,32 9 1 0 0,26 11 360 0 0,-77-28-366 0 0,1 0 0 0 0,-1 1 1 0 0,0-1-1 0 0,0 1 0 0 0,-1 0 0 0 0,1-1 1 0 0,0 1-1 0 0,-1 0 0 0 0,1 1 0 0 0,-1-1 0 0 0,1 0 1 0 0,-1 1-1 0 0,0-1 0 0 0,0 1 0 0 0,0 0 1 0 0,2 5-1 0 0,-3-5 15 0 0,-1 0 1 0 0,1 0-1 0 0,-1 0 0 0 0,0 0 1 0 0,0 0-1 0 0,0 0 1 0 0,0 0-1 0 0,0 0 0 0 0,-1 0 1 0 0,1 0-1 0 0,-1 0 1 0 0,0-1-1 0 0,0 1 0 0 0,0 0 1 0 0,0 0-1 0 0,-1-1 0 0 0,1 1 1 0 0,-4 4-1 0 0,-10 14 268 0 0,-1 0-1 0 0,0-2 1 0 0,-2 0 0 0 0,-28 24-1 0 0,-8 9-6245 0 0,32-29-641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1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1 219 7834 0 0,'22'-26'1639'0'0,"-7"15"-1256"0"0,-1 0 0 0 0,2 2 0 0 0,-1 0 0 0 0,1 1 0 0 0,0 0 0 0 0,23-7 0 0 0,109-24 550 0 0,-7 2-3468 0 0,-120 31 1728 0 0,53-23-3745 0 0,-52 18 2280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1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6913 0 0,'0'0'49'0'0,"-1"0"-1"0"0,0 0 0 0 0,1 0 1 0 0,-1 0-1 0 0,1 0 0 0 0,-1 0 0 0 0,0 0 1 0 0,1 0-1 0 0,-1 1 0 0 0,1-1 0 0 0,-1 0 1 0 0,1 0-1 0 0,-1 0 0 0 0,1 1 0 0 0,-1-1 1 0 0,1 0-1 0 0,-1 1 0 0 0,1-1 1 0 0,-1 0-1 0 0,1 1 0 0 0,-1-1 0 0 0,1 1 1 0 0,0-1-1 0 0,-1 1 0 0 0,1-1 0 0 0,-1 0 1 0 0,1 1-1 0 0,0 0 0 0 0,0-1 0 0 0,-1 1 1 0 0,1-1-1 0 0,0 1 0 0 0,0-1 1 0 0,0 1-1 0 0,0-1 0 0 0,0 1 0 0 0,-1 0 1 0 0,1-1-1 0 0,0 1 0 0 0,0-1 0 0 0,0 1 1 0 0,1 0-1 0 0,-1-1 0 0 0,0 1 0 0 0,0-1 1 0 0,0 2-1 0 0,12 27 3192 0 0,-10-25-3213 0 0,90 177 4192 0 0,-37-96-4423 0 0,-37-62-1971 0 0,30 31-1 0 0,-32-37-3032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6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241 175 5065 0 0,'-202'-26'1591'0'0,"164"21"-965"0"0,219-19-2201 0 0,-78 13 2574 0 0,1 4 0 0 0,159 11 0 0 0,-120 1-590 0 0,-74-4-369 0 0,417-5 209 0 0,79-37 438 0 0,-56 24 246 0 0,-461 16-817 0 0,459-13 531 0 0,-29-1-261 0 0,99-4-117 0 0,456 47 502 0 0,-694 7-779 0 0,-97-9 101 0 0,240 1 46 0 0,111-19-155 0 0,207 33 712 0 0,-469-32 1459 0 0,-154-7-1299 0 0,-21-2-468 0 0,-68-2-1177 0 0,152 17 1 0 0,-179-1-2049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6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0 7370 0 0,'-3'3'66'0'0,"1"-1"0"0"0,-1 1 0 0 0,1 0 0 0 0,0 0 0 0 0,0 0 0 0 0,0 0 0 0 0,0 0 0 0 0,0 0 0 0 0,1 0 0 0 0,-1 0 0 0 0,1 1 0 0 0,-2 6 0 0 0,-9 51-207 0 0,8-39 208 0 0,-22 143 9 0 0,-6 27 489 0 0,-32 167 1558 0 0,57-294-1804 0 0,3 0 1 0 0,2 0-1 0 0,12 105 0 0 0,84 275 814 0 0,-38-213 238 0 0,52 335 868 0 0,-51-255-5095 0 0,-44-249-1696 0 0,-9-40 423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7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9634 40 7834 0 0,'-4'-9'251'0'0,"-5"-21"459"0"0,-24 40-623 0 0,-35 5-619 0 0,-136 11 1 0 0,169-23 636 0 0,-153 7 153 0 0,-254-20 0 0 0,5-2 16 0 0,-133 28-308 0 0,-218 3-20 0 0,-2223 65 2614 0 0,2097-22-1825 0 0,867-58-765 0 0,-282 17 13 0 0,149-11 18 0 0,-135 10-30 0 0,-468 24-86 0 0,354-36 164 0 0,-133 6-6 0 0,406-16 140 0 0,47-2-787 0 0,98 5-238 0 0,2 2-2957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0,'0'0'-41'0'0,"12"18"-1112"0"0,11 31 1621 0 0,-10 7-56 0 0,-1 0 0 0 0,3 62 1 0 0,9 47 21 0 0,41 106-281 0 0,7 40 99 0 0,-56-224-187 0 0,7 144 1 0 0,-38 177 78 0 0,2-216-85 0 0,13-108 1766 0 0,13 105 0 0 0,0 61-44 0 0,-14-220-1857 0 0,-1 0 0 0 0,-2-1 0 0 0,-1 1 0 0 0,-1-1-1 0 0,-1 1 1 0 0,-16 36 0 0 0,16-48-3190 0 0,-1 0-1130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3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2761 0 0,'2'-9'2008'0'0,"4"14"-326"0"0,3 12-979 0 0,-2 15-428 0 0,-2-1 1 0 0,4 61 0 0 0,-6-47-141 0 0,29 1163 2665 0 0,-60-726-3095 0 0,3-58 468 0 0,17-277-218 0 0,1-60-885 0 0,5 1 0 0 0,8 90 0 0 0,-4-169-45 0 0,-1-6-8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4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143 290 1376 0 0,'-3'-1'-8'0'0,"-1"-2"94"0"0,1 1-1 0 0,-1 0 1 0 0,0 0 0 0 0,1 0 0 0 0,-1 0 0 0 0,0 1-1 0 0,-1 0 1 0 0,-3-1 0 0 0,6 2-53 0 0,1 0 0 0 0,-1 0 0 0 0,0 0 0 0 0,0 1 0 0 0,0-1 0 0 0,1 1 0 0 0,-1-1 0 0 0,0 1 0 0 0,1 0 0 0 0,-1 0 0 0 0,1-1 0 0 0,-1 1 0 0 0,1 0 0 0 0,-1 0 0 0 0,1 1 0 0 0,-1-1 0 0 0,1 0 0 0 0,0 0 0 0 0,0 1 0 0 0,0-1 0 0 0,0 1 0 0 0,-2 2 0 0 0,-8 12 61 0 0,0 1 1 0 0,1 1-1 0 0,0 0 0 0 0,-12 35 0 0 0,23-48 245 0 0,5-8-157 0 0,10-14 396 0 0,4-18-350 0 0,-1-1 1 0 0,-3 0-1 0 0,-1-2 1 0 0,-1 1-1 0 0,-2-2 1 0 0,11-65-1 0 0,-23 98-151 0 0,8-40 449 0 0,-8 45-497 0 0,1 0 0 0 0,-1 0 0 0 0,0 0 0 0 0,0 0 0 0 0,0 0 0 0 0,1 0 0 0 0,-1 0 0 0 0,0 0 0 0 0,1 0 0 0 0,-1 0 0 0 0,1 0 0 0 0,0 0 0 0 0,-1 0 0 0 0,1 0 0 0 0,0 1 0 0 0,-1-1 0 0 0,1 0 0 0 0,0 0 1 0 0,0 1-1 0 0,0-1 0 0 0,-1 0 0 0 0,1 1 0 0 0,0-1 0 0 0,0 1 0 0 0,0-1 0 0 0,0 1 0 0 0,0 0 0 0 0,0-1 0 0 0,0 1 0 0 0,0 0 0 0 0,0 0 0 0 0,0-1 0 0 0,3 1 0 0 0,-3 1-18 0 0,0 0 0 0 0,1-1 0 0 0,-1 1 0 0 0,0 0 0 0 0,1 0 0 0 0,-1 0 0 0 0,0 0 0 0 0,0 0 0 0 0,0 0 0 0 0,0 0 0 0 0,0 1 0 0 0,0-1 0 0 0,0 0 0 0 0,0 1 0 0 0,-1-1 0 0 0,1 0 0 0 0,0 1 0 0 0,-1-1 0 0 0,1 1 0 0 0,0 2 0 0 0,6 36 211 0 0,-5-31-203 0 0,0 12 101 0 0,2 0 1 0 0,1 0 0 0 0,0-1-1 0 0,1 0 1 0 0,1 0-1 0 0,1 0 1 0 0,1-1 0 0 0,1 0-1 0 0,1-1 1 0 0,0 0-1 0 0,1-1 1 0 0,1 0-1 0 0,21 21 1 0 0,49 42-680 0 0,-62-58-2755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5.9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8322 0 0,'0'0'825'0'0,"1"0"-608"0"0,0-1-1 0 0,1 1 0 0 0,-1 0 1 0 0,1 0-1 0 0,-1 1 0 0 0,1-1 0 0 0,-1 0 1 0 0,1 0-1 0 0,-1 1 0 0 0,1-1 1 0 0,-1 1-1 0 0,0-1 0 0 0,1 1 1 0 0,1 1-1 0 0,14 9 688 0 0,-1 0-1 0 0,-1 1 1 0 0,0 1-1 0 0,0 1 1 0 0,-2 0 0 0 0,19 24-1 0 0,64 103 221 0 0,-90-131-991 0 0,23 45-64 0 0,-23-42-377 0 0,0 0 0 0 0,1 0 1 0 0,1-1-1 0 0,0 0 0 0 0,0 0 1 0 0,20 20-1 0 0,-15-23-1169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6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1 123 6913 0 0,'0'6'1676'0'0,"8"10"-438"0"0,20 29 506 0 0,-7-13-296 0 0,-3-1-593 0 0,21 36-333 0 0,-35-61-517 0 0,0 0 0 0 0,1 0 0 0 0,0-1 0 0 0,0 1 0 0 0,0-1-1 0 0,1-1 1 0 0,12 9 0 0 0,-18-13-7 0 0,0 0 1 0 0,0 1-1 0 0,0-1 0 0 0,0 0 0 0 0,1 0 1 0 0,-1 0-1 0 0,0 0 0 0 0,0 0 0 0 0,0 0 1 0 0,0 1-1 0 0,0-1 0 0 0,1 0 0 0 0,-1 0 1 0 0,0 0-1 0 0,0 0 0 0 0,0 0 0 0 0,1 0 1 0 0,-1 0-1 0 0,0 0 0 0 0,0 0 0 0 0,0 0 1 0 0,1 0-1 0 0,-1 0 0 0 0,0 0 0 0 0,0 0 1 0 0,0 0-1 0 0,1 0 0 0 0,-1 0 0 0 0,0 0 1 0 0,0 0-1 0 0,0 0 0 0 0,0 0 0 0 0,1 0 1 0 0,-1-1-1 0 0,0 1 0 0 0,0 0 0 0 0,0 0 1 0 0,0 0-1 0 0,1 0 0 0 0,-1 0 0 0 0,0 0 1 0 0,0-1-1 0 0,0 1 0 0 0,-1-11-75 0 0,-11-18-26 0 0,10 25 99 0 0,-8-21-77 0 0,1 0 0 0 0,2 0 0 0 0,0-1 0 0 0,-3-28 0 0 0,8 36 51 0 0,0 1 0 0 0,1 0 0 0 0,1-1 0 0 0,1 1 0 0 0,0-1-1 0 0,1 1 1 0 0,6-21 0 0 0,-8 38 71 0 0,0-1-1 0 0,0 1 1 0 0,0 0-1 0 0,0-1 1 0 0,0 1-1 0 0,0-1 1 0 0,0 1-1 0 0,0-1 0 0 0,0 1 1 0 0,0-1-1 0 0,1 1 1 0 0,-1 0-1 0 0,0-1 1 0 0,0 1-1 0 0,0-1 1 0 0,1 1-1 0 0,-1 0 1 0 0,0-1-1 0 0,1 1 1 0 0,-1 0-1 0 0,0-1 1 0 0,1 1-1 0 0,-1 0 1 0 0,0-1-1 0 0,1 1 1 0 0,-1 0-1 0 0,1 0 1 0 0,-1 0-1 0 0,0-1 0 0 0,1 1 1 0 0,-1 0-1 0 0,1 0 1 0 0,-1 0-1 0 0,1 0 1 0 0,-1 0-1 0 0,1 0 1 0 0,-1 0-1 0 0,1 0 1 0 0,-1 0-1 0 0,0 0 1 0 0,1 0-1 0 0,-1 0 1 0 0,1 0-1 0 0,-1 0 1 0 0,1 0-1 0 0,-1 1 1 0 0,1-1-1 0 0,-1 0 0 0 0,0 0 1 0 0,1 0-1 0 0,-1 1 1 0 0,1-1-1 0 0,-1 0 1 0 0,0 0-1 0 0,1 1 1 0 0,-1-1-1 0 0,0 0 1 0 0,1 1-1 0 0,-1-1 1 0 0,0 1-1 0 0,0-1 1 0 0,1 0-1 0 0,-1 1 1 0 0,0-1-1 0 0,0 1 1 0 0,25 39 1706 0 0,-16-24-1658 0 0,5 2-529 0 0,0-1 1 0 0,1 0-1 0 0,1-1 1 0 0,34 27-1 0 0,-28-27-1163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6.9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3 6913 0 0,'-1'0'35'0'0,"0"-1"0"0"0,0 1 0 0 0,0 0-1 0 0,0-1 1 0 0,0 1 0 0 0,0 0 0 0 0,0 0-1 0 0,0 0 1 0 0,0 0 0 0 0,0 0 0 0 0,0 0-1 0 0,1 0 1 0 0,-1 0 0 0 0,0 0-1 0 0,0 0 1 0 0,0 0 0 0 0,0 1 0 0 0,0-1-1 0 0,0 0 1 0 0,0 1 0 0 0,-1 0 0 0 0,-11 20 1057 0 0,12-20-1023 0 0,-3 12 376 0 0,-1 0 0 0 0,2 0 0 0 0,0 1 0 0 0,1-1 0 0 0,0 1 1 0 0,1-1-1 0 0,0 1 0 0 0,1 0 0 0 0,1 0 0 0 0,0-1 0 0 0,3 15 0 0 0,1-1-71 0 0,1 0 0 0 0,2 0 1 0 0,0-1-1 0 0,19 38 0 0 0,-15-38-455 0 0,2-1-1 0 0,1-1 0 0 0,1-1 1 0 0,1 0-1 0 0,1-1 0 0 0,1-1 0 0 0,1 0 1 0 0,1-2-1 0 0,0 0 0 0 0,1-2 1 0 0,1 0-1 0 0,1-1 0 0 0,0-2 1 0 0,41 18-1 0 0,-35-22-5262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2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3681 0 0,'-1'1'232'0'0,"0"0"0"0"0,0 0 0 0 0,0 0 0 0 0,0 0 0 0 0,0 1 0 0 0,0-1 0 0 0,0 0 0 0 0,0 0 0 0 0,0 1 0 0 0,0-1 0 0 0,1 1 0 0 0,-1-1 0 0 0,1 1 0 0 0,-1-1 0 0 0,1 1 0 0 0,0-1 0 0 0,-1 1 0 0 0,1-1 0 0 0,0 1 1 0 0,0 0-1 0 0,0-1 0 0 0,0 1 0 0 0,0-1 0 0 0,1 1 0 0 0,-1-1 0 0 0,0 1 0 0 0,1-1 0 0 0,-1 1 0 0 0,1 1 0 0 0,20 51 2351 0 0,-19-50-2274 0 0,19 36 1721 0 0,44 63 0 0 0,-13-24-1012 0 0,-25-35-801 0 0,-10-19-397 0 0,-1 1 0 0 0,-1 1 0 0 0,-2 0 0 0 0,0 1 0 0 0,10 36 0 0 0,-20-34-3094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116 417 3225 0 0,'-14'-16'159'0'0,"1"-1"1"0"0,0 0 0 0 0,1-1-1 0 0,1 0 1 0 0,-15-32-1 0 0,21 39 166 0 0,1 0 0 0 0,0-1 0 0 0,0 1 0 0 0,1-1 0 0 0,1 0 0 0 0,0 1 0 0 0,1-1 0 0 0,0 0 0 0 0,0 0 0 0 0,1 0 0 0 0,3-18 0 0 0,-1 22-134 0 0,1 0 0 0 0,0 1 0 0 0,0-1 0 0 0,0 1-1 0 0,1-1 1 0 0,0 1 0 0 0,1 0 0 0 0,0 1 0 0 0,0-1 0 0 0,0 1 0 0 0,1 0 0 0 0,0 0 0 0 0,8-6 0 0 0,-11 10-67 0 0,0 0 0 0 0,0 0-1 0 0,0 0 1 0 0,1 0 0 0 0,-1 0-1 0 0,1 1 1 0 0,-1 0 0 0 0,1-1 0 0 0,-1 1-1 0 0,1 1 1 0 0,0-1 0 0 0,-1 0 0 0 0,6 1-1 0 0,-6 0-6 0 0,0 1 0 0 0,0-1 0 0 0,-1 1 0 0 0,1-1 0 0 0,0 1 0 0 0,0 0 0 0 0,-1 1 0 0 0,1-1 0 0 0,-1 0 0 0 0,1 1 0 0 0,-1-1 0 0 0,0 1 0 0 0,1 0 0 0 0,-1-1 0 0 0,0 1 0 0 0,0 0 0 0 0,0 1 0 0 0,-1-1 0 0 0,4 4 0 0 0,1 4-13 0 0,-1 0-1 0 0,0 1 0 0 0,0-1 1 0 0,-1 1-1 0 0,0 0 1 0 0,-1 0-1 0 0,0 1 0 0 0,-1-1 1 0 0,0 0-1 0 0,0 21 1 0 0,-2 13 47 0 0,-7 60 1 0 0,7-99-101 0 0,-6 39 95 0 0,3-29 31 0 0,1-1 1 0 0,0 0 0 0 0,2 1 0 0 0,-1-1 0 0 0,4 23 0 0 0,-3-37-151 0 0,0 0 0 0 0,0 0 0 0 0,1 0 1 0 0,-1 0-1 0 0,0 0 0 0 0,0-1 0 0 0,1 1 0 0 0,-1 0 1 0 0,1 0-1 0 0,-1 0 0 0 0,1 0 0 0 0,-1-1 0 0 0,1 1 1 0 0,0 0-1 0 0,-1-1 0 0 0,1 1 0 0 0,0 0 0 0 0,-1-1 1 0 0,1 1-1 0 0,0-1 0 0 0,0 1 0 0 0,0-1 0 0 0,-1 1 1 0 0,1-1-1 0 0,0 0 0 0 0,1 1 0 0 0,0-1 13 0 0,1 0 1 0 0,-1 1-1 0 0,0-1 0 0 0,0-1 0 0 0,1 1 0 0 0,-1 0 0 0 0,0 0 0 0 0,0-1 0 0 0,0 0 0 0 0,4-1 1 0 0,4-2 3 0 0,0-1 0 0 0,0 0 1 0 0,12-9-1 0 0,-9 4-283 0 0,-1 0-1 0 0,19-19 0 0 0,3-8-3978 0 0,-25 27 1600 0 0,3-4-2279 0 0</inkml:trace>
  <inkml:trace contextRef="#ctx0" brushRef="#br0" timeOffset="1">542 168 4609 0 0,'11'-1'1462'0'0,"-1"0"1"0"0,0-1-1 0 0,19-6 0 0 0,89-47-1402 0 0,-106 49-3873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4609 0 0,'0'0'24'0'0,"-1"1"0"0"0,0 0 1 0 0,1 0-1 0 0,-1 0 0 0 0,1-1 0 0 0,-1 1 0 0 0,1 0 1 0 0,-1 0-1 0 0,1 0 0 0 0,0 0 0 0 0,-1 0 0 0 0,1 0 0 0 0,0 0 1 0 0,0 0-1 0 0,0 0 0 0 0,-1 0 0 0 0,1 0 0 0 0,0 0 1 0 0,1 0-1 0 0,-1 0 0 0 0,0 0 0 0 0,0 0 0 0 0,0 0 1 0 0,0 0-1 0 0,1 0 0 0 0,-1 0 0 0 0,1 0 0 0 0,-1 0 1 0 0,1 0-1 0 0,-1 0 0 0 0,1 0 0 0 0,-1-1 0 0 0,1 1 0 0 0,0 0 1 0 0,-1 0-1 0 0,2 0 0 0 0,35 36 898 0 0,-21-23-484 0 0,93 96 2771 0 0,-33-40-4714 0 0,-75-69 1464 0 0,0-1 0 0 0,0 1-1 0 0,0 0 1 0 0,0-1-1 0 0,0 1 1 0 0,0 0 0 0 0,0-1-1 0 0,0 1 1 0 0,0-1-1 0 0,0 0 1 0 0,0 1 0 0 0,0-1-1 0 0,0 0 1 0 0,0 1-1 0 0,0-1 1 0 0,0 0-1 0 0,0 0 1 0 0,2 0 0 0 0,5-3 21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8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10 9674 0 0,'0'0'14'0'0,"0"0"0"0"0,0 0 0 0 0,0 0-1 0 0,-1 0 1 0 0,1 0 0 0 0,0 0 0 0 0,0 0 0 0 0,0-1 0 0 0,-1 1 0 0 0,1 0-1 0 0,0 0 1 0 0,0 0 0 0 0,0 0 0 0 0,0 0 0 0 0,0 0 0 0 0,-1-1-1 0 0,1 1 1 0 0,0 0 0 0 0,0 0 0 0 0,0 0 0 0 0,0-1 0 0 0,0 1-1 0 0,0 0 1 0 0,0 0 0 0 0,0 0 0 0 0,0 0 0 0 0,-1-1 0 0 0,1 1 0 0 0,0 0-1 0 0,0 0 1 0 0,0-1 0 0 0,0 1 0 0 0,0 0 0 0 0,0 0 0 0 0,0 0-1 0 0,0-1 1 0 0,1 1 0 0 0,-1 0 0 0 0,0 0 0 0 0,0 0 0 0 0,0-1-1 0 0,0 1 1 0 0,0 0 0 0 0,0 0 0 0 0,0 0 0 0 0,0 0 0 0 0,0-1 0 0 0,1 1-1 0 0,-1 0 1 0 0,0 0 0 0 0,0 0 0 0 0,0 0 0 0 0,0 0 0 0 0,1-1-1 0 0,-1 1 1 0 0,0 0 0 0 0,0 0 0 0 0,0 0 0 0 0,20 0 518 0 0,22 11 1070 0 0,-24-2-1072 0 0,0 2 0 0 0,-1 0 0 0 0,0 1 0 0 0,-1 0 0 0 0,0 2 0 0 0,-1 0 0 0 0,0 0 0 0 0,-1 1 0 0 0,16 24 0 0 0,2 8 106 0 0,-2 1 0 0 0,29 62-1 0 0,-28-45-509 0 0,24 78 0 0 0,-33-74-430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9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28 126 6913 0 0,'-18'-9'786'0'0,"8"1"-2917"0"0,32 6 2649 0 0,0-1 0 0 0,-1 0 1 0 0,1-2-1 0 0,-1-1 0 0 0,23-9 0 0 0,26-6 695 0 0,3 4-336 0 0,0 3-1 0 0,1 4 1 0 0,87-2 0 0 0,-52 12-292 0 0,166 20 0 0 0,-133-2-350 0 0,208 0 0 0 0,-26-39-74 0 0,-174 8 618 0 0,249 11 1 0 0,-112 44-241 0 0,-6 25 124 0 0,-138-31-538 0 0,-66-18-88 0 0,0-4 0 0 0,1-4 0 0 0,1-2 0 0 0,-1-5 0 0 0,1-2 0 0 0,0-4 0 0 0,-1-4 0 0 0,82-17 0 0 0,434-72 1373 0 0,-532 92-1411 0 0,-1 2 1 0 0,1 3-1 0 0,0 3 1 0 0,-1 2-1 0 0,0 4 0 0 0,77 20 1 0 0,-115-24-218 0 0,1-1 1 0 0,-1-1-1 0 0,44 2 0 0 0,-60-6-121 0 0,0 0-1 0 0,0 0 1 0 0,1-1-1 0 0,-1 1 1 0 0,0-2-1 0 0,0 1 1 0 0,0-1-1 0 0,0 0 1 0 0,-1-1-1 0 0,1 1 1 0 0,0-1-1 0 0,-1-1 1 0 0,0 1-1 0 0,0-1 1 0 0,0 0-1 0 0,0-1 1 0 0,5-4-1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0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0 5529 0 0,'-4'1'189'0'0,"0"1"0"0"0,-1-1 0 0 0,1 1 0 0 0,0 0 0 0 0,0 0 0 0 0,0 0 0 0 0,0 1 0 0 0,0-1 0 0 0,0 1 0 0 0,-3 3 1 0 0,6-5-97 0 0,1-1 1 0 0,-1 1-1 0 0,1 0 1 0 0,-1-1-1 0 0,1 1 1 0 0,-1 0-1 0 0,1 0 1 0 0,-1 0-1 0 0,1-1 1 0 0,0 1 0 0 0,-1 0-1 0 0,1 0 1 0 0,0 0-1 0 0,0 0 1 0 0,0-1-1 0 0,0 1 1 0 0,0 0-1 0 0,0 0 1 0 0,0 0-1 0 0,0 0 1 0 0,0 1 0 0 0,1 0 40 0 0,0-1 0 0 0,-1 1 0 0 0,1-1 0 0 0,0 1 0 0 0,0-1 0 0 0,0 0 0 0 0,0 0 0 0 0,1 0 1 0 0,-1 1-1 0 0,0-1 0 0 0,0 0 0 0 0,1 0 0 0 0,-1-1 0 0 0,1 1 0 0 0,-1 0 0 0 0,3 1 1 0 0,62 28 2481 0 0,-41-21-2166 0 0,-1 2 0 0 0,0 1-1 0 0,0 1 1 0 0,34 26 0 0 0,-53-34-398 0 0,1-1 0 0 0,-1 2 0 0 0,0-1 0 0 0,0 1 0 0 0,-1-1 0 0 0,1 1 0 0 0,-1 0 0 0 0,-1 1 0 0 0,1-1 0 0 0,-1 1 0 0 0,0 0 0 0 0,0 0 0 0 0,-1 0 0 0 0,0 0 0 0 0,0 0 0 0 0,-1 0 0 0 0,0 0 0 0 0,0 1 0 0 0,-1-1 0 0 0,0 1 0 0 0,-1 10 0 0 0,-1-10-97 0 0,0 1 1 0 0,0-1-1 0 0,-1 0 1 0 0,0 0-1 0 0,0 0 1 0 0,-1 0-1 0 0,0 0 1 0 0,-1-1-1 0 0,1 1 1 0 0,-1-1-1 0 0,-1 0 1 0 0,-7 7-1 0 0,-1 1-792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1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0 254 1376 0 0,'9'-57'1403'0'0,"-1"16"-917"0"0,-7-26 663 0 0,-1 48 542 0 0,0 0-1 0 0,5-32 1 0 0,13 93 1666 0 0,13 82-1748 0 0,-5-15-1187 0 0,4-1 1 0 0,48 111-1 0 0,-68-198-1422 0 0,1-2-260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1.7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0 4609 0 0,'-1'0'88'0'0,"-1"0"-1"0"0,1 1 1 0 0,0-1 0 0 0,0 0-1 0 0,0 0 1 0 0,-1 1 0 0 0,1-1-1 0 0,0 1 1 0 0,0-1 0 0 0,0 1-1 0 0,0-1 1 0 0,0 1 0 0 0,0 0-1 0 0,0-1 1 0 0,0 1 0 0 0,0 0-1 0 0,0 0 1 0 0,0 0 0 0 0,-1 2-1 0 0,-4 24 1623 0 0,5-22-1766 0 0,0 10 333 0 0,0 1-1 0 0,1-1 0 0 0,1 0 0 0 0,0 1 0 0 0,2-1 1 0 0,-1 0-1 0 0,2 0 0 0 0,0 0 0 0 0,0-1 1 0 0,1 1-1 0 0,14 25 0 0 0,-15-33-243 0 0,0 0-1 0 0,1-1 1 0 0,-1 1 0 0 0,2-1 0 0 0,-1 0-1 0 0,0 0 1 0 0,1-1 0 0 0,0 0 0 0 0,0 0-1 0 0,1 0 1 0 0,-1-1 0 0 0,1 0-1 0 0,0 0 1 0 0,0-1 0 0 0,1 1 0 0 0,-1-2-1 0 0,1 1 1 0 0,-1-1 0 0 0,1 0 0 0 0,0-1-1 0 0,0 0 1 0 0,-1 0 0 0 0,1 0 0 0 0,13-2-1 0 0,-14 1 38 0 0,1-2 0 0 0,-1 1 0 0 0,0-1 0 0 0,0 0-1 0 0,0 0 1 0 0,0-1 0 0 0,0 0 0 0 0,0 0 0 0 0,0-1 0 0 0,-1 1-1 0 0,0-2 1 0 0,0 1 0 0 0,0-1 0 0 0,7-7 0 0 0,-10 9-34 0 0,0 0 1 0 0,0 1 0 0 0,-1-2-1 0 0,0 1 1 0 0,1 0 0 0 0,-1 0-1 0 0,-1-1 1 0 0,1 1 0 0 0,0-1-1 0 0,-1 0 1 0 0,0 1 0 0 0,1-1-1 0 0,-2 0 1 0 0,1 0 0 0 0,0 0 0 0 0,-1 0-1 0 0,0 0 1 0 0,1 0 0 0 0,-2 1-1 0 0,1-1 1 0 0,0 0 0 0 0,-1 0-1 0 0,0 0 1 0 0,0 0 0 0 0,0 0-1 0 0,0 1 1 0 0,0-1 0 0 0,-5-6-1 0 0,1 1 81 0 0,-1 0 0 0 0,0 1 0 0 0,-1 0 0 0 0,0 0 0 0 0,0 1-1 0 0,-1 0 1 0 0,0 0 0 0 0,0 1 0 0 0,-1 0 0 0 0,1 0-1 0 0,-1 1 1 0 0,0 0 0 0 0,-1 0 0 0 0,-11-3 0 0 0,8 4-502 0 0,1 0 0 0 0,-1 1 0 0 0,0 0 0 0 0,0 1 0 0 0,0 0 0 0 0,0 1 0 0 0,0 1 0 0 0,-1 0 0 0 0,1 1 0 0 0,-24 4 1 0 0,24-1-897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2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87 7834 0 0,'-1'5'200'0'0,"0"1"0"0"0,0 0 0 0 0,1 0 0 0 0,0 0 0 0 0,0 0 0 0 0,0 0 0 0 0,1 0 0 0 0,0 0 0 0 0,2 8 1 0 0,0 4 361 0 0,-1 0-124 0 0,1-1 0 0 0,0 0 0 0 0,10 32 1 0 0,-10-44-416 0 0,-1 1 1 0 0,0-1 0 0 0,1 0-1 0 0,0 0 1 0 0,1 0 0 0 0,-1-1-1 0 0,1 1 1 0 0,-1-1-1 0 0,1 0 1 0 0,1 0 0 0 0,-1 0-1 0 0,0 0 1 0 0,1-1 0 0 0,0 0-1 0 0,9 5 1 0 0,-4-3 3 0 0,0-1 0 0 0,0 0-1 0 0,1-1 1 0 0,12 2 0 0 0,-18-4-27 0 0,0 0 0 0 0,-1 0 0 0 0,1-1 1 0 0,0 0-1 0 0,-1 0 0 0 0,1-1 0 0 0,0 1 0 0 0,0-1 0 0 0,-1 0 1 0 0,1 0-1 0 0,-1 0 0 0 0,7-3 0 0 0,-11 3-6 0 0,1 1 0 0 0,0 0 1 0 0,-1-1-1 0 0,1 1 0 0 0,0-1 0 0 0,-1 1 0 0 0,1-1 0 0 0,-1 1 0 0 0,1-1 1 0 0,-1 1-1 0 0,1-1 0 0 0,-1 0 0 0 0,1 1 0 0 0,-1-1 0 0 0,0 0 1 0 0,1 1-1 0 0,-1-1 0 0 0,0 0 0 0 0,0 0 0 0 0,1 1 0 0 0,-1-1 0 0 0,0 0 1 0 0,0 0-1 0 0,0 1 0 0 0,0-1 0 0 0,0 0 0 0 0,0 0 0 0 0,0 0 1 0 0,0 1-1 0 0,0-1 0 0 0,0 0 0 0 0,-1 0 0 0 0,1 1 0 0 0,0-1 0 0 0,-1 0 1 0 0,1 1-1 0 0,0-1 0 0 0,-1 0 0 0 0,1 1 0 0 0,0-1 0 0 0,-1 0 1 0 0,1 1-1 0 0,-1-1 0 0 0,0 1 0 0 0,1-1 0 0 0,-1 1 0 0 0,0-1 0 0 0,-35-31-243 0 0,29 27 206 0 0,-6-6 82 0 0,0 0 0 0 0,0-1 0 0 0,1 0-1 0 0,0-1 1 0 0,1 0 0 0 0,-17-28 0 0 0,26 37-33 0 0,0 0-1 0 0,0 0 0 0 0,0 0 0 0 0,0 0 0 0 0,1-1 1 0 0,0 1-1 0 0,0-1 0 0 0,0 1 0 0 0,0-1 0 0 0,1 1 0 0 0,0-1 1 0 0,0 1-1 0 0,0-1 0 0 0,0 0 0 0 0,1 1 0 0 0,0-1 1 0 0,0 1-1 0 0,0-1 0 0 0,0 1 0 0 0,1 0 0 0 0,-1-1 0 0 0,1 1 1 0 0,0 0-1 0 0,1 0 0 0 0,-1 0 0 0 0,1 1 0 0 0,-1-1 1 0 0,1 1-1 0 0,0-1 0 0 0,1 1 0 0 0,3-4 0 0 0,-2 3 61 0 0,1-1-1 0 0,0 1 0 0 0,0-1 1 0 0,0 2-1 0 0,1-1 0 0 0,-1 1 1 0 0,1 0-1 0 0,0 0 0 0 0,0 1 1 0 0,0-1-1 0 0,8 0 0 0 0,-12 2-36 0 0,1 1 0 0 0,-1 0 0 0 0,0-1 0 0 0,0 1 0 0 0,0 0 0 0 0,0 1 0 0 0,1-1 0 0 0,-1 0-1 0 0,0 1 1 0 0,0 0 0 0 0,0 0 0 0 0,0 0 0 0 0,0 0 0 0 0,0 0 0 0 0,0 1 0 0 0,0-1 0 0 0,-1 1 0 0 0,1 0 0 0 0,0 0 0 0 0,-1 0 0 0 0,1 0-1 0 0,-1 0 1 0 0,0 0 0 0 0,0 1 0 0 0,0-1 0 0 0,0 1 0 0 0,2 3 0 0 0,3 9-76 0 0,-1 0 0 0 0,-1 0 0 0 0,0 0 0 0 0,-1 1 0 0 0,4 28 0 0 0,9 38-237 0 0,-14-75 268 0 0,-1 1 1 0 0,1-1 0 0 0,1 0-1 0 0,-1 0 1 0 0,1-1 0 0 0,0 1-1 0 0,1-1 1 0 0,7 9 0 0 0,-8-12 4 0 0,0 1 0 0 0,0-1 0 0 0,1 0 0 0 0,-1 0 1 0 0,1 0-1 0 0,0 0 0 0 0,0-1 0 0 0,0 0 0 0 0,0 0 0 0 0,0 0 1 0 0,1-1-1 0 0,-1 0 0 0 0,1 0 0 0 0,-1 0 0 0 0,0-1 0 0 0,1 1 0 0 0,-1-1 1 0 0,1-1-1 0 0,-1 1 0 0 0,1-1 0 0 0,-1 0 0 0 0,1 0 0 0 0,-1 0 0 0 0,0-1 1 0 0,5-2-1 0 0,-3 1 41 0 0,0 1-1 0 0,0-1 1 0 0,-1-1 0 0 0,1 1 0 0 0,-1-1 0 0 0,0-1-1 0 0,0 1 1 0 0,-1-1 0 0 0,1 0 0 0 0,-1 0 0 0 0,0 0-1 0 0,0-1 1 0 0,-1 0 0 0 0,0 0 0 0 0,0 0 0 0 0,0 0-1 0 0,-1-1 1 0 0,5-9 0 0 0,-7 11 66 0 0,-1 1 1 0 0,1-1-1 0 0,0 1 0 0 0,-1-1 1 0 0,0 1-1 0 0,0-1 0 0 0,0 0 1 0 0,-1 1-1 0 0,0-1 0 0 0,0 1 1 0 0,0-1-1 0 0,0 1 0 0 0,-1-1 1 0 0,1 1-1 0 0,-1 0 0 0 0,0 0 1 0 0,0 0-1 0 0,-1 0 0 0 0,1 0 1 0 0,-1 0-1 0 0,0 1 0 0 0,0-1 1 0 0,0 1-1 0 0,-1 0 0 0 0,1 0 1 0 0,-1 0-1 0 0,-5-3 0 0 0,-2-2 44 0 0,0 1 0 0 0,-1 0 0 0 0,0 1 0 0 0,0 1 0 0 0,0 0 0 0 0,-1 0 0 0 0,1 1 0 0 0,-19-3 0 0 0,17 5-550 0 0,0 0-1 0 0,0 1 1 0 0,-1 0 0 0 0,1 1 0 0 0,0 0-1 0 0,0 2 1 0 0,-17 3 0 0 0,11 1-4910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2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8 11979 0 0,'-5'-2'112'0'0,"-12"-3"1585"0"0,16 5-1633 0 0,1 0 0 0 0,-1 0 0 0 0,1 0 1 0 0,0 0-1 0 0,-1 0 0 0 0,1 0 0 0 0,-1 1 1 0 0,1-1-1 0 0,0 0 0 0 0,-1 0 1 0 0,1 0-1 0 0,0 1 0 0 0,-1-1 0 0 0,1 0 1 0 0,0 0-1 0 0,-1 1 0 0 0,1-1 0 0 0,0 0 1 0 0,0 0-1 0 0,-1 1 0 0 0,1-1 0 0 0,0 0 1 0 0,0 1-1 0 0,0-1 0 0 0,-1 1 0 0 0,1-1 1 0 0,0 0-1 0 0,0 1 0 0 0,0-1 1 0 0,0 1-1 0 0,0-1 0 0 0,0 0 0 0 0,0 1 1 0 0,0-1-1 0 0,0 1 0 0 0,0-1 0 0 0,0 0 1 0 0,0 1-1 0 0,0 0 0 0 0,0-1-272 0 0,31 18-7976 0 0,-27-17 7460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3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1 141 10594 0 0,'8'-2'62'0'0,"-1"0"-1"0"0,1 0 0 0 0,-1-1 1 0 0,1 0-1 0 0,10-6 0 0 0,9-3 523 0 0,78-34 1685 0 0,-27 11-1933 0 0,-25 14-4057 0 0,-38 16-764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3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0,'8'8'1336'0'0,"-1"1"1"0"0,0 0 0 0 0,-1 0-1 0 0,10 18 1 0 0,16 42 1904 0 0,-23-47-4364 0 0,1 0 0 0 0,20 33 1 0 0,-19-41-3074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6913 0 0,'8'-6'851'0'0,"0"-1"-1"0"0,1 2 0 0 0,18-11 0 0 0,31-9 71 0 0,1 4-4180 0 0,-42 16 2020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2 3681 0 0,'-4'-1'449'0'0,"-1"1"0"0"0,0-1 0 0 0,0 1 1 0 0,0 1-1 0 0,0-1 0 0 0,-6 2 0 0 0,-15 1 4279 0 0,27 0-4189 0 0,0 1 1 0 0,0 0-1 0 0,1-1 0 0 0,-1 1 1 0 0,1-1-1 0 0,-1 1 0 0 0,5 5 0 0 0,-4-9-314 0 0,1 0 0 0 0,-1-1-1 0 0,1 1 1 0 0,0 0-1 0 0,-1-1 1 0 0,0 1-1 0 0,1-1 1 0 0,-1 0 0 0 0,1 0-1 0 0,-1 0 1 0 0,0 0-1 0 0,0 0 1 0 0,1 0 0 0 0,1-3-1 0 0,16 47-23 0 0,-10-20-290 0 0,1-1-1 0 0,1 0 1 0 0,1 0 0 0 0,1-1 0 0 0,20 23-1 0 0,-21-30-511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9 1376 0 0,'-2'-1'361'0'0,"0"0"-1"0"0,0 0 1 0 0,-1 0-1 0 0,1 0 1 0 0,0 0-1 0 0,0 0 1 0 0,-1 1-1 0 0,1-1 1 0 0,0 1-1 0 0,-1 0 1 0 0,1-1-1 0 0,-1 1 1 0 0,1 0-1 0 0,0 1 1 0 0,-1-1-1 0 0,-3 1 1 0 0,-47 10 1716 0 0,41-8-1393 0 0,-67 23-8 0 0,60-18-4544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0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7 5529 0 0,'-8'-7'7696'0'0,"30"28"-5580"0"0,21 15-332 0 0,64 71 0 0 0,-46-43-4083 0 0,-16-15-3422 0 0,-37-38 1529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0 2761 0 0,'-4'4'90'0'0,"-1"-1"0"0"0,1 1 1 0 0,1 0-1 0 0,-1 0 0 0 0,1 1 1 0 0,0-1-1 0 0,-1 1 1 0 0,2 0-1 0 0,-5 8 0 0 0,-4 7 618 0 0,-209 304 8298 0 0,220-324-8969 0 0,0 1 0 0 0,-1-1 0 0 0,1 0 0 0 0,0 0 0 0 0,0 1 0 0 0,-1-1 0 0 0,1 0 0 0 0,0 1 0 0 0,0-1 0 0 0,0 0 0 0 0,0 1 0 0 0,0-1 0 0 0,-1 0 0 0 0,1 1 0 0 0,0-1 0 0 0,0 0 0 0 0,0 1 0 0 0,0-1 0 0 0,0 1 0 0 0,0-1 0 0 0,0 0 0 0 0,0 1 0 0 0,0-1 0 0 0,0 0 0 0 0,0 1 0 0 0,1-1 0 0 0,-1 1 0 0 0,0-1 0 0 0,0 0 0 0 0,0 1 0 0 0,0-1 0 0 0,0 0 0 0 0,1 0 0 0 0,-1 1 0 0 0,14 2 561 0 0,18-7-86 0 0,95-47-318 0 0,-72 27-2676 0 0,-34 15-2467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4 155 2761 0 0,'0'0'67'0'0,"0"0"1"0"0,0 0-1 0 0,-1 0 0 0 0,1-1 1 0 0,0 1-1 0 0,0 0 1 0 0,-1-1-1 0 0,1 1 1 0 0,0 0-1 0 0,0 0 1 0 0,0-1-1 0 0,0 1 1 0 0,-1 0-1 0 0,1-1 1 0 0,0 1-1 0 0,0 0 1 0 0,0-1-1 0 0,0 1 1 0 0,0 0-1 0 0,0-1 1 0 0,0 1-1 0 0,0 0 1 0 0,0-1-1 0 0,0 1 1 0 0,0 0-1 0 0,0-1 0 0 0,0 1 1 0 0,0-1-1 0 0,0 1 1 0 0,1 0-1 0 0,-1 0 1 0 0,0-1-1 0 0,0 1 1 0 0,0 0-1 0 0,1-1 1 0 0,13-15 1323 0 0,25-15-175 0 0,-32 27-949 0 0,114-77 683 0 0,-104 70-1018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8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4 8290 0 0,'-1'-1'50'0'0,"1"1"0"0"0,0 0 0 0 0,-1-1 0 0 0,1 1 0 0 0,-1 0 0 0 0,1 0 0 0 0,-1 0 0 0 0,1-1 0 0 0,-1 1 0 0 0,1 0 1 0 0,-1 0-1 0 0,1 0 0 0 0,-1 0 0 0 0,1 0 0 0 0,-1 0 0 0 0,1 0 0 0 0,-1 0 0 0 0,1 0 0 0 0,0 0 0 0 0,-1 0 0 0 0,1 0 0 0 0,-1 1 0 0 0,1-1 0 0 0,-1 0 1 0 0,1 0-1 0 0,-1 0 0 0 0,1 1 0 0 0,-1-1 0 0 0,1 0 0 0 0,0 0 0 0 0,-1 1 0 0 0,1-1 0 0 0,-1 0 0 0 0,1 1 0 0 0,0-1 0 0 0,-1 1 0 0 0,1-1 0 0 0,0 0 1 0 0,-1 1-1 0 0,-7 28 1320 0 0,7 34 635 0 0,3-45-1626 0 0,0 0-1 0 0,1 0 0 0 0,1 0 1 0 0,1 0-1 0 0,0-1 0 0 0,1 1 0 0 0,16 29 1 0 0,-10-25-937 0 0,23 32 0 0 0,22 13-5143 0 0,-30-38 2136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9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22 2761 0 0,'9'-12'538'0'0,"-1"3"2148"0"0,-6 25-1007 0 0,-41 971 1307 0 0,67-342-2716 0 0,0-370-3440 0 0,-21-217-163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9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1 783 920 0 0,'0'-2'4'0'0,"0"-1"1"0"0,0 1-1 0 0,0 0 0 0 0,0 0 0 0 0,1-1 1 0 0,-1 1-1 0 0,0 0 0 0 0,1 0 0 0 0,0 0 1 0 0,-1 0-1 0 0,1 0 0 0 0,0 0 1 0 0,0 0-1 0 0,0 0 0 0 0,1 0 0 0 0,2-3 1 0 0,-1 1 30 0 0,1-1 1 0 0,0 2 0 0 0,1-1-1 0 0,-1 1 1 0 0,1-1 0 0 0,7-3-1 0 0,5-1 221 0 0,0 0-1 0 0,0 1 1 0 0,21-5-1 0 0,307-60 1861 0 0,-134 32-1471 0 0,805-122 1980 0 0,291-28-1979 0 0,-559 125-3762 0 0,-669 62 3069 0 0,-21-2-106 0 0,0-2 0 0 0,81-20 0 0 0,108-46-552 0 0,-203 56 705 0 0,-3 0 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0.2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4374 1 6449 0 0,'0'0'670'0'0,"1"0"-565"0"0,0 0 0 0 0,0 1 0 0 0,0-1 0 0 0,1 0 0 0 0,-1 1 0 0 0,0-1 0 0 0,0 1 0 0 0,0 0 0 0 0,0-1 0 0 0,0 1 0 0 0,-1 0 0 0 0,1-1 0 0 0,0 1 0 0 0,0 0 0 0 0,0 0 0 0 0,-1 0 0 0 0,1 0 0 0 0,0 0 0 0 0,-1 0 0 0 0,1 0 0 0 0,-1 0 0 0 0,1 0 0 0 0,-1 0 0 0 0,1 0 0 0 0,-1 0 0 0 0,0 0 0 0 0,0 0 0 0 0,1 1 0 0 0,-1-1 0 0 0,0 2 0 0 0,2 42 1676 0 0,-2-37-1428 0 0,3 135 1544 0 0,11 197-717 0 0,109 399-1170 0 0,-106-627-10 0 0,4 19 0 0 0,-21-131-11 0 0,1 0-1 0 0,-1 0 0 0 0,0 0 1 0 0,0 0-1 0 0,0 0 0 0 0,0 0 1 0 0,1 0-1 0 0,-1 0 0 0 0,0 0 1 0 0,0 0-1 0 0,0 0 0 0 0,1 0 1 0 0,-1 0-1 0 0,0 0 0 0 0,0 0 1 0 0,0 0-1 0 0,0 0 0 0 0,1 0 1 0 0,-1 0-1 0 0,0 0 0 0 0,0 0 1 0 0,0 0-1 0 0,0-1 0 0 0,1 1 1 0 0,-1 0-1 0 0,0 0 0 0 0,0 0 1 0 0,0 0-1 0 0,0 0 0 0 0,0-1 1 0 0,0 1-1 0 0,0 0 0 0 0,1 0 1 0 0,-1 0-1 0 0,0 0 0 0 0,0-1 1 0 0,0 1-1 0 0,0 0 0 0 0,0 0 1 0 0,0 0-1 0 0,0 0 0 0 0,0-1 1 0 0,0 1-1 0 0,0 0 0 0 0,0 0 1 0 0,0 0-1 0 0,0-1 0 0 0,0 1 1 0 0,0 0-1 0 0,0 0 0 0 0,0 0 1 0 0,0 0-1 0 0,0-1 0 0 0,-1 1 1 0 0,1 0-1 0 0,0 0 0 0 0,0 0 0 0 0,0 0 1 0 0,0-1-1 0 0,0 1 0 0 0,0 0 1 0 0,0 0-1 0 0,-1 0 0 0 0,1 0 1 0 0,0 0-1 0 0,0 0 0 0 0,0-1 1 0 0,-37 10 439 0 0,1-1 1 0 0,-1-2 0 0 0,0-2-1 0 0,0-2 1 0 0,-1-1 0 0 0,-48-5-1 0 0,25 2-609 0 0,0 2 0 0 0,0 3-1 0 0,0 3 1 0 0,-110 24 0 0 0,-231 88-1688 0 0,227-62 1663 0 0,64-21 8 0 0,-235 65-38 0 0,-379 64 1002 0 0,448-104 302 0 0,-407 119 679 0 0,368-91-1376 0 0,178-53-291 0 0,-204 26 1 0 0,287-58 5 0 0,-105-7 0 0 0,35-1-3867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0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10594 0 0,'52'-24'456'0'0,"1"2"0"0"0,1 3 0 0 0,0 1-1 0 0,2 4 1 0 0,0 1 0 0 0,1 3 0 0 0,76-3-1 0 0,98 10 864 0 0,-135 5-2700 0 0,112-13 0 0 0,-188 8-3286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1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22 7370 0 0,'-15'-21'6421'0'0,"31"27"-4506"0"0,5 5-1849 0 0,1 1 0 0 0,-2 2 0 0 0,0 0 1 0 0,0 1-1 0 0,-2 1 0 0 0,0 1 0 0 0,0 0 0 0 0,-2 1 0 0 0,0 1 0 0 0,-1 1 0 0 0,22 38 1 0 0,-36-55-65 0 0,1 0 1 0 0,-1 0 0 0 0,0 1 0 0 0,0-1 0 0 0,0 0 0 0 0,-1 1 0 0 0,1-1-1 0 0,-1 0 1 0 0,1 1 0 0 0,-1-1 0 0 0,0 0 0 0 0,-1 1 0 0 0,1-1 0 0 0,0 0-1 0 0,-1 1 1 0 0,0-1 0 0 0,0 0 0 0 0,0 1 0 0 0,0-1 0 0 0,0 0-1 0 0,-1 0 1 0 0,0 0 0 0 0,1 0 0 0 0,-1 0 0 0 0,0-1 0 0 0,0 1 0 0 0,0 0-1 0 0,-4 2 1 0 0,-7 7 76 0 0,0-1-1 0 0,-1 0 1 0 0,0-1-1 0 0,-23 12 0 0 0,2 0-36 0 0,20-12-311 0 0,-54 38-430 0 0,25-14-4367 0 0,26-17 325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1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0,'5'1'308'0'0,"0"1"-1"0"0,0 0 1 0 0,0 0-1 0 0,0 0 1 0 0,-1 0-1 0 0,1 1 1 0 0,-1 0-1 0 0,5 3 1 0 0,5 4 581 0 0,52 25 1720 0 0,44 28-553 0 0,-97-54-2974 0 0,1 2-1 0 0,23 22 1 0 0,-26-20-3680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2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5 8754 0 0,'-3'-1'100'0'0,"0"0"0"0"0,0 0 0 0 0,0 1 1 0 0,0-1-1 0 0,1 1 0 0 0,-1 0 0 0 0,0 0 1 0 0,0 0-1 0 0,0 0 0 0 0,0 0 0 0 0,0 1 0 0 0,0-1 1 0 0,0 1-1 0 0,0 0 0 0 0,0 0 0 0 0,1 0 0 0 0,-1 0 1 0 0,0 0-1 0 0,1 1 0 0 0,-1-1 0 0 0,1 1 0 0 0,-1 0 1 0 0,1 0-1 0 0,0-1 0 0 0,-3 4 0 0 0,-9 8 792 0 0,1 1 0 0 0,-22 28 0 0 0,26-30-653 0 0,-23 31-170 0 0,-44 75 0 0 0,56-81-5247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3.6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105 369 1376 0 0,'-5'-3'195'0'0,"0"-1"-1"0"0,0 0 0 0 0,0 0 1 0 0,1 0-1 0 0,-1 0 0 0 0,1-1 1 0 0,0 1-1 0 0,-6-11 1 0 0,-23-42 1112 0 0,29 51-899 0 0,0-1-1 0 0,1 0 1 0 0,0 0 0 0 0,1 0-1 0 0,0 0 1 0 0,0 0-1 0 0,0 0 1 0 0,0-10 0 0 0,2 17-328 0 0,0 0 0 0 0,0 0 0 0 0,1-1 0 0 0,-1 1 0 0 0,0 0 0 0 0,0 0 0 0 0,1 0 0 0 0,-1 0 0 0 0,0-1 1 0 0,1 1-1 0 0,-1 0 0 0 0,0 0 0 0 0,1 0 0 0 0,-1 0 0 0 0,0 0 0 0 0,1 0 0 0 0,-1 0 0 0 0,0 0 0 0 0,1 0 0 0 0,-1 0 0 0 0,0 0 0 0 0,1 0 1 0 0,-1 0-1 0 0,0 0 0 0 0,1 0 0 0 0,-1 0 0 0 0,0 1 0 0 0,0-1 0 0 0,1 0 0 0 0,-1 0 0 0 0,0 0 0 0 0,1 0 0 0 0,-1 1 0 0 0,0-1 0 0 0,0 0 1 0 0,1 0-1 0 0,-1 0 0 0 0,0 1 0 0 0,0-1 0 0 0,0 0 0 0 0,1 1 0 0 0,-1-1 0 0 0,0 1 0 0 0,20 13 496 0 0,-17-11-216 0 0,12 8-173 0 0,1-1-1 0 0,0-1 0 0 0,0 0 0 0 0,1-1 1 0 0,0-1-1 0 0,0 0 0 0 0,0-2 0 0 0,1 0 1 0 0,0 0-1 0 0,0-2 0 0 0,1 0 0 0 0,-1-1 1 0 0,1-1-1 0 0,34-3 0 0 0,-51 2-133 0 0,0-1 0 0 0,0 1 0 0 0,0-1 0 0 0,0 1 0 0 0,0-1 0 0 0,0 0 1 0 0,0 0-1 0 0,-1 0 0 0 0,1 0 0 0 0,0 0 0 0 0,-1 0 0 0 0,1 0 0 0 0,0-1 0 0 0,-1 1 0 0 0,0-1 0 0 0,1 1 0 0 0,-1-1 0 0 0,1-1 0 0 0,1-1 7 0 0,-1 0 0 0 0,0 0-1 0 0,0-1 1 0 0,-1 1 0 0 0,1 0 0 0 0,-1-1 0 0 0,1-7-1 0 0,0-6 72 0 0,-1 0 0 0 0,0-1 0 0 0,-3-19 0 0 0,1 32-52 0 0,-2-36 21 0 0,-1-13-207 0 0,3 19-2708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4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7370 0 0,'3'-1'214'0'0,"0"0"1"0"0,0 1 0 0 0,1-1 0 0 0,-1 1 0 0 0,0 0 0 0 0,0 0 0 0 0,0 0 0 0 0,1 1 0 0 0,-1-1 0 0 0,0 1 0 0 0,0 0-1 0 0,0-1 1 0 0,0 1 0 0 0,0 1 0 0 0,0-1 0 0 0,0 0 0 0 0,0 1 0 0 0,0 0 0 0 0,0-1 0 0 0,-1 1 0 0 0,1 0 0 0 0,-1 0 0 0 0,0 1-1 0 0,1-1 1 0 0,-1 0 0 0 0,0 1 0 0 0,3 4 0 0 0,3 5 516 0 0,0 1 0 0 0,0 0 0 0 0,-1 0 0 0 0,8 23 0 0 0,19 46 234 0 0,-8-28-5963 0 0,-10-21-585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3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82 5985 0 0,'-1'-4'265'0'0,"0"-1"-1"0"0,1 0 0 0 0,0 0 1 0 0,0 0-1 0 0,0 0 1 0 0,0 0-1 0 0,1 0 1 0 0,1-6-1 0 0,8-21 4667 0 0,-5 64 186 0 0,1-2-4707 0 0,27 178 967 0 0,0-3-1085 0 0,8 228-226 0 0,-21-202-52 0 0,-17-208-165 0 0,-2-14-224 0 0,1 0 1 0 0,-1 0 0 0 0,0-1 0 0 0,-1 1-1 0 0,0 0 1 0 0,-1 0 0 0 0,0 0 0 0 0,0 0-1 0 0,-4 12 1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4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98 144 6913 0 0,'-2'0'22'0'0,"-45"8"1932"0"0,43-8-1649 0 0,1 1-1 0 0,0-1 1 0 0,0-1 0 0 0,0 1 0 0 0,-1 0-1 0 0,1-1 1 0 0,0 0 0 0 0,0 1 0 0 0,0-1-1 0 0,0 0 1 0 0,0-1 0 0 0,-5-1 0 0 0,8 2-242 0 0,-1 1 1 0 0,1-1 0 0 0,0 1 0 0 0,0-1-1 0 0,-1 1 1 0 0,1-1 0 0 0,0 1 0 0 0,0-1-1 0 0,0 0 1 0 0,-1 1 0 0 0,1-1 0 0 0,0 1-1 0 0,0-1 1 0 0,0 1 0 0 0,0-1-1 0 0,0 0 1 0 0,0 1 0 0 0,0-1 0 0 0,0 1-1 0 0,1-1 1 0 0,-1 0 0 0 0,0 1 0 0 0,0-1-1 0 0,0 1 1 0 0,1-1 0 0 0,-1 1-1 0 0,0-1 1 0 0,0 1 0 0 0,1-1 0 0 0,-1 1-1 0 0,0-1 1 0 0,1 1 0 0 0,-1-1 0 0 0,1 1-1 0 0,-1 0 1 0 0,1-1 0 0 0,-1 1 0 0 0,1 0-1 0 0,0-1 1 0 0,21-18 730 0 0,-20 18-681 0 0,17-13 99 0 0,1 2-1 0 0,0 0 0 0 0,1 1 0 0 0,1 1 0 0 0,36-12 0 0 0,-42 17-90 0 0,1 1 1 0 0,-1 0 0 0 0,1 1-1 0 0,0 1 1 0 0,0 0-1 0 0,0 2 1 0 0,0 0-1 0 0,27 3 1 0 0,-40-2-149 0 0,0-1-1 0 0,0 1 1 0 0,-1 0 0 0 0,1 0 0 0 0,0 1-1 0 0,0-1 1 0 0,-1 1 0 0 0,1-1-1 0 0,-1 1 1 0 0,1 0 0 0 0,-1 0 0 0 0,0 1-1 0 0,0-1 1 0 0,0 1 0 0 0,0 0-1 0 0,0 0 1 0 0,-1 0 0 0 0,1 0 0 0 0,3 6-1 0 0,-4-5 1 0 0,-1 0 0 0 0,0 0 0 0 0,0 0 0 0 0,0 0 1 0 0,0 0-1 0 0,-1 0 0 0 0,0 0 0 0 0,0 0 0 0 0,0 0 0 0 0,0 0 0 0 0,0 0 0 0 0,-1 0 0 0 0,0 1 0 0 0,0-1 0 0 0,0 0 0 0 0,0-1 0 0 0,-1 1 0 0 0,-3 7 0 0 0,-9 17 202 0 0,-1-2 0 0 0,-2 0 0 0 0,-22 28 0 0 0,-67 68 349 0 0,48-56-458 0 0,30-35-13 0 0,16-19 50 0 0,1-1 0 0 0,1 2 0 0 0,0-1 0 0 0,1 2 0 0 0,-13 21 0 0 0,22-34-80 0 0,0-1 0 0 0,0 0 0 0 0,0 1 0 0 0,0-1 0 0 0,0 0 0 0 0,0 1 0 0 0,0-1 0 0 0,0 1 0 0 0,0-1 0 0 0,0 0 0 0 0,0 1 0 0 0,0-1 0 0 0,0 1 0 0 0,0-1 1 0 0,1 0-1 0 0,-1 1 0 0 0,0-1 0 0 0,0 0 0 0 0,0 1 0 0 0,1-1 0 0 0,-1 0 0 0 0,0 1 0 0 0,0-1 0 0 0,1 0 0 0 0,-1 1 0 0 0,0-1 0 0 0,0 0 0 0 0,1 0 0 0 0,-1 1 0 0 0,0-1 0 0 0,1 0 0 0 0,-1 0 0 0 0,0 0 0 0 0,1 1 0 0 0,-1-1 1 0 0,1 0-1 0 0,-1 0 0 0 0,0 0 0 0 0,1 0 0 0 0,-1 0 0 0 0,1 0 0 0 0,-1 0 0 0 0,0 0 0 0 0,1 0 0 0 0,-1 0 0 0 0,1 0 0 0 0,-1 0 0 0 0,0 0 0 0 0,1 0 0 0 0,0-1 0 0 0,27-1 429 0 0,-22 1-311 0 0,30 0-78 0 0,1 1 1 0 0,-1 2-1 0 0,0 1 0 0 0,0 2 0 0 0,0 2 1 0 0,-1 1-1 0 0,0 1 0 0 0,-1 2 0 0 0,55 26 0 0 0,-81-33-480 0 0,1 0-1 0 0,-1 1 1 0 0,0 0-1 0 0,-1 1 0 0 0,1-1 1 0 0,-1 2-1 0 0,7 7 1 0 0,-1 2-6387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4.7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 1840 0 0,'-11'-4'7324'0'0,"10"5"-7145"0"0,-10 15 3493 0 0,-2 24-179 0 0,6 26-2163 0 0,2 1 1 0 0,6 94-1 0 0,0-97-1190 0 0,0-25-264 0 0,6 135 457 0 0,-5-149-841 0 0,2 0 0 0 0,0-1 1 0 0,2 1-1 0 0,16 42 0 0 0,-15-50-1117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5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12 274 10594 0 0,'-1'0'55'0'0,"1"0"-1"0"0,-1 0 0 0 0,1 0 0 0 0,-1 0 1 0 0,1 0-1 0 0,0-1 0 0 0,-1 1 0 0 0,1 0 1 0 0,-1 0-1 0 0,1 0 0 0 0,-1-1 0 0 0,1 1 1 0 0,-1 0-1 0 0,1 0 0 0 0,0-1 1 0 0,-1 1-1 0 0,1 0 0 0 0,-1-1 0 0 0,1 1 1 0 0,0 0-1 0 0,-1-1 0 0 0,1 1 0 0 0,0-1 1 0 0,0 1-1 0 0,-1-1 0 0 0,1 1 0 0 0,0-1 1 0 0,0 1-1 0 0,0-1 0 0 0,0 1 1 0 0,-1-1-1 0 0,1 0 0 0 0,7-19 1517 0 0,26-22 530 0 0,-28 36-1883 0 0,11-11-10 0 0,1 0 0 0 0,1 0 0 0 0,1 2 0 0 0,0 0 0 0 0,0 1 0 0 0,2 2 0 0 0,0-1-1 0 0,26-10 1 0 0,-23 13-1435 0 0,1 1-1 0 0,0 1 0 0 0,0 1 0 0 0,0 1 1 0 0,1 2-1 0 0,0 0 0 0 0,36 0 0 0 0,-33 5 1042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5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93 123 6449 0 0,'-8'1'808'0'0,"-1"0"0"0"0,1 1 0 0 0,0 0 0 0 0,0 0 0 0 0,-8 4-1 0 0,-20 4 3957 0 0,48-16-4054 0 0,20-7-428 0 0,72-12 691 0 0,0 5 0 0 0,112-8 0 0 0,-32 9-1373 0 0,-124 6-2212 0 0,-1-4-3491 0 0,-43 12 1400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6.0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13 6449 0 0,'-15'-4'-6'0'0,"-8"-2"2725"0"0,0 4 5335 0 0,46 21-4492 0 0,-9-11-3366 0 0,-1 0 1 0 0,0 0 0 0 0,-1 1-1 0 0,0 1 1 0 0,0 0 0 0 0,-1 1-1 0 0,-1 0 1 0 0,10 13 0 0 0,-15-17-193 0 0,0 0 1 0 0,-1 1-1 0 0,0 0 1 0 0,0 0-1 0 0,-1 0 1 0 0,0 0 0 0 0,-1 0-1 0 0,1 1 1 0 0,-2-1-1 0 0,1 1 1 0 0,-1-1 0 0 0,0 1-1 0 0,-1 0 1 0 0,0-1-1 0 0,-2 17 1 0 0,-1-8-257 0 0,-1 0 0 0 0,0 0 0 0 0,-1 0 1 0 0,-15 31-1 0 0,10-26-794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6.7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65 3681 0 0,'-2'-3'379'0'0,"1"-1"0"0"0,-1 0 0 0 0,0 0 0 0 0,0 0 0 0 0,0 1-1 0 0,0-1 1 0 0,0 1 0 0 0,-1 0 0 0 0,0 0 0 0 0,0 0 0 0 0,0 0 0 0 0,0 0 0 0 0,0 0 0 0 0,0 1 0 0 0,-1-1 0 0 0,1 1 0 0 0,-1 0 0 0 0,-5-2 0 0 0,6 3-123 0 0,0 0-1 0 0,0 0 1 0 0,0 1 0 0 0,0-1 0 0 0,0 1-1 0 0,0 0 1 0 0,-1 0 0 0 0,1 0-1 0 0,0 0 1 0 0,0 0 0 0 0,0 1 0 0 0,0-1-1 0 0,0 1 1 0 0,0 0 0 0 0,0 0 0 0 0,0 0-1 0 0,0 0 1 0 0,0 1 0 0 0,0-1 0 0 0,1 1-1 0 0,-1 0 1 0 0,1-1 0 0 0,-1 1 0 0 0,-2 4-1 0 0,-3 2-17 0 0,1 0 0 0 0,1 1 0 0 0,-1 0 0 0 0,2 0-1 0 0,-1 1 1 0 0,1 0 0 0 0,1 0 0 0 0,0 0 0 0 0,0 0 0 0 0,1 1-1 0 0,0-1 1 0 0,-1 12 0 0 0,-1 10-108 0 0,1 0 0 0 0,2 59 0 0 0,2-72-151 0 0,1 0-1 0 0,1 0 0 0 0,1-1 0 0 0,0 1 1 0 0,10 27-1 0 0,-9-36-245 0 0,0-1 1 0 0,0-1-1 0 0,0 1 1 0 0,1 0-1 0 0,1-1 1 0 0,-1 0-1 0 0,1 0 1 0 0,1-1-1 0 0,-1 0 1 0 0,1 0-1 0 0,1 0 1 0 0,11 8-1 0 0,5 0-6004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1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11 4145 0 0,'-3'3'380'0'0,"1"0"0"0"0,-1 1 0 0 0,1-1 0 0 0,0 1 0 0 0,0 0 0 0 0,0-1 0 0 0,0 1 0 0 0,1 0-1 0 0,0 0 1 0 0,0 0 0 0 0,0 0 0 0 0,-1 6 0 0 0,0-1 163 0 0,-2 8 234 0 0,0 1-1 0 0,1 0 0 0 0,1 0 0 0 0,1 0 0 0 0,0 0 1 0 0,4 28-1 0 0,-2-40-589 0 0,0 0 0 0 0,0 0 0 0 0,1 0 0 0 0,-1 0 0 0 0,1-1 0 0 0,1 1 0 0 0,-1 0 0 0 0,1-1 0 0 0,0 0 0 0 0,5 7 0 0 0,-5-9-121 0 0,-1 0 1 0 0,1 0-1 0 0,0-1 1 0 0,1 1 0 0 0,-1-1-1 0 0,0 1 1 0 0,1-1-1 0 0,-1 0 1 0 0,1 0-1 0 0,0-1 1 0 0,0 1-1 0 0,-1-1 1 0 0,1 0 0 0 0,0 0-1 0 0,0 0 1 0 0,8 0-1 0 0,-8 0-71 0 0,0-1 0 0 0,-1 0 0 0 0,1-1 0 0 0,0 1 0 0 0,0-1 0 0 0,0 1 0 0 0,-1-1 0 0 0,1 0-1 0 0,0 0 1 0 0,-1-1 0 0 0,1 1 0 0 0,-1-1 0 0 0,1 0 0 0 0,-1 0 0 0 0,0 0 0 0 0,0 0 0 0 0,0-1 0 0 0,0 1 0 0 0,0-1-1 0 0,0 0 1 0 0,-1 0 0 0 0,1 0 0 0 0,-1 0 0 0 0,0 0 0 0 0,0 0 0 0 0,0 0 0 0 0,0-1 0 0 0,-1 1 0 0 0,2-5 0 0 0,0 0 45 0 0,0 0 1 0 0,-1 0 0 0 0,0 0 0 0 0,-1 0-1 0 0,0 0 1 0 0,0-1 0 0 0,0 1 0 0 0,-1 0 0 0 0,-1-1-1 0 0,1 1 1 0 0,-1 0 0 0 0,-3-12 0 0 0,-2 1 115 0 0,0 1 1 0 0,-16-32 0 0 0,19 46-211 0 0,1-1-1 0 0,-1 0 1 0 0,0 1-1 0 0,0-1 1 0 0,0 1-1 0 0,-1 0 1 0 0,1 0-1 0 0,-1 0 1 0 0,0 1-1 0 0,0-1 1 0 0,0 1-1 0 0,-1 0 1 0 0,1 0-1 0 0,-10-4 1 0 0,-4 6-1830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41 456 0 0,'15'-17'-140'0'0,"10"-1"5753"0"0,-24 17-5369 0 0,0 1 0 0 0,0 0 1 0 0,0 0-1 0 0,-1-1 0 0 0,1 1 1 0 0,0 0-1 0 0,0 0 0 0 0,0 0 1 0 0,0 0-1 0 0,-1 0 1 0 0,1 0-1 0 0,0 0 0 0 0,0 0 1 0 0,0 1-1 0 0,0-1 0 0 0,-1 0 1 0 0,1 0-1 0 0,0 1 0 0 0,0-1 1 0 0,0 0-1 0 0,1 2 0 0 0,-1-1-136 0 0,0 0 1 0 0,1 1-1 0 0,-1-1 0 0 0,0 1 0 0 0,0 0 0 0 0,0-1 0 0 0,0 1 0 0 0,0 0 0 0 0,0 0 0 0 0,-1 0 0 0 0,1-1 0 0 0,-1 1 0 0 0,1 3 0 0 0,11 85 2092 0 0,-10-70-2275 0 0,0 0 0 0 0,1 0 0 0 0,1 0 0 0 0,9 28 0 0 0,-13-47 29 0 0,0 0 1 0 0,1 0-1 0 0,-1 0 1 0 0,0 0 0 0 0,1 0-1 0 0,-1 0 1 0 0,1 0-1 0 0,-1-1 1 0 0,1 1-1 0 0,-1 0 1 0 0,1 0 0 0 0,0-1-1 0 0,-1 1 1 0 0,1 0-1 0 0,0-1 1 0 0,-1 1-1 0 0,2 0 1 0 0,-1-1 29 0 0,-1 0 1 0 0,0 0-1 0 0,1 0 0 0 0,-1 0 1 0 0,0-1-1 0 0,1 1 1 0 0,-1 0-1 0 0,0 0 0 0 0,1 0 1 0 0,-1-1-1 0 0,0 1 0 0 0,1 0 1 0 0,-1-1-1 0 0,0 1 1 0 0,1 0-1 0 0,-1-1 0 0 0,0 1 1 0 0,0 0-1 0 0,0-1 1 0 0,1 1-1 0 0,-1 0 0 0 0,0-1 1 0 0,0 1-1 0 0,0 0 0 0 0,0-1 1 0 0,0 1-1 0 0,0-1 1 0 0,9-42-173 0 0,-8 31 208 0 0,0 9-6 0 0,3-20 260 0 0,2 0 0 0 0,15-41-1 0 0,-19 59-149 0 0,0 0-1 0 0,0 0 1 0 0,1 1-1 0 0,-1-1 1 0 0,1 1-1 0 0,0 0 1 0 0,0-1-1 0 0,1 1 0 0 0,-1 1 1 0 0,1-1-1 0 0,0 0 1 0 0,0 1-1 0 0,0 0 1 0 0,0 0-1 0 0,1 0 1 0 0,-1 0-1 0 0,1 1 1 0 0,0 0-1 0 0,7-3 1 0 0,-11 5-50 0 0,1-1 1 0 0,0 1-1 0 0,-1 0 1 0 0,1 0-1 0 0,0 0 1 0 0,-1 0-1 0 0,1 0 1 0 0,0 0 0 0 0,-1 0-1 0 0,1 1 1 0 0,-1-1-1 0 0,1 0 1 0 0,0 1-1 0 0,-1 0 1 0 0,1-1-1 0 0,-1 1 1 0 0,1 0 0 0 0,-1 0-1 0 0,0-1 1 0 0,1 1-1 0 0,-1 0 1 0 0,0 1-1 0 0,1-1 1 0 0,-1 0-1 0 0,2 3 1 0 0,1 2-87 0 0,0 1-1 0 0,0 0 1 0 0,0 0-1 0 0,4 12 1 0 0,-7-15-81 0 0,0 0 1 0 0,0 0-1 0 0,1 0 0 0 0,0 0 1 0 0,0 0-1 0 0,0 0 0 0 0,0-1 0 0 0,0 1 1 0 0,1-1-1 0 0,-1 1 0 0 0,1-1 1 0 0,0 0-1 0 0,0 0 0 0 0,1-1 1 0 0,4 5-1 0 0,-7-7 66 0 0,1 0-1 0 0,-1 0 1 0 0,1 1 0 0 0,-1-1-1 0 0,1 0 1 0 0,-1 0 0 0 0,1 0-1 0 0,-1 0 1 0 0,1-1-1 0 0,-1 1 1 0 0,0 0 0 0 0,1-1-1 0 0,-1 1 1 0 0,1-1 0 0 0,-1 1-1 0 0,0-1 1 0 0,1 0 0 0 0,-1 1-1 0 0,0-1 1 0 0,0 0 0 0 0,1 0-1 0 0,-1 0 1 0 0,0 0 0 0 0,0 0-1 0 0,0 0 1 0 0,0 0 0 0 0,0-1-1 0 0,-1 1 1 0 0,1 0-1 0 0,1-3 1 0 0,4-6 235 0 0,-1 0 1 0 0,0 0-1 0 0,4-12 1 0 0,-2 4 480 0 0,-6 15-520 0 0,1-1 0 0 0,0 1 0 0 0,0-1 0 0 0,1 1 0 0 0,-1 0 0 0 0,1 0 0 0 0,-1 0 1 0 0,1 0-1 0 0,0 0 0 0 0,0 0 0 0 0,0 1 0 0 0,6-4 0 0 0,-8 6-146 0 0,0 0 0 0 0,0-1-1 0 0,0 1 1 0 0,0-1 0 0 0,0 1 0 0 0,0 0-1 0 0,0 0 1 0 0,0 0 0 0 0,0 0 0 0 0,0 0-1 0 0,0 0 1 0 0,0 0 0 0 0,0 0 0 0 0,0 0-1 0 0,0 0 1 0 0,0 0 0 0 0,0 1 0 0 0,0-1-1 0 0,2 1 1 0 0,-1 0-13 0 0,-1 0-1 0 0,1 0 1 0 0,-1 1-1 0 0,0-1 1 0 0,1 1-1 0 0,-1-1 1 0 0,0 0 0 0 0,0 1-1 0 0,0 0 1 0 0,0-1-1 0 0,0 1 1 0 0,0 0-1 0 0,0-1 1 0 0,0 5-1 0 0,12 40 314 0 0,-10-34-927 0 0,0 0 1 0 0,1 0 0 0 0,9 21-1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0 241 5985 0 0,'13'-2'512'0'0,"1"-1"0"0"0,-1 0 0 0 0,0-1 0 0 0,-1 0 0 0 0,1-1 0 0 0,-1 0 0 0 0,0-1 0 0 0,0-1 0 0 0,0 0 0 0 0,16-13 0 0 0,-22 15-336 0 0,0 0 1 0 0,0-1-1 0 0,0 0 1 0 0,-1 0-1 0 0,0 0 1 0 0,0 0 0 0 0,0-1-1 0 0,-1 0 1 0 0,0 0-1 0 0,0 0 1 0 0,-1-1-1 0 0,0 1 1 0 0,0-1-1 0 0,-1 0 1 0 0,0 1 0 0 0,0-1-1 0 0,-1 0 1 0 0,1-13-1 0 0,-2 20-108 0 0,0-1 0 0 0,0 1 0 0 0,0 0 1 0 0,0-1-1 0 0,0 1 0 0 0,0-1 0 0 0,-1 1 0 0 0,1-1 0 0 0,0 1 0 0 0,-1-1 0 0 0,1 1 0 0 0,-1 0 0 0 0,1-1 0 0 0,-1 1 0 0 0,0 0 1 0 0,0-1-1 0 0,1 1 0 0 0,-1 0 0 0 0,-2-2 0 0 0,3 3 17 0 0,-1 0 0 0 0,0-1 0 0 0,0 1 0 0 0,0 0 0 0 0,0-1 0 0 0,0 1-1 0 0,0 0 1 0 0,0 0 0 0 0,0 0 0 0 0,0 0 0 0 0,0 0 0 0 0,0 0 0 0 0,0 0 0 0 0,0 0 0 0 0,0 0 0 0 0,0 0 0 0 0,0 1 0 0 0,0-1 0 0 0,1 0 0 0 0,-1 1 0 0 0,-2 0 0 0 0,-2 2 197 0 0,-1 0 0 0 0,1 1 1 0 0,0-1-1 0 0,0 1 0 0 0,0 1 1 0 0,1-1-1 0 0,-6 7 0 0 0,-6 8 103 0 0,0 2 0 0 0,2 0 0 0 0,-21 40 0 0 0,31-54-402 0 0,1 1 1 0 0,0-1 0 0 0,0 1 0 0 0,0-1 0 0 0,1 1 0 0 0,0 0-1 0 0,1 0 1 0 0,0 0 0 0 0,0 0 0 0 0,1 0 0 0 0,0 0 0 0 0,0 0-1 0 0,1 0 1 0 0,0 0 0 0 0,0 0 0 0 0,3 8 0 0 0,-2-11-279 0 0,0-1 0 0 0,1 0 0 0 0,-1 0 0 0 0,1 0 1 0 0,0 0-1 0 0,1 0 0 0 0,-1-1 0 0 0,1 1 1 0 0,-1-1-1 0 0,1 0 0 0 0,0 0 0 0 0,0 0 0 0 0,0-1 1 0 0,0 1-1 0 0,1-1 0 0 0,-1 0 0 0 0,1 0 0 0 0,-1-1 1 0 0,1 1-1 0 0,5 0 0 0 0,10 1-5541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8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16 3681 0 0,'0'0'51'0'0,"0"0"0"0"0,1-1 0 0 0,-1 1 1 0 0,0 0-1 0 0,1 0 0 0 0,-1-1 0 0 0,0 1 1 0 0,0 0-1 0 0,1-1 0 0 0,-1 1 0 0 0,0-1 1 0 0,0 1-1 0 0,0 0 0 0 0,0-1 0 0 0,1 1 1 0 0,-1 0-1 0 0,0-1 0 0 0,0 1 0 0 0,0-1 0 0 0,0 1 1 0 0,0-1-1 0 0,0 1 0 0 0,0 0 0 0 0,0-1 1 0 0,0 1-1 0 0,0-1 0 0 0,0 1 0 0 0,-1 0 1 0 0,1-1-1 0 0,0 1 0 0 0,0-1 0 0 0,0 1 1 0 0,0 0-1 0 0,-1-1 0 0 0,1 1 0 0 0,0 0 0 0 0,0-1 1 0 0,-1 1-1 0 0,1 0 0 0 0,0-1 0 0 0,0 1 1 0 0,-1 0-1 0 0,1-1 0 0 0,-22 7 3831 0 0,-25 23 2701 0 0,43-26-6313 0 0,0 0 1 0 0,0 1 0 0 0,0-1 0 0 0,1 1 0 0 0,0 0 0 0 0,0 0 0 0 0,0 0-1 0 0,0 0 1 0 0,0 1 0 0 0,1-1 0 0 0,0 1 0 0 0,0-1 0 0 0,0 1 0 0 0,0 0-1 0 0,1 0 1 0 0,0 0 0 0 0,0 0 0 0 0,-1 8 0 0 0,3-8-233 0 0,-1 1 0 0 0,1-1-1 0 0,0 0 1 0 0,1 1 0 0 0,-1-1 0 0 0,1 0 0 0 0,0 0-1 0 0,1 0 1 0 0,-1 0 0 0 0,1 0 0 0 0,0 0 0 0 0,0-1-1 0 0,0 1 1 0 0,1-1 0 0 0,-1 0 0 0 0,9 7 0 0 0,10 7-3 0 0,-18-15-28 0 0,1 0 0 0 0,-1 0-1 0 0,0 0 1 0 0,-1 0-1 0 0,1 1 1 0 0,-1 0 0 0 0,5 6-1 0 0,-7-9-16 0 0,-1 0 0 0 0,1 1-1 0 0,-1-1 1 0 0,0 0 0 0 0,1 1 0 0 0,-1-1 0 0 0,0 1-1 0 0,0-1 1 0 0,0 1 0 0 0,0-1 0 0 0,0 1-1 0 0,0-1 1 0 0,0 0 0 0 0,-1 1 0 0 0,1-1 0 0 0,0 1-1 0 0,-1-1 1 0 0,1 0 0 0 0,-1 1 0 0 0,0-1-1 0 0,1 0 1 0 0,-1 0 0 0 0,0 1 0 0 0,0-1 0 0 0,0 0-1 0 0,0 0 1 0 0,0 0 0 0 0,0 0 0 0 0,0 0-1 0 0,0 0 1 0 0,-2 1 0 0 0,-6 5-843 0 0,0 0 0 0 0,-1-1-1 0 0,1 0 1 0 0,-16 7 0 0 0,14-8-1910 0 0,-13 8-3660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18 7834 0 0,'4'-17'9770'0'0,"-20"31"-6101"0"0,2 2-3475 0 0,1 5-26 0 0,1 0-1 0 0,0 0 1 0 0,2 1-1 0 0,0 1 1 0 0,1 0-1 0 0,2 0 1 0 0,0 1-1 0 0,-4 29 0 0 0,5-15-173 0 0,2 1-1 0 0,2-1 0 0 0,1 1 1 0 0,7 57-1 0 0,0-52-612 0 0,1-1 1 0 0,3 0 0 0 0,23 63-1 0 0,-20-71-6773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3 179 1840 0 0,'-1'-3'337'0'0,"0"0"-1"0"0,1 0 1 0 0,0 0 0 0 0,-1 0-1 0 0,1 0 1 0 0,0 0-1 0 0,1 0 1 0 0,-1 0-1 0 0,0 0 1 0 0,1 0-1 0 0,0 0 1 0 0,0 0-1 0 0,0 0 1 0 0,0 0-1 0 0,0 0 1 0 0,0 0-1 0 0,1 1 1 0 0,-1-1 0 0 0,1 0-1 0 0,0 1 1 0 0,0 0-1 0 0,0-1 1 0 0,0 1-1 0 0,0 0 1 0 0,1 0-1 0 0,-1 0 1 0 0,4-2-1 0 0,9-7 354 0 0,0 0 0 0 0,1 1-1 0 0,20-9 1 0 0,-31 17-816 0 0,9-6-417 0 0,0 1 0 0 0,0 1-1 0 0,0 0 1 0 0,1 1 0 0 0,0 1-1 0 0,0 1 1 0 0,1 0 0 0 0,-1 0-1 0 0,21 0 1 0 0,-6 5 418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4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0 114 456 0 0,'30'8'3218'0'0,"0"-1"1"0"0,37 3-1 0 0,-45-6-2252 0 0,-26-6-325 0 0,-1 0 0 0 0,0 0-1 0 0,0 0 1 0 0,1 0 0 0 0,0-1 0 0 0,-1 1-1 0 0,1-1 1 0 0,0-1 0 0 0,0 1 0 0 0,0 0-1 0 0,1-1 1 0 0,-1 0 0 0 0,1 0 0 0 0,-5-7-1 0 0,5 7-720 0 0,1 0-1 0 0,0 0 1 0 0,-1 0-1 0 0,1-1 1 0 0,1 1-1 0 0,-1-1 1 0 0,1 0-1 0 0,-2-4 1 0 0,3 5-371 0 0,0 1 0 0 0,-1 0 0 0 0,1 0 0 0 0,0 0 0 0 0,1 0 0 0 0,-1 0 0 0 0,1 0 0 0 0,-1 0 1 0 0,1 0-1 0 0,0 0 0 0 0,0 0 0 0 0,0 0 0 0 0,3-5 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84 2304 0 0,'-7'2'930'0'0,"0"0"-1"0"0,1 1 1 0 0,-1 0-1 0 0,0 1 1 0 0,1-1-1 0 0,0 1 1 0 0,-1 1-1 0 0,2-1 1 0 0,-1 1-1 0 0,-9 10 0 0 0,12-12-590 0 0,0 0 0 0 0,1 0-1 0 0,-1 1 1 0 0,1-1-1 0 0,0 1 1 0 0,0 0-1 0 0,0-1 1 0 0,1 1-1 0 0,-3 6 1 0 0,4-8-265 0 0,-1 0 1 0 0,1 0-1 0 0,0 1 1 0 0,0-1-1 0 0,0 0 1 0 0,0 0-1 0 0,0 0 1 0 0,0 0-1 0 0,1 0 1 0 0,-1 0-1 0 0,1 0 1 0 0,0 0-1 0 0,-1 0 1 0 0,1 0-1 0 0,0 0 1 0 0,0 0-1 0 0,0 0 1 0 0,0 0-1 0 0,2 2 1 0 0,-1-3-43 0 0,0 1 1 0 0,0 0-1 0 0,0-1 1 0 0,0 1-1 0 0,0-1 1 0 0,0 0-1 0 0,1 0 1 0 0,-1 0-1 0 0,0 0 1 0 0,1 0-1 0 0,-1 0 1 0 0,0 0-1 0 0,1-1 1 0 0,-1 1-1 0 0,1-1 1 0 0,-1 0-1 0 0,1 0 1 0 0,0 0-1 0 0,-1 0 1 0 0,1 0-1 0 0,-1-1 1 0 0,1 1-1 0 0,-1-1 1 0 0,1 1-1 0 0,-1-1 1 0 0,0 0-1 0 0,1 0 1 0 0,-1 0-1 0 0,0 0 1 0 0,4-3-1 0 0,2 0-100 0 0,0-1 0 0 0,-1 0 0 0 0,1 0 0 0 0,-1-1 1 0 0,0 0-1 0 0,0 0 0 0 0,7-9 0 0 0,-11 11 68 0 0,-1 0 1 0 0,0-1-1 0 0,0 1 0 0 0,0 0 1 0 0,0-1-1 0 0,-1 1 1 0 0,1-1-1 0 0,-1 1 0 0 0,0-1 1 0 0,-1 0-1 0 0,1 0 1 0 0,-1 1-1 0 0,0-1 1 0 0,0 0-1 0 0,0 0 0 0 0,-1 1 1 0 0,0-1-1 0 0,0 0 1 0 0,0 1-1 0 0,0-1 0 0 0,-1 1 1 0 0,0-1-1 0 0,0 1 1 0 0,0 0-1 0 0,-3-5 0 0 0,3 6-30 0 0,1 0 0 0 0,-2-1 0 0 0,1 1 0 0 0,0 0 0 0 0,-1 0 0 0 0,1 0 0 0 0,-1 0-1 0 0,0 1 1 0 0,0-1 0 0 0,0 1 0 0 0,0 0 0 0 0,0 0 0 0 0,-1 0 0 0 0,1 0-1 0 0,0 0 1 0 0,-1 1 0 0 0,0-1 0 0 0,1 1 0 0 0,-1 0 0 0 0,0 0 0 0 0,0 1 0 0 0,0-1-1 0 0,1 1 1 0 0,-1 0 0 0 0,0 0 0 0 0,0 0 0 0 0,0 0 0 0 0,0 1 0 0 0,1-1 0 0 0,-1 1-1 0 0,-4 1 1 0 0,-7 5-625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0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 1376 0 0,'2'4'698'0'0,"0"0"0"0"0,0 0 0 0 0,-1 1 0 0 0,0-1 0 0 0,0 0 0 0 0,0 1 0 0 0,0-1 0 0 0,-1 1 0 0 0,0 8-1 0 0,2 3 919 0 0,-1-5-1255 0 0,1 0-1 0 0,0-1 0 0 0,0 1 0 0 0,2-1 0 0 0,-1 1 0 0 0,1-1 0 0 0,7 13 0 0 0,-1-61 2081 0 0,-5 15-2050 0 0,12-35 1 0 0,-15 52-286 0 0,1 0 0 0 0,-1 0 0 0 0,1 0 0 0 0,0 1 0 0 0,1-1-1 0 0,-1 1 1 0 0,1 0 0 0 0,0 0 0 0 0,0 0 0 0 0,1 1 0 0 0,5-6-1 0 0,-8 9 23 0 0,-1 0-1 0 0,1 0 0 0 0,-1 0 0 0 0,1 0 0 0 0,0 1 0 0 0,0-1 0 0 0,0 0 1 0 0,-1 1-1 0 0,1-1 0 0 0,0 1 0 0 0,0 0 0 0 0,0-1 0 0 0,0 1 1 0 0,0 0-1 0 0,0 0 0 0 0,0 0 0 0 0,-1 1 0 0 0,1-1 0 0 0,4 1 0 0 0,-3 1-32 0 0,1-1 0 0 0,-1 1 0 0 0,0 0 0 0 0,1 0 0 0 0,-1 0-1 0 0,0 0 1 0 0,0 0 0 0 0,0 1 0 0 0,3 4 0 0 0,5 5-335 0 0,-1 1 1 0 0,-1 0 0 0 0,13 24-1 0 0,-19-31 50 0 0,6 12-645 0 0,-7-13 307 0 0,0 0-1 0 0,1 0 0 0 0,-1-1 1 0 0,1 1-1 0 0,5 6 0 0 0,10-54-915 0 0,-13 30 1430 0 0,0 1 0 0 0,2 0 0 0 0,-1 0 0 0 0,14-17 0 0 0,-17 25 118 0 0,0 0 0 0 0,1 0 0 0 0,-1 0 1 0 0,1 0-1 0 0,0 1 0 0 0,0 0 0 0 0,0 0 0 0 0,0 0 0 0 0,0 0 0 0 0,1 1 1 0 0,-1-1-1 0 0,1 1 0 0 0,0 0 0 0 0,0 1 0 0 0,5-2 0 0 0,-8 3-33 0 0,-1 0-1 0 0,1 0 0 0 0,-1 0 1 0 0,0 0-1 0 0,1 0 0 0 0,-1 1 1 0 0,1-1-1 0 0,-1 0 0 0 0,0 1 1 0 0,1-1-1 0 0,-1 1 1 0 0,0-1-1 0 0,0 1 0 0 0,1 0 1 0 0,-1 0-1 0 0,0 0 0 0 0,0-1 1 0 0,0 1-1 0 0,0 0 0 0 0,0 0 1 0 0,0 0-1 0 0,0 1 0 0 0,0-1 1 0 0,0 0-1 0 0,-1 0 0 0 0,2 3 1 0 0,17 43 485 0 0,-6-11-742 0 0,-10-32-71 0 0,-1 1 0 0 0,2-1 1 0 0,-1 0-1 0 0,0 0 0 0 0,1 0 0 0 0,0 0 0 0 0,0-1 0 0 0,0 0 1 0 0,0 1-1 0 0,1-1 0 0 0,-1-1 0 0 0,1 1 0 0 0,0-1 0 0 0,-1 0 0 0 0,1 0 1 0 0,0 0-1 0 0,1 0 0 0 0,-1-1 0 0 0,9 1 0 0 0,-6-3 204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61 4145 0 0,'5'-4'673'0'0,"0"1"0"0"0,0-1 1 0 0,-1 0-1 0 0,0 0 0 0 0,0 0 0 0 0,0 0 1 0 0,0-1-1 0 0,-1 0 0 0 0,1 0 0 0 0,-1 0 1 0 0,4-9-1 0 0,-9 15-395 0 0,0-1 1 0 0,0 1-1 0 0,0-1 1 0 0,0 1-1 0 0,0-1 0 0 0,0 1 1 0 0,0 0-1 0 0,0 0 1 0 0,1 0-1 0 0,-1 0 1 0 0,0 0-1 0 0,-1 3 0 0 0,-10 7 19 0 0,0 2 1 0 0,2-1-1 0 0,0 2 0 0 0,0-1 0 0 0,-11 21 0 0 0,-41 80-22 0 0,59-106-244 0 0,-2 5-32 0 0,-7 11 167 0 0,-16 46 1 0 0,27-64-133 0 0,0 0 1 0 0,0 0-1 0 0,1 0 0 0 0,0 0 0 0 0,0 0 0 0 0,0 0 1 0 0,1 0-1 0 0,0 1 0 0 0,0-1 0 0 0,0 0 0 0 0,1 0 1 0 0,0 0-1 0 0,1 0 0 0 0,1 7 0 0 0,-2-11-113 0 0,0 0-1 0 0,0 0 1 0 0,0 0-1 0 0,1 0 1 0 0,-1 0-1 0 0,0 0 1 0 0,1 0-1 0 0,-1-1 1 0 0,1 1-1 0 0,0 0 1 0 0,0-1-1 0 0,-1 1 1 0 0,1-1-1 0 0,0 0 1 0 0,0 1-1 0 0,0-1 0 0 0,1 0 1 0 0,-1 0-1 0 0,0 0 1 0 0,0-1-1 0 0,1 1 1 0 0,-1-1-1 0 0,0 1 1 0 0,1-1-1 0 0,-1 0 1 0 0,0 1-1 0 0,1-1 1 0 0,-1 0-1 0 0,0-1 1 0 0,1 1-1 0 0,-1 0 1 0 0,0-1-1 0 0,1 1 1 0 0,2-2-1 0 0,8-2-1158 0 0,0-1-1 0 0,0-1 1 0 0,-1 0-1 0 0,20-12 1 0 0,-22 12-80 0 0,14-9-2365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46 920 0 0,'-10'-45'17202'0'0,"16"69"-15794"0"0,-5 193 1372 0 0,-3-38-2766 0 0,4-146-589 0 0,1 1 0 0 0,1-1 0 0 0,12 42 0 0 0,-9-52-1577 0 0,-1-2-4438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31 1376 0 0,'1'-5'-989'0'0,"2"-20"11985"0"0,-18 35-8365 0 0,-33 30 193 0 0,-51 48-1826 0 0,88-77-961 0 0,1 0 1 0 0,0 1 0 0 0,1 0 0 0 0,1 0-1 0 0,0 1 1 0 0,-10 23 0 0 0,17-34 13 0 0,-1 1-1 0 0,1 0 1 0 0,0-1 0 0 0,0 1-1 0 0,1 0 1 0 0,-1 0 0 0 0,0 0-1 0 0,1 0 1 0 0,0 0 0 0 0,0 0 0 0 0,0 0-1 0 0,0 0 1 0 0,0-1 0 0 0,1 1-1 0 0,-1 0 1 0 0,1 0 0 0 0,1 5-1 0 0,0-5 6 0 0,-1-1 0 0 0,1 0 0 0 0,-1 0 0 0 0,1-1-1 0 0,-1 1 1 0 0,1 0 0 0 0,0 0 0 0 0,0-1 0 0 0,0 1-1 0 0,0-1 1 0 0,0 0 0 0 0,0 0 0 0 0,1 1 0 0 0,-1-1-1 0 0,0-1 1 0 0,1 1 0 0 0,1 1 0 0 0,5-1-268 0 0,0 1 0 0 0,1-1 1 0 0,-1 0-1 0 0,0-1 0 0 0,0 0 0 0 0,0-1 1 0 0,0 0-1 0 0,0 0 0 0 0,0-1 1 0 0,11-3-1 0 0,8-5-6210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2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7370 0 0,'1'0'762'0'0,"11"22"5431"0"0,-4 20-2715 0 0,-5-26-2432 0 0,18 92 1627 0 0,29 138-2769 0 0,-32-150-1789 0 0,-11-32-2884 0 0,-6-47-809 0 0</inkml:trace>
  <inkml:trace contextRef="#ctx0" brushRef="#br0" timeOffset="1">0 404 11522 0 0,'3'-5'471'0'0,"1"0"0"0"0,-1 0 0 0 0,1 0-1 0 0,0 0 1 0 0,0 1 0 0 0,1-1-1 0 0,-1 1 1 0 0,1 0 0 0 0,0 1-1 0 0,10-7 1 0 0,0-1 118 0 0,25-18 969 0 0,68-39 1 0 0,-27 30-2161 0 0,-60 31-1200 0 0,-1 0 0 0 0,23-4 0 0 0,4 4-4394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7.2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59 4145 0 0,'-2'-4'815'0'0,"-1"-1"1"0"0,1 1-1 0 0,-1 0 0 0 0,0 0 1 0 0,0 0-1 0 0,-1 1 1 0 0,1-1-1 0 0,-1 1 0 0 0,0 0 1 0 0,0 0-1 0 0,0 0 1 0 0,0 0-1 0 0,0 1 0 0 0,-1 0 1 0 0,1-1-1 0 0,-9-1 1 0 0,12 4-710 0 0,0 0 0 0 0,0 0 0 0 0,0 0 0 0 0,1 1 1 0 0,-1-1-1 0 0,0 0 0 0 0,0 1 0 0 0,0-1 1 0 0,0 0-1 0 0,1 1 0 0 0,-1-1 0 0 0,0 1 1 0 0,1 0-1 0 0,-1-1 0 0 0,0 1 0 0 0,1-1 1 0 0,-1 1-1 0 0,0 0 0 0 0,1-1 0 0 0,-1 1 1 0 0,1 0-1 0 0,-1 0 0 0 0,1 0 0 0 0,0-1 1 0 0,-1 1-1 0 0,1 0 0 0 0,0 0 0 0 0,0 0 1 0 0,-1 0-1 0 0,1 0 0 0 0,0-1 0 0 0,0 2 1 0 0,-6 37 408 0 0,5-29-218 0 0,-12 106-188 0 0,5 0-1 0 0,6 1 1 0 0,4-1 0 0 0,26 180 0 0 0,-13-210-1757 0 0,6-3-3300 0 0,-15-63-2043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7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31 1376 0 0,'-13'6'-125'0'0,"7"-3"718"0"0,0-1 0 0 0,0 1-1 0 0,0-1 1 0 0,0 0 0 0 0,0-1-1 0 0,0 1 1 0 0,-1-1 0 0 0,-12 0-1 0 0,19-1-550 0 0,0 0-1 0 0,0 0 0 0 0,0 0 0 0 0,0 0 1 0 0,-1 0-1 0 0,1 0 0 0 0,0 0 0 0 0,0 0 0 0 0,0 0 1 0 0,0 0-1 0 0,0 0 0 0 0,-1 0 0 0 0,1 0 1 0 0,0 0-1 0 0,0 0 0 0 0,0 0 0 0 0,0 0 0 0 0,0-1 1 0 0,0 1-1 0 0,-1 0 0 0 0,1 0 0 0 0,0 0 1 0 0,0 0-1 0 0,0 0 0 0 0,0 0 0 0 0,0-1 0 0 0,0 1 1 0 0,0 0-1 0 0,0 0 0 0 0,0 0 0 0 0,0 0 1 0 0,0 0-1 0 0,0-1 0 0 0,0 1 0 0 0,0 0 0 0 0,0 0 1 0 0,0 0-1 0 0,0 0 0 0 0,0-1 0 0 0,0 1 1 0 0,0 0-1 0 0,0 0 0 0 0,0 0 0 0 0,0 0 0 0 0,0 0 1 0 0,0-1-1 0 0,0 1 0 0 0,0 0 0 0 0,0 0 1 0 0,0 0-1 0 0,0 0 0 0 0,1-1 0 0 0,8-10 1072 0 0,12-7 150 0 0,-17 16-1001 0 0,0-1-1 0 0,1 1 1 0 0,-1 0-1 0 0,1 0 1 0 0,-1 0-1 0 0,1 1 1 0 0,-1 0-1 0 0,1 0 1 0 0,0 0-1 0 0,-1 0 1 0 0,1 1-1 0 0,0 0 1 0 0,0 0-1 0 0,0 0 0 0 0,0 0 1 0 0,-1 1-1 0 0,1 0 1 0 0,0 0-1 0 0,-1 0 1 0 0,1 0-1 0 0,8 5 1 0 0,-7-3-233 0 0,0 1-1 0 0,1-1 1 0 0,-2 2 0 0 0,1-1 0 0 0,0 1-1 0 0,-1 0 1 0 0,0 0 0 0 0,0 0 0 0 0,0 0 0 0 0,-1 1-1 0 0,0 0 1 0 0,0 0 0 0 0,0 0 0 0 0,3 9-1 0 0,-5-6-72 0 0,1 0-1 0 0,-1 0 1 0 0,0 0-1 0 0,-1 0 1 0 0,0 0-1 0 0,-1 0 1 0 0,0 0-1 0 0,0 0 1 0 0,-1 0-1 0 0,0 0 1 0 0,-1 0-1 0 0,1 0 1 0 0,-2 0-1 0 0,1 0 1 0 0,-2-1-1 0 0,-3 10 1 0 0,-10 18-61 0 0,-1-1 1 0 0,-28 42-1 0 0,42-72 130 0 0,-3 7 687 0 0,-1-1 0 0 0,-1 0 0 0 0,-13 13 0 0 0,22-24-674 0 0,0 0-1 0 0,0 0 1 0 0,0 0-1 0 0,0 0 1 0 0,0 0-1 0 0,0 1 0 0 0,-1-1 1 0 0,1 0-1 0 0,0 0 1 0 0,0 0-1 0 0,0 0 1 0 0,0 1-1 0 0,0-1 1 0 0,0 0-1 0 0,0 0 0 0 0,0 0 1 0 0,0 0-1 0 0,0 0 1 0 0,1 1-1 0 0,-1-1 1 0 0,0 0-1 0 0,0 0 1 0 0,0 0-1 0 0,0 0 0 0 0,0 0 1 0 0,0 1-1 0 0,0-1 1 0 0,0 0-1 0 0,0 0 1 0 0,0 0-1 0 0,0 0 0 0 0,1 0 1 0 0,-1 0-1 0 0,0 1 1 0 0,0-1-1 0 0,0 0 1 0 0,0 0-1 0 0,0 0 1 0 0,1 0-1 0 0,-1 0 0 0 0,0 0 1 0 0,0 0-1 0 0,0 0 1 0 0,0 0-1 0 0,0 0 1 0 0,1 0-1 0 0,-1 0 0 0 0,15 5 544 0 0,16 1-371 0 0,11-3 171 0 0,44-4 1 0 0,43 2-1049 0 0,-114 1-517 0 0,0 1 0 0 0,0 0 0 0 0,22 7 0 0 0,-14-1-5191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8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3 10594 0 0,'-2'0'189'0'0,"-1"-1"0"0"0,1 1-1 0 0,-1-1 1 0 0,1 1 0 0 0,-1 0 0 0 0,0 0-1 0 0,1 0 1 0 0,-1 0 0 0 0,1 0-1 0 0,-1 0 1 0 0,1 1 0 0 0,-1-1 0 0 0,1 1-1 0 0,-1 0 1 0 0,1 0 0 0 0,0 0-1 0 0,-1 0 1 0 0,-2 2 0 0 0,1 0 87 0 0,0 0 0 0 0,0 1 0 0 0,1-1 0 0 0,0 1 0 0 0,0-1 0 0 0,0 1 0 0 0,0 0 0 0 0,0 0-1 0 0,-2 6 1 0 0,-3 7 147 0 0,2 0-1 0 0,0 0 0 0 0,0 0 0 0 0,-2 22 1 0 0,1-5-332 0 0,1 0 1 0 0,-1 52-1 0 0,7-74-105 0 0,0-1 0 0 0,0 1-1 0 0,2-1 1 0 0,-1 0 0 0 0,1 1-1 0 0,1-1 1 0 0,0 0 0 0 0,1 0-1 0 0,0 0 1 0 0,0-1 0 0 0,9 16-1 0 0,-9-21 10 0 0,0 0 0 0 0,0-1 0 0 0,0 1-1 0 0,0-1 1 0 0,1 0 0 0 0,0 0-1 0 0,0 0 1 0 0,0 0 0 0 0,0-1 0 0 0,1 0-1 0 0,-1 0 1 0 0,1-1 0 0 0,0 1 0 0 0,-1-1-1 0 0,1 0 1 0 0,0-1 0 0 0,0 0-1 0 0,1 0 1 0 0,-1 0 0 0 0,0 0 0 0 0,0-1-1 0 0,0 0 1 0 0,1 0 0 0 0,-1-1-1 0 0,0 0 1 0 0,0 0 0 0 0,0 0 0 0 0,0-1-1 0 0,0 0 1 0 0,0 0 0 0 0,0-1 0 0 0,-1 1-1 0 0,1-1 1 0 0,-1 0 0 0 0,0-1-1 0 0,0 1 1 0 0,0-1 0 0 0,0 0 0 0 0,-1-1-1 0 0,1 1 1 0 0,-1-1 0 0 0,0 1-1 0 0,0-1 1 0 0,-1 0 0 0 0,5-10 0 0 0,1-1 261 0 0,-1-1 0 0 0,-1-1 0 0 0,-1 1 1 0 0,0-1-1 0 0,-1-1 0 0 0,-1 1 0 0 0,-1 0 1 0 0,1-22-1 0 0,-3 26-155 0 0,-1 0 1 0 0,0 0-1 0 0,-1 1 1 0 0,-1-1 0 0 0,0 0-1 0 0,-1 1 1 0 0,0-1-1 0 0,-1 1 1 0 0,-1 0-1 0 0,0 0 1 0 0,-12-20-1 0 0,15 29-114 0 0,-1 0-1 0 0,0 0 0 0 0,0 0 1 0 0,0 0-1 0 0,-1 1 0 0 0,1-1 1 0 0,-1 1-1 0 0,1 0 0 0 0,-1 0 1 0 0,0 1-1 0 0,-6-4 0 0 0,7 5-367 0 0,-1-1 0 0 0,0 1-1 0 0,0 0 1 0 0,0 0-1 0 0,0 0 1 0 0,1 0 0 0 0,-1 1-1 0 0,-6-1 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8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1 8290 0 0,'-31'12'1557'0'0,"9"-3"-249"0"0,1 0 0 0 0,-31 19 0 0 0,52-28-1275 0 0,0 0-1 0 0,0 0 1 0 0,0 0 0 0 0,0 0-1 0 0,0 1 1 0 0,0-1-1 0 0,-1 0 1 0 0,1 0 0 0 0,0 0-1 0 0,0 0 1 0 0,0 0 0 0 0,0 0-1 0 0,0 1 1 0 0,0-1 0 0 0,0 0-1 0 0,0 0 1 0 0,0 0 0 0 0,0 0-1 0 0,0 0 1 0 0,0 1-1 0 0,0-1 1 0 0,0 0 0 0 0,0 0-1 0 0,0 0 1 0 0,0 0 0 0 0,0 0-1 0 0,0 1 1 0 0,0-1 0 0 0,0 0-1 0 0,0 0 1 0 0,0 0 0 0 0,0 0-1 0 0,0 0 1 0 0,0 1 0 0 0,0-1-1 0 0,0 0 1 0 0,1 0-1 0 0,-1 0 1 0 0,0 0 0 0 0,0 0-1 0 0,0 0 1 0 0,0 0 0 0 0,0 1-1 0 0,0-1 1 0 0,0 0 0 0 0,1 0-1 0 0,-1 0 1 0 0,0 0 0 0 0,0 0-1 0 0,0 0 1 0 0,0 0-1 0 0,0 0 1 0 0,1 0 0 0 0,-1 0-1 0 0,0 0 1 0 0,16 6 732 0 0,17 2-304 0 0,35 3 158 0 0,1-3 1 0 0,0-2-1 0 0,128-9 1 0 0,278-35-1590 0 0,-448 37-979 0 0,-5 1-4089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9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 13 5529 0 0,'-16'-4'1578'0'0,"0"1"1"0"0,0 0-1 0 0,0 1 0 0 0,0 1 0 0 0,-29 2 0 0 0,19-1 2910 0 0,29 0-4280 0 0,0 1 0 0 0,-1-1 1 0 0,1 1-1 0 0,0 0 1 0 0,-1 0-1 0 0,1 0 1 0 0,-1 0-1 0 0,0 0 1 0 0,1 0-1 0 0,-1 1 1 0 0,0-1-1 0 0,4 4 1 0 0,26 26-179 0 0,-22-21 173 0 0,47 49-99 0 0,56 74 0 0 0,-110-129-102 0 0,0 1 0 0 0,1 0 0 0 0,-1 0 0 0 0,-1-1 1 0 0,1 2-1 0 0,-1-1 0 0 0,0 0 0 0 0,0 0 0 0 0,-1 1 0 0 0,1-1 1 0 0,-1 1-1 0 0,0-1 0 0 0,-1 1 0 0 0,0-1 0 0 0,1 1 0 0 0,-2 5 1 0 0,0-3 2 0 0,-1 0 0 0 0,0 0 0 0 0,-1 0 0 0 0,0-1 0 0 0,0 1 0 0 0,-1-1 1 0 0,1 0-1 0 0,-1 0 0 0 0,-1 0 0 0 0,-7 9 0 0 0,-73 80 414 0 0,27-33-2450 0 0,41-43-5548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317 388 9218 0 0,'1'-2'137'0'0,"-1"0"0"0"0,0 0 0 0 0,0-1 1 0 0,0 1-1 0 0,-1 0 0 0 0,1 0 0 0 0,0 0 0 0 0,-1 1 1 0 0,1-1-1 0 0,-1 0 0 0 0,0 0 0 0 0,1 0 0 0 0,-1 0 0 0 0,0 0 1 0 0,0 1-1 0 0,0-1 0 0 0,-1 0 0 0 0,1 1 0 0 0,0-1 0 0 0,-3-1 1 0 0,0-2 173 0 0,0 2-1 0 0,0-1 1 0 0,0 0 0 0 0,0 1 0 0 0,-1 0 0 0 0,-7-4 0 0 0,8 5-142 0 0,-1 1 0 0 0,1 0 0 0 0,-1 0-1 0 0,0 1 1 0 0,1-1 0 0 0,-1 1 0 0 0,0 0 0 0 0,1 0-1 0 0,-1 1 1 0 0,0-1 0 0 0,1 1 0 0 0,-1 0 0 0 0,0 1 0 0 0,1-1-1 0 0,-1 1 1 0 0,1-1 0 0 0,0 1 0 0 0,0 1 0 0 0,0-1-1 0 0,0 1 1 0 0,0-1 0 0 0,-4 5 0 0 0,-5 3 172 0 0,1 0 1 0 0,0 1-1 0 0,1 0 1 0 0,0 1-1 0 0,-11 17 1 0 0,9-11-122 0 0,1 1 0 0 0,1 1 0 0 0,-16 36 0 0 0,24-49-220 0 0,1-1 0 0 0,0 1 0 0 0,0 0-1 0 0,0 0 1 0 0,1 1 0 0 0,0-1 0 0 0,0 0 0 0 0,1 0 0 0 0,0 0-1 0 0,0 1 1 0 0,1-1 0 0 0,0 0 0 0 0,0 0 0 0 0,0 0 0 0 0,5 12 0 0 0,-5-17-52 0 0,-1 0 0 0 0,1 0 0 0 0,0-1 0 0 0,0 1 0 0 0,0-1 0 0 0,0 1 0 0 0,0 0 0 0 0,0-1 0 0 0,1 0 0 0 0,-1 1 0 0 0,0-1 0 0 0,1 0 0 0 0,-1 1 0 0 0,1-1 0 0 0,-1 0 1 0 0,1 0-1 0 0,0 0 0 0 0,-1-1 0 0 0,1 1 0 0 0,0 0 0 0 0,3 0 0 0 0,-3-1-100 0 0,1 0 0 0 0,0 0 1 0 0,0 0-1 0 0,-1 0 0 0 0,1 0 0 0 0,0-1 0 0 0,-1 0 1 0 0,1 1-1 0 0,0-1 0 0 0,-1 0 0 0 0,1 0 1 0 0,-1-1-1 0 0,3-1 0 0 0,7-4-742 0 0,-1-1-1 0 0,-1-1 1 0 0,1 0 0 0 0,15-18 0 0 0,-10 9-438 0 0,-1 0 1 0 0,0-2 0 0 0,-2 0 0 0 0,0 0-1 0 0,-1-1 1 0 0,-1-1 0 0 0,16-44 0 0 0,-21 42 1368 0 0,0 0 1 0 0,-1 1-1 0 0,-1-2 1 0 0,1-40-1 0 0,-5 34 895 0 0,2 5 375 0 0,-1 0-1 0 0,-2 0 1 0 0,0 0 0 0 0,-2 1 0 0 0,-12-51 0 0 0,15 75-1132 0 0,0 0 1 0 0,0 0-1 0 0,-1 0 1 0 0,1 0-1 0 0,0 0 1 0 0,-1 0-1 0 0,1 0 1 0 0,-1 0-1 0 0,0 0 0 0 0,1 0 1 0 0,-1 0-1 0 0,0 0 1 0 0,1 1-1 0 0,-1-1 1 0 0,0 0-1 0 0,0 0 1 0 0,-1-1-1 0 0,1 2-55 0 0,1 1 0 0 0,-1-1 0 0 0,1 0 0 0 0,0 0 0 0 0,-1 0 0 0 0,1 0 0 0 0,-1 1 0 0 0,1-1 0 0 0,-1 0 0 0 0,1 0 0 0 0,0 1 0 0 0,-1-1 0 0 0,1 0 0 0 0,0 1 0 0 0,-1-1 0 0 0,1 0 0 0 0,0 1 0 0 0,0-1 0 0 0,-1 1 0 0 0,1-1 0 0 0,0 0 0 0 0,0 1 0 0 0,0-1 0 0 0,-1 1 0 0 0,1-1 0 0 0,0 2 0 0 0,-8 38 2537 0 0,8-5-2280 0 0,2 0 0 0 0,1 0 0 0 0,1 0 0 0 0,2 0 0 0 0,18 56 0 0 0,5-6-1404 0 0,41 81-1 0 0,-56-136-6479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235 46 9218 0 0,'-4'-5'639'0'0,"0"0"1"0"0,0 1-1 0 0,-1-1 1 0 0,0 1-1 0 0,1 0 1 0 0,-2 0-1 0 0,-8-5 1 0 0,12 8-401 0 0,0 0-1 0 0,-1 0 1 0 0,1 0 0 0 0,0 1 0 0 0,-1-1 0 0 0,1 1 0 0 0,-1 0 0 0 0,1 0 0 0 0,-1 0 0 0 0,1 0 0 0 0,-1 0 0 0 0,1 0 0 0 0,-1 1 0 0 0,1-1 0 0 0,-1 1 0 0 0,1-1 0 0 0,0 1 0 0 0,-1 0 0 0 0,1 0-1 0 0,0 0 1 0 0,0 1 0 0 0,0-1 0 0 0,-3 2 0 0 0,-4 4-58 0 0,1 0 0 0 0,0 1 1 0 0,0 0-1 0 0,1 0 0 0 0,0 0 0 0 0,0 1 0 0 0,1 0 0 0 0,0 1 0 0 0,0-1 0 0 0,-7 21 0 0 0,2-3-229 0 0,1 0 1 0 0,2 1-1 0 0,-5 29 0 0 0,12-51-60 0 0,0 1 1 0 0,0-1 0 0 0,1 1-1 0 0,0-1 1 0 0,1 1 0 0 0,-1-1-1 0 0,1 1 1 0 0,2 7 0 0 0,-3-12 39 0 0,1-1 1 0 0,-1 1 0 0 0,1-1-1 0 0,-1 0 1 0 0,1 1-1 0 0,-1-1 1 0 0,1 0 0 0 0,0 1-1 0 0,0-1 1 0 0,-1 0-1 0 0,1 0 1 0 0,0 0 0 0 0,0 0-1 0 0,0 0 1 0 0,0 0-1 0 0,1 0 1 0 0,-1 0 0 0 0,0 0-1 0 0,0 0 1 0 0,1-1-1 0 0,-1 1 1 0 0,0 0 0 0 0,1-1-1 0 0,-1 1 1 0 0,0-1-1 0 0,1 0 1 0 0,-1 1 0 0 0,1-1-1 0 0,-1 0 1 0 0,1 0-1 0 0,-1 0 1 0 0,0 0 0 0 0,1 0-1 0 0,-1 0 1 0 0,1 0-1 0 0,-1-1 1 0 0,1 1 0 0 0,-1 0-1 0 0,0-1 1 0 0,1 1-1 0 0,-1-1 1 0 0,0 0 0 0 0,2 0-1 0 0,4-3-269 0 0,0 1 0 0 0,0-1 0 0 0,0-1 0 0 0,0 1 0 0 0,-1-1 0 0 0,0-1 1 0 0,0 1-1 0 0,0-1 0 0 0,-1 0 0 0 0,0 0 0 0 0,7-10 0 0 0,2-8-854 0 0,24-52 0 0 0,-28 52 2192 0 0,2 1 0 0 0,14-24 0 0 0,-25 46-835 0 0,-1 1 0 0 0,1-1 0 0 0,-1 0-1 0 0,1 0 1 0 0,0 0 0 0 0,-1 0 0 0 0,1 1 0 0 0,0-1 0 0 0,-1 0-1 0 0,1 0 1 0 0,0 1 0 0 0,0-1 0 0 0,0 1 0 0 0,-1-1-1 0 0,1 1 1 0 0,0-1 0 0 0,0 1 0 0 0,0-1 0 0 0,0 1 0 0 0,0 0-1 0 0,0 0 1 0 0,0-1 0 0 0,0 1 0 0 0,0 0 0 0 0,0 0-1 0 0,0 0 1 0 0,1 0 0 0 0,0 1-50 0 0,-1 0 0 0 0,1-1 1 0 0,-1 1-1 0 0,1 0 0 0 0,-1 0 0 0 0,0 0 0 0 0,1 0 0 0 0,-1 1 0 0 0,0-1 1 0 0,0 0-1 0 0,0 0 0 0 0,0 1 0 0 0,0-1 0 0 0,0 1 0 0 0,0 1 0 0 0,5 9-60 0 0,-1 1-1 0 0,0 0 0 0 0,3 15 0 0 0,-6-21 49 0 0,3 12-622 0 0,1-1 0 0 0,0 1 1 0 0,2-1-1 0 0,0 0 0 0 0,19 29 1 0 0,-12-26-450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26 8754 0 0,'-13'-25'9174'0'0,"7"38"-8267"0"0,0 22-302 0 0,0 0 1 0 0,3 1-1 0 0,1-1 1 0 0,1 1-1 0 0,7 59 0 0 0,1-32-593 0 0,25 110-1 0 0,-2-76-2865 0 0,-18-67-4283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1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48 101 3681 0 0,'-3'1'-572'0'0,"-33"2"3559"0"0,36-3-2858 0 0,0 0 0 0 0,-1 0 1 0 0,-6-4 2973 0 0,7 4-2973 0 0,0-1-1 0 0,-1 0 0 0 0,2 0 54 0 0,-1 0-1 0 0,0 0 0 0 0,1 0 0 0 0,-1 0 0 0 0,1 1 0 0 0,0-1 0 0 0,-1 0 0 0 0,1 0 1 0 0,-1 0-1 0 0,1 0 0 0 0,0 1 0 0 0,0-1 0 0 0,0 0 0 0 0,-1 1 0 0 0,3-2 0 0 0,14-10-237 0 0,1 0 0 0 0,0 2 0 0 0,1 0 0 0 0,0 1 0 0 0,39-13 0 0 0,-26 13-4478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1.7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0 2761 0 0,'0'1'212'0'0,"0"0"1"0"0,0 0 0 0 0,0 0 0 0 0,-1 0 0 0 0,1 0 0 0 0,0-1-1 0 0,0 1 1 0 0,-1 0 0 0 0,1 0 0 0 0,-1 0 0 0 0,1 0-1 0 0,-1-1 1 0 0,1 1 0 0 0,-1 0 0 0 0,0-1 0 0 0,1 1 0 0 0,-1 0-1 0 0,0-1 1 0 0,1 1 0 0 0,-1-1 0 0 0,0 1 0 0 0,-1 0 0 0 0,-25 23 1653 0 0,6-5-1231 0 0,0 0 0 0 0,2 0 0 0 0,0 2 0 0 0,-27 39-1 0 0,38-48-438 0 0,0 1 0 0 0,1 0 0 0 0,0 0 0 0 0,1 1 0 0 0,1 0 0 0 0,0 0 0 0 0,1 0 0 0 0,0 1-1 0 0,1-1 1 0 0,-1 23 0 0 0,4-31-146 0 0,0-1-1 0 0,0 1 1 0 0,1-1-1 0 0,0 1 1 0 0,0-1-1 0 0,1 1 1 0 0,-1-1 0 0 0,1 0-1 0 0,0 1 1 0 0,0-1-1 0 0,1 0 1 0 0,0 0-1 0 0,0-1 1 0 0,0 1-1 0 0,0 0 1 0 0,8 6-1 0 0,-9-8-186 0 0,0-1-1 0 0,1 0 0 0 0,0 0 1 0 0,-1 0-1 0 0,1-1 0 0 0,0 1 0 0 0,0-1 1 0 0,0 1-1 0 0,0-1 0 0 0,0 0 0 0 0,1 0 1 0 0,-1-1-1 0 0,0 1 0 0 0,0 0 0 0 0,1-1 1 0 0,-1 0-1 0 0,0 0 0 0 0,0 0 0 0 0,1 0 1 0 0,-1 0-1 0 0,0-1 0 0 0,0 0 0 0 0,1 1 1 0 0,-1-1-1 0 0,0 0 0 0 0,0-1 0 0 0,0 1 1 0 0,0 0-1 0 0,5-4 0 0 0,-3 1-108 0 0,0 1-1 0 0,0-1 1 0 0,0 0-1 0 0,-1 0 1 0 0,0 0-1 0 0,1-1 1 0 0,-1 1 0 0 0,-1-1-1 0 0,1 0 1 0 0,-1-1-1 0 0,0 1 1 0 0,0 0-1 0 0,-1-1 1 0 0,1 1-1 0 0,1-8 1 0 0,1-8 651 0 0,-1 1 0 0 0,0-2 0 0 0,0-22-1 0 0,-3 27 905 0 0,0 0 0 0 0,1 0 1 0 0,2 0-1 0 0,-1 0 0 0 0,11-18 2750 0 0,-14 35-4019 0 0,4 12 924 0 0,2 19-1345 0 0,-6-25 415 0 0,3 6-779 0 0,0-1 0 0 0,0 0 0 0 0,1 0 0 0 0,0 0 0 0 0,1 0 1 0 0,9 14-1 0 0,-1-4-4986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0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90 4609 0 0,'-3'-22'-882'0'0,"2"16"1523"0"0,0-1 0 0 0,0 1 1 0 0,0-1-1 0 0,-1 1 0 0 0,0 0 0 0 0,-4-11 0 0 0,5 17-438 0 0,1-1 0 0 0,-1 0 0 0 0,0 0 0 0 0,1 0 0 0 0,-1 0 0 0 0,0 0 0 0 0,0 1 0 0 0,1-1 0 0 0,-1 0 0 0 0,0 0 0 0 0,0 1 0 0 0,0-1 0 0 0,0 1 0 0 0,0-1 0 0 0,0 1-1 0 0,0-1 1 0 0,0 1 0 0 0,-1 0 0 0 0,0-1 54 0 0,0 1 0 0 0,0 0 0 0 0,0 1 0 0 0,0-1 0 0 0,0 0-1 0 0,0 0 1 0 0,0 1 0 0 0,0 0 0 0 0,0-1 0 0 0,0 1 0 0 0,0 0 0 0 0,0 0-1 0 0,-2 1 1 0 0,-11 8 255 0 0,1 1 0 0 0,1 0-1 0 0,0 1 1 0 0,0 1-1 0 0,1 0 1 0 0,1 1-1 0 0,0 0 1 0 0,1 0 0 0 0,-15 29-1 0 0,24-42-515 0 0,0 1 0 0 0,0 0 0 0 0,0 0 0 0 0,0-1 0 0 0,1 1-1 0 0,-1 0 1 0 0,0 0 0 0 0,1 0 0 0 0,-1 0 0 0 0,1 0 0 0 0,0 0 0 0 0,0 0 0 0 0,0 0-1 0 0,0 0 1 0 0,0-1 0 0 0,0 1 0 0 0,0 0 0 0 0,1 0 0 0 0,-1 0 0 0 0,0 0 0 0 0,1 0-1 0 0,0 0 1 0 0,-1 0 0 0 0,1 0 0 0 0,0-1 0 0 0,0 1 0 0 0,0 0 0 0 0,0-1 0 0 0,1 1-1 0 0,1 1 1 0 0,3 2-151 0 0,0-1-1 0 0,0 1 0 0 0,1-1 1 0 0,-1-1-1 0 0,1 1 1 0 0,11 3-1 0 0,-3-1-94 0 0,37 15-913 0 0,-30-14 247 0 0,0 2-1 0 0,-1 1 1 0 0,-1 0-1 0 0,30 21 1 0 0,-47-30 769 0 0,-1 1 0 0 0,1 0 0 0 0,-1 0 1 0 0,0 1-1 0 0,0-1 0 0 0,0 0 0 0 0,0 1 0 0 0,0-1 0 0 0,-1 1 1 0 0,1-1-1 0 0,-1 1 0 0 0,0 0 0 0 0,2 5 0 0 0,-2-6 223 0 0,-1 1 1 0 0,0-1-1 0 0,0 1 0 0 0,0 0 0 0 0,0-1 0 0 0,-1 1 0 0 0,1-1 1 0 0,-1 1-1 0 0,0-1 0 0 0,1 1 0 0 0,-1-1 0 0 0,0 0 0 0 0,0 1 1 0 0,0-1-1 0 0,-1 0 0 0 0,1 0 0 0 0,-1 0 0 0 0,1 0 0 0 0,-1 0 0 0 0,-3 4 1 0 0,-2 0 155 0 0,-1 0 1 0 0,1 0-1 0 0,-1 0 1 0 0,0-1 0 0 0,-1 0-1 0 0,1-1 1 0 0,-1 1-1 0 0,0-2 1 0 0,-14 5 0 0 0,4-4-807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6913 0 0,'2'-2'391'0'0,"0"1"-1"0"0,-1 0 0 0 0,1 1 0 0 0,0-1 1 0 0,0 0-1 0 0,1 0 0 0 0,-1 1 0 0 0,0-1 0 0 0,0 1 1 0 0,0 0-1 0 0,0 0 0 0 0,0 0 0 0 0,0 0 0 0 0,1 0 1 0 0,-1 0-1 0 0,0 0 0 0 0,0 1 0 0 0,0-1 0 0 0,0 1 1 0 0,0-1-1 0 0,0 1 0 0 0,4 2 0 0 0,-4-1-94 0 0,1 0 0 0 0,-1 0-1 0 0,1 1 1 0 0,-1-1 0 0 0,0 1-1 0 0,0-1 1 0 0,0 1 0 0 0,0 0-1 0 0,-1 0 1 0 0,1 0-1 0 0,-1 0 1 0 0,0 0 0 0 0,2 4-1 0 0,1 11 100 0 0,0-1 0 0 0,-1 1-1 0 0,-1 0 1 0 0,0 23 0 0 0,-2 28 51 0 0,-12 78 0 0 0,6-96-418 0 0,2 1 1 0 0,2-1-1 0 0,8 87 0 0 0,-5-130-164 0 0,0 0 0 0 0,0 0 0 0 0,1-1 0 0 0,1 1-1 0 0,-1 0 1 0 0,1-1 0 0 0,0 1 0 0 0,5 7 0 0 0,-7-20-336 0 0,0 1-1 0 0,0-1 1 0 0,0 1 0 0 0,-1-1 0 0 0,1 0 0 0 0,-2-5 0 0 0,2 8 255 0 0,0-20-151 0 0,2 0 0 0 0,1 1 0 0 0,1-1 1 0 0,0 1-1 0 0,2 0 0 0 0,0 0 1 0 0,13-23-1 0 0,-5 14 822 0 0,3 0 0 0 0,0 1 0 0 0,43-50 0 0 0,-61 78-426 0 0,0 0 0 0 0,0 1 1 0 0,1-1-1 0 0,-1 1 0 0 0,1-1 0 0 0,-1 0 0 0 0,1 1 1 0 0,-1-1-1 0 0,1 1 0 0 0,-1-1 0 0 0,1 1 0 0 0,-1-1 1 0 0,1 1-1 0 0,0-1 0 0 0,-1 1 0 0 0,1-1 0 0 0,0 1 1 0 0,-1 0-1 0 0,1 0 0 0 0,0-1 0 0 0,0 1 0 0 0,-1 0 1 0 0,1 0-1 0 0,0 0 0 0 0,0 0 0 0 0,-1 0 1 0 0,1 0-1 0 0,0 0 0 0 0,0 0 0 0 0,0 0 0 0 0,-1 0 1 0 0,1 0-1 0 0,0 0 0 0 0,-1 1 0 0 0,1-1 0 0 0,0 0 1 0 0,0 0-1 0 0,-1 1 0 0 0,1-1 0 0 0,0 1 0 0 0,-1-1 1 0 0,1 0-1 0 0,-1 1 0 0 0,1-1 0 0 0,0 1 0 0 0,-1 0 1 0 0,1-1-1 0 0,-1 1 0 0 0,0-1 0 0 0,1 1 0 0 0,-1 0 1 0 0,1-1-1 0 0,-1 1 0 0 0,0 0 0 0 0,1-1 0 0 0,-1 1 1 0 0,0 0-1 0 0,0 0 0 0 0,0 0 0 0 0,4 10 508 0 0,-1 0 1 0 0,0 0-1 0 0,1 15 0 0 0,-1-11-301 0 0,18 67-2324 0 0,-14-61-4800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1 328 7834 0 0,'15'-4'661'0'0,"0"-2"0"0"0,-1 0 1 0 0,0 0-1 0 0,0-1 1 0 0,15-10-1 0 0,62-49 2998 0 0,-88 64-3621 0 0,4-3 234 0 0,0-1 0 0 0,0 0 0 0 0,0-1 0 0 0,-1 1 0 0 0,0-1 0 0 0,-1 0 0 0 0,1-1 0 0 0,-1 0 0 0 0,-1 1 0 0 0,8-17 0 0 0,-11 20-223 0 0,0 0 1 0 0,0 0-1 0 0,0 0 1 0 0,0 0-1 0 0,-1 0 1 0 0,1 0-1 0 0,-1 0 1 0 0,0 0 0 0 0,-1 0-1 0 0,1 0 1 0 0,-1 0-1 0 0,1 0 1 0 0,-1 0-1 0 0,0 0 1 0 0,-1 0-1 0 0,1 0 1 0 0,-1 1-1 0 0,1-1 1 0 0,-1 0-1 0 0,0 1 1 0 0,-1-1 0 0 0,1 1-1 0 0,-1 0 1 0 0,1 0-1 0 0,-1 0 1 0 0,-4-4-1 0 0,5 5-81 0 0,0 1 0 0 0,1-1 0 0 0,-1 1 0 0 0,0-1 0 0 0,0 1 0 0 0,0 0 0 0 0,0 0 0 0 0,0 0 0 0 0,0 0 0 0 0,0 0 0 0 0,-1 0 0 0 0,1 0 1 0 0,0 1-1 0 0,0 0 0 0 0,-1-1 0 0 0,1 1 0 0 0,0 0 0 0 0,-1 0 0 0 0,1 0 0 0 0,0 0 0 0 0,-1 0 0 0 0,-1 1 0 0 0,0 0 4 0 0,0 1 1 0 0,0 0-1 0 0,1-1 0 0 0,-1 1 1 0 0,0 0-1 0 0,1 1 1 0 0,0-1-1 0 0,-1 1 1 0 0,1 0-1 0 0,0-1 1 0 0,-4 6-1 0 0,1 0 48 0 0,0 0 0 0 0,0 1 0 0 0,1-1 0 0 0,0 1 0 0 0,0 0 0 0 0,1 0 1 0 0,0 0-1 0 0,1 1 0 0 0,-4 15 0 0 0,7-21-35 0 0,-1 1 0 0 0,1-1 1 0 0,1 1-1 0 0,-1-1 0 0 0,1 1 0 0 0,-1-1 1 0 0,1 1-1 0 0,0-1 0 0 0,1 1 1 0 0,-1-1-1 0 0,1 0 0 0 0,0 0 0 0 0,0 0 1 0 0,0 0-1 0 0,1 0 0 0 0,-1 0 1 0 0,1-1-1 0 0,0 1 0 0 0,0-1 0 0 0,0 1 1 0 0,0-1-1 0 0,1 0 0 0 0,0-1 1 0 0,-1 1-1 0 0,1-1 0 0 0,0 1 0 0 0,0-1 1 0 0,0 0-1 0 0,0 0 0 0 0,7 1 1 0 0,9 4-849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3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1 710 11522 0 0,'3'1'184'0'0,"0"0"-1"0"0,0 0 1 0 0,-1-1-1 0 0,1 1 1 0 0,0-1-1 0 0,0 0 1 0 0,0 0-1 0 0,0 0 0 0 0,0 0 1 0 0,0 0-1 0 0,0-1 1 0 0,0 1-1 0 0,0-1 1 0 0,0 0-1 0 0,0 0 0 0 0,-1 0 1 0 0,5-2-1 0 0,49-29 2927 0 0,-44 25-2873 0 0,4-4 159 0 0,0-1 1 0 0,-1 0-1 0 0,0-1 1 0 0,-1-1 0 0 0,-1 0-1 0 0,23-30 1 0 0,-29 34-612 0 0,0 0-1 0 0,-1-1 1 0 0,0 0-1 0 0,0 0 1 0 0,-1-1 0 0 0,-1 0-1 0 0,0 0 1 0 0,-1 0 0 0 0,0 0-1 0 0,0 0 1 0 0,0-24 0 0 0,-3 33 6 0 0,0 0 1 0 0,0 0 0 0 0,0 0 0 0 0,0 1 0 0 0,-1-1-1 0 0,1 0 1 0 0,-1 0 0 0 0,0 1 0 0 0,0-1 0 0 0,0 0-1 0 0,0 1 1 0 0,0-1 0 0 0,-1 1 0 0 0,1-1-1 0 0,-1 1 1 0 0,-2-3 0 0 0,4 5 162 0 0,-1-1 0 0 0,0 0-1 0 0,1 1 1 0 0,-1 0 0 0 0,0-1 0 0 0,0 1-1 0 0,1-1 1 0 0,-1 1 0 0 0,0 0 0 0 0,0 0 0 0 0,0-1-1 0 0,0 1 1 0 0,1 0 0 0 0,-1 0 0 0 0,0 0-1 0 0,0 0 1 0 0,0 0 0 0 0,0 0 0 0 0,0 0-1 0 0,1 0 1 0 0,-2 1 0 0 0,0-1 142 0 0,0 1 1 0 0,0 0-1 0 0,0 0 1 0 0,0 0-1 0 0,0 1 1 0 0,0-1-1 0 0,1 0 0 0 0,-1 1 1 0 0,0-1-1 0 0,1 1 1 0 0,-3 2-1 0 0,-3 5 273 0 0,0 0 0 0 0,0 0 1 0 0,1 0-1 0 0,1 1 0 0 0,-1 0 0 0 0,2 0 0 0 0,-1 0 0 0 0,1 1 0 0 0,1 0 0 0 0,0-1 0 0 0,1 1 0 0 0,-2 14 1 0 0,3-21-372 0 0,1 1 1 0 0,0 0 0 0 0,0 0 0 0 0,1 0 0 0 0,-1 0 0 0 0,1 0-1 0 0,0 0 1 0 0,1-1 0 0 0,-1 1 0 0 0,1 0 0 0 0,0-1 0 0 0,0 1 0 0 0,0-1-1 0 0,0 0 1 0 0,1 0 0 0 0,0 0 0 0 0,0 0 0 0 0,0 0 0 0 0,0 0-1 0 0,1-1 1 0 0,-1 0 0 0 0,1 1 0 0 0,0-1 0 0 0,0-1 0 0 0,0 1 0 0 0,0-1-1 0 0,1 1 1 0 0,-1-1 0 0 0,10 3 0 0 0,8 1-809 0 0,0-2-199 0 0</inkml:trace>
  <inkml:trace contextRef="#ctx0" brushRef="#br0" timeOffset="1">726 0 9218 0 0,'-3'1'226'0'0,"1"-1"0"0"0,0 1 0 0 0,0 0 0 0 0,0 0 0 0 0,0 0-1 0 0,0 0 1 0 0,0 0 0 0 0,0 1 0 0 0,0-1 0 0 0,1 1 0 0 0,-1-1 0 0 0,0 1 0 0 0,1-1 0 0 0,-1 1 0 0 0,1 0 0 0 0,0 0 0 0 0,-1 0-1 0 0,1 0 1 0 0,0 0 0 0 0,0 0 0 0 0,0 0 0 0 0,1 0 0 0 0,-2 3 0 0 0,-16 55 2912 0 0,18-59-3112 0 0,-4 22 458 0 0,1 0 0 0 0,1 0 0 0 0,1 1 0 0 0,1-1 0 0 0,1 1 0 0 0,1-1-1 0 0,5 26 1 0 0,48 164 99 0 0,-35-144-532 0 0,-6-19-391 0 0,1 7-5743 0 0,-4-22-745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3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1 235 14283 0 0,'309'-126'6032'0'0,"-108"31"-8400"0"0,-176 82 2113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5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12899 0 0,'1'27'1440'0'0,"-11"585"2201"0"0,-3-281-8898 0 0,12-300-208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0 6849 0 0,'1'3'133'0'0,"0"1"0"0"0,0-1 0 0 0,-1 0 0 0 0,1 0 0 0 0,-1 0-1 0 0,0 1 1 0 0,0-1 0 0 0,0 0 0 0 0,0 1 0 0 0,-1-1-1 0 0,-1 6 1 0 0,-11 38 3018 0 0,11-43-2622 0 0,-3 8 393 0 0,0-1 2575 0 0,17-16-904 0 0,3-5-1863 0 0,3-3-12 0 0,1 2 0 0 0,38-19 0 0 0,-49 27-720 0 0,0 0 0 0 0,1 1 0 0 0,-1 0 0 0 0,1 0 0 0 0,0 1 0 0 0,-1 0 1 0 0,1 1-1 0 0,0-1 0 0 0,0 2 0 0 0,15 2 0 0 0,-17-2-70 0 0,0 0 0 0 0,0 1 0 0 0,1 0-1 0 0,-1 0 1 0 0,-1 1 0 0 0,1-1 0 0 0,0 2 0 0 0,-1-1 0 0 0,1 1 0 0 0,10 8-1 0 0,-14-9 6 0 0,0 0-1 0 0,0 0 0 0 0,-1 0 1 0 0,1 1-1 0 0,-1-1 0 0 0,0 0 0 0 0,0 1 1 0 0,0 0-1 0 0,0-1 0 0 0,-1 1 1 0 0,1 0-1 0 0,-1 0 0 0 0,0 0 1 0 0,0 0-1 0 0,-1 0 0 0 0,1 0 0 0 0,-1 0 1 0 0,0 0-1 0 0,0 0 0 0 0,0 0 1 0 0,-1 5-1 0 0,-3 11-98 0 0,-1 0 0 0 0,-1-1 0 0 0,-1 1 0 0 0,-1-1 1 0 0,0 0-1 0 0,-12 19 0 0 0,5-11 599 0 0,22-34-511 0 0,-1 0 1 0 0,2 0-1 0 0,-1 1 1 0 0,0 0-1 0 0,1 0 1 0 0,11-6-1 0 0,-7 4-34 0 0,-3 2 46 0 0,1 0-1 0 0,0 1 1 0 0,0 1-1 0 0,0-1 1 0 0,0 2-1 0 0,1-1 1 0 0,0 1 0 0 0,0 1-1 0 0,-1 0 1 0 0,1 1-1 0 0,15-1 1 0 0,-23 2 16 0 0,1 0-1 0 0,0 1 1 0 0,-1-1 0 0 0,1 1-1 0 0,0 0 1 0 0,-1 0-1 0 0,1 0 1 0 0,-1 0 0 0 0,1 0-1 0 0,-1 1 1 0 0,0 0 0 0 0,0 0-1 0 0,0 0 1 0 0,0 0-1 0 0,5 4 1 0 0,-6-3 6 0 0,0 0 0 0 0,0 0 0 0 0,0 0 1 0 0,0 0-1 0 0,0 1 0 0 0,-1-1 0 0 0,1 1 0 0 0,-1-1 0 0 0,0 1 0 0 0,0 0 0 0 0,0-1 1 0 0,-1 1-1 0 0,0 0 0 0 0,1 0 0 0 0,-1-1 0 0 0,0 1 0 0 0,-1 0 0 0 0,0 5 0 0 0,0-1 207 0 0,0 1-1 0 0,-1-1 0 0 0,0 1 1 0 0,-1-1-1 0 0,1 0 0 0 0,-2 0 1 0 0,1 0-1 0 0,-1 0 1 0 0,0-1-1 0 0,-1 0 0 0 0,1 1 1 0 0,-2-2-1 0 0,1 1 0 0 0,-1 0 1 0 0,0-1-1 0 0,0 0 0 0 0,0-1 1 0 0,-1 1-1 0 0,0-1 0 0 0,0-1 1 0 0,-9 5-1 0 0,1-1-21 0 0,0-1 0 0 0,-1-1 1 0 0,-31 9-1 0 0,19-8-1954 0 0,-42 3 0 0 0,47-7-1376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1 8290 0 0,'-14'0'213'0'0,"0"0"0"0"0,0 0 0 0 0,0 1 0 0 0,0 1 0 0 0,0 0 0 0 0,1 1 0 0 0,-1 1 0 0 0,-16 6 1 0 0,29-10-204 0 0,1 0 1 0 0,-1 0-1 0 0,1 1 1 0 0,-1-1-1 0 0,1 0 1 0 0,-1 0 0 0 0,1 0-1 0 0,-1 1 1 0 0,1-1-1 0 0,-1 0 1 0 0,1 0-1 0 0,-1 1 1 0 0,1-1 0 0 0,-1 0-1 0 0,1 1 1 0 0,0-1-1 0 0,-1 1 1 0 0,1-1-1 0 0,0 0 1 0 0,-1 1 0 0 0,1-1-1 0 0,0 1 1 0 0,0-1-1 0 0,-1 1 1 0 0,1-1 0 0 0,0 1-1 0 0,0-1 1 0 0,0 1-1 0 0,0 0 1 0 0,11 8 526 0 0,26 1 590 0 0,4-8 139 0 0,0-1-1 0 0,81-9 0 0 0,-57 2-541 0 0,95-9 61 0 0,81-4-141 0 0,-82 21-5679 0 0,-124 2 46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10594 0 0,'-8'3'6414'0'0,"13"5"-3659"0"0,8 2-2163 0 0,75 54 85 0 0,-54-42-294 0 0,-2 1 0 0 0,-1 2 1 0 0,43 44-1 0 0,-71-66-382 0 0,0 0 0 0 0,0 0-1 0 0,-1 0 1 0 0,1 1 0 0 0,-1-1 0 0 0,0 1 0 0 0,0 0 0 0 0,0 0 0 0 0,-1 0 0 0 0,0 0 0 0 0,1 0-1 0 0,-1 0 1 0 0,0 0 0 0 0,-1 0 0 0 0,1 0 0 0 0,-1 0 0 0 0,0 0 0 0 0,0 1 0 0 0,0-1 0 0 0,-1 4-1 0 0,0-2 3 0 0,-1-1-1 0 0,-1 1 1 0 0,1-1-1 0 0,-1 1 1 0 0,1-1-1 0 0,-1 0 1 0 0,-1 0-1 0 0,1-1 1 0 0,-1 1-1 0 0,0-1 1 0 0,0 1-1 0 0,0-1 1 0 0,-9 6-1 0 0,-7 4-114 0 0,-1 0-1 0 0,-1-2 0 0 0,0 0 1 0 0,-40 14-1 0 0,-14 8-7816 0 0,62-27 1837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7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449 423 6913 0 0,'0'-4'287'0'0,"1"1"0"0"0,-2-1-1 0 0,1 0 1 0 0,0 0-1 0 0,-1 0 1 0 0,0 0-1 0 0,0 0 1 0 0,0 1-1 0 0,0-1 1 0 0,-1 0-1 0 0,1 1 1 0 0,-1-1-1 0 0,0 1 1 0 0,0 0-1 0 0,0-1 1 0 0,-1 1 0 0 0,1 0-1 0 0,-1 0 1 0 0,0 0-1 0 0,1 1 1 0 0,-1-1-1 0 0,-1 1 1 0 0,1 0-1 0 0,-7-4 1 0 0,6 4 17 0 0,-1 0 0 0 0,0 1 0 0 0,0 0 1 0 0,0 0-1 0 0,0 0 0 0 0,0 0 0 0 0,0 1 0 0 0,0 0 0 0 0,0 0 1 0 0,0 0-1 0 0,0 1 0 0 0,0-1 0 0 0,0 1 0 0 0,0 1 1 0 0,0-1-1 0 0,0 1 0 0 0,1-1 0 0 0,-10 6 0 0 0,-3 3-97 0 0,0 1 0 0 0,0 1 0 0 0,1 0 0 0 0,0 1 0 0 0,1 1 0 0 0,1 0 0 0 0,-23 30 0 0 0,7-3 419 0 0,-48 88 1 0 0,78-129-627 0 0,-31 67-85 0 0,29-63 73 0 0,0 1 0 0 0,1 0 0 0 0,0-1 0 0 0,0 1 0 0 0,0 0 0 0 0,0 0 1 0 0,1 0-1 0 0,-1 0 0 0 0,1 0 0 0 0,1 0 0 0 0,-1 0 0 0 0,2 7 0 0 0,-2-11-17 0 0,1 0 1 0 0,-1 0-1 0 0,0 0 1 0 0,1 0-1 0 0,-1 0 1 0 0,1-1-1 0 0,-1 1 1 0 0,1 0-1 0 0,-1 0 1 0 0,1 0-1 0 0,0-1 1 0 0,-1 1-1 0 0,1 0 1 0 0,0-1 0 0 0,0 1-1 0 0,-1-1 1 0 0,1 1-1 0 0,0 0 1 0 0,0-1-1 0 0,0 0 1 0 0,0 1-1 0 0,0-1 1 0 0,0 0-1 0 0,0 1 1 0 0,1-1-1 0 0,0 0-41 0 0,1 0 1 0 0,-1 0-1 0 0,1 0 0 0 0,-1 0 0 0 0,0-1 1 0 0,1 1-1 0 0,-1-1 0 0 0,1 0 0 0 0,-1 1 1 0 0,3-2-1 0 0,4-3-286 0 0,0 0 1 0 0,0-1-1 0 0,15-11 1 0 0,9-11-1051 0 0,-1-1 0 0 0,-2-1 0 0 0,44-57 0 0 0,-59 67 757 0 0,-1-1 1 0 0,0 0-1 0 0,-2-1 0 0 0,-1-1 1 0 0,0 0-1 0 0,-2 0 1 0 0,11-40-1 0 0,-18 47 740 0 0,0 0 0 0 0,-1 0 0 0 0,0 0 1 0 0,-2 0-1 0 0,0 0 0 0 0,0 0 0 0 0,-2 1 1 0 0,0-1-1 0 0,-7-22 0 0 0,-8-13 4455 0 0,-33-69 1 0 0,41 104-2546 0 0,10 26-578 0 0,8 30-786 0 0,21 83-322 0 0,-15-57-346 0 0,3-1 0 0 0,27 67 0 0 0,-19-67-1172 0 0,-9-22-4381 0 0,-2-5-1425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7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258 36 920 0 0,'-2'-3'322'0'0,"-1"0"0"0"0,-1 0 0 0 0,1 0 0 0 0,0 0 0 0 0,-1 1 0 0 0,1-1 0 0 0,-1 1 0 0 0,1 0 0 0 0,-1 0 0 0 0,0 0 0 0 0,0 0 0 0 0,0 1 0 0 0,0 0 0 0 0,-1 0 0 0 0,1 0 0 0 0,0 0 0 0 0,0 1 0 0 0,-1-1 0 0 0,1 1 0 0 0,-9 1 0 0 0,7-1 29 0 0,0 1 0 0 0,0 0 0 0 0,0 0 0 0 0,0 1 0 0 0,0 0 0 0 0,1 0 0 0 0,-1 0 0 0 0,0 0 1 0 0,1 1-1 0 0,0 0 0 0 0,-1 0 0 0 0,1 1 0 0 0,0-1 0 0 0,-5 7 0 0 0,2-1 187 0 0,1 0-1 0 0,0 1 1 0 0,0 0 0 0 0,1 1 0 0 0,1-1-1 0 0,0 1 1 0 0,-7 21 0 0 0,6-14-128 0 0,1 2 1 0 0,1-1-1 0 0,-4 39 1 0 0,8-53-423 0 0,0 0-1 0 0,0-1 0 0 0,0 1 1 0 0,1 0-1 0 0,-1-1 1 0 0,1 1-1 0 0,0-1 1 0 0,1 1-1 0 0,-1-1 1 0 0,1 1-1 0 0,0-1 1 0 0,0 0-1 0 0,0 0 1 0 0,0 0-1 0 0,1 0 1 0 0,0 0-1 0 0,-1 0 1 0 0,1-1-1 0 0,7 6 1 0 0,-7-7-125 0 0,0 0 1 0 0,0 0 0 0 0,0 0-1 0 0,1-1 1 0 0,-1 1 0 0 0,0-1 0 0 0,1 0-1 0 0,-1 0 1 0 0,1 0 0 0 0,-1 0-1 0 0,1-1 1 0 0,-1 0 0 0 0,1 1 0 0 0,-1-1-1 0 0,1-1 1 0 0,0 1 0 0 0,-1 0-1 0 0,1-1 1 0 0,-1 0 0 0 0,1 0 0 0 0,-1 0-1 0 0,0 0 1 0 0,1 0 0 0 0,-1-1-1 0 0,0 1 1 0 0,4-4 0 0 0,4-1-260 0 0,-1-2 0 0 0,0 1 0 0 0,-1-1 1 0 0,0 0-1 0 0,0-1 0 0 0,-1 0 0 0 0,0-1 0 0 0,0 0 0 0 0,-1 0 1 0 0,11-22-1 0 0,15-41 855 0 0,-6-2 3576 0 0,-25 68-3411 0 0,0 17 3422 0 0,2 30-3715 0 0,-3-28-139 0 0,0 9-975 0 0,2-1 0 0 0,0 1 1 0 0,12 36-1 0 0,-6-36-5499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9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10 1376 0 0,'0'0'-8'0'0,"1"0"-1"0"0,-1-1 0 0 0,0 1 0 0 0,0 0 0 0 0,-1-1 1 0 0,1 1-1 0 0,0-1 0 0 0,0 1 0 0 0,0 0 0 0 0,0-1 1 0 0,0 1-1 0 0,0 0 0 0 0,0-1 0 0 0,0 1 1 0 0,-1 0-1 0 0,1-1 0 0 0,0 1 0 0 0,0 0 0 0 0,-1-1 1 0 0,1 1-1 0 0,0 0 0 0 0,0 0 0 0 0,-1-1 1 0 0,1 1-1 0 0,0 0 0 0 0,-1 0 0 0 0,1 0 0 0 0,0-1 1 0 0,-1 1-1 0 0,1 0 0 0 0,0 0 0 0 0,-1 0 0 0 0,1 0 1 0 0,0 0-1 0 0,-1 0 0 0 0,-17 3-367 0 0,-15 16 199 0 0,24-12 296 0 0,1 1 1 0 0,1 0-1 0 0,-1 0 0 0 0,-6 10 1 0 0,8-10-96 0 0,1-3-24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9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8290 0 0,'-2'3'7428'0'0,"1"15"-4756"0"0,3 20-1172 0 0,17 66 691 0 0,19 125-1171 0 0,-34-194-1143 0 0,18 116-95 0 0,1-52-3467 0 0,-15-74 2350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0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8 287 5529 0 0,'0'-1'42'0'0,"-1"1"0"0"0,0-1 0 0 0,1 0 0 0 0,-1 1-1 0 0,1-1 1 0 0,-1 0 0 0 0,1 0 0 0 0,-1 0 0 0 0,1 1 0 0 0,-1-1-1 0 0,1 0 1 0 0,0 0 0 0 0,0 0 0 0 0,-1 0 0 0 0,1 0 0 0 0,0 0 0 0 0,0 0-1 0 0,0 0 1 0 0,0 0 0 0 0,0 0 0 0 0,0 0 0 0 0,0 1 0 0 0,1-3-1 0 0,-1 1 61 0 0,1 0-1 0 0,0 0 0 0 0,0 0 0 0 0,0 0 0 0 0,1 0 0 0 0,-1 0 0 0 0,0 0 0 0 0,1 1 0 0 0,-1-1 0 0 0,3-1 0 0 0,7-6 471 0 0,0 1-1 0 0,23-13 0 0 0,-20 12-377 0 0,23-13 870 0 0,0 1 0 0 0,1 2 0 0 0,1 1 1 0 0,63-19-1 0 0,-72 28-217 0 0,40-20 0 0 0,-7-2-5766 0 0,-45 22 1304 0 0,-28 14 508 0 0,-27 24 8872 0 0,25-16-4620 0 0,1 0 1 0 0,0 1-1 0 0,1 1 0 0 0,0 0 1 0 0,2 0-1 0 0,-9 19 1 0 0,12-22-913 0 0,0 0 1 0 0,0 0 0 0 0,2 1-1 0 0,-1 0 1 0 0,2-1 0 0 0,0 1-1 0 0,0 0 1 0 0,1 25-1 0 0,1-34-172 0 0,0-1 0 0 0,1 1 0 0 0,-1-1 0 0 0,1 1 0 0 0,0-1 0 0 0,0 1 0 0 0,0-1 0 0 0,1 0 0 0 0,-1 1 0 0 0,1-1 0 0 0,0 0 0 0 0,0 0 0 0 0,0 0-1 0 0,0 0 1 0 0,0-1 0 0 0,1 1 0 0 0,-1-1 0 0 0,1 1 0 0 0,0-1 0 0 0,0 0 0 0 0,3 3 0 0 0,-3-4-91 0 0,0 0 0 0 0,0 0 1 0 0,0 0-1 0 0,0 0 0 0 0,0 0 0 0 0,0-1 1 0 0,0 1-1 0 0,0-1 0 0 0,1 0 0 0 0,-1 0 0 0 0,0 0 1 0 0,0 0-1 0 0,0-1 0 0 0,0 1 0 0 0,0-1 1 0 0,0 0-1 0 0,0 0 0 0 0,0 0 0 0 0,0 0 0 0 0,0 0 1 0 0,0-1-1 0 0,-1 1 0 0 0,1-1 0 0 0,2-2 1 0 0,13-11-871 0 0,0 0 1 0 0,-2-2 0 0 0,30-36 0 0 0,-30 33 547 0 0,2 0 0 0 0,32-29 0 0 0,-49 49 399 0 0,-1-1 1 0 0,0 1 0 0 0,1-1 0 0 0,-1 1 0 0 0,1 0 0 0 0,-1-1 0 0 0,1 1 0 0 0,-1 0-1 0 0,1-1 1 0 0,-1 1 0 0 0,1 0 0 0 0,-1 0 0 0 0,1-1 0 0 0,-1 1 0 0 0,1 0 0 0 0,0 0 0 0 0,-1 0-1 0 0,1 0 1 0 0,-1 0 0 0 0,1 0 0 0 0,-1 0 0 0 0,1 0 0 0 0,0 0 0 0 0,-1 0 0 0 0,1 0-1 0 0,-1 0 1 0 0,1 0 0 0 0,0 1 0 0 0,-1-1 0 0 0,1 0 0 0 0,-1 0 0 0 0,1 1 0 0 0,-1-1-1 0 0,1 0 1 0 0,-1 1 0 0 0,1-1 0 0 0,-1 0 0 0 0,0 1 0 0 0,1-1 0 0 0,-1 1 0 0 0,1-1-1 0 0,-1 0 1 0 0,0 1 0 0 0,1-1 0 0 0,-1 1 0 0 0,0-1 0 0 0,0 1 0 0 0,1 0 0 0 0,-1-1-1 0 0,0 1 1 0 0,0-1 0 0 0,0 1 0 0 0,0-1 0 0 0,0 1 0 0 0,0 0 0 0 0,6 43 2242 0 0,-6-31-2098 0 0,3 4-589 0 0,1 0 0 0 0,0 0 0 0 0,2 0 0 0 0,0-1 0 0 0,11 23 1 0 0,-4-15-6683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0.7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 7370 0 0,'-56'62'8726'0'0,"39"-42"-8106"0"0,1 1 0 0 0,0 1 1 0 0,2 1-1 0 0,1 0 0 0 0,-20 46 1 0 0,33-68-615 0 0,-1 1 1 0 0,0 0-1 0 0,1 0 1 0 0,-1 0-1 0 0,1 0 1 0 0,-1 0-1 0 0,1 0 1 0 0,0 0-1 0 0,0-1 1 0 0,0 1-1 0 0,0 0 1 0 0,0 0-1 0 0,0 0 1 0 0,1 0-1 0 0,-1 0 1 0 0,2 4-1 0 0,-1-5-21 0 0,0 0-1 0 0,-1 0 0 0 0,1 0 1 0 0,0 0-1 0 0,0 0 0 0 0,0-1 1 0 0,0 1-1 0 0,0 0 0 0 0,0 0 0 0 0,1-1 1 0 0,-1 1-1 0 0,0 0 0 0 0,0-1 1 0 0,0 1-1 0 0,1-1 0 0 0,-1 1 0 0 0,0-1 1 0 0,0 0-1 0 0,2 0 0 0 0,8 1-138 0 0,-1-1 1 0 0,0 0-1 0 0,1-1 0 0 0,-1-1 0 0 0,13-2 0 0 0,5-1 24 0 0,-11 4-288 0 0,0 0-1 0 0,0 1 1 0 0,0 1-1 0 0,28 4 0 0 0,-41-4 412 0 0,1 0 0 0 0,0 0 0 0 0,-1 0 0 0 0,1 0-1 0 0,-1 1 1 0 0,0 0 0 0 0,1 0 0 0 0,-1 0 0 0 0,0 0-1 0 0,0 1 1 0 0,0-1 0 0 0,0 1 0 0 0,-1 0 0 0 0,1 0-1 0 0,-1 1 1 0 0,0-1 0 0 0,0 1 0 0 0,0-1 0 0 0,0 1 0 0 0,-1 0-1 0 0,5 8 1 0 0,-6-8 150 0 0,-1 0-1 0 0,1 0 0 0 0,-1 0 1 0 0,0 1-1 0 0,0-1 0 0 0,0 0 1 0 0,-1 0-1 0 0,1 0 1 0 0,-1 0-1 0 0,0 0 0 0 0,0 0 1 0 0,-1 0-1 0 0,1 0 1 0 0,-1 0-1 0 0,0 0 0 0 0,0-1 1 0 0,0 1-1 0 0,0 0 0 0 0,0-1 1 0 0,-1 0-1 0 0,-5 6 1 0 0,-3 3-338 0 0,-1-1 1 0 0,0 0-1 0 0,0-1 1 0 0,-18 12 0 0 0,11-10-1648 0 0,0-2-4257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7834 0 0,'1'-1'180'0'0,"0"-1"0"0"0,-1 1 0 0 0,1 0 0 0 0,0-1 0 0 0,1 1 0 0 0,-1 0 0 0 0,0 0 0 0 0,0 0 1 0 0,0 0-1 0 0,1 0 0 0 0,-1 1 0 0 0,0-1 0 0 0,1 0 0 0 0,-1 0 0 0 0,1 1 0 0 0,-1-1 0 0 0,1 1 0 0 0,-1 0 0 0 0,1-1 1 0 0,0 1-1 0 0,-1 0 0 0 0,1 0 0 0 0,-1 0 0 0 0,1 0 0 0 0,-1 0 0 0 0,1 0 0 0 0,0 0 0 0 0,-1 1 0 0 0,1-1 1 0 0,-1 0-1 0 0,1 1 0 0 0,-1-1 0 0 0,1 1 0 0 0,-1 0 0 0 0,0 0 0 0 0,1-1 0 0 0,-1 1 0 0 0,0 0 0 0 0,1 0 1 0 0,-1 0-1 0 0,2 2 0 0 0,0 1 155 0 0,1 0 1 0 0,-1 1-1 0 0,1-1 1 0 0,-1 1-1 0 0,-1 0 1 0 0,1 0-1 0 0,-1 0 1 0 0,0 0 0 0 0,0 0-1 0 0,0 0 1 0 0,1 7-1 0 0,18 125 1742 0 0,6 232 0 0 0,-24-317-2500 0 0,0-31-5899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3681 0 0,'1'-6'232'0'0,"0"-1"1"0"0,0 0-1 0 0,1 1 1 0 0,-1-1 0 0 0,2 1-1 0 0,-1 0 1 0 0,1-1-1 0 0,4-7 1 0 0,31-46 3054 0 0,-37 58-3233 0 0,2-3 443 0 0,1 0 0 0 0,0 0 0 0 0,1 0 0 0 0,-1 0 0 0 0,1 0 0 0 0,0 1 0 0 0,0 0 1 0 0,0 0-1 0 0,11-6 0 0 0,-14 9-329 0 0,0 1 0 0 0,0-1 0 0 0,0 0 0 0 0,0 0 0 0 0,0 1 0 0 0,0-1 0 0 0,1 1 1 0 0,-1 0-1 0 0,0 0 0 0 0,0 0 0 0 0,0 0 0 0 0,0 0 0 0 0,1 0 0 0 0,-1 0 0 0 0,0 1 0 0 0,0-1 1 0 0,0 1-1 0 0,0 0 0 0 0,0-1 0 0 0,0 1 0 0 0,0 0 0 0 0,0 0 0 0 0,0 0 0 0 0,0 0 1 0 0,0 1-1 0 0,-1-1 0 0 0,1 0 0 0 0,0 1 0 0 0,-1 0 0 0 0,0-1 0 0 0,1 1 0 0 0,1 2 1 0 0,5 9 251 0 0,0 1 1 0 0,0 1 0 0 0,-1-1 0 0 0,-1 1 0 0 0,-1 0-1 0 0,7 25 1 0 0,0 2-2417 0 0,4-2-3884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1 358 5065 0 0,'5'1'485'0'0,"-1"1"0"0"0,1-1 0 0 0,0 0 0 0 0,0 0 0 0 0,0-1 0 0 0,0 1 0 0 0,-1-1 0 0 0,1 0 0 0 0,0-1 0 0 0,0 1 0 0 0,0-1 0 0 0,0 0 0 0 0,4-1 0 0 0,5-2 546 0 0,0 0-1 0 0,0-1 0 0 0,14-8 1 0 0,-21 9-882 0 0,0 0 0 0 0,-1-1 1 0 0,0 1-1 0 0,0-1 0 0 0,0-1 1 0 0,0 1-1 0 0,-1-1 0 0 0,0 0 1 0 0,0-1-1 0 0,0 1 0 0 0,-1-1 1 0 0,0 0-1 0 0,-1 0 0 0 0,1 0 1 0 0,-1 0-1 0 0,0-1 0 0 0,-1 1 1 0 0,0-1-1 0 0,1-10 0 0 0,1-8-850 0 0,-1 0 0 0 0,-1 0 0 0 0,-2 0 0 0 0,-4-40 0 0 0,4 64 576 0 0,0 1 0 0 0,0-1 0 0 0,0 1 0 0 0,0-1 0 0 0,0 1 0 0 0,0-1 0 0 0,-1 1 0 0 0,1-1 0 0 0,0 1 0 0 0,-1-1 0 0 0,1 1 0 0 0,-1-1 0 0 0,0 1 0 0 0,1 0 0 0 0,-1-1 0 0 0,0 1 0 0 0,0 0 0 0 0,-2-2 0 0 0,3 3 71 0 0,-1 0 0 0 0,0 0 0 0 0,0 1-1 0 0,1-1 1 0 0,-1 0 0 0 0,0 0 0 0 0,1 1-1 0 0,-1-1 1 0 0,0 0 0 0 0,1 1 0 0 0,-1-1-1 0 0,0 1 1 0 0,1-1 0 0 0,-1 1 0 0 0,1-1-1 0 0,-1 1 1 0 0,1-1 0 0 0,-1 1-1 0 0,1 0 1 0 0,-1-1 0 0 0,1 1 0 0 0,0 0-1 0 0,-1-1 1 0 0,1 2 0 0 0,-7 11 224 0 0,1 0 0 0 0,-6 19 0 0 0,4-6 778 0 0,1 0 1 0 0,-3 32-1 0 0,8-49-627 0 0,1 1 0 0 0,1-1 0 0 0,-1 0 0 0 0,2 1 0 0 0,-1-1 0 0 0,1 1 0 0 0,1-1 0 0 0,0 0 0 0 0,5 17 0 0 0,-6-25-410 0 0,0 1 1 0 0,0 0-1 0 0,0-1 1 0 0,0 1-1 0 0,0-1 0 0 0,0 1 1 0 0,0-1-1 0 0,1 0 1 0 0,-1 0-1 0 0,0 1 1 0 0,1-1-1 0 0,-1 0 1 0 0,1 0-1 0 0,0 0 0 0 0,-1 0 1 0 0,1-1-1 0 0,0 1 1 0 0,-1 0-1 0 0,1-1 1 0 0,0 1-1 0 0,0-1 0 0 0,0 0 1 0 0,0 1-1 0 0,-1-1 1 0 0,1 0-1 0 0,0 0 1 0 0,0 0-1 0 0,0 0 0 0 0,0-1 1 0 0,0 1-1 0 0,2-1 1 0 0,8-2-510 0 0,-1-1-1 0 0,0 1 1 0 0,-1-2 0 0 0,11-5 0 0 0,-7 4 1126 0 0,5-4-528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2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1 648 5065 0 0,'2'2'142'0'0,"0"1"-1"0"0,0-1 1 0 0,1 0 0 0 0,-1 0 0 0 0,0 0-1 0 0,1-1 1 0 0,0 1 0 0 0,-1-1-1 0 0,1 1 1 0 0,0-1 0 0 0,0 0-1 0 0,0 0 1 0 0,0 0 0 0 0,0 0-1 0 0,0-1 1 0 0,0 1 0 0 0,6-1-1 0 0,57 1 2364 0 0,-64-1-2504 0 0,8-1 179 0 0,0 0 0 0 0,0 0 1 0 0,0-1-1 0 0,0 0 0 0 0,0-1 1 0 0,-1 0-1 0 0,1-1 0 0 0,-1 0 1 0 0,0 0-1 0 0,13-9 0 0 0,-14 7-317 0 0,0 0-1 0 0,0-1 0 0 0,-1 0 0 0 0,0 0 0 0 0,-1-1 0 0 0,1 0 0 0 0,-1 0 1 0 0,-1 0-1 0 0,0-1 0 0 0,0 0 0 0 0,0 0 0 0 0,-1 0 0 0 0,-1-1 0 0 0,0 1 0 0 0,0-1 1 0 0,2-14-1 0 0,-2 6-144 0 0,-1 0 0 0 0,0 0 1 0 0,-1 0-1 0 0,-1 0 0 0 0,-1-1 1 0 0,-1 1-1 0 0,0 0 0 0 0,-6-19 1 0 0,8 36 287 0 0,0 0 0 0 0,0 0 1 0 0,-1 0-1 0 0,1 0 1 0 0,0 0-1 0 0,0 0 0 0 0,-1 0 1 0 0,1 1-1 0 0,-1-1 1 0 0,1 0-1 0 0,-1 0 0 0 0,1 0 1 0 0,-1 0-1 0 0,1 1 1 0 0,-1-1-1 0 0,0 0 0 0 0,0 0 1 0 0,1 1-1 0 0,-1-1 1 0 0,0 1-1 0 0,0-1 0 0 0,0 1 1 0 0,1-1-1 0 0,-1 1 1 0 0,0-1-1 0 0,-1 1 1 0 0,1 0 95 0 0,0 0 0 0 0,-1 0 0 0 0,1 1 1 0 0,0-1-1 0 0,0 1 0 0 0,0-1 0 0 0,0 1 1 0 0,0-1-1 0 0,0 1 0 0 0,0 0 0 0 0,0-1 1 0 0,0 1-1 0 0,0 0 0 0 0,0 0 0 0 0,1 0 1 0 0,-1 0-1 0 0,-1 1 0 0 0,-3 6 726 0 0,0-1 0 0 0,0 1 0 0 0,1 0 0 0 0,-4 12 0 0 0,4-9-267 0 0,1 0-1 0 0,1 1 1 0 0,0-1 0 0 0,1 1-1 0 0,0 0 1 0 0,0-1 0 0 0,2 1 0 0 0,-1 0-1 0 0,1-1 1 0 0,5 20 0 0 0,-3-19-654 0 0,0-1 0 0 0,1 1 1 0 0,0-1-1 0 0,8 14 0 0 0,-8-17-639 0 0,1-1 1 0 0,0 0-1 0 0,0 0 0 0 0,0-1 0 0 0,1 1 0 0 0,9 7 0 0 0</inkml:trace>
  <inkml:trace contextRef="#ctx0" brushRef="#br0" timeOffset="1">829 1 9218 0 0,'-5'10'2316'0'0,"1"1"0"0"0,0 0-1 0 0,-3 17 1 0 0,-7 69 723 0 0,14-97-3008 0 0,-1 18 161 0 0,1-1-1 0 0,1 1 0 0 0,0-1 0 0 0,2 1 0 0 0,0-1 1 0 0,10 34-1 0 0,46 100-56 0 0,-20-58-204 0 0,-15-24-1094 0 0,-20-51 94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2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0 188 6449 0 0,'1'-2'247'0'0,"-1"1"-1"0"0,1 0 0 0 0,-1 0 0 0 0,1-1 1 0 0,-1 1-1 0 0,1 0 0 0 0,0 0 1 0 0,0 0-1 0 0,-1 0 0 0 0,1 0 0 0 0,0 0 1 0 0,0 0-1 0 0,0 0 0 0 0,0 0 1 0 0,0 0-1 0 0,0 0 0 0 0,1 1 0 0 0,1-2 1 0 0,28-15 4568 0 0,-20 12-4524 0 0,38-21 2149 0 0,52-27-860 0 0,-1 1-3592 0 0,-74 38 1165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4.9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2761 0 0,'9'-7'885'0'0,"0"1"1"0"0,1 0 0 0 0,0 1 0 0 0,0 0 0 0 0,0 1 0 0 0,0 0 0 0 0,1 1 0 0 0,13-3 0 0 0,-2-1 748 0 0,17-4 1041 0 0,-1 1-1 0 0,42-4 1 0 0,-38 10-2072 0 0,0 1 0 0 0,0 3 1 0 0,70 7-1 0 0,-63-1-716 0 0,9 1-133 0 0,89 0 1 0 0,-127-8-323 0 0,-1 0-1 0 0,1-1 1 0 0,-1-2-1 0 0,0 0 1 0 0,0-1-1 0 0,0 0 1 0 0,-1-2-1 0 0,28-13 1 0 0,-21 6-5715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0 1376 0 0,'-2'0'299'0'0,"1"0"-1"0"0,-1 0 1 0 0,0 0-1 0 0,1 0 1 0 0,-1 0-1 0 0,0 1 1 0 0,1-1 0 0 0,-1 0-1 0 0,1 1 1 0 0,-1-1-1 0 0,0 1 1 0 0,1 0-1 0 0,-1-1 1 0 0,1 1-1 0 0,-1 0 1 0 0,1 0-1 0 0,0 0 1 0 0,-1 0-1 0 0,1 0 1 0 0,0 0-1 0 0,0 0 1 0 0,0 1-1 0 0,0-1 1 0 0,0 0 0 0 0,0 1-1 0 0,0-1 1 0 0,0 1-1 0 0,0-1 1 0 0,0 1-1 0 0,1-1 1 0 0,-1 1-1 0 0,1-1 1 0 0,-1 1-1 0 0,1 2 1 0 0,-1 4 588 0 0,1 1 1 0 0,0 0-1 0 0,0-1 1 0 0,1 1-1 0 0,3 13 1 0 0,0 3-205 0 0,0 66 1404 0 0,-10 133-1 0 0,-2-29-1709 0 0,12-119-2549 0 0,-1-58-5108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6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60 3681 0 0,'-2'0'200'0'0,"-1"0"-98"0"0,-19-15 9273 0 0,39 10-7978 0 0,24-6 372 0 0,55-8 1 0 0,-55 14-1508 0 0,0 2 1 0 0,0 2-1 0 0,-1 1 0 0 0,1 3 1 0 0,71 12-1 0 0,-28 3-86 0 0,-23-5 332 0 0,84 8 1 0 0,-127-20-792 0 0,1 0 0 0 0,-1-2 0 0 0,0 0 0 0 0,1-1 0 0 0,-1 0 0 0 0,0-2 0 0 0,0 0 0 0 0,-1-1 0 0 0,21-8 0 0 0,-12-2-3229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6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49 4609 0 0,'-35'-23'2015'0'0,"31"20"-1188"0"0,0 0 0 0 0,0 0 0 0 0,0 0 0 0 0,-1 0 1 0 0,1 1-1 0 0,-1 0 0 0 0,1 0 0 0 0,-1 0 0 0 0,-8-1 4287 0 0,21 8-3842 0 0,12 4-892 0 0,0 0-294 0 0,0 0 1 0 0,0 1 0 0 0,-1 1 0 0 0,0 1-1 0 0,-1 0 1 0 0,-1 1 0 0 0,0 2-1 0 0,0-1 1 0 0,-2 2 0 0 0,0 0-1 0 0,-1 1 1 0 0,0 0 0 0 0,-1 1-1 0 0,17 34 1 0 0,-28-48-123 0 0,0 0 0 0 0,0 0 1 0 0,-1 0-1 0 0,1 0 0 0 0,-1 0 0 0 0,0 1 0 0 0,-1-1 0 0 0,1 0 1 0 0,-1 0-1 0 0,1 1 0 0 0,-1-1 0 0 0,0 1 0 0 0,-1-1 1 0 0,1 0-1 0 0,-1 1 0 0 0,0-1 0 0 0,0 0 0 0 0,0 0 0 0 0,-1 0 1 0 0,0 0-1 0 0,-3 8 0 0 0,1-7-257 0 0,0 0-1 0 0,-1 0 1 0 0,1 0-1 0 0,-1 0 1 0 0,0-1 0 0 0,0 1-1 0 0,0-1 1 0 0,-1-1-1 0 0,0 1 1 0 0,1-1 0 0 0,-1 0-1 0 0,0 0 1 0 0,-12 3-1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7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10 203 6913 0 0,'-1'-1'130'0'0,"0"0"0"0"0,0 0-1 0 0,0-1 1 0 0,1 1 0 0 0,-1 0-1 0 0,0-1 1 0 0,0 1 0 0 0,1-1-1 0 0,-1 1 1 0 0,1-1 0 0 0,-1 1-1 0 0,1-1 1 0 0,0 1 0 0 0,0-1-1 0 0,-1 1 1 0 0,1-1 0 0 0,0 1-1 0 0,1-3 1 0 0,0-33 1333 0 0,-1 33-1209 0 0,1-1 36 0 0,0-1-1 0 0,1 1 0 0 0,-1 0 0 0 0,1 0 0 0 0,0 0 0 0 0,1 0 0 0 0,-1 0 1 0 0,1 0-1 0 0,0 0 0 0 0,0 1 0 0 0,1 0 0 0 0,-1-1 0 0 0,1 1 0 0 0,0 1 1 0 0,0-1-1 0 0,0 0 0 0 0,1 1 0 0 0,-1 0 0 0 0,8-4 0 0 0,-2 1 72 0 0,1 0 0 0 0,-1 1 0 0 0,1 0-1 0 0,1 1 1 0 0,-1 1 0 0 0,1-1 0 0 0,-1 2 0 0 0,13-2-1 0 0,-21 3-344 0 0,1 1 1 0 0,-1 0-1 0 0,0 0 0 0 0,0 0 0 0 0,0 1 0 0 0,1-1 0 0 0,-1 1 0 0 0,0-1 1 0 0,0 1-1 0 0,0 0 0 0 0,0 0 0 0 0,0 1 0 0 0,0-1 0 0 0,0 1 0 0 0,0-1 0 0 0,-1 1 1 0 0,5 3-1 0 0,-4-1-71 0 0,0-1 0 0 0,1 1 0 0 0,-1 0 0 0 0,0 0 0 0 0,-1 0 1 0 0,1 1-1 0 0,-1-1 0 0 0,0 1 0 0 0,0-1 0 0 0,2 7 0 0 0,-1 1-70 0 0,-1 1 0 0 0,0-1-1 0 0,0 0 1 0 0,-1 1-1 0 0,-1-1 1 0 0,0 1-1 0 0,0-1 1 0 0,-4 15 0 0 0,-1 0 27 0 0,-17 94-56 0 0,-7 134-1 0 0,29-211 1332 0 0,0-41-1075 0 0,1-1 0 0 0,-1 1-1 0 0,0 0 1 0 0,1 0 0 0 0,0 0-1 0 0,-1 0 1 0 0,1 0 0 0 0,0-1-1 0 0,1 1 1 0 0,-1 0 0 0 0,0-1-1 0 0,3 4 1 0 0,10-2-350 0 0,-5-6-2759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7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44 5985 0 0,'-7'-9'14231'0'0,"6"9"-14303"0"0,0-1 40 0 0,0 1 0 0 0,1 0 0 0 0,-1 0 0 0 0,0 0 0 0 0,1 0 0 0 0,-1 0 0 0 0,0 0 0 0 0,0 0 0 0 0,1 0 0 0 0,-1 0 0 0 0,0 0 0 0 0,0 0 0 0 0,1 0 0 0 0,-1 0 0 0 0,0 1 0 0 0,1-1 0 0 0,-1 0 0 0 0,0 0 0 0 0,1 1 0 0 0,-1-1 0 0 0,0 1 0 0 0,1-1 0 0 0,-1 0 0 0 0,0 1 0 0 0,1-1 0 0 0,-1 1 0 0 0,1-1 0 0 0,-1 2 0 0 0,1-1-99 0 0,2-9 234 0 0,7-25-2587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9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 7370 0 0,'-1'0'-14'0'0,"-49"14"2385"0"0,44-12-1190 0 0,0 1-1 0 0,-1 0 0 0 0,1 0 0 0 0,0 0 1 0 0,-8 7 207 0 0,14-10-1347 0 0,0 0 1 0 0,0 0-1 0 0,0 0 1 0 0,0 1 0 0 0,0-1-1 0 0,0 0 1 0 0,0 0-1 0 0,0 0 1 0 0,0 0-1 0 0,1 3 1040 0 0,-1-3-1040 0 0,0 0 1 0 0,0 0 0 0 0,0 0-1 0 0,0 0 1 0 0,0 0-1 0 0,0 0 1 0 0,1 0-1 0 0,-1 0 1 0 0,0 0 0 0 0,0 0-1 0 0,0 0 1 0 0,0 0-1 0 0,0 0 1 0 0,13 4 682 0 0,13 0-329 0 0,262 7-1394 0 0,-241-11-124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9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0 1376 0 0,'-7'49'9473'0'0,"3"-27"-6664"0"0,2 1-1773 0 0,1 0 1 0 0,1 0 0 0 0,5 38 0 0 0,-1-18-655 0 0,18 172 997 0 0,-15-174-2003 0 0,2-1 0 0 0,1 0 0 0 0,20 47 0 0 0,-23-70-5612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9218 0 0,'0'-5'3399'0'0,"0"5"-3348"0"0,13-11 1204 0 0,20-8-648 0 0,-19 14-382 0 0,0 0-1 0 0,0 1 1 0 0,0 1 0 0 0,0 0 0 0 0,1 1 0 0 0,-1 0 0 0 0,0 2-1 0 0,19 0 1 0 0,9 4 1387 0 0,61 13 0 0 0,-56-8-1387 0 0,4-4-300 0 0,-29-5-5374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1 10594 0 0,'-11'1'207'0'0,"1"1"-1"0"0,-1 1 1 0 0,1 0-1 0 0,-1 1 1 0 0,-13 6-1 0 0,20-7-306 0 0,0-1 0 0 0,0 1 0 0 0,0 0 0 0 0,1-1 0 0 0,-1 2 0 0 0,1-1-1 0 0,0 0 1 0 0,0 1 0 0 0,0-1 0 0 0,1 1 0 0 0,-1 0 0 0 0,1 0 0 0 0,0 0 0 0 0,0 0 0 0 0,-2 8 0 0 0,0 1 133 0 0,1 0 0 0 0,1 0 1 0 0,0 1-1 0 0,1-1 0 0 0,0 0 1 0 0,1 0-1 0 0,0 1 1 0 0,1-1-1 0 0,1 0 0 0 0,3 14 1 0 0,-3-19 238 0 0,0 0 1 0 0,0 0 0 0 0,1 0 0 0 0,0 0-1 0 0,0-1 1 0 0,1 1 0 0 0,-1-1-1 0 0,2 0 1 0 0,-1 0 0 0 0,1 0-1 0 0,0-1 1 0 0,1 0 0 0 0,-1 0 0 0 0,1 0-1 0 0,0-1 1 0 0,1 1 0 0 0,8 4-1 0 0,-11-7-240 0 0,0-1 0 0 0,1 0-1 0 0,-1 0 1 0 0,0-1-1 0 0,1 1 1 0 0,0-1 0 0 0,-1 0-1 0 0,1 0 1 0 0,0 0 0 0 0,0-1-1 0 0,-1 0 1 0 0,1 0 0 0 0,0 0-1 0 0,0 0 1 0 0,-1-1 0 0 0,1 0-1 0 0,8-2 1 0 0,-7 1-74 0 0,-1-1 0 0 0,0 0-1 0 0,0 0 1 0 0,0 0 0 0 0,0 0 0 0 0,-1-1 0 0 0,1 0 0 0 0,-1 0 0 0 0,0 0 0 0 0,0 0 0 0 0,0-1-1 0 0,5-9 1 0 0,-3 4-32 0 0,0-1-1 0 0,-1 0 0 0 0,0 0 0 0 0,-1-1 1 0 0,0 1-1 0 0,-1-1 0 0 0,0 0 0 0 0,-1 0 1 0 0,0 0-1 0 0,-1 0 0 0 0,0 0 1 0 0,-1 0-1 0 0,-2-17 0 0 0,1 19-23 0 0,-1 1-1 0 0,0 0 1 0 0,-1 0-1 0 0,0 0 1 0 0,-1 0-1 0 0,1 1 1 0 0,-2-1-1 0 0,1 1 1 0 0,-1 0-1 0 0,0 0 1 0 0,-1 1-1 0 0,-10-12 1 0 0,0 5-558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9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83 10594 0 0,'-6'1'1965'0'0,"14"-11"-896"0"0,17-12-710 0 0,-10 14-124 0 0,-1 1 0 0 0,1 0 0 0 0,0 1 0 0 0,1 0 0 0 0,-1 2 0 0 0,1 0 0 0 0,0 0 0 0 0,0 2 1 0 0,1 0-1 0 0,-1 0 0 0 0,32 3 0 0 0,9 4 1301 0 0,-1 3 0 0 0,63 16-1 0 0,10 2-889 0 0,-129-26-648 0 0,135 19-403 0 0,-44-14-3653 0 0,-64-5-2464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1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54 7370 0 0,'0'0'44'0'0,"0"0"0"0"0,-1 0 0 0 0,1 0 0 0 0,0 0 0 0 0,0-1 0 0 0,0 1 0 0 0,-1 0 0 0 0,1 0 0 0 0,0 0 1 0 0,0 0-1 0 0,0 0 0 0 0,0 0 0 0 0,0-1 0 0 0,-1 1 0 0 0,1 0 0 0 0,0 0 0 0 0,0 0 0 0 0,0 0 0 0 0,0-1 0 0 0,0 1 1 0 0,0 0-1 0 0,0 0 0 0 0,0 0 0 0 0,0 0 0 0 0,0-1 0 0 0,-1 1 0 0 0,1 0 0 0 0,0 0 0 0 0,0 0 0 0 0,0-1 0 0 0,0 1 1 0 0,0 0-1 0 0,0 0 0 0 0,1 0 0 0 0,-1-1 0 0 0,0 1 0 0 0,0 0 0 0 0,0 0 0 0 0,0 0 0 0 0,0-1 0 0 0,0 1 1 0 0,0 0-1 0 0,0 0 0 0 0,0 0 0 0 0,0 0 0 0 0,1-1 0 0 0,-1 1 0 0 0,0 0 0 0 0,0 0 0 0 0,0 0 0 0 0,14-13 1554 0 0,16-7 429 0 0,-26 18-1743 0 0,1 0-1 0 0,0 0 1 0 0,-1 1 0 0 0,1-1 0 0 0,0 1-1 0 0,0 0 1 0 0,0 0 0 0 0,0 1 0 0 0,0-1-1 0 0,0 1 1 0 0,0 0 0 0 0,0 0 0 0 0,0 1-1 0 0,0 0 1 0 0,0 0 0 0 0,0 0 0 0 0,0 0-1 0 0,-1 1 1 0 0,1 0 0 0 0,0 0 0 0 0,-1 0-1 0 0,1 0 1 0 0,-1 1 0 0 0,0 0 0 0 0,0-1-1 0 0,0 2 1 0 0,0-1 0 0 0,0 0 0 0 0,4 6-1 0 0,-3-2-225 0 0,-1-1-1 0 0,1 1 0 0 0,-1 0 0 0 0,0 0 1 0 0,-1 0-1 0 0,0 1 0 0 0,0-1 0 0 0,0 1 1 0 0,-1 0-1 0 0,-1-1 0 0 0,1 1 1 0 0,-1 0-1 0 0,0 0 0 0 0,-1 0 0 0 0,0 0 1 0 0,0 0-1 0 0,-3 14 0 0 0,1-12-103 0 0,-1 1-1 0 0,0-1 0 0 0,-1 0 1 0 0,0 0-1 0 0,-1 0 1 0 0,0 0-1 0 0,-1-1 0 0 0,1 0 1 0 0,-2 0-1 0 0,1 0 1 0 0,-2-1-1 0 0,1 0 0 0 0,-1 0 1 0 0,-13 10-1 0 0,10-10-783 0 0,0-1 1 0 0,0 0-1 0 0,-23 10 0 0 0,14-8-6023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2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278 654 2761 0 0,'2'-4'827'0'0,"-1"0"1"0"0,1-1 0 0 0,-1 1 0 0 0,1 0 0 0 0,-1-1 0 0 0,-1 1 0 0 0,1-1 0 0 0,-1 1 0 0 0,1-1 0 0 0,-1 1 0 0 0,-1-6-1 0 0,0 5-415 0 0,1 0 0 0 0,-1 1-1 0 0,-1-1 1 0 0,1 1 0 0 0,-1-1-1 0 0,1 1 1 0 0,-1 0 0 0 0,-1 0-1 0 0,1 0 1 0 0,-4-5-1 0 0,4 6-272 0 0,0 0 0 0 0,-1 1 0 0 0,1-1 0 0 0,-1 1 0 0 0,0-1 0 0 0,0 1 0 0 0,0 0 0 0 0,0 0 0 0 0,0 0 0 0 0,0 0 0 0 0,0 1-1 0 0,-1-1 1 0 0,1 1 0 0 0,-1 0 0 0 0,1 0 0 0 0,-1 0 0 0 0,1 1 0 0 0,-1-1 0 0 0,1 1 0 0 0,-1 0 0 0 0,0 0 0 0 0,1 0 0 0 0,-1 0-1 0 0,0 0 1 0 0,1 1 0 0 0,-1 0 0 0 0,1 0 0 0 0,-1 0 0 0 0,1 0 0 0 0,-5 3 0 0 0,-1 0-84 0 0,0 2 0 0 0,0 0 1 0 0,1 0-1 0 0,-1 0 0 0 0,1 1 0 0 0,1 0 0 0 0,-1 1 1 0 0,1 0-1 0 0,1 0 0 0 0,-1 0 0 0 0,-7 14 0 0 0,3-3-137 0 0,1 1 0 0 0,1 0-1 0 0,1 0 1 0 0,-10 33 0 0 0,17-50 71 0 0,0 0-1 0 0,1 0 1 0 0,-1 0 0 0 0,1 0 0 0 0,-1 0 0 0 0,1 0 0 0 0,0 1 0 0 0,0-1 0 0 0,0 0 0 0 0,1 0 0 0 0,-1 0 0 0 0,1 0 0 0 0,1 6 0 0 0,-1-7-6 0 0,0-1 0 0 0,0 0 0 0 0,0 0 0 0 0,0 0 0 0 0,1 0 0 0 0,-1 0 0 0 0,0 0 0 0 0,0 0 0 0 0,1 0 0 0 0,-1 0 0 0 0,1 0 0 0 0,-1-1 0 0 0,0 1 0 0 0,1 0 0 0 0,-1-1 0 0 0,1 1 0 0 0,0-1 0 0 0,-1 0 0 0 0,1 0 0 0 0,-1 0 0 0 0,1 1 0 0 0,0-1 0 0 0,-1-1 0 0 0,1 1 0 0 0,-1 0 0 0 0,1 0 0 0 0,-1 0 0 0 0,1-1 1 0 0,1 0-1 0 0,6-1-191 0 0,0-1 1 0 0,-1 0-1 0 0,1-1 1 0 0,-1 1 0 0 0,0-2-1 0 0,0 1 1 0 0,-1-1-1 0 0,1 0 1 0 0,-1-1-1 0 0,0 0 1 0 0,7-7 0 0 0,9-11-1638 0 0,33-43 1 0 0,-29 31-615 0 0,-3-1-1 0 0,32-60 1 0 0,-45 74 1776 0 0,-1 0 1 0 0,-1-1-1 0 0,-1 0 1 0 0,-1-1 0 0 0,8-46-1 0 0,-15 58 1228 0 0,0 0 1 0 0,0 0-1 0 0,-1 0 0 0 0,-1 0 1 0 0,0 1-1 0 0,-1-1 0 0 0,0 0 0 0 0,-1 1 1 0 0,-8-19-1 0 0,-6-7 4520 0 0,-36-55-1 0 0,54 92-4965 0 0,-1 0 1 0 0,1-1-1 0 0,-1 1 0 0 0,1 0 0 0 0,-1 0 0 0 0,0 0 1 0 0,0 0-1 0 0,0-1 0 0 0,1 1 0 0 0,-1 1 0 0 0,0-1 1 0 0,0 0-1 0 0,0 0 0 0 0,-1 0 0 0 0,1 0 1 0 0,0 1-1 0 0,0-1 0 0 0,0 0 0 0 0,0 1 0 0 0,-1-1 1 0 0,1 1-1 0 0,0-1 0 0 0,-1 1 0 0 0,1 0 1 0 0,0 0-1 0 0,-1 0 0 0 0,-1-1 0 0 0,2 2-56 0 0,-1 0-1 0 0,1 1 0 0 0,-1-1 1 0 0,1 0-1 0 0,0 0 0 0 0,-1 0 1 0 0,1 1-1 0 0,0-1 0 0 0,0 1 1 0 0,0-1-1 0 0,0 1 0 0 0,0-1 1 0 0,0 1-1 0 0,1 0 0 0 0,-1-1 1 0 0,1 1-1 0 0,-1 0 0 0 0,1 0 1 0 0,-1 3-1 0 0,-6 28-16 0 0,2 0 0 0 0,1 0 0 0 0,0 49 0 0 0,13 101 135 0 0,13-20 21 0 0,-4-95-6613 0 0,-8-35-736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2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0 13363 0 0,'-10'7'332'0'0,"0"1"1"0"0,1 0-1 0 0,1 1 1 0 0,-1 0-1 0 0,1 0 1 0 0,1 1-1 0 0,0 0 1 0 0,-9 17-1 0 0,5-7-457 0 0,1 1 0 0 0,-15 42 0 0 0,23-57 115 0 0,0 1-1 0 0,0-1 1 0 0,1 1 0 0 0,0-1-1 0 0,0 1 1 0 0,1 0-1 0 0,0-1 1 0 0,0 1-1 0 0,0 0 1 0 0,1-1-1 0 0,0 1 1 0 0,0 0-1 0 0,1-1 1 0 0,3 11-1 0 0,-4-15 74 0 0,-1-1-1 0 0,1 0 0 0 0,0 0 1 0 0,-1 1-1 0 0,1-1 0 0 0,0 0 1 0 0,0 0-1 0 0,0 0 0 0 0,0 0 1 0 0,0 0-1 0 0,0 0 0 0 0,0-1 1 0 0,0 1-1 0 0,0 0 0 0 0,0 0 1 0 0,0-1-1 0 0,1 1 0 0 0,-1-1 1 0 0,0 1-1 0 0,0-1 1 0 0,1 1-1 0 0,-1-1 0 0 0,2 1 1 0 0,0-2-34 0 0,0 1 1 0 0,-1 0 0 0 0,1-1-1 0 0,-1 1 1 0 0,1-1 0 0 0,-1 1-1 0 0,0-1 1 0 0,1 0-1 0 0,-1 0 1 0 0,0-1 0 0 0,4-1-1 0 0,6-6-356 0 0,-2 1-1 0 0,1-2 1 0 0,14-16-1 0 0,-20 21 78 0 0,16-20-821 0 0,-1-1 0 0 0,29-51 0 0 0,-21 32 2037 0 0,-28 44-819 0 0,0 1 1 0 0,0-1-1 0 0,1 0 0 0 0,-1 1 0 0 0,0 0 0 0 0,1-1 1 0 0,-1 1-1 0 0,0-1 0 0 0,1 1 0 0 0,-1-1 0 0 0,1 1 1 0 0,-1 0-1 0 0,0-1 0 0 0,1 1 0 0 0,-1 0 0 0 0,1-1 1 0 0,-1 1-1 0 0,1 0 0 0 0,-1 0 0 0 0,1-1 0 0 0,-1 1 0 0 0,1 0 1 0 0,0 0-1 0 0,-1 0 0 0 0,1 0 0 0 0,-1 0 0 0 0,1 0 1 0 0,-1 0-1 0 0,1 0 0 0 0,-1 0 0 0 0,2 0 0 0 0,-1 1 24 0 0,0 0-1 0 0,1-1 0 0 0,-1 1 0 0 0,0 0 1 0 0,0 0-1 0 0,0 0 0 0 0,0 0 0 0 0,0 0 1 0 0,0 1-1 0 0,-1-1 0 0 0,1 0 0 0 0,1 2 0 0 0,18 48 923 0 0,-18-43-772 0 0,10 31-6 0 0,-1-5-1846 0 0,-4-13-3207 0 0,3 3-2239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3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7 12899 0 0,'0'-1'185'0'0,"-1"1"0"0"0,1-1 0 0 0,-1 1 0 0 0,1-1 0 0 0,-1 1 0 0 0,1-1 0 0 0,-1 1 0 0 0,1 0 0 0 0,-1-1 0 0 0,1 1 0 0 0,-1 0 0 0 0,1 0 0 0 0,-1-1 0 0 0,0 1 0 0 0,1 0 0 0 0,-1 0 0 0 0,1 0 1 0 0,-1 0-1 0 0,0-1 0 0 0,1 1 0 0 0,-1 0 0 0 0,1 0 0 0 0,-1 0 0 0 0,0 1 0 0 0,1-1 0 0 0,-1 0 0 0 0,0 0 0 0 0,1 0 0 0 0,-1 0 0 0 0,1 0 0 0 0,-1 1 0 0 0,0-1 0 0 0,1 0 0 0 0,-1 1 0 0 0,-9 23 2592 0 0,10-24-2788 0 0,-12 48 266 0 0,3 1 0 0 0,1-1 0 0 0,3 1 0 0 0,1 80 1 0 0,6-89-730 0 0,1-1 1 0 0,2 0 0 0 0,15 55-1 0 0,-11-60-7238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3.8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0 156 920 0 0,'4'-3'176'0'0,"1"0"0"0"0,-1 0 0 0 0,1 0 0 0 0,0 0 0 0 0,-1 0 1 0 0,9-2-1 0 0,-13 5-177 0 0,50-20 2086 0 0,97-24-1 0 0,-36 12 1652 0 0,-98 28-3232 0 0,5-3 191 0 0,0 1-1 0 0,0 1 0 0 0,0 0 0 0 0,1 2 1 0 0,-1 0-1 0 0,1 1 0 0 0,29 1 0 0 0,-47 1-691 0 0,0 0 0 0 0,0 0-1 0 0,0 0 1 0 0,0 0 0 0 0,0 1-1 0 0,0-1 1 0 0,0 0 0 0 0,0 1-1 0 0,0-1 1 0 0,0 0 0 0 0,0 1-1 0 0,0 0 1 0 0,0-1-1 0 0,0 1 1 0 0,0-1 0 0 0,1 2-1 0 0,-2-1-23 0 0,0-1 0 0 0,0 1-1 0 0,1-1 1 0 0,-1 1 0 0 0,0-1 0 0 0,0 1-1 0 0,0 0 1 0 0,0-1 0 0 0,0 1-1 0 0,0-1 1 0 0,0 1 0 0 0,0-1-1 0 0,0 1 1 0 0,0 0 0 0 0,0-1 0 0 0,0 1-1 0 0,0-1 1 0 0,0 1 0 0 0,-1-1-1 0 0,1 1 1 0 0,0-1 0 0 0,-1 2 0 0 0,-2 3-192 0 0,-1 0 0 0 0,1 0 1 0 0,-1-1-1 0 0,-9 9 0 0 0,0 1 436 0 0,2 1 102 0 0,0 0 0 0 0,1 1 0 0 0,1 0 0 0 0,0 1 1 0 0,1 0-1 0 0,-6 21 0 0 0,12-33-225 0 0,0 0 1 0 0,0 1-1 0 0,1-1 1 0 0,0 1-1 0 0,0-1 1 0 0,0 1-1 0 0,1 0 1 0 0,0-1-1 0 0,0 1 1 0 0,0 0-1 0 0,1-1 1 0 0,0 1-1 0 0,0-1 0 0 0,0 1 1 0 0,1-1-1 0 0,0 1 1 0 0,0-1-1 0 0,0 0 1 0 0,0 0-1 0 0,1 0 1 0 0,0 0-1 0 0,0 0 1 0 0,1-1-1 0 0,6 8 1 0 0,-9-11-159 0 0,0 0 1 0 0,0 1 0 0 0,1-1 0 0 0,-1 0 0 0 0,1 0-1 0 0,-1-1 1 0 0,1 1 0 0 0,-1 0 0 0 0,1 0 0 0 0,0-1-1 0 0,-1 1 1 0 0,1-1 0 0 0,0 1 0 0 0,-1-1 0 0 0,1 0-1 0 0,0 1 1 0 0,0-1 0 0 0,-1 0 0 0 0,1 0 0 0 0,0-1-1 0 0,0 1 1 0 0,-1 0 0 0 0,4-1 0 0 0,-1-1-29 0 0,-1 1 0 0 0,1-1 1 0 0,-1 0-1 0 0,0 0 0 0 0,1-1 0 0 0,-1 1 0 0 0,0-1 1 0 0,0 1-1 0 0,0-1 0 0 0,2-4 0 0 0,4-4 156 0 0,-1-1-1 0 0,0 0 0 0 0,-1 0 0 0 0,0 0 1 0 0,5-15-1 0 0,-8 14 195 0 0,20-42 920 0 0,-23 53-1083 0 0,1-1 1 0 0,-1 1-1 0 0,0-1 0 0 0,1 1 1 0 0,0 0-1 0 0,0 0 0 0 0,0 0 0 0 0,0 0 1 0 0,0 0-1 0 0,0 0 0 0 0,0 0 1 0 0,0 1-1 0 0,1-1 0 0 0,-1 1 1 0 0,1 0-1 0 0,-1 0 0 0 0,5-2 0 0 0,-6 3-83 0 0,1 0 0 0 0,-1 0-1 0 0,1 0 1 0 0,-1 1-1 0 0,1-1 1 0 0,-1 0-1 0 0,1 1 1 0 0,-1-1 0 0 0,1 1-1 0 0,-1-1 1 0 0,1 1-1 0 0,-1-1 1 0 0,0 1-1 0 0,0 0 1 0 0,1 0-1 0 0,-1 0 1 0 0,0 0 0 0 0,0 0-1 0 0,0 0 1 0 0,0 0-1 0 0,0 0 1 0 0,0 0-1 0 0,0 1 1 0 0,0-1 0 0 0,0 0-1 0 0,-1 1 1 0 0,1-1-1 0 0,0 0 1 0 0,0 3-1 0 0,15 51 180 0 0,-13-42-183 0 0,2 6-118 0 0,-3-9-267 0 0,0 0 1 0 0,1 0 0 0 0,0-1-1 0 0,0 1 1 0 0,1-1-1 0 0,1 0 1 0 0,-1 0-1 0 0,10 13 1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2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 67 6913 0 0,'-5'-22'1168'0'0,"5"18"-605"0"0,-1 0 1 0 0,0 0-1 0 0,0-1 1 0 0,-1 1 0 0 0,1 0-1 0 0,-1 0 1 0 0,-3-5-1 0 0,5 8-509 0 0,-1 1-1 0 0,1-1 1 0 0,-1 1-1 0 0,1-1 1 0 0,-1 1-1 0 0,1-1 1 0 0,-1 1-1 0 0,1 0 1 0 0,-1-1-1 0 0,1 1 1 0 0,-1 0-1 0 0,0-1 1 0 0,1 1 0 0 0,-1 0-1 0 0,0 0 1 0 0,1 0-1 0 0,-1-1 1 0 0,0 1-1 0 0,1 0 1 0 0,-1 0-1 0 0,0 0 1 0 0,-1 1-137 0 0,0-1 0 0 0,0 0 1 0 0,1 1-1 0 0,-1 0 0 0 0,0-1 1 0 0,1 1-1 0 0,-1 0 0 0 0,1 0 1 0 0,-1 0-1 0 0,1 0 0 0 0,-3 2 1 0 0,-13 13 826 0 0,1 1 1 0 0,1 1 0 0 0,0 0-1 0 0,1 1 1 0 0,1 1 0 0 0,1 0-1 0 0,-19 43 1 0 0,30-62-690 0 0,0 1 0 0 0,0-1 0 0 0,1 1 0 0 0,-1-1 0 0 0,0 1 1 0 0,1-1-1 0 0,-1 1 0 0 0,1-1 0 0 0,-1 1 0 0 0,1-1 0 0 0,0 1 0 0 0,0 0 0 0 0,0-1 0 0 0,0 1 0 0 0,0-1 0 0 0,0 1 1 0 0,0 0-1 0 0,0-1 0 0 0,1 1 0 0 0,-1-1 0 0 0,1 1 0 0 0,-1-1 0 0 0,1 1 0 0 0,0-1 0 0 0,-1 1 0 0 0,1-1 0 0 0,0 1 0 0 0,0-1 1 0 0,0 0-1 0 0,0 0 0 0 0,0 1 0 0 0,2 0 0 0 0,2 1-93 0 0,1 0 1 0 0,-1-1-1 0 0,1 1 0 0 0,0-1 0 0 0,0-1 1 0 0,0 1-1 0 0,7 0 0 0 0,4 2-211 0 0,-10-3 132 0 0,23 6-882 0 0,-1 1 1 0 0,47 18-1 0 0,-69-23 628 0 0,1 1 0 0 0,-2-1-1 0 0,1 1 1 0 0,0 0 0 0 0,-1 1 0 0 0,0-1-1 0 0,0 1 1 0 0,0 1 0 0 0,0-1 0 0 0,-1 1 0 0 0,0 0-1 0 0,0 0 1 0 0,-1 0 0 0 0,0 1 0 0 0,7 13-1 0 0,-9-15 327 0 0,-1-1-1 0 0,0 1 1 0 0,-1 0-1 0 0,1-1 1 0 0,-1 1-1 0 0,1 0 1 0 0,-1-1-1 0 0,-1 1 1 0 0,1 0-1 0 0,-1-1 1 0 0,0 1 0 0 0,0-1-1 0 0,0 1 1 0 0,0-1-1 0 0,-1 1 1 0 0,-2 4-1 0 0,2-6 344 0 0,1 0 0 0 0,-1 0 0 0 0,1 0 0 0 0,-1-1 0 0 0,0 1-1 0 0,0-1 1 0 0,0 1 0 0 0,-1-1 0 0 0,1 1 0 0 0,0-1 0 0 0,-1 0 0 0 0,0 0 0 0 0,1-1 0 0 0,-1 1-1 0 0,0 0 1 0 0,0-1 0 0 0,0 0 0 0 0,0 1 0 0 0,0-1 0 0 0,0-1 0 0 0,0 1 0 0 0,0 0-1 0 0,-7 0 1 0 0,0-2-256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13363 0 0,'1'0'139'0'0,"0"-1"0"0"0,0 0 1 0 0,0 1-1 0 0,0-1 0 0 0,0 1 0 0 0,0-1 1 0 0,0 1-1 0 0,0-1 0 0 0,1 1 0 0 0,-1 0 1 0 0,0-1-1 0 0,0 1 0 0 0,0 0 0 0 0,0 0 1 0 0,0 0-1 0 0,1 0 0 0 0,-1 0 0 0 0,0 0 0 0 0,0 0 1 0 0,0 0-1 0 0,0 1 0 0 0,1-1 0 0 0,-1 0 1 0 0,0 1-1 0 0,0-1 0 0 0,1 2 0 0 0,31 12 716 0 0,-28-9-761 0 0,0-1 1 0 0,0 1-1 0 0,-1 0 0 0 0,1 0 0 0 0,-1 1 1 0 0,0-1-1 0 0,-1 1 0 0 0,1 0 0 0 0,-1 0 1 0 0,0 0-1 0 0,-1 1 0 0 0,0-1 0 0 0,3 9 1 0 0,1 13 536 0 0,5 53 0 0 0,-7-49-176 0 0,4 42 448 0 0,-4-26-280 0 0,21 94-1 0 0,-23-137-592 0 0,-1 0-1 0 0,1 0 0 0 0,0-1 0 0 0,0 1 1 0 0,0-1-1 0 0,0 0 0 0 0,5 6 0 0 0,-7-9-94 0 0,1 0 0 0 0,0 0 0 0 0,0 0-1 0 0,0 0 1 0 0,0-1 0 0 0,0 1-1 0 0,0 0 1 0 0,0 0 0 0 0,0-1 0 0 0,1 1-1 0 0,-1-1 1 0 0,0 1 0 0 0,0-1-1 0 0,0 0 1 0 0,1 1 0 0 0,-1-1 0 0 0,0 0-1 0 0,1 0 1 0 0,-1 0 0 0 0,0 0-1 0 0,0 0 1 0 0,1 0 0 0 0,-1 0-1 0 0,0 0 1 0 0,1 0 0 0 0,-1-1 0 0 0,0 1-1 0 0,0 0 1 0 0,0-1 0 0 0,1 0-1 0 0,-1 1 1 0 0,1-1 0 0 0,8-5-1357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6 130 13827 0 0,'0'-1'80'0'0,"-1"0"1"0"0,0 0 0 0 0,1 0-1 0 0,-1-1 1 0 0,0 1-1 0 0,1 0 1 0 0,0 0-1 0 0,-1-1 1 0 0,1 1-1 0 0,0 0 1 0 0,-1-1-1 0 0,1 1 1 0 0,0 0-1 0 0,0-1 1 0 0,0 1-1 0 0,0 0 1 0 0,0-1 0 0 0,1 1-1 0 0,-1-1 1 0 0,0 1-1 0 0,1-2 1 0 0,1-2 17 0 0,0 1 1 0 0,0 0-1 0 0,0 0 0 0 0,1 0 1 0 0,-1 0-1 0 0,6-5 1 0 0,3-3-294 0 0,0 1 0 0 0,0 1-1 0 0,15-11 1 0 0,-24 20 222 0 0,0 0 0 0 0,-1 0-1 0 0,1-1 1 0 0,0 1-1 0 0,-1 0 1 0 0,1 0 0 0 0,0 1-1 0 0,0-1 1 0 0,0 0-1 0 0,0 1 1 0 0,0-1 0 0 0,0 1-1 0 0,0 0 1 0 0,0-1-1 0 0,0 1 1 0 0,0 0 0 0 0,0 0-1 0 0,0 0 1 0 0,0 1-1 0 0,0-1 1 0 0,0 0 0 0 0,0 1-1 0 0,0-1 1 0 0,0 1-1 0 0,0 0 1 0 0,-1 0 0 0 0,1-1-1 0 0,0 1 1 0 0,0 0-1 0 0,-1 1 1 0 0,1-1 0 0 0,0 0-1 0 0,-1 0 1 0 0,1 1 0 0 0,-1-1-1 0 0,0 1 1 0 0,1-1-1 0 0,0 3 1 0 0,6 7 506 0 0,-1 1 0 0 0,0 0 1 0 0,-1 0-1 0 0,8 23 0 0 0,-4-10-541 0 0,5 11 211 0 0,-5-12-110 0 0,0-1 1 0 0,1-1-1 0 0,1 0 0 0 0,22 30 0 0 0,-22-38-641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5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1 286 16131 0 0,'3'-1'289'0'0,"1"0"-1"0"0,-1 0 0 0 0,1 0 0 0 0,-1 0 1 0 0,0 0-1 0 0,1-1 0 0 0,5-3 0 0 0,7-5-79 0 0,0 0-1 0 0,-1 0 1 0 0,0-2-1 0 0,-1 0 1 0 0,0-1-1 0 0,23-27 1 0 0,-33 35-187 0 0,0-1 1 0 0,0 0-1 0 0,-1 0 0 0 0,0 0 1 0 0,0 0-1 0 0,0-1 1 0 0,-1 1-1 0 0,0-1 1 0 0,3-12-1 0 0,-5 15-47 0 0,0 0 0 0 0,0-1 1 0 0,0 1-1 0 0,0 0 0 0 0,-1-1 0 0 0,1 1 0 0 0,-1 0 1 0 0,0 0-1 0 0,-1 0 0 0 0,1 0 0 0 0,-1 0 1 0 0,1 0-1 0 0,-1 0 0 0 0,0 0 0 0 0,-1 1 0 0 0,1-1 1 0 0,-4-3-1 0 0,5 6-114 0 0,1-1 0 0 0,-1 1-1 0 0,0 0 1 0 0,0 0 0 0 0,0 0 0 0 0,0 1 0 0 0,0-1 0 0 0,0 0 0 0 0,0 0-1 0 0,0 0 1 0 0,0 1 0 0 0,0-1 0 0 0,0 0 0 0 0,-1 1 0 0 0,1-1 0 0 0,0 1-1 0 0,0 0 1 0 0,-1-1 0 0 0,1 1 0 0 0,0 0 0 0 0,0 0 0 0 0,-1 0 0 0 0,1-1-1 0 0,0 1 1 0 0,-2 1 0 0 0,1 0 19 0 0,0-1-1 0 0,0 1 1 0 0,1 0-1 0 0,-1 0 1 0 0,0 0-1 0 0,1 1 1 0 0,-1-1-1 0 0,1 0 1 0 0,0 0-1 0 0,-1 1 1 0 0,1-1-1 0 0,0 1 1 0 0,0 0-1 0 0,0-1 1 0 0,-1 3-1 0 0,-2 2 197 0 0,1 1-1 0 0,0 0 0 0 0,1 0 1 0 0,-1 0-1 0 0,1 0 0 0 0,1 0 1 0 0,-1 1-1 0 0,1 7 0 0 0,1-8 205 0 0,0 1 0 0 0,1-1 0 0 0,0 0 0 0 0,0 0 0 0 0,1 1 1 0 0,0-1-1 0 0,0 0 0 0 0,1-1 0 0 0,0 1 0 0 0,0 0 0 0 0,1-1 0 0 0,-1 1 0 0 0,1-1 0 0 0,1 0 0 0 0,9 10 0 0 0,-10-12-381 0 0,1 0 0 0 0,-1-1 0 0 0,1 1-1 0 0,0-1 1 0 0,-1 0 0 0 0,1 0 0 0 0,11 3 0 0 0,3 0-6479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5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1840 0 0,'19'18'10619'0'0,"-18"-18"-9955"0"0,4 2-1 0 0,-2-2-76 0 0,1 1 0 0 0,0-1 0 0 0,-1 1 0 0 0,1-1 0 0 0,0 0 0 0 0,-1 0 0 0 0,1-1 0 0 0,3 0 0 0 0,-2 1-411 0 0,-1-1 0 0 0,0 0 1 0 0,0 0-1 0 0,0-1 0 0 0,0 1 0 0 0,0-1 1 0 0,-1 0-1 0 0,1 0 0 0 0,0 0 0 0 0,-1 0 1 0 0,0-1-1 0 0,1 1 0 0 0,-1-1 0 0 0,0 0 0 0 0,3-4 1 0 0,-3 2-230 0 0,-1-1 0 0 0,1 0 0 0 0,-1 0 0 0 0,-1-1 0 0 0,1 1 0 0 0,-1 0 0 0 0,0 0 0 0 0,0-1 0 0 0,-1 1 0 0 0,0-1 0 0 0,0-7 0 0 0,-1 3-638 0 0,0-1 0 0 0,-1 1 0 0 0,0-1 0 0 0,-1 1-1 0 0,-5-15 1 0 0,8 25 478 0 0,-1 0 0 0 0,1 0 0 0 0,0 0 0 0 0,-1 0 0 0 0,1 0 0 0 0,-1 0 0 0 0,0 0 0 0 0,1 0 0 0 0,-1 0 0 0 0,0 0 0 0 0,1 0 0 0 0,-1 1-1 0 0,0-1 1 0 0,0 0 0 0 0,0 0 0 0 0,0 1 0 0 0,0-1 0 0 0,1 0 0 0 0,-1 1 0 0 0,-1-1 0 0 0,1 1 0 0 0,0-1 0 0 0,0 1 0 0 0,-2-1 0 0 0,2 1 103 0 0,-1 1 0 0 0,1-1-1 0 0,-1 0 1 0 0,1 1 0 0 0,-1-1 0 0 0,1 0 0 0 0,0 1 0 0 0,-1 0 0 0 0,1-1 0 0 0,0 1 0 0 0,-1 0 0 0 0,1 0-1 0 0,0 0 1 0 0,0 0 0 0 0,-3 2 0 0 0,0 1 394 0 0,1 0 0 0 0,-1 0 0 0 0,1 0 0 0 0,0 1 0 0 0,0 0 1 0 0,0-1-1 0 0,0 1 0 0 0,1 0 0 0 0,-2 7 0 0 0,2-7-16 0 0,1 0 0 0 0,0 0 0 0 0,1 0 0 0 0,-1 0 0 0 0,1 0 0 0 0,0 0 0 0 0,0 0 0 0 0,1 0 1 0 0,0 0-1 0 0,0 0 0 0 0,0-1 0 0 0,0 1 0 0 0,0 0 0 0 0,1 0 0 0 0,0-1 0 0 0,0 1 0 0 0,1-1 0 0 0,-1 1 0 0 0,1-1 0 0 0,0 0 1 0 0,0 0-1 0 0,7 7 0 0 0,-2-5-516 0 0,0 1 1 0 0,0-1 0 0 0,1-1 0 0 0,0 1-1 0 0,0-1 1 0 0,1-1 0 0 0,-1 0 0 0 0,1 0-1 0 0,0-1 1 0 0,13 2 0 0 0,4 1-5680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6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0 17508 0 0,'0'1'52'0'0,"-1"-1"0"0"0,1 0 1 0 0,-1 0-1 0 0,1 1 0 0 0,0-1 0 0 0,-1 0 1 0 0,1 1-1 0 0,-1-1 0 0 0,1 0 1 0 0,0 1-1 0 0,-1-1 0 0 0,1 1 0 0 0,0-1 1 0 0,-1 1-1 0 0,1-1 0 0 0,0 1 1 0 0,0-1-1 0 0,-1 1 0 0 0,1-1 0 0 0,0 1 1 0 0,0-1-1 0 0,0 1 0 0 0,0-1 1 0 0,0 1-1 0 0,0-1 0 0 0,0 2 0 0 0,-3 28 286 0 0,5 41-259 0 0,-2-56 407 0 0,23 273 2260 0 0,-18-254-2884 0 0,2 0 0 0 0,1-1 0 0 0,1 0 0 0 0,2 0 0 0 0,2-1 0 0 0,23 42 0 0 0,-19-44-7597 0 0</inkml:trace>
  <inkml:trace contextRef="#ctx0" brushRef="#br0" timeOffset="1">0 387 20740 0 0,'7'6'921'0'0,"3"-4"183"0"0,2 0-880 0 0,3-2-224 0 0,-2-2 0 0 0,2-2 0 0 0,6 0-192 0 0,14-4-72 0 0,21-3-24 0 0,15-4 0 0 0,8-2-1665 0 0,-1-1-327 0 0,-8 3-73 0 0,-10 3-15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6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12 20740 0 0,'-9'11'921'0'0,"5"-9"407"0"0,9-6-1328 0 0,5-4 0 0 0,-3-4 0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2 103 6913 0 0,'0'-19'1679'0'0,"-1"12"-908"0"0,0-1-1 0 0,1 1 1 0 0,1 0 0 0 0,-1-1 0 0 0,1 1-1 0 0,0 0 1 0 0,1-1 0 0 0,4-12 0 0 0,-6 19-724 0 0,0 1 0 0 0,0 0 0 0 0,0 0 1 0 0,0-1-1 0 0,0 1 0 0 0,1 0 1 0 0,-1 0-1 0 0,0 0 0 0 0,0-1 0 0 0,0 1 1 0 0,0 0-1 0 0,1 0 0 0 0,-1 0 1 0 0,0-1-1 0 0,0 1 0 0 0,0 0 0 0 0,1 0 1 0 0,-1 0-1 0 0,0 0 0 0 0,0 0 0 0 0,0 0 1 0 0,1 0-1 0 0,-1 0 0 0 0,0-1 1 0 0,0 1-1 0 0,1 0 0 0 0,-1 0 0 0 0,0 0 1 0 0,0 0-1 0 0,1 0 0 0 0,-1 0 1 0 0,0 0-1 0 0,0 0 0 0 0,1 0 0 0 0,-1 1 1 0 0,0-1-1 0 0,0 0 0 0 0,1 0 0 0 0,-1 0 1 0 0,0 0-1 0 0,1 0 0 0 0,8 12 1029 0 0,5 17-177 0 0,-3 6-380 0 0,-2 1-1 0 0,10 67 0 0 0,-4 78-159 0 0,-11-115-224 0 0,6 130-171 0 0,5 64 487 0 0,-7-187-2240 0 0,25 110 0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70 456 0 0,'-1'0'22'0'0,"0"-1"0"0"0,1 1 0 0 0,-1 0 0 0 0,1-1 0 0 0,-1 1 0 0 0,0 0 0 0 0,1 0 0 0 0,-1 0 0 0 0,0-1 0 0 0,1 1 0 0 0,-1 0 0 0 0,0 0 0 0 0,1 0 0 0 0,-1 0 0 0 0,0 0 0 0 0,1 0 0 0 0,-1 0 0 0 0,0 1 0 0 0,1-1 0 0 0,-1 0 0 0 0,0 0 1 0 0,-1 1-1 0 0,-8 0 875 0 0,17-15 298 0 0,-3 9-778 0 0,0 0 1 0 0,1 1-1 0 0,-1-1 0 0 0,1 1 0 0 0,0 0 0 0 0,1 0 0 0 0,-1 1 0 0 0,1-1 0 0 0,-1 1 0 0 0,1 1 0 0 0,0-1 0 0 0,0 1 1 0 0,0 0-1 0 0,1 0 0 0 0,10-1 0 0 0,-13 2-222 0 0,0 1 1 0 0,0 0-1 0 0,0 0 1 0 0,0 1 0 0 0,-1-1-1 0 0,1 1 1 0 0,0-1-1 0 0,0 1 1 0 0,-1 0-1 0 0,1 1 1 0 0,0-1 0 0 0,-1 1-1 0 0,0 0 1 0 0,1-1-1 0 0,-1 1 1 0 0,0 1-1 0 0,0-1 1 0 0,0 0 0 0 0,0 1-1 0 0,0 0 1 0 0,0-1-1 0 0,-1 1 1 0 0,0 0-1 0 0,1 1 1 0 0,-1-1-1 0 0,0 0 1 0 0,2 6 0 0 0,1 3-63 0 0,-1-1 0 0 0,0 0 0 0 0,-1 1 0 0 0,-1 0 1 0 0,0 0-1 0 0,0 0 0 0 0,-1 0 0 0 0,0 0 0 0 0,-1 0 0 0 0,-1 0 1 0 0,0 0-1 0 0,-5 22 0 0 0,0-10-83 0 0,0-1 0 0 0,-2 0 1 0 0,-1 0-1 0 0,-1 0 0 0 0,-16 27 0 0 0,19-31-60 0 0,7-18 22 0 0,0-1 0 0 0,0 0 0 0 0,0 1 1 0 0,0-1-1 0 0,0 0 0 0 0,0 0 0 0 0,0 1 0 0 0,0-1 0 0 0,1 0 0 0 0,-1 0 0 0 0,0 1 1 0 0,0-1-1 0 0,0 0 0 0 0,0 0 0 0 0,1 0 0 0 0,-1 1 0 0 0,0-1 0 0 0,0 0 1 0 0,0 0-1 0 0,1 0 0 0 0,-1 0 0 0 0,0 1 0 0 0,0-1 0 0 0,1 0 0 0 0,-1 0 0 0 0,0 0 1 0 0,0 0-1 0 0,1 0 0 0 0,-1 0 0 0 0,0 0 0 0 0,1 0 0 0 0,-1 0 0 0 0,0 0 0 0 0,0 0 1 0 0,1 0-1 0 0,35-10 1204 0 0,-19 4-935 0 0,26-6 522 0 0,47-6-1 0 0,-74 15-718 0 0,1 2-1 0 0,-1 0 1 0 0,1 0-1 0 0,-1 2 1 0 0,1 0 0 0 0,19 4-1 0 0,-28-3-282 0 0,0 0 1 0 0,0 1-1 0 0,-1 0 0 0 0,1 1 0 0 0,-1-1 0 0 0,0 2 0 0 0,0-1 1 0 0,0 1-1 0 0,0 0 0 0 0,-1 0 0 0 0,7 7 0 0 0,1 5-6659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35 9674 0 0,'-1'-1'123'0'0,"1"0"-1"0"0,-1 0 1 0 0,1 0 0 0 0,0 0-1 0 0,0 1 1 0 0,-1-1 0 0 0,1 0-1 0 0,0 0 1 0 0,0 0 0 0 0,0 0-1 0 0,0 0 1 0 0,0 0-1 0 0,0 0 1 0 0,0 0 0 0 0,0 0-1 0 0,1 0 1 0 0,-1 0 0 0 0,0 0-1 0 0,0 0 1 0 0,1 0 0 0 0,-1 1-1 0 0,1-1 1 0 0,-1 0 0 0 0,1 0-1 0 0,-1 0 1 0 0,1 1 0 0 0,-1-1-1 0 0,1 0 1 0 0,0 0-1 0 0,-1 1 1 0 0,1-1 0 0 0,0 1-1 0 0,1-2 1 0 0,-1 2 9 0 0,-1-1 0 0 0,1 1 1 0 0,0-1-1 0 0,0 1 0 0 0,-1-1 0 0 0,1 1 1 0 0,0 0-1 0 0,0-1 0 0 0,-1 1 0 0 0,1 0 1 0 0,0 0-1 0 0,0-1 0 0 0,0 1 0 0 0,-1 0 1 0 0,1 0-1 0 0,0 0 0 0 0,0 0 0 0 0,0 0 0 0 0,0 0 1 0 0,-1 0-1 0 0,1 1 0 0 0,0-1 0 0 0,0 0 1 0 0,0 0-1 0 0,-1 1 0 0 0,1-1 0 0 0,0 0 1 0 0,0 1-1 0 0,-1-1 0 0 0,1 1 0 0 0,0-1 1 0 0,-1 1-1 0 0,1-1 0 0 0,0 1 0 0 0,-1-1 0 0 0,1 1 1 0 0,-1 0-1 0 0,1-1 0 0 0,0 2 0 0 0,3 6 109 0 0,-1 1 0 0 0,1 0-1 0 0,-1-1 1 0 0,-1 1 0 0 0,0 0 0 0 0,0 1-1 0 0,0 8 1 0 0,1 71 203 0 0,-2-63-312 0 0,23 389-464 0 0,-11-305-1488 0 0,-3-36-3339 0 0,-7-59-275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24 297 2761 0 0,'-1'-1'150'0'0,"-1"1"0"0"0,1 0 1 0 0,0 0-1 0 0,0 0 1 0 0,0-1-1 0 0,0 1 1 0 0,0-1-1 0 0,0 1 0 0 0,0-1 1 0 0,0 1-1 0 0,0-1 1 0 0,0 1-1 0 0,0-1 1 0 0,0 0-1 0 0,0 0 0 0 0,1 1 1 0 0,-1-1-1 0 0,0 0 1 0 0,0 0-1 0 0,1 0 1 0 0,-1 0-1 0 0,0 0 1 0 0,1 0-1 0 0,-1 0 0 0 0,0-2 1 0 0,2 0 281 0 0,0 1 0 0 0,-1-1 0 0 0,1 0 0 0 0,0 1 0 0 0,0-1 0 0 0,1 1 0 0 0,-1-1 0 0 0,0 1 0 0 0,1 0 0 0 0,2-4 0 0 0,7-8 311 0 0,1 0 0 0 0,0 0 0 0 0,1 1 0 0 0,1 1 0 0 0,-1 0 0 0 0,20-11 0 0 0,96-55 1120 0 0,-123 74-1852 0 0,23-11-1396 0 0,58-24 1 0 0,-60 31-4376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5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6449 0 0,'2'-1'10184'0'0,"15"-11"-7514"0"0,-11 9-3708 0 0,-1-1 1 0 0,1 1 0 0 0,0 1-1 0 0,0-1 1 0 0,0 1 0 0 0,8-2-1 0 0</inkml:trace>
  <inkml:trace contextRef="#ctx0" brushRef="#br0" timeOffset="1">132 251 3225 0 0,'-3'3'288'0'0,"2"-3"232"0"0,2-2 56 0 0,1 1 0 0 0,2-3 8 0 0,1-4-584 0 0,5-4 0 0 0,2-2-112 0 0,1-1 16 0 0,4 0 96 0 0,-1 2 0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0,'8'13'7090'0'0,"0"13"-4789"0"0,1 27-1026 0 0,0 46-401 0 0,-6 121-1 0 0,0 18-1162 0 0,0-194-237 0 0,2 0 1 0 0,2-1 0 0 0,17 57-1 0 0,5-24-2563 0 0,-19-59 1781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0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12 275 5441 0 0,'-3'-9'112'0'0,"1"0"0"0"0,0 0 0 0 0,0 0 0 0 0,1 0 0 0 0,0 0 0 0 0,1-1 0 0 0,0 1 0 0 0,0 0-1 0 0,1 0 1 0 0,1 0 0 0 0,-1 0 0 0 0,5-12 0 0 0,-2 8 591 0 0,0 1 0 0 0,1-1 1 0 0,1 1-1 0 0,0 1 0 0 0,0-1 0 0 0,2 1 0 0 0,13-17 0 0 0,-19 25-575 0 0,0 0 0 0 0,1 1 0 0 0,-1-1 0 0 0,1 1 0 0 0,-1 0 0 0 0,1 0 0 0 0,0 0 1 0 0,0 0-1 0 0,0 0 0 0 0,0 1 0 0 0,0-1 0 0 0,0 1 0 0 0,0 0 0 0 0,0 0 0 0 0,1 0 0 0 0,-1 0 0 0 0,0 1 0 0 0,1-1 0 0 0,-1 1 0 0 0,1 0 0 0 0,-1 0 0 0 0,1 0 0 0 0,-1 0 0 0 0,0 1 0 0 0,1 0 0 0 0,-1-1 0 0 0,0 1 0 0 0,1 0 0 0 0,-1 0 0 0 0,0 1 0 0 0,0-1 0 0 0,0 1 0 0 0,0 0 0 0 0,0-1 0 0 0,3 4 0 0 0,-1 0-227 0 0,1 0 0 0 0,-1 0 0 0 0,0 0-1 0 0,0 1 1 0 0,-1 0 0 0 0,0 0 0 0 0,0 0 0 0 0,0 1-1 0 0,-1-1 1 0 0,0 1 0 0 0,0 0 0 0 0,0 0-1 0 0,-1 0 1 0 0,0 0 0 0 0,-1 0 0 0 0,0 1-1 0 0,0-1 1 0 0,0 0 0 0 0,-1 13 0 0 0,-1 3-250 0 0,0 0 0 0 0,-2 0 1 0 0,-1-1-1 0 0,0 1 0 0 0,-9 23 0 0 0,-1-5 369 0 0,-2 0 0 0 0,-36 63 0 0 0,-17 14 4936 0 0,68-115-4716 0 0,1-2-194 0 0,0-1 0 0 0,-1 1-1 0 0,1-1 1 0 0,0 0-1 0 0,1 1 1 0 0,-1-1 0 0 0,0 1-1 0 0,0-1 1 0 0,0 0 0 0 0,0 1-1 0 0,0-1 1 0 0,0 0-1 0 0,0 1 1 0 0,1-1 0 0 0,-1 0-1 0 0,0 1 1 0 0,0-1 0 0 0,0 0-1 0 0,1 1 1 0 0,-1-1 0 0 0,0 0-1 0 0,0 1 1 0 0,1-1-1 0 0,-1 0 1 0 0,0 0 0 0 0,1 0-1 0 0,-1 1 1 0 0,0-1 0 0 0,1 0-1 0 0,-1 0 1 0 0,1 0-1 0 0,-1 0 1 0 0,0 1 0 0 0,1-1-1 0 0,-1 0 1 0 0,0 0 0 0 0,1 0-1 0 0,-1 0 1 0 0,1 0 0 0 0,-1 0-1 0 0,0 0 1 0 0,1 0-1 0 0,-1 0 1 0 0,1 0 0 0 0,-1-1-1 0 0,0 1 1 0 0,1 0 0 0 0,24 0 490 0 0,-24 0-455 0 0,36-2 61 0 0,0 3 0 0 0,0 0 0 0 0,42 9 0 0 0,66 13-4838 0 0,-113-18-1611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0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 10 9674 0 0,'-1'-1'129'0'0,"-1"0"-1"0"0,1 0 1 0 0,-1 0 0 0 0,1 0-1 0 0,-1 0 1 0 0,1 1 0 0 0,-1-1 0 0 0,1 0-1 0 0,-1 1 1 0 0,1-1 0 0 0,-1 1-1 0 0,0 0 1 0 0,1-1 0 0 0,-1 1-1 0 0,0 0 1 0 0,1 0 0 0 0,-1 0-1 0 0,0 0 1 0 0,0 1 0 0 0,1-1-1 0 0,-1 0 1 0 0,1 1 0 0 0,-3 0-1 0 0,0 1 101 0 0,1 0 1 0 0,-1 0-1 0 0,1 0 0 0 0,-1 0 0 0 0,1 1 0 0 0,0-1 0 0 0,0 1 0 0 0,0 0 0 0 0,-4 5 0 0 0,-1 3 227 0 0,1 0 1 0 0,-1 1 0 0 0,2 0 0 0 0,0 0-1 0 0,-5 14 1 0 0,8-16-385 0 0,0 0 0 0 0,1 0-1 0 0,1 1 1 0 0,-1-1 0 0 0,2 0 0 0 0,-1 1-1 0 0,2-1 1 0 0,-1 1 0 0 0,1-1 0 0 0,1 0-1 0 0,0 1 1 0 0,6 15 0 0 0,-7-22-82 0 0,0 0-1 0 0,0 0 1 0 0,1 0-1 0 0,0 0 1 0 0,0 0-1 0 0,0-1 1 0 0,0 1-1 0 0,1-1 1 0 0,-1 1-1 0 0,1-1 1 0 0,0 0 0 0 0,0 0-1 0 0,0 0 1 0 0,0 0-1 0 0,0-1 1 0 0,1 1-1 0 0,-1-1 1 0 0,1 0-1 0 0,0 0 1 0 0,0 0-1 0 0,-1-1 1 0 0,1 1 0 0 0,0-1-1 0 0,1 0 1 0 0,-1 0-1 0 0,0 0 1 0 0,0-1-1 0 0,0 1 1 0 0,0-1-1 0 0,1 0 1 0 0,-1 0 0 0 0,0 0-1 0 0,7-2 1 0 0,-7 1-2 0 0,-1 0 0 0 0,1-1 0 0 0,-1 1 0 0 0,0 0 0 0 0,0-1 0 0 0,1 0 0 0 0,-1 0 0 0 0,0 0 0 0 0,-1 0 0 0 0,1 0 0 0 0,0-1 0 0 0,-1 1 0 0 0,1-1 0 0 0,-1 0 1 0 0,0 1-1 0 0,0-1 0 0 0,0 0 0 0 0,0 0 0 0 0,0-1 0 0 0,-1 1 0 0 0,1 0 0 0 0,-1-1 0 0 0,0 1 0 0 0,0 0 0 0 0,0-1 0 0 0,-1 1 0 0 0,1-1 0 0 0,-1 0 0 0 0,0-5 0 0 0,1-2 46 0 0,-1 0 0 0 0,-1 0-1 0 0,0 0 1 0 0,0 0-1 0 0,-1 1 1 0 0,0-1-1 0 0,-1 0 1 0 0,-6-14 0 0 0,-15-24-1523 0 0,10 26-4559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1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47 11979 0 0,'-12'-4'1614'0'0,"16"-1"390"0"0,24-4 1066 0 0,-21 7-2933 0 0,17-4 30 0 0,-1 0-1 0 0,2 1 1 0 0,-1 1 0 0 0,0 1 0 0 0,1 1-1 0 0,0 2 1 0 0,-1 0 0 0 0,1 2-1 0 0,-1 0 1 0 0,1 2 0 0 0,-1 1-1 0 0,34 11 1 0 0,-57-16-218 0 0,62 17-498 0 0,-19-11-6559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1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249 210 6449 0 0,'22'-24'4969'0'0,"-7"9"-3272"0"0,-13 12-1550 0 0,0-1 0 0 0,0 1 1 0 0,0-1-1 0 0,-1 1 0 0 0,1-1 0 0 0,-1 1 1 0 0,0-1-1 0 0,0 0 0 0 0,0 0 0 0 0,0 1 1 0 0,-1-1-1 0 0,1 0 0 0 0,-1 0 0 0 0,0 0 1 0 0,0 0-1 0 0,-1 0 0 0 0,1 1 1 0 0,-1-1-1 0 0,0 0 0 0 0,0 0 0 0 0,0 1 1 0 0,0-1-1 0 0,-1 0 0 0 0,1 1 0 0 0,-1-1 1 0 0,0 1-1 0 0,0 0 0 0 0,0-1 0 0 0,-1 1 1 0 0,1 0-1 0 0,-1 1 0 0 0,0-1 0 0 0,-4-3 1 0 0,2 1-40 0 0,0 0 0 0 0,0 1-1 0 0,-1 0 1 0 0,0 0 0 0 0,1 0 0 0 0,-1 1 0 0 0,-1 0 0 0 0,1 0 0 0 0,0 0 0 0 0,-1 1 0 0 0,0 0 0 0 0,1 0 0 0 0,-1 1 0 0 0,0 0 0 0 0,0 0 0 0 0,0 1-1 0 0,0 0 1 0 0,-10 0 0 0 0,12 2-54 0 0,1 0 0 0 0,-1 0 0 0 0,0 0 0 0 0,1 1 0 0 0,-1-1 0 0 0,1 1 0 0 0,0 0 0 0 0,0 1 0 0 0,0-1 0 0 0,0 1 0 0 0,1-1 0 0 0,0 1 0 0 0,-1 0 0 0 0,1 0 0 0 0,-2 6 0 0 0,-8 10-218 0 0,-17 38 0 0 0,24-47 47 0 0,2 1-1 0 0,-1-1 1 0 0,2 1-1 0 0,-1 0 0 0 0,2 0 1 0 0,-1 0-1 0 0,2 0 1 0 0,0 0-1 0 0,0 0 0 0 0,2 17 1 0 0,-1-23 138 0 0,1 0 0 0 0,0 0 0 0 0,1-1 1 0 0,0 1-1 0 0,-1 0 0 0 0,2 0 0 0 0,-1-1 1 0 0,1 0-1 0 0,0 1 0 0 0,0-1 0 0 0,0 0 0 0 0,0 0 1 0 0,1-1-1 0 0,0 1 0 0 0,0-1 0 0 0,1 0 1 0 0,-1 0-1 0 0,1 0 0 0 0,0 0 0 0 0,0-1 0 0 0,0 0 1 0 0,10 5-1 0 0,1-2-162 0 0,1-1-1 0 0,-1-1 1 0 0,1 0-1 0 0,0-1 1 0 0,0-1 0 0 0,0-1-1 0 0,0 0 1 0 0,0-1 0 0 0,24-3-1 0 0,-4-1-6520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3.6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16 7370 0 0,'-1'-2'204'0'0,"-1"1"0"0"0,0 0 0 0 0,1-1 1 0 0,-1 1-1 0 0,0 0 0 0 0,0 0 1 0 0,0 0-1 0 0,1 0 0 0 0,-1 0 1 0 0,0 0-1 0 0,0 0 0 0 0,-1 1 1 0 0,1-1-1 0 0,0 1 0 0 0,0-1 0 0 0,0 1 1 0 0,-4 0-1 0 0,6 0-91 0 0,-1 0 1 0 0,1 1-1 0 0,-1-1 1 0 0,1 0-1 0 0,-1 0 0 0 0,1 0 1 0 0,0 1-1 0 0,-1-1 1 0 0,1 0-1 0 0,-1 1 0 0 0,1-1 1 0 0,0 0-1 0 0,-1 1 1 0 0,1-1-1 0 0,0 1 0 0 0,-1-1 1 0 0,1 1-1 0 0,0-1 0 0 0,0 0 1 0 0,0 1-1 0 0,-1-1 1 0 0,1 1-1 0 0,0-1 0 0 0,0 1 1 0 0,0-1-1 0 0,0 1 1 0 0,4 24 891 0 0,9 10-381 0 0,20 56 541 0 0,29 125 0 0 0,-52-172-1201 0 0,25 149-3047 0 0,-32-165-2408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4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90 1928 0 0,'0'-4'68'0'0,"0"1"-1"0"0,-1 0 1 0 0,1 0-1 0 0,-1 0 0 0 0,1 0 1 0 0,-1 0-1 0 0,0 0 0 0 0,-2-4 1 0 0,3 6 28 0 0,-1 1 1 0 0,1-1 0 0 0,-1 0-1 0 0,1 0 1 0 0,-1 1-1 0 0,1-1 1 0 0,-1 0-1 0 0,1 1 1 0 0,-1-1-1 0 0,0 0 1 0 0,1 1 0 0 0,-1-1-1 0 0,0 1 1 0 0,0-1-1 0 0,1 1 1 0 0,-1 0-1 0 0,0-1 1 0 0,0 1 0 0 0,0 0-1 0 0,0-1 1 0 0,0 1-1 0 0,1 0 1 0 0,-1 0-1 0 0,0 0 1 0 0,0 0 0 0 0,0 0-1 0 0,0 0 1 0 0,0 0-1 0 0,0 0 1 0 0,0 0-1 0 0,1 0 1 0 0,-1 1-1 0 0,0-1 1 0 0,-1 1 0 0 0,42-18 3687 0 0,21-7-2112 0 0,-56 22-1509 0 0,1 1 0 0 0,-1 0 0 0 0,1 0 1 0 0,-1 0-1 0 0,1 0 0 0 0,0 1 0 0 0,-1 0 0 0 0,1 0 1 0 0,5 2-1 0 0,-9-2-152 0 0,-1 0 1 0 0,1 0 0 0 0,-1 1-1 0 0,1-1 1 0 0,-1 1-1 0 0,1-1 1 0 0,-1 1 0 0 0,0 0-1 0 0,1 0 1 0 0,-1-1-1 0 0,0 1 1 0 0,0 0 0 0 0,0 0-1 0 0,1 0 1 0 0,-1 0-1 0 0,0 1 1 0 0,0-1 0 0 0,-1 0-1 0 0,1 0 1 0 0,0 0-1 0 0,0 1 1 0 0,0-1 0 0 0,-1 1-1 0 0,1 1 1 0 0,0 1 31 0 0,0 0 0 0 0,-1 0 0 0 0,0-1 0 0 0,1 1 0 0 0,-2 0 0 0 0,1 0 0 0 0,0-1 0 0 0,-1 1 0 0 0,-1 6 0 0 0,-3 6 97 0 0,0-1 0 0 0,-2 0 0 0 0,-11 22 0 0 0,2-13-261 0 0,12-17 59 0 0,0-1 0 0 0,0 0 1 0 0,1 1-1 0 0,-1-1 0 0 0,1 1 0 0 0,1 0 0 0 0,-3 8 0 0 0,5-14 48 0 0,0-1 0 0 0,0 0 0 0 0,0 0 0 0 0,0 0 0 0 0,0 0 1 0 0,0 0-1 0 0,0 1 0 0 0,0-1 0 0 0,0 0 0 0 0,0 0 0 0 0,0 0 0 0 0,0 0 0 0 0,0 0 0 0 0,0 1 1 0 0,0-1-1 0 0,1 0 0 0 0,-1 0 0 0 0,0 0 0 0 0,0 0 0 0 0,0 0 0 0 0,0 0 0 0 0,0 0 1 0 0,0 1-1 0 0,0-1 0 0 0,1 0 0 0 0,-1 0 0 0 0,0 0 0 0 0,0 0 0 0 0,0 0 0 0 0,0 0 0 0 0,0 0 1 0 0,0 0-1 0 0,1 0 0 0 0,-1 0 0 0 0,0 0 0 0 0,0 0 0 0 0,0 0 0 0 0,0 0 0 0 0,1 0 0 0 0,-1 0 1 0 0,0 0-1 0 0,0 0 0 0 0,0 0 0 0 0,0 0 0 0 0,1 0 0 0 0,12-3-257 0 0,14-8 363 0 0,-25 10-42 0 0,1-1 31 0 0,0 1 0 0 0,1-1 1 0 0,-1 1-1 0 0,0 0 0 0 0,1 0 0 0 0,-1 0 1 0 0,1 0-1 0 0,-1 1 0 0 0,1 0 0 0 0,-1-1 1 0 0,1 1-1 0 0,0 0 0 0 0,-1 1 1 0 0,1-1-1 0 0,-1 1 0 0 0,1-1 0 0 0,-1 1 1 0 0,7 3-1 0 0,-7-2-17 0 0,0 0 1 0 0,0 0-1 0 0,-1 1 1 0 0,1-1-1 0 0,0 1 1 0 0,-1 0-1 0 0,0 0 0 0 0,0 0 1 0 0,0 0-1 0 0,0 0 1 0 0,0 0-1 0 0,0 1 1 0 0,-1-1-1 0 0,0 1 1 0 0,1-1-1 0 0,-1 1 0 0 0,-1-1 1 0 0,2 5-1 0 0,0 9-228 0 0,-1 0-1 0 0,-1 0 0 0 0,0 1 0 0 0,-1-1 1 0 0,-1 0-1 0 0,0 0 0 0 0,-1 0 0 0 0,-1-1 1 0 0,-8 22-1 0 0,0 5-2947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4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68 5985 0 0,'-1'-4'27'0'0,"-17"-35"4648"0"0,17 38-4379 0 0,0-1-1 0 0,0 0 1 0 0,0 1-1 0 0,0-1 1 0 0,0 1-1 0 0,0-1 1 0 0,0 1 0 0 0,0 0-1 0 0,0 0 1 0 0,-1-1-1 0 0,1 1 1 0 0,0 0-1 0 0,-1 0 1 0 0,1 0-1 0 0,-1 0 1 0 0,1 0 0 0 0,-1 1-1 0 0,0-1 1 0 0,-2 0-1 0 0,2 1-216 0 0,1 0 1 0 0,0 1-1 0 0,0-1 0 0 0,0 1 0 0 0,0-1 1 0 0,-1 1-1 0 0,1 0 0 0 0,0-1 0 0 0,0 1 1 0 0,0 0-1 0 0,0 0 0 0 0,1 0 0 0 0,-1 0 1 0 0,0 0-1 0 0,0 0 0 0 0,0 0 0 0 0,1 0 1 0 0,-1 0-1 0 0,0 0 0 0 0,1 0 0 0 0,-1 0 0 0 0,0 3 1 0 0,-11 32 301 0 0,10-28-286 0 0,-21 70 0 0 0,4 0 0 0 0,3 1-1 0 0,-9 125 1 0 0,24-183 6 0 0,1 0-1 0 0,0-1 1 0 0,2 1 0 0 0,1-1-1 0 0,0 1 1 0 0,1-1 0 0 0,2 0-1 0 0,13 35 1 0 0,-14-44-247 0 0,1 0 1 0 0,0 0-1 0 0,1-1 1 0 0,0 1-1 0 0,1-2 1 0 0,0 1 0 0 0,0-1-1 0 0,14 11 1 0 0,-13-12-651 0 0,0-1 0 0 0,1-1 0 0 0,0 0 0 0 0,1 0 1 0 0,18 7-1 0 0,6-2-5268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5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53 6217 0 0,'0'-5'984'0'0,"0"0"0"0"0,0 0 0 0 0,-1 1 0 0 0,1-1 0 0 0,-1 0 0 0 0,-3-7 0 0 0,-1 0 3627 0 0,4 33-1553 0 0,29 181-321 0 0,-9-111-3613 0 0,40 114-1 0 0,-55-195 878 0 0,3 13-1953 0 0,1 0 0 0 0,1-1-1 0 0,1-1 1 0 0,21 34-1 0 0,-23-44 1735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1 185 5985 0 0,'54'-21'4030'0'0,"407"-113"4295"0"0,-428 125-8238 0 0,-1 2 0 0 0,1 2 0 0 0,0 1 0 0 0,43 0 0 0 0,-54 4-782 0 0,1 2 0 0 0,-1 0 0 0 0,0 2-1 0 0,27 7 1 0 0,-19 0-585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0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 6449 0 0,'3'-2'402'0'0,"1"-1"0"0"0,-1 1-1 0 0,1 0 1 0 0,-1 1 0 0 0,1-1-1 0 0,0 0 1 0 0,0 1 0 0 0,0 0-1 0 0,0 0 1 0 0,4-1 0 0 0,-2 1 242 0 0,141-35 5585 0 0,-48 22-11586 0 0,-64 15 3214 0 0,-30-2 2128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4145 0 0,'0'0'319'0'0,"12"21"6383"0"0,-8-9-5463 0 0,-1 1-1 0 0,0-1 1 0 0,-1 1 0 0 0,1 25-1 0 0,-6 55 242 0 0,1-10-2202 0 0,2-58-263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7834 0 0,'19'-4'4988'0'0,"16"-12"-2371"0"0,-8 3-1358 0 0,-13 6-1121 0 0,1 2-1 0 0,0 0 1 0 0,0 1-1 0 0,0 1 1 0 0,1 0 0 0 0,28-1-1 0 0,-24 5-1066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 8754 0 0,'0'-1'301'0'0,"1"-1"-1"0"0,-1 0 1 0 0,1 0 0 0 0,0 0 0 0 0,0 0 0 0 0,0 0-1 0 0,0 1 1 0 0,0-1 0 0 0,0 0 0 0 0,0 1 0 0 0,1-1-1 0 0,7 2 3658 0 0,-5 18-2338 0 0,4 222 1546 0 0,-5-78-3574 0 0,0-110-2787 0 0,11 56 1 0 0,-8-75-2962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4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18 191 6449 0 0,'-1'-1'138'0'0,"0"1"-1"0"0,0 0 1 0 0,0 0-1 0 0,1 0 1 0 0,-1 0-1 0 0,0-1 1 0 0,0 1-1 0 0,1 0 1 0 0,-1-1-1 0 0,0 1 1 0 0,0-1-1 0 0,1 1 1 0 0,-1-1-1 0 0,0 1 1 0 0,1-1-1 0 0,-1 1 1 0 0,1-1-1 0 0,-1 0 1 0 0,1 1-1 0 0,-1-1 0 0 0,1 0 1 0 0,-1 1-1 0 0,1-1 1 0 0,0 0-1 0 0,-1 0 1 0 0,1 0-1 0 0,0 1 1 0 0,0-1-1 0 0,-1 0 1 0 0,1 0-1 0 0,0 0 1 0 0,0-1-1 0 0,1 0 232 0 0,0 0 0 0 0,1 0 0 0 0,-1 0-1 0 0,0 0 1 0 0,1 0 0 0 0,0 0 0 0 0,-1 0-1 0 0,1 1 1 0 0,0-1 0 0 0,0 1 0 0 0,3-3-1 0 0,17-11 493 0 0,0 2-1 0 0,0 0 1 0 0,1 2 0 0 0,37-14-1 0 0,101-22 226 0 0,-128 39-1188 0 0,49-6 0 0 0,-69 13-796 0 0,0 1 0 0 0,1 0 1 0 0,23 4-1 0 0,-14 1-5377 0 0</inkml:trace>
  <inkml:trace contextRef="#ctx0" brushRef="#br0" timeOffset="1">182 383 4609 0 0,'-1'0'39'0'0,"0"-1"0"0"0,0 1 0 0 0,1-1 0 0 0,-1 1 0 0 0,0-1 0 0 0,1 0 1 0 0,-1 1-1 0 0,0-1 0 0 0,1 0 0 0 0,-1 0 0 0 0,1 1 0 0 0,-1-1 0 0 0,1 0 0 0 0,-1 0 0 0 0,1 0 0 0 0,-1 0 0 0 0,1 0 0 0 0,0 1 0 0 0,0-1 1 0 0,-1 0-1 0 0,1 0 0 0 0,0 0 0 0 0,0 0 0 0 0,0 0 0 0 0,0 0 0 0 0,0 0 0 0 0,0 0 0 0 0,0 0 0 0 0,1 0 0 0 0,-1-2 0 0 0,2 0 205 0 0,0 1-1 0 0,0-1 0 0 0,1 0 0 0 0,-1 1 0 0 0,0-1 0 0 0,1 1 0 0 0,4-3 0 0 0,-4 2-57 0 0,7-5 690 0 0,1 1 0 0 0,0 0 1 0 0,0 1-1 0 0,0 0 0 0 0,1 1 0 0 0,22-8 1 0 0,78-13 754 0 0,-69 17-3352 0 0,-25 5 921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0,'1'1'577'0'0,"1"0"-1"0"0,0 0 1 0 0,-1 1-1 0 0,1-1 1 0 0,-1 1-1 0 0,1-1 1 0 0,-1 1-1 0 0,0 0 1 0 0,0 0-1 0 0,1-1 1 0 0,-1 1-1 0 0,0 0 1 0 0,1 4-1 0 0,10 39 3251 0 0,-3 52-2288 0 0,-8-89-1429 0 0,9 90-4096 0 0,-8-82-1942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8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65 5985 0 0,'-2'1'375'0'0,"0"-1"0"0"0,1 1 0 0 0,-1 0-1 0 0,0-1 1 0 0,1 1 0 0 0,-1 0 0 0 0,1 0-1 0 0,-1 0 1 0 0,1 0 0 0 0,0 1 0 0 0,-1-1-1 0 0,1 0 1 0 0,0 1 0 0 0,0-1 0 0 0,0 0-1 0 0,0 1 1 0 0,0-1 0 0 0,-1 3 0 0 0,-14 30 3301 0 0,15-30-3621 0 0,0-1-1 0 0,1 0 0 0 0,-1 0 1 0 0,1 0-1 0 0,0 0 0 0 0,0 0 1 0 0,0 0-1 0 0,1 0 0 0 0,-1 1 0 0 0,1-1 1 0 0,-1 0-1 0 0,1 0 0 0 0,0 0 1 0 0,0 0-1 0 0,0 0 0 0 0,1-1 1 0 0,-1 1-1 0 0,1 0 0 0 0,2 3 1 0 0,-2-4-196 0 0,0 0 0 0 0,0 0 0 0 0,0 0 0 0 0,1-1 0 0 0,-1 1 0 0 0,1 0 0 0 0,-1-1 0 0 0,1 1 0 0 0,0-1 0 0 0,-1 0 0 0 0,1 0 0 0 0,0 0 0 0 0,0 0 0 0 0,0-1 0 0 0,0 1 0 0 0,0-1 0 0 0,0 0 0 0 0,0 0 0 0 0,0 0 0 0 0,0 0 1 0 0,-1 0-1 0 0,1 0 0 0 0,0-1 0 0 0,0 0 0 0 0,0 1 0 0 0,0-1 0 0 0,0 0 0 0 0,-1 0 0 0 0,1-1 0 0 0,3-1 0 0 0,-2 1 89 0 0,0-1 1 0 0,-1 1-1 0 0,1-1 0 0 0,0 0 1 0 0,-1 0-1 0 0,0 0 0 0 0,0-1 1 0 0,0 1-1 0 0,0-1 0 0 0,0 0 1 0 0,-1 1-1 0 0,0-1 0 0 0,1 0 1 0 0,-1-1-1 0 0,-1 1 0 0 0,1 0 1 0 0,-1-1-1 0 0,0 1 0 0 0,2-9 1 0 0,-2 4 100 0 0,-1 1 0 0 0,1-1 0 0 0,-2 0 0 0 0,1 1 0 0 0,-1-1 1 0 0,0 1-1 0 0,-1-1 0 0 0,0 1 0 0 0,-6-15 0 0 0,1 5-195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8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79 6913 0 0,'-6'-3'271'0'0,"1"0"0"0"0,0 0 0 0 0,0 0-1 0 0,0-1 1 0 0,1 0 0 0 0,-8-7-1 0 0,11 10-145 0 0,1 0 0 0 0,-1 0 0 0 0,1 1 0 0 0,-1-1 0 0 0,1 0 0 0 0,-1 0 0 0 0,1 0 0 0 0,0 0 0 0 0,-1 1 0 0 0,1-1 0 0 0,0 0 0 0 0,0 0 0 0 0,0 0 0 0 0,0 0 0 0 0,0 0-1 0 0,0 0 1 0 0,0 0 0 0 0,0 0 0 0 0,0 0 0 0 0,0-1 0 0 0,1 1 36 0 0,0-1 1 0 0,0 1-1 0 0,0-1 0 0 0,0 1 0 0 0,0 0 0 0 0,0 0 0 0 0,0-1 1 0 0,0 1-1 0 0,0 0 0 0 0,0 0 0 0 0,1 0 0 0 0,-1 0 0 0 0,1 0 1 0 0,-1 1-1 0 0,3-2 0 0 0,1 0 37 0 0,0 0 0 0 0,-1 1 0 0 0,1 0 0 0 0,0 0 0 0 0,0 1 0 0 0,-1-1 0 0 0,1 1 0 0 0,0 0-1 0 0,0 0 1 0 0,0 0 0 0 0,0 1 0 0 0,-1 0 0 0 0,1 0 0 0 0,0 0 0 0 0,-1 1 0 0 0,1-1 0 0 0,0 1 0 0 0,-1 0 0 0 0,0 0 0 0 0,0 1 0 0 0,1-1 0 0 0,6 7 0 0 0,5 3 175 0 0,-1 1-1 0 0,-1 0 1 0 0,0 1 0 0 0,16 20 0 0 0,-9-7-82 0 0,-2 1 0 0 0,-1 1 0 0 0,-1 1 0 0 0,-1 1 0 0 0,15 42-1 0 0,-14-22-867 0 0,-1 0 0 0 0,14 91 0 0 0,-22-81-6758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1.3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329 150 4145 0 0,'4'-11'901'0'0,"-1"0"0"0"0,0-1 1 0 0,0 1-1 0 0,-1-1 0 0 0,-1 1 0 0 0,1-16 1 0 0,-2 25-711 0 0,0 0 0 0 0,-1-1 1 0 0,1 1-1 0 0,0 0 0 0 0,-1-1 1 0 0,1 1-1 0 0,-1 0 0 0 0,0 0 1 0 0,0 0-1 0 0,0-1 0 0 0,0 1 1 0 0,0 0-1 0 0,0 0 0 0 0,-1 0 1 0 0,1 1-1 0 0,0-1 0 0 0,-1 0 1 0 0,0 0-1 0 0,1 1 0 0 0,-1-1 1 0 0,0 1-1 0 0,0 0 0 0 0,0-1 1 0 0,0 1-1 0 0,0 0 0 0 0,0 0 1 0 0,0 0-1 0 0,0 0 0 0 0,-1 1 1 0 0,1-1-1 0 0,0 0 0 0 0,0 1 1 0 0,-1 0-1 0 0,1 0 0 0 0,0-1 1 0 0,-1 1-1 0 0,1 0 0 0 0,-3 1 1 0 0,-3 0 9 0 0,1 0 0 0 0,-1 0 0 0 0,0 1 0 0 0,1 0 0 0 0,-1 0 0 0 0,1 1 0 0 0,-1 0 0 0 0,1 0 0 0 0,0 0 0 0 0,0 1 0 0 0,1 0 0 0 0,-1 1 0 0 0,1 0 0 0 0,0 0 0 0 0,0 0 0 0 0,1 1 0 0 0,-9 9 0 0 0,-7 12 22 0 0,1 0 1 0 0,-28 53 0 0 0,39-64-171 0 0,0 1-18 0 0,1 0 0 0 0,1 0 1 0 0,0 0-1 0 0,2 1 0 0 0,0 0 0 0 0,0 0 0 0 0,2 1 0 0 0,1-1 1 0 0,0 1-1 0 0,1 0 0 0 0,3 31 0 0 0,-2-40-35 0 0,1-1-1 0 0,1 1 1 0 0,-1-1 0 0 0,2 1 0 0 0,-1-1-1 0 0,1 0 1 0 0,1 0 0 0 0,0 0-1 0 0,0-1 1 0 0,1 1 0 0 0,0-1 0 0 0,0 0-1 0 0,0 0 1 0 0,1-1 0 0 0,1 0-1 0 0,-1 0 1 0 0,1 0 0 0 0,1-1 0 0 0,-1 0-1 0 0,1 0 1 0 0,0-1 0 0 0,0 0-1 0 0,0 0 1 0 0,15 5 0 0 0,-11-6-28 0 0,0 0 0 0 0,0-1 0 0 0,0-1 0 0 0,1 0 0 0 0,22 0 0 0 0,-16-2-753 0 0,0-1 0 0 0,0-2-1 0 0,0 0 1 0 0,-1 0 0 0 0,33-12-1 0 0,-15 1-798 0 0,-1-1 0 0 0,33-19 0 0 0,14-15 1318 0 0,-61 36 181 0 0,-2-1 0 0 0,0-1 0 0 0,25-25 1 0 0,-35 31 30 0 0,0-1 0 0 0,-1 0 0 0 0,0 0 1 0 0,-1-1-1 0 0,0 0 0 0 0,-1 0 0 0 0,0-1 1 0 0,5-13-1 0 0,-10 23 57 0 0,-1 1 0 0 0,0-1 0 0 0,1 1 0 0 0,-1 0 0 0 0,0-1 0 0 0,1 1 0 0 0,-1-1 0 0 0,0 1 0 0 0,0-1-1 0 0,0 1 1 0 0,0-1 0 0 0,-1 1 0 0 0,1-1 0 0 0,0 1 0 0 0,-1-1 0 0 0,1 1 0 0 0,-1-1 0 0 0,1 1 0 0 0,-1 0 0 0 0,0-1 0 0 0,1 1 0 0 0,-1 0 0 0 0,0 0 0 0 0,0-1 0 0 0,0 1 0 0 0,0 0 0 0 0,0 0 0 0 0,0 0 0 0 0,0 0 0 0 0,-1 0 0 0 0,1 1 0 0 0,0-1 0 0 0,0 0-1 0 0,-1 0 1 0 0,1 1 0 0 0,0-1 0 0 0,-1 1 0 0 0,1-1 0 0 0,-1 1 0 0 0,1 0 0 0 0,-1-1 0 0 0,-2 1 0 0 0,0-1 456 0 0,0 1 0 0 0,0-1 0 0 0,0 1-1 0 0,0 0 1 0 0,0 0 0 0 0,0 0 0 0 0,0 1 0 0 0,0 0 0 0 0,0-1-1 0 0,0 2 1 0 0,0-1 0 0 0,0 0 0 0 0,0 1 0 0 0,-7 3-1 0 0,2 3 190 0 0,1 0 0 0 0,-1 1 0 0 0,1 0-1 0 0,1 0 1 0 0,0 1 0 0 0,0 0 0 0 0,-10 21 0 0 0,5-6-524 0 0,1 1 1 0 0,-10 35-1 0 0,20-59-137 0 0,-10 49-128 0 0,10-48 69 0 0,1 0 0 0 0,0-1-1 0 0,-1 1 1 0 0,1 0 0 0 0,1 0 0 0 0,-1 0 0 0 0,0-1 0 0 0,1 1 0 0 0,-1 0 0 0 0,1 0 0 0 0,0-1 0 0 0,0 1-1 0 0,0-1 1 0 0,0 1 0 0 0,0-1 0 0 0,2 4 0 0 0,-3-6-21 0 0,1 1 1 0 0,-1-1-1 0 0,1 1 1 0 0,-1-1-1 0 0,1 0 1 0 0,-1 1-1 0 0,1-1 1 0 0,-1 0-1 0 0,1 1 1 0 0,0-1-1 0 0,-1 0 1 0 0,1 0-1 0 0,-1 1 1 0 0,1-1-1 0 0,0 0 0 0 0,-1 0 1 0 0,1 0-1 0 0,-1 0 1 0 0,1 0-1 0 0,0 0 1 0 0,-1 0-1 0 0,1 0 1 0 0,0 0-1 0 0,-1 0 1 0 0,1 0-1 0 0,0 0 1 0 0,-1 0-1 0 0,2-1 1 0 0,17-13-2211 0 0,9-24-1161 0 0,-22 26 3057 0 0,0-1-1 0 0,0 1 1 0 0,5-22-1 0 0,2-15 2241 0 0,-9 31-193 0 0,2 28 363 0 0,1 7-1967 0 0,0 16-52 0 0,-4-15-429 0 0,1 0-1 0 0,0 0 1 0 0,2 0 0 0 0,0-1-1 0 0,13 25 1 0 0,-6-21-785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1.5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 7834 0 0,'-2'8'10782'0'0,"-4"50"-8992"0"0,6-43-1570 0 0,26 336 1521 0 0,-23-331-2293 0 0,0 0 0 0 0,2-1-1 0 0,0 0 1 0 0,2 0 0 0 0,13 29-1 0 0,-9-28-1232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1.7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10826 0 0,'14'89'6186'0'0,"-9"-27"-4804"0"0,-4-21-5876 0 0,-1-38 3674 0 0,1 16-4802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1.9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14 9218 0 0,'-4'-4'408'0'0,"2"1"80"0"0,1 2-392 0 0,1 0-96 0 0,0-1 0 0 0,1 2 80 0 0,1-1-8 0 0,2 1 0 0 0,1-1 0 0 0,1 2-560 0 0,13 15-1376 0 0,-10-2 1736 0 0,1 2 128 0 0,-1 3 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2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 6 8290 0 0,'-1'0'166'0'0,"0"-1"0"0"0,0 0 0 0 0,0 1-1 0 0,-1-1 1 0 0,1 1 0 0 0,0-1 0 0 0,0 1 0 0 0,-1-1 0 0 0,1 1 0 0 0,0 0 0 0 0,-1 0 0 0 0,1 0 0 0 0,0 0 0 0 0,-1 0-1 0 0,1 0 1 0 0,0 0 0 0 0,0 0 0 0 0,-1 0 0 0 0,-1 1 0 0 0,1 0 68 0 0,1 1 0 0 0,0-1 0 0 0,-1 0 0 0 0,1 0 0 0 0,0 1 0 0 0,0-1 0 0 0,0 1 0 0 0,0-1 0 0 0,0 1 0 0 0,0 0 0 0 0,0-1 0 0 0,1 1 0 0 0,-1 0 0 0 0,0 3 0 0 0,-9 34 737 0 0,1 1 0 0 0,2 0 0 0 0,-1 47 1 0 0,2-31-676 0 0,5-39-259 0 0,0 0 0 0 0,1 1 0 0 0,0-1 0 0 0,1 0 0 0 0,1 1 0 0 0,1-1 0 0 0,8 27 0 0 0,-9-39-11 0 0,-1 0 0 0 0,1 0-1 0 0,0 0 1 0 0,0 0 0 0 0,1-1 0 0 0,-1 1 0 0 0,1-1 0 0 0,0 1-1 0 0,0-1 1 0 0,1 0 0 0 0,-1 0 0 0 0,1-1 0 0 0,0 1 0 0 0,0-1-1 0 0,0 0 1 0 0,0 0 0 0 0,0 0 0 0 0,1 0 0 0 0,0-1-1 0 0,-1 0 1 0 0,1 0 0 0 0,0 0 0 0 0,0-1 0 0 0,0 1 0 0 0,0-1-1 0 0,0 0 1 0 0,1-1 0 0 0,-1 1 0 0 0,9-1 0 0 0,-9-1 20 0 0,-1 1 0 0 0,1-1-1 0 0,0 0 1 0 0,0 0 0 0 0,-1-1 0 0 0,1 0 0 0 0,-1 1 0 0 0,0-2 0 0 0,1 1 0 0 0,-1 0 0 0 0,0-1 0 0 0,0 0 0 0 0,0 0-1 0 0,-1 0 1 0 0,1 0 0 0 0,3-5 0 0 0,18-28-1116 0 0,-10-5-5327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2.6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0 178 4609 0 0,'9'0'1028'0'0,"-1"0"0"0"0,0 1 0 0 0,1 0-1 0 0,-1 0 1 0 0,0 1 0 0 0,1 0 0 0 0,-1 1 0 0 0,0 0 0 0 0,-1 0 0 0 0,10 5 0 0 0,-3 1-250 0 0,-1 1 1 0 0,0 0 0 0 0,0 0 0 0 0,13 16 0 0 0,-23-23-650 0 0,-1-1 10 0 0,0 1-1 0 0,0-1 1 0 0,0 0-1 0 0,1 0 1 0 0,-1 0-1 0 0,1 0 0 0 0,0 0 1 0 0,-1-1-1 0 0,1 1 1 0 0,0-1-1 0 0,5 3 1 0 0,-17-45 1041 0 0,7 30-1206 0 0,0-1 1 0 0,2 1-1 0 0,-1 0 1 0 0,2 0-1 0 0,-1 0 1 0 0,1-1-1 0 0,1 1 1 0 0,0 0-1 0 0,1 0 1 0 0,0 0-1 0 0,6-14 1 0 0,-6 19-359 0 0,0 0 1 0 0,0 0 0 0 0,0 0 0 0 0,1 0 0 0 0,-1 1 0 0 0,1 0-1 0 0,1 0 1 0 0,-1 0 0 0 0,1 0 0 0 0,0 1 0 0 0,0-1 0 0 0,0 1 0 0 0,1 0-1 0 0,-1 1 1 0 0,1 0 0 0 0,0 0 0 0 0,0 0 0 0 0,0 0 0 0 0,0 1 0 0 0,11-3-1 0 0,26-3 247 0 0,-21 4 137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2.9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 32 2505 0 0,'0'-2'136'0'0,"0"1"0"0"0,0 0 0 0 0,0-1 0 0 0,-1 1 0 0 0,1 0 0 0 0,0-1 0 0 0,-1 1 0 0 0,1 0 0 0 0,-1 0 0 0 0,1-1 0 0 0,-1 1 0 0 0,0 0 0 0 0,1 0 0 0 0,-1 0 0 0 0,0 0 0 0 0,0 0 0 0 0,0 0 1 0 0,0 0-1 0 0,0 0 0 0 0,0 0 0 0 0,0 0 0 0 0,0 1 0 0 0,0-1 0 0 0,0 0 0 0 0,0 1 0 0 0,-1-1 0 0 0,1 1 0 0 0,0-1 0 0 0,0 1 0 0 0,-1-1 0 0 0,1 1 0 0 0,0 0 0 0 0,-1 0 0 0 0,1 0 0 0 0,0 0 1 0 0,-3 0-1 0 0,1 0 232 0 0,-1 0 1 0 0,1 0 0 0 0,0 0 0 0 0,-1 1 0 0 0,1 0-1 0 0,0-1 1 0 0,0 1 0 0 0,0 0 0 0 0,0 1 0 0 0,0-1 0 0 0,0 0-1 0 0,0 1 1 0 0,0 0 0 0 0,-3 2 0 0 0,-1 3 100 0 0,1 1 0 0 0,0-1 0 0 0,0 2 0 0 0,1-1 1 0 0,0 0-1 0 0,0 1 0 0 0,1 0 0 0 0,0 0 0 0 0,-3 13 0 0 0,5-18-469 0 0,1 1-1 0 0,-1-1 1 0 0,1 1-1 0 0,0 0 1 0 0,0 0-1 0 0,1 0 1 0 0,-1-1-1 0 0,1 1 1 0 0,0 0-1 0 0,1 0 1 0 0,-1 0-1 0 0,1 0 1 0 0,0-1-1 0 0,0 1 1 0 0,1 0-1 0 0,-1-1 1 0 0,1 1-1 0 0,0-1 1 0 0,0 1-1 0 0,4 6 1 0 0,-5-10-44 0 0,0 0 0 0 0,0 0-1 0 0,0 0 1 0 0,0 0 0 0 0,0-1 0 0 0,0 1 0 0 0,0 0 0 0 0,0 0 0 0 0,0 0-1 0 0,1-1 1 0 0,-1 1 0 0 0,0-1 0 0 0,0 1 0 0 0,1-1 0 0 0,-1 1 0 0 0,0-1-1 0 0,0 0 1 0 0,1 0 0 0 0,-1 0 0 0 0,0 1 0 0 0,1-1 0 0 0,-1 0-1 0 0,1-1 1 0 0,-1 1 0 0 0,0 0 0 0 0,1 0 0 0 0,-1-1 0 0 0,0 1 0 0 0,0 0-1 0 0,1-1 1 0 0,-1 1 0 0 0,0-1 0 0 0,0 0 0 0 0,0 1 0 0 0,1-1 0 0 0,-1 0-1 0 0,0 0 1 0 0,0 0 0 0 0,0 0 0 0 0,0 0 0 0 0,0-1 0 0 0,7-6-70 0 0,-1-1 0 0 0,0 0 1 0 0,0 0-1 0 0,5-13 0 0 0,1 1 380 0 0,-12 20-251 0 0,-1 0 0 0 0,1 0 0 0 0,0-1-1 0 0,-1 1 1 0 0,1 0 0 0 0,0 0 0 0 0,0 0-1 0 0,0 0 1 0 0,0 0 0 0 0,0 0 0 0 0,0 0-1 0 0,0 1 1 0 0,0-1 0 0 0,0 0 0 0 0,0 0-1 0 0,0 1 1 0 0,0-1 0 0 0,1 1 0 0 0,-1-1 0 0 0,0 1-1 0 0,0 0 1 0 0,1-1 0 0 0,-1 1 0 0 0,0 0-1 0 0,1 0 1 0 0,-1 0 0 0 0,0 0 0 0 0,2 0-1 0 0,-1 1 66 0 0,0 1 0 0 0,-1-1 0 0 0,1 1-1 0 0,-1-1 1 0 0,1 1 0 0 0,-1 0 0 0 0,0 0 0 0 0,0 0-1 0 0,0-1 1 0 0,0 1 0 0 0,0 0 0 0 0,0 0 0 0 0,-1 0-1 0 0,1 1 1 0 0,-1-1 0 0 0,1 3 0 0 0,1 1 69 0 0,0 0 0 0 0,0 0 1 0 0,0 0-1 0 0,1-1 0 0 0,-1 1 1 0 0,1-1-1 0 0,7 10 0 0 0,-6-11-940 0 0,-1-1 1 0 0,0 1-1 0 0,1-1 0 0 0,-1 0 0 0 0,1 0 1 0 0,6 4-1 0 0,7 2-4814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3.2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0 456 0 0,'-7'29'6129'0'0,"4"22"-1272"0"0,3-37-3750 0 0,0 28 2027 0 0,8 71-1 0 0,22 38-3561 0 0,-24-128-748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4.1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37 10594 0 0,'27'0'2997'0'0,"107"-21"-1819"0"0,-58 9-1872 0 0,-56 9 694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4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4609 0 0,'1'5'878'0'0,"1"0"0"0"0,-1-1 1 0 0,1 1-1 0 0,0 0 0 0 0,0-1 0 0 0,0 1 1 0 0,4 4-1 0 0,5 11 1699 0 0,7 45 1356 0 0,-6-16-3277 0 0,-9-42-1295 0 0,-1 0-1 0 0,1 0 1 0 0,0-1 0 0 0,6 10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4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7 10138 0 0,'-13'-7'917'0'0,"7"12"-407"0"0,7 18-305 0 0,0-15-272 0 0,0 0-326 0 0,0-1 1 0 0,0 1-1 0 0,1 0 1 0 0,0-1-1 0 0,0 1 1 0 0,1-1-1 0 0,0 1 1 0 0,0-1-1 0 0,8 13 1 0 0,1-3 360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4:45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85 5529 0 0,'-1'-1'68'0'0,"0"0"0"0"0,0 1 1 0 0,-1-1-1 0 0,1 0 0 0 0,-1 0 0 0 0,1 1 0 0 0,-1-1 0 0 0,1 1 0 0 0,-1-1 0 0 0,1 1 1 0 0,-1-1-1 0 0,1 1 0 0 0,-1 0 0 0 0,0 0 0 0 0,1 0 0 0 0,-1 0 0 0 0,1 0 0 0 0,-1 0 1 0 0,0 0-1 0 0,1 1 0 0 0,-1-1 0 0 0,1 1 0 0 0,-3 0 0 0 0,1 1 105 0 0,-1 0-1 0 0,1 0 1 0 0,0 0 0 0 0,0 0-1 0 0,0 1 1 0 0,0-1-1 0 0,0 1 1 0 0,1 0-1 0 0,-5 6 1 0 0,1-1 231 0 0,1 0 0 0 0,0 0 1 0 0,1 1-1 0 0,0 0 0 0 0,0 0 0 0 0,1 0 1 0 0,-4 17-1 0 0,6-22-242 0 0,1 0 0 0 0,0 1 0 0 0,0-1 0 0 0,0 1 1 0 0,0-1-1 0 0,1 1 0 0 0,0-1 0 0 0,0 0 0 0 0,0 1 0 0 0,1-1 0 0 0,-1 0 0 0 0,1 0 1 0 0,0 0-1 0 0,0 0 0 0 0,0 0 0 0 0,1 0 0 0 0,-1-1 0 0 0,6 7 0 0 0,-5-8-153 0 0,-1 1 0 0 0,1-1 0 0 0,-1 0 0 0 0,1 0-1 0 0,-1 0 1 0 0,1-1 0 0 0,0 1 0 0 0,0 0 0 0 0,0-1-1 0 0,0 0 1 0 0,0 0 0 0 0,1 0 0 0 0,-1 0 0 0 0,0 0-1 0 0,0-1 1 0 0,1 0 0 0 0,-1 1 0 0 0,0-1 0 0 0,1 0-1 0 0,-1-1 1 0 0,0 1 0 0 0,0 0 0 0 0,1-1 0 0 0,-1 0-1 0 0,0 0 1 0 0,4-1 0 0 0,-6 1-63 0 0,0 0 0 0 0,1 1-1 0 0,-1-1 1 0 0,0 0 0 0 0,0 0 0 0 0,0 0 0 0 0,0 0 0 0 0,0 0-1 0 0,0 0 1 0 0,0 0 0 0 0,0-1 0 0 0,-1 1 0 0 0,1 0 0 0 0,0 0-1 0 0,-1-1 1 0 0,1 1 0 0 0,-1 0 0 0 0,1-1 0 0 0,-1 1 0 0 0,1-1-1 0 0,-1 1 1 0 0,0-1 0 0 0,0 1 0 0 0,0 0 0 0 0,0-1 0 0 0,0 1-1 0 0,0-1 1 0 0,0 1 0 0 0,-1-1 0 0 0,1 1 0 0 0,-1-3 0 0 0,-1-6 15 0 0,-1 0 0 0 0,-1 1 1 0 0,-5-13-1 0 0,6 13 84 0 0,0 3-28 0 0,1 0 1 0 0,0 0-1 0 0,0 0 1 0 0,0 0-1 0 0,1-1 1 0 0,0 1-1 0 0,0 0 1 0 0,1-1-1 0 0,0 1 0 0 0,1-12 1 0 0,0 13-53 0 0,0 0 1 0 0,1 0-1 0 0,-1 0 1 0 0,1 1 0 0 0,1-1-1 0 0,-1 0 1 0 0,1 1-1 0 0,-1-1 1 0 0,1 1-1 0 0,1 0 1 0 0,-1 0-1 0 0,0 0 1 0 0,9-6-1 0 0,-6 4 37 0 0,0 1 1 0 0,1 0-1 0 0,0 0 0 0 0,1 1 0 0 0,-1 0 0 0 0,1 0 0 0 0,-1 1 1 0 0,1-1-1 0 0,0 2 0 0 0,11-3 0 0 0,-16 4 84 0 0,0 1-1 0 0,0-1 1 0 0,0 1-1 0 0,0 0 0 0 0,0 0 1 0 0,0 0-1 0 0,0 1 1 0 0,0-1-1 0 0,0 1 1 0 0,0-1-1 0 0,0 1 1 0 0,0 0-1 0 0,0 0 1 0 0,0 0-1 0 0,0 1 1 0 0,-1-1-1 0 0,1 1 1 0 0,0-1-1 0 0,-1 1 1 0 0,0 0-1 0 0,1 0 1 0 0,-1 0-1 0 0,0 0 1 0 0,0 1-1 0 0,0-1 1 0 0,0 1-1 0 0,0-1 1 0 0,-1 1-1 0 0,1-1 0 0 0,-1 1 1 0 0,2 3-1 0 0,-1 3-48 0 0,1-1 0 0 0,-1 0 0 0 0,0 0 0 0 0,-1 1 0 0 0,0-1 0 0 0,-1 13 0 0 0,0-13-52 0 0,0 0 0 0 0,1 0 0 0 0,0-1-1 0 0,0 1 1 0 0,1 0 0 0 0,0-1 0 0 0,4 13 0 0 0,-5-20 58 0 0,-1 1-1 0 0,0-1 1 0 0,1 1 0 0 0,-1 0 0 0 0,0-1 0 0 0,1 1-1 0 0,-1-1 1 0 0,0 0 0 0 0,1 1 0 0 0,-1-1 0 0 0,1 1-1 0 0,-1-1 1 0 0,1 0 0 0 0,-1 1 0 0 0,1-1 0 0 0,-1 0-1 0 0,1 1 1 0 0,0-1 0 0 0,-1 0 0 0 0,1 0 0 0 0,-1 0 0 0 0,1 0-1 0 0,0 1 1 0 0,-1-1 0 0 0,1 0 0 0 0,-1 0 0 0 0,2 0-1 0 0,18-9 801 0 0,19-25-31 0 0,-34 28-754 0 0,18-16-143 0 0,-3 2-354 0 0,26-21-1 0 0,-41 37 426 0 0,1 0-1 0 0,-1 0 1 0 0,0 1 0 0 0,1 0-1 0 0,0 0 1 0 0,0 0 0 0 0,0 1-1 0 0,0 0 1 0 0,0 0 0 0 0,0 0-1 0 0,7 0 1 0 0,-11 2 129 0 0,0 0 0 0 0,0 0-1 0 0,1 1 1 0 0,-1-1 0 0 0,0 1 0 0 0,0-1 0 0 0,0 1 0 0 0,-1 0 0 0 0,1-1 0 0 0,0 1-1 0 0,0 0 1 0 0,0 0 0 0 0,-1 1 0 0 0,1-1 0 0 0,0 0 0 0 0,-1 0 0 0 0,1 1-1 0 0,-1-1 1 0 0,1 1 0 0 0,-1 0 0 0 0,0-1 0 0 0,0 1 0 0 0,0 0 0 0 0,2 3 0 0 0,3 6 51 0 0,-1 1 1 0 0,-1 0-1 0 0,4 13 1 0 0,1 2-1617 0 0,0-6-5743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08.24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1105 974 3681 0 0,'47'-43'331'0'0,"-3"-1"-1"0"0,66-86 1 0 0,-79 92-3 0 0,-27 33-282 0 0,6-8 117 0 0,0 1 0 0 0,11-22 0 0 0,-21 34-159 0 0,0 0 1 0 0,0 0-1 0 0,0 0 1 0 0,0 0-1 0 0,0 0 1 0 0,0 0-1 0 0,0 0 1 0 0,0 0-1 0 0,0 0 1 0 0,-1 0-1 0 0,1 0 1 0 0,0 0-1 0 0,0 0 1 0 0,0 0-1 0 0,0 0 1 0 0,0 0-1 0 0,0 0 1 0 0,0 0-1 0 0,0 0 1 0 0,0 0-1 0 0,0 0 1 0 0,-1 0-1 0 0,1 0 1 0 0,0 0 0 0 0,0 0-1 0 0,0 0 1 0 0,0 0-1 0 0,0-1 1 0 0,0 1-1 0 0,0 0 1 0 0,0 0-1 0 0,0 0 1 0 0,0 0-1 0 0,0 0 1 0 0,0 0-1 0 0,0 0 1 0 0,0 0-1 0 0,0 0 1 0 0,0 0-1 0 0,0-1 1 0 0,0 1-1 0 0,0 0 1 0 0,0 0-1 0 0,0 0 1 0 0,0 0-1 0 0,0 0 1 0 0,0 0-1 0 0,0 0 1 0 0,0 0-1 0 0,0 0 1 0 0,0-1-1 0 0,0 1 1 0 0,0 0-1 0 0,0 0 1 0 0,0 0-1 0 0,0 0 1 0 0,0 0-1 0 0,0 0 1 0 0,0 0-1 0 0,0 0 1 0 0,0 0-1 0 0,0 0 1 0 0,0 0-1 0 0,-12 6 133 0 0,-14 12-1 0 0,-163 161 114 0 0,83-75-124 0 0,-195 221-19 0 0,79-78-366 0 0,-45 53 27 0 0,199-212 328 0 0,-90 154 0 0 0,152-233-90 0 0,-13 28 20 0 0,18-36-18 0 0,0 0 1 0 0,0 1-1 0 0,1-1 1 0 0,-1 1-1 0 0,1-1 1 0 0,-1 1-1 0 0,1-1 0 0 0,0 1 1 0 0,-1-1-1 0 0,1 1 1 0 0,0-1-1 0 0,0 1 0 0 0,0 0 1 0 0,0-1-1 0 0,0 1 1 0 0,1-1-1 0 0,-1 1 1 0 0,0-1-1 0 0,2 3 0 0 0,-1-3 6 0 0,0-1 1 0 0,0 1-1 0 0,1 0 0 0 0,-1-1 0 0 0,0 1 0 0 0,1-1 0 0 0,-1 1 0 0 0,1-1 0 0 0,-1 1 0 0 0,0-1 0 0 0,1 0 0 0 0,-1 0 1 0 0,1 0-1 0 0,-1 0 0 0 0,1 0 0 0 0,-1 0 0 0 0,1 0 0 0 0,-1 0 0 0 0,1-1 0 0 0,-1 1 0 0 0,0 0 0 0 0,1-1 0 0 0,1 0 1 0 0,35-14 275 0 0,15-13 85 0 0,-2-3 0 0 0,-1-2 0 0 0,74-63 0 0 0,-69 52-159 0 0,563-421 1325 0 0,-171 131-635 0 0,-125 100-365 0 0,31-23 72 0 0,25-10 110 0 0,-103 78-435 0 0,-223 152-265 0 0,109-77 13 0 0,-123 90-103 0 0,1 2 0 0 0,54-23 0 0 0,-92 44 55 0 0,0 0 0 0 0,1 1 0 0 0,0-1 0 0 0,-1 0-1 0 0,1 1 1 0 0,-1-1 0 0 0,1 1 0 0 0,0-1 0 0 0,-1 1-1 0 0,1 0 1 0 0,0 0 0 0 0,0 0 0 0 0,-1 0 0 0 0,1 0 0 0 0,0 0-1 0 0,-1 0 1 0 0,4 1 0 0 0,-5 0-12 0 0,1-1 0 0 0,-1 1 0 0 0,0 0 0 0 0,1-1 0 0 0,-1 1 0 0 0,0 0 0 0 0,0 0 0 0 0,1-1 0 0 0,-1 1 0 0 0,0 0 0 0 0,0-1-1 0 0,0 1 1 0 0,0 0 0 0 0,0 0 0 0 0,0-1 0 0 0,0 1 0 0 0,0 0 0 0 0,-1-1 0 0 0,1 1 0 0 0,0 0 0 0 0,0-1 0 0 0,-1 1 0 0 0,1 0 0 0 0,0-1 0 0 0,-1 1 0 0 0,1 0 0 0 0,-1 0 0 0 0,-5 9-229 0 0,0 1 1 0 0,-1-1 0 0 0,-11 12-1 0 0,-50 53-287 0 0,-88 74-1 0 0,-87 55 452 0 0,141-122 63 0 0,-201 164-76 0 0,-543 471-181 0 0,268-149 1066 0 0,531-518-665 0 0,-223 257 841 0 0,211-233-855 0 0,3 2-1 0 0,-59 109 1 0 0,108-172-128 0 0,-36 75-153 0 0,40-80 167 0 0,0 0 0 0 0,1-1 0 0 0,0 2 0 0 0,0-1 0 0 0,1 0 0 0 0,0 0 0 0 0,0 0 0 0 0,1 1 0 0 0,0 10-1 0 0,0-17 2 0 0,0-1-1 0 0,1 1 1 0 0,-1 0-1 0 0,0-1 0 0 0,1 1 1 0 0,-1-1-1 0 0,1 1 1 0 0,0-1-1 0 0,-1 1 1 0 0,1-1-1 0 0,0 1 0 0 0,0-1 1 0 0,0 0-1 0 0,0 1 1 0 0,0-1-1 0 0,0 0 0 0 0,0 0 1 0 0,0 0-1 0 0,1 0 1 0 0,-1 0-1 0 0,0 0 0 0 0,1 0 1 0 0,-1 0-1 0 0,1 0 1 0 0,1 0-1 0 0,1 0-42 0 0,0 0 1 0 0,0-1-1 0 0,0 0 1 0 0,0 1-1 0 0,-1-1 1 0 0,1-1-1 0 0,0 1 1 0 0,0 0-1 0 0,0-1 1 0 0,5-2-1 0 0,9-2-196 0 0,-1-1 0 0 0,0-2 0 0 0,23-13 0 0 0,58-38 141 0 0,-3-4-1 0 0,-3-4 1 0 0,93-88 0 0 0,598-515 536 0 0,-8 69-157 0 0,-661 519-291 0 0,324-226-209 0 0,-152 109 116 0 0,68-42 367 0 0,-326 224-233 0 0,87-47 20 0 0,-115 64-44 0 0,0 0-1 0 0,0 0 1 0 0,0 0 0 0 0,0 0-1 0 0,0 0 1 0 0,0 0 0 0 0,1 0-1 0 0,-1 0 1 0 0,0 0 0 0 0,0 0-1 0 0,0 0 1 0 0,0 0 0 0 0,0 0-1 0 0,0 1 1 0 0,0-1 0 0 0,0 0-1 0 0,0 0 1 0 0,0 0-1 0 0,0 0 1 0 0,0 0 0 0 0,0 0-1 0 0,0 0 1 0 0,0 0 0 0 0,0 0-1 0 0,0 0 1 0 0,0 0 0 0 0,0 0-1 0 0,0 0 1 0 0,0 0 0 0 0,1 0-1 0 0,-1 0 1 0 0,0 0 0 0 0,0 0-1 0 0,0 0 1 0 0,0 0-1 0 0,0 0 1 0 0,0 0 0 0 0,0 0-1 0 0,0 0 1 0 0,0 0 0 0 0,0 0-1 0 0,0 0 1 0 0,0 0 0 0 0,0 0-1 0 0,0 0 1 0 0,1 0 0 0 0,-1 0-1 0 0,-8 10-273 0 0,-15 12-394 0 0,-257 213-1412 0 0,93-81 1486 0 0,-96 80 210 0 0,-196 170 246 0 0,298-242 295 0 0,-353 329 370 0 0,-37 86 120 0 0,46 36 206 0 0,466-538-556 0 0,-79 111 534 0 0,119-158-686 0 0,2 2 0 0 0,1 0 0 0 0,1 1 0 0 0,-17 53 0 0 0,31-81-120 0 0,-2 5-13 0 0,1 0-1 0 0,0 0 0 0 0,1 0 0 0 0,-2 12 0 0 0,3-19-23 0 0,0 0-1 0 0,0 0 1 0 0,0 1 0 0 0,0-1-1 0 0,0 0 1 0 0,0 0-1 0 0,1 1 1 0 0,-1-1 0 0 0,0 0-1 0 0,1 0 1 0 0,-1 0-1 0 0,0 1 1 0 0,1-1 0 0 0,0 0-1 0 0,-1 0 1 0 0,1 0-1 0 0,0 0 1 0 0,-1 0-1 0 0,1 0 1 0 0,0 0 0 0 0,0 0-1 0 0,0 0 1 0 0,0-1-1 0 0,0 1 1 0 0,0 0 0 0 0,0 0-1 0 0,0-1 1 0 0,0 1-1 0 0,0-1 1 0 0,0 1 0 0 0,0-1-1 0 0,1 1 1 0 0,-1-1-1 0 0,0 0 1 0 0,0 1-1 0 0,2-1 1 0 0,5 0-66 0 0,0 0 0 0 0,0-1 0 0 0,0 0 0 0 0,0 0 0 0 0,0-1 0 0 0,0 0 0 0 0,0 0 0 0 0,-1-1 0 0 0,10-4 0 0 0,67-37-464 0 0,-3-10 878 0 0,-2-4 0 0 0,81-77 0 0 0,-24 18 351 0 0,730-646 3172 0 0,-664 576-3262 0 0,378-356 258 0 0,93-69-720 0 0,-632 576-133 0 0,649-513-1328 0 0,-683 544 1268 0 0,-2 2-35 0 0,1-1 0 0 0,-1 1 0 0 0,1-1 0 0 0,-1 1 0 0 0,9-2 0 0 0,-14 5 88 0 0,0 0 0 0 0,0 0 0 0 0,0 0-1 0 0,0 0 1 0 0,0 0 0 0 0,-1 0-1 0 0,1 0 1 0 0,0 0 0 0 0,0 0 0 0 0,0 0-1 0 0,0 0 1 0 0,0 0 0 0 0,0 0-1 0 0,-1 0 1 0 0,1 1 0 0 0,0-1-1 0 0,0 0 1 0 0,0 0 0 0 0,0 0 0 0 0,0 0-1 0 0,0 0 1 0 0,0 0 0 0 0,0 0-1 0 0,0 1 1 0 0,0-1 0 0 0,0 0-1 0 0,0 0 1 0 0,0 0 0 0 0,0 0 0 0 0,-1 0-1 0 0,1 1 1 0 0,0-1 0 0 0,0 0-1 0 0,0 0 1 0 0,0 0 0 0 0,0 0-1 0 0,1 0 1 0 0,-1 0 0 0 0,0 1 0 0 0,0-1-1 0 0,0 0 1 0 0,0 0 0 0 0,0 0-1 0 0,0 0 1 0 0,0 0 0 0 0,0 0-1 0 0,0 1 1 0 0,0-1 0 0 0,0 0 0 0 0,0 0-1 0 0,0 0 1 0 0,0 0 0 0 0,1 0-1 0 0,-1 0 1 0 0,0 0 0 0 0,0 0-1 0 0,0 0 1 0 0,0 1 0 0 0,0-1 0 0 0,0 0-1 0 0,0 0 1 0 0,1 0 0 0 0,-1 0-1 0 0,0 0 1 0 0,0 0 0 0 0,0 0-1 0 0,0 0 1 0 0,1 0 0 0 0,-11 12-240 0 0,-172 158-2577 0 0,45-44 1770 0 0,-514 494-1425 0 0,-716 701 2852 0 0,725-662 1014 0 0,39 32 713 0 0,537-611-1775 0 0,1-3 151 0 0,3 3 0 0 0,-69 121 0 0 0,128-195-437 0 0,-29 60 344 0 0,30-61-334 0 0,1 0-1 0 0,-1 0 0 0 0,1 0 0 0 0,0 0 0 0 0,0 0 0 0 0,1 1 0 0 0,0-1 0 0 0,0 0 0 0 0,0 0 0 0 0,0 1 1 0 0,2 5-1 0 0,-2-10-36 0 0,1 1 0 0 0,-1-1 0 0 0,1 1 0 0 0,-1-1 0 0 0,1 1 0 0 0,0-1 0 0 0,0 0 0 0 0,0 1 0 0 0,-1-1 0 0 0,1 0 0 0 0,1 0 0 0 0,-1 0 0 0 0,0 1 0 0 0,0-1 0 0 0,0 0 0 0 0,0-1 0 0 0,1 1 0 0 0,-1 0 0 0 0,0 0 0 0 0,1 0 0 0 0,-1-1 0 0 0,1 1 0 0 0,-1-1 0 0 0,1 1 0 0 0,-1-1 0 0 0,1 0 0 0 0,-1 0 0 0 0,1 1 0 0 0,-1-1 0 0 0,1 0 0 0 0,0 0 0 0 0,-1 0 0 0 0,1-1 0 0 0,1 1 0 0 0,5-2-102 0 0,1 1-1 0 0,-1-1 0 0 0,0-1 0 0 0,0 1 0 0 0,9-6 1 0 0,25-14-184 0 0,-1-2 1 0 0,-1-2-1 0 0,50-43 1 0 0,-27 22 204 0 0,603-517 2756 0 0,-515 428-1872 0 0,795-690 2968 0 0,-601 523-3442 0 0,81-69-151 0 0,909-720-979 0 0,-1255 1027 782 0 0,-14 10-75 0 0,121-78 0 0 0,-164 121-5 0 0,-17 12-432 0 0,-11 7 175 0 0,-13 12-66 0 0,-535 486-2399 0 0,-723 676 2269 0 0,677-567 726 0 0,562-575-184 0 0,-531 645-82 0 0,567-682 82 0 0,-21 25-31 0 0,1 1 0 0 0,2 1 0 0 0,0 0 0 0 0,-21 51 0 0 0,39-79 8 0 0,1 0 0 0 0,-1-1 0 0 0,1 1 0 0 0,0 0 0 0 0,-1 0 0 0 0,1 0 0 0 0,0 0 0 0 0,0 0 0 0 0,0 0 0 0 0,0 0-1 0 0,-1 0 1 0 0,1 0 0 0 0,0-1 0 0 0,1 1 0 0 0,-1 0 0 0 0,0 0 0 0 0,0 0 0 0 0,0 0 0 0 0,0 0 0 0 0,1 0 0 0 0,-1 0 0 0 0,1 1 0 0 0,0-1-8 0 0,0-1 0 0 0,0 1 0 0 0,-1-1 0 0 0,1 0 0 0 0,0 1 1 0 0,0-1-1 0 0,0 0 0 0 0,-1 0 0 0 0,1 0 0 0 0,0 0 0 0 0,0 1 0 0 0,0-1 1 0 0,0 0-1 0 0,0 0 0 0 0,-1-1 0 0 0,1 1 0 0 0,0 0 0 0 0,0 0 0 0 0,0 0 1 0 0,0-1-1 0 0,9-2-181 0 0,-1-1 1 0 0,1 0-1 0 0,10-6 1 0 0,-16 8 195 0 0,30-18-90 0 0,-1-1-1 0 0,53-43 1 0 0,54-63 242 0 0,-75 66 174 0 0,94-84 522 0 0,220-206 665 0 0,19-14-491 0 0,-131 122-559 0 0,393-349 69 0 0,-153 167-422 0 0,-341 290-68 0 0,274-181 64 0 0,-432 310-92 0 0,-4 4 0 0 0,-1 0 0 0 0,0 0 0 0 0,1 0 0 0 0,0 0 0 0 0,-1 0 0 0 0,7-1 0 0 0,-10 3 1 0 0,1 0 0 0 0,-1 0-1 0 0,0 0 1 0 0,0 0-1 0 0,0 0 1 0 0,0 0-1 0 0,0 0 1 0 0,1 0-1 0 0,-1 1 1 0 0,0-1-1 0 0,0 0 1 0 0,0 0-1 0 0,0 0 1 0 0,0 0 0 0 0,0 0-1 0 0,0 0 1 0 0,0 1-1 0 0,0-1 1 0 0,1 0-1 0 0,-1 0 1 0 0,0 0-1 0 0,0 0 1 0 0,0 1-1 0 0,0-1 1 0 0,0 0-1 0 0,0 0 1 0 0,0 0 0 0 0,0 0-1 0 0,0 1 1 0 0,0-1-1 0 0,0 0 1 0 0,0 0-1 0 0,0 0 1 0 0,0 0-1 0 0,0 1 1 0 0,-1-1-1 0 0,1 0 1 0 0,0 0-1 0 0,0 0 1 0 0,0 0-1 0 0,0 0 1 0 0,0 1 0 0 0,0-1-1 0 0,0 0 1 0 0,0 0-1 0 0,0 0 1 0 0,-1 0-1 0 0,1 0 1 0 0,0 0-1 0 0,0 0 1 0 0,0 0-1 0 0,0 1 1 0 0,-1-1-1 0 0,-6 11-17 0 0,-188 212-1171 0 0,123-146 1008 0 0,-430 455-493 0 0,-156 171 254 0 0,386-416 204 0 0,-81 88-33 0 0,263-277 207 0 0,-297 359-66 0 0,263-297 236 0 0,-99 146-51 0 0,215-293-105 0 0,-23 40-34 0 0,29-49 39 0 0,0 0 1 0 0,1 0-1 0 0,-1 1 0 0 0,1-1 0 0 0,0 1 1 0 0,0-1-1 0 0,0 1 0 0 0,1-1 1 0 0,-1 1-1 0 0,1 6 0 0 0,0-11 13 0 0,0 1 0 0 0,1 0 0 0 0,-1 0 0 0 0,0-1 0 0 0,0 1 0 0 0,0 0 0 0 0,1-1 0 0 0,-1 1 0 0 0,0 0 0 0 0,0-1 0 0 0,1 1 0 0 0,-1 0 0 0 0,1-1 0 0 0,-1 1 0 0 0,1-1 0 0 0,-1 1 0 0 0,1-1 0 0 0,-1 1 0 0 0,1-1 0 0 0,-1 1 0 0 0,1-1 0 0 0,0 1 0 0 0,-1-1 0 0 0,1 0 0 0 0,0 1 0 0 0,-1-1 0 0 0,1 0 0 0 0,0 0 0 0 0,-1 1 0 0 0,1-1 0 0 0,0 0 0 0 0,0 0 0 0 0,-1 0 0 0 0,1 0 0 0 0,0 0 0 0 0,0 0 0 0 0,-1 0 0 0 0,1 0 0 0 0,1-1 0 0 0,30-9-242 0 0,-29 9 225 0 0,33-15-354 0 0,0-3 1 0 0,-1 0 0 0 0,34-27-1 0 0,95-80-77 0 0,-138 104 546 0 0,577-484 2125 0 0,-75 62-3 0 0,-467 394-2026 0 0,524-421 1436 0 0,-440 358-1410 0 0,255-190 326 0 0,-265 207-400 0 0,199-126 354 0 0,-326 217-461 0 0,26-12 69 0 0,-32 16-86 0 0,-1 1-1 0 0,0-1 0 0 0,0 1 1 0 0,1-1-1 0 0,-1 1 0 0 0,0 0 1 0 0,1-1-1 0 0,-1 1 0 0 0,0 0 0 0 0,1 0 1 0 0,-1 0-1 0 0,1 0 0 0 0,-1 0 1 0 0,0 0-1 0 0,1 1 0 0 0,-1-1 0 0 0,0 0 1 0 0,1 1-1 0 0,-1-1 0 0 0,0 1 1 0 0,2 0-1 0 0,-3 0-2 0 0,1 0 0 0 0,0 0 0 0 0,-1 1-1 0 0,1-1 1 0 0,-1 0 0 0 0,0 0 0 0 0,1 1 0 0 0,-1-1 0 0 0,0 0 0 0 0,0 0 0 0 0,0 1 0 0 0,0-1-1 0 0,0 0 1 0 0,0 1 0 0 0,0-1 0 0 0,0 0 0 0 0,0 0 0 0 0,-1 1 0 0 0,1-1 0 0 0,0 0-1 0 0,-1 0 1 0 0,1 1 0 0 0,-1-1 0 0 0,-1 1 0 0 0,-16 35-124 0 0,16-34 90 0 0,-40 60-275 0 0,-2-2 0 0 0,-66 69-1 0 0,15-19 138 0 0,-461 563-221 0 0,370-451 328 0 0,-98 112 266 0 0,-270 381 1671 0 0,546-704-1838 0 0,-3 3-61 0 0,1 1-1 0 0,0 0 1 0 0,1 1 0 0 0,-7 19-1 0 0,15-36 7 0 0,1 1-1 0 0,-1 0 0 0 0,1-1 0 0 0,0 1 0 0 0,0 0 0 0 0,-1-1 1 0 0,1 1-1 0 0,0 0 0 0 0,0-1 0 0 0,0 1 0 0 0,0 0 0 0 0,0 0 0 0 0,-1-1 1 0 0,1 1-1 0 0,1 0 0 0 0,-1-1 0 0 0,0 1 0 0 0,0 0 0 0 0,0 0 1 0 0,0-1-1 0 0,0 1 0 0 0,1 0 0 0 0,-1-1 0 0 0,0 1 0 0 0,1 0 1 0 0,-1-1-1 0 0,0 1 0 0 0,1-1 0 0 0,-1 1 0 0 0,1-1 0 0 0,-1 1 0 0 0,1 0 1 0 0,1 0-31 0 0,0-1 1 0 0,-1 0-1 0 0,1 1 1 0 0,-1-1-1 0 0,1 0 1 0 0,0 0-1 0 0,-1 0 1 0 0,1 0-1 0 0,0 0 1 0 0,-1 0-1 0 0,1-1 1 0 0,-1 1 0 0 0,3-1-1 0 0,54-23-923 0 0,-57 23 950 0 0,72-40-629 0 0,111-84 1 0 0,-91 59 494 0 0,260-167 1214 0 0,-137 93-216 0 0,39-14 349 0 0,-200 126-812 0 0,1 2 0 0 0,106-33 0 0 0,-152 56-337 0 0,-1 1 1 0 0,1-1-1 0 0,0 2 0 0 0,0-1 0 0 0,0 1 0 0 0,0 1 0 0 0,12 0 1 0 0,-20 1-42 0 0,0-1 1 0 0,0 0 0 0 0,0 1 0 0 0,0 0 0 0 0,0-1 0 0 0,0 1 0 0 0,0 0 0 0 0,-1 0 0 0 0,1 0 0 0 0,0 0 0 0 0,0 0 0 0 0,-1 0-1 0 0,1 1 1 0 0,-1-1 0 0 0,1 1 0 0 0,1 1 0 0 0,-1 0 4 0 0,-1-1 0 0 0,0 1 0 0 0,0-1 0 0 0,0 1 0 0 0,0 0 0 0 0,0-1 0 0 0,-1 1 0 0 0,1 0 0 0 0,-1 0 1 0 0,0 0-1 0 0,0-1 0 0 0,0 1 0 0 0,0 0 0 0 0,0 0 0 0 0,-1 3 0 0 0,-5 22 77 0 0,-2 0-1 0 0,-1-1 1 0 0,-1 0 0 0 0,-1-1 0 0 0,-24 41-1 0 0,24-45-79 0 0,-298 470 131 0 0,23-43-1421 0 0,255-386 517 0 0,7-2-149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0.74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791 913 5529 0 0,'21'-25'433'0'0,"-14"16"-160"0"0,0 0 0 0 0,1 0-1 0 0,0 1 1 0 0,0 0 0 0 0,24-16 2328 0 0,1 7 688 0 0,-31 16-3280 0 0,-1 0 0 0 0,0 1 0 0 0,0-1 0 0 0,0 1 0 0 0,1-1 0 0 0,-1 1 0 0 0,0-1 0 0 0,1 1 0 0 0,-1 0-1 0 0,0 0 1 0 0,0 0 0 0 0,1 0 0 0 0,-1 0 0 0 0,0 0 0 0 0,1 0 0 0 0,-1 0 0 0 0,0 0 0 0 0,1 1 0 0 0,1 0 0 0 0,-3 0 0 0 0,0 0-1 0 0,1 0 1 0 0,-1 0 0 0 0,0 0-1 0 0,0 0 1 0 0,0 0 0 0 0,-1 0-1 0 0,1 0 1 0 0,0 0 0 0 0,0 0-1 0 0,0 0 1 0 0,-1 0 0 0 0,1 0-1 0 0,-1 0 1 0 0,1 0 0 0 0,0 0-1 0 0,-1-1 1 0 0,0 1 0 0 0,1 0-1 0 0,-1 0 1 0 0,0 0 0 0 0,1-1-1 0 0,-1 1 1 0 0,-1 1 0 0 0,1 0 18 0 0,-39 46 205 0 0,-84 80 1 0 0,65-71-433 0 0,-70 66-29 0 0,-205 148 0 0 0,312-254 231 0 0,-96 73-136 0 0,96-71 175 0 0,2 0-1 0 0,0 1 1 0 0,-20 26-1 0 0,35-38 129 0 0,7-5-84 0 0,14-10-84 0 0,22-19-113 0 0,433-330 179 0 0,10-8 535 0 0,-119 97-321 0 0,159-112-148 0 0,-82 122 72 0 0,-432 253-203 0 0,-2 1-7 0 0,0 1 1 0 0,0-1-1 0 0,-1 1 1 0 0,1 0-1 0 0,9-2 1 0 0,-14 4-2 0 0,1 0 1 0 0,-1 0-1 0 0,0 0 0 0 0,1 0 1 0 0,-1 1-1 0 0,0-1 0 0 0,0 0 1 0 0,1 0-1 0 0,-1 0 0 0 0,0 0 1 0 0,1 0-1 0 0,-1 0 1 0 0,0 0-1 0 0,0 1 0 0 0,1-1 1 0 0,-1 0-1 0 0,0 0 0 0 0,0 0 1 0 0,0 1-1 0 0,1-1 0 0 0,-1 0 1 0 0,0 0-1 0 0,0 1 1 0 0,0-1-1 0 0,0 0 0 0 0,1 0 1 0 0,-1 1-1 0 0,0-1 0 0 0,0 0 1 0 0,0 0-1 0 0,0 1 0 0 0,0-1 1 0 0,0 0-1 0 0,0 1 1 0 0,0-1-1 0 0,0 0 0 0 0,0 0 1 0 0,0 1-1 0 0,0-1 0 0 0,0 0 1 0 0,0 1-1 0 0,0-1 0 0 0,0 0 1 0 0,0 0-1 0 0,0 1 0 0 0,0-1 1 0 0,-1 0-1 0 0,1 1 1 0 0,0-1-1 0 0,0 0 0 0 0,0 0 1 0 0,0 1-1 0 0,-1-1 0 0 0,1 0 1 0 0,0 0-1 0 0,0 0 0 0 0,0 1 1 0 0,-1-1-1 0 0,-11 20-220 0 0,-41 42-231 0 0,-116 103 0 0 0,98-99 332 0 0,-73 71 171 0 0,-338 308 379 0 0,255-246-350 0 0,-119 102 265 0 0,-142 168 1005 0 0,447-428-1302 0 0,22-23 52 0 0,1 1 1 0 0,1 0-1 0 0,0 1 1 0 0,-21 35-1 0 0,37-54-79 0 0,1 0-1 0 0,-1 0 0 0 0,0 0 0 0 0,1 0 0 0 0,-1 0 0 0 0,1 1 1 0 0,-1-1-1 0 0,1 0 0 0 0,0 0 0 0 0,-1 1 0 0 0,1-1 0 0 0,0 0 0 0 0,0 0 1 0 0,0 1-1 0 0,0-1 0 0 0,0 0 0 0 0,0 1 0 0 0,0-1 0 0 0,1 0 1 0 0,-1 2-1 0 0,1-3-20 0 0,-1 1 1 0 0,1 0 0 0 0,0-1-1 0 0,-1 1 1 0 0,1-1-1 0 0,0 1 1 0 0,-1-1 0 0 0,1 1-1 0 0,0-1 1 0 0,0 0-1 0 0,0 1 1 0 0,-1-1 0 0 0,1 0-1 0 0,0 1 1 0 0,0-1-1 0 0,0 0 1 0 0,0 0 0 0 0,-1 0-1 0 0,1 0 1 0 0,0 0-1 0 0,2 0 1 0 0,5-1-80 0 0,0 0-1 0 0,1-1 1 0 0,-1 0 0 0 0,13-5-1 0 0,24-10-89 0 0,-2-2-1 0 0,-1-2 0 0 0,41-27 1 0 0,116-89 51 0 0,-112 75 380 0 0,842-572 2491 0 0,-651 447-2406 0 0,531-336-331 0 0,-807 521-11 0 0,295-171 0 0 0,-289 169-6 0 0,25-12 18 0 0,-31 15-17 0 0,-1 0 1 0 0,0 1-1 0 0,1-1 0 0 0,-1 1 1 0 0,1-1-1 0 0,-1 1 0 0 0,1 0 1 0 0,-1 0-1 0 0,1-1 1 0 0,-1 1-1 0 0,1 0 0 0 0,-1 0 1 0 0,1 1-1 0 0,-1-1 0 0 0,1 0 1 0 0,-1 0-1 0 0,4 2 1 0 0,-5-2-4 0 0,0 1 0 0 0,0 0 0 0 0,0 0 0 0 0,0-1 1 0 0,0 1-1 0 0,0 0 0 0 0,0-1 0 0 0,0 1 0 0 0,0 0 1 0 0,0 0-1 0 0,0-1 0 0 0,-1 1 0 0 0,1 0 0 0 0,0-1 1 0 0,-1 1-1 0 0,1 0 0 0 0,0-1 0 0 0,-1 1 1 0 0,1 0-1 0 0,0-1 0 0 0,-1 1 0 0 0,1-1 0 0 0,-1 1 1 0 0,1-1-1 0 0,-1 1 0 0 0,-1 0 0 0 0,-18 20-364 0 0,18-18 281 0 0,-815 752-2143 0 0,590-552 1818 0 0,-60 52 318 0 0,-281 256 718 0 0,34 31 611 0 0,495-499-1171 0 0,3 1 0 0 0,-60 94 0 0 0,94-136-87 0 0,1 1 1 0 0,0-1-1 0 0,-1 1 1 0 0,1 0-1 0 0,0-1 1 0 0,0 1-1 0 0,1 0 1 0 0,-1-1-1 0 0,0 1 1 0 0,1 0-1 0 0,0 0 0 0 0,0 3 1 0 0,0-6 5 0 0,0 1-1 0 0,0-1 1 0 0,0 0-1 0 0,0 1 1 0 0,0-1-1 0 0,1 1 1 0 0,-1-1 0 0 0,0 0-1 0 0,0 1 1 0 0,1-1-1 0 0,-1 1 1 0 0,0-1-1 0 0,0 0 1 0 0,1 1 0 0 0,-1-1-1 0 0,0 0 1 0 0,1 0-1 0 0,-1 1 1 0 0,0-1 0 0 0,1 0-1 0 0,-1 0 1 0 0,1 1-1 0 0,-1-1 1 0 0,1 0-1 0 0,-1 0 1 0 0,1 0 0 0 0,21-4-687 0 0,11-11 175 0 0,-1-1 1 0 0,0-2 0 0 0,42-32 0 0 0,-14 9 257 0 0,512-373 138 0 0,-285 199 705 0 0,1497-967 1407 0 0,-1498 1026-1301 0 0,-218 123-162 0 0,1 3-1 0 0,94-27 1 0 0,-157 55-460 0 0,0 1 1 0 0,0-1-1 0 0,0 1 1 0 0,0 0 0 0 0,12 1-1 0 0,-17 0-45 0 0,-1 0-1 0 0,1 0 0 0 0,-1 0 1 0 0,1 0-1 0 0,0 0 0 0 0,-1 0 1 0 0,1 0-1 0 0,-1 0 0 0 0,1 1 1 0 0,-1-1-1 0 0,1 0 0 0 0,-1 1 1 0 0,1-1-1 0 0,-1 0 1 0 0,1 0-1 0 0,-1 1 0 0 0,0-1 1 0 0,1 1-1 0 0,-1-1 0 0 0,1 1 1 0 0,-1-1-1 0 0,0 0 0 0 0,1 1 1 0 0,-1-1-1 0 0,1 2 1 0 0,-1-1-1 0 0,0 1 1 0 0,0-1-1 0 0,0 1 1 0 0,-1-1 0 0 0,1 1-1 0 0,0-1 1 0 0,0 1 0 0 0,-1-1-1 0 0,1 0 1 0 0,-1 1-1 0 0,1-1 1 0 0,-1 0 0 0 0,0 1-1 0 0,1-1 1 0 0,-2 1 0 0 0,-9 16-56 0 0,-1-2 1 0 0,0 0-1 0 0,-2 0 1 0 0,-15 14 0 0 0,-67 55-163 0 0,53-48 146 0 0,-215 191-119 0 0,-151 129 151 0 0,145-135 166 0 0,-196 159 10 0 0,336-283-146 0 0,-783 642-506 0 0,804-649 266 0 0,3 5 1 0 0,-124 154 0 0 0,218-242 211 0 0,0 0-43 0 0,-1 0 0 0 0,1 0 1 0 0,1 1-1 0 0,0 0 0 0 0,-7 14 0 0 0,12-22 63 0 0,0-1 0 0 0,-1 1 0 0 0,1-1-1 0 0,0 1 1 0 0,0 0 0 0 0,0-1 0 0 0,-1 1-1 0 0,1-1 1 0 0,0 1 0 0 0,0 0-1 0 0,0-1 1 0 0,0 1 0 0 0,0-1 0 0 0,0 1-1 0 0,0 0 1 0 0,0-1 0 0 0,0 1 0 0 0,0-1-1 0 0,1 1 1 0 0,-1 0 0 0 0,0-1 0 0 0,0 1-1 0 0,1-1 1 0 0,-1 1 0 0 0,0-1-1 0 0,1 1 1 0 0,-1-1 0 0 0,0 1 0 0 0,1-1-1 0 0,-1 1 1 0 0,1-1 0 0 0,-1 1 0 0 0,0-1-1 0 0,1 0 1 0 0,-1 1 0 0 0,1-1-1 0 0,0 0 1 0 0,-1 1 0 0 0,1-1 0 0 0,-1 0-1 0 0,1 0 1 0 0,-1 1 0 0 0,1-1 0 0 0,0 0-1 0 0,-1 0 1 0 0,1 0 0 0 0,-1 0 0 0 0,1 0-1 0 0,0 0 1 0 0,35-5-913 0 0,5-11 236 0 0,0-2 1 0 0,-1-2-1 0 0,-1-1 0 0 0,44-32 0 0 0,-25 17 552 0 0,553-359 411 0 0,68-37 2194 0 0,-350 228-1335 0 0,836-517 1984 0 0,-698 463-2227 0 0,-304 171-654 0 0,-131 69-228 0 0,-16 9-9 0 0,0 0 1 0 0,0 1-1 0 0,1 1 1 0 0,32-11-1 0 0,-36 19 0 0 0,-11 7 0 0 0,-15 14 0 0 0,-30 27-262 0 0,-86 76 0 0 0,-64 33-143 0 0,91-77 457 0 0,-373 325 321 0 0,-81 76-285 0 0,449-383-79 0 0,-452 437 137 0 0,547-524-144 0 0,-426 482 9 0 0,411-458-4 0 0,-179 243-630 0 0,204-275 621 0 0,-4 4-98 0 0,1-1 0 0 0,1 1 0 0 0,-1 1 0 0 0,-3 8 0 0 0,8-16 66 0 0,-1 0 1 0 0,1 0-1 0 0,0 0 1 0 0,0 0-1 0 0,-1 0 1 0 0,1 0 0 0 0,0 0-1 0 0,0 0 1 0 0,0 0-1 0 0,0 0 1 0 0,0 0-1 0 0,0 1 1 0 0,1-1-1 0 0,-1 0 1 0 0,0 0-1 0 0,0 0 1 0 0,1 0 0 0 0,0 1-1 0 0,0-1-9 0 0,-1-1 0 0 0,1 1 1 0 0,0 0-1 0 0,0-1 0 0 0,0 1 0 0 0,0 0 0 0 0,0-1 0 0 0,0 1 0 0 0,0-1 1 0 0,0 0-1 0 0,0 1 0 0 0,0-1 0 0 0,0 0 0 0 0,0 0 0 0 0,0 0 1 0 0,1 1-1 0 0,-1-1 0 0 0,0 0 0 0 0,0-1 0 0 0,0 1 0 0 0,2 0 0 0 0,14-3-120 0 0,-1 0 0 0 0,1 0-1 0 0,-1-2 1 0 0,0 0 0 0 0,0-1-1 0 0,14-7 1 0 0,95-55-131 0 0,-114 61 244 0 0,545-380 1178 0 0,-348 231-606 0 0,288-215 343 0 0,41-30-396 0 0,-484 362-466 0 0,616-435-11 0 0,23 43 186 0 0,-615 389 31 0 0,1 4 0 0 0,104-34 0 0 0,-177 70-121 0 0,0 0 0 0 0,0 1 0 0 0,0 0-1 0 0,1 0 1 0 0,-1 0 0 0 0,6 0 0 0 0,-10 1-79 0 0,-1 0 0 0 0,0 0 0 0 0,0 0-1 0 0,1 0 1 0 0,-1 0 0 0 0,0 0 0 0 0,1 0-1 0 0,-1 0 1 0 0,0 0 0 0 0,0 1 0 0 0,1-1-1 0 0,-1 0 1 0 0,0 0 0 0 0,0 0 0 0 0,1 0 0 0 0,-1 0-1 0 0,0 0 1 0 0,0 1 0 0 0,0-1 0 0 0,1 0-1 0 0,-1 0 1 0 0,0 0 0 0 0,0 1 0 0 0,0-1 0 0 0,1 0-1 0 0,-1 0 1 0 0,0 1 0 0 0,0-1 0 0 0,0 0-1 0 0,0 0 1 0 0,0 1 0 0 0,0-1 0 0 0,0 0 0 0 0,0 0-1 0 0,0 1 1 0 0,1-1 0 0 0,-1 0 0 0 0,0 0-1 0 0,0 1 1 0 0,-14 19-158 0 0,-233 197-1484 0 0,102-97 1234 0 0,-461 386-457 0 0,290-246 734 0 0,-937 731-492 0 0,641-516-28 0 0,-98 107-422 0 0,589-474 668 0 0,-187 216 0 0 0,308-323 388 0 0,-24 30-368 0 0,17-16-54 0 0,7-15 414 0 0,1 0-1 0 0,-1 0 1 0 0,0 1 0 0 0,0-1 0 0 0,0 0 0 0 0,0 0 0 0 0,0 0 0 0 0,0 1 0 0 0,1-1 0 0 0,-1 0 0 0 0,0 0 0 0 0,0 0 0 0 0,0 1 0 0 0,0-1-1 0 0,1 0 1 0 0,-1 0 0 0 0,0 0 0 0 0,0 0 0 0 0,0 0 0 0 0,1 0 0 0 0,-1 1 0 0 0,0-1 0 0 0,0 0 0 0 0,1 0 0 0 0,-1 0 0 0 0,0 0 0 0 0,0 0 0 0 0,1 0-1 0 0,-1 0 1 0 0,0 0 0 0 0,0 0 0 0 0,1 0 0 0 0,-1 0 0 0 0,0 0 0 0 0,0 0 0 0 0,1 0 0 0 0,-1 0 0 0 0,0-1 0 0 0,0 1 0 0 0,0 0 0 0 0,1 0-1 0 0,-1 0 1 0 0,0 0 0 0 0,0 0 0 0 0,1 0 0 0 0,-1-1 0 0 0,14-4-237 0 0,-1 0-1 0 0,0-1 0 0 0,0-1 1 0 0,0 0-1 0 0,14-11 1 0 0,61-52-591 0 0,-53 41 522 0 0,845-655 3511 0 0,-776 606-2694 0 0,623-447 2616 0 0,1040-628 424 0 0,-1604 1043-4202 0 0,-153 99 62 0 0,-29 21 371 0 0,-340 226-18 0 0,298-194 187 0 0,-1673 1229-605 0 0,1600-1170 611 0 0,-478 385-140 0 0,44 47 37 0 0,554-518 134 0 0,-39 45-432 0 0,49-55 398 0 0,0 0 0 0 0,1 0 0 0 0,0 1 0 0 0,0 0 1 0 0,0-1-1 0 0,1 1 0 0 0,-1 0 0 0 0,1 0 0 0 0,-1 10 1 0 0,3-15 34 0 0,-1 0 1 0 0,1-1 0 0 0,0 1 0 0 0,0 0 0 0 0,1 0 0 0 0,-1 0-1 0 0,0-1 1 0 0,0 1 0 0 0,0 0 0 0 0,0 0 0 0 0,1-1 0 0 0,-1 1-1 0 0,0 0 1 0 0,1 0 0 0 0,-1-1 0 0 0,1 1 0 0 0,-1 0 0 0 0,0-1-1 0 0,1 1 1 0 0,0-1 0 0 0,-1 1 0 0 0,1 0 0 0 0,-1-1 0 0 0,1 1 0 0 0,0-1-1 0 0,-1 0 1 0 0,1 1 0 0 0,0-1 0 0 0,-1 1 0 0 0,1-1 0 0 0,0 0-1 0 0,0 0 1 0 0,-1 1 0 0 0,1-1 0 0 0,0 0 0 0 0,0 0 0 0 0,0 0-1 0 0,-1 0 1 0 0,1 0 0 0 0,0 0 0 0 0,0 0 0 0 0,0 0 0 0 0,-1 0-1 0 0,1 0 1 0 0,0-1 0 0 0,1 1 0 0 0,41-11-1122 0 0,52-27-731 0 0,156-90 0 0 0,-223 113 1976 0 0,492-298 1628 0 0,-200 115-208 0 0,138-85 597 0 0,325-186 845 0 0,-244 167-1673 0 0,-41 48-469 0 0,-472 241-768 0 0,-12 6-37 0 0,-1 1-1 0 0,1 0 0 0 0,0 1 0 0 0,0 0 1 0 0,0 1-1 0 0,29-4 0 0 0,-42 8-11 0 0,0 0 0 0 0,-1 0 0 0 0,1 0-1 0 0,-1 0 1 0 0,1 0 0 0 0,0 0 0 0 0,-1 0 0 0 0,1 0-1 0 0,-1 0 1 0 0,1 0 0 0 0,0 0 0 0 0,-1 0-1 0 0,1 0 1 0 0,-1 1 0 0 0,1-1 0 0 0,-1 0 0 0 0,1 0-1 0 0,0 1 1 0 0,-1-1 0 0 0,1 0 0 0 0,-1 1 0 0 0,0-1-1 0 0,1 0 1 0 0,-1 1 0 0 0,1-1 0 0 0,-1 1 0 0 0,1-1-1 0 0,-1 1 1 0 0,0-1 0 0 0,1 1 0 0 0,-1 0-1 0 0,0 1-4 0 0,0-1 0 0 0,0 0 0 0 0,0 1-1 0 0,0-1 1 0 0,0 0 0 0 0,-1 1-1 0 0,1-1 1 0 0,0 0 0 0 0,-1 1 0 0 0,0-1-1 0 0,1 0 1 0 0,-1 0 0 0 0,-1 2-1 0 0,-31 40-184 0 0,30-40 172 0 0,-341 345-348 0 0,-24-19 427 0 0,155-143-38 0 0,-236 224-149 0 0,30 26-17 0 0,407-423 143 0 0,-79 100 0 0 0,80-99 0 0 0,2 1 0 0 0,0 0 0 0 0,1 0 0 0 0,0 1 0 0 0,-10 32 0 0 0,17-46-14 0 0,1 0 0 0 0,-1 1-1 0 0,1-1 1 0 0,-1 0 0 0 0,1 0 0 0 0,0 1 0 0 0,0-1-1 0 0,0 0 1 0 0,0 1 0 0 0,0-1 0 0 0,0 0-1 0 0,1 1 1 0 0,-1-1 0 0 0,1 0 0 0 0,-1 0 0 0 0,3 4-1 0 0,-2-5-15 0 0,-1 0 1 0 0,1 0-1 0 0,1 0 0 0 0,-1 0 0 0 0,0 0 0 0 0,0 0 0 0 0,0 0 0 0 0,1 0 0 0 0,-1 0 0 0 0,0 0 0 0 0,1 0 1 0 0,-1-1-1 0 0,1 1 0 0 0,-1-1 0 0 0,0 1 0 0 0,1-1 0 0 0,0 1 0 0 0,2-1 0 0 0,4 0-117 0 0,0 0 0 0 0,0 0 0 0 0,1-1 0 0 0,-1 0 0 0 0,0-1 0 0 0,0 1 0 0 0,14-6 0 0 0,35-15-1099 0 0,98-52 0 0 0,51-46-617 0 0,-164 95 1603 0 0,450-283 1231 0 0,76-45 1258 0 0,-300 189-1153 0 0,263-145 590 0 0,-508 297-1603 0 0,47-21 55 0 0,-64 31-54 0 0,-1 0 0 0 0,1 0 0 0 0,0 0 0 0 0,0 1 0 0 0,0 0 0 0 0,0 0 0 0 0,0 1 0 0 0,1-1-1 0 0,7 2 1 0 0,-13-1-48 0 0,-1 0 0 0 0,0 0-1 0 0,1 0 1 0 0,-1 0 0 0 0,1 0 0 0 0,-1 0-1 0 0,1 0 1 0 0,-1 0 0 0 0,1 1-1 0 0,-1-1 1 0 0,1 0 0 0 0,-1 0 0 0 0,0 0-1 0 0,1 1 1 0 0,-1-1 0 0 0,0 0-1 0 0,1 1 1 0 0,-1-1 0 0 0,0 0 0 0 0,1 1-1 0 0,-1-1 1 0 0,0 0 0 0 0,1 1-1 0 0,-1-1 1 0 0,0 1 0 0 0,0-1-1 0 0,0 1 1 0 0,1-1 0 0 0,-1 0 0 0 0,0 1-1 0 0,0 0 1 0 0,-5 17 209 0 0,-22 18-120 0 0,24-32-75 0 0,-324 331 309 0 0,-55-13-160 0 0,177-156-75 0 0,64-51-115 0 0,-123 107-81 0 0,184-149 61 0 0,-83 99-1 0 0,154-160 32 0 0,3-7 0 0 0,1 1 0 0 0,0 0 0 0 0,0 1 0 0 0,1-1 0 0 0,0 1 0 0 0,0 0 0 0 0,0 0 0 0 0,-3 9 0 0 0,7-15-7 0 0,0-1 1 0 0,0 1-1 0 0,-1-1 0 0 0,1 0 0 0 0,0 1 0 0 0,0-1 0 0 0,0 1 0 0 0,0-1 0 0 0,0 1 1 0 0,0-1-1 0 0,0 1 0 0 0,0-1 0 0 0,0 0 0 0 0,0 1 0 0 0,0-1 0 0 0,0 1 0 0 0,0-1 1 0 0,1 1-1 0 0,-1-1 0 0 0,0 1 0 0 0,0-1 0 0 0,0 0 0 0 0,1 1 0 0 0,-1-1 0 0 0,0 0 1 0 0,0 1-1 0 0,1-1 0 0 0,-1 1 0 0 0,0-1 0 0 0,1 0 0 0 0,-1 1 0 0 0,16-1-509 0 0,18-12-540 0 0,30-24 300 0 0,-2-3-1 0 0,65-52 1 0 0,-8 5 691 0 0,265-159 914 0 0,-245 159-630 0 0,105-59 8 0 0,-182 113-365 0 0,1 3-1 0 0,73-23 0 0 0,-130 50 139 0 0,57-14 131 0 0,-60 16-111 0 0,1-1 0 0 0,-1 1 0 0 0,0 0 0 0 0,1-1 0 0 0,-1 2-1 0 0,1-1 1 0 0,-1 0 0 0 0,0 1 0 0 0,0-1 0 0 0,1 1 0 0 0,-1 0 0 0 0,0 0 0 0 0,0 0 0 0 0,0 1 0 0 0,0-1-1 0 0,3 3 1 0 0,-5-3-20 0 0,1 0-1 0 0,-1 1 1 0 0,0-1-1 0 0,0 0 1 0 0,0 1-1 0 0,0-1 1 0 0,-1 1-1 0 0,1-1 1 0 0,0 1-1 0 0,0 0 1 0 0,-1-1-1 0 0,1 1 1 0 0,-1 0-1 0 0,0-1 1 0 0,1 1-1 0 0,-1 0 1 0 0,0-1-1 0 0,0 1 1 0 0,0 0-1 0 0,0 0 1 0 0,-1-1-1 0 0,1 1 1 0 0,-1 2-1 0 0,-14 41-22 0 0,14-41 38 0 0,-134 256 1998 0 0,92-185-756 0 0,-63 147 0 0 0,101-209-1212 0 0,0-1 0 0 0,2 2 0 0 0,-1-1 0 0 0,1 0 0 0 0,1 1 0 0 0,-1 23 0 0 0,3-34-68 0 0,1 1 0 0 0,-1-1 0 0 0,0 1 0 0 0,1-1 0 0 0,0 1-1 0 0,0-1 1 0 0,0 1 0 0 0,0-1 0 0 0,1 0 0 0 0,-1 0 0 0 0,1 0 0 0 0,0 1 0 0 0,0-2 0 0 0,0 1 0 0 0,0 0 0 0 0,0 0 0 0 0,1-1 0 0 0,-1 1-1 0 0,1-1 1 0 0,-1 0 0 0 0,1 1 0 0 0,0-1 0 0 0,0-1 0 0 0,0 1 0 0 0,0 0 0 0 0,1-1 0 0 0,-1 1 0 0 0,0-1 0 0 0,1 0 0 0 0,4 1 0 0 0,4 0-301 0 0,-1 0 1 0 0,0-1-1 0 0,1 0 1 0 0,-1-1-1 0 0,1 0 1 0 0,14-3-1 0 0,72-16-1071 0 0,-16 3 755 0 0,-61 13 356 0 0,1 1 0 0 0,0 0-1 0 0,-1 2 1 0 0,1 0 0 0 0,0 2 0 0 0,21 4-1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0.9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61 1 14747 0 0,'-27'6'648'0'0,"9"0"144"0"0,3 3-632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4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41 9218 0 0,'-2'-3'187'0'0,"0"0"-1"0"0,0 0 1 0 0,-1 0-1 0 0,1 1 1 0 0,-1-1-1 0 0,0 1 1 0 0,1-1-1 0 0,-1 1 1 0 0,0 0-1 0 0,0 0 1 0 0,-1 0-1 0 0,1 0 1 0 0,0 1-1 0 0,-1-1 1 0 0,1 1-1 0 0,-1 0 1 0 0,1 0 0 0 0,-1 0-1 0 0,1 1 1 0 0,-1-1-1 0 0,0 1 1 0 0,1 0-1 0 0,-1 0 1 0 0,0 0-1 0 0,1 0 1 0 0,-1 1-1 0 0,0-1 1 0 0,1 1-1 0 0,-1 0 1 0 0,1 0-1 0 0,-6 3 1 0 0,1 0 53 0 0,0-1 0 0 0,0 2 0 0 0,1-1 0 0 0,-1 1 0 0 0,1 0 0 0 0,0 0 0 0 0,1 1 0 0 0,-1 0 0 0 0,1 1 0 0 0,1-1 0 0 0,-1 1 0 0 0,-5 9 0 0 0,4-3-67 0 0,0 0 1 0 0,1 1-1 0 0,1 0 1 0 0,0-1 0 0 0,1 2-1 0 0,0-1 1 0 0,1 0-1 0 0,1 1 1 0 0,0 0 0 0 0,2-1-1 0 0,-1 1 1 0 0,2 16-1 0 0,1-12-13 0 0,1 1-1 0 0,1-1 1 0 0,0 0 0 0 0,2 0-1 0 0,0-1 1 0 0,1 1-1 0 0,1-1 1 0 0,18 31-1 0 0,-17-35-96 0 0,1 1 0 0 0,0-2 0 0 0,1 1 0 0 0,1-1 0 0 0,0-1 0 0 0,0 0 0 0 0,2-1 0 0 0,-1 0 0 0 0,1-1 0 0 0,16 8 0 0 0,-18-12-61 0 0,-1 0 0 0 0,1-2-1 0 0,0 1 1 0 0,1-1 0 0 0,-1-1 0 0 0,1 0-1 0 0,0-1 1 0 0,-1 0 0 0 0,1-1-1 0 0,0-1 1 0 0,0 0 0 0 0,0 0 0 0 0,0-1-1 0 0,15-4 1 0 0,-15 2-243 0 0,-1 0-1 0 0,1-2 1 0 0,-1 1 0 0 0,21-12-1 0 0,17-16-6593 0 0,-27 16 497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4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141 104 2673 0 0,'2'-1'244'0'0,"0"0"0"0"0,0 0 0 0 0,0-1 0 0 0,0 1 0 0 0,0 0 0 0 0,0-1 0 0 0,0 1 0 0 0,-1-1 0 0 0,1 0 0 0 0,0 1 0 0 0,-1-1 0 0 0,0 0 0 0 0,1 0 0 0 0,-1 0 0 0 0,0 0 0 0 0,0 0 0 0 0,0 0 0 0 0,0 0 0 0 0,-1-1 0 0 0,1 1 0 0 0,0 0 0 0 0,0-4 0 0 0,-1 3 165 0 0,1 1 0 0 0,-1 0 1 0 0,1 0-1 0 0,-1-1 0 0 0,0 1 0 0 0,0 0 0 0 0,0-1 0 0 0,0 1 1 0 0,0 0-1 0 0,-1-1 0 0 0,1 1 0 0 0,-1 0 0 0 0,1 0 0 0 0,-1-1 1 0 0,0 1-1 0 0,0 0 0 0 0,0 0 0 0 0,0 0 0 0 0,0 0 1 0 0,0 0-1 0 0,-1 0 0 0 0,1 1 0 0 0,-4-4 0 0 0,3 4-248 0 0,0 0-1 0 0,0 0 1 0 0,-1 1 0 0 0,1-1-1 0 0,0 1 1 0 0,0-1 0 0 0,-1 1-1 0 0,1 0 1 0 0,0 0 0 0 0,0 0-1 0 0,-1 0 1 0 0,1 1 0 0 0,0-1-1 0 0,-1 1 1 0 0,1-1 0 0 0,0 1-1 0 0,0 0 1 0 0,0-1-1 0 0,0 1 1 0 0,0 0 0 0 0,0 1-1 0 0,0-1 1 0 0,-3 3 0 0 0,-2 0-33 0 0,0 1 1 0 0,1 0-1 0 0,-1 1 1 0 0,2-1-1 0 0,-9 10 1 0 0,7-4-94 0 0,0 0 0 0 0,0 1 0 0 0,1-1 0 0 0,1 1 0 0 0,0 1 0 0 0,1-1 0 0 0,-4 15 0 0 0,6-17-35 0 0,0-1 0 0 0,0 1 0 0 0,1-1 0 0 0,0 1 1 0 0,1-1-1 0 0,0 1 0 0 0,0-1 0 0 0,1 1 0 0 0,0-1 0 0 0,5 16 0 0 0,-6-23-8 0 0,1 0 1 0 0,-1 0 0 0 0,1 0-1 0 0,0-1 1 0 0,0 1-1 0 0,0 0 1 0 0,0 0 0 0 0,0 0-1 0 0,1-1 1 0 0,-1 1-1 0 0,0 0 1 0 0,1-1 0 0 0,-1 1-1 0 0,1-1 1 0 0,0 0-1 0 0,-1 1 1 0 0,1-1-1 0 0,0 0 1 0 0,0 0 0 0 0,0 0-1 0 0,0 0 1 0 0,3 1-1 0 0,-1-2-43 0 0,-1 0-1 0 0,0 0 1 0 0,1 0-1 0 0,-1 0 1 0 0,0-1-1 0 0,0 1 1 0 0,0-1-1 0 0,1 0 1 0 0,-1 0-1 0 0,0 0 1 0 0,0 0-1 0 0,0 0 1 0 0,4-3-1 0 0,3-2-104 0 0,-1-1-1 0 0,1 1 1 0 0,-1-2-1 0 0,0 1 1 0 0,-1-2 0 0 0,0 1-1 0 0,10-13 1 0 0,19-38-121 0 0,-25 37 511 0 0,27-34 0 0 0,-39 55-218 0 0,1 0 0 0 0,0 0 0 0 0,0 0 1 0 0,-1 0-1 0 0,1 0 0 0 0,0 0 1 0 0,0 0-1 0 0,0 0 0 0 0,0 0 1 0 0,0 1-1 0 0,0-1 0 0 0,1 0 0 0 0,-1 0 1 0 0,0 1-1 0 0,0-1 0 0 0,0 1 1 0 0,1 0-1 0 0,-1-1 0 0 0,0 1 1 0 0,1 0-1 0 0,-1-1 0 0 0,0 1 0 0 0,1 0 1 0 0,-1 0-1 0 0,0 0 0 0 0,1 0 1 0 0,-1 1-1 0 0,0-1 0 0 0,1 0 1 0 0,-1 0-1 0 0,0 1 0 0 0,0-1 1 0 0,1 1-1 0 0,-1-1 0 0 0,0 1 0 0 0,0 0 1 0 0,0-1-1 0 0,0 1 0 0 0,0 0 1 0 0,0 0-1 0 0,0 0 0 0 0,0 0 1 0 0,0 0-1 0 0,0 0 0 0 0,0 0 0 0 0,0 0 1 0 0,-1 0-1 0 0,1 0 0 0 0,1 2 1 0 0,5 8 60 0 0,-1 1 1 0 0,0 0 0 0 0,-1 0 0 0 0,5 14 0 0 0,-6-14 42 0 0,2 3-224 0 0,20 44 471 0 0,-24-54-576 0 0,1-1 0 0 0,0 0 0 0 0,0 0 0 0 0,0 0 0 0 0,0-1 0 0 0,0 1 0 0 0,1-1-1 0 0,0 0 1 0 0,0 0 0 0 0,0 0 0 0 0,4 3 0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4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75 6913 0 0,'-2'-8'1357'0'0,"1"0"-1"0"0,1 0 0 0 0,-1 0 1 0 0,1 0-1 0 0,1 0 0 0 0,-1 0 1 0 0,8-11 2626 0 0,-8 19-3939 0 0,6 10 950 0 0,4 12-228 0 0,59 186 513 0 0,-5-14-1071 0 0,-2-8-1088 0 0,-53-155 163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4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0,'8'12'4454'0'0,"2"11"-2954"0"0,16 87 1995 0 0,-13-51-5461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5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6913 0 0,'5'2'305'0'0,"-1"-1"63"0"0,1 4-296 0 0,-4-1-72 0 0,1 1 0 0 0,-1-1 0 0 0,1 2 0 0 0,-1 5-112 0 0,4 7 24 0 0,-1 6 8 0 0,2 4-465 0 0,-1-1-87 0 0,-1 0-16 0 0,1-1-8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5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25 10138 0 0,'-9'-13'370'0'0,"-3"1"3345"0"0,12 12-3600 0 0,0 1 0 0 0,-1-1 0 0 0,1 0 0 0 0,-1 0 1 0 0,1 0-1 0 0,-1 0 0 0 0,1 1 0 0 0,0-1 0 0 0,-1 0 0 0 0,1 0 0 0 0,0 1 0 0 0,-1-1 1 0 0,1 0-1 0 0,0 1 0 0 0,-1-1 0 0 0,1 0 0 0 0,0 1 0 0 0,-1-1 0 0 0,1 0 0 0 0,0 1 1 0 0,0-1-1 0 0,0 1 0 0 0,0-1 0 0 0,-1 1 0 0 0,1-1 0 0 0,0 0 0 0 0,0 1 0 0 0,0-1 1 0 0,0 1-1 0 0,0-1 0 0 0,0 1 0 0 0,0-1 0 0 0,0 1 0 0 0,0-1 0 0 0,0 1 1 0 0,0-1-1 0 0,-3 21 667 0 0,1-1 0 0 0,1 1 0 0 0,1 21 0 0 0,2-7-614 0 0,2 0-1 0 0,12 52 1 0 0,-12-73-151 0 0,1 0 1 0 0,0 1-1 0 0,0-2 0 0 0,2 1 0 0 0,-1-1 1 0 0,2 0-1 0 0,0 0 0 0 0,0 0 0 0 0,1-1 0 0 0,1-1 1 0 0,17 17-1 0 0,-22-24 20 0 0,0 1-1 0 0,0-1 1 0 0,1 0 0 0 0,0-1 0 0 0,0 1-1 0 0,0-1 1 0 0,0 0 0 0 0,0 0-1 0 0,1-1 1 0 0,-1 0 0 0 0,1 0 0 0 0,0-1-1 0 0,-1 0 1 0 0,1 0 0 0 0,0 0-1 0 0,0-1 1 0 0,0 0 0 0 0,0 0 0 0 0,-1-1-1 0 0,1 0 1 0 0,0 0 0 0 0,0 0-1 0 0,-1-1 1 0 0,1 0 0 0 0,-1 0 0 0 0,1-1-1 0 0,7-4 1 0 0,-8 4-16 0 0,-1-1 1 0 0,1 0-1 0 0,-1 0 1 0 0,0 0-1 0 0,0-1 0 0 0,-1 0 1 0 0,1 1-1 0 0,-1-2 0 0 0,0 1 1 0 0,0 0-1 0 0,-1-1 1 0 0,0 0-1 0 0,4-8 0 0 0,-6 11-126 0 0,1 0-1 0 0,-1 0 1 0 0,0 0-1 0 0,0 0 1 0 0,-1 0-1 0 0,1 0 1 0 0,-1 0-1 0 0,0 0 1 0 0,1-1-1 0 0,-1 1 1 0 0,-1 0-1 0 0,1 0 1 0 0,0 0-1 0 0,-1 0 1 0 0,1-1-1 0 0,-1 1 1 0 0,0 0-1 0 0,0 0 1 0 0,-1 0-1 0 0,1 0 1 0 0,0 1-1 0 0,-1-1 1 0 0,0 0-1 0 0,0 1 1 0 0,1-1-1 0 0,-2 1 1 0 0,1-1-1 0 0,0 1 1 0 0,-3-3-1 0 0,-2-1-1461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6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0 127 10594 0 0,'16'-2'824'0'0,"0"1"0"0"0,0 0 0 0 0,0 1 0 0 0,0 1 0 0 0,0 1 0 0 0,0 0 0 0 0,18 5 0 0 0,-27-5-546 0 0,0 0-1 0 0,-1 0 1 0 0,1 0 0 0 0,-1 1-1 0 0,1 0 1 0 0,-1 0-1 0 0,0 1 1 0 0,0 0-1 0 0,-1 0 1 0 0,1 0-1 0 0,-1 1 1 0 0,0 0-1 0 0,0 0 1 0 0,0 0-1 0 0,-1 0 1 0 0,0 1-1 0 0,0 0 1 0 0,6 11-1 0 0,-10-11 255 0 0,-9-12-129 0 0,-9-17 157 0 0,15 16-540 0 0,0 0-1 0 0,1 0 0 0 0,-1 0 0 0 0,2-1 0 0 0,-1 1 0 0 0,1 0 1 0 0,0-1-1 0 0,1 0 0 0 0,0 1 0 0 0,0-1 0 0 0,0 1 0 0 0,1-1 1 0 0,0 1-1 0 0,1-1 0 0 0,0 1 0 0 0,0 0 0 0 0,0 0 0 0 0,4-8 0 0 0,-3 9-943 0 0,0 0-1 0 0,1 0 0 0 0,0 0 0 0 0,0 0 0 0 0,0 0 0 0 0,0 1 0 0 0,6-6 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6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13 6913 0 0,'-29'-12'222'0'0,"25"12"139"0"0,-1-1 1 0 0,1 1 0 0 0,-1 0-1 0 0,0 1 1 0 0,1-1 0 0 0,-1 1-1 0 0,1 0 1 0 0,-1 0 0 0 0,1 0-1 0 0,-1 1 1 0 0,1-1 0 0 0,0 1-1 0 0,-1 0 1 0 0,1 0-1 0 0,0 1 1 0 0,1-1 0 0 0,-1 1-1 0 0,0 0 1 0 0,-4 4 0 0 0,-5 6 216 0 0,1-1 0 0 0,0 2 1 0 0,-17 23-1 0 0,28-36-563 0 0,0 0 0 0 0,0 1 0 0 0,0-1 0 0 0,0 0 0 0 0,0 1 0 0 0,1-1 0 0 0,-1 1 0 0 0,0-1 0 0 0,1 1 1 0 0,-1-1-1 0 0,1 1 0 0 0,-1-1 0 0 0,1 1 0 0 0,0-1 0 0 0,0 1 0 0 0,0 0 0 0 0,0-1 0 0 0,0 1 0 0 0,0-1 0 0 0,0 1 0 0 0,0 0 0 0 0,1-1 0 0 0,-1 1 0 0 0,0-1 0 0 0,1 1 0 0 0,0 1 1 0 0,0-2-31 0 0,0-1 0 0 0,0 1 1 0 0,1 0-1 0 0,-1-1 1 0 0,0 1-1 0 0,0 0 1 0 0,0-1-1 0 0,1 0 1 0 0,-1 1-1 0 0,0-1 1 0 0,1 0-1 0 0,-1 0 0 0 0,0 1 1 0 0,0-1-1 0 0,1 0 1 0 0,-1 0-1 0 0,0-1 1 0 0,1 1-1 0 0,-1 0 1 0 0,0 0-1 0 0,1-1 1 0 0,-1 1-1 0 0,0 0 0 0 0,0-1 1 0 0,0 1-1 0 0,1-1 1 0 0,-1 0-1 0 0,0 1 1 0 0,0-1-1 0 0,0 0 1 0 0,0 0-1 0 0,1-1 1 0 0,6-4-184 0 0,-1 0 0 0 0,0 0 0 0 0,0-1 1 0 0,-1 0-1 0 0,0 0 0 0 0,0 0 1 0 0,0-1-1 0 0,5-11 0 0 0,24-30 174 0 0,-35 48 53 0 0,1 1 0 0 0,0-1-1 0 0,-1 0 1 0 0,1 0 0 0 0,0 1-1 0 0,0-1 1 0 0,-1 0-1 0 0,1 1 1 0 0,0-1 0 0 0,0 1-1 0 0,0-1 1 0 0,0 1-1 0 0,0 0 1 0 0,0-1 0 0 0,0 1-1 0 0,0 0 1 0 0,0-1-1 0 0,0 1 1 0 0,0 0 0 0 0,0 0-1 0 0,0 0 1 0 0,0 0-1 0 0,0 0 1 0 0,0 0 0 0 0,2 1-1 0 0,-1 0 52 0 0,0 0-1 0 0,0 0 0 0 0,0 0 1 0 0,0 0-1 0 0,0 0 0 0 0,0 1 1 0 0,0-1-1 0 0,-1 1 0 0 0,1-1 1 0 0,-1 1-1 0 0,3 2 0 0 0,4 7 413 0 0,-1 1 1 0 0,0-1-1 0 0,7 17 0 0 0,-10-20-156 0 0,2 4-108 0 0,0 0 1 0 0,1-1-1 0 0,1 0 0 0 0,0 0 0 0 0,0-1 0 0 0,12 11 0 0 0,-17-18-317 0 0,1 0 0 0 0,0 0 0 0 0,0 0 0 0 0,0-1 0 0 0,0 1 0 0 0,0-1 0 0 0,0 0 0 0 0,1 0 0 0 0,4 1 0 0 0,-5-2-192 0 0,-1-1 1 0 0,0 1-1 0 0,0-1 1 0 0,0 0-1 0 0,1 0 1 0 0,-1 0-1 0 0,0 0 1 0 0,0-1-1 0 0,1 1 1 0 0,-1-1 0 0 0,0 0-1 0 0,0 0 1 0 0,0 0-1 0 0,5-2 1 0 0,9-7-5423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90 2761 0 0,'-4'-37'458'0'0,"7"-15"13752"0"0,9 78-12330 0 0,1 13-1251 0 0,1-1 0 0 0,2-1 1 0 0,1 0-1 0 0,2-2 0 0 0,40 56 0 0 0,-24-43-590 0 0,48 82 1 0 0,-72-109-3394 0 0,15 41-1 0 0,-18-36-3713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6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12 226 8290 0 0,'-2'-2'97'0'0,"1"0"0"0"0,0 0 0 0 0,0-1 0 0 0,-1 1 0 0 0,1 0 0 0 0,1-1 0 0 0,-1 1 0 0 0,0-1 0 0 0,1 1 0 0 0,-1-1 0 0 0,1 1 0 0 0,0-1 0 0 0,0 1 0 0 0,0-1 0 0 0,0 0 0 0 0,0 1 0 0 0,0-1-1 0 0,1 1 1 0 0,0-1 0 0 0,-1 1 0 0 0,1-1 0 0 0,0 1 0 0 0,1-3 0 0 0,2-1 347 0 0,1 0-1 0 0,-1 0 0 0 0,1 1 0 0 0,-1 0 0 0 0,2 0 1 0 0,-1 0-1 0 0,10-6 0 0 0,4-3 859 0 0,1 1-1 0 0,26-12 1 0 0,-14 10-1177 0 0,0 2 0 0 0,47-14 0 0 0,-21 18-1628 0 0,-1 10-4236 0 0,-40 2 3332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7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10594 0 0,'0'-4'2780'0'0,"0"4"-2711"0"0,1 0 240 0 0,0 0 0 0 0,0 0 0 0 0,0 0-1 0 0,0 0 1 0 0,0 0 0 0 0,-1 0 0 0 0,1 0-1 0 0,0 0 1 0 0,0 1 0 0 0,0-1 0 0 0,0 0-1 0 0,0 1 1 0 0,0-1 0 0 0,0 0 0 0 0,0 1-1 0 0,0-1 1 0 0,0 1 0 0 0,0 0-1 0 0,4 4-30 0 0,0-1-1 0 0,0 1 0 0 0,0 0 0 0 0,-1 0 0 0 0,0 0 1 0 0,0 1-1 0 0,-1-1 0 0 0,1 1 0 0 0,2 6 0 0 0,20 61 824 0 0,-22-58-1244 0 0,0-1 1 0 0,1 0-1 0 0,0 0 0 0 0,2-1 0 0 0,-1 0 0 0 0,14 20 0 0 0,-11-23-906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51 200 10594 0 0,'-23'-93'1368'0'0,"-5"-14"4544"0"0,35 197-5873 0 0,6-22-180 0 0,-4-36 221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7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93 282 7370 0 0,'1'-11'185'0'0,"-2"-36"1091"0"0,1 46-1118 0 0,0 0 1 0 0,0-1-1 0 0,-1 1 1 0 0,1 0-1 0 0,0-1 1 0 0,-1 1-1 0 0,1 0 1 0 0,0-1-1 0 0,-1 1 1 0 0,0 0-1 0 0,1-1 1 0 0,-1 1-1 0 0,0 0 1 0 0,1 0-1 0 0,-1 0 1 0 0,0 0 0 0 0,0 0-1 0 0,0 0 1 0 0,0 0-1 0 0,0 0 1 0 0,0 0-1 0 0,0 0 1 0 0,0 1-1 0 0,-1-1 1 0 0,1 0-1 0 0,-2 0 1 0 0,2 1-2 0 0,0 0-1 0 0,0 0 1 0 0,-1 1 0 0 0,1-1-1 0 0,0 0 1 0 0,0 0 0 0 0,0 1 0 0 0,0-1-1 0 0,-1 1 1 0 0,1-1 0 0 0,0 1-1 0 0,0-1 1 0 0,0 1 0 0 0,0 0 0 0 0,0-1-1 0 0,0 1 1 0 0,0 0 0 0 0,0 0-1 0 0,1 0 1 0 0,-1 0 0 0 0,0 0 0 0 0,0 0-1 0 0,1 0 1 0 0,-1 0 0 0 0,0 2-1 0 0,-16 33 1098 0 0,15-30-1013 0 0,-3 8-76 0 0,0 0 0 0 0,1 0 0 0 0,0 0 0 0 0,1 1 0 0 0,1-1 0 0 0,0 1 0 0 0,1-1 0 0 0,1 1 0 0 0,1 16 0 0 0,-1-26-169 0 0,1 0 1 0 0,0 0 0 0 0,0-1 0 0 0,0 1 0 0 0,1 0 0 0 0,-1-1-1 0 0,1 1 1 0 0,0-1 0 0 0,0 1 0 0 0,1-1 0 0 0,-1 0-1 0 0,1 0 1 0 0,0 0 0 0 0,0 0 0 0 0,0-1 0 0 0,1 1 0 0 0,-1-1-1 0 0,1 0 1 0 0,0 0 0 0 0,0 0 0 0 0,0 0 0 0 0,0-1-1 0 0,0 1 1 0 0,1-1 0 0 0,-1 0 0 0 0,1-1 0 0 0,0 1 0 0 0,-1-1-1 0 0,1 0 1 0 0,9 1 0 0 0,-10-1-14 0 0,1-1 0 0 0,-1 1-1 0 0,0-1 1 0 0,0 0 0 0 0,0 0 0 0 0,0 0 0 0 0,1-1 0 0 0,-1 0-1 0 0,0 0 1 0 0,0 0 0 0 0,0 0 0 0 0,0 0 0 0 0,0-1-1 0 0,-1 0 1 0 0,1 0 0 0 0,0 0 0 0 0,-1 0 0 0 0,1 0-1 0 0,2-3 1 0 0,-3 1-69 0 0,0 1 0 0 0,0 0 0 0 0,-1-1 1 0 0,0 0-1 0 0,0 1 0 0 0,0-1 0 0 0,0 0 0 0 0,-1 0 0 0 0,1 0 0 0 0,-1 0 0 0 0,0-1 0 0 0,0 1 0 0 0,-1 0 0 0 0,1 0 0 0 0,-1-1 0 0 0,0 1 0 0 0,0 0 0 0 0,-1-7 1 0 0,-12-64-577 0 0,9 61 650 0 0,1 1 0 0 0,1-1 1 0 0,0 0-1 0 0,0 0 0 0 0,2 0 0 0 0,0 0 0 0 0,3-26 0 0 0,-3 38 83 0 0,1 0-1 0 0,-1 0 0 0 0,1 0 1 0 0,0 0-1 0 0,0 0 0 0 0,0 0 0 0 0,0 1 1 0 0,0-1-1 0 0,0 0 0 0 0,0 0 1 0 0,1 1-1 0 0,-1-1 0 0 0,1 1 0 0 0,-1-1 1 0 0,1 1-1 0 0,0 0 0 0 0,-1-1 1 0 0,1 1-1 0 0,0 0 0 0 0,0 0 0 0 0,0 0 1 0 0,0 1-1 0 0,0-1 0 0 0,0 0 1 0 0,0 1-1 0 0,0-1 0 0 0,0 1 0 0 0,0 0 1 0 0,0-1-1 0 0,0 1 0 0 0,1 0 1 0 0,-1 1-1 0 0,0-1 0 0 0,0 0 1 0 0,0 0-1 0 0,0 1 0 0 0,2 0 0 0 0,11 3 95 0 0,0 0 0 0 0,-1 0 0 0 0,1 2 0 0 0,13 7 0 0 0,-17-8-38 0 0,16 6-67 0 0,45 23 48 0 0,-66-31-116 0 0,0 0-1 0 0,0 1 0 0 0,-1 0 1 0 0,1 1-1 0 0,-1-1 0 0 0,0 1 1 0 0,0 0-1 0 0,8 10 0 0 0,-13-13-68 0 0,1 0 1 0 0,0 1-1 0 0,-1-1 0 0 0,1 0 0 0 0,-1 0 0 0 0,0 0 0 0 0,1 1 1 0 0,-1-1-1 0 0,0 0 0 0 0,0 1 0 0 0,-1-1 0 0 0,1 0 0 0 0,0 0 1 0 0,-2 4-1 0 0,2-4-478 0 0,3-7 221 0 0,1-3 312 0 0,113-248 2455 0 0,-114 249-2287 0 0,0 0 1 0 0,1 0-1 0 0,0 0 0 0 0,1 1 1 0 0,-1 0-1 0 0,11-11 1 0 0,-14 16-119 0 0,0 0 1 0 0,0 0-1 0 0,0 0 0 0 0,0 1 1 0 0,1-1-1 0 0,-1 0 1 0 0,0 1-1 0 0,0-1 0 0 0,1 0 1 0 0,-1 1-1 0 0,0 0 1 0 0,1-1-1 0 0,-1 1 0 0 0,1 0 1 0 0,-1 0-1 0 0,0 0 1 0 0,1 0-1 0 0,1 0 0 0 0,-2 0-3 0 0,1 1-1 0 0,0 0 0 0 0,0-1 0 0 0,-1 1 0 0 0,1 0 1 0 0,-1 0-1 0 0,1 0 0 0 0,-1 0 0 0 0,1 0 0 0 0,-1 1 1 0 0,1-1-1 0 0,-1 0 0 0 0,0 1 0 0 0,0-1 0 0 0,0 1 1 0 0,0-1-1 0 0,2 3 0 0 0,8 17 89 0 0,0 1 0 0 0,-2 0 0 0 0,10 31 0 0 0,-10-24-86 0 0,19 38 1 0 0,2-17-756 0 0,-5-19-5335 0 0,-1-8-1368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8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3225 0 0,'6'-4'288'0'0,"-1"0"-288"0"0,-2 3 64 0 0,-2 1-64 0 0,4-2 0 0 0,-1-1 0 0 0,2 2-224 0 0,-3 1-64 0 0,0 4-24 0 0,-3 1 0 0 0,-3 4 240 0 0,-1-3 72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8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0,'21'38'7961'0'0,"14"55"-7022"0"0,-19-51-318 0 0,121 340 75 0 0,-134-368-547 0 0,-4-6-1500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8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1 367 1376 0 0,'0'-14'580'0'0,"0"0"-1"0"0,1 0 0 0 0,0 0 0 0 0,1 0 1 0 0,7-21-1 0 0,24-62 2205 0 0,-27 82-2248 0 0,0 0 0 0 0,2 1 0 0 0,0 0 0 0 0,0 1 0 0 0,1 0 0 0 0,1 0 0 0 0,18-19 0 0 0,-25 29-366 0 0,0 0-1 0 0,0 0 0 0 0,1 0 0 0 0,-1 0 0 0 0,1 0 0 0 0,0 1 1 0 0,0 0-1 0 0,0 0 0 0 0,0 0 0 0 0,0 0 0 0 0,0 0 1 0 0,0 1-1 0 0,1 0 0 0 0,-1 0 0 0 0,0 0 0 0 0,1 0 1 0 0,-1 1-1 0 0,1 0 0 0 0,-1 0 0 0 0,1 0 0 0 0,-1 0 0 0 0,1 1 1 0 0,-1-1-1 0 0,0 1 0 0 0,1 1 0 0 0,-1-1 0 0 0,0 0 1 0 0,0 1-1 0 0,1 0 0 0 0,-1 0 0 0 0,5 4 0 0 0,-5-4-31 0 0,-1 1-1 0 0,0-1 1 0 0,0 1-1 0 0,0 0 0 0 0,0 0 1 0 0,0 0-1 0 0,-1 0 1 0 0,1 0-1 0 0,-1 1 0 0 0,0-1 1 0 0,0 1-1 0 0,0 0 1 0 0,0-1-1 0 0,-1 1 0 0 0,1 0 1 0 0,0 5-1 0 0,-1-2-11 0 0,0 0 0 0 0,-1 0 0 0 0,0 0 0 0 0,0 0 0 0 0,0 0 0 0 0,-1 0 0 0 0,0-1 0 0 0,-3 14 0 0 0,-3 0-56 0 0,-1 0 1 0 0,0 0-1 0 0,-1-1 1 0 0,-1 0 0 0 0,-16 21-1 0 0,-55 69-2698 0 0,57-78-4124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9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0,'0'0'1863'0'0,"13"25"3269"0"0,16 59-3089 0 0,35 160 0 0 0,-18-58-5232 0 0,-38-157-4511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9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1024 0 0,'0'1'0'0'0,"-2"1"0"0"0,1-1 0 0 0,-1 1 64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19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24 5985 0 0,'-2'-2'485'0'0,"0"0"0"0"0,-1 0 0 0 0,1 0 0 0 0,-1 0 0 0 0,0 0 0 0 0,1 0 0 0 0,-1 1 0 0 0,0-1 0 0 0,0 1 0 0 0,0 0 0 0 0,0 0 0 0 0,0 0 0 0 0,0 0-1 0 0,0 0 1 0 0,0 1 0 0 0,0 0 0 0 0,-1-1 0 0 0,-4 1 0 0 0,3 1-117 0 0,1 0-1 0 0,-1 0 1 0 0,0 1-1 0 0,0-1 1 0 0,1 1-1 0 0,-1 0 1 0 0,1 0 0 0 0,0 0-1 0 0,-1 1 1 0 0,1-1-1 0 0,-4 5 1 0 0,-1 0-147 0 0,1 0 0 0 0,0 1 0 0 0,1 0 0 0 0,0 1 0 0 0,0-1 0 0 0,1 1 1 0 0,0 1-1 0 0,0-1 0 0 0,1 1 0 0 0,-5 14 0 0 0,7-16-188 0 0,0 1 1 0 0,1 0-1 0 0,0 0 0 0 0,1 0 1 0 0,0 0-1 0 0,0 0 0 0 0,1 0 1 0 0,0 1-1 0 0,1-1 0 0 0,0 0 1 0 0,0 0-1 0 0,5 15 0 0 0,-4-19-48 0 0,-1-1 0 0 0,1 0 0 0 0,1 0 0 0 0,-1 0 0 0 0,0 0 0 0 0,1 0 0 0 0,0 0 0 0 0,0-1 0 0 0,0 1 0 0 0,1-1 0 0 0,-1 0 0 0 0,1 0 0 0 0,-1 0 0 0 0,1 0-1 0 0,0-1 1 0 0,0 0 0 0 0,0 1 0 0 0,0-1 0 0 0,1-1 0 0 0,-1 1 0 0 0,1-1 0 0 0,-1 0 0 0 0,1 0 0 0 0,-1 0 0 0 0,1 0 0 0 0,7-1 0 0 0,-3 0 11 0 0,0 0 1 0 0,0 0-1 0 0,0-1 1 0 0,0-1-1 0 0,0 0 1 0 0,0 0-1 0 0,-1 0 1 0 0,1-1-1 0 0,-1-1 1 0 0,1 1-1 0 0,-1-2 1 0 0,0 1-1 0 0,-1-1 1 0 0,14-10-1 0 0,-17 12 18 0 0,-1 0-1 0 0,0 0 1 0 0,0 0-1 0 0,0 0 1 0 0,-1-1-1 0 0,1 1 1 0 0,-1-1-1 0 0,1 1 1 0 0,-1-1 0 0 0,-1 0-1 0 0,1 0 1 0 0,0 0-1 0 0,-1 0 1 0 0,0 0-1 0 0,0 0 1 0 0,0 0-1 0 0,0 0 1 0 0,-1-1 0 0 0,0 1-1 0 0,0 0 1 0 0,0-1-1 0 0,0 1 1 0 0,0 0-1 0 0,-1 0 1 0 0,0 0-1 0 0,0-1 1 0 0,0 1-1 0 0,-1 0 1 0 0,1 0 0 0 0,-1 0-1 0 0,0 1 1 0 0,0-1-1 0 0,-3-4 1 0 0,0 0-49 0 0,-1 1-1 0 0,1 0 1 0 0,-1 1 0 0 0,0 0-1 0 0,-1 0 1 0 0,1 0 0 0 0,-1 0-1 0 0,0 1 1 0 0,-1 0 0 0 0,-9-4 0 0 0,-3-1-1706 0 0,-1 2 0 0 0,-40-12 0 0 0,49 17 254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2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13827 0 0,'1'0'101'0'0,"-1"-1"0"0"0,1 1 1 0 0,-1-1-1 0 0,0 1 0 0 0,1-1 0 0 0,-1 1 1 0 0,1-1-1 0 0,-1 1 0 0 0,1-1 0 0 0,0 1 0 0 0,-1 0 1 0 0,1-1-1 0 0,-1 1 0 0 0,1 0 0 0 0,0 0 1 0 0,-1-1-1 0 0,1 1 0 0 0,0 0 0 0 0,-1 0 1 0 0,1 0-1 0 0,0 0 0 0 0,-1 0 0 0 0,1 0 0 0 0,0 0 1 0 0,-1 0-1 0 0,1 0 0 0 0,0 0 0 0 0,-1 0 1 0 0,1 0-1 0 0,0 0 0 0 0,0 1 0 0 0,14 20 2883 0 0,0 11-2020 0 0,-3 1 0 0 0,-1 0 0 0 0,14 68 0 0 0,-15-55-817 0 0,21 60 1 0 0,-22-84-296 0 0,2 1-1 0 0,0-1 1 0 0,0-1-1 0 0,24 31 1 0 0,11-2-3767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20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25 268 6913 0 0,'-1'0'85'0'0,"-1"-1"0"0"0,1 1-1 0 0,0-1 1 0 0,-1 1-1 0 0,1-1 1 0 0,0 0-1 0 0,0 1 1 0 0,0-1-1 0 0,-1 0 1 0 0,1 0-1 0 0,0 0 1 0 0,0 0-1 0 0,0 0 1 0 0,0 0-1 0 0,0 0 1 0 0,1 0-1 0 0,-1 0 1 0 0,0-1-1 0 0,0 1 1 0 0,1 0-1 0 0,-1 0 1 0 0,1-1-1 0 0,-1 1 1 0 0,1 0-1 0 0,-1-3 1 0 0,2 1 74 0 0,0 1 1 0 0,0 0 0 0 0,0-1-1 0 0,1 1 1 0 0,-1 0 0 0 0,1 0-1 0 0,-1 0 1 0 0,1 0-1 0 0,0 0 1 0 0,-1 1 0 0 0,1-1-1 0 0,0 0 1 0 0,0 1 0 0 0,4-3-1 0 0,22-14-219 0 0,1 2-1 0 0,1 1 1 0 0,0 1-1 0 0,48-15 1 0 0,9-4-2032 0 0,78-23 1676 0 0,-78 29 51 0 0,-96 31 1241 0 0,1 0 1 0 0,0 1 0 0 0,0-1-1 0 0,0 2 1 0 0,0-1-1 0 0,1 1 1 0 0,0 1-1 0 0,-12 13 1 0 0,15-16-668 0 0,0 0-1 0 0,0 1 1 0 0,0 0-1 0 0,1 0 1 0 0,0 0-1 0 0,0 0 1 0 0,0 0-1 0 0,1 0 1 0 0,0 1-1 0 0,0 0 1 0 0,0-1 0 0 0,0 1-1 0 0,1 0 1 0 0,0 0-1 0 0,1-1 1 0 0,-1 8-1 0 0,1-9-120 0 0,1 0-1 0 0,0 0 1 0 0,0 0 0 0 0,0 0-1 0 0,1 0 1 0 0,-1-1-1 0 0,1 1 1 0 0,0 0-1 0 0,0-1 1 0 0,0 1-1 0 0,1-1 1 0 0,-1 0 0 0 0,1 0-1 0 0,-1 1 1 0 0,1-2-1 0 0,0 1 1 0 0,1 0-1 0 0,3 2 1 0 0,6 3 99 0 0,1 0-1 0 0,-1-2 1 0 0,26 10 0 0 0,-27-12 94 0 0,1 1 1 0 0,-1 0-1 0 0,0 1 1 0 0,12 8-1 0 0,-23-13-287 0 0,0 0-1 0 0,-1 0 1 0 0,1 0-1 0 0,0 0 1 0 0,0 0-1 0 0,-1 0 1 0 0,1 0-1 0 0,0 0 1 0 0,-1 0-1 0 0,1 0 1 0 0,-1 0-1 0 0,0 1 1 0 0,1-1-1 0 0,-1 0 1 0 0,0 0-1 0 0,1 0 1 0 0,-1 1-1 0 0,0-1 1 0 0,0 0-1 0 0,0 0 1 0 0,0 1-1 0 0,-1-1 1 0 0,1 0-1 0 0,0 0 1 0 0,0 0-1 0 0,-1 1 1 0 0,1-1-1 0 0,0 0 1 0 0,-1 0-1 0 0,1 0 1 0 0,-1 0-1 0 0,0 0 1 0 0,1 0-1 0 0,-1 0 1 0 0,-1 1-1 0 0,-31 36-1775 0 0,32-37 1597 0 0,-18 16-7465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20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0,'6'3'1272'0'0,"-2"0"-1016"0"0,-1 0-256 0 0,-1-1 0 0 0,-2-1 0 0 0,0 2 64 0 0,1 2-64 0 0,2 2 0 0 0,-3 4 0 0 0,-1-7 72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84 656 0 0,'2'17'17668'0'0,"12"-17"-17660"0"0,3-3 660 0 0,-1-2 0 0 0,0 0 0 0 0,0 0 0 0 0,-1-2 0 0 0,0 0 0 0 0,0 0 0 0 0,24-17 0 0 0,28-14-2677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9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1 130 14283 0 0,'2'0'119'0'0,"1"0"0"0"0,0 0 0 0 0,-1 0 0 0 0,1 0 0 0 0,0-1 0 0 0,-1 1 0 0 0,1-1 0 0 0,-1 0 0 0 0,1 0 0 0 0,-1 0 0 0 0,4-1 0 0 0,-5 1 75 0 0,24-10 1746 0 0,-1 0 0 0 0,43-29 1 0 0,-18 10-2812 0 0,1 5-5416 0 0,-41 21 4147 0 0,-4 3 1282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4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56 281 3225 0 0,'-7'-81'1906'0'0,"3"43"2387"0"0,-1 0-1 0 0,-21-72 1 0 0,18 96-2100 0 0,4 21-749 0 0,2 25-520 0 0,50 480-170 0 0,-15-184-488 0 0,-27-239-444 0 0,-4-46 190 0 0,1 1 1 0 0,2 0 0 0 0,2-1 0 0 0,23 76 0 0 0,-29-116-70 0 0,1 2-75 0 0,-1-1 1 0 0,1 0-1 0 0,0 1 1 0 0,0-1 0 0 0,0 0-1 0 0,1 0 1 0 0,-1 0-1 0 0,1-1 1 0 0,5 7 0 0 0,-4-9-745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5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1 377 9218 0 0,'1'-11'278'0'0,"0"1"0"0"0,1 0 0 0 0,0 0 0 0 0,1 0 0 0 0,0 1 0 0 0,1-1 0 0 0,8-16-1 0 0,0 6 588 0 0,1 0-1 0 0,19-23 1 0 0,-16 23-271 0 0,2 0-1 0 0,0 1 1 0 0,1 1-1 0 0,1 1 1 0 0,0 1-1 0 0,2 0 1 0 0,37-20-1 0 0,-48 30-433 0 0,0 1 0 0 0,1 0-1 0 0,0 1 1 0 0,0 0 0 0 0,0 0-1 0 0,0 2 1 0 0,1-1-1 0 0,-1 2 1 0 0,1 0 0 0 0,-1 0-1 0 0,1 1 1 0 0,0 1 0 0 0,-1 0-1 0 0,1 0 1 0 0,-1 1-1 0 0,1 1 1 0 0,22 8 0 0 0,-29-8-126 0 0,1-1 0 0 0,-1 1 0 0 0,-1 0 0 0 0,1 0 1 0 0,0 1-1 0 0,-1 0 0 0 0,0 0 0 0 0,0 0 1 0 0,0 1-1 0 0,0 0 0 0 0,-1 0 0 0 0,0 0 0 0 0,0 0 1 0 0,4 7-1 0 0,-5-5-36 0 0,0 0 1 0 0,0 1 0 0 0,-1-1 0 0 0,0 1-1 0 0,0-1 1 0 0,0 1 0 0 0,-1 0-1 0 0,-1-1 1 0 0,1 1 0 0 0,-1 0-1 0 0,-2 13 1 0 0,-2 9 52 0 0,-2-1 0 0 0,0-1 0 0 0,-2 1 0 0 0,-2-1 0 0 0,0 0 0 0 0,-2-1 0 0 0,-1-1 0 0 0,-23 36 0 0 0,-5 0 164 0 0,-3-2-1 0 0,-59 62 0 0 0,98-116-159 0 0,-32 32 248 0 0,34-36-242 0 0,1 0 0 0 0,-1 0 1 0 0,1 0-1 0 0,-1 0 0 0 0,0 0 0 0 0,0-1 0 0 0,0 1 0 0 0,0-1 0 0 0,0 0 0 0 0,0 0 0 0 0,0 0 0 0 0,0 0 0 0 0,-4 0 0 0 0,7-1-39 0 0,-1 0 0 0 0,1 0 0 0 0,0 0 0 0 0,0 0 0 0 0,-1 0 0 0 0,1 0 0 0 0,0 0 0 0 0,-1 0 0 0 0,1 0 0 0 0,0 0 0 0 0,0 0 0 0 0,-1 0 0 0 0,1 0 0 0 0,0 0 0 0 0,0 0 0 0 0,-1 0 0 0 0,1 0 0 0 0,0 0 0 0 0,-1 0 0 0 0,1-1 0 0 0,0 1 0 0 0,0 0 0 0 0,0 0 0 0 0,-1 0 0 0 0,1 0 0 0 0,0-1 0 0 0,0 1 0 0 0,0 0 0 0 0,-1 0 0 0 0,1 0 0 0 0,0-1-1 0 0,0 1 1 0 0,0 0 0 0 0,0 0 0 0 0,0-1 0 0 0,-1 1 0 0 0,1 0 0 0 0,0 0 0 0 0,0-1 0 0 0,7-10 411 0 0,15-8-318 0 0,-9 14-120 0 0,0 0 0 0 0,1 0 0 0 0,-1 1 0 0 0,1 1 0 0 0,0 0 0 0 0,0 1-1 0 0,1 1 1 0 0,-1 0 0 0 0,0 1 0 0 0,0 0 0 0 0,1 1 0 0 0,-1 1 0 0 0,0 0 0 0 0,0 1 0 0 0,27 9 0 0 0,-9 0-4 0 0,-1 2 1 0 0,0 0 0 0 0,-1 2 0 0 0,0 1 0 0 0,43 34 0 0 0,7 5-260 0 0,-44-34-7042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6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83 13907 0 0,'-24'-13'5285'0'0,"24"13"-5229"0"0,1 0 43 0 0,1 0-1 0 0,-1 0 1 0 0,0 0 0 0 0,0 0-1 0 0,0 1 1 0 0,1-1 0 0 0,-1 1-1 0 0,0-1 1 0 0,0 1 0 0 0,0-1-1 0 0,0 1 1 0 0,0-1 0 0 0,0 1-1 0 0,0 0 1 0 0,0 0 0 0 0,0-1-1 0 0,0 1 1 0 0,0 0 0 0 0,-1 0-1 0 0,1 0 1 0 0,1 2 0 0 0,16 22 335 0 0,-18-25-404 0 0,12 22 124 0 0,0 0-1 0 0,-2 1 0 0 0,-1 0 0 0 0,0 0 0 0 0,9 45 1 0 0,10 125 517 0 0,-27-182-762 0 0,0 0-1 0 0,-1 0 1 0 0,0 0-1 0 0,0 0 0 0 0,-3 13 1 0 0,11-95-543 0 0,2 10 634 0 0,3 1-1 0 0,3 0 0 0 0,3 1 0 0 0,45-100 0 0 0,-59 150 72 0 0,1 0-1 0 0,0 1 0 0 0,0-1 1 0 0,1 1-1 0 0,0 0 0 0 0,1 1 1 0 0,13-11-1 0 0,-19 16-47 0 0,1 0-1 0 0,-1 1 1 0 0,1-1 0 0 0,0 1-1 0 0,0-1 1 0 0,-1 1-1 0 0,1 0 1 0 0,0 0 0 0 0,0 0-1 0 0,0 1 1 0 0,0-1 0 0 0,0 1-1 0 0,5-1 1 0 0,-6 2-11 0 0,0-1 0 0 0,0 1 1 0 0,0-1-1 0 0,0 1 0 0 0,1 0 1 0 0,-1 0-1 0 0,0 0 0 0 0,-1 0 0 0 0,1 0 1 0 0,0 0-1 0 0,0 0 0 0 0,0 1 0 0 0,-1-1 1 0 0,1 1-1 0 0,0-1 0 0 0,-1 1 1 0 0,0 0-1 0 0,1-1 0 0 0,-1 1 0 0 0,0 0 1 0 0,1 2-1 0 0,10 21 28 0 0,-1 0-1 0 0,-1 0 1 0 0,-1 1 0 0 0,10 52 0 0 0,-14-53-9 0 0,1 0-1 0 0,2 0 1 0 0,0 0 0 0 0,1-1 0 0 0,24 44 0 0 0,-27-59-225 0 0,0-1 0 0 0,0 1 0 0 0,1-1 0 0 0,0 0 0 0 0,0 0 0 0 0,1-1 0 0 0,0 0 0 0 0,0 0 0 0 0,1-1 0 0 0,-1 0 0 0 0,13 6 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6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1 465 3681 0 0,'11'26'15796'0'0,"-10"-27"-15515"0"0,11-11-618 0 0,-1-2 823 0 0,-1 0 0 0 0,-1 0 0 0 0,0-1-1 0 0,-1-1 1 0 0,9-22 0 0 0,24-85-564 0 0,-36 107 217 0 0,2-5-125 0 0,-2 0 0 0 0,0 0 0 0 0,2-34-1 0 0,-6 51-13 0 0,-1-1 0 0 0,1 1-1 0 0,-1-1 1 0 0,-1 0-1 0 0,1 1 1 0 0,0-1-1 0 0,-1 1 1 0 0,0 0 0 0 0,0-1-1 0 0,0 1 1 0 0,-1 0-1 0 0,0-1 1 0 0,0 1-1 0 0,0 0 1 0 0,0 0 0 0 0,0 0-1 0 0,-1 1 1 0 0,1-1-1 0 0,-1 0 1 0 0,0 1-1 0 0,-1 0 1 0 0,1 0 0 0 0,-7-6-1 0 0,8 9-9 0 0,1-1 0 0 0,0 0 1 0 0,-1 0-1 0 0,1 1 0 0 0,-1-1 0 0 0,1 0 0 0 0,-1 1 0 0 0,0 0 0 0 0,1-1 0 0 0,-1 1 0 0 0,1 0 1 0 0,-1 0-1 0 0,0 0 0 0 0,1 0 0 0 0,-1 0 0 0 0,1 0 0 0 0,-1 0 0 0 0,0 0 0 0 0,1 1 1 0 0,-1-1-1 0 0,1 1 0 0 0,-1-1 0 0 0,-1 2 0 0 0,1-1-5 0 0,0 1-1 0 0,-1 0 1 0 0,1 0 0 0 0,0 0-1 0 0,0 0 1 0 0,0 0-1 0 0,0 1 1 0 0,1-1 0 0 0,-1 0-1 0 0,1 1 1 0 0,-3 5-1 0 0,0 2-16 0 0,0 1-1 0 0,1 0 1 0 0,0 0-1 0 0,1 0 0 0 0,-1 19 1 0 0,2-16 59 0 0,0 0 1 0 0,2 0 0 0 0,0 1-1 0 0,0-1 1 0 0,2 0 0 0 0,-1 0-1 0 0,2 0 1 0 0,8 21 0 0 0,-10-29-16 0 0,1 0 1 0 0,0 0 0 0 0,1 0 0 0 0,0 0-1 0 0,-1-1 1 0 0,2 1 0 0 0,-1-1-1 0 0,1 0 1 0 0,-1 0 0 0 0,2-1 0 0 0,-1 1-1 0 0,0-1 1 0 0,1-1 0 0 0,-1 1-1 0 0,1-1 1 0 0,0 0 0 0 0,1 0 0 0 0,-1 0-1 0 0,0-1 1 0 0,9 2 0 0 0,1-1-418 0 0,0-1 1 0 0,0 0 0 0 0,1-1 0 0 0,-1-1-1 0 0,0-1 1 0 0,20-3 0 0 0,-7 0-6672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7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3 7370 0 0,'0'-1'343'0'0,"-1"1"0"0"0,0 0 0 0 0,0-1 1 0 0,0 1-1 0 0,0 0 0 0 0,0 0 0 0 0,-1 0 0 0 0,1-1 1 0 0,0 1-1 0 0,0 0 0 0 0,0 0 0 0 0,0 1 1 0 0,0-1-1 0 0,0 0 0 0 0,0 0 0 0 0,0 0 1 0 0,0 1-1 0 0,0-1 0 0 0,0 0 0 0 0,0 1 1 0 0,0-1-1 0 0,0 1 0 0 0,-1 0 0 0 0,-1 2 107 0 0,1-1 0 0 0,-1 0 0 0 0,0 1-1 0 0,1 0 1 0 0,0-1 0 0 0,0 1 0 0 0,-3 4 0 0 0,-1 3 47 0 0,1 0 0 0 0,0 1 1 0 0,-6 18-1 0 0,1 8-158 0 0,2 0 0 0 0,-5 47 0 0 0,11-67-349 0 0,1-1 0 0 0,0 1-1 0 0,2 0 1 0 0,0 0 0 0 0,1 0 0 0 0,0-1-1 0 0,8 26 1 0 0,-9-38 3 0 0,1 0 0 0 0,-1 0 0 0 0,1 0-1 0 0,0-1 1 0 0,0 1 0 0 0,0 0 0 0 0,0-1 0 0 0,1 1 0 0 0,-1-1 0 0 0,1 0-1 0 0,0 0 1 0 0,0 0 0 0 0,0 0 0 0 0,1 0 0 0 0,-1-1 0 0 0,1 0-1 0 0,-1 1 1 0 0,1-1 0 0 0,0 0 0 0 0,0-1 0 0 0,0 1 0 0 0,0-1 0 0 0,4 2-1 0 0,-3-3-17 0 0,1 0 0 0 0,-1 1-1 0 0,0-2 1 0 0,0 1 0 0 0,0 0-1 0 0,0-1 1 0 0,0 0 0 0 0,0 0-1 0 0,0-1 1 0 0,0 1-1 0 0,0-1 1 0 0,0 0 0 0 0,-1-1-1 0 0,1 1 1 0 0,-1-1 0 0 0,1 0-1 0 0,-1 0 1 0 0,6-5 0 0 0,-3 2-76 0 0,0-1 1 0 0,0 0 0 0 0,-1 0 0 0 0,0-1 0 0 0,0 0 0 0 0,-1 0 0 0 0,0 0 0 0 0,0-1 0 0 0,7-16-1 0 0,-6 4 60 0 0,-1 1-1 0 0,0-1 0 0 0,2-30 0 0 0,-2 32 425 0 0,-5 19-369 0 0,0 0 0 0 0,0 0 0 0 0,0-1 0 0 0,0 1 0 0 0,0 0 0 0 0,0 0 0 0 0,1 0 0 0 0,-1 0 0 0 0,0 0 0 0 0,0-1 0 0 0,0 1 0 0 0,0 0 0 0 0,1 0 0 0 0,-1 0 0 0 0,0 0 0 0 0,0 0 0 0 0,0 0 0 0 0,1 0 0 0 0,-1 0 0 0 0,0 0 0 0 0,0 0 0 0 0,1 0 0 0 0,-1 0 0 0 0,0 0 0 0 0,0 0 0 0 0,0 0 0 0 0,1 0 0 0 0,-1 0 0 0 0,0 0 0 0 0,0 0 0 0 0,0 0 0 0 0,1 0 0 0 0,-1 0 0 0 0,0 0 0 0 0,0 0 0 0 0,0 0 0 0 0,1 1 0 0 0,18 23 682 0 0,-14-16-742 0 0,4 5 99 0 0,1-1 0 0 0,0 0 0 0 0,0 0 0 0 0,2-1 0 0 0,-1-1-1 0 0,1 0 1 0 0,1-1 0 0 0,-1 0 0 0 0,2 0 0 0 0,17 8 0 0 0,-23-14-48 0 0,-1 0 0 0 0,1-1 0 0 0,-1 1 0 0 0,1-1 0 0 0,0-1 0 0 0,0 1 0 0 0,0-1 0 0 0,0-1 1 0 0,14 0-1 0 0,-17-1 28 0 0,1 1 0 0 0,-1-2 1 0 0,1 1-1 0 0,-1-1 1 0 0,1 1-1 0 0,-1-2 1 0 0,0 1-1 0 0,0 0 1 0 0,0-1-1 0 0,0 0 1 0 0,0 0-1 0 0,-1-1 1 0 0,1 1-1 0 0,7-9 1 0 0,-9 8 6 0 0,0 0 0 0 0,1 0-1 0 0,-1 0 1 0 0,-1-1 0 0 0,1 0 0 0 0,-1 1 0 0 0,0-1 0 0 0,0 0 0 0 0,0 0 0 0 0,0 0 0 0 0,-1 0 0 0 0,1-8 0 0 0,-1 3-1 0 0,0 1 0 0 0,-1-1 0 0 0,-1 1 0 0 0,0-1 0 0 0,0 1 0 0 0,-3-13 0 0 0,-5-7-59 0 0,-1 0 1 0 0,-1 1 0 0 0,-18-33-1 0 0,19 43-1098 0 0,-1 0-4445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7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1 15291 0 0,'-3'1'441'0'0,"-1"0"1"0"0,1 1-1 0 0,-1-1 0 0 0,1 1 0 0 0,0-1 0 0 0,-1 1 0 0 0,1 0 0 0 0,0 1 0 0 0,0-1 0 0 0,0 0 1 0 0,1 1-1 0 0,-1 0 0 0 0,0 0 0 0 0,1-1 0 0 0,0 2 0 0 0,0-1 0 0 0,-3 6 0 0 0,-4 6-288 0 0,2 2-1 0 0,-9 26 0 0 0,5-11 228 0 0,5-16-813 0 0,-28 74 1339 0 0,17-29-8187 0 0,14-40-137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7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14283 0 0,'4'6'6532'0'0,"13"10"-5302"0"0,-9-7-583 0 0,3 5-386 0 0,-1 0 1 0 0,0 1-1 0 0,-1 0 1 0 0,-1 1-1 0 0,0 0 1 0 0,-1 0 0 0 0,9 34-1 0 0,20 129 24 0 0,-25-114-249 0 0,12 64-3042 0 0,-19-102-4994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7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10594 0 0,'19'-19'2225'0'0,"2"2"0"0"0,33-23 0 0 0,-11 13-1104 0 0,76-35 1 0 0,-117 62-1147 0 0,20-10-589 0 0,0 0 1 0 0,24-5-1 0 0,-15 9 420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8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12 339 5065 0 0,'16'-16'1452'0'0,"-1"0"1"0"0,-1-2-1 0 0,-1 0 0 0 0,21-37 1 0 0,-29 48-1149 0 0,-2 0 0 0 0,1-1 1 0 0,-1 0-1 0 0,0 1 0 0 0,-1-1 1 0 0,0 0-1 0 0,0 0 0 0 0,-1 0 0 0 0,0 0 1 0 0,0-1-1 0 0,-1 1 0 0 0,0 0 1 0 0,0 0-1 0 0,-1-1 0 0 0,0 1 0 0 0,-3-12 1 0 0,3 18-310 0 0,0-1 0 0 0,0 1 0 0 0,-1-1 0 0 0,1 1 0 0 0,0 0 0 0 0,-1-1 0 0 0,0 1 1 0 0,0 0-1 0 0,1 0 0 0 0,-1 0 0 0 0,-1 0 0 0 0,1 0 0 0 0,0 1 0 0 0,0-1 0 0 0,-1 0 0 0 0,1 1 0 0 0,0 0 0 0 0,-1 0 1 0 0,0 0-1 0 0,1 0 0 0 0,-1 0 0 0 0,1 0 0 0 0,-1 0 0 0 0,0 1 0 0 0,0 0 0 0 0,1-1 0 0 0,-1 1 0 0 0,0 0 1 0 0,0 0-1 0 0,0 1 0 0 0,1-1 0 0 0,-1 0 0 0 0,0 1 0 0 0,0 0 0 0 0,1 0 0 0 0,-1 0 0 0 0,1 0 0 0 0,-1 0 0 0 0,1 0 1 0 0,-1 1-1 0 0,1-1 0 0 0,0 1 0 0 0,-1-1 0 0 0,1 1 0 0 0,0 0 0 0 0,0 0 0 0 0,0 0 0 0 0,1 0 0 0 0,-1 0 1 0 0,0 1-1 0 0,1-1 0 0 0,-1 0 0 0 0,1 1 0 0 0,0-1 0 0 0,0 1 0 0 0,0 0 0 0 0,0-1 0 0 0,0 1 0 0 0,1 0 0 0 0,-1-1 1 0 0,1 7-1 0 0,0 1-42 0 0,0-1 0 0 0,1 1 0 0 0,0 0 0 0 0,1 0 0 0 0,0 0 0 0 0,1-1 0 0 0,0 1 0 0 0,1-1 0 0 0,-1 0 0 0 0,2 0 0 0 0,-1 0-1 0 0,1 0 1 0 0,1-1 0 0 0,0 0 0 0 0,0 0 0 0 0,0-1 0 0 0,1 1 0 0 0,12 9 0 0 0,-13-12 2 0 0,0 0 0 0 0,0 0 0 0 0,1-1 0 0 0,0 1 0 0 0,0-2 0 0 0,0 1-1 0 0,0-1 1 0 0,1 0 0 0 0,-1 0 0 0 0,1-1 0 0 0,-1 0 0 0 0,1-1 0 0 0,0 1 0 0 0,0-2-1 0 0,0 1 1 0 0,0-1 0 0 0,0 0 0 0 0,0-1 0 0 0,0 1 0 0 0,0-2 0 0 0,-1 1 0 0 0,1-1-1 0 0,10-4 1 0 0,-10 3 26 0 0,0-1 0 0 0,0 0 0 0 0,-1-1 0 0 0,1 1-1 0 0,-1-2 1 0 0,0 1 0 0 0,0-1 0 0 0,-1 0 0 0 0,0 0 0 0 0,0-1-1 0 0,0 1 1 0 0,5-10 0 0 0,-1-1 887 0 0,0-1 0 0 0,-2-1 1 0 0,0 0-1 0 0,6-21 0 0 0,-13 38-720 0 0,0 0 0 0 0,-1 0 0 0 0,1 1 0 0 0,0-1 0 0 0,0 0 0 0 0,0 0 0 0 0,0 1 1 0 0,0-1-1 0 0,0 1 0 0 0,3-3 0 0 0,-4 4-95 0 0,1-1 0 0 0,-1 1 1 0 0,1-1-1 0 0,-1 1 0 0 0,1 0 0 0 0,0-1 1 0 0,-1 1-1 0 0,1 0 0 0 0,0 0 0 0 0,-1 0 1 0 0,1 0-1 0 0,0-1 0 0 0,-1 1 1 0 0,1 0-1 0 0,0 0 0 0 0,-1 0 0 0 0,1 0 1 0 0,0 0-1 0 0,-1 1 0 0 0,2-1 0 0 0,2 2 17 0 0,0 0-1 0 0,0 0 0 0 0,0 0 1 0 0,-1 1-1 0 0,1-1 0 0 0,-1 1 0 0 0,5 5 1 0 0,-5-5-121 0 0,-2-2 44 0 0,14 13-344 0 0,0-1 1 0 0,0 0-1 0 0,1-1 0 0 0,21 12 1 0 0,-38-25 346 0 0,0-1-1 0 0,1 1 1 0 0,-1 0 0 0 0,0 0 0 0 0,0 0 0 0 0,1 0 0 0 0,-1-1-1 0 0,1 1 1 0 0,-1 0 0 0 0,1-1 0 0 0,-1 1 0 0 0,1 0-1 0 0,0-1 1 0 0,-1 1 0 0 0,1 0 0 0 0,0-1 0 0 0,0 1 0 0 0,0-1-1 0 0,0 1 1 0 0,1 0 0 0 0,-1-1 0 0 0,1-2 0 0 0,8-31 230 0 0,-8 32-205 0 0,0 0 0 0 0,0 1 0 0 0,0-1 0 0 0,0 1 0 0 0,1-1 0 0 0,-1 1-1 0 0,1 0 1 0 0,0-1 0 0 0,0 1 0 0 0,0 0 0 0 0,0 0 0 0 0,0 0 0 0 0,0 0 0 0 0,0 1-1 0 0,0-1 1 0 0,1 1 0 0 0,3-3 0 0 0,-3 4 11 0 0,-1-1-1 0 0,1 1 1 0 0,0 0 0 0 0,-1 0-1 0 0,1 0 1 0 0,-1 0-1 0 0,1 1 1 0 0,-1-1 0 0 0,1 1-1 0 0,-1-1 1 0 0,1 1 0 0 0,-1 0-1 0 0,1 0 1 0 0,-1 0-1 0 0,0 0 1 0 0,0 1 0 0 0,1-1-1 0 0,-1 0 1 0 0,2 3 0 0 0,16 10-382 0 0,0 1 1 0 0,-1 1-1 0 0,0 0 1 0 0,-2 2 0 0 0,27 32-1 0 0,-44-49 264 0 0,1 0 0 0 0,-1 0-1 0 0,1 0 1 0 0,0 0-1 0 0,-1 0 1 0 0,1 0 0 0 0,0 0-1 0 0,0-1 1 0 0,0 1 0 0 0,-1 0-1 0 0,1 0 1 0 0,0-1 0 0 0,0 1-1 0 0,0-1 1 0 0,0 1-1 0 0,0-1 1 0 0,1 1 0 0 0,-1-1-1 0 0,0 1 1 0 0,0-1 0 0 0,0 0-1 0 0,0 0 1 0 0,0 0 0 0 0,0 0-1 0 0,2 0 1 0 0,-1 0-9 0 0,-1-1 0 0 0,1 1 1 0 0,-1-1-1 0 0,1 0 0 0 0,-1 0 0 0 0,1 0 1 0 0,-1 0-1 0 0,1 0 0 0 0,-1 0 0 0 0,0 0 1 0 0,0-1-1 0 0,0 1 0 0 0,0 0 1 0 0,0-1-1 0 0,1-1 0 0 0,5-9-266 0 0,-1 0-1 0 0,0-1 1 0 0,6-18-1 0 0,-9 21 235 0 0,6-15 623 0 0,-5 13 75 0 0,0-1 1 0 0,1 1 0 0 0,0 0-1 0 0,1 0 1 0 0,0 1 0 0 0,1 0-1 0 0,13-17 1 0 0,-20 28-525 0 0,1-1 0 0 0,-1 0 1 0 0,1 0-1 0 0,-1 1 0 0 0,1-1 0 0 0,0 1 1 0 0,-1-1-1 0 0,1 0 0 0 0,0 1 0 0 0,0-1 1 0 0,0 1-1 0 0,-1 0 0 0 0,1-1 0 0 0,0 1 0 0 0,0 0 1 0 0,0-1-1 0 0,0 1 0 0 0,-1 0 0 0 0,1 0 1 0 0,0 0-1 0 0,0 0 0 0 0,0 0 0 0 0,0 0 1 0 0,0 0-1 0 0,0 0 0 0 0,0 0 0 0 0,0 0 1 0 0,-1 0-1 0 0,1 1 0 0 0,0-1 0 0 0,0 0 1 0 0,0 1-1 0 0,0-1 0 0 0,-1 1 0 0 0,1-1 1 0 0,0 0-1 0 0,0 1 0 0 0,-1 0 0 0 0,1-1 1 0 0,0 1-1 0 0,-1-1 0 0 0,1 1 0 0 0,0 0 1 0 0,-1 0-1 0 0,1-1 0 0 0,-1 1 0 0 0,0 0 1 0 0,1 0-1 0 0,0 1 0 0 0,3 7 96 0 0,0 0 0 0 0,0 0 0 0 0,4 19 0 0 0,-2-8 40 0 0,-6-19-221 0 0,22 43-85 0 0,-21-42-242 0 0,1 1-1 0 0,0-1 1 0 0,0 0-1 0 0,1 0 1 0 0,-1 1-1 0 0,0-1 1 0 0,1-1-1 0 0,3 3 0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8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9674 0 0,'21'25'8509'0'0,"-13"-15"-7368"0"0,2 4-470 0 0,0 1 0 0 0,-1 0 0 0 0,-1 1 0 0 0,-1 0 0 0 0,11 32 0 0 0,16 92-265 0 0,-7-26-404 0 0,-18-87-603 0 0,9 31 1437 0 0,-17-31-3032 0 0,-9-3-4034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8:59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59 492 3225 0 0,'-47'-190'3168'0'0,"42"158"-1311"0"0,1 0 0 0 0,1-1 0 0 0,3-61-1 0 0,1 90-1571 0 0,-1-1 0 0 0,1 0 0 0 0,-1 1 0 0 0,1-1 0 0 0,1 1 0 0 0,-1 0 0 0 0,0-1 0 0 0,1 1 0 0 0,0 0 0 0 0,0 0 0 0 0,1 0 0 0 0,-1 0 0 0 0,1 0 0 0 0,-1 0 0 0 0,1 1 0 0 0,0 0 0 0 0,1-1 0 0 0,-1 1-1 0 0,1 0 1 0 0,4-3 0 0 0,-1 2-55 0 0,0 1 0 0 0,1 0-1 0 0,0 0 1 0 0,0 0-1 0 0,0 1 1 0 0,0 0 0 0 0,0 1-1 0 0,0-1 1 0 0,0 2 0 0 0,11-1-1 0 0,-9 1-131 0 0,-1 0-1 0 0,1 1 0 0 0,-1 0 1 0 0,0 0-1 0 0,1 1 1 0 0,-1 0-1 0 0,0 1 0 0 0,0 0 1 0 0,0 0-1 0 0,-1 1 1 0 0,1 0-1 0 0,-1 1 1 0 0,0 0-1 0 0,13 9 0 0 0,-16-9-8 0 0,0 0-1 0 0,0 0 0 0 0,0 0 0 0 0,-1 1 0 0 0,0 0 0 0 0,0 0 0 0 0,0 0 0 0 0,-1 0 0 0 0,0 1 0 0 0,0-1 1 0 0,0 1-1 0 0,-1 0 0 0 0,0-1 0 0 0,-1 1 0 0 0,1 0 0 0 0,-1 0 0 0 0,-1 1 0 0 0,1-1 0 0 0,-1 0 0 0 0,-1 8 0 0 0,-1-1-64 0 0,0 0 0 0 0,-1 0 0 0 0,-1 0 0 0 0,0 0 0 0 0,-1-1 0 0 0,0 0 0 0 0,-1 0 0 0 0,-10 15 0 0 0,0-2 116 0 0,-1-1 0 0 0,-38 41 1 0 0,51-61-210 0 0,-1 0 0 0 0,0-1 0 0 0,0 1 1 0 0,0-1-1 0 0,0-1 0 0 0,-7 4 0 0 0,3-3-306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0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0,'1'4'862'0'0,"0"-1"-1"0"0,0 1 1 0 0,0 0 0 0 0,0-1 0 0 0,1 1-1 0 0,-1-1 1 0 0,1 1 0 0 0,0-1 0 0 0,0 1-1 0 0,3 2 1 0 0,10 22 1619 0 0,-8-4-1922 0 0,-1 1 1 0 0,-1-1-1 0 0,-1 1 1 0 0,1 49-1 0 0,-13 100-880 0 0,2-92-1184 0 0,5-58-6281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1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77 10594 0 0,'-2'-7'1172'0'0,"0"0"0"0"0,0 0 0 0 0,0 0 0 0 0,1 0 0 0 0,0-1 0 0 0,1 1 0 0 0,-1-1 0 0 0,2-6 0 0 0,-1 13-1027 0 0,3-2 981 0 0,4 9-686 0 0,6 10-189 0 0,2 6-165 0 0,-2 2 1 0 0,0 0-1 0 0,-2 0 1 0 0,13 41-1 0 0,20 107 263 0 0,-34-102-407 0 0,-4 1-1 0 0,-2 0 1 0 0,-7 87 0 0 0,0-21-1667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1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4 346 7370 0 0,'-1'-7'73'0'0,"0"0"274"0"0,1 1 0 0 0,-1-1-1 0 0,1 0 1 0 0,0 0-1 0 0,1 0 1 0 0,-1 1-1 0 0,1-1 1 0 0,1 0-1 0 0,-1 1 1 0 0,1-1-1 0 0,1 1 1 0 0,-1-1-1 0 0,1 1 1 0 0,5-9-1 0 0,12-13 1358 0 0,0 1-1 0 0,2 1 1 0 0,48-44-1 0 0,-61 61-1512 0 0,2 1 0 0 0,-1 0 0 0 0,1 1 0 0 0,0 0 0 0 0,1 0-1 0 0,0 2 1 0 0,0-1 0 0 0,0 1 0 0 0,0 1 0 0 0,1 0 0 0 0,0 1 0 0 0,-1 1 0 0 0,19-2-1 0 0,-26 3-184 0 0,-1 1 0 0 0,0 0 0 0 0,1 0 0 0 0,-1 1 0 0 0,1-1 0 0 0,-1 1 0 0 0,0 0 0 0 0,1 0 0 0 0,-1 1 0 0 0,0-1 0 0 0,0 1 0 0 0,0 0 0 0 0,0 0 0 0 0,0 0 0 0 0,0 0 0 0 0,-1 1 0 0 0,1 0 0 0 0,-1-1-1 0 0,1 1 1 0 0,-1 1 0 0 0,0-1 0 0 0,4 6 0 0 0,-4-4-41 0 0,-1 1 0 0 0,1-1 0 0 0,-1 1-1 0 0,0 0 1 0 0,0 0 0 0 0,0 0 0 0 0,-1 0-1 0 0,0 1 1 0 0,0-1 0 0 0,-1 0 0 0 0,0 0 0 0 0,0 1-1 0 0,0-1 1 0 0,-1 0 0 0 0,-2 10 0 0 0,-4 13-137 0 0,-1 0 0 0 0,-2 0 0 0 0,0 0 0 0 0,-21 35 0 0 0,-66 106 491 0 0,80-143-114 0 0,-19 26 198 0 0,23-35-43 0 0,0 1 0 0 0,2 0 0 0 0,-16 34 0 0 0,27-53-345 0 0,0 0-1 0 0,0 0 1 0 0,0 1 0 0 0,-1-1 0 0 0,1 0 0 0 0,0 0 0 0 0,0 0 0 0 0,0 1 0 0 0,0-1 0 0 0,0 0 0 0 0,0 0 0 0 0,0 1-1 0 0,0-1 1 0 0,0 0 0 0 0,0 0 0 0 0,0 0 0 0 0,0 1 0 0 0,0-1 0 0 0,0 0 0 0 0,0 0 0 0 0,1 1 0 0 0,-1-1 0 0 0,0 0-1 0 0,0 0 1 0 0,0 0 0 0 0,0 1 0 0 0,0-1 0 0 0,0 0 0 0 0,1 0 0 0 0,-1 0 0 0 0,0 1 0 0 0,0-1 0 0 0,0 0-1 0 0,0 0 1 0 0,1 0 0 0 0,-1 0 0 0 0,0 0 0 0 0,0 0 0 0 0,0 1 0 0 0,1-1 0 0 0,-1 0 0 0 0,0 0 0 0 0,0 0 0 0 0,1 0-1 0 0,-1 0 1 0 0,0 0 0 0 0,0 0 0 0 0,1 0 0 0 0,17-2 353 0 0,18-10-46 0 0,25-19-133 0 0,-39 19-152 0 0,1 1 0 0 0,0 1 1 0 0,32-10-1 0 0,-46 18-365 0 0,-1 0-1 0 0,1 1 0 0 0,0 0 0 0 0,0 0 1 0 0,0 1-1 0 0,0 0 0 0 0,0 1 1 0 0,0 0-1 0 0,-1 0 0 0 0,1 0 0 0 0,0 2 1 0 0,-1-1-1 0 0,13 5 0 0 0,3 5-7104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2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66 8290 0 0,'-1'-2'353'0'0,"0"1"1"0"0,-1 0-1 0 0,1 0 0 0 0,-1-1 1 0 0,1 1-1 0 0,-1 0 0 0 0,1 0 1 0 0,-1 0-1 0 0,0 0 1 0 0,1 1-1 0 0,-1-1 0 0 0,0 0 1 0 0,0 1-1 0 0,0-1 1 0 0,0 1-1 0 0,1 0 0 0 0,-1 0 1 0 0,-3-1-1 0 0,3 1 10 0 0,-1 0-1 0 0,1 0 1 0 0,-1 0 0 0 0,1 0 0 0 0,-1 0-1 0 0,1 0 1 0 0,-1 1 0 0 0,1-1-1 0 0,-1 1 1 0 0,1-1 0 0 0,0 1-1 0 0,-1 0 1 0 0,-3 2 0 0 0,4 0-234 0 0,0-1 0 0 0,1 0 1 0 0,-1 1-1 0 0,1-1 0 0 0,-1 1 0 0 0,1-1 1 0 0,0 1-1 0 0,0 0 0 0 0,0-1 1 0 0,0 1-1 0 0,1 0 0 0 0,-1 0 0 0 0,1 0 1 0 0,-1 4-1 0 0,1 47 104 0 0,0-43-117 0 0,2 17-105 0 0,0-1 1 0 0,2 0-1 0 0,13 46 0 0 0,-14-60-8 0 0,1 0 0 0 0,1-1 0 0 0,0 1 0 0 0,1-1 0 0 0,0 0 0 0 0,1 0 0 0 0,1-1 0 0 0,-1 0 0 0 0,16 16 0 0 0,-19-23 1 0 0,0-1 0 0 0,1 1 0 0 0,-1 0 0 0 0,1-1-1 0 0,0 0 1 0 0,0 0 0 0 0,0-1 0 0 0,0 1 0 0 0,1-1 0 0 0,-1 0 0 0 0,1-1 0 0 0,-1 1 0 0 0,1-1 0 0 0,0 0 0 0 0,11 0 0 0 0,-10-1 8 0 0,1-1 1 0 0,-1 0-1 0 0,1 0 1 0 0,-1-1-1 0 0,1 0 1 0 0,-1 0-1 0 0,0-1 1 0 0,0 0-1 0 0,0 0 1 0 0,0 0-1 0 0,6-6 1 0 0,-3 3 7 0 0,-1-1 1 0 0,0 0-1 0 0,0-1 1 0 0,-1 0-1 0 0,0 0 0 0 0,0-1 1 0 0,-1 0-1 0 0,0 0 1 0 0,-1-1-1 0 0,0 0 1 0 0,0 0-1 0 0,-1 0 1 0 0,0-1-1 0 0,-1 1 0 0 0,5-22 1 0 0,-8 22 71 0 0,0-1-1 0 0,-1 1 1 0 0,-1 0 0 0 0,1 0 0 0 0,-2-1-1 0 0,1 1 1 0 0,-1 0 0 0 0,-1 0 0 0 0,0 1-1 0 0,0-1 1 0 0,-1 0 0 0 0,0 1 0 0 0,-1 0-1 0 0,0 0 1 0 0,0 0 0 0 0,-1 1 0 0 0,0 0-1 0 0,-1 0 1 0 0,0 0 0 0 0,-14-12 0 0 0,10 10-66 0 0,0 1 0 0 0,-1 0 0 0 0,0 0 0 0 0,-1 1 0 0 0,1 1 0 0 0,-2 0 1 0 0,1 1-1 0 0,-1 0 0 0 0,0 1 0 0 0,0 1 0 0 0,0 0 0 0 0,-1 1 0 0 0,-28-3 0 0 0,35 6-293 0 0,0 0-1 0 0,0 1 0 0 0,0 0 1 0 0,0 0-1 0 0,0 1 0 0 0,0 0 1 0 0,0 1-1 0 0,1-1 0 0 0,-1 1 0 0 0,-9 6 1 0 0,-2 4-7807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3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1376 0 0,'2'-1'417'0'0,"0"-1"0"0"0,0 1-1 0 0,0 0 1 0 0,0 0-1 0 0,0 0 1 0 0,0 0 0 0 0,0 1-1 0 0,1-1 1 0 0,-1 0-1 0 0,0 1 1 0 0,1 0 0 0 0,-1-1-1 0 0,4 1 1 0 0,35 1 3551 0 0,-31 0-2950 0 0,30 4 2375 0 0,-29-3-2557 0 0,0-1-1 0 0,0 0 1 0 0,1 0-1 0 0,15-2 1 0 0,-16 0-894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5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53 235 5065 0 0,'-12'5'2092'0'0,"6"-2"-1221"0"0,0 0 0 0 0,1 0 1 0 0,-1 0-1 0 0,1 1 1 0 0,-7 5-1 0 0,12-9-720 0 0,0 1 0 0 0,1-1 0 0 0,-1 1 0 0 0,1-1-1 0 0,-1 1 1 0 0,0-1 0 0 0,1 0 0 0 0,-1 1 0 0 0,1-1 0 0 0,-1 0-1 0 0,1 1 1 0 0,-1-1 0 0 0,1 0 0 0 0,-1 0 0 0 0,1 1 0 0 0,0-1-1 0 0,-1 0 1 0 0,1 0 0 0 0,-1 0 0 0 0,1 0 0 0 0,0 0 0 0 0,-1 0-1 0 0,1 0 1 0 0,-1 0 0 0 0,2 0 0 0 0,18 3 938 0 0,6-2-499 0 0,-1-2 0 0 0,0 0 1 0 0,1-2-1 0 0,-1-1 0 0 0,0 0 0 0 0,-1-2 1 0 0,47-18-1 0 0,-6-4-739 0 0,95-56 1 0 0,-158 83 128 0 0,0 0 1 0 0,-1 1 0 0 0,1-1 0 0 0,0 0 0 0 0,-1 0 0 0 0,1 0-1 0 0,-1-1 1 0 0,1 1 0 0 0,-1 0 0 0 0,1 0 0 0 0,-1-1 0 0 0,0 1-1 0 0,0-1 1 0 0,0 1 0 0 0,0-1 0 0 0,0 0 0 0 0,0 1 0 0 0,0-1-1 0 0,-1 0 1 0 0,1 0 0 0 0,0 1 0 0 0,-1-1 0 0 0,1-4 0 0 0,-2 4-6 0 0,1-1 1 0 0,-1 1 0 0 0,0 0 0 0 0,0-1-1 0 0,0 1 1 0 0,-1 0 0 0 0,1 0 0 0 0,0 0-1 0 0,-1 0 1 0 0,0 0 0 0 0,1 0 0 0 0,-1 0 0 0 0,0 0-1 0 0,0 0 1 0 0,0 1 0 0 0,0-1 0 0 0,-3 0-1 0 0,-4-5-50 0 0,-2 1-1 0 0,1 1 0 0 0,0 0 0 0 0,-1 1 0 0 0,0 0 0 0 0,0 0 0 0 0,-1 1 0 0 0,1 1 1 0 0,-1-1-1 0 0,1 2 0 0 0,-1 0 0 0 0,0 0 0 0 0,1 1 0 0 0,-1 1 0 0 0,0 0 0 0 0,-16 4 1 0 0,14-3 186 0 0,0 2 0 0 0,0-1 0 0 0,0 2 0 0 0,1 0 0 0 0,0 1 0 0 0,0 0 0 0 0,1 1 0 0 0,-1 0 0 0 0,1 1 0 0 0,1 0 0 0 0,0 1 0 0 0,0 0 0 0 0,-11 13 0 0 0,14-13-69 0 0,1-1 1 0 0,0 1-1 0 0,0 1 1 0 0,1-1-1 0 0,1 1 1 0 0,-1 0-1 0 0,2 1 1 0 0,-1-1-1 0 0,2 1 1 0 0,-1 0-1 0 0,1 0 1 0 0,1 0-1 0 0,0 0 1 0 0,1 0-1 0 0,0 1 1 0 0,0-1-1 0 0,1 0 1 0 0,1 1-1 0 0,0-1 1 0 0,0 0-1 0 0,2 0 1 0 0,-1 0-1 0 0,1 0 1 0 0,0 0-1 0 0,1 0 1 0 0,1-1-1 0 0,0 1 1 0 0,0-1-1 0 0,1-1 1 0 0,0 1-1 0 0,9 10 1 0 0,-5-8 5 0 0,1-1 1 0 0,0-1 0 0 0,1 0-1 0 0,0 0 1 0 0,1-1 0 0 0,0-1-1 0 0,0 0 1 0 0,1 0 0 0 0,0-2-1 0 0,28 10 1 0 0,-26-10 29 0 0,1-2 1 0 0,0 0-1 0 0,0-1 1 0 0,0-1-1 0 0,0 0 1 0 0,0-1 0 0 0,0-1-1 0 0,0-1 1 0 0,29-4-1 0 0,-34 2-48 0 0,-1 0 0 0 0,0-1-1 0 0,0-1 1 0 0,0 1 0 0 0,0-2 0 0 0,0 1 0 0 0,-1-2-1 0 0,0 1 1 0 0,16-15 0 0 0,19-22-6803 0 0,-20 16-699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8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80 6913 0 0,'-3'-3'394'0'0,"1"-1"0"0"0,1 0 0 0 0,-1 0 0 0 0,0 0 0 0 0,1 0-1 0 0,-2-7 1 0 0,2-35 10686 0 0,36 177-8302 0 0,14 59-2688 0 0,-43-166-48 0 0,48 253 383 0 0,-53-274-624 0 0,-1-1 0 0 0,1 0 1 0 0,-1 1-1 0 0,0-1 0 0 0,0 1 0 0 0,0-1 0 0 0,0 1 0 0 0,0-1 0 0 0,-1 0 0 0 0,1 1 1 0 0,-1-1-1 0 0,0 1 0 0 0,1-1 0 0 0,-1 0 0 0 0,-2 5 0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8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10 124 1928 0 0,'-5'-26'3777'0'0,"4"25"-3540"0"0,1 0-1 0 0,-1 0 1 0 0,0-1-1 0 0,1 1 1 0 0,0 0-1 0 0,-1 0 1 0 0,1-1-1 0 0,0 1 1 0 0,0 0-1 0 0,-1-1 1 0 0,1 1-1 0 0,0 0 1 0 0,0-1-1 0 0,0 1 1 0 0,1 0-1 0 0,-1 0 1 0 0,0-1-1 0 0,0 1 0 0 0,1 0 1 0 0,-1-1-1 0 0,1 1 1 0 0,-1 0-1 0 0,1 0 1 0 0,0 0-1 0 0,-1 0 1 0 0,1-1-1 0 0,0 1 1 0 0,0 0-1 0 0,0 0 1 0 0,-1 0-1 0 0,1 1 1 0 0,0-1-1 0 0,0 0 1 0 0,1 0-1 0 0,-1 0 1 0 0,0 1-1 0 0,0-1 1 0 0,0 0-1 0 0,2 0 1 0 0,15-8 518 0 0,1 1 0 0 0,-1 1 0 0 0,1 0 0 0 0,0 1 0 0 0,1 1 0 0 0,0 1 0 0 0,36-2 0 0 0,-51 5-669 0 0,-1 1 1 0 0,1 1 0 0 0,0-1 0 0 0,0 1 0 0 0,0-1 0 0 0,0 1 0 0 0,-1 1 0 0 0,1-1 0 0 0,-1 1 0 0 0,1 0 0 0 0,5 3-1 0 0,-8-4-79 0 0,-1 0-1 0 0,1 0 1 0 0,-1 0-1 0 0,1 1 1 0 0,-1-1-1 0 0,0 0 0 0 0,1 1 1 0 0,-1-1-1 0 0,0 1 1 0 0,0-1-1 0 0,0 1 0 0 0,0 0 1 0 0,0-1-1 0 0,-1 1 1 0 0,1 0-1 0 0,0 0 1 0 0,-1 0-1 0 0,0-1 0 0 0,1 1 1 0 0,-1 0-1 0 0,0 0 1 0 0,0 0-1 0 0,0 0 0 0 0,0 0 1 0 0,0 0-1 0 0,0 0 1 0 0,0-1-1 0 0,-1 1 1 0 0,1 0-1 0 0,-1 0 0 0 0,-1 2 1 0 0,-4 10 7 0 0,-1 1 1 0 0,0-2 0 0 0,-1 1 0 0 0,-1-1-1 0 0,0-1 1 0 0,0 1 0 0 0,-2-1-1 0 0,-14 13 1 0 0,-17 22-75 0 0,48-52 8 0 0,1 0 1 0 0,0 1 0 0 0,1 0-1 0 0,-1 1 1 0 0,1 0 0 0 0,14-5-1 0 0,-6 3 12 0 0,-1 1 0 0 0,1 0 0 0 0,27-2 0 0 0,-35 6 40 0 0,-1 0 0 0 0,1 1 0 0 0,-1 0 0 0 0,1 0 0 0 0,-1 1 0 0 0,1 0 0 0 0,-1 0 0 0 0,0 1 0 0 0,0 0 0 0 0,0 0 0 0 0,9 5 0 0 0,-14-6 0 0 0,0-1 0 0 0,0 0 0 0 0,0 1 0 0 0,0 0 0 0 0,0-1 0 0 0,0 1 0 0 0,-1 0 0 0 0,1 0 0 0 0,0 0 0 0 0,-1 0 0 0 0,0 0 0 0 0,1 0 0 0 0,-1 1 0 0 0,0-1 0 0 0,0 0 0 0 0,0 1 0 0 0,0-1 0 0 0,-1 0 0 0 0,1 1 0 0 0,-1-1 0 0 0,1 1 0 0 0,-1-1 0 0 0,0 1 0 0 0,0 0 0 0 0,0-1 0 0 0,0 1 0 0 0,-1-1 0 0 0,1 1 0 0 0,-1-1 0 0 0,1 1 0 0 0,-1-1 0 0 0,0 0 0 0 0,0 1 0 0 0,0-1 0 0 0,0 0 0 0 0,-3 5 0 0 0,-6 8-20 0 0,-1 0 1 0 0,-1-1 0 0 0,0 0 0 0 0,0 0-1 0 0,-2-2 1 0 0,-29 23 0 0 0,-14 3-6921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9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50 4609 0 0,'2'-5'42'0'0,"12"-39"15709"0"0,-26 65-14043 0 0,-14 49-1272 0 0,3 1 0 0 0,4 1 0 0 0,-17 120 0 0 0,30-154-362 0 0,1 1-1 0 0,2 0 0 0 0,2-1 0 0 0,2 1 0 0 0,1 0 0 0 0,14 75 0 0 0,-12-98-75 0 0,0-1 0 0 0,1 1-1 0 0,0-1 1 0 0,1 0-1 0 0,1-1 1 0 0,1 1 0 0 0,0-1-1 0 0,0-1 1 0 0,2 0-1 0 0,-1 0 1 0 0,2-1 0 0 0,0 0-1 0 0,0 0 1 0 0,1-1-1 0 0,0-1 1 0 0,1 0 0 0 0,0-1-1 0 0,1 0 1 0 0,21 9 0 0 0,-14-9-164 0 0,1-1 0 0 0,1-1 1 0 0,-1-1-1 0 0,1-1 0 0 0,0-1 1 0 0,45 2-1 0 0,-24-5-200 0 0,0-3 1 0 0,77-13-1 0 0,-52 2 349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09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10138 0 0,'4'-10'7261'0'0,"-4"10"-7019"0"0,9 6 2966 0 0,5 12-2487 0 0,-14-18-700 0 0,11 21 275 0 0,-1-1 0 0 0,-1 2 0 0 0,-2-1-1 0 0,0 1 1 0 0,7 35 0 0 0,-4-14-56 0 0,10 38-33 0 0,14 141 0 0 0,-26-91-3360 0 0,-8-105-4407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0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107 126 1840 0 0,'-39'5'1761'0'0,"-18"6"8673"0"0,46-9-8566 0 0,57-7 3440 0 0,5 0-4878 0 0,81-17 568 0 0,279-54 223 0 0,-346 63-1287 0 0,0 4-1 0 0,88-2 1 0 0,-31 9-2864 0 0,-104 2-4566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0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 8754 0 0,'14'-11'4126'0'0,"12"-1"-2147"0"0,2 2 839 0 0,58-12 0 0 0,32 4-730 0 0,35-8-6434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0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5065 0 0,'0'0'390'0'0,"24"17"7745"0"0,-16-11-7276 0 0,-1 1 1 0 0,-1 1 0 0 0,1 0 0 0 0,-1-1 0 0 0,0 2 0 0 0,-1-1 0 0 0,0 1 0 0 0,-1 0 0 0 0,5 10 0 0 0,4 16-359 0 0,9 40 0 0 0,-10-31 65 0 0,-5-19-953 0 0,-2 0 0 0 0,0 0-1 0 0,-2 1 1 0 0,0 39 0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1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 6913 0 0,'0'5'5666'0'0,"1"-5"-5580"0"0,13 4 2383 0 0,17 2-283 0 0,-5-6-826 0 0,0-1 0 0 0,-1-2 1 0 0,37-7-1 0 0,-16-1-2474 0 0,-1-2-4073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2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6449 0 0,'1'-7'486'0'0,"18"-31"13119"0"0,-7 64-12712 0 0,-10-23-513 0 0,24 64 59 0 0,-3 2 0 0 0,-2 0 1 0 0,-4 2-1 0 0,9 74 0 0 0,-5-39-2626 0 0,-14-72-5664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2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76 168 7370 0 0,'-76'19'9802'0'0,"269"-79"-5223"0"0,103-14-2933 0 0,-181 52-2540 0 0,179-9 1 0 0,-281 31-4382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2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4609 0 0,'3'-1'921'0'0,"1"0"0"0"0,-1 0 0 0 0,1 0 0 0 0,-1 0 0 0 0,0-1 0 0 0,1 1 0 0 0,2-3 0 0 0,11-4 1042 0 0,132-33 5175 0 0,4 12-5719 0 0,-21 4-3365 0 0,-118 21 415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3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8754 0 0,'0'2'288'0'0,"1"-1"1"0"0,-1 1-1 0 0,1 0 0 0 0,-1-1 1 0 0,1 1-1 0 0,-1-1 0 0 0,1 1 1 0 0,0-1-1 0 0,0 0 0 0 0,0 1 1 0 0,0-1-1 0 0,0 0 0 0 0,0 1 1 0 0,0-1-1 0 0,2 2 0 0 0,0 0 300 0 0,5 9 416 0 0,-1 1 1 0 0,0 0-1 0 0,0 0 1 0 0,-2 1 0 0 0,0 0-1 0 0,0 0 1 0 0,3 19-1 0 0,11 109-80 0 0,-3-14-2806 0 0,-11-106 421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3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49 150 9674 0 0,'0'-1'138'0'0,"-1"1"-1"0"0,0-1 1 0 0,1 0-1 0 0,-1 1 1 0 0,0-1-1 0 0,1 1 1 0 0,-1-1-1 0 0,0 1 1 0 0,0-1-1 0 0,1 1 1 0 0,-1-1-1 0 0,0 1 1 0 0,0 0-1 0 0,0-1 1 0 0,0 1-1 0 0,0 0 1 0 0,1 0-1 0 0,-1 0 1 0 0,0 0-1 0 0,0 0 1 0 0,0 0-1 0 0,0 0 1 0 0,0 0-1 0 0,0 0 1 0 0,0 0-1 0 0,0 0 1 0 0,1 1-1 0 0,-1-1 1 0 0,0 0-1 0 0,0 0 1 0 0,0 1-1 0 0,0-1 1 0 0,1 1-1 0 0,-1-1 1 0 0,0 1-1 0 0,0-1 1 0 0,1 1-1 0 0,-1-1 1 0 0,1 1-1 0 0,-1 0 1 0 0,0-1-1 0 0,1 1 1 0 0,-1 0-1 0 0,1 0 1 0 0,-1-1 0 0 0,1 1-1 0 0,0 0 1 0 0,-1 0-1 0 0,1 0 1 0 0,0 0-1 0 0,-1-1 1 0 0,1 3-1 0 0,-2 2 133 0 0,0 0 0 0 0,0 1 0 0 0,1-1 0 0 0,0 0 1 0 0,0 1-1 0 0,0-1 0 0 0,0 7 0 0 0,1-4-189 0 0,1-1 1 0 0,0 0 0 0 0,1 0-1 0 0,-1 1 1 0 0,1-1-1 0 0,1 0 1 0 0,-1 0 0 0 0,1-1-1 0 0,1 1 1 0 0,-1 0 0 0 0,1-1-1 0 0,0 0 1 0 0,0 0-1 0 0,1 0 1 0 0,9 9 0 0 0,-11-12-38 0 0,1 0 1 0 0,0 0 0 0 0,0-1 0 0 0,0 1 0 0 0,1-1-1 0 0,-1 0 1 0 0,0 0 0 0 0,1 0 0 0 0,-1 0 0 0 0,1-1-1 0 0,0 0 1 0 0,0 0 0 0 0,-1 0 0 0 0,1-1 0 0 0,0 1-1 0 0,0-1 1 0 0,0 0 0 0 0,-1-1 0 0 0,1 1 0 0 0,0-1-1 0 0,0 0 1 0 0,-1 0 0 0 0,1-1 0 0 0,8-2 0 0 0,-5 0-44 0 0,0 1 1 0 0,0-1 0 0 0,0-1 0 0 0,-1 0 0 0 0,0 0 0 0 0,0 0-1 0 0,0-1 1 0 0,0 0 0 0 0,-1 0 0 0 0,0 0 0 0 0,0-1 0 0 0,-1 0-1 0 0,0 0 1 0 0,0-1 0 0 0,5-9 0 0 0,-8 11 0 0 0,1 0 0 0 0,-1 0 0 0 0,0-1 0 0 0,-1 1 0 0 0,0-1 0 0 0,0 1 0 0 0,0-1 0 0 0,-1 1 0 0 0,0-1 1 0 0,0 1-1 0 0,0-1 0 0 0,-1 1 0 0 0,0-1 0 0 0,-1 1 0 0 0,1-1 0 0 0,-1 1 0 0 0,0 0 0 0 0,-1 0 0 0 0,0 0 0 0 0,0 0 0 0 0,-4-6 0 0 0,2 3-80 0 0,-1 1-1 0 0,-1 0 1 0 0,1 0-1 0 0,-2 0 0 0 0,-13-12 1 0 0,14 15-1504 0 0,-1-1 1 0 0,0 1-1 0 0,-14-7 1 0 0,-3 3-4803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13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11 4145 0 0,'-12'-4'-353'0'0,"-12"-2"3676"0"0,2 7 4165 0 0,22-1-7345 0 0,-1 1 0 0 0,1-1 0 0 0,0 1 0 0 0,0 0 0 0 0,0-1 0 0 0,0 1 0 0 0,0-1 0 0 0,0 1 0 0 0,0 0 0 0 0,0-1 0 0 0,0 1 0 0 0,0 0 0 0 0,0-1 0 0 0,0 1 0 0 0,0-1 0 0 0,0 1 0 0 0,0 0 0 0 0,1-1 0 0 0,-1 1 0 0 0,0-1 0 0 0,0 1 0 0 0,1-1 0 0 0,-1 1 0 0 0,0 0 0 0 0,1-1 0 0 0,-1 0 0 0 0,1 1 0 0 0,-1-1 0 0 0,1 1 0 0 0,-1-1 0 0 0,1 1 0 0 0,16 20 1001 0 0,-16-21-963 0 0,34 42 221 0 0,-2 2 0 0 0,-2 1-1 0 0,-2 1 1 0 0,-1 2-1 0 0,-3 0 1 0 0,-2 2-1 0 0,30 96 1 0 0,-12-18-388 0 0,-5 2-1 0 0,20 144 1 0 0,-50-225 47 0 0,-1 1 1 0 0,-3 0-1 0 0,-1 0 0 0 0,-3 0 1 0 0,-2 0-1 0 0,-3-1 1 0 0,-1 1-1 0 0,-29 91 1 0 0,15-82 342 0 0,-2-2 1 0 0,-42 74 0 0 0,49-102-263 0 0,-1-2 0 0 0,-1 0 1 0 0,-1-1-1 0 0,-2-1 1 0 0,0-1-1 0 0,-33 27 1 0 0,20-29-2401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3.1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121 240 5065 0 0,'-16'9'795'0'0,"-4"3"434"0"0,0 0 0 0 0,0 1 1 0 0,-24 24-1 0 0,47-36-1186 0 0,0 0 0 0 0,1 0-1 0 0,-1-1 1 0 0,1 1 0 0 0,-1-1 0 0 0,1 1 0 0 0,-1-1 0 0 0,6-1-1 0 0,42-5 475 0 0,-1-2 0 0 0,70-20 0 0 0,-49 10-314 0 0,239-63-104 0 0,77-18 1062 0 0,-269 71-1352 0 0,112-21 12 0 0,-196 44-607 0 0,0 2 0 0 0,1 2 0 0 0,0 1 1 0 0,62 7-1 0 0,-43 1-1579 0 0,-38-7 1526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3.9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1015 1 13363 0 0,'-3'8'741'0'0,"2"1"1"0"0,-1 0 0 0 0,1-1-1 0 0,0 1 1 0 0,1 0-1 0 0,0 0 1 0 0,1 8 0 0 0,12 68 522 0 0,-6-45-948 0 0,8 39-242 0 0,49 151 0 0 0,51 70 60 0 0,-31-85-95 0 0,154 326-111 0 0,-70-184 325 0 0,-38-74-24 0 0,-67-124 470 0 0,-28-65-528 0 0,-34-92-171 0 0,0 0 0 0 0,0 0 0 0 0,0 0 0 0 0,0 0 0 0 0,-1 0 0 0 0,1 0 0 0 0,-1 0 0 0 0,0 0 0 0 0,1 0 0 0 0,-1 0 0 0 0,0 0 0 0 0,0 0 0 0 0,0 0 0 0 0,-1 0 0 0 0,1 0 0 0 0,0 0 0 0 0,-1 0 0 0 0,0 3 0 0 0,0-4 0 0 0,0 0 0 0 0,0 0 0 0 0,0-1 0 0 0,0 1 0 0 0,0 0 0 0 0,0 0 0 0 0,0-1 0 0 0,0 1 0 0 0,0 0 0 0 0,0-1 0 0 0,0 1 0 0 0,0-1 0 0 0,-1 1 0 0 0,1-1 0 0 0,0 0 0 0 0,0 0 0 0 0,-1 1 0 0 0,1-1 0 0 0,0 0 0 0 0,0 0 0 0 0,-3 0 0 0 0,-8-2 0 0 0,0 0 0 0 0,0 0 0 0 0,1-1 0 0 0,-21-7 0 0 0,23 6 0 0 0,-14-2-2 0 0,1 0 1 0 0,-1 2-1 0 0,0 0 1 0 0,-36 0-1 0 0,-95 8 106 0 0,15 0 48 0 0,86-4-165 0 0,1 3-1 0 0,-68 12 1 0 0,-100 33-27 0 0,32 1 150 0 0,-144 34 148 0 0,219-52-258 0 0,83-21 0 0 0,0-1 0 0 0,-1-2 0 0 0,0 0 0 0 0,0-2 0 0 0,-51 1 0 0 0,73-7-316 0 0,0 0 0 0 0,0 0 0 0 0,-15-5 0 0 0,3-1-5738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4.4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47 5985 0 0,'-31'-15'1096'0'0,"24"11"381"0"0,-1-1 0 0 0,1 0-1 0 0,-12-12 1 0 0,31 62 938 0 0,114 241 260 0 0,-25-65-1686 0 0,55 216-899 0 0,-3-10-83 0 0,-112-326 207 0 0,48 125 1177 0 0,-68-166-841 0 0,21 114 0 0 0,-25 0 387 0 0,-13-97-806 0 0,-5-163-6026 0 0,1 52 3912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5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6449 0 0,'-3'5'5955'0'0,"5"6"-3631"0"0,9 18-1829 0 0,-9-24 51 0 0,24 68 829 0 0,-3 1 0 0 0,17 97 0 0 0,2 157-2916 0 0,-40-289-1574 0 0,-3-32 1552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5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29 387 2304 0 0,'-8'-26'1369'0'0,"2"-1"-1"0"0,1 0 0 0 0,1 0 1 0 0,1-1-1 0 0,1 1 0 0 0,2-1 1 0 0,4-47-1 0 0,-3 73-1224 0 0,-1 0 0 0 0,0 0 1 0 0,1 0-1 0 0,0 0 0 0 0,-1-1 1 0 0,1 1-1 0 0,0 0 0 0 0,0 0 0 0 0,0 0 1 0 0,1 1-1 0 0,-1-1 0 0 0,0 0 1 0 0,1 0-1 0 0,-1 1 0 0 0,1-1 1 0 0,0 1-1 0 0,-1-1 0 0 0,1 1 0 0 0,0-1 1 0 0,0 1-1 0 0,2-1 0 0 0,0 1 52 0 0,0 0-1 0 0,-1 0 0 0 0,1 0 0 0 0,-1 0 1 0 0,1 1-1 0 0,0 0 0 0 0,0 0 1 0 0,-1 0-1 0 0,1 0 0 0 0,0 0 1 0 0,6 2-1 0 0,1 1 74 0 0,-1 0 0 0 0,-1 1-1 0 0,1 0 1 0 0,0 0 0 0 0,-1 1 0 0 0,0 0 0 0 0,0 0 0 0 0,12 11 0 0 0,-12-7-244 0 0,-1 1 0 0 0,0 0 0 0 0,0 1 0 0 0,-1-1 0 0 0,-1 2 1 0 0,1-1-1 0 0,-2 1 0 0 0,0 0 0 0 0,7 24 0 0 0,-6-19-114 0 0,0-1 0 0 0,1 1 0 0 0,1-1 0 0 0,11 18 0 0 0,-19-33 82 0 0,1-1 0 0 0,-1 1 1 0 0,0-1-1 0 0,0 0 0 0 0,1 1 0 0 0,-1-1 0 0 0,0 1 0 0 0,0-1 0 0 0,1 1 1 0 0,-1-1-1 0 0,0 0 0 0 0,1 1 0 0 0,-1-1 0 0 0,1 0 0 0 0,-1 1 0 0 0,1-1 1 0 0,-1 0-1 0 0,0 0 0 0 0,1 1 0 0 0,-1-1 0 0 0,1 0 0 0 0,-1 0 0 0 0,1 0 0 0 0,-1 0 1 0 0,1 1-1 0 0,-1-1 0 0 0,1 0 0 0 0,0 0 0 0 0,-1 0 0 0 0,1 0 0 0 0,-1 0 1 0 0,1-1-1 0 0,-1 1 0 0 0,1 0 0 0 0,-1 0 0 0 0,1 0 0 0 0,1-1-35 0 0,-1-1 0 0 0,0 1 0 0 0,0 0 0 0 0,0 0 0 0 0,0-1 0 0 0,0 1 0 0 0,-1-1 0 0 0,1 1 0 0 0,0-1 0 0 0,-1 1 0 0 0,2-4 0 0 0,6-43-1892 0 0,-7-25-800 0 0,2-28 2340 0 0,-2 87 984 0 0,1 0 0 0 0,1-1 0 0 0,0 1 1 0 0,2 0-1 0 0,4-13 0 0 0,-8 25-518 0 0,-1 1-1 0 0,0-1 1 0 0,1 1 0 0 0,-1-1-1 0 0,1 1 1 0 0,0 0 0 0 0,-1-1 0 0 0,1 1-1 0 0,0 0 1 0 0,0 0 0 0 0,0 0-1 0 0,0-1 1 0 0,0 1 0 0 0,0 0-1 0 0,0 0 1 0 0,0 0 0 0 0,0 0 0 0 0,0 1-1 0 0,1-1 1 0 0,-1 0 0 0 0,0 0-1 0 0,1 1 1 0 0,-1-1 0 0 0,0 1-1 0 0,1-1 1 0 0,-1 1 0 0 0,1 0 0 0 0,-1-1-1 0 0,1 1 1 0 0,-1 0 0 0 0,0 0-1 0 0,1 0 1 0 0,-1 0 0 0 0,1 0-1 0 0,-1 1 1 0 0,1-1 0 0 0,-1 0 0 0 0,1 1-1 0 0,-1-1 1 0 0,0 1 0 0 0,1-1-1 0 0,-1 1 1 0 0,0 0 0 0 0,1-1-1 0 0,-1 1 1 0 0,0 0 0 0 0,0 0 0 0 0,0 0-1 0 0,2 2 1 0 0,8 6 39 0 0,-2 0 0 0 0,1 1 0 0 0,-1 1 0 0 0,10 15-1 0 0,-10-15-39 0 0,28 35 88 0 0,60 58 0 0 0,-32-47-6833 0 0,-48-42-446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5.8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1 369 3225 0 0,'4'-3'536'0'0,"0"1"0"0"0,0-1 0 0 0,0 0 0 0 0,0 0 1 0 0,0-1-1 0 0,-1 1 0 0 0,0-1 0 0 0,6-6 0 0 0,-3 3 164 0 0,6-6 345 0 0,-1-1 0 0 0,-1 0 1 0 0,0 0-1 0 0,-1-1 0 0 0,-1-1 0 0 0,0 1 0 0 0,7-23 1 0 0,-10 25-658 0 0,-1 0 0 0 0,0 0 1 0 0,-1 0-1 0 0,-1-1 0 0 0,0 0 1 0 0,-1 1-1 0 0,-1-1 0 0 0,0 0 1 0 0,-3-25-1 0 0,3 37-377 0 0,0 1 0 0 0,0-1 0 0 0,-1 1 0 0 0,1-1 0 0 0,0 1 0 0 0,-1 0 0 0 0,1-1 0 0 0,-1 1 0 0 0,1 0 0 0 0,-1-1 0 0 0,0 1 0 0 0,1 0 0 0 0,-1-1 0 0 0,0 1 0 0 0,0 0 0 0 0,0 0 0 0 0,0 0 0 0 0,0 0 0 0 0,-2-2 0 0 0,2 3 6 0 0,0 0 0 0 0,0 0 0 0 0,0 0 0 0 0,0 0-1 0 0,0 0 1 0 0,1 0 0 0 0,-1 0 0 0 0,0 0 0 0 0,0 1-1 0 0,0-1 1 0 0,0 0 0 0 0,1 0 0 0 0,-1 1 0 0 0,0-1 0 0 0,0 1-1 0 0,0-1 1 0 0,1 1 0 0 0,-1-1 0 0 0,0 1 0 0 0,1-1-1 0 0,-1 1 1 0 0,0-1 0 0 0,0 2 0 0 0,-4 4 63 0 0,0-1 0 0 0,1 1 1 0 0,0 0-1 0 0,0 1 0 0 0,0-1 0 0 0,-3 8 1 0 0,0 4-135 0 0,1 0 1 0 0,0 0 0 0 0,2 1-1 0 0,0 0 1 0 0,0 0 0 0 0,0 28-1 0 0,4-40 35 0 0,0 1-1 0 0,0-1 1 0 0,0 1-1 0 0,1 0 1 0 0,0-1 0 0 0,1 1-1 0 0,0-1 1 0 0,0 0-1 0 0,0 1 1 0 0,1-1-1 0 0,0 0 1 0 0,0-1-1 0 0,1 1 1 0 0,0 0-1 0 0,0-1 1 0 0,1 0-1 0 0,-1 0 1 0 0,1 0-1 0 0,7 6 1 0 0,-7-9-20 0 0,-1-1-1 0 0,0 1 1 0 0,1-1 0 0 0,0 1-1 0 0,0-1 1 0 0,0 0 0 0 0,0-1-1 0 0,0 1 1 0 0,0-1 0 0 0,0 0-1 0 0,0-1 1 0 0,0 1 0 0 0,0-1-1 0 0,1 0 1 0 0,-1 0 0 0 0,8-2-1 0 0,-1 0-591 0 0,-1 0-1 0 0,1-1 1 0 0,-1 0-1 0 0,0-1 1 0 0,0-1-1 0 0,13-6 1 0 0,0-3-5424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6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55 237 3225 0 0,'6'-8'137'0'0,"0"-1"0"0"0,-1 0 0 0 0,0 0 1 0 0,-1 0-1 0 0,0-1 0 0 0,0 1 0 0 0,-1-1 1 0 0,-1 0-1 0 0,3-13 0 0 0,-4 9 1404 0 0,0 0 0 0 0,-3-27 0 0 0,2 37-1136 0 0,-1 1 0 0 0,1-1 0 0 0,-1 1 1 0 0,1-1-1 0 0,-1 1 0 0 0,0 0 0 0 0,-1-1 0 0 0,1 1 0 0 0,0 0 0 0 0,-1 0 0 0 0,0-1 0 0 0,0 1 0 0 0,0 1 0 0 0,0-1 0 0 0,0 0 0 0 0,-1 0 0 0 0,-3-2 1 0 0,5 4-292 0 0,0 1 0 0 0,0 0 0 0 0,0 0 0 0 0,0-1 0 0 0,0 1 0 0 0,0 0 0 0 0,0 0 1 0 0,0 0-1 0 0,0 0 0 0 0,0 0 0 0 0,0 0 0 0 0,0 1 0 0 0,0-1 0 0 0,0 0 1 0 0,0 0-1 0 0,0 1 0 0 0,0-1 0 0 0,0 1 0 0 0,1-1 0 0 0,-1 1 0 0 0,0-1 0 0 0,0 1 1 0 0,0-1-1 0 0,0 1 0 0 0,1 0 0 0 0,-1-1 0 0 0,0 1 0 0 0,1 0 0 0 0,-1 0 1 0 0,0 0-1 0 0,1-1 0 0 0,-1 1 0 0 0,1 0 0 0 0,-1 0 0 0 0,1 0 0 0 0,0 0 0 0 0,-1 0 1 0 0,1 1-1 0 0,-17 42 416 0 0,16-40-369 0 0,-4 13-66 0 0,0 1-1 0 0,1 0 1 0 0,1 0 0 0 0,1 1-1 0 0,1 26 1 0 0,0-37-97 0 0,2-1-1 0 0,-1 0 1 0 0,1 1 0 0 0,1-1 0 0 0,-1 0-1 0 0,1 0 1 0 0,0 1 0 0 0,1-2 0 0 0,0 1-1 0 0,0 0 1 0 0,0 0 0 0 0,1-1-1 0 0,0 0 1 0 0,0 0 0 0 0,1 0 0 0 0,6 8-1 0 0,-10-13-46 0 0,0 0 0 0 0,0 0 0 0 0,0-1 0 0 0,0 1-1 0 0,1 0 1 0 0,-1 0 0 0 0,0-1 0 0 0,0 1-1 0 0,0 0 1 0 0,1-1 0 0 0,-1 1 0 0 0,0-1 0 0 0,1 1-1 0 0,-1-1 1 0 0,0 0 0 0 0,1 0 0 0 0,-1 0 0 0 0,0 0-1 0 0,1 0 1 0 0,-1 0 0 0 0,0 0 0 0 0,1 0 0 0 0,-1 0-1 0 0,3-1 1 0 0,-2 0-104 0 0,0 0 0 0 0,1-1 0 0 0,-1 1 0 0 0,0-1 0 0 0,0 0-1 0 0,0 1 1 0 0,0-1 0 0 0,-1 0 0 0 0,1 0 0 0 0,0 0 0 0 0,-1 0 0 0 0,2-3 0 0 0,3-6-268 0 0,-1 1 0 0 0,0-1 1 0 0,-1-1-1 0 0,5-17 1 0 0,-3 4 313 0 0,-4 10 542 0 0,2 0-1 0 0,0 0 0 0 0,7-18 0 0 0,-10 31-297 0 0,0-1 1 0 0,0 1-1 0 0,0 0 0 0 0,0-1 1 0 0,1 1-1 0 0,-1 0 0 0 0,1 0 1 0 0,-1 0-1 0 0,1 0 0 0 0,0 0 1 0 0,0 0-1 0 0,0 0 0 0 0,0 1 1 0 0,0-1-1 0 0,0 1 0 0 0,0-1 1 0 0,0 1-1 0 0,1 0 0 0 0,-1 0 1 0 0,1 0-1 0 0,-1 0 0 0 0,1 0 1 0 0,-1 1-1 0 0,1-1 0 0 0,3 0 1 0 0,-3 2-90 0 0,-1-1 0 0 0,0 1 0 0 0,1-1 0 0 0,-1 1-1 0 0,0 0 1 0 0,1 0 0 0 0,-1 0 0 0 0,0 0 0 0 0,0 0 0 0 0,0 0 0 0 0,0 1 0 0 0,0-1 0 0 0,0 1 0 0 0,0 0 0 0 0,0-1 0 0 0,0 1 0 0 0,-1 0 0 0 0,1 0 0 0 0,1 3 0 0 0,26 46 175 0 0,-20-33-106 0 0,-5-11-173 0 0,0 1 1 0 0,1-1 0 0 0,0 0 0 0 0,0 0-1 0 0,1 0 1 0 0,-1-1 0 0 0,2 1-1 0 0,8 6 1 0 0,-11-10-923 0 0,0-1 1 0 0,0 0-1 0 0,0 1 0 0 0,0-2 1 0 0,0 1-1 0 0,8 1 0 0 0,4 1-5910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6.4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56 9218 0 0,'-3'-6'463'0'0,"0"1"0"0"0,0 0 0 0 0,0 0 0 0 0,0 0 0 0 0,-1 0 0 0 0,0 1 0 0 0,-5-5 0 0 0,8 8-282 0 0,0 0-1 0 0,1 0 1 0 0,-1 0-1 0 0,0 1 0 0 0,0-1 1 0 0,-1 0-1 0 0,1 0 0 0 0,0 1 1 0 0,0-1-1 0 0,0 0 0 0 0,0 1 1 0 0,-1 0-1 0 0,1-1 0 0 0,0 1 1 0 0,0-1-1 0 0,-1 1 0 0 0,1 0 1 0 0,0 0-1 0 0,0 0 0 0 0,-1 0 1 0 0,1 0-1 0 0,0 0 0 0 0,-1 0 1 0 0,1 0-1 0 0,0 1 0 0 0,-1-1 1 0 0,1 0-1 0 0,0 1 1 0 0,0-1-1 0 0,0 1 0 0 0,-1 0 1 0 0,1-1-1 0 0,0 1 0 0 0,0 0 1 0 0,0-1-1 0 0,0 1 0 0 0,0 0 1 0 0,0 0-1 0 0,-1 1 0 0 0,0 2-87 0 0,0 0 1 0 0,0 0-1 0 0,0 0 0 0 0,0 0 0 0 0,0 1 0 0 0,1-1 0 0 0,0 0 1 0 0,0 1-1 0 0,0-1 0 0 0,1 1 0 0 0,-1-1 0 0 0,1 1 0 0 0,0-1 1 0 0,0 1-1 0 0,1-1 0 0 0,-1 1 0 0 0,1-1 0 0 0,2 8 0 0 0,1 4-46 0 0,1-1 0 0 0,0 1-1 0 0,15 27 1 0 0,24 24 221 0 0,-7-12-242 0 0,-36-53-76 0 0,0 0-1 0 0,-1 0 0 0 0,1 0 1 0 0,0 0-1 0 0,-1 0 0 0 0,1 0 1 0 0,-1 0-1 0 0,0 0 0 0 0,0 0 1 0 0,0 0-1 0 0,0 0 0 0 0,0 0 0 0 0,0 0 1 0 0,0 0-1 0 0,-1 0 0 0 0,1 0 1 0 0,-1 0-1 0 0,0 0 0 0 0,1 0 1 0 0,-1 0-1 0 0,0 0 0 0 0,0 0 1 0 0,0 0-1 0 0,0-1 0 0 0,-1 1 0 0 0,0 1 1 0 0,-3 3-470 0 0,0 0 1 0 0,-1 0 0 0 0,0-1-1 0 0,0 0 1 0 0,-10 7-1 0 0,-1-2-946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6.8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 2761 0 0,'0'0'206'0'0,"0"15"3974"0"0,1 1 0 0 0,4 21 0 0 0,-3-27-3193 0 0,1 0 0 0 0,-1 0 0 0 0,2-1-1 0 0,6 14 1 0 0,-7-17-906 0 0,1 0 0 0 0,-1 0 0 0 0,1-1-1 0 0,1 1 1 0 0,-1-1 0 0 0,1 0 0 0 0,-1 0-1 0 0,1-1 1 0 0,1 1 0 0 0,-1-1 0 0 0,1 0 0 0 0,-1-1-1 0 0,1 1 1 0 0,0-1 0 0 0,1-1 0 0 0,-1 1 0 0 0,11 2-1 0 0,-15-4-82 0 0,0-1-1 0 0,0 0 0 0 0,1 0 0 0 0,-1 0 0 0 0,0-1 0 0 0,1 1 1 0 0,-1 0-1 0 0,0-1 0 0 0,0 0 0 0 0,0 1 0 0 0,1-1 1 0 0,-1 0-1 0 0,0 0 0 0 0,0 0 0 0 0,0 0 0 0 0,0-1 0 0 0,-1 1 1 0 0,1 0-1 0 0,0-1 0 0 0,0 0 0 0 0,-1 1 0 0 0,1-1 1 0 0,-1 0-1 0 0,1 0 0 0 0,-1 1 0 0 0,0-1 0 0 0,1-3 0 0 0,6-8-96 0 0,-1-1-1 0 0,11-26 0 0 0,-15 32 88 0 0,7-21-78 0 0,11-47 0 0 0,-14 44 339 0 0,-7 32-229 0 0,0-1-1 0 0,0 1 1 0 0,0 0 0 0 0,0-1 0 0 0,0 1-1 0 0,1 0 1 0 0,-1 0 0 0 0,0-1 0 0 0,0 1-1 0 0,0 0 1 0 0,0 0 0 0 0,0-1 0 0 0,0 1-1 0 0,1 0 1 0 0,-1 0 0 0 0,0-1 0 0 0,0 1-1 0 0,0 0 1 0 0,1 0 0 0 0,-1 0 0 0 0,0-1-1 0 0,0 1 1 0 0,0 0 0 0 0,1 0 0 0 0,-1 0-1 0 0,0 0 1 0 0,0 0 0 0 0,1-1 0 0 0,-1 1-1 0 0,0 0 1 0 0,1 0 0 0 0,-1 0-1 0 0,0 0 1 0 0,0 0 0 0 0,1 0 0 0 0,-1 0-1 0 0,0 0 1 0 0,1 0 0 0 0,-1 0 0 0 0,0 0-1 0 0,1 0 1 0 0,13 11 414 0 0,10 20-192 0 0,-22-29-223 0 0,2 4 6 0 0,19 27 132 0 0,46 50-1 0 0,-61-75-153 0 0,0 0 0 0 0,1-1 0 0 0,0 0 0 0 0,0 0 0 0 0,0-1 0 0 0,1 0 0 0 0,0 0 0 0 0,0-1 0 0 0,0-1 0 0 0,22 7 0 0 0,-28-10-102 0 0,0 0 0 0 0,0-1-1 0 0,0 0 1 0 0,0 1 0 0 0,0-1 0 0 0,-1-1 0 0 0,1 1-1 0 0,0-1 1 0 0,0 1 0 0 0,0-1 0 0 0,0 0 0 0 0,4-2-1 0 0,13-9-6065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7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15 289 4145 0 0,'0'-1'258'0'0,"-1"1"1"0"0,0-1-1 0 0,0 0 1 0 0,0 1-1 0 0,1-1 0 0 0,-1 0 1 0 0,0 0-1 0 0,1 0 1 0 0,-1 1-1 0 0,1-1 1 0 0,-1 0-1 0 0,1 0 0 0 0,-1 0 1 0 0,1 0-1 0 0,-1 0 1 0 0,1 0-1 0 0,0 0 1 0 0,0 0-1 0 0,-1 0 0 0 0,1-1 1 0 0,-3-23 5484 0 0,3 23-5549 0 0,0 0 0 0 0,1 1-1 0 0,0-1 1 0 0,-1 0 0 0 0,1 0-1 0 0,0 1 1 0 0,0-1 0 0 0,0 0 0 0 0,0 1-1 0 0,0-1 1 0 0,0 1 0 0 0,0-1-1 0 0,1 1 1 0 0,-1 0 0 0 0,0 0-1 0 0,1-1 1 0 0,-1 1 0 0 0,1 0-1 0 0,0 0 1 0 0,-1 0 0 0 0,1 0 0 0 0,0 1-1 0 0,-1-1 1 0 0,1 0 0 0 0,0 1-1 0 0,0-1 1 0 0,0 1 0 0 0,0 0-1 0 0,-1 0 1 0 0,1-1 0 0 0,0 1-1 0 0,0 0 1 0 0,0 1 0 0 0,0-1 0 0 0,3 1-1 0 0,1-1-111 0 0,1 1-1 0 0,-1 0 0 0 0,1 0 0 0 0,-1 1 1 0 0,0 0-1 0 0,0 0 0 0 0,0 0 0 0 0,0 1 1 0 0,7 3-1 0 0,-8-2-38 0 0,0 0-1 0 0,0 1 1 0 0,0-1 0 0 0,0 1 0 0 0,0 0-1 0 0,-1 0 1 0 0,0 0 0 0 0,0 0 0 0 0,-1 1-1 0 0,1 0 1 0 0,-1 0 0 0 0,-1 0 0 0 0,1 0-1 0 0,-1 0 1 0 0,0 0 0 0 0,0 1 0 0 0,1 9-1 0 0,-5-14 391 0 0,-4-8-11 0 0,-4-7 188 0 0,3-1-664 0 0,1 1 1 0 0,0-1 0 0 0,1-1 0 0 0,0 1-1 0 0,2-1 1 0 0,-1 0 0 0 0,2 0-1 0 0,0 0 1 0 0,1 0 0 0 0,0-17 0 0 0,2 16-614 0 0,0 0 1 0 0,2-1 0 0 0,-1 1 0 0 0,2 0-1 0 0,7-22 1 0 0,-2 13-6898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7.8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1 863 11522 0 0,'1'0'164'0'0,"1"0"-1"0"0,0 0 1 0 0,-1-1-1 0 0,1 1 1 0 0,-1-1-1 0 0,1 1 0 0 0,0-1 1 0 0,-1 1-1 0 0,1-1 1 0 0,-1 0-1 0 0,0 0 0 0 0,1 0 1 0 0,-1 0-1 0 0,0 0 1 0 0,1 0-1 0 0,-1 0 1 0 0,0 0-1 0 0,0 0 0 0 0,0-1 1 0 0,0 1-1 0 0,0 0 1 0 0,0-1-1 0 0,0 1 0 0 0,0-1 1 0 0,-1 1-1 0 0,1-1 1 0 0,0-2-1 0 0,18-46 2047 0 0,-15 34-1754 0 0,-1-1-1 0 0,0 1 1 0 0,-1-1 0 0 0,0-22-1 0 0,-2 30-416 0 0,0 1 0 0 0,-1 0 0 0 0,0 0 0 0 0,0 0 0 0 0,-1 0 0 0 0,0 0 0 0 0,0 0 0 0 0,-1 0 0 0 0,0 1 0 0 0,-8-15 0 0 0,11 21-43 0 0,0 1 0 0 0,0 0 0 0 0,-1-1 1 0 0,1 1-1 0 0,0 0 0 0 0,0-1 0 0 0,0 1 0 0 0,-1 0 0 0 0,1-1 0 0 0,0 1 0 0 0,0 0 0 0 0,-1-1 0 0 0,1 1 1 0 0,0 0-1 0 0,0 0 0 0 0,-1-1 0 0 0,1 1 0 0 0,0 0 0 0 0,-1 0 0 0 0,1 0 0 0 0,-1 0 0 0 0,1-1 0 0 0,0 1 1 0 0,-1 0-1 0 0,1 0 0 0 0,0 0 0 0 0,-1 0 0 0 0,1 0 0 0 0,-1 0 0 0 0,1 0 0 0 0,0 0 0 0 0,-1 0 0 0 0,1 0 0 0 0,-1 0 1 0 0,1 0-1 0 0,0 0 0 0 0,-1 1 0 0 0,-8 14-449 0 0,3 22-685 0 0,6-30 898 0 0,-1 1 0 0 0,2-1-1 0 0,-1 0 1 0 0,1 0 0 0 0,0 0 0 0 0,0 0-1 0 0,1 0 1 0 0,0 0 0 0 0,0-1 0 0 0,1 1-1 0 0,0 0 1 0 0,7 10 0 0 0,-7-12 61 0 0,0-1 0 0 0,1 0-1 0 0,0 0 1 0 0,0-1 0 0 0,0 1 0 0 0,0-1 0 0 0,1 0 0 0 0,-1 0 0 0 0,1 0-1 0 0,0-1 1 0 0,0 1 0 0 0,0-1 0 0 0,0 0 0 0 0,0-1 0 0 0,0 1-1 0 0,0-1 1 0 0,10 1 0 0 0,0-1-368 0 0,1-1-1 0 0,0 0 0 0 0,0-1 1 0 0,0-1-1 0 0,-1-1 1 0 0,1 0-1 0 0,-1-1 1 0 0,1 0-1 0 0,-1-1 1 0 0,22-11-1 0 0,-2-2-634 0 0,-1-1 0 0 0,-1-1 1 0 0,35-28-1 0 0,-55 38 1370 0 0,-1 0 1 0 0,0-1 0 0 0,-1 0-1 0 0,0-1 1 0 0,0-1-1 0 0,9-14 1 0 0,-18 24 155 0 0,0 0 0 0 0,0-1 1 0 0,0 1-1 0 0,0-1 0 0 0,0 0 1 0 0,-1 1-1 0 0,1-1 0 0 0,-1 0 0 0 0,0 0 1 0 0,0 0-1 0 0,-1 1 0 0 0,1-1 1 0 0,-1 0-1 0 0,0 0 0 0 0,0 0 1 0 0,0 0-1 0 0,0 0 0 0 0,-1 0 0 0 0,0 0 1 0 0,1 0-1 0 0,-2 0 0 0 0,1 0 1 0 0,0 0-1 0 0,-1 1 0 0 0,1-1 1 0 0,-1 1-1 0 0,0-1 0 0 0,0 1 0 0 0,-1 0 1 0 0,-2-4-1 0 0,4 6-123 0 0,-1-1-1 0 0,1 1 0 0 0,-1-1 1 0 0,1 1-1 0 0,-1 0 1 0 0,0 0-1 0 0,0 0 1 0 0,1 0-1 0 0,-1 0 1 0 0,0 0-1 0 0,0 0 1 0 0,0 1-1 0 0,0-1 1 0 0,0 1-1 0 0,0-1 1 0 0,0 1-1 0 0,0 0 1 0 0,0 0-1 0 0,-3 0 1 0 0,1 0-7 0 0,0 1 1 0 0,0 0 0 0 0,1 0 0 0 0,-1 0 0 0 0,0 0-1 0 0,1 1 1 0 0,0 0 0 0 0,-1-1 0 0 0,-5 6 0 0 0,-1 0 6 0 0,1 0 1 0 0,1 1 0 0 0,-1 1 0 0 0,2-1 0 0 0,-14 20-1 0 0,12-14-172 0 0,1 0-1 0 0,0 0 0 0 0,1 1 1 0 0,-9 26-1 0 0,14-33-35 0 0,0-1 1 0 0,0 1-1 0 0,1 0 0 0 0,0 0 1 0 0,0-1-1 0 0,1 1 0 0 0,0 0 1 0 0,0 0-1 0 0,1 0 0 0 0,0 0 0 0 0,4 14 1 0 0,-5-20-45 0 0,0-1 1 0 0,1 1-1 0 0,0 0 1 0 0,-1-1-1 0 0,1 1 1 0 0,0-1-1 0 0,-1 1 1 0 0,1-1-1 0 0,0 1 1 0 0,0-1-1 0 0,0 1 0 0 0,0-1 1 0 0,1 0-1 0 0,-1 0 1 0 0,0 1-1 0 0,1-1 1 0 0,-1 0-1 0 0,0 0 1 0 0,1 0-1 0 0,-1-1 1 0 0,1 1-1 0 0,0 0 1 0 0,-1-1-1 0 0,1 1 1 0 0,-1 0-1 0 0,1-1 1 0 0,0 0-1 0 0,0 1 1 0 0,-1-1-1 0 0,1 0 0 0 0,0 0 1 0 0,-1 0-1 0 0,1 0 1 0 0,0 0-1 0 0,0-1 1 0 0,-1 1-1 0 0,1 0 1 0 0,0-1-1 0 0,-1 1 1 0 0,1-1-1 0 0,0 0 1 0 0,1 0-1 0 0,3-2-152 0 0,0 0 0 0 0,-1-1 0 0 0,1 0 0 0 0,0 0 0 0 0,-1 0 0 0 0,0 0 0 0 0,0-1 0 0 0,-1 0 0 0 0,8-8-1 0 0,1-6-677 0 0,-1-1 0 0 0,0 0 0 0 0,-1-1 0 0 0,-1 0 0 0 0,-1 0 0 0 0,-1-1-1 0 0,-1-1 1 0 0,-1 1 0 0 0,-1-1 0 0 0,-1 0 0 0 0,1-26 0 0 0,-5 29 557 0 0,0-1-1 0 0,-1 1 1 0 0,-1-1 0 0 0,-7-29 0 0 0,-3 1 1330 0 0,-14-59 2450 0 0,18 81 72 0 0,-20-47 0 0 0,28 75-3490 0 0,0-1 0 0 0,0 0 0 0 0,0 1 0 0 0,0-1 0 0 0,0 0 0 0 0,0 1 0 0 0,0-1 0 0 0,0 0-1 0 0,0 1 1 0 0,-1-1 0 0 0,1 0 0 0 0,0 0 0 0 0,0 1 0 0 0,0-1 0 0 0,-1 0 0 0 0,1 0 0 0 0,0 1-1 0 0,0-1 1 0 0,0 0 0 0 0,-1 0 0 0 0,1 0 0 0 0,0 1 0 0 0,-1-1 0 0 0,1 0 0 0 0,0 0 0 0 0,-1 0 0 0 0,1 0-1 0 0,0 0 1 0 0,0 0 0 0 0,-1 1 0 0 0,1-1 0 0 0,0 0 0 0 0,-1 0 0 0 0,1 0 0 0 0,0 0 0 0 0,-1 0-1 0 0,1 0 1 0 0,0 0 0 0 0,-1-1 0 0 0,1 1 0 0 0,0 0 0 0 0,-1 0 0 0 0,1 0 0 0 0,0 0 0 0 0,-1 0-1 0 0,1 0 1 0 0,0-1 0 0 0,0 1 0 0 0,-1 0 0 0 0,1 0 0 0 0,0 0 0 0 0,0-1 0 0 0,-1 1 0 0 0,1 0 0 0 0,0 0-1 0 0,0-1 1 0 0,0 1 0 0 0,-1 0 0 0 0,1 0 0 0 0,0-1 0 0 0,0 1 0 0 0,0 0 0 0 0,0-1 0 0 0,-7 29 651 0 0,6 5-480 0 0,1-1 0 0 0,1 0 1 0 0,2 0-1 0 0,1 0 1 0 0,1 0-1 0 0,2-1 0 0 0,16 46 1 0 0,8 6 283 0 0,61 116 1 0 0,-75-166-503 0 0,2-2 1 0 0,39 51-1 0 0,20 4-2727 0 0,-45-54-5817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29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89 386 456 0 0,'-1'0'101'0'0,"1"0"1"0"0,-1 0-1 0 0,1 0 0 0 0,0 1 0 0 0,-1-1 0 0 0,1 0 1 0 0,0 0-1 0 0,-1 1 0 0 0,1-1 0 0 0,0 0 0 0 0,0 1 1 0 0,-1-1-1 0 0,1 0 0 0 0,0 1 0 0 0,0-1 0 0 0,0 1 1 0 0,-1-1-1 0 0,1 0 0 0 0,0 1 0 0 0,0-1 1 0 0,0 1-1 0 0,0-1 0 0 0,0 0 0 0 0,0 1 0 0 0,0-1 1 0 0,0 1-1 0 0,0-1 0 0 0,0 1 0 0 0,0 0 0 0 0,12 0 1617 0 0,21-10-831 0 0,150-74 2773 0 0,-113 49-3389 0 0,2 2 0 0 0,114-32 0 0 0,10 12 38 0 0,195-45-816 0 0,-366 91 458 0 0,77-12-85 0 0,-93 17 118 0 0,1 0 0 0 0,-1 1 1 0 0,1 0-1 0 0,-1 0 0 0 0,1 1 1 0 0,-1 1-1 0 0,0-1 0 0 0,14 5 0 0 0,3 8 588 0 0,-24-12-323 0 0,1 0 0 0 0,0 0 1 0 0,0-1-1 0 0,0 1 0 0 0,0-1 1 0 0,0 0-1 0 0,0 0 0 0 0,3 1 0 0 0,-4-2-295 0 0,0 0 0 0 0,0 0 1 0 0,-1-1-1 0 0,1 1 0 0 0,0 0 0 0 0,0-1 0 0 0,-1 1 0 0 0,1-1 0 0 0,0 1 0 0 0,-1-1 0 0 0,1 0 0 0 0,-1 0 0 0 0,1 0 0 0 0,-1 0 1 0 0,1 0-1 0 0,-1 0 0 0 0,0 0 0 0 0,1 0 0 0 0,1-3 0 0 0,-3 4 58 0 0,0 0 0 0 0,0 1 0 0 0,0-1 0 0 0,0 0 1 0 0,0 0-1 0 0,0 0 0 0 0,0 0 0 0 0,0 0 0 0 0,0 0 0 0 0,0 0 0 0 0,0 0 0 0 0,0 0 1 0 0,0 0-1 0 0,0 0 0 0 0,0 0 0 0 0,0 0 0 0 0,0 1 0 0 0,0-1 0 0 0,0 0 0 0 0,0 0 1 0 0,0 0-1 0 0,0 0 0 0 0,0 0 0 0 0,0 0 0 0 0,0 0 0 0 0,0 0 0 0 0,0 0 0 0 0,0 0 1 0 0,0 0-1 0 0,0 0 0 0 0,0 0 0 0 0,0 0 0 0 0,0 0 0 0 0,0 0 0 0 0,0 0 1 0 0,1 0-1 0 0,-1 0 0 0 0,0 1 0 0 0,0-1 0 0 0,0 0 0 0 0,0 0 0 0 0,0 0 0 0 0,0 0 1 0 0,0 0-1 0 0,0 0 0 0 0,0 0 0 0 0,0 0 0 0 0,0 0 0 0 0,0 0 0 0 0,0 0 0 0 0,1 0 1 0 0,-1 0-1 0 0,0-1 0 0 0,0 1 0 0 0,0 0 0 0 0,0 0 0 0 0,0 0 0 0 0,0 0 0 0 0,0 0 1 0 0,0 0-1 0 0,0 0 0 0 0,0 0 0 0 0,0 0 0 0 0,0 0 0 0 0,0 0 0 0 0,0 0 0 0 0,0 0 1 0 0,0 11 2204 0 0,-6 15 1121 0 0,5-23-3586 0 0,-2 16 568 0 0,1 0-1 0 0,0 1 1 0 0,2-1 0 0 0,0 0-1 0 0,1 1 1 0 0,4 21 0 0 0,28 114 1515 0 0,-33-155-1835 0 0,38 163-120 0 0,33 317 0 0 0,-69-455 184 0 0,1 7 30 0 0,-1 0-1 0 0,-2 0 1 0 0,-6 55-1 0 0,5-82-55 0 0,-1-1 1 0 0,0 0-1 0 0,0 1 0 0 0,0-1 0 0 0,-1 0 0 0 0,1 0 0 0 0,-1 0 0 0 0,0 0 0 0 0,0-1 0 0 0,0 1 0 0 0,-1-1 0 0 0,1 0 0 0 0,-1 0 0 0 0,0 0 0 0 0,0 0 0 0 0,0-1 0 0 0,0 0 0 0 0,0 1 0 0 0,-7 1 0 0 0,-11 5 80 0 0,-1 0 0 0 0,-33 7 0 0 0,51-15-90 0 0,-67 15 2 0 0,-96 7-1 0 0,93-15-21 0 0,-88 22 0 0 0,47-1-108 0 0,0-5 0 0 0,-2-5 0 0 0,-219 7 0 0 0,290-25-62 0 0,0-3 0 0 0,1-1 0 0 0,-1-2 0 0 0,-65-17 0 0 0,109 21-13 0 0,0 0 0 0 0,-1 0 0 0 0,1-1 0 0 0,0 1 0 0 0,0-1 0 0 0,1 1 0 0 0,-5-4 0 0 0,6 4-23 0 0,0 0 0 0 0,0 1-1 0 0,0-1 1 0 0,0 0 0 0 0,1 0-1 0 0,-1 0 1 0 0,0 0 0 0 0,1 0-1 0 0,-1 0 1 0 0,1-1 0 0 0,-1 1-1 0 0,1 0 1 0 0,-1 0 0 0 0,1 0-1 0 0,0 0 1 0 0,0 0 0 0 0,0-1-1 0 0,-1 1 1 0 0,1 0 0 0 0,0 0-1 0 0,0-1 1 0 0,0 1 0 0 0,1-2-1 0 0,0-5-1617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0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88 2304 0 0,'-1'-5'533'0'0,"0"-1"-1"0"0,0 0 1 0 0,-1 0-1 0 0,1 1 0 0 0,-1-1 1 0 0,0 1-1 0 0,-1-1 1 0 0,1 1-1 0 0,-1 0 0 0 0,0 0 1 0 0,-23-22 9948 0 0,23 48-8670 0 0,2-15-1720 0 0,1 0-1 0 0,0 0 1 0 0,0 0-1 0 0,1 0 1 0 0,-1 0 0 0 0,3 7-1 0 0,42 76 12 0 0,-25-42-102 0 0,44 76 0 0 0,-3-5 0 0 0,-31-50 285 0 0,-3 1 0 0 0,-4 1 0 0 0,27 130 0 0 0,-44-175-50 0 0,2 21-1658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0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5985 0 0,'-7'4'10425'0'0,"12"13"-9138"0"0,-5-17-1332 0 0,42 137 3949 0 0,11 68-2994 0 0,-5 13-2582 0 0,-48-217 1567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1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91 3225 0 0,'-1'-8'715'0'0,"-1"1"0"0"0,1 0 0 0 0,-1 0-1 0 0,-1 0 1 0 0,-3-9 0 0 0,5 15-521 0 0,1 0 0 0 0,-1 1-1 0 0,1-1 1 0 0,-1 0 0 0 0,0 0-1 0 0,1 0 1 0 0,-1 1 0 0 0,0-1-1 0 0,1 0 1 0 0,-1 0 0 0 0,0 1 0 0 0,0-1-1 0 0,0 1 1 0 0,0-1 0 0 0,0 1-1 0 0,0-1 1 0 0,0 1 0 0 0,0 0-1 0 0,-1-1 1 0 0,1 1-138 0 0,0 0 0 0 0,-1 0 0 0 0,1 1 0 0 0,0-1 0 0 0,-1 0 0 0 0,1 1 0 0 0,0-1-1 0 0,-1 1 1 0 0,1-1 0 0 0,0 1 0 0 0,0-1 0 0 0,-1 1 0 0 0,1 0 0 0 0,0 0 0 0 0,0 0 0 0 0,0 0 0 0 0,0 0 0 0 0,-1 1 0 0 0,-8 10-40 0 0,0 1 1 0 0,1-1 0 0 0,1 1 0 0 0,0 1 0 0 0,1 0-1 0 0,1 0 1 0 0,0 0 0 0 0,0 1 0 0 0,-4 22 0 0 0,10-36 15 0 0,-1 0 0 0 0,1 0 0 0 0,0 1 0 0 0,-1-1 0 0 0,1 0 0 0 0,0 0 0 0 0,0 0 0 0 0,0 1 0 0 0,0-1 0 0 0,0 0 0 0 0,0 0 0 0 0,0 0 0 0 0,0 0 1 0 0,1 1-1 0 0,-1-1 0 0 0,0 0 0 0 0,1 0 0 0 0,-1 0 0 0 0,1 0 0 0 0,-1 0 0 0 0,1 0 0 0 0,1 2 0 0 0,-1-3 46 0 0,0 1 1 0 0,-1-1-1 0 0,1 0 0 0 0,0 1 1 0 0,0-1-1 0 0,0 0 0 0 0,0 0 1 0 0,0 0-1 0 0,0 0 0 0 0,0 0 1 0 0,0 0-1 0 0,0 0 1 0 0,0 0-1 0 0,0 0 0 0 0,0-1 1 0 0,0 1-1 0 0,0 0 0 0 0,0-1 1 0 0,0 1-1 0 0,1-1 0 0 0,5-3 357 0 0,-1 0 0 0 0,1 0 0 0 0,-1 0 1 0 0,0-1-1 0 0,9-9 0 0 0,-3 0 117 0 0,-1 0-1 0 0,-1-2 1 0 0,0 1 0 0 0,13-29 0 0 0,16-26 1080 0 0,-39 69-1604 0 0,1 0 0 0 0,0 0 0 0 0,1 0 0 0 0,-1-1-1 0 0,0 1 1 0 0,0 0 0 0 0,0 1 0 0 0,1-1 0 0 0,-1 0-1 0 0,0 0 1 0 0,1 0 0 0 0,-1 1 0 0 0,1-1 0 0 0,-1 1-1 0 0,1-1 1 0 0,-1 1 0 0 0,1 0 0 0 0,-1 0 0 0 0,1-1-1 0 0,-1 1 1 0 0,1 0 0 0 0,0 0 0 0 0,-1 0 0 0 0,1 1-1 0 0,-1-1 1 0 0,1 0 0 0 0,-1 1 0 0 0,1-1 0 0 0,-1 1-1 0 0,1-1 1 0 0,-1 1 0 0 0,1-1 0 0 0,-1 1 0 0 0,2 1-1 0 0,7 4 25 0 0,0 0-1 0 0,0 1 0 0 0,14 13 0 0 0,-11-10-40 0 0,8 8-130 0 0,-1 1 0 0 0,21 27-1 0 0,-28-31-337 0 0,4 5-315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1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6913 0 0,'0'-3'8269'0'0,"10"8"-5272"0"0,9 4-2445 0 0,-11-3-229 0 0,0 0 0 0 0,-1 1 0 0 0,1 0 0 0 0,-2 0 1 0 0,1 1-1 0 0,-1 0 0 0 0,0 0 0 0 0,0 0 1 0 0,8 18-1 0 0,1 6 155 0 0,15 48 0 0 0,-20-51-325 0 0,63 158-1684 0 0,-67-172 218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1.8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87 4145 0 0,'11'-41'1147'0'0,"-10"36"-519"0"0,-1 1 0 0 0,1 0 0 0 0,-1 0 0 0 0,0 0 0 0 0,0 0 1 0 0,0 0-1 0 0,-1-1 0 0 0,-1-3 0 0 0,2 8-576 0 0,0 0-1 0 0,0-1 1 0 0,0 1 0 0 0,0 0 0 0 0,0 0-1 0 0,0 0 1 0 0,-1-2 724 0 0,1 2-725 0 0,0 0 1 0 0,0 0 0 0 0,0 0 0 0 0,0 0-1 0 0,-1 0 1 0 0,1 0 0 0 0,0 0-1 0 0,0-1 1 0 0,0 1 0 0 0,0 0 0 0 0,0 0-1 0 0,-1 0 1 0 0,1 0 0 0 0,0 0 0 0 0,0 0-1 0 0,0 0 1 0 0,0 0 0 0 0,0 0-1 0 0,-1 0 1 0 0,1 0 0 0 0,0 0 0 0 0,0 1-1 0 0,0-1 1 0 0,0 0 0 0 0,0 0-1 0 0,-1 0 1 0 0,1 0 0 0 0,0 0 0 0 0,0 0-1 0 0,0 0 1 0 0,-9 10 1228 0 0,-4 14-350 0 0,13-24-875 0 0,-6 12 236 0 0,-18 39 512 0 0,23-48-698 0 0,0-1 0 0 0,0 1 0 0 0,0-1-1 0 0,1 1 1 0 0,-1-1 0 0 0,1 1 0 0 0,0-1 0 0 0,-1 1 0 0 0,1 0-1 0 0,0-1 1 0 0,0 1 0 0 0,1 0 0 0 0,-1-1 0 0 0,1 1 0 0 0,-1-1-1 0 0,1 1 1 0 0,1 2 0 0 0,1-3 32 0 0,0 0 0 0 0,1 0 0 0 0,-1 0 0 0 0,1 0 0 0 0,0-1 0 0 0,-1 0 0 0 0,1 1 0 0 0,0-1 0 0 0,0-1 0 0 0,0 1 0 0 0,0 0 0 0 0,0-1 0 0 0,6 0 0 0 0,3 1 82 0 0,8 2-184 0 0,1-1 1 0 0,0 0 0 0 0,0-2 0 0 0,0-1 0 0 0,0-1-1 0 0,30-6 1 0 0,26-13-5544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2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0 233 5761 0 0,'14'-32'7770'0'0,"4"34"-349"0"0,-16-1-7129 0 0,7 14-251 0 0,1 26 787 0 0,-9-33-851 0 0,1 0 0 0 0,0-1 1 0 0,0 1-1 0 0,0-1 0 0 0,1 0 1 0 0,0 1-1 0 0,0-1 0 0 0,1-1 1 0 0,7 12-1 0 0,-10-17-19 0 0,-1-1 0 0 0,0 0 0 0 0,1 1 1 0 0,-1-1-1 0 0,1 0 0 0 0,-1 1 0 0 0,1-1 0 0 0,-1 0 0 0 0,0 0 0 0 0,1 1 1 0 0,-1-1-1 0 0,1 0 0 0 0,-1 0 0 0 0,1 0 0 0 0,0 0 0 0 0,-1 0 0 0 0,1 0 1 0 0,-1 0-1 0 0,1 0 0 0 0,-1 0 0 0 0,1 0 0 0 0,-1 0 0 0 0,1 0 0 0 0,-1 0 1 0 0,1 0-1 0 0,-1 0 0 0 0,1 0 0 0 0,-1-1 0 0 0,1 1 0 0 0,-1 0 0 0 0,1 0 1 0 0,-1-1-1 0 0,16-16-1003 0 0,4-25-410 0 0,-9 1 809 0 0,12-35 907 0 0,-21 70-19 0 0,0 0 0 0 0,1 1 0 0 0,0 0-1 0 0,0 0 1 0 0,0 0 0 0 0,0 0 0 0 0,1 0 0 0 0,0 0 0 0 0,0 1-1 0 0,6-5 1 0 0,-9 8-196 0 0,0 1-1 0 0,-1 0 1 0 0,1-1-1 0 0,0 1 1 0 0,0 0-1 0 0,-1 0 0 0 0,1 0 1 0 0,0-1-1 0 0,0 1 1 0 0,-1 0-1 0 0,1 0 1 0 0,0 0-1 0 0,0 0 1 0 0,0 0-1 0 0,-1 1 1 0 0,1-1-1 0 0,0 0 0 0 0,0 0 1 0 0,-1 0-1 0 0,1 1 1 0 0,0-1-1 0 0,0 0 1 0 0,-1 1-1 0 0,1-1 1 0 0,0 0-1 0 0,-1 1 1 0 0,1-1-1 0 0,0 1 0 0 0,-1 0 1 0 0,1-1-1 0 0,-1 1 1 0 0,1-1-1 0 0,-1 1 1 0 0,1 0-1 0 0,-1-1 1 0 0,0 1-1 0 0,1 0 0 0 0,-1 0 1 0 0,19 35 406 0 0,-15-27-344 0 0,3 6-70 0 0,1-1 0 0 0,1 1 0 0 0,0-1 0 0 0,1-1 0 0 0,15 17 0 0 0,-20-25-128 0 0,-1-1 0 0 0,1 1-1 0 0,1-1 1 0 0,-1-1 0 0 0,1 1-1 0 0,-1-1 1 0 0,1 0 0 0 0,0 0 0 0 0,0 0-1 0 0,0-1 1 0 0,1 0 0 0 0,-1 0-1 0 0,0-1 1 0 0,1 1 0 0 0,-1-1-1 0 0,11 0 1 0 0,-12-2-92 0 0,0 0 0 0 0,-1 0 0 0 0,1 0 0 0 0,-1 0 0 0 0,1-1 0 0 0,-1 0 1 0 0,1 0-1 0 0,-1 0 0 0 0,0 0 0 0 0,0-1 0 0 0,0 1 0 0 0,-1-1 0 0 0,1 0 0 0 0,-1 0 0 0 0,1-1 0 0 0,-1 1 1 0 0,0-1-1 0 0,0 0 0 0 0,0 1 0 0 0,4-9 0 0 0,-3 5 123 0 0,0 0 0 0 0,-1 0 0 0 0,0 0 0 0 0,0 0 0 0 0,0-1-1 0 0,-1 1 1 0 0,0-1 0 0 0,0 0 0 0 0,-1 1 0 0 0,0-1 0 0 0,0-13 0 0 0,-2 12 165 0 0,-1 1 0 0 0,-1 0 0 0 0,1-1 0 0 0,-1 1 0 0 0,0 0 0 0 0,-1 0 0 0 0,0 1 0 0 0,0-1 0 0 0,-9-10 1 0 0,10 13-26 0 0,-1-1 0 0 0,0 1 0 0 0,-1 1 0 0 0,1-1 0 0 0,-1 1 0 0 0,0-1 0 0 0,0 1 0 0 0,0 1 0 0 0,0-1 0 0 0,-1 1 0 0 0,1 0 0 0 0,-1 0 0 0 0,-9-3 0 0 0,12 6-207 0 0,0 0 0 0 0,0 0 0 0 0,0 0 0 0 0,0 0 0 0 0,-1 1 0 0 0,1-1 0 0 0,0 1 0 0 0,0 0 0 0 0,0 0-1 0 0,0 0 1 0 0,0 0 0 0 0,0 0 0 0 0,0 1 0 0 0,1-1 0 0 0,-1 1 0 0 0,0 0 0 0 0,1 0 0 0 0,-1 0 0 0 0,1 0 0 0 0,0 0 0 0 0,0 1 0 0 0,-4 4 0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2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34 9218 0 0,'-7'-21'1717'0'0,"7"21"-1492"0"0,-1-1 0 0 0,1 0-1 0 0,0 0 1 0 0,-1 0 0 0 0,1 1 0 0 0,-1-1 0 0 0,1 0 0 0 0,-1 1-1 0 0,1-1 1 0 0,-1 1 0 0 0,0-1 0 0 0,1 0 0 0 0,-1 1 0 0 0,0-1-1 0 0,1 1 1 0 0,-1 0 0 0 0,0-1 0 0 0,0 1 0 0 0,1-1 0 0 0,-1 1-1 0 0,0 0 1 0 0,-1-1 0 0 0,0 20 1796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2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7378 0 0,'0'0'656'0'0,"0"-2"-528"0"0,0 1-128 0 0,1 1 0 0 0,1 1 0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3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41 7306 0 0,'-1'32'10761'0'0,"0"8"-5945"0"0,2 28-3977 0 0,0-57-886 0 0,0 1 1 0 0,1-1 0 0 0,0 1-1 0 0,0-1 1 0 0,1 0-1 0 0,1 0 1 0 0,6 14-1 0 0,-8-21 28 0 0,0 0-1 0 0,0-1 1 0 0,0 1-1 0 0,1-1 1 0 0,0 1-1 0 0,0-1 1 0 0,0 0-1 0 0,0 0 1 0 0,0 0-1 0 0,0 0 1 0 0,1-1-1 0 0,-1 1 1 0 0,1-1-1 0 0,0 0 1 0 0,0 0-1 0 0,0 0 1 0 0,0-1-1 0 0,0 1 1 0 0,0-1-1 0 0,0 0 1 0 0,0 0-1 0 0,1 0 1 0 0,-1-1-1 0 0,0 0 1 0 0,1 0-1 0 0,-1 0 1 0 0,0 0-1 0 0,7-1 1 0 0,-7-1-2 0 0,1 1 1 0 0,-1-1-1 0 0,1 0 1 0 0,-1 1-1 0 0,0-2 1 0 0,0 1-1 0 0,0-1 1 0 0,0 1-1 0 0,0-1 1 0 0,0 0 0 0 0,-1 0-1 0 0,0-1 1 0 0,1 1-1 0 0,-1-1 1 0 0,0 0-1 0 0,-1 1 1 0 0,1-1-1 0 0,-1-1 1 0 0,0 1-1 0 0,1 0 1 0 0,-2 0 0 0 0,1-1-1 0 0,-1 1 1 0 0,1-1-1 0 0,0-9 1 0 0,-1 4-81 0 0,-1 0 0 0 0,0 0 0 0 0,0 0 0 0 0,-1 0 0 0 0,0 1 0 0 0,-1-1 1 0 0,0 0-1 0 0,-1 0 0 0 0,0 1 0 0 0,0-1 0 0 0,-1 1 0 0 0,0 0 0 0 0,-1 0 0 0 0,0 0 0 0 0,0 1 1 0 0,-8-10-1 0 0,8 12-122 0 0,1 0 0 0 0,-2 0 1 0 0,1 0-1 0 0,-1 1 0 0 0,1 0 0 0 0,-2 0 1 0 0,1 0-1 0 0,0 1 0 0 0,-1 0 1 0 0,0 0-1 0 0,0 0 0 0 0,0 1 0 0 0,0 0 1 0 0,-1 1-1 0 0,1 0 0 0 0,-1 0 1 0 0,1 0-1 0 0,-1 1 0 0 0,0 0 0 0 0,0 1 1 0 0,-8 0-1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3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5985 0 0,'0'-2'1851'0'0,"0"12"424"0"0,1 0-1 0 0,0 0 0 0 0,1 0 1 0 0,3 12-1 0 0,-1-12-1760 0 0,-1 1 0 0 0,2-1 0 0 0,-1 1 0 0 0,9 11 0 0 0,-11-18-529 0 0,0 0-1 0 0,1 0 0 0 0,-1 0 0 0 0,1 0 0 0 0,0-1 0 0 0,0 1 0 0 0,0-1 0 0 0,1 0 0 0 0,-1 0 0 0 0,1 0 0 0 0,0 0 0 0 0,-1-1 0 0 0,1 1 1 0 0,1-1-1 0 0,-1 0 0 0 0,0 0 0 0 0,0-1 0 0 0,1 1 0 0 0,-1-1 0 0 0,1 0 0 0 0,-1 0 0 0 0,1 0 0 0 0,0-1 0 0 0,-1 0 0 0 0,1 0 0 0 0,6 0 1 0 0,-9-1 24 0 0,0 1 0 0 0,0-1 1 0 0,0 0-1 0 0,0 0 0 0 0,0 1 1 0 0,0-1-1 0 0,0-1 1 0 0,0 1-1 0 0,-1 0 0 0 0,1 0 1 0 0,0-1-1 0 0,-1 1 0 0 0,1-1 1 0 0,-1 1-1 0 0,1-1 0 0 0,1-2 1 0 0,16-35-5 0 0,-17 34-6 0 0,0-1 0 0 0,1 1 1 0 0,0-1-1 0 0,0 1 1 0 0,0 0-1 0 0,6-7 1 0 0,-8 10 5 0 0,1 0 1 0 0,-1 1 0 0 0,1-1 0 0 0,-1 1 0 0 0,1-1 0 0 0,0 1-1 0 0,0 0 1 0 0,0-1 0 0 0,0 1 0 0 0,0 0 0 0 0,0 0 0 0 0,0 0-1 0 0,0 1 1 0 0,0-1 0 0 0,0 0 0 0 0,0 1 0 0 0,0 0 0 0 0,1-1-1 0 0,-1 1 1 0 0,0 0 0 0 0,0 0 0 0 0,1 0 0 0 0,1 1 0 0 0,0 0 33 0 0,0 1-1 0 0,0 0 1 0 0,0 1 0 0 0,0-1 0 0 0,-1 0 0 0 0,1 1 0 0 0,-1 0 0 0 0,0 0 0 0 0,1 0 0 0 0,3 6 0 0 0,-4-7-20 0 0,0 0-1 0 0,-1 0 1 0 0,1 0 0 0 0,0 0 0 0 0,0-1-1 0 0,0 1 1 0 0,0-1 0 0 0,1 0 0 0 0,-1 0 0 0 0,0 0-1 0 0,0 0 1 0 0,1 0 0 0 0,-1-1 0 0 0,0 0 0 0 0,1 1-1 0 0,-1-1 1 0 0,1 0 0 0 0,-1-1 0 0 0,0 1 0 0 0,1-1-1 0 0,-1 1 1 0 0,1-1 0 0 0,-1 0 0 0 0,0 0 0 0 0,0-1-1 0 0,0 1 1 0 0,0-1 0 0 0,0 1 0 0 0,4-4 0 0 0,-4 4-26 0 0,0-1 1 0 0,-1 1 0 0 0,1-1 0 0 0,-1 0 0 0 0,0 0 0 0 0,1 0 0 0 0,-1 0 0 0 0,0 0 0 0 0,0 0 0 0 0,0 0 0 0 0,0-1 0 0 0,-1 1 0 0 0,1-1 0 0 0,-1 1 0 0 0,1-1 0 0 0,-1 0 0 0 0,0 0 0 0 0,0 0 0 0 0,0 1 0 0 0,-1-1 0 0 0,1 0 0 0 0,-1 0 0 0 0,1 0 0 0 0,-1 0 0 0 0,0 0 0 0 0,0 0 0 0 0,0 0 0 0 0,-1 0 0 0 0,1 0 0 0 0,-1 0 0 0 0,1 0 0 0 0,-1 0-1 0 0,-2-4 1 0 0,-4-5-376 0 0,-1 1 0 0 0,0 0 0 0 0,-1 1 0 0 0,-15-15 0 0 0,5 5-2401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33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0 103 7370 0 0,'3'0'316'0'0,"0"0"1"0"0,0 0 0 0 0,0 0-1 0 0,-1 1 1 0 0,1-1 0 0 0,0 1-1 0 0,0-1 1 0 0,-1 1 0 0 0,1 0-1 0 0,-1 0 1 0 0,1 0 0 0 0,0 1-1 0 0,-1-1 1 0 0,0 1-1 0 0,1-1 1 0 0,-1 1 0 0 0,0 0-1 0 0,0 0 1 0 0,0 0 0 0 0,2 3-1 0 0,1 1 340 0 0,-1 1 0 0 0,-1 0-1 0 0,1 0 1 0 0,-1 1 0 0 0,3 12-1 0 0,-4-13-467 0 0,1 1 1 0 0,-1-1-1 0 0,1 0 0 0 0,1 0 0 0 0,-1 0 1 0 0,6 7-1 0 0,-9-14-186 0 0,0 0 1 0 0,0 1-1 0 0,0-1 1 0 0,0 0-1 0 0,1 0 1 0 0,-1 0-1 0 0,0 0 1 0 0,0 1-1 0 0,0-1 1 0 0,0 0-1 0 0,0 0 1 0 0,1 0-1 0 0,-1 0 1 0 0,0 0-1 0 0,0 0 1 0 0,0 1-1 0 0,0-1 1 0 0,1 0-1 0 0,-1 0 1 0 0,0 0-1 0 0,0 0 1 0 0,0 0 0 0 0,1 0-1 0 0,-1 0 1 0 0,0 0-1 0 0,0 0 1 0 0,0 0-1 0 0,1 0 1 0 0,-1 0-1 0 0,0 0 1 0 0,0 0-1 0 0,0 0 1 0 0,1 0-1 0 0,-1 0 1 0 0,0 0-1 0 0,0 0 1 0 0,0 0-1 0 0,1-1 1 0 0,-1 1-1 0 0,0 0 1 0 0,0 0-1 0 0,0 0 1 0 0,6-11 71 0 0,0-21 25 0 0,-5 26-71 0 0,4-26-7 0 0,-3 12-3 0 0,1 1 1 0 0,11-35-1 0 0,-13 50 72 0 0,0 0-1 0 0,1 0 1 0 0,0 0-1 0 0,0 0 1 0 0,0 0-1 0 0,0 0 1 0 0,1 1-1 0 0,-1-1 1 0 0,1 1-1 0 0,0 0 1 0 0,0-1-1 0 0,0 1 1 0 0,1 1-1 0 0,-1-1 1 0 0,1 0-1 0 0,-1 1 1 0 0,1 0-1 0 0,4-3 1 0 0,-6 5-35 0 0,0-1 0 0 0,-1 1 0 0 0,1 0 0 0 0,0-1 1 0 0,-1 1-1 0 0,1 0 0 0 0,0 0 0 0 0,0 0 0 0 0,-1 0 1 0 0,1 0-1 0 0,0 0 0 0 0,0 1 0 0 0,-1-1 0 0 0,1 0 0 0 0,0 1 1 0 0,-1-1-1 0 0,1 1 0 0 0,-1 0 0 0 0,3 1 0 0 0,0 0 16 0 0,-1 1 0 0 0,0 0-1 0 0,1-1 1 0 0,-1 1 0 0 0,0 1-1 0 0,0-1 1 0 0,3 6 0 0 0,3 4 73 0 0,-2 0 0 0 0,0 1 0 0 0,7 19 0 0 0,6 10-426 0 0,-14-35-193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1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13 106 8290 0 0,'-1'-2'27'0'0,"-10"-50"1347"0"0,11 48-940 0 0,-1 1-1 0 0,1-1 1 0 0,0 1 0 0 0,0 0 0 0 0,0-1 0 0 0,1 1 0 0 0,-1-1 0 0 0,1 1-1 0 0,0 0 1 0 0,0-1 0 0 0,0 1 0 0 0,0 0 0 0 0,3-4 0 0 0,-4 7-347 0 0,0 0 0 0 0,1 0 1 0 0,-1 0-1 0 0,1 0 0 0 0,-1 0 1 0 0,0 1-1 0 0,1-1 0 0 0,-1 0 1 0 0,0 0-1 0 0,1 0 0 0 0,-1 1 1 0 0,0-1-1 0 0,1 0 0 0 0,-1 0 1 0 0,0 1-1 0 0,1-1 0 0 0,-1 0 1 0 0,0 1-1 0 0,0-1 0 0 0,1 0 1 0 0,-1 1-1 0 0,0-1 1 0 0,0 0-1 0 0,0 1 0 0 0,0-1 1 0 0,1 0-1 0 0,-1 1 0 0 0,0-1 1 0 0,0 1-1 0 0,0-1 0 0 0,0 0 1 0 0,0 1-1 0 0,0-1 0 0 0,0 1 1 0 0,0-1-1 0 0,0 0 0 0 0,0 1 1 0 0,5 20 607 0 0,10 116 702 0 0,-5 247 1 0 0,-11-275-1172 0 0,32 634 411 0 0,-15-545-410 0 0,-16-164-258 0 0,-1-1 1 0 0,-1 1-1 0 0,-13 60 0 0 0,10-79-170 0 0,5-14 118 0 0,0-1 0 0 0,-1 0-1 0 0,1 1 1 0 0,0-1 0 0 0,0 1 0 0 0,0-1-1 0 0,-1 0 1 0 0,1 1 0 0 0,0-1 0 0 0,0 0-1 0 0,-1 0 1 0 0,1 1 0 0 0,0-1 0 0 0,0 0-1 0 0,-1 0 1 0 0,1 1 0 0 0,0-1 0 0 0,-1 0-1 0 0,1 0 1 0 0,-1 0 0 0 0,1 0 0 0 0,0 1-1 0 0,-1-1 1 0 0,1 0 0 0 0,0 0 0 0 0,-1 0-1 0 0,1 0 1 0 0,-1 0 0 0 0,1 0 0 0 0,0 0-1 0 0,-1 0 1 0 0,1 0 0 0 0,-1 0 0 0 0,1 0-1 0 0,-1-1 1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1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73 11522 0 0,'2'-4'136'0'0,"2"0"0"0"0,-1 0 0 0 0,0 0-1 0 0,1 0 1 0 0,0 1 0 0 0,-1 0-1 0 0,2-1 1 0 0,-1 2 0 0 0,0-1 0 0 0,0 0-1 0 0,1 1 1 0 0,0 0 0 0 0,8-3-1 0 0,4-1 425 0 0,0 0 0 0 0,28-4 0 0 0,-38 9-340 0 0,0 0 1 0 0,1 0-1 0 0,-1 1 0 0 0,1 0 1 0 0,0 0-1 0 0,-1 0 0 0 0,1 1 1 0 0,-1 1-1 0 0,0-1 1 0 0,1 1-1 0 0,-1 0 0 0 0,0 1 1 0 0,0 0-1 0 0,12 6 0 0 0,-13-5-129 0 0,-1 0-1 0 0,0 0 1 0 0,0 1-1 0 0,0-1 0 0 0,0 1 1 0 0,-1 0-1 0 0,0 1 1 0 0,0-1-1 0 0,0 1 1 0 0,-1-1-1 0 0,0 1 0 0 0,0 0 1 0 0,0 0-1 0 0,-1 1 1 0 0,0-1-1 0 0,0 0 1 0 0,1 8-1 0 0,-1 4-51 0 0,0-1 0 0 0,-1 1 1 0 0,-1 0-1 0 0,-1-1 0 0 0,0 1 0 0 0,-2 0 0 0 0,0-1 0 0 0,-1 0 1 0 0,-7 21-1 0 0,-5 9-3 0 0,-3 0 0 0 0,-24 43 0 0 0,10-28 315 0 0,-50 71-1 0 0,65-108-334 0 0,-1-1 0 0 0,0-1 0 0 0,-2 0 0 0 0,-1-2 0 0 0,-36 28 1 0 0,51-44 92 0 0,0 0 0 0 0,0 0 1 0 0,-1-1-1 0 0,0 0 0 0 0,0 0 1 0 0,0-1-1 0 0,-1 0 0 0 0,-10 2 1 0 0,96 6 637 0 0,-3-1-571 0 0,-1 3 1 0 0,100 32-1 0 0,-126-30-163 0 0,-1 2 0 0 0,-1 3 0 0 0,-1 1 0 0 0,69 45 0 0 0,-101-58-467 0 0,-1 1-1 0 0,0 1 1 0 0,0 0-1 0 0,8 11 1 0 0,0 1-7249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3.3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14 157 6913 0 0,'-3'-7'536'0'0,"0"0"-1"0"0,1-1 1 0 0,0 1-1 0 0,1-1 0 0 0,0 1 1 0 0,0-1-1 0 0,0 0 0 0 0,2-11 1 0 0,-2 19-428 0 0,1-1-1 0 0,0 1 1 0 0,0-1 0 0 0,0 1 0 0 0,0 0-1 0 0,0-1 1 0 0,0 1 0 0 0,0 0-1 0 0,0-1 1 0 0,0 1 0 0 0,0-1 0 0 0,0 1-1 0 0,0 0 1 0 0,0-1 0 0 0,1 1 0 0 0,-1 0-1 0 0,0-1 1 0 0,0 1 0 0 0,0 0 0 0 0,0-1-1 0 0,1 1 1 0 0,-1 0 0 0 0,0-1 0 0 0,0 1-1 0 0,1 0 1 0 0,-1 0 0 0 0,0-1-1 0 0,0 1 1 0 0,1 0 0 0 0,-1 0 0 0 0,0 0-1 0 0,1-1 1 0 0,-1 1 0 0 0,0 0 0 0 0,1 0-1 0 0,-1 0 1 0 0,0 0 0 0 0,1-1 0 0 0,15 10 1640 0 0,11 20-557 0 0,-17-11-870 0 0,-1 1 0 0 0,-1 0 0 0 0,-1 1 0 0 0,0 0 0 0 0,5 27 0 0 0,12 106 450 0 0,-23-146-735 0 0,6 39 45 0 0,-3-17 26 0 0,0 1-1 0 0,-1 0 1 0 0,-2-1 0 0 0,-3 32 0 0 0,-2-80 216 0 0,2-18-265 0 0,11-40 50 0 0,4 0 0 0 0,3 1-1 0 0,3 1 1 0 0,30-73 0 0 0,-43 131-154 0 0,1 0 0 0 0,9-16 0 0 0,-13 28 42 0 0,-1 0 0 0 0,1 1 0 0 0,1-1 1 0 0,-1 1-1 0 0,1 0 0 0 0,-1 0 0 0 0,1 0 0 0 0,0 0 0 0 0,1 1 1 0 0,-1-1-1 0 0,6-2 0 0 0,-9 5 6 0 0,0 1 0 0 0,0-1 0 0 0,0 1 0 0 0,1-1 1 0 0,-1 1-1 0 0,0 0 0 0 0,0-1 0 0 0,1 1 0 0 0,-1 0 0 0 0,0 0 0 0 0,0 0 0 0 0,1 0 1 0 0,-1 0-1 0 0,0 0 0 0 0,0 1 0 0 0,1-1 0 0 0,-1 0 0 0 0,0 0 0 0 0,0 1 0 0 0,0-1 1 0 0,1 1-1 0 0,-1-1 0 0 0,1 2 0 0 0,0 0 9 0 0,1-1 1 0 0,-1 2-1 0 0,0-1 1 0 0,0 0-1 0 0,0 0 1 0 0,0 1-1 0 0,0-1 1 0 0,0 1-1 0 0,1 3 1 0 0,3 6 35 0 0,-1 1 0 0 0,0 0 0 0 0,3 16 0 0 0,-8-28-46 0 0,108 416 135 0 0,-92-342-135 0 0,-11-47 79 0 0,1 0 1 0 0,2 0-1 0 0,12 31 0 0 0,-17-52-1766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3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0 519 17972 0 0,'0'0'827'0'0,"23"-9"-1263"0"0,-15 3 489 0 0,0 1 1 0 0,0-2-1 0 0,-1 1 1 0 0,0-1 0 0 0,-1 0-1 0 0,1 0 1 0 0,-1 0-1 0 0,-1-1 1 0 0,1 0-1 0 0,-1-1 1 0 0,-1 1 0 0 0,1-1-1 0 0,-2 0 1 0 0,5-12-1 0 0,3-15 20 0 0,-1-1 0 0 0,6-47 0 0 0,-12 56-17 0 0,1-43 0 0 0,-5 61-41 0 0,0-1 0 0 0,-1 0 0 0 0,0 0 0 0 0,-1 1 0 0 0,0-1-1 0 0,0 1 1 0 0,-5-12 0 0 0,6 20 0 0 0,1 0 0 0 0,-1 0-1 0 0,1 1 1 0 0,-1-1 0 0 0,0 0 0 0 0,0 1-1 0 0,0-1 1 0 0,0 1 0 0 0,0-1 0 0 0,0 1-1 0 0,0-1 1 0 0,-1 1 0 0 0,1 0 0 0 0,0 0-1 0 0,-1 0 1 0 0,1 0 0 0 0,-1-1 0 0 0,1 2-1 0 0,-1-1 1 0 0,0 0 0 0 0,1 0 0 0 0,-1 0-1 0 0,0 1 1 0 0,1-1 0 0 0,-1 1 0 0 0,0 0-1 0 0,0-1 1 0 0,0 1 0 0 0,1 0 0 0 0,-1 0-1 0 0,0 0 1 0 0,0 0 0 0 0,0 0 0 0 0,0 1-1 0 0,1-1 1 0 0,-1 0 0 0 0,-2 2 0 0 0,1-1 34 0 0,-1 1 0 0 0,0 0 0 0 0,1 1 1 0 0,-1-1-1 0 0,1 1 0 0 0,0-1 0 0 0,-1 1 1 0 0,1 0-1 0 0,1 0 0 0 0,-1 0 0 0 0,0 1 1 0 0,1-1-1 0 0,-1 1 0 0 0,1-1 0 0 0,-2 5 0 0 0,1 1-69 0 0,0 1-1 0 0,0-1 0 0 0,0 1 0 0 0,2 0 0 0 0,-1 0 0 0 0,1 0 0 0 0,0 0 0 0 0,1 0 0 0 0,0 0 1 0 0,1 0-1 0 0,0 0 0 0 0,0 0 0 0 0,1-1 0 0 0,1 1 0 0 0,0 0 0 0 0,0-1 0 0 0,0 1 0 0 0,1-1 1 0 0,1 0-1 0 0,5 9 0 0 0,3 3 49 0 0,1-1 0 0 0,1 0 0 0 0,1-1 0 0 0,0 0 1 0 0,1-2-1 0 0,1 0 0 0 0,22 16 0 0 0,-29-25-157 0 0,0-1 0 0 0,1 0 0 0 0,-1 0 0 0 0,15 5 0 0 0,-2-4-717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4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49 6913 0 0,'0'-3'-74'0'0,"-6"-32"1659"0"0,-2 25 528 0 0,8 10-1993 0 0,-1 0-1 0 0,1 0 1 0 0,-1 0-1 0 0,1 0 1 0 0,-1 0-1 0 0,0 1 1 0 0,1-1-1 0 0,-1 0 1 0 0,1 0-1 0 0,-1 1 1 0 0,1-1-1 0 0,-1 0 1 0 0,1 1 0 0 0,-1-1-1 0 0,1 1 1 0 0,0-1-1 0 0,-1 0 1 0 0,1 1-1 0 0,0-1 1 0 0,-1 1-1 0 0,1-1 1 0 0,0 1-1 0 0,-1-1 1 0 0,1 2 0 0 0,-9 16 433 0 0,1 1 0 0 0,0 0 1 0 0,2 1-1 0 0,0 0 0 0 0,-5 38 1 0 0,5-28-275 0 0,1-5-150 0 0,1-1-1 0 0,1 1 1 0 0,0 28 0 0 0,3-45-43 0 0,0-1-1 0 0,1 1 1 0 0,0-1 0 0 0,0 1-1 0 0,1-1 1 0 0,-1 1 0 0 0,2-1-1 0 0,-1 0 1 0 0,1 0 0 0 0,0 0 0 0 0,1 0-1 0 0,-1 0 1 0 0,1-1 0 0 0,8 10-1 0 0,-10-14-32 0 0,-1 0 0 0 0,1-1 0 0 0,0 1-1 0 0,-1-1 1 0 0,1 1 0 0 0,0-1 0 0 0,0 0-1 0 0,0 0 1 0 0,0 0 0 0 0,0 0 0 0 0,0 0-1 0 0,1 0 1 0 0,-1-1 0 0 0,0 1 0 0 0,0-1-1 0 0,0 1 1 0 0,1-1 0 0 0,-1 0 0 0 0,0 0-1 0 0,3 0 1 0 0,-1-1 4 0 0,0 0-1 0 0,0 0 1 0 0,0 0 0 0 0,0 0-1 0 0,-1-1 1 0 0,1 0-1 0 0,0 1 1 0 0,-1-1 0 0 0,1-1-1 0 0,4-3 1 0 0,3-4-26 0 0,0 0 1 0 0,-1 0-1 0 0,-1-1 1 0 0,0-1-1 0 0,10-15 0 0 0,-12 13-139 0 0,0-1 0 0 0,-1 1 1 0 0,0-1-1 0 0,-1-1 0 0 0,-1 1 0 0 0,3-20 0 0 0,-2 11 1 0 0,11-35 1 0 0,-16 59 106 0 0,0 0 0 0 0,0 0 0 0 0,0 0 0 0 0,1-1 0 0 0,-1 1 0 0 0,0 0 0 0 0,0 0 0 0 0,0 0 1 0 0,0 0-1 0 0,0-1 0 0 0,0 1 0 0 0,0 0 0 0 0,0 0 0 0 0,0 0 0 0 0,1 0 0 0 0,-1 0 0 0 0,0-1 0 0 0,0 1 0 0 0,0 0 0 0 0,0 0 0 0 0,0 0 0 0 0,1 0 0 0 0,-1 0 0 0 0,0 0 0 0 0,0 0 0 0 0,0 0 0 0 0,1 0 0 0 0,-1 0 0 0 0,0-1 0 0 0,0 1 0 0 0,0 0 0 0 0,0 0 0 0 0,1 0 0 0 0,-1 0 0 0 0,0 0 0 0 0,0 0 0 0 0,0 0 0 0 0,1 0 0 0 0,-1 1 0 0 0,0-1 0 0 0,0 0 0 0 0,0 0 1 0 0,1 0-1 0 0,-1 0 0 0 0,0 0 0 0 0,0 0 0 0 0,0 0 0 0 0,0 0 0 0 0,0 0 0 0 0,1 1 0 0 0,-1-1 0 0 0,0 0 0 0 0,0 0 0 0 0,0 0 0 0 0,11 15-4 0 0,4 18 34 0 0,-10-20 55 0 0,1 0-1 0 0,0-1 0 0 0,1 1 1 0 0,0-1-1 0 0,1-1 1 0 0,0 1-1 0 0,0-1 1 0 0,17 15-1 0 0,-22-23-59 0 0,1 0 0 0 0,-1 0 0 0 0,1 0 0 0 0,0-1 0 0 0,0 1 0 0 0,0-1 0 0 0,0 0 0 0 0,1 0 0 0 0,-1 0-1 0 0,0-1 1 0 0,1 0 0 0 0,-1 0 0 0 0,1 0 0 0 0,0 0 0 0 0,-1-1 0 0 0,1 1 0 0 0,-1-1 0 0 0,1 0 0 0 0,0-1 0 0 0,-1 1 0 0 0,1-1 0 0 0,0 0 0 0 0,-1 0 0 0 0,1 0 0 0 0,-1-1 0 0 0,0 1 0 0 0,1-1 0 0 0,-1 0 0 0 0,7-5 0 0 0,-7 4 7 0 0,0 0 0 0 0,-1 0 1 0 0,1-1-1 0 0,-1 1 1 0 0,0-1-1 0 0,0 0 1 0 0,0 0-1 0 0,0 0 0 0 0,0 0 1 0 0,-1-1-1 0 0,0 1 1 0 0,0-1-1 0 0,0 1 1 0 0,-1-1-1 0 0,1 0 0 0 0,-1 0 1 0 0,0 1-1 0 0,0-1 1 0 0,-1 0-1 0 0,0 0 1 0 0,0 0-1 0 0,0 0 0 0 0,-1-8 1 0 0,-1-7-358 0 0,-1 0-1 0 0,-1 1 1 0 0,-1-1 0 0 0,-11-26-1 0 0,3 18-1709 0 0,8 17 502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4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5 16588 0 0,'4'-5'2846'0'0,"-9"24"-1480"0"0,-11 29-435 0 0,0-14-728 0 0,2 1 1 0 0,-13 52-1 0 0,24-75-537 0 0,1 1 0 0 0,0-1 1 0 0,1 1-1 0 0,0 0 0 0 0,1-1 0 0 0,1 1 1 0 0,0 0-1 0 0,0-1 0 0 0,1 1 0 0 0,1-1 1 0 0,4 14-1 0 0,1-7 274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4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10594 0 0,'0'0'42'0'0,"0"0"-1"0"0,0 0 0 0 0,0 0 1 0 0,0 0-1 0 0,0 0 0 0 0,0 0 1 0 0,0 0-1 0 0,0-1 0 0 0,0 1 1 0 0,0 0-1 0 0,0 0 0 0 0,0 0 1 0 0,0 0-1 0 0,1-1 455 0 0,-1 1-455 0 0,0 0 1 0 0,0-1-1 0 0,0 1 0 0 0,1 0 1 0 0,-1 0-1 0 0,0 0 0 0 0,0 0 1 0 0,0 0-1 0 0,0 0 0 0 0,0 0 1 0 0,0 0-1 0 0,0 0 0 0 0,1 0 1 0 0,-1 0-1 0 0,0 0 0 0 0,0 0 1 0 0,0 0-1 0 0,0 0 0 0 0,0 0 1 0 0,0 0-1 0 0,1 0 0 0 0,-1 0 1 0 0,0 0-1 0 0,0 0 0 0 0,0 1 1 0 0,9 4 1615 0 0,7 10 612 0 0,-9-2-1520 0 0,0-1-1 0 0,-1 2 1 0 0,-1-1 0 0 0,0 1-1 0 0,5 19 1 0 0,10 76 426 0 0,-16-85-930 0 0,20 134 149 0 0,49 236-2486 0 0,-69-379 996 0 0,-2-10 454 0 0,0 0 1 0 0,0 1-1 0 0,-1-1 1 0 0,0 1-1 0 0,0 0 0 0 0,-1-1 1 0 0,0 11-1 0 0,-2-11 497 0 0,-1-5 126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5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4 234 5065 0 0,'-3'-9'448'0'0,"3"2"-352"0"0,1-1-96 0 0,2 2 0 0 0,0 0 960 0 0,2 2 169 0 0,2-4 39 0 0,4-3 8 0 0,7-7-24 0 0,6-6-7 0 0,5-3-1 0 0,3 1 0 0 0,-2 4-680 0 0,0 2-136 0 0,2 6-24 0 0,8 5-3056 0 0,-2 0-609 0 0,-2 3-120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5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0 433 9218 0 0,'7'1'257'0'0,"0"1"0"0"0,-1-1-1 0 0,1-1 1 0 0,0 1 0 0 0,0-1 0 0 0,0 0 0 0 0,-1-1-1 0 0,1 0 1 0 0,0 0 0 0 0,0 0 0 0 0,-1-1 0 0 0,1 0 0 0 0,-1 0-1 0 0,1-1 1 0 0,-1 0 0 0 0,0 0 0 0 0,8-6 0 0 0,-3 3 88 0 0,-1-1 0 0 0,0-1 0 0 0,0 0 0 0 0,-1 0 1 0 0,0-1-1 0 0,0 0 0 0 0,-1 0 0 0 0,12-19 1 0 0,-10 10 70 0 0,-2 1 0 0 0,0-1 1 0 0,-1-1-1 0 0,-1 1 0 0 0,0-1 0 0 0,-1-1 1 0 0,-2 1-1 0 0,0 0 0 0 0,-1-1 1 0 0,0 0-1 0 0,-2 1 0 0 0,-4-39 0 0 0,4 56-426 0 0,0 0-1 0 0,0 1 0 0 0,-1-1 0 0 0,1 0 1 0 0,0 1-1 0 0,-1-1 0 0 0,1 1 1 0 0,-1-1-1 0 0,1 1 0 0 0,-1-1 0 0 0,0 1 1 0 0,0-1-1 0 0,0 1 0 0 0,0 0 0 0 0,0-1 1 0 0,0 1-1 0 0,0 0 0 0 0,0 0 0 0 0,0 0 1 0 0,-1 0-1 0 0,-2-2 0 0 0,3 3 22 0 0,0 0 1 0 0,-1 0-1 0 0,1 0 0 0 0,-1 0 0 0 0,1 0 0 0 0,0 0 0 0 0,-1 1 1 0 0,1-1-1 0 0,0 0 0 0 0,-1 1 0 0 0,1-1 0 0 0,0 1 0 0 0,0 0 1 0 0,-1-1-1 0 0,1 1 0 0 0,0 0 0 0 0,0 0 0 0 0,0 0 0 0 0,0-1 1 0 0,0 1-1 0 0,0 0 0 0 0,0 1 0 0 0,0-1 0 0 0,0 0 0 0 0,1 0 1 0 0,-2 2-1 0 0,-8 11-133 0 0,1 0 1 0 0,1 1-1 0 0,0 0 0 0 0,1 1 1 0 0,0-1-1 0 0,2 1 1 0 0,0 1-1 0 0,0-1 1 0 0,1 1-1 0 0,2 0 0 0 0,-1 0 1 0 0,2 0-1 0 0,0 0 1 0 0,1 0-1 0 0,1 0 0 0 0,1 0 1 0 0,4 21-1 0 0,-4-30 86 0 0,1-1-1 0 0,0 0 1 0 0,0 0-1 0 0,0 0 0 0 0,1 0 1 0 0,0-1-1 0 0,0 1 1 0 0,1-1-1 0 0,0 0 1 0 0,0-1-1 0 0,0 1 1 0 0,1-1-1 0 0,0 0 0 0 0,0 0 1 0 0,0-1-1 0 0,0 1 1 0 0,1-1-1 0 0,0-1 1 0 0,9 4-1 0 0,-11-5 55 0 0,0 0-1 0 0,1 0 1 0 0,-1-1-1 0 0,0 0 1 0 0,1 0-1 0 0,-1-1 1 0 0,1 0-1 0 0,-1 1 1 0 0,1-2-1 0 0,-1 1 1 0 0,1-1 0 0 0,-1 0-1 0 0,1 0 1 0 0,-1 0-1 0 0,0-1 1 0 0,1 0-1 0 0,-1 0 1 0 0,0 0-1 0 0,0 0 1 0 0,0-1-1 0 0,-1 0 1 0 0,1 0 0 0 0,-1 0-1 0 0,0-1 1 0 0,1 0-1 0 0,-1 0 1 0 0,4-5-1 0 0,5-10-33 0 0,0 0 0 0 0,-1 0 0 0 0,-1-1-1 0 0,-1-1 1 0 0,-1 0 0 0 0,0 0 0 0 0,7-34-1 0 0,-6 23 474 0 0,2 0-1 0 0,21-44 0 0 0,-33 76-422 0 0,0-1 0 0 0,1 0 0 0 0,-1 1 0 0 0,0-1 0 0 0,1 0 0 0 0,-1 1 1 0 0,0-1-1 0 0,1 1 0 0 0,-1-1 0 0 0,1 1 0 0 0,-1-1 0 0 0,1 1 0 0 0,-1-1 0 0 0,1 1 0 0 0,0 0 0 0 0,-1-1 0 0 0,1 1 0 0 0,-1 0 0 0 0,1-1 0 0 0,0 1 0 0 0,-1 0 0 0 0,1 0 0 0 0,0 0 0 0 0,-1 0 0 0 0,1-1 0 0 0,0 1 0 0 0,-1 0 0 0 0,1 0 0 0 0,0 0 1 0 0,-1 0-1 0 0,2 1 0 0 0,0-1-10 0 0,0 1 1 0 0,-1 0 0 0 0,1 0 0 0 0,0 0-1 0 0,-1 0 1 0 0,1 1 0 0 0,-1-1 0 0 0,1 0-1 0 0,-1 1 1 0 0,1-1 0 0 0,0 2 0 0 0,27 44 165 0 0,-18-21-152 0 0,-1 1 0 0 0,12 50 1 0 0,4 11-124 0 0,-26-87 86 0 0,0 0-1 0 0,0 0 1 0 0,1 0-1 0 0,-1 0 1 0 0,0 0 0 0 0,1 0-1 0 0,-1 0 1 0 0,1 0-1 0 0,-1 0 1 0 0,1 0-1 0 0,0 0 1 0 0,-1-1 0 0 0,1 1-1 0 0,0 0 1 0 0,0 0-1 0 0,-1 0 1 0 0,1-1-1 0 0,0 1 1 0 0,0 0-1 0 0,0-1 1 0 0,0 1 0 0 0,0-1-1 0 0,0 1 1 0 0,1 0-1 0 0,-1-2-9 0 0,0 1 0 0 0,0 0 0 0 0,0-1 1 0 0,0 1-1 0 0,0-1 0 0 0,0 1 0 0 0,-1-1 0 0 0,1 1 0 0 0,0-1 0 0 0,0 1 0 0 0,0-1 0 0 0,-1 0 0 0 0,1 1 0 0 0,0-1 0 0 0,-1 0 0 0 0,1 0 0 0 0,0 0 0 0 0,-1 0 1 0 0,1-1-1 0 0,4-7-122 0 0,-1 0 1 0 0,0 0 0 0 0,4-16 0 0 0,0-1 87 0 0,0 1 1 0 0,2 0-1 0 0,22-42 1 0 0,-27 58 34 0 0,0 0 0 0 0,1 1 0 0 0,-1 0 0 0 0,2 0 0 0 0,-1 0 1 0 0,1 1-1 0 0,0 0 0 0 0,1 0 0 0 0,0 1 0 0 0,0 0 0 0 0,0 0 0 0 0,0 1 1 0 0,12-5-1 0 0,-18 9 14 0 0,0 0 0 0 0,0 0-1 0 0,0 1 1 0 0,0-1 0 0 0,0 1 0 0 0,0 0 0 0 0,0 0 0 0 0,0 0 0 0 0,0 0 0 0 0,0 0 0 0 0,0 0 0 0 0,0 0 0 0 0,0 1 0 0 0,0-1 0 0 0,0 0 0 0 0,0 1 0 0 0,0 0 0 0 0,0 0-1 0 0,-1-1 1 0 0,1 1 0 0 0,0 0 0 0 0,0 1 0 0 0,-1-1 0 0 0,1 0 0 0 0,0 0 0 0 0,-1 1 0 0 0,1-1 0 0 0,-1 1 0 0 0,0-1 0 0 0,0 1 0 0 0,1-1 0 0 0,-1 1 0 0 0,0 0-1 0 0,0 0 1 0 0,1 3 0 0 0,3 7 57 0 0,0 1-1 0 0,0 1 0 0 0,-1-1 0 0 0,2 18 0 0 0,-1-12-25 0 0,-2-2-125 0 0,0-1 0 0 0,2 1 0 0 0,0-1-1 0 0,1 0 1 0 0,1-1 0 0 0,0 0 0 0 0,1 0 0 0 0,15 22 0 0 0,-22-36 77 0 0,-1-1 0 0 0,0 1 0 0 0,1-1 0 0 0,-1 1 0 0 0,0-1 0 0 0,1 1 0 0 0,-1-1 1 0 0,1 1-1 0 0,-1-1 0 0 0,1 1 0 0 0,-1-1 0 0 0,1 0 0 0 0,-1 1 0 0 0,1-1 0 0 0,-1 0 0 0 0,1 1 1 0 0,0-1-1 0 0,-1 0 0 0 0,1 0 0 0 0,-1 0 0 0 0,1 0 0 0 0,0 1 0 0 0,-1-1 0 0 0,1 0 1 0 0,0 0-1 0 0,-1 0 0 0 0,1 0 0 0 0,-1 0 0 0 0,1-1 0 0 0,0 1 0 0 0,-1 0 0 0 0,1 0 0 0 0,0 0 1 0 0,-1 0-1 0 0,1-1 0 0 0,-1 1 0 0 0,1 0 0 0 0,-1-1 0 0 0,1 1 0 0 0,-1 0 0 0 0,1-1 0 0 0,-1 1 1 0 0,1-1-1 0 0,-1 1 0 0 0,1-1 0 0 0,-1 1 0 0 0,1-1 0 0 0,-1 1 0 0 0,0-1 0 0 0,1 1 1 0 0,-1-1-1 0 0,0 1 0 0 0,0-1 0 0 0,1 0 0 0 0,-1 1 0 0 0,0-2 0 0 0,13-43 301 0 0,-11 34-263 0 0,6-21-11 0 0,1-7-9 0 0,17-41 1 0 0,-22 70-9 0 0,0 0 1 0 0,1 1-1 0 0,0-1 0 0 0,1 1 0 0 0,-1 0 1 0 0,2 0-1 0 0,-1 1 0 0 0,2 0 0 0 0,8-9 1 0 0,-14 15 3 0 0,0 0 1 0 0,0 0 0 0 0,0 1 0 0 0,1-1 0 0 0,-1 0 0 0 0,1 1 0 0 0,-1 0-1 0 0,1-1 1 0 0,-1 1 0 0 0,1 0 0 0 0,0 0 0 0 0,0 1 0 0 0,0-1 0 0 0,-1 0-1 0 0,1 1 1 0 0,0 0 0 0 0,0 0 0 0 0,0 0 0 0 0,0 0 0 0 0,0 0 0 0 0,0 0-1 0 0,-1 1 1 0 0,1-1 0 0 0,0 1 0 0 0,0 0 0 0 0,0 0 0 0 0,-1 0 0 0 0,1 0-1 0 0,3 3 1 0 0,-1-1 11 0 0,0 1 1 0 0,-1 0-1 0 0,0 0 0 0 0,1 1 0 0 0,-1-1 0 0 0,-1 1 1 0 0,1 0-1 0 0,-1 0 0 0 0,0 0 0 0 0,0 1 1 0 0,0-1-1 0 0,3 12 0 0 0,-3-9-27 0 0,4 12-395 0 0,1 1 0 0 0,18 34-1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6.1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9674 0 0,'5'8'5070'0'0,"5"20"-3014"0"0,-7-20-1068 0 0,42 137 3264 0 0,1 81-3025 0 0,-14-56-1049 0 0,-23-141-277 0 0,-7-21-128 0 0,1 0 0 0 0,-1-1 0 0 0,0 1 0 0 0,0 0 0 0 0,-1 0 0 0 0,0 0 0 0 0,-1 0 0 0 0,0 10 0 0 0,0-17 88 0 0,-1-1-1 0 0,1 1 0 0 0,0-1 1 0 0,0 1-1 0 0,-1-1 0 0 0,1 0 1 0 0,0 1-1 0 0,-1-1 0 0 0,1 1 1 0 0,0-1-1 0 0,-1 0 0 0 0,1 1 1 0 0,0-1-1 0 0,-1 0 0 0 0,1 0 1 0 0,-1 1-1 0 0,1-1 0 0 0,-1 0 1 0 0,1 0-1 0 0,0 0 0 0 0,-1 0 1 0 0,1 1-1 0 0,-1-1 0 0 0,1 0 1 0 0,-1 0-1 0 0,1 0 0 0 0,-1 0 1 0 0,1 0-1 0 0,-1 0 0 0 0,1 0 1 0 0,-1 0-1 0 0,1 0 0 0 0,-1-1 1 0 0,1 1-1 0 0,-1 0 0 0 0,1 0 1 0 0,-1 0-1 0 0,1 0 0 0 0,-1-1 1 0 0,1 1-1 0 0,0 0 0 0 0,-1 0 1 0 0,1-1-1 0 0,-1 1 0 0 0,1 0 1 0 0,0-1-1 0 0,-1 1 0 0 0,1-1 1 0 0,0 1-1 0 0,0 0 0 0 0,-1-1 1 0 0,1 1-1 0 0,0-1 0 0 0,-1 0 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6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13 451 3801 0 0,'-1'-9'-10'0'0,"-3"-5"50"0"0,1-1 0 0 0,1 1 1 0 0,1-1-1 0 0,0 0 0 0 0,0 0 0 0 0,2 1 0 0 0,0-1 0 0 0,1 0 1 0 0,4-20-1 0 0,4 3 865 0 0,1-1-1 0 0,27-55 1 0 0,-33 79-529 0 0,-1 0 1 0 0,1 0-1 0 0,1 1 0 0 0,0 0 1 0 0,0 0-1 0 0,1 0 0 0 0,-1 1 1 0 0,2 0-1 0 0,-1 0 0 0 0,1 1 1 0 0,0 0-1 0 0,0 0 0 0 0,1 1 1 0 0,14-7-1 0 0,-19 10-161 0 0,0 1 1 0 0,0 0-1 0 0,0 0 1 0 0,1 1-1 0 0,-1-1 1 0 0,0 1-1 0 0,0 0 1 0 0,1 0-1 0 0,-1 0 0 0 0,0 1 1 0 0,0-1-1 0 0,1 1 1 0 0,-1 0-1 0 0,0 1 1 0 0,0-1-1 0 0,4 3 0 0 0,-2-1 34 0 0,0 0 0 0 0,0 1 0 0 0,0 0 0 0 0,-1 0 0 0 0,1 1-1 0 0,-1-1 1 0 0,0 1 0 0 0,-1 0 0 0 0,8 10 0 0 0,-8-9-116 0 0,0 0 0 0 0,0 1 0 0 0,0-1 0 0 0,0 1 1 0 0,-1 0-1 0 0,0 0 0 0 0,-1 1 0 0 0,0-1 0 0 0,0 0 0 0 0,0 1 0 0 0,-1-1 1 0 0,0 1-1 0 0,0 0 0 0 0,-1-1 0 0 0,0 1 0 0 0,-1 0 0 0 0,1-1 0 0 0,-4 14 1 0 0,1-14-142 0 0,0 0 1 0 0,0-1-1 0 0,-1 1 1 0 0,-7 10 0 0 0,-11 7-5787 0 0,6-8-822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6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17972 0 0,'22'-2'1'0'0,"0"-1"1"0"0,-1-1 0 0 0,0-1-1 0 0,29-10 1 0 0,-16 3-1316 0 0,-21 7 1 0 0,0 0 1 0 0,1 1-1 0 0,0 1 1 0 0,24-4-1 0 0,-23 8 572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6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25 13827 0 0,'-3'3'1224'0'0,"3"0"-976"0"0,0-2-248 0 0,2-1 0 0 0,-1 0 0 0 0,1 2-120 0 0,1 1 16 0 0,3 0 0 0 0,3 0 616 0 0,4-1 128 0 0,7-1 33 0 0,1-4-1 0 0,5-2-672 0 0,3-2-176 0 0,2-1-16 0 0,2-2 0 0 0,5-2 128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7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15203 0 0,'16'39'3834'0'0,"-3"17"-2344"0"0,9 102-1 0 0,-11 61-756 0 0,-8-160-545 0 0,-6 288 294 0 0,-2-121-272 0 0,5-210-241 0 0,3 78-900 0 0,-2-83 784 0 0,1 0-1 0 0,0-1 1 0 0,0 1 0 0 0,1 0-1 0 0,0-1 1 0 0,7 13-1 0 0,-18-49-5596 0 0,2-22 2680 0 0,5 20 1783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7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16 6913 0 0,'4'-3'207'0'0,"1"1"-1"0"0,-1 0 1 0 0,1 1-1 0 0,0-1 1 0 0,-1 1-1 0 0,1 0 0 0 0,0 0 1 0 0,8 0-1 0 0,-10 1-20 0 0,-1-1 1 0 0,1 1-1 0 0,0 0 0 0 0,0 0 1 0 0,0 0-1 0 0,0 0 0 0 0,-1 0 0 0 0,1 1 1 0 0,0-1-1 0 0,0 1 0 0 0,0-1 1 0 0,-1 1-1 0 0,1 0 0 0 0,0 0 0 0 0,-1 1 1 0 0,1-1-1 0 0,-1 0 0 0 0,1 1 1 0 0,-1 0-1 0 0,0-1 0 0 0,0 1 0 0 0,0 0 1 0 0,0 0-1 0 0,0 0 0 0 0,2 3 0 0 0,-2-1-158 0 0,-1-1-1 0 0,1 1 0 0 0,-1 0 0 0 0,0 0 1 0 0,0 1-1 0 0,-1-1 0 0 0,1 0 0 0 0,-1 0 1 0 0,0 0-1 0 0,0 0 0 0 0,0 1 0 0 0,0-1 1 0 0,-1 0-1 0 0,1 0 0 0 0,-1 0 0 0 0,-3 7 1 0 0,-4 12 17 0 0,-1 0 1 0 0,-1-1 0 0 0,-1 0-1 0 0,-1-1 1 0 0,-1 0 0 0 0,-30 37 0 0 0,-110 105 4749 0 0,122-132-3057 0 0,31-30-1686 0 0,0-1-1 0 0,-1 1 1 0 0,1-1-1 0 0,0 1 1 0 0,0 0-1 0 0,0-1 1 0 0,1 1-1 0 0,-1 0 1 0 0,0-1-1 0 0,0 1 0 0 0,0-1 1 0 0,0 1-1 0 0,0 0 1 0 0,1-1-1 0 0,-1 1 1 0 0,0-1-1 0 0,1 1 1 0 0,-1-1-1 0 0,0 1 1 0 0,1-1-1 0 0,-1 1 1 0 0,1-1-1 0 0,-1 1 1 0 0,0-1-1 0 0,1 1 1 0 0,-1-1-1 0 0,1 0 1 0 0,-1 1-1 0 0,1-1 1 0 0,0 0-1 0 0,-1 0 1 0 0,1 1-1 0 0,-1-1 1 0 0,1 0-1 0 0,1 0 1 0 0,26 15-129 0 0,-26-14 187 0 0,69 29 131 0 0,2-3 0 0 0,1-4-1 0 0,79 15 1 0 0,-139-35-345 0 0,1 0-78 0 0,1 1-1 0 0,0 0 0 0 0,-1 1 1 0 0,0 0-1 0 0,0 2 1 0 0,22 12-1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8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41 3681 0 0,'-4'-4'778'0'0,"-1"0"0"0"0,1 0 1 0 0,-1 0-1 0 0,0 1 0 0 0,0 0 1 0 0,0 0-1 0 0,-1 0 0 0 0,1 1 1 0 0,-1 0-1 0 0,1 0 0 0 0,-1 0 0 0 0,0 0 1 0 0,1 1-1 0 0,-8-1 0 0 0,-34 4 2294 0 0,-1 11-4310 0 0,26-4-4925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49:59.1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56 10594 0 0,'-2'0'172'0'0,"-1"0"0"0"0,1 0 0 0 0,0 0-1 0 0,-1 1 1 0 0,1-1 0 0 0,0 0 0 0 0,0 1-1 0 0,-1 0 1 0 0,1-1 0 0 0,0 1 0 0 0,0 0-1 0 0,0 0 1 0 0,0 1 0 0 0,0-1 0 0 0,0 0-1 0 0,0 0 1 0 0,0 1 0 0 0,1 0 0 0 0,-1-1-1 0 0,0 1 1 0 0,-1 2 0 0 0,-32 39 2108 0 0,28-32-2122 0 0,1 0-1 0 0,1 0 1 0 0,0 0 0 0 0,1 1-1 0 0,0-1 1 0 0,1 1-1 0 0,0 0 1 0 0,1 0 0 0 0,0 0-1 0 0,1 1 1 0 0,0-1 0 0 0,1 0-1 0 0,0 1 1 0 0,1-1 0 0 0,0 0-1 0 0,1 0 1 0 0,5 16 0 0 0,-5-21-140 0 0,0 1 0 0 0,0-1 0 0 0,1 0 1 0 0,0 0-1 0 0,0 0 0 0 0,1 0 0 0 0,0 0 0 0 0,0-1 1 0 0,1 1-1 0 0,0-1 0 0 0,0 0 0 0 0,0-1 1 0 0,1 1-1 0 0,-1-1 0 0 0,1 0 0 0 0,1-1 0 0 0,-1 1 1 0 0,1-1-1 0 0,-1 0 0 0 0,1-1 0 0 0,0 0 0 0 0,0 0 1 0 0,1 0-1 0 0,-1-1 0 0 0,1 0 0 0 0,-1 0 1 0 0,1-1-1 0 0,10 0 0 0 0,-11-1 12 0 0,0 0-1 0 0,1 0 1 0 0,-1-1 0 0 0,0 0 0 0 0,0-1-1 0 0,0 0 1 0 0,0 0 0 0 0,0 0-1 0 0,0-1 1 0 0,-1 0 0 0 0,1 0-1 0 0,-1-1 1 0 0,0 0 0 0 0,0 0 0 0 0,0 0-1 0 0,0-1 1 0 0,-1 0 0 0 0,0 0-1 0 0,0 0 1 0 0,0-1 0 0 0,-1 1 0 0 0,6-10-1 0 0,-5 7 53 0 0,0 0-1 0 0,-1-1 0 0 0,0 0 1 0 0,-1 0-1 0 0,0 0 0 0 0,0 0 1 0 0,-1-1-1 0 0,0 1 0 0 0,0-1 1 0 0,-1 1-1 0 0,-1-1 0 0 0,0 0 0 0 0,0 1 1 0 0,-1-1-1 0 0,0 0 0 0 0,-3-12 1 0 0,0 6 13 0 0,-1 1 0 0 0,-1 0 0 0 0,0 0 0 0 0,-1 0 0 0 0,-1 0 0 0 0,0 1-1 0 0,-16-20 1 0 0,16 25-382 0 0,0 0 0 0 0,0 0 0 0 0,-1 0-1 0 0,0 1 1 0 0,-1 0 0 0 0,0 1-1 0 0,0 0 1 0 0,-1 1 0 0 0,1 0 0 0 0,-21-7-1 0 0,3 4-6865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1.4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176 280 6913 0 0,'-15'-5'909'0'0,"0"2"0"0"0,0 0 0 0 0,-1 1 0 0 0,1 0 0 0 0,-1 1 0 0 0,0 1 0 0 0,1 0 0 0 0,-1 2 0 0 0,-21 5 2744 0 0,47-4-2638 0 0,16-1-302 0 0,44-13-138 0 0,0-3-1 0 0,-2-3 0 0 0,103-40 1 0 0,59-16-591 0 0,-213 69-2 0 0,-11 3-4 0 0,0 0 0 0 0,0 0 1 0 0,0-1-1 0 0,0 1 0 0 0,0-2 0 0 0,-1 1 0 0 0,1 0 0 0 0,-1-1 1 0 0,7-4-1 0 0,-12 7 4 0 0,0-1 1 0 0,0 1 0 0 0,0-1 0 0 0,0 1-1 0 0,0 0 1 0 0,0-1 0 0 0,0 1-1 0 0,-1-1 1 0 0,1 1 0 0 0,0 0-1 0 0,0-1 1 0 0,0 1 0 0 0,0 0-1 0 0,0-1 1 0 0,-1 1 0 0 0,1 0-1 0 0,0-1 1 0 0,0 1 0 0 0,0 0-1 0 0,-1-1 1 0 0,1 1 0 0 0,0 0 0 0 0,-1-1-1 0 0,1 1 1 0 0,0 0 0 0 0,-1 0-1 0 0,1 0 1 0 0,0-1 0 0 0,-1 1-1 0 0,1 0 1 0 0,0 0 0 0 0,-1 0-1 0 0,1 0 1 0 0,-1-1 0 0 0,-17-8-136 0 0,15 7 93 0 0,-14-7-56 0 0,-1 1 1 0 0,0 0-1 0 0,0 1 1 0 0,0 1-1 0 0,-1 1 1 0 0,0 1-1 0 0,-38-5 1 0 0,43 9 197 0 0,-1 0-1 0 0,1 1 1 0 0,0 0-1 0 0,0 1 1 0 0,0 1-1 0 0,0 0 1 0 0,0 1-1 0 0,1 0 1 0 0,-1 1 0 0 0,1 1-1 0 0,-20 11 1 0 0,20-10 34 0 0,1 1 1 0 0,0 1 0 0 0,0 0 0 0 0,1 0 0 0 0,0 1-1 0 0,0 0 1 0 0,1 1 0 0 0,-12 16 0 0 0,18-20-99 0 0,0 0 0 0 0,0 0 0 0 0,0 1 1 0 0,1-1-1 0 0,0 1 0 0 0,1 0 0 0 0,0-1 0 0 0,0 1 1 0 0,0 0-1 0 0,1 0 0 0 0,0 0 0 0 0,1 0 0 0 0,0 1 0 0 0,0-1 1 0 0,1 0-1 0 0,3 15 0 0 0,-1-7 31 0 0,2-1 1 0 0,0 1 0 0 0,1-1-1 0 0,0 0 1 0 0,1 0-1 0 0,1-1 1 0 0,0 0-1 0 0,1 0 1 0 0,0-1-1 0 0,1 0 1 0 0,1-1 0 0 0,0 0-1 0 0,1-1 1 0 0,0 0-1 0 0,21 14 1 0 0,-17-15 8 0 0,0 0 0 0 0,0-1 0 0 0,1-1 1 0 0,0-1-1 0 0,0-1 0 0 0,1 0 0 0 0,0-1 1 0 0,0-1-1 0 0,1 0 0 0 0,-1-2 1 0 0,1 0-1 0 0,-1-1 0 0 0,28-2 0 0 0,-35 0-109 0 0,0-1 0 0 0,0-1-1 0 0,0 1 1 0 0,0-2 0 0 0,-1 0-1 0 0,0 0 1 0 0,1-1 0 0 0,-1 0 0 0 0,17-11-1 0 0,-4-1-561 0 0,-1-1-1 0 0,34-35 0 0 0,-19 14-128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3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33 6913 0 0,'-13'-32'8164'0'0,"14"51"-5302"0"0,14 271 659 0 0,13 124-2352 0 0,-14-284-1102 0 0,24 154-2399 0 0,-31-250-5005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3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1 147 4609 0 0,'0'-4'183'0'0,"1"1"0"0"0,0-1 0 0 0,0 1 0 0 0,1-1 0 0 0,-1 0-1 0 0,1 1 1 0 0,-1 0 0 0 0,1-1 0 0 0,0 1 0 0 0,1 0 0 0 0,-1 0 0 0 0,0 0 0 0 0,1 1 0 0 0,0-1 0 0 0,3-3-1 0 0,48-36 1288 0 0,-43 35-1271 0 0,0 1 0 0 0,0 0 1 0 0,1 0-1 0 0,0 1 0 0 0,0 0 1 0 0,0 1-1 0 0,22-4 0 0 0,-30 7-126 0 0,-1 0 0 0 0,1 1 0 0 0,-1 0 0 0 0,1-1 0 0 0,-1 1-1 0 0,1 1 1 0 0,0-1 0 0 0,-1 0 0 0 0,1 1 0 0 0,-1 0 0 0 0,0 0-1 0 0,1 0 1 0 0,-1 0 0 0 0,0 0 0 0 0,1 1 0 0 0,-1 0 0 0 0,0-1-1 0 0,0 1 1 0 0,0 0 0 0 0,0 0 0 0 0,-1 1 0 0 0,1-1-1 0 0,-1 1 1 0 0,1-1 0 0 0,-1 1 0 0 0,0 0 0 0 0,0 0 0 0 0,0 0-1 0 0,0 0 1 0 0,-1 0 0 0 0,1 0 0 0 0,1 5 0 0 0,0 2 38 0 0,0 0-1 0 0,-1-1 1 0 0,0 2 0 0 0,-1-1 0 0 0,0 0 0 0 0,-1 0-1 0 0,0 0 1 0 0,0 0 0 0 0,-1 0 0 0 0,0 0 0 0 0,-1 0 0 0 0,0 0-1 0 0,-1 0 1 0 0,0 0 0 0 0,-1-1 0 0 0,0 1 0 0 0,0-1-1 0 0,-11 17 1 0 0,-6 5 826 0 0,-1-1 0 0 0,-1-1 0 0 0,-48 45 0 0 0,75-76-844 0 0,0 1-1 0 0,0 0 1 0 0,0 0 0 0 0,0 0 0 0 0,0 0-1 0 0,7 1 1 0 0,1-2-155 0 0,1 0 18 0 0,-1 1 1 0 0,0 0 0 0 0,1 1 0 0 0,-1 0-1 0 0,1 1 1 0 0,-1 0 0 0 0,0 1-1 0 0,0 0 1 0 0,18 6 0 0 0,-26-6 56 0 0,0 0 0 0 0,1 0 0 0 0,-1 0 0 0 0,0 0 0 0 0,0 1 0 0 0,0-1 0 0 0,0 1 0 0 0,-1 0 0 0 0,1 0 0 0 0,-1 0 0 0 0,1 1 0 0 0,2 4 0 0 0,-4-5 14 0 0,0 0 0 0 0,-1 0-1 0 0,1 0 1 0 0,-1 0 0 0 0,0 1 0 0 0,0-1 0 0 0,0 0 0 0 0,-1 1 0 0 0,1-1 0 0 0,-1 1 0 0 0,0-1-1 0 0,0 1 1 0 0,0-1 0 0 0,0 0 0 0 0,0 1 0 0 0,-1-1 0 0 0,0 1 0 0 0,-1 5 0 0 0,-1-1 161 0 0,-1 0 0 0 0,0-1 0 0 0,0 1 0 0 0,0-1 0 0 0,-1 1 1 0 0,0-1-1 0 0,-1-1 0 0 0,1 1 0 0 0,-1-1 0 0 0,0 0 1 0 0,-1 0-1 0 0,-10 7 0 0 0,-1-1-68 0 0,-1 0 0 0 0,0-1 1 0 0,-34 15-1 0 0,8-9-820 0 0,2-1-1657 0 0,16-4-2201 0 0,11-7-251 0 0,12-8 3898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4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226 59 12443 0 0,'0'-5'441'0'0,"1"0"0"0"0,-1-1 0 0 0,0 1 0 0 0,0 0 0 0 0,-1-1 0 0 0,-2-9 0 0 0,3 14-345 0 0,0 1 1 0 0,0-1 0 0 0,-1 1 0 0 0,1-1-1 0 0,0 0 1 0 0,0 1 0 0 0,-1-1-1 0 0,1 1 1 0 0,-1-1 0 0 0,1 1-1 0 0,0-1 1 0 0,-1 1 0 0 0,1-1 0 0 0,-1 1-1 0 0,1-1 1 0 0,-1 1 0 0 0,1-1-1 0 0,-1 1 1 0 0,0 0 0 0 0,1-1-1 0 0,-1 1 1 0 0,1 0 0 0 0,-1 0 0 0 0,-1-1-1 0 0,1 1 27 0 0,-1 1-1 0 0,1-1 0 0 0,-1 0 1 0 0,1 1-1 0 0,-1-1 1 0 0,1 0-1 0 0,0 1 1 0 0,-1 0-1 0 0,1-1 0 0 0,0 1 1 0 0,-1 0-1 0 0,1 0 1 0 0,0 0-1 0 0,0 0 0 0 0,0 0 1 0 0,-2 1-1 0 0,-7 9 109 0 0,0-1 0 0 0,1 2 0 0 0,1-1 0 0 0,0 1 0 0 0,0 1 0 0 0,1-1 0 0 0,-8 20 0 0 0,-32 100-150 0 0,43-120-12 0 0,-11 35-28 0 0,2 1 0 0 0,2 1 0 0 0,3 0 0 0 0,1 0 0 0 0,3 1 0 0 0,2 69-1 0 0,4-96-16 0 0,0-1 0 0 0,2 0 0 0 0,1 0 0 0 0,0-1 0 0 0,2 1 0 0 0,0-1 0 0 0,12 23 0 0 0,-11-30-2 0 0,0 1 0 0 0,2-1 0 0 0,-1-1-1 0 0,2 1 1 0 0,0-2 0 0 0,0 1 0 0 0,1-2-1 0 0,1 1 1 0 0,0-2 0 0 0,21 14 0 0 0,-16-13-47 0 0,-1-1 1 0 0,1-1-1 0 0,1 0 1 0 0,0-2-1 0 0,36 10 1 0 0,-45-15-318 0 0,1 0-1 0 0,0 0 1 0 0,-1-1-1 0 0,1-1 1 0 0,0 0-1 0 0,-1 0 1 0 0,1-1-1 0 0,0-1 1 0 0,-1 0 0 0 0,1 0-1 0 0,-1-1 1 0 0,17-6-1 0 0,1-6-1142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5.4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10594 0 0,'1'0'304'0'0,"0"-1"0"0"0,1 1 1 0 0,-1-1-1 0 0,0 1 0 0 0,1-1 0 0 0,-1 1 0 0 0,0 0 0 0 0,1 0 0 0 0,-1-1 0 0 0,1 1 1 0 0,-1 0-1 0 0,0 0 0 0 0,1 1 0 0 0,-1-1 0 0 0,1 0 0 0 0,-1 0 0 0 0,0 1 0 0 0,1-1 0 0 0,-1 0 1 0 0,0 1-1 0 0,2 0 0 0 0,0 1-34 0 0,-1 0 0 0 0,0 0 1 0 0,1 0-1 0 0,-1 0 0 0 0,0 0 0 0 0,0 0 0 0 0,0 0 1 0 0,0 1-1 0 0,2 3 0 0 0,2 6 6 0 0,0 0 0 0 0,0 1 0 0 0,4 18 1 0 0,-8-27-78 0 0,10 41 161 0 0,-1 0 1 0 0,8 81-1 0 0,-6 96 202 0 0,-10-121-1870 0 0,19 108 0 0 0,-13-162-6031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5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230 297 7834 0 0,'-212'37'4285'0'0,"195"-35"-3240"0"0,118-22 3557 0 0,67-26-3721 0 0,-25 7-600 0 0,983-180 627 0 0,-1075 213-1095 0 0,71 0 0 0 0,-49 14-5567 0 0,-49-4-144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6.1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1 152 14283 0 0,'5'-3'73'0'0,"0"-1"1"0"0,1 2-1 0 0,-1-1 0 0 0,1 0 1 0 0,-1 1-1 0 0,1 0 0 0 0,7-1 1 0 0,9-4 826 0 0,58-23 2584 0 0,110-25 0 0 0,-98 36-4983 0 0,3 4-3894 0 0,-80 12-1419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6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0,'3'1'229'0'0,"-1"0"-1"0"0,0 0 0 0 0,0 1 0 0 0,0-1 0 0 0,-1 0 0 0 0,1 1 0 0 0,0-1 0 0 0,0 1 0 0 0,-1-1 1 0 0,1 1-1 0 0,-1 0 0 0 0,1 0 0 0 0,1 3 0 0 0,19 29 3004 0 0,-15-19-2325 0 0,0 0 0 0 0,-1 0 0 0 0,0 1-1 0 0,-1 0 1 0 0,-1 0 0 0 0,-1 0 0 0 0,3 31 0 0 0,-5 119 939 0 0,-2-141-1626 0 0,-1 15-84 0 0,0-2-406 0 0,1 0 1 0 0,7 55-1 0 0,-1-69-713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6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32 3225 0 0,'-1'0'1'0'0,"-52"14"2141"0"0,2 5 4299 0 0,83-30-1598 0 0,25 0-3063 0 0,-13 3-799 0 0,-30 5-1144 0 0,98-20 2415 0 0,-37 14-8327 0 0,-58 9-550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8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11058 0 0,'5'-4'2840'0'0,"-4"4"-2637"0"0,-1 0 0 0 0,1 0 0 0 0,-1 0-1 0 0,1 0 1 0 0,-1-1 0 0 0,0 1 0 0 0,1 0 0 0 0,-1 0 0 0 0,1 0-1 0 0,-1 1 1 0 0,1-1 0 0 0,-1 0 0 0 0,1 0 0 0 0,-1 0 0 0 0,1 0-1 0 0,0 1 1 0 0,9 12 2443 0 0,1 22-1445 0 0,37 288 640 0 0,8 33-3521 0 0,-46-305-5975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8.9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97 207 9674 0 0,'-35'1'939'0'0,"-26"-1"4509"0"0,75-7-1594 0 0,13-2-3075 0 0,177-33 218 0 0,29-8-950 0 0,-90 18-199 0 0,2 5-1 0 0,0 8 1 0 0,158-2 0 0 0,-202 24-4356 0 0,-73-1-1687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9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1 143 7834 0 0,'22'-11'1309'0'0,"98"-23"3653"0"0,113-28 975 0 0,-173 49-5528 0 0,117-10 0 0 0,-130 25-2922 0 0,-29 0-4176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9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4609 0 0,'4'2'391'0'0,"0"-1"0"0"0,-1 2 0 0 0,1-1 0 0 0,-1 0 0 0 0,0 1 0 0 0,0-1 0 0 0,0 1 0 0 0,0 0 0 0 0,0 0 0 0 0,0 0 0 0 0,-1 1 0 0 0,0-1 0 0 0,1 0 0 0 0,-1 1 1 0 0,2 5-1 0 0,2 4 1133 0 0,-1 0 1 0 0,-1 0-1 0 0,5 18 1 0 0,-5-2-671 0 0,-1 0 0 0 0,-1 0 0 0 0,-1 0 0 0 0,-2 0 0 0 0,-4 32 0 0 0,1-17-2486 0 0,2 52 0 0 0,4-70-5237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09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1 7370 0 0,'-3'1'191'0'0,"-1"1"-1"0"0,1 0 1 0 0,0 0 0 0 0,0 0 0 0 0,0 0 0 0 0,1 0 0 0 0,-1 1 0 0 0,0-1 0 0 0,1 1 0 0 0,0 0 0 0 0,-1 0 0 0 0,1 0 0 0 0,-2 4 0 0 0,-22 45 1490 0 0,24-48-1578 0 0,0 0-1 0 0,0 0 1 0 0,1 0 0 0 0,0 1 0 0 0,0-1-1 0 0,0 1 1 0 0,0-1 0 0 0,1 1 0 0 0,0-1-1 0 0,0 0 1 0 0,0 1 0 0 0,0-1 0 0 0,1 1-1 0 0,0-1 1 0 0,-1 1 0 0 0,2-1 0 0 0,-1 0-1 0 0,0 1 1 0 0,1-1 0 0 0,0 0 0 0 0,0 0-1 0 0,0 0 1 0 0,1 0 0 0 0,-1-1 0 0 0,1 1-1 0 0,0-1 1 0 0,0 1 0 0 0,0-1 0 0 0,0 0-1 0 0,1 0 1 0 0,-1 0 0 0 0,1-1 0 0 0,0 1-1 0 0,0-1 1 0 0,0 0 0 0 0,0 0 0 0 0,0 0-1 0 0,0-1 1 0 0,0 1 0 0 0,7 0 0 0 0,-2 0-27 0 0,1 0 1 0 0,-1 0-1 0 0,1-1 1 0 0,-1-1-1 0 0,1 0 1 0 0,-1 0-1 0 0,1 0 1 0 0,18-5-1 0 0,-24 4-64 0 0,1 0-1 0 0,-1 0 1 0 0,0 0-1 0 0,1-1 1 0 0,-1 0-1 0 0,0 0 1 0 0,0 0 0 0 0,0 0-1 0 0,0-1 1 0 0,0 0-1 0 0,0 1 1 0 0,-1-1-1 0 0,0-1 1 0 0,1 1-1 0 0,-1 0 1 0 0,0-1-1 0 0,-1 0 1 0 0,1 1 0 0 0,0-1-1 0 0,2-6 1 0 0,-5 8 4 0 0,1 0 1 0 0,-1 1-1 0 0,1-1 0 0 0,-1 0 1 0 0,0 0-1 0 0,0 0 1 0 0,0 0-1 0 0,0 0 1 0 0,0 0-1 0 0,0 0 1 0 0,0 0-1 0 0,-1 1 1 0 0,1-1-1 0 0,-1 0 1 0 0,1 0-1 0 0,-1 0 1 0 0,0 0-1 0 0,0 1 1 0 0,0-1-1 0 0,0 0 1 0 0,0 1-1 0 0,0-1 0 0 0,0 1 1 0 0,0-1-1 0 0,-1 1 1 0 0,1 0-1 0 0,0-1 1 0 0,-3-1-1 0 0,-2-1-202 0 0,0 0 0 0 0,-1 0 0 0 0,1 0 0 0 0,-1 0-1 0 0,1 1 1 0 0,-9-2 0 0 0,-12-4-5566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10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11 2761 0 0,'-19'-10'6186'0'0,"24"31"1540"0"0,-1-9-9286 0 0,90 241 6045 0 0,70 116-2012 0 0,-124-284-2286 0 0,-4 2 0 0 0,-4 1 0 0 0,38 171 0 0 0,-62-212-115 0 0,-2 1 1 0 0,-3 0 0 0 0,-3 81-1 0 0,-3-94 19 0 0,-2 0 0 0 0,-1 0 0 0 0,-1 0 0 0 0,-3-1 0 0 0,-22 57-1 0 0,17-58 63 0 0,-2-1 0 0 0,0 0 0 0 0,-3-2 0 0 0,-39 50-1 0 0,46-64-111 0 0,-1-1 0 0 0,0-1 0 0 0,-1 0 0 0 0,-1-1 0 0 0,0-1 0 0 0,-1 0 0 0 0,0-1 0 0 0,-1-1 0 0 0,-35 15 0 0 0,21-15-368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0.2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19 113 5985 0 0,'0'-45'1327'0'0,"0"40"-926"0"0,1 0 0 0 0,-1-1 0 0 0,0 1 0 0 0,0-1-1 0 0,0 1 1 0 0,-1-1 0 0 0,0 1 0 0 0,-3-11 0 0 0,4 16-294 0 0,0-1 0 0 0,0 1 0 0 0,0-1 1 0 0,0 1-1 0 0,0 0 0 0 0,0-1 0 0 0,0 1 0 0 0,-1 0 1 0 0,1-1-1 0 0,0 1 0 0 0,0 0 0 0 0,0-1 1 0 0,-1 1-1 0 0,1 0 0 0 0,0-1 0 0 0,0 1 1 0 0,-1 0-1 0 0,1 0 0 0 0,0-1 0 0 0,-1 1 0 0 0,1 0 1 0 0,0 0-1 0 0,-1-1 0 0 0,1 1 0 0 0,0 0 1 0 0,-1 0-1 0 0,1 0 0 0 0,-1 0 0 0 0,1 0 0 0 0,0 0 1 0 0,-1 0-1 0 0,-3 11 1872 0 0,2 20-771 0 0,24 112 190 0 0,-3-24-866 0 0,-5 3-102 0 0,49 371 539 0 0,-38-347-180 0 0,60 191 0 0 0,-27-128 198 0 0,-50-165-1447 0 0,-1 0-1 0 0,2 83 0 0 0,-9-104-1539 0 0,2 1-5295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0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240 53 2304 0 0,'0'-2'192'0'0,"0"-1"0"0"0,-1 1 0 0 0,1-1-1 0 0,-1 1 1 0 0,0 0 0 0 0,0-1 0 0 0,0 1-1 0 0,0 0 1 0 0,0 0 0 0 0,0-1 0 0 0,-1 1-1 0 0,1 0 1 0 0,-1 0 0 0 0,1 0 0 0 0,-1 1-1 0 0,0-1 1 0 0,0 0 0 0 0,0 1 0 0 0,0-1-1 0 0,0 1 1 0 0,0-1 0 0 0,0 1 0 0 0,0 0-1 0 0,0 0 1 0 0,-1 0 0 0 0,1 0 0 0 0,0 1-1 0 0,-1-1 1 0 0,1 1 0 0 0,-1-1-1 0 0,1 1 1 0 0,-1 0 0 0 0,1 0 0 0 0,-1 0-1 0 0,1 0 1 0 0,-1 0 0 0 0,-2 1 0 0 0,-3 1 417 0 0,0 1 0 0 0,0-1 0 0 0,0 2 0 0 0,0-1 0 0 0,1 1 0 0 0,-1 0 0 0 0,1 1 0 0 0,0 0 0 0 0,-10 9 0 0 0,-31 32 1537 0 0,43-42-1949 0 0,1 1 0 0 0,0 0-1 0 0,1 0 1 0 0,-1 0 0 0 0,1 0-1 0 0,0 1 1 0 0,0-1 0 0 0,-3 11 0 0 0,6-15-191 0 0,0 1 0 0 0,-1-1 1 0 0,1 0-1 0 0,0 1 0 0 0,0-1 1 0 0,0 1-1 0 0,0-1 0 0 0,0 0 1 0 0,0 1-1 0 0,0-1 0 0 0,1 1 1 0 0,-1-1-1 0 0,1 0 0 0 0,-1 1 1 0 0,1-1-1 0 0,-1 0 0 0 0,1 1 1 0 0,-1-1-1 0 0,1 0 0 0 0,0 0 1 0 0,0 1-1 0 0,1 0 0 0 0,0 0 12 0 0,1 0 1 0 0,-1 0-1 0 0,1 0 0 0 0,0 0 1 0 0,0-1-1 0 0,0 1 0 0 0,-1-1 0 0 0,1 0 1 0 0,5 2-1 0 0,6 0 38 0 0,-1 0-1 0 0,0-1 1 0 0,22 0-1 0 0,5-2-47 0 0,42 3 27 0 0,-76-3-34 0 0,0 1 1 0 0,0 0 0 0 0,0 1 0 0 0,0-1 0 0 0,-1 1 0 0 0,1 0 0 0 0,0 1 0 0 0,-1-1 0 0 0,0 1 0 0 0,9 6 0 0 0,-13-8-2 0 0,1 1 0 0 0,-1 0 0 0 0,0 0 0 0 0,1 0 0 0 0,-1 0 0 0 0,0 0 0 0 0,0 1 0 0 0,0-1 0 0 0,-1 0 0 0 0,1 0 0 0 0,0 1 0 0 0,-1-1 0 0 0,0 0 0 0 0,1 1 0 0 0,-1-1 0 0 0,0 0 0 0 0,0 1 0 0 0,0-1 0 0 0,-1 0 0 0 0,1 1 0 0 0,0-1 0 0 0,-1 0 0 0 0,0 1 0 0 0,1-1 0 0 0,-2 3 0 0 0,-4 10 0 0 0,0 1 0 0 0,-13 21 0 0 0,11-22 0 0 0,-36 65 147 0 0,24-46 26 0 0,-29 70 1 0 0,48-104-172 0 0,1 1 0 0 0,0-1 0 0 0,0 1 0 0 0,-1-1 0 0 0,1 1 1 0 0,0-1-1 0 0,0 1 0 0 0,0-1 0 0 0,0 1 0 0 0,0-1 0 0 0,0 1 0 0 0,0 0 1 0 0,0-1-1 0 0,0 1 0 0 0,0-1 0 0 0,0 1 0 0 0,0-1 0 0 0,0 1 0 0 0,0 0 0 0 0,0-1 1 0 0,0 1-1 0 0,1-1 0 0 0,-1 1 0 0 0,0-1 0 0 0,0 1 0 0 0,1-1 0 0 0,-1 1 1 0 0,0-1-1 0 0,1 1 0 0 0,0 0 0 0 0,0-1-1 0 0,0 1 0 0 0,0-1 0 0 0,1 0 0 0 0,-1 1 1 0 0,0-1-1 0 0,0 0 0 0 0,0 0 0 0 0,1 0 0 0 0,-1 0 0 0 0,0 0 0 0 0,0 0 0 0 0,1 0 1 0 0,1-1-1 0 0,44-14-15 0 0,-40 12 20 0 0,4-1-37 0 0,56-17-108 0 0,-62 20 82 0 0,0 0-1 0 0,1 1 0 0 0,-1-1 1 0 0,1 1-1 0 0,-1 0 0 0 0,0 1 1 0 0,1-1-1 0 0,-1 1 1 0 0,1 0-1 0 0,8 3 0 0 0,-13-3 32 0 0,-1-1-1 0 0,1 1 1 0 0,0-1-1 0 0,0 1 0 0 0,0 0 1 0 0,-1-1-1 0 0,1 1 1 0 0,-1 0-1 0 0,1 0 0 0 0,0 0 1 0 0,-1 0-1 0 0,1-1 1 0 0,-1 1-1 0 0,0 0 1 0 0,1 0-1 0 0,-1 0 0 0 0,0 0 1 0 0,0 0-1 0 0,1 0 1 0 0,-1 0-1 0 0,0 0 1 0 0,0 0-1 0 0,0 0 0 0 0,0 0 1 0 0,0 0-1 0 0,0 0 1 0 0,0 0-1 0 0,-1 0 0 0 0,1 0 1 0 0,0 0-1 0 0,-1 0 1 0 0,1 0-1 0 0,0 0 1 0 0,-1 0-1 0 0,1 0 0 0 0,-2 0 1 0 0,-19 40-337 0 0,18-36 257 0 0,-13 18-311 0 0,-11 18 184 0 0,25-38-73 0 0,1-1 0 0 0,-1 1 0 0 0,1 0 0 0 0,0 0 0 0 0,0 0 0 0 0,0 0 0 0 0,1 0 0 0 0,-1 0 0 0 0,1 0 0 0 0,-1 0 0 0 0,1 6 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1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8754 0 0,'-1'2'276'0'0,"0"0"0"0"0,0 0 0 0 0,0 0 1 0 0,0 0-1 0 0,1 0 0 0 0,-1 0 0 0 0,0 0 0 0 0,1 0 0 0 0,-1 0 1 0 0,1 0-1 0 0,0 0 0 0 0,0 0 0 0 0,0 0 0 0 0,0 0 1 0 0,0 0-1 0 0,1 4 0 0 0,7 38 3458 0 0,-6-33-3002 0 0,27 130 3298 0 0,8 72-3327 0 0,73 245-261 0 0,-52-244-287 0 0,-28-103-87 0 0,41 203 552 0 0,-69-295-591 0 0,-2 1-1 0 0,0 0 0 0 0,-1 0 1 0 0,-5 27-1 0 0,-2 40-707 0 0,8-87 683 0 0,0 7-1147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1.8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 1 1840 0 0,'-32'25'7826'0'0,"20"-17"-6482"0"0,-20 16 1400 0 0,20-16-1786 0 0,0 1 0 0 0,0 0 0 0 0,1 0 1 0 0,1 2-1 0 0,-1-1 0 0 0,2 1 0 0 0,-16 22 0 0 0,25-33-949 0 0,-1 1 0 0 0,1-1-1 0 0,0 0 1 0 0,0 1 0 0 0,-1-1-1 0 0,1 1 1 0 0,0-1 0 0 0,0 1 0 0 0,-1-1-1 0 0,1 1 1 0 0,0-1 0 0 0,0 1-1 0 0,0-1 1 0 0,0 1 0 0 0,0-1-1 0 0,0 1 1 0 0,0-1 0 0 0,0 1 0 0 0,0-1-1 0 0,0 1 1 0 0,0-1 0 0 0,0 1-1 0 0,0-1 1 0 0,1 1 0 0 0,-1-1-1 0 0,0 1 1 0 0,0-1 0 0 0,0 1 0 0 0,1-1-1 0 0,-1 1 1 0 0,0-1 0 0 0,1 0-1 0 0,-1 1 1 0 0,20 4 408 0 0,27-12 177 0 0,-44 7-587 0 0,15-5-107 0 0,-2 1-232 0 0,1 1 1 0 0,20-2 0 0 0,-35 4 287 0 0,1 1 0 0 0,0 0 0 0 0,0 0 0 0 0,-1 0 0 0 0,1 0 0 0 0,0 0 0 0 0,0 1 0 0 0,-1-1 0 0 0,1 1 0 0 0,0 0 0 0 0,-1 0 0 0 0,1 0 0 0 0,0 0 0 0 0,-1 0 0 0 0,1 0 0 0 0,-1 1 0 0 0,0-1 0 0 0,0 1 0 0 0,1 0 0 0 0,1 2 0 0 0,-3-2-51 0 0,0 0-1 0 0,0 1 1 0 0,0-1 0 0 0,0 0 0 0 0,0 0-1 0 0,-1 1 1 0 0,0-1 0 0 0,1 0-1 0 0,-1 1 1 0 0,0-1 0 0 0,0 1-1 0 0,0-1 1 0 0,0 0 0 0 0,-1 1-1 0 0,1-1 1 0 0,0 0 0 0 0,-1 1-1 0 0,0-1 1 0 0,0 0 0 0 0,-1 3-1 0 0,-25 48-360 0 0,23-45 339 0 0,-10 15 65 0 0,7-13 42 0 0,1 0 0 0 0,0 0 0 0 0,0 0 0 0 0,1 0 0 0 0,1 1 0 0 0,-1 0 0 0 0,2 0 0 0 0,0 1 0 0 0,-2 11 0 0 0,5-22 10 0 0,0 0 0 0 0,1 0 0 0 0,-1-1 0 0 0,0 1 0 0 0,1 0 1 0 0,-1 0-1 0 0,1-1 0 0 0,-1 1 0 0 0,1 0 0 0 0,-1-1 0 0 0,1 1 0 0 0,0-1 1 0 0,-1 1-1 0 0,1 0 0 0 0,0-1 0 0 0,-1 0 0 0 0,1 1 0 0 0,0-1 0 0 0,0 1 0 0 0,-1-1 1 0 0,1 0-1 0 0,0 0 0 0 0,0 1 0 0 0,0-1 0 0 0,-1 0 0 0 0,1 0 0 0 0,1 0 0 0 0,31 4-6 0 0,-23-3-7 0 0,-4 0-204 0 0,0 0 0 0 0,-1 0 0 0 0,1 1 0 0 0,0-1 0 0 0,-1 1 0 0 0,1 1 0 0 0,-1-1 0 0 0,11 7 0 0 0,-15-8 167 0 0,0 0-1 0 0,0 0 0 0 0,0 0 0 0 0,0 0 1 0 0,0 0-1 0 0,0 1 0 0 0,0-1 0 0 0,0 0 1 0 0,0 1-1 0 0,-1-1 0 0 0,1 1 0 0 0,0-1 1 0 0,-1 1-1 0 0,1-1 0 0 0,-1 1 0 0 0,0-1 1 0 0,0 1-1 0 0,1-1 0 0 0,-1 1 0 0 0,0-1 1 0 0,0 1-1 0 0,0 0 0 0 0,-1-1 0 0 0,1 1 1 0 0,0-1-1 0 0,0 1 0 0 0,-1-1 0 0 0,1 1 1 0 0,-1-1-1 0 0,0 1 0 0 0,1-1 1 0 0,-1 1-1 0 0,0-1 0 0 0,0 0 0 0 0,0 0 1 0 0,0 1-1 0 0,-2 1 0 0 0,-22 29-1053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2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5385 0 0,'0'0'116'0'0,"24"17"7835"0"0,-19-8-6907 0 0,1 0 0 0 0,-1 0 0 0 0,-1 0 0 0 0,5 13-1 0 0,18 79 1165 0 0,-18-62-1666 0 0,56 275 522 0 0,-21-85-703 0 0,19 19 224 0 0,-23-102-190 0 0,49 269 291 0 0,-87-404-950 0 0,-1-1 0 0 0,0 1 0 0 0,-1 20 0 0 0,-7 11-5232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2.4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32 103 6913 0 0,'-24'3'1091'0'0,"16"-5"669"0"0,17-5 799 0 0,11 0-1475 0 0,0 0 0 0 0,0 1 0 0 0,1 1 0 0 0,0 1 0 0 0,34-2 0 0 0,0-1 68 0 0,59-13 700 0 0,98-12-806 0 0,-193 30-1180 0 0,0 2 0 0 0,0 0 0 0 0,0 1-1 0 0,21 4 1 0 0,-27-2-1388 0 0,0 0 0 0 0,0 1-1 0 0,20 8 1 0 0,-32-12 1400 0 0,0 1 0 0 0,0-1 1 0 0,-1 0-1 0 0,1 0 0 0 0,0 1 1 0 0,-1-1-1 0 0,1 0 0 0 0,0 1 1 0 0,-1-1-1 0 0,1 0 0 0 0,-1 1 1 0 0,1-1-1 0 0,-1 1 0 0 0,1-1 1 0 0,-1 1-1 0 0,1-1 0 0 0,-1 1 1 0 0,1 0-1 0 0,-1-1 0 0 0,1 1 1 0 0,-1 0-1 0 0,0-1 0 0 0,0 1 1 0 0,1 0-1 0 0,-1-1 1 0 0,0 1-1 0 0,0 0 0 0 0,0 0 1 0 0,0-1-1 0 0,1 1 0 0 0,-1 0 1 0 0,0-1-1 0 0,0 1 0 0 0,-1 1 1 0 0,-3 6 121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2.6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6449 0 0,'29'4'5336'0'0,"-1"0"-2711"0"0,0 1 0 0 0,51 17-1 0 0,-57-14-2534 0 0,0 2-1 0 0,0 0 1 0 0,37 24 0 0 0,-36-17-7217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2.8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384 1 7834 0 0,'-12'27'696'0'0,"4"-12"-560"0"0,0 0-136 0 0,1-1 0 0 0,1-2 1328 0 0,0 0 240 0 0,-3 6 41 0 0,-9 17 15 0 0,-13 24-976 0 0,-8 18-192 0 0,-6 7-40 0 0,4-8 1 0 0,3-8-689 0 0,5-10-137 0 0,6-5-23 0 0,4-6-8 0 0,4-8 320 0 0,5-8 120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3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38 305 6913 0 0,'-3'1'233'0'0,"0"1"0"0"0,0 0-1 0 0,0 0 1 0 0,1 1-1 0 0,-1-1 1 0 0,1 0 0 0 0,-1 1-1 0 0,1 0 1 0 0,0-1 0 0 0,0 1-1 0 0,0 0 1 0 0,0 0-1 0 0,1 0 1 0 0,-2 4 0 0 0,2-6-71 0 0,1 1 1 0 0,0-1 0 0 0,0 0-1 0 0,0 0 1 0 0,0 0 0 0 0,0 0-1 0 0,0 0 1 0 0,0 0 0 0 0,0 0-1 0 0,0 0 1 0 0,0 0 0 0 0,1 0-1 0 0,-1 0 1 0 0,0 0 0 0 0,1 0 0 0 0,-1 0-1 0 0,1 0 1 0 0,-1 0 0 0 0,2 1-1 0 0,-1 0-26 0 0,1-1 0 0 0,0 1 0 0 0,0 0 0 0 0,-1-1 0 0 0,1 0 0 0 0,0 1 0 0 0,0-1 0 0 0,1 0 1 0 0,-1 0-1 0 0,0 0 0 0 0,0-1 0 0 0,3 2 0 0 0,6 0 74 0 0,0 0 0 0 0,0 0 0 0 0,0-1 0 0 0,0-1 0 0 0,0 0 0 0 0,0 0 0 0 0,0-1 0 0 0,15-3 0 0 0,92-26 628 0 0,-90 21-636 0 0,696-180 2792 0 0,-312 119-2071 0 0,-295 54-874 0 0,373-44 139 0 0,-472 58-203 0 0,4-2-105 0 0,1 1-1 0 0,-1 1 0 0 0,0 1 1 0 0,1 0-1 0 0,-1 2 1 0 0,25 4-1 0 0,-43-4-185 0 0,0 1-1 0 0,0-1 1 0 0,0 0 0 0 0,0 1-1 0 0,-1 0 1 0 0,1 0-1 0 0,3 2 1 0 0,-5-2-151 0 0,0-1 0 0 0,0 1-1 0 0,-1-1 1 0 0,1 1 0 0 0,0 0 0 0 0,-1 0-1 0 0,0 0 1 0 0,1 0 0 0 0,-1 0-1 0 0,0 0 1 0 0,0 0 0 0 0,0 0 0 0 0,1 3-1 0 0,1 16-4161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4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1583 0 9674 0 0,'-1'0'302'0'0,"-1"0"0"0"0,0 0-1 0 0,1 0 1 0 0,-1 1 0 0 0,0-1 0 0 0,1 0 0 0 0,-1 1-1 0 0,0-1 1 0 0,1 1 0 0 0,-1-1 0 0 0,1 1-1 0 0,-1 0 1 0 0,-2 1 0 0 0,-12 7 467 0 0,0 1 0 0 0,0 1 0 0 0,1 0 0 0 0,-25 25 0 0 0,-51 62 201 0 0,51-53-705 0 0,-481 586 1440 0 0,90-91-184 0 0,306-387-1211 0 0,-67 74 332 0 0,187-221-597 0 0,2-1-30 0 0,-1-2 1 0 0,1 1-1 0 0,-1 0 0 0 0,1 0 1 0 0,-1-1-1 0 0,0 0 1 0 0,0 0-1 0 0,-1 0 1 0 0,1 0-1 0 0,-7 2 1 0 0,28-37-797 0 0,37-65-3123 0 0,-27 52-2972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4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221 1 3225 0 0,'-112'21'3746'0'0,"3"9"5649"0"0,142-30-6366 0 0,-7 1-2860 0 0,114-6 133 0 0,165-3 271 0 0,-130 1 97 0 0,-174 6-645 0 0,-1 1 0 0 0,1 0 1 0 0,-1 0-1 0 0,1 0 1 0 0,-1 0-1 0 0,0 0 1 0 0,1 0-1 0 0,-1 0 1 0 0,1 0-1 0 0,-1 1 1 0 0,1-1-1 0 0,-1 0 1 0 0,1 0-1 0 0,-1 0 1 0 0,0 0-1 0 0,1 1 0 0 0,-1-1 1 0 0,1 0-1 0 0,-1 0 1 0 0,0 1-1 0 0,1-1 1 0 0,-1 0-1 0 0,0 1 1 0 0,1-1-1 0 0,-1 0 1 0 0,0 1-1 0 0,0-1 1 0 0,1 0-1 0 0,-1 1 1 0 0,0-1-1 0 0,0 1 0 0 0,0-1 1 0 0,1 1-1 0 0,-3 20 420 0 0,-16 28-256 0 0,14-41-184 0 0,-49 114 336 0 0,22-55-903 0 0,2 1 0 0 0,4 1 0 0 0,-24 101 0 0 0,44-136-6893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5.0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42 7370 0 0,'-10'-24'2291'0'0,"9"6"4501"0"0,16 33-1584 0 0,18 45-4389 0 0,32 83 0 0 0,-37-77-788 0 0,47 81 0 0 0,-74-146-312 0 0,22 32-20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5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91 270 3225 0 0,'-19'-36'-151'0'0,"-2"0"3347"0"0,-26-64 0 0 0,46 98-2970 0 0,1 0 1 0 0,-1 0-1 0 0,1 0 1 0 0,-1 0-1 0 0,1 0 1 0 0,0-1-1 0 0,-1 1 1 0 0,1 0-1 0 0,0 0 1 0 0,1 0-1 0 0,-1 0 1 0 0,0 0-1 0 0,1-1 1 0 0,-1 1-1 0 0,1 0 1 0 0,-1 0-1 0 0,1 0 1 0 0,0 0-1 0 0,0 0 0 0 0,0 0 1 0 0,2-2-1 0 0,1 0-94 0 0,-1 1 0 0 0,0-1-1 0 0,1 1 1 0 0,-1 0-1 0 0,1 0 1 0 0,0 1 0 0 0,0-1-1 0 0,0 1 1 0 0,8-4-1 0 0,-4 3 40 0 0,1 0-1 0 0,-1 0 0 0 0,0 1 0 0 0,1 0 1 0 0,0 1-1 0 0,-1 0 0 0 0,1 0 0 0 0,0 1 1 0 0,0 0-1 0 0,15 2 0 0 0,-20-1-133 0 0,1 0 0 0 0,-1 0 1 0 0,0 1-1 0 0,1 0 0 0 0,-1 0 0 0 0,0 0 0 0 0,0 0 0 0 0,0 0 0 0 0,-1 1 0 0 0,1 0 1 0 0,0 0-1 0 0,-1 0 0 0 0,0 0 0 0 0,0 1 0 0 0,0-1 0 0 0,5 8 0 0 0,-5-5 57 0 0,-1 0-1 0 0,1-1 1 0 0,-1 1-1 0 0,0 1 0 0 0,-1-1 1 0 0,1 0-1 0 0,-1 0 1 0 0,-1 1-1 0 0,1-1 0 0 0,-1 12 1 0 0,-2 3 103 0 0,-1-1 0 0 0,-1 0 0 0 0,-1 0 1 0 0,-1-1-1 0 0,0 1 0 0 0,-13 26 0 0 0,5-21 69 0 0,-23 36 0 0 0,24-42-42 0 0,0 1 0 0 0,2 0 1 0 0,-12 29-1 0 0,22-48-193 0 0,1-1 1 0 0,0 1-1 0 0,-1 0 1 0 0,1-1 0 0 0,0 1-1 0 0,0 0 1 0 0,0-1-1 0 0,0 1 1 0 0,0 0-1 0 0,0 0 1 0 0,0-1 0 0 0,0 1-1 0 0,0 0 1 0 0,0 0-1 0 0,0-1 1 0 0,0 1 0 0 0,0 0-1 0 0,0-1 1 0 0,1 1-1 0 0,-1 0 1 0 0,0-1-1 0 0,1 1 1 0 0,-1 0 0 0 0,0-1-1 0 0,1 1 1 0 0,-1-1-1 0 0,1 1 1 0 0,-1 0-1 0 0,1 0 1 0 0,1 0-11 0 0,0 0 0 0 0,-1-1 0 0 0,1 1-1 0 0,0 0 1 0 0,-1-1 0 0 0,1 1 0 0 0,0-1 0 0 0,0 1 0 0 0,0-1-1 0 0,0 0 1 0 0,2 0 0 0 0,5 0 29 0 0,0 0 0 0 0,1-1-1 0 0,13-4 1 0 0,79-25 201 0 0,19-5-83 0 0,-106 32-603 0 0,1 0 0 0 0,0 1 0 0 0,0 1 1 0 0,0 1-1 0 0,29 2 0 0 0,-22 2-1208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5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56 111 5153 0 0,'-18'3'163'0'0,"15"-2"190"0"0,-1-1 0 0 0,0 1-1 0 0,1 0 1 0 0,-1 0-1 0 0,0 0 1 0 0,1 0 0 0 0,-1 0-1 0 0,-5 4 1 0 0,31-9 6296 0 0,6-2-4683 0 0,62-25 1744 0 0,57-19-1402 0 0,-106 38-3858 0 0,69-10 0 0 0,-100 22-909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5.8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0 2761 0 0,'-2'2'538'0'0,"0"0"1"0"0,0 1-1 0 0,1-1 1 0 0,-1 0 0 0 0,1 1-1 0 0,-1-1 1 0 0,1 1-1 0 0,0-1 1 0 0,0 1 0 0 0,0 0-1 0 0,0 0 1 0 0,1-1-1 0 0,-1 1 1 0 0,1 0 0 0 0,0 0-1 0 0,-1 0 1 0 0,1-1-1 0 0,0 1 1 0 0,1 3 0 0 0,8 63 4750 0 0,-6-54-4396 0 0,0 4-204 0 0,6 37 55 0 0,2-1-1 0 0,2 0 1 0 0,24 60-1 0 0,-23-83-892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6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98 11522 0 0,'-3'-21'2954'0'0,"1"-1"-1"0"0,1-26 1 0 0,1 42-2358 0 0,32 68 1333 0 0,144 453-2779 0 0,-164-478 43 0 0,-4-12 64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7.2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73 6913 0 0,'-11'-11'8897'0'0,"9"35"-7201"0"0,0-6-1304 0 0,2-1 0 0 0,0 1-1 0 0,1 0 1 0 0,0-1-1 0 0,9 35 1 0 0,-8-40-361 0 0,2-1 0 0 0,0 1 0 0 0,0 0-1 0 0,1-1 1 0 0,0 0 0 0 0,1 0 0 0 0,1-1 0 0 0,-1 1-1 0 0,10 9 1 0 0,-13-16 22 0 0,1-1-1 0 0,0 1 0 0 0,0-1 1 0 0,0 0-1 0 0,0 0 1 0 0,0 0-1 0 0,0-1 0 0 0,1 1 1 0 0,0-1-1 0 0,-1 0 1 0 0,1-1-1 0 0,0 1 0 0 0,0-1 1 0 0,0 0-1 0 0,0 0 0 0 0,0 0 1 0 0,0-1-1 0 0,0 1 1 0 0,0-1-1 0 0,0-1 0 0 0,0 1 1 0 0,0-1-1 0 0,0 0 1 0 0,0 0-1 0 0,0 0 0 0 0,0 0 1 0 0,0-1-1 0 0,-1 0 0 0 0,1 0 1 0 0,0-1-1 0 0,-1 1 1 0 0,0-1-1 0 0,0 0 0 0 0,8-6 1 0 0,-7 5-11 0 0,1-1-1 0 0,-1 0 1 0 0,0 0 0 0 0,-1 0-1 0 0,1 0 1 0 0,-1-1 0 0 0,0 0-1 0 0,0 0 1 0 0,0 0 0 0 0,-1 0 0 0 0,0 0-1 0 0,-1-1 1 0 0,1 1 0 0 0,-1-1-1 0 0,0 0 1 0 0,-1 0 0 0 0,1 0 0 0 0,-2 0-1 0 0,1 0 1 0 0,-1 0 0 0 0,0 0-1 0 0,0 0 1 0 0,-1 0 0 0 0,0 0 0 0 0,-1-7-1 0 0,-3 2-19 0 0,-1 0 0 0 0,0 1 0 0 0,-1-1 0 0 0,0 1 0 0 0,-1 1-1 0 0,0-1 1 0 0,0 1 0 0 0,-1 1 0 0 0,0 0 0 0 0,-1 0 0 0 0,0 1-1 0 0,-1 0 1 0 0,1 0 0 0 0,-2 1 0 0 0,1 1 0 0 0,-1 0 0 0 0,0 0 0 0 0,0 1-1 0 0,0 1 1 0 0,-26-6 0 0 0,35 10-187 0 0,-1-1 1 0 0,1 1-1 0 0,-1 0 0 0 0,0 0 1 0 0,1 0-1 0 0,-1 0 0 0 0,1 1 0 0 0,-1 0 1 0 0,1-1-1 0 0,-1 1 0 0 0,1 0 1 0 0,0 1-1 0 0,-1-1 0 0 0,1 1 1 0 0,0-1-1 0 0,0 1 0 0 0,-5 4 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7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9 10594 0 0,'-16'-9'4270'0'0,"16"22"-740"0"0,2-4-4326 0 0,5 19 1404 0 0,0 1 0 0 0,2-1-1 0 0,17 36 1 0 0,45 76 790 0 0,-43-88-891 0 0,65 127-434 0 0,-64-121-5905 0 0,-16-35-1117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27.7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193 41 3225 0 0,'0'-1'-229'0'0,"-11"-38"11176"0"0,11 39-10826 0 0,-15 16 960 0 0,-22 42 292 0 0,4 1 1 0 0,-48 114-1 0 0,78-166-1166 0 0,1-1 0 0 0,-1 1-1 0 0,1 0 1 0 0,0 0 0 0 0,-1 12-1 0 0,3-18-144 0 0,0 0-1 0 0,0 0 0 0 0,0 0 1 0 0,0 0-1 0 0,0 0 0 0 0,0 1 1 0 0,1-1-1 0 0,-1 0 0 0 0,0 0 1 0 0,1 0-1 0 0,-1 0 1 0 0,0 0-1 0 0,1 0 0 0 0,0 0 1 0 0,-1 0-1 0 0,1 0 0 0 0,-1 0 1 0 0,1-1-1 0 0,0 1 0 0 0,0 0 1 0 0,0 0-1 0 0,-1 0 0 0 0,1-1 1 0 0,0 1-1 0 0,0 0 1 0 0,0-1-1 0 0,0 1 0 0 0,0-1 1 0 0,0 1-1 0 0,0-1 0 0 0,0 0 1 0 0,0 1-1 0 0,0-1 0 0 0,0 0 1 0 0,1 0-1 0 0,-1 0 0 0 0,0 0 1 0 0,0 0-1 0 0,0 0 1 0 0,0 0-1 0 0,0 0 0 0 0,0 0 1 0 0,3-1-1 0 0,14-2 128 0 0,1-1-1 0 0,-1 0 1 0 0,0-2-1 0 0,0 0 1 0 0,0-1 0 0 0,22-12-1 0 0,29-11-196 0 0,90-22-2999 0 0,-129 43 2694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0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60 136 3225 0 0,'-13'6'743'0'0,"9"-5"-371"0"0,1 1-1 0 0,-1 0 0 0 0,0-1 1 0 0,0 0-1 0 0,1 0 0 0 0,-1 0 1 0 0,0 0-1 0 0,0-1 0 0 0,-8-1 1135 0 0,12 1-1459 0 0,0 0 0 0 0,0 0 0 0 0,0 0 1 0 0,0-1-1 0 0,0 1 0 0 0,0 0 0 0 0,0 0 1 0 0,0 0-1 0 0,0 0 0 0 0,0 0 0 0 0,0 0 1 0 0,0-1-1 0 0,0 0 567 0 0,1 1-567 0 0,6-9 1016 0 0,9-4-294 0 0,6-4-290 0 0,1 1 1 0 0,0 1 0 0 0,1 2 0 0 0,1 0 0 0 0,0 1-1 0 0,0 2 1 0 0,2 0 0 0 0,33-6 0 0 0,-56 15-427 0 0,0 0 1 0 0,0 0-1 0 0,1 1 0 0 0,-1 0 1 0 0,0 0-1 0 0,0 0 0 0 0,0 1 1 0 0,0-1-1 0 0,1 1 1 0 0,-1 0-1 0 0,0 0 0 0 0,0 0 1 0 0,0 1-1 0 0,-1-1 1 0 0,1 1-1 0 0,5 3 0 0 0,-7-3-20 0 0,0 0-1 0 0,1 0 0 0 0,-1 1 1 0 0,0-1-1 0 0,0 1 0 0 0,0 0 1 0 0,-1-1-1 0 0,1 1 0 0 0,-1 0 1 0 0,1 0-1 0 0,-1 0 0 0 0,0 0 1 0 0,0 0-1 0 0,0 1 0 0 0,-1-1 1 0 0,1 0-1 0 0,-1 0 0 0 0,0 0 1 0 0,0 1-1 0 0,0-1 0 0 0,0 5 1 0 0,-2 9 12 0 0,0 1 0 0 0,-2-2 0 0 0,1 1 0 0 0,-2 0 0 0 0,0-1 0 0 0,-11 23-1 0 0,-55 89 548 0 0,0 1-254 0 0,71-129-338 0 0,0 0 0 0 0,0 0 0 0 0,0 0 0 0 0,-1 1 0 0 0,1-1 1 0 0,0 0-1 0 0,0 0 0 0 0,0 0 0 0 0,0 0 0 0 0,0 0 0 0 0,0 0 0 0 0,0 0 0 0 0,0 0 0 0 0,0 0 0 0 0,0 0 0 0 0,0 0 0 0 0,0 0 0 0 0,0 1 0 0 0,0-1 0 0 0,0 0 1 0 0,0 0-1 0 0,0 0 0 0 0,0 0 0 0 0,0 0 0 0 0,0 0 0 0 0,0 0 0 0 0,0 0 0 0 0,0 0 0 0 0,0 1 0 0 0,0-1 0 0 0,0 0 0 0 0,0 0 0 0 0,0 0 0 0 0,0 0 1 0 0,0 0-1 0 0,0 0 0 0 0,0 0 0 0 0,0 0 0 0 0,0 0 0 0 0,0 0 0 0 0,0 1 0 0 0,0-1 0 0 0,0 0 0 0 0,0 0 0 0 0,0 0 0 0 0,0 0 0 0 0,0 0 0 0 0,0 0 1 0 0,1 0-1 0 0,-1 0 0 0 0,0 0 0 0 0,0 0 0 0 0,0 0 0 0 0,0 0 0 0 0,0 0 0 0 0,0 0 0 0 0,0 0 0 0 0,0 0 0 0 0,0 0 0 0 0,0 0 0 0 0,1 0 0 0 0,-1 0 1 0 0,0 0-1 0 0,0 0 0 0 0,0 0 0 0 0,9-5-143 0 0,16-14-267 0 0,-18 14 310 0 0,3-3 20 0 0,1 1 0 0 0,-1 0 1 0 0,2 0-1 0 0,-1 1 0 0 0,1 0 0 0 0,0 1 0 0 0,0 1 1 0 0,24-6-1 0 0,-30 9 86 0 0,0 0 0 0 0,0 1 0 0 0,0 0 0 0 0,0 0 1 0 0,0 0-1 0 0,0 1 0 0 0,0 0 0 0 0,0 0 0 0 0,0 1 1 0 0,0-1-1 0 0,0 1 0 0 0,0 1 0 0 0,-1-1 0 0 0,1 1 1 0 0,-1 0-1 0 0,0 0 0 0 0,0 0 0 0 0,0 1 0 0 0,0 0 1 0 0,8 8-1 0 0,-6-5 22 0 0,-1 1 0 0 0,1-1 1 0 0,-1 1-1 0 0,0 1 0 0 0,-1-1 1 0 0,0 1-1 0 0,0 0 0 0 0,-1 0 0 0 0,-1 1 1 0 0,1-1-1 0 0,-1 1 0 0 0,-1-1 1 0 0,0 1-1 0 0,0 0 0 0 0,-1 0 0 0 0,0 11 1 0 0,-1-7 108 0 0,-1-1 1 0 0,0 0-1 0 0,-2 0 1 0 0,1 0-1 0 0,-2 0 1 0 0,1 0-1 0 0,-2 0 1 0 0,0-1-1 0 0,0 0 1 0 0,-1 0-1 0 0,-13 19 1 0 0,-5 4 25 0 0,-1-2-1 0 0,-2 0 1 0 0,-44 42 0 0 0,53-59-1524 0 0,-41 28 0 0 0,43-36-5157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0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0 4609 0 0,'-2'11'9624'0'0,"-1"1"-6605"0"0,-9 13-1008 0 0,-22 32 1 0 0,-5 13-5437 0 0,34-57 1617 0 0,3-6-15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1.1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1 138 4145 0 0,'0'0'136'0'0,"0"-1"0"0"0,0 0 1 0 0,-1 1-1 0 0,1-1 0 0 0,0 0 0 0 0,0 0 1 0 0,0 1-1 0 0,0-1 0 0 0,0 0 0 0 0,0 0 1 0 0,0 1-1 0 0,0-1 0 0 0,1 0 0 0 0,-1 0 1 0 0,0 1-1 0 0,0-1 0 0 0,1 0 0 0 0,-1 1 1 0 0,0-1-1 0 0,1 0 0 0 0,-1 1 0 0 0,0-1 1 0 0,1 0-1 0 0,-1 1 0 0 0,2-2 0 0 0,14-17 1291 0 0,-14 17-1146 0 0,9-10 420 0 0,1 0-1 0 0,0 1 1 0 0,0 1 0 0 0,1 0-1 0 0,18-11 1 0 0,-27 18-470 0 0,0 1 0 0 0,1-1 0 0 0,-1 1 0 0 0,1 0 0 0 0,-1 0 0 0 0,1 0 0 0 0,0 1 0 0 0,0 0 1 0 0,0 0-1 0 0,0 0 0 0 0,0 0 0 0 0,0 1 0 0 0,0 0 0 0 0,0 0 0 0 0,0 0 0 0 0,0 0 0 0 0,0 1 0 0 0,0 0 0 0 0,0 0 0 0 0,-1 0 1 0 0,7 3-1 0 0,-9-2-171 0 0,0 0 0 0 0,0-1 0 0 0,0 1 0 0 0,0 0 0 0 0,0 0 0 0 0,0 1 0 0 0,-1-1 0 0 0,1 0 0 0 0,-1 1 0 0 0,0-1 0 0 0,0 1-1 0 0,0-1 1 0 0,0 1 0 0 0,0-1 0 0 0,0 1 0 0 0,-1 0 0 0 0,1-1 0 0 0,-1 1 0 0 0,1 0 0 0 0,-1 0 0 0 0,0-1 0 0 0,0 1 0 0 0,-1 0 0 0 0,1 0 0 0 0,-1-1 0 0 0,1 1 0 0 0,-2 3 0 0 0,-1 9 26 0 0,-1-1 0 0 0,-1 1 0 0 0,-10 20 0 0 0,0-3-79 0 0,7-18 15 0 0,1 2 0 0 0,1-1 0 0 0,0 1 0 0 0,0 0 0 0 0,-4 27-1 0 0,10-42-23 0 0,0-1 0 0 0,0 1-1 0 0,0-1 1 0 0,0 1 0 0 0,1 0-1 0 0,-1-1 1 0 0,0 1 0 0 0,0 0-1 0 0,0-1 1 0 0,1 1 0 0 0,-1-1-1 0 0,0 1 1 0 0,1-1 0 0 0,-1 1-1 0 0,0-1 1 0 0,1 1 0 0 0,-1-1-1 0 0,1 1 1 0 0,-1-1 0 0 0,1 1-1 0 0,-1-1 1 0 0,1 0-1 0 0,-1 1 1 0 0,1-1 0 0 0,-1 0-1 0 0,1 0 1 0 0,0 1 0 0 0,-1-1-1 0 0,1 0 1 0 0,-1 0 0 0 0,1 0-1 0 0,0 1 1 0 0,-1-1 0 0 0,1 0-1 0 0,0 0 1 0 0,-1 0 0 0 0,1 0-1 0 0,0 0 1 0 0,-1-1 0 0 0,1 1-1 0 0,0 0 1 0 0,37-5-454 0 0,-23 2 278 0 0,-13 3 161 0 0,1 0-1 0 0,-1-1 1 0 0,0 1-1 0 0,1 1 1 0 0,-1-1-1 0 0,0 0 0 0 0,1 1 1 0 0,-1-1-1 0 0,0 1 1 0 0,1 0-1 0 0,-1-1 1 0 0,0 1-1 0 0,0 0 1 0 0,0 0-1 0 0,0 1 1 0 0,0-1-1 0 0,0 0 0 0 0,0 1 1 0 0,0-1-1 0 0,-1 1 1 0 0,3 2-1 0 0,-2-1-19 0 0,0 0 0 0 0,0 1 0 0 0,0-1 0 0 0,-1 1-1 0 0,0-1 1 0 0,1 1 0 0 0,-1 0 0 0 0,0-1 0 0 0,-1 1 0 0 0,1 0-1 0 0,-1 7 1 0 0,0 3-369 0 0,-1-1 1 0 0,0 0-1 0 0,-1 0 0 0 0,0 0 0 0 0,-1 0 0 0 0,-8 20 1 0 0,2-12-1435 0 0,0-1-3566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1.4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83 8754 0 0,'0'0'147'0'0,"0"-1"0"0"0,1 1 0 0 0,-1-1 0 0 0,0 1 0 0 0,1 0 0 0 0,-1-1 0 0 0,1 1 0 0 0,-1-1 0 0 0,1 1 0 0 0,-1 0-1 0 0,1-1 1 0 0,-1 1 0 0 0,1 0 0 0 0,-1 0 0 0 0,1-1 0 0 0,-1 1 0 0 0,1 0 0 0 0,-1 0 0 0 0,1 0 0 0 0,0 0 0 0 0,-1 0 0 0 0,1 0 0 0 0,-1 0 0 0 0,1 0 0 0 0,0 0 0 0 0,-1 0 0 0 0,1 0 0 0 0,-1 0 0 0 0,1 0 0 0 0,-1 0 0 0 0,1 0 0 0 0,-1 1 0 0 0,1-1 0 0 0,0 0 0 0 0,-1 0 0 0 0,1 1 0 0 0,-1-1 0 0 0,1 0-1 0 0,-1 1 1 0 0,0-1 0 0 0,1 1 0 0 0,-1-1 0 0 0,1 0 0 0 0,-1 1 0 0 0,0-1 0 0 0,1 1 0 0 0,-1-1 0 0 0,0 1 0 0 0,1-1 0 0 0,-1 1 0 0 0,19 25 2357 0 0,-1 7-1508 0 0,2-2-1 0 0,48 57 1 0 0,-57-74-919 0 0,2-1 1 0 0,0-1-1 0 0,0 0 1 0 0,1-1-1 0 0,0-1 0 0 0,1 0 1 0 0,0 0-1 0 0,24 9 1 0 0,-37-18-25 0 0,-1 0 1 0 0,1 0-1 0 0,0 0 1 0 0,0-1-1 0 0,0 1 1 0 0,0-1-1 0 0,0 0 1 0 0,0 1-1 0 0,0-1 1 0 0,0 0-1 0 0,0 0 0 0 0,-1 0 1 0 0,1 0-1 0 0,0-1 1 0 0,0 1-1 0 0,0 0 1 0 0,0-1-1 0 0,0 0 1 0 0,0 1-1 0 0,0-1 1 0 0,0 0-1 0 0,-1 0 1 0 0,1 0-1 0 0,0 0 1 0 0,-1 0-1 0 0,1 0 1 0 0,-1 0-1 0 0,1-1 1 0 0,-1 1-1 0 0,1-1 0 0 0,-1 1 1 0 0,0-1-1 0 0,0 1 1 0 0,0-1-1 0 0,0 0 1 0 0,0 1-1 0 0,1-3 1 0 0,3-8 268 0 0,-1 0-1 0 0,-1-1 1 0 0,0 1 0 0 0,3-25 0 0 0,-1 8-130 0 0,-4 25-200 0 0,32-123 658 0 0,-27 109-1428 0 0,1 0-1 0 0,15-26 0 0 0,-6 19-8042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5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192 885 8754 0 0,'-192'7'6237'0'0,"256"-8"-9537"0"0,25-1 3019 0 0,774-17 2834 0 0,-1-49-1467 0 0,-656 49-1116 0 0,914-69-514 0 0,-656 65-312 0 0,145 14 685 0 0,-540 9 174 0 0,666 36 18 0 0,-574-25 22 0 0,517-4-43 0 0,-675-7 0 0 0,411-11 0 0 0,325-3 0 0 0,-79 15 376 0 0,214-19 848 0 0,-64-29-911 0 0,-553 31-202 0 0,369-12-244 0 0,533-21-22 0 0,188-11 867 0 0,-912 30-572 0 0,171-9-133 0 0,0 25-10 0 0,-329 19 12 0 0,823-5 62 0 0,-152-24-97 0 0,-608 18 20 0 0,384-5 1336 0 0,411-11 1285 0 0,245-9-2528 0 0,-297 10 1543 0 0,358-22-1370 0 0,-92 17-260 0 0,-757 18 0 0 0,49-12 0 0 0,872-67-276 0 0,259-10-368 0 0,-1209 96 708 0 0,-268 17-218 0 0,-100 8-3569 0 0,-162-18 2078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7.0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0,'10'32'1480'0'0,"-1"-8"-1221"0"0,-4 0-59 0 0,-2 0 0 0 0,0 1 0 0 0,-1 0 0 0 0,-3 24 0 0 0,-12 102-69 0 0,-1 12-677 0 0,39 257 137 0 0,-4-173 1558 0 0,3 760 3031 0 0,-14-334-4023 0 0,30 0-210 0 0,31-82 138 0 0,10 113 859 0 0,-43-213-213 0 0,39 431 939 0 0,4 20-1814 0 0,0-9 42 0 0,51 79 2548 0 0,-32-287-1525 0 0,-32 2 287 0 0,-63-478-754 0 0,2 24-204 0 0,-6-264-250 0 0,-1-1 1 0 0,2 1-1 0 0,-1 0 0 0 0,1-1 1 0 0,0 1-1 0 0,1-1 0 0 0,5 12 1 0 0,3-1-244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9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193 24 5065 0 0,'-4'-3'518'0'0,"0"1"1"0"0,0-1-1 0 0,0 1 0 0 0,0 0 1 0 0,0 0-1 0 0,-1 0 0 0 0,1 0 0 0 0,-1 1 1 0 0,1-1-1 0 0,-1 1 0 0 0,0 1 0 0 0,-5-2 1 0 0,7 3-328 0 0,0-1 0 0 0,0 1 0 0 0,1 0 0 0 0,-1 0 0 0 0,0 0 0 0 0,1 0 1 0 0,-1 0-1 0 0,1 1 0 0 0,0-1 0 0 0,-1 1 0 0 0,1-1 0 0 0,0 1 0 0 0,0 0 0 0 0,0 0 1 0 0,0 0-1 0 0,0 0 0 0 0,0 0 0 0 0,1 1 0 0 0,-1-1 0 0 0,1 1 0 0 0,-2 3 0 0 0,-10 17 233 0 0,2 0 0 0 0,0 1 0 0 0,2 1 0 0 0,0-1 0 0 0,-9 52 0 0 0,15-56-325 0 0,0 1 0 0 0,1 0-1 0 0,1 0 1 0 0,1 0-1 0 0,1 0 1 0 0,1 0 0 0 0,8 40-1 0 0,-6-49-16 0 0,0 0 0 0 0,1-1-1 0 0,1 1 1 0 0,0-1 0 0 0,0 0-1 0 0,1 0 1 0 0,0-1 0 0 0,1 0-1 0 0,10 10 1 0 0,-13-14-20 0 0,1 0 1 0 0,0-1-1 0 0,1 0 0 0 0,-1 0 1 0 0,1 0-1 0 0,0 0 0 0 0,0-1 0 0 0,0-1 1 0 0,1 1-1 0 0,-1-1 0 0 0,1 0 1 0 0,0-1-1 0 0,0 0 0 0 0,0 0 1 0 0,8 1-1 0 0,-11-3-65 0 0,-1 0 0 0 0,1-1 0 0 0,-1 1 0 0 0,1-1 0 0 0,-1 0 0 0 0,1 0 0 0 0,-1 0 0 0 0,0 0 0 0 0,0-1 0 0 0,0 0 0 0 0,0 0 0 0 0,0 0 0 0 0,0 0 0 0 0,0-1 0 0 0,-1 1 0 0 0,1-1 0 0 0,-1 0 0 0 0,0 0 0 0 0,1 0 0 0 0,-1-1 0 0 0,-1 1 0 0 0,1-1 0 0 0,-1 0 0 0 0,1 1 0 0 0,2-8 0 0 0,1-1-9 0 0,-1-1 0 0 0,-1 1 0 0 0,0-1 0 0 0,0-1 0 0 0,-1 1 0 0 0,-1 0 0 0 0,1-16 0 0 0,0 14 18 0 0,1 17 9 0 0,5 26 19 0 0,-5-11-25 0 0,3 1 19 0 0,1 0-1 0 0,0 0 1 0 0,1-1-1 0 0,1 0 0 0 0,1-1 1 0 0,0 0-1 0 0,1 0 1 0 0,20 19-1 0 0,-24-28-11 0 0,0 0 0 0 0,0-1 0 0 0,1 0 0 0 0,-1 0 0 0 0,1-1 0 0 0,1 0 0 0 0,-1-1 0 0 0,1 0 0 0 0,0 0 0 0 0,0-1 0 0 0,0-1 0 0 0,0 1 0 0 0,0-2 0 0 0,1 1 0 0 0,-1-1 0 0 0,0-1 0 0 0,17-1 0 0 0,-14 0 41 0 0,0-1 0 0 0,0-1 0 0 0,-1 0 1 0 0,1 0-1 0 0,0-2 0 0 0,-1 1 0 0 0,0-2 0 0 0,0 0 0 0 0,-1 0 0 0 0,1-1 0 0 0,-2 0 0 0 0,1-1 0 0 0,-1 0 0 0 0,0-1 0 0 0,0 0 0 0 0,-1 0 0 0 0,0-1 0 0 0,-1 0 0 0 0,9-14 1 0 0,-11 14-34 0 0,0 0 1 0 0,-1-1 0 0 0,0 1 0 0 0,-1-1 0 0 0,0 0-1 0 0,0 0 1 0 0,-1 0 0 0 0,-1-1 0 0 0,0 1 0 0 0,-1-1-1 0 0,0 1 1 0 0,0-1 0 0 0,-1 0 0 0 0,-1 1 0 0 0,0-1-1 0 0,0 1 1 0 0,-1-1 0 0 0,-1 1 0 0 0,0 0 0 0 0,-1 0-1 0 0,-9-21 1 0 0,9 23-24 0 0,-2 0-1 0 0,1 0 0 0 0,-1 1 1 0 0,0-1-1 0 0,-1 1 1 0 0,0 1-1 0 0,-13-12 0 0 0,17 17-84 0 0,0-1 0 0 0,0 1-1 0 0,0-1 1 0 0,-1 1 0 0 0,1 0-1 0 0,-1 1 1 0 0,0-1-1 0 0,1 0 1 0 0,-1 1 0 0 0,0 0-1 0 0,0 0 1 0 0,0 0-1 0 0,0 1 1 0 0,0-1 0 0 0,0 1-1 0 0,0 0 1 0 0,0 0-1 0 0,0 0 1 0 0,0 0 0 0 0,0 1-1 0 0,0 0 1 0 0,-6 1 0 0 0,-3 4-1089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9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6449 0 0,'4'-4'-53'0'0,"6"-4"2973"0"0,-9 9-2671 0 0,0-1 0 0 0,0 0-1 0 0,0 0 1 0 0,0 1 0 0 0,0-1-1 0 0,0 1 1 0 0,-1-1-1 0 0,1 1 1 0 0,0-1 0 0 0,0 1-1 0 0,-1-1 1 0 0,1 1-1 0 0,0 0 1 0 0,0-1 0 0 0,-1 1-1 0 0,2 1 1 0 0,5 9 571 0 0,0 0 0 0 0,-1 0 0 0 0,0 0 0 0 0,-1 1 1 0 0,0 0-1 0 0,0 0 0 0 0,3 16 0 0 0,7 19-69 0 0,97 200 119 0 0,-93-293-2663 0 0,-14 32 1636 0 0,9-21 42 0 0,20-34 0 0 0,-29 60 225 0 0,-1 1-1 0 0,2 0 0 0 0,-1 0 1 0 0,1 0-1 0 0,1 1 1 0 0,-1 0-1 0 0,1 0 0 0 0,1 1 1 0 0,11-9-1 0 0,-17 14-27 0 0,1-1 0 0 0,-1 1 1 0 0,1 0-1 0 0,0 0 0 0 0,-1 0 0 0 0,1 0 0 0 0,0 1 1 0 0,-1-1-1 0 0,1 1 0 0 0,0-1 0 0 0,0 1 0 0 0,0 0 1 0 0,-1 0-1 0 0,1 1 0 0 0,0-1 0 0 0,5 1 0 0 0,-3 1-11 0 0,0 0 0 0 0,0 0 0 0 0,-1 0-1 0 0,1 1 1 0 0,0-1 0 0 0,-1 1 0 0 0,1 0-1 0 0,4 5 1 0 0,6 6-81 0 0,-2 1 0 0 0,0 0 0 0 0,19 28 0 0 0,-29-39-18 0 0,29 40-3976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9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138 193 8754 0 0,'5'-11'826'0'0,"-1"0"0"0"0,0-1 0 0 0,-1 0 0 0 0,0 1 0 0 0,-1-1 0 0 0,0 0 0 0 0,-1 0 0 0 0,0-1 0 0 0,-1 1 0 0 0,-1 0 0 0 0,0 0 0 0 0,-4-23 0 0 0,5 34-749 0 0,-1 1-1 0 0,1-1 1 0 0,0 0-1 0 0,0 0 1 0 0,-1 0-1 0 0,1 1 1 0 0,0-1-1 0 0,-1 0 0 0 0,1 1 1 0 0,-1-1-1 0 0,1 0 1 0 0,-1 1-1 0 0,1-1 1 0 0,-1 0-1 0 0,1 1 1 0 0,-1-1-1 0 0,0 1 1 0 0,1-1-1 0 0,-1 1 1 0 0,0-1-1 0 0,0 1 1 0 0,1 0-1 0 0,-1-1 1 0 0,0 1-1 0 0,0 0 1 0 0,-1-1-1 0 0,1 1-25 0 0,-1 1-1 0 0,1-1 1 0 0,0 0 0 0 0,-1 1-1 0 0,1-1 1 0 0,0 1 0 0 0,0-1-1 0 0,-1 1 1 0 0,1-1-1 0 0,0 1 1 0 0,0 0 0 0 0,0 0-1 0 0,0 0 1 0 0,-2 1 0 0 0,-4 5-22 0 0,1 1 1 0 0,0 0 0 0 0,-7 11 0 0 0,12-17 0 0 0,-15 22 0 0 0,2 2 0 0 0,-17 40 0 0 0,26-53-70 0 0,0 0 0 0 0,1 0 0 0 0,1 1 0 0 0,0-1 1 0 0,1 1-1 0 0,0 0 0 0 0,1 19 0 0 0,1-31-25 0 0,0 1-1 0 0,0-1 1 0 0,0 1 0 0 0,1-1 0 0 0,-1 1 0 0 0,1-1-1 0 0,0 1 1 0 0,-1-1 0 0 0,1 1 0 0 0,0-1 0 0 0,0 0-1 0 0,1 1 1 0 0,-1-1 0 0 0,0 0 0 0 0,1 0 0 0 0,0 0 0 0 0,-1 0-1 0 0,1 0 1 0 0,4 3 0 0 0,-5-5-5 0 0,1 1 1 0 0,-1 0-1 0 0,1-1 1 0 0,-1 1-1 0 0,1-1 1 0 0,0 0-1 0 0,-1 0 1 0 0,1 0-1 0 0,0 1 1 0 0,-1-2-1 0 0,1 1 1 0 0,0 0-1 0 0,-1 0 0 0 0,1 0 1 0 0,0-1-1 0 0,-1 1 1 0 0,1-1-1 0 0,0 1 1 0 0,-1-1-1 0 0,1 0 1 0 0,-1 1-1 0 0,0-1 1 0 0,1 0-1 0 0,-1 0 1 0 0,1 0-1 0 0,-1 0 1 0 0,0 0-1 0 0,0-1 0 0 0,0 1 1 0 0,2-2-1 0 0,9-11-143 0 0,-1-1 0 0 0,0 0-1 0 0,0 0 1 0 0,-2-1-1 0 0,11-22 1 0 0,-8 14 511 0 0,23-34 0 0 0,-34 56-201 0 0,-1 1 0 0 0,1-1 0 0 0,0 1 0 0 0,0 0 0 0 0,0-1 0 0 0,1 1 0 0 0,-1 0 0 0 0,0 0 0 0 0,0-1 0 0 0,1 1 0 0 0,-1 0 0 0 0,1 0 0 0 0,-1 1 0 0 0,1-1 0 0 0,-1 0 0 0 0,1 0 0 0 0,0 1 0 0 0,-1-1 0 0 0,1 1 0 0 0,0-1 0 0 0,-1 1 0 0 0,1 0 0 0 0,0 0 0 0 0,2 0 0 0 0,-2 0-25 0 0,0 1 0 0 0,0 0 0 0 0,-1 0 0 0 0,1 0 0 0 0,0 0 0 0 0,-1 1 0 0 0,1-1 0 0 0,-1 0 0 0 0,1 1 1 0 0,-1-1-1 0 0,0 1 0 0 0,1-1 0 0 0,-1 1 0 0 0,0-1 0 0 0,0 1 0 0 0,0 0 0 0 0,0 0 0 0 0,-1 0 0 0 0,1-1 0 0 0,0 1 0 0 0,0 2 0 0 0,12 41 125 0 0,-9-28 13 0 0,1 0-1 0 0,1 0 0 0 0,15 30 1 0 0,-19-43-484 0 0,0-1 1 0 0,1 1 0 0 0,-1 0 0 0 0,1-1-1 0 0,0 0 1 0 0,0 0 0 0 0,0 0 0 0 0,0 0-1 0 0,0 0 1 0 0,1-1 0 0 0,-1 1 0 0 0,1-1 0 0 0,0 0-1 0 0,0 0 1 0 0,0 0 0 0 0,0-1 0 0 0,0 1-1 0 0,0-1 1 0 0,0 0 0 0 0,0 0 0 0 0,5 0-1 0 0,9 0-6130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39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1 329 920 0 0,'17'-127'2961'0'0,"23"-60"9598"0"0,-40 187-12409 0 0,0-1 1 0 0,0 0-1 0 0,0 1 1 0 0,0-1 0 0 0,0 1-1 0 0,0-1 1 0 0,1 0 0 0 0,-1 1-1 0 0,0-1 1 0 0,0 1 0 0 0,0-1-1 0 0,1 1 1 0 0,-1-1 0 0 0,0 1-1 0 0,1-1 1 0 0,-1 1-1 0 0,0-1 1 0 0,1 1 0 0 0,-1-1-1 0 0,1 1 1 0 0,-1-1 0 0 0,1 1-1 0 0,-1 0 1 0 0,1-1 0 0 0,-1 1-1 0 0,1 0 1 0 0,-1-1-1 0 0,1 1 1 0 0,-1 0 0 0 0,2-1-1 0 0,-1 2-42 0 0,0 0 0 0 0,0-1 0 0 0,0 1 0 0 0,0 0 0 0 0,0-1 0 0 0,-1 1 0 0 0,1 0 0 0 0,0 0 0 0 0,0 0 0 0 0,-1 0 0 0 0,1 0 0 0 0,-1 0 0 0 0,1 0 0 0 0,-1 0 0 0 0,1 1 0 0 0,19 55-23 0 0,-17-48 286 0 0,112 296 540 0 0,-12-30-1134 0 0,-57-153-1017 0 0,-13-43-3378 0 0,-25-60-2119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0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44 149 12899 0 0,'-5'-4'441'0'0,"1"0"0"0"0,0-1 0 0 0,0 1 0 0 0,0-1 0 0 0,0 0 0 0 0,1 0 0 0 0,0 0 0 0 0,0 0 0 0 0,0 0 0 0 0,-2-7 0 0 0,5 10-324 0 0,-1 0 0 0 0,1 1 0 0 0,0-1 0 0 0,0 0-1 0 0,-1 0 1 0 0,1 0 0 0 0,0 1 0 0 0,1-1 0 0 0,-1 0 0 0 0,0 0 0 0 0,0 1 0 0 0,1-1 0 0 0,-1 0 0 0 0,1 0 0 0 0,0 1 0 0 0,-1-1-1 0 0,1 0 1 0 0,0 1 0 0 0,0-1 0 0 0,0 1 0 0 0,0-1 0 0 0,0 1 0 0 0,0 0 0 0 0,1-1 0 0 0,-1 1 0 0 0,0 0 0 0 0,1 0 0 0 0,-1 0-1 0 0,1 0 1 0 0,-1 0 0 0 0,1 0 0 0 0,-1 0 0 0 0,1 0 0 0 0,0 1 0 0 0,-1-1 0 0 0,1 1 0 0 0,2-1 0 0 0,27-8-1348 0 0,0 1 1 0 0,44-5-1 0 0,-74 13 1221 0 0,39-6-1397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1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14 219 9674 0 0,'-13'-29'9134'0'0,"13"29"-9081"0"0,11 13 609 0 0,19 27-205 0 0,-1-2 25 0 0,61 65 0 0 0,-81-93-360 0 0,1-2 0 0 0,0 1 0 0 0,0-1 0 0 0,1-1 0 0 0,0 0 0 0 0,0 0 0 0 0,1-1 0 0 0,0-1 0 0 0,0 0 0 0 0,0-1-1 0 0,23 6 1 0 0,-33-10-105 0 0,0 0-1 0 0,0 0 0 0 0,0 0 0 0 0,0 0 0 0 0,0 0 0 0 0,0 0 1 0 0,0 0-1 0 0,0-1 0 0 0,0 1 0 0 0,0-1 0 0 0,0 1 0 0 0,0-1 0 0 0,-1 0 1 0 0,1 0-1 0 0,0 0 0 0 0,0 0 0 0 0,-1 0 0 0 0,1 0 0 0 0,0 0 0 0 0,-1-1 1 0 0,1 1-1 0 0,-1-1 0 0 0,0 1 0 0 0,1-1 0 0 0,-1 1 0 0 0,0-1 1 0 0,0 0-1 0 0,0 0 0 0 0,0 1 0 0 0,0-1 0 0 0,-1 0 0 0 0,1 0 0 0 0,0 0 1 0 0,0-3-1 0 0,2-9 101 0 0,0 1 0 0 0,-1-1 1 0 0,-1 0-1 0 0,0-14 0 0 0,0 14-103 0 0,0-67 147 0 0,4-38-78 0 0,-4 103-332 0 0,2-1 0 0 0,0 0 0 0 0,1 1 1 0 0,11-30-1 0 0,-5 24-703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1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83 4609 0 0,'2'-1'166'0'0,"-1"0"-1"0"0,1-1 1 0 0,-1 1 0 0 0,0-1 0 0 0,0 1-1 0 0,1-1 1 0 0,-1 0 0 0 0,0 1 0 0 0,0-1-1 0 0,0 0 1 0 0,-1 0 0 0 0,1 0 0 0 0,0 0-1 0 0,-1 0 1 0 0,1 0 0 0 0,-1 1-1 0 0,1-1 1 0 0,-1 0 0 0 0,0 0 0 0 0,0 0-1 0 0,0-1 1 0 0,0 1 0 0 0,-1 0 0 0 0,1 1-1 0 0,0-1 1 0 0,-1 0 0 0 0,1 0-1 0 0,-1 0 1 0 0,0 0 0 0 0,1 0 0 0 0,-1 0-1 0 0,0 0 1 0 0,0 1 0 0 0,-1-1 0 0 0,1 0-1 0 0,0 1 1 0 0,0-1 0 0 0,-1 1 0 0 0,1 0-1 0 0,-1-1 1 0 0,1 1 0 0 0,-1 0-1 0 0,0 0 1 0 0,1 0 0 0 0,-1 0 0 0 0,0 0-1 0 0,0 0 1 0 0,0 0 0 0 0,1 1 0 0 0,-1-1-1 0 0,0 1 1 0 0,0-1 0 0 0,0 1 0 0 0,0 0-1 0 0,0 0 1 0 0,0 0 0 0 0,0 0-1 0 0,0 0 1 0 0,0 0 0 0 0,0 0 0 0 0,0 1-1 0 0,0-1 1 0 0,0 1 0 0 0,0-1 0 0 0,-3 2-1 0 0,-6 3 44 0 0,0 1-1 0 0,1 0 0 0 0,-1 0 1 0 0,1 1-1 0 0,0 0 0 0 0,1 1 1 0 0,-1 0-1 0 0,-15 19 0 0 0,10-9 128 0 0,0 1 1 0 0,1 1-1 0 0,-18 34 0 0 0,24-39-4 0 0,2 0 1 0 0,-7 20 0 0 0,11-31-257 0 0,1 1 0 0 0,0 0 1 0 0,0-1-1 0 0,0 1 0 0 0,1 0 0 0 0,-1-1 1 0 0,1 1-1 0 0,0 0 0 0 0,1 0 1 0 0,-1-1-1 0 0,1 1 0 0 0,2 7 0 0 0,-3-11-83 0 0,1 1 1 0 0,-1-1-1 0 0,1 0 0 0 0,0 1 0 0 0,-1-1 0 0 0,1 0 0 0 0,0 0 0 0 0,0 1 0 0 0,-1-1 0 0 0,1 0 0 0 0,0 0 0 0 0,0 0 0 0 0,1 0 0 0 0,-1 0 0 0 0,0 0 0 0 0,0-1 0 0 0,0 1 0 0 0,0 0 0 0 0,1 0 0 0 0,-1-1 0 0 0,0 1 0 0 0,1-1 0 0 0,-1 1 1 0 0,2-1-1 0 0,0 0-79 0 0,-1 0 1 0 0,1 0-1 0 0,-1 0 1 0 0,1-1-1 0 0,0 1 1 0 0,-1-1-1 0 0,1 1 1 0 0,-1-1-1 0 0,0 0 1 0 0,1 0-1 0 0,-1 0 1 0 0,4-2-1 0 0,2-3-273 0 0,0 0 0 0 0,0 0 0 0 0,0-1 0 0 0,-1 0 0 0 0,13-14 0 0 0,-13 11 128 0 0,0-1 0 0 0,0 0 0 0 0,-1 0 0 0 0,0 0 0 0 0,-1-1 0 0 0,6-20 0 0 0,-3 4 1952 0 0,5-53-1 0 0,3 99 2078 0 0,23 30-3793 0 0,-19-24-572 0 0,1 0 0 0 0,31 29 0 0 0,-38-42-1403 0 0,-1 0 1 0 0,1-1-1 0 0,21 10 0 0 0,-21-13-16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1.8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0 178 4609 0 0,'2'-3'352'0'0,"0"0"-1"0"0,1 1 1 0 0,-1-1 0 0 0,1 1-1 0 0,-1 0 1 0 0,1 0 0 0 0,0 0-1 0 0,0 0 1 0 0,-1 0 0 0 0,2 1 0 0 0,-1-1-1 0 0,0 1 1 0 0,0 0 0 0 0,0 0-1 0 0,0 0 1 0 0,1 0 0 0 0,-1 0-1 0 0,0 1 1 0 0,1 0 0 0 0,-1-1-1 0 0,1 1 1 0 0,-1 1 0 0 0,0-1-1 0 0,1 0 1 0 0,-1 1 0 0 0,5 1 0 0 0,0 0 55 0 0,1 0 1 0 0,-1 0 0 0 0,0 1 0 0 0,0 0 0 0 0,-1 0 0 0 0,1 1 0 0 0,-1 0 0 0 0,1 0 0 0 0,10 10 0 0 0,-13-10-268 0 0,-1 1 0 0 0,0 0 0 0 0,-1 0 0 0 0,1 1 0 0 0,-1-1 0 0 0,0 1 0 0 0,0-1 0 0 0,0 1 0 0 0,-1 0 0 0 0,0 0 0 0 0,0 0 0 0 0,1 12 0 0 0,12 29 1465 0 0,-2-161 755 0 0,-9 93-2371 0 0,1-1 0 0 0,1 1 1 0 0,10-23-1 0 0,-13 36-183 0 0,1 0-1 0 0,1 0 1 0 0,-1 0 0 0 0,1 1 0 0 0,1-1 0 0 0,-1 1 0 0 0,1 0-1 0 0,0 1 1 0 0,1-1 0 0 0,9-6 0 0 0,0 3-976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2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0,'3'22'5469'0'0,"11"13"-2277"0"0,-1-1-1418 0 0,-6-5-810 0 0,5 47-1 0 0,-7-6-2682 0 0,-3-46-4756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2.2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57 11522 0 0,'-5'-12'1025'0'0,"2"3"-825"0"0,2 1 1256 0 0,-1 2-656 0 0,1-1 0 0 0,-2-1-536 0 0,0 2-104 0 0,1 7-16 0 0,1 7-7 0 0,1 7-1426 0 0,-4 6-287 0 0,3 5-56 0 0,-2 3-17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2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231 297 10594 0 0,'0'-3'341'0'0,"0"0"0"0"0,0 0 0 0 0,0 0 0 0 0,-1 0 0 0 0,0 0 0 0 0,1 0 0 0 0,-1 0 0 0 0,0 0 0 0 0,0 0 0 0 0,-1 0 0 0 0,-1-3 0 0 0,3 5-192 0 0,-1 0 0 0 0,0 0 1 0 0,0 0-1 0 0,0 1 1 0 0,0-1-1 0 0,0 0 0 0 0,0 0 1 0 0,0 1-1 0 0,0-1 0 0 0,0 0 1 0 0,0 1-1 0 0,0-1 0 0 0,-1 1 1 0 0,1-1-1 0 0,0 1 1 0 0,0 0-1 0 0,-1 0 0 0 0,1-1 1 0 0,0 1-1 0 0,0 0 0 0 0,-1 0 1 0 0,1 0-1 0 0,0 0 1 0 0,0 0-1 0 0,-1 1 0 0 0,1-1 1 0 0,0 0-1 0 0,0 1 0 0 0,-1-1 1 0 0,1 0-1 0 0,-1 2 0 0 0,-6 1-76 0 0,0 1-1 0 0,1 1 0 0 0,0-1 0 0 0,0 1 1 0 0,1 0-1 0 0,-1 1 0 0 0,1-1 0 0 0,0 1 0 0 0,0 1 1 0 0,-5 7-1 0 0,-6 9-341 0 0,-22 41 0 0 0,29-47 103 0 0,2 1 1 0 0,-1 0 0 0 0,-6 25 0 0 0,13-37 107 0 0,1 0 1 0 0,0 0-1 0 0,0-1 0 0 0,0 1 1 0 0,1 0-1 0 0,0 0 1 0 0,0 6-1 0 0,1-9 21 0 0,-1-1-1 0 0,1 1 1 0 0,0-1-1 0 0,-1 1 1 0 0,1-1-1 0 0,0 1 1 0 0,0-1-1 0 0,1 1 1 0 0,-1-1-1 0 0,0 0 1 0 0,1 0-1 0 0,-1 0 1 0 0,1 0-1 0 0,0 0 1 0 0,0 0-1 0 0,2 2 1 0 0,-1-2 25 0 0,0 0 0 0 0,0-1 1 0 0,0 1-1 0 0,1-1 0 0 0,-1 0 1 0 0,0 1-1 0 0,0-2 1 0 0,1 1-1 0 0,-1 0 0 0 0,0-1 1 0 0,1 1-1 0 0,-1-1 1 0 0,1 0-1 0 0,-1 0 0 0 0,0-1 1 0 0,1 1-1 0 0,-1 0 0 0 0,0-1 1 0 0,1 0-1 0 0,-1 0 1 0 0,0 0-1 0 0,0 0 0 0 0,0-1 1 0 0,1 1-1 0 0,-2-1 1 0 0,1 0-1 0 0,0 0 0 0 0,0 0 1 0 0,2-2-1 0 0,5-4-24 0 0,0-1 1 0 0,-1 1-1 0 0,0-1 0 0 0,-1-1 0 0 0,0 0 0 0 0,11-16 1 0 0,-10 8 207 0 0,0 0 0 0 0,12-37 1 0 0,-16 39-11 0 0,0 0 0 0 0,2 1 0 0 0,0 0 1 0 0,17-28-1 0 0,-24 43-139 0 0,1-1 0 0 0,-1 1 0 0 0,0-1 0 0 0,1 1 0 0 0,-1 0 0 0 0,0-1 0 0 0,1 1 0 0 0,-1-1 0 0 0,1 1 0 0 0,-1 0 0 0 0,0-1 0 0 0,1 1 0 0 0,-1 0 0 0 0,1 0 0 0 0,-1-1 0 0 0,1 1 0 0 0,-1 0 0 0 0,1 0 0 0 0,-1 0 0 0 0,1-1 0 0 0,-1 1 0 0 0,1 0 0 0 0,-1 0 0 0 0,1 0 0 0 0,0 0 0 0 0,-1 0 0 0 0,1 0 0 0 0,0 0 0 0 0,11 13 393 0 0,4 32 33 0 0,-12-32-278 0 0,-1-4-125 0 0,1-1 1 0 0,0 1-1 0 0,1-1 1 0 0,0 0-1 0 0,0 0 0 0 0,0 0 1 0 0,1-1-1 0 0,0 0 1 0 0,1 0-1 0 0,0 0 0 0 0,0-1 1 0 0,0 0-1 0 0,11 7 1 0 0,-12-10-33 0 0,0 0 0 0 0,0 0 1 0 0,1 0-1 0 0,-1-1 0 0 0,1 0 0 0 0,0 0 1 0 0,-1 0-1 0 0,1-1 0 0 0,0 0 1 0 0,0-1-1 0 0,0 1 0 0 0,0-2 1 0 0,0 1-1 0 0,0 0 0 0 0,0-1 1 0 0,0-1-1 0 0,0 1 0 0 0,12-5 1 0 0,-13 3-9 0 0,-1 1 0 0 0,0-1 0 0 0,1 1 0 0 0,-2-1 0 0 0,1-1 1 0 0,0 1-1 0 0,0-1 0 0 0,-1 0 0 0 0,0 0 0 0 0,0 0 0 0 0,7-10 0 0 0,-5 6 63 0 0,-1-1-1 0 0,0-1 1 0 0,0 1-1 0 0,-1-1 0 0 0,0 0 1 0 0,2-11-1 0 0,0-9-79 0 0,0 0-1 0 0,-2 0 1 0 0,-1-47-1 0 0,-12-124 44 0 0,14 225 34 0 0,0 0 0 0 0,1 0 0 0 0,2 0 0 0 0,0-1 0 0 0,2 0-1 0 0,0-1 1 0 0,24 37 0 0 0,-19-35-10 0 0,1-1 0 0 0,0-1 0 0 0,2 0 0 0 0,1-1-1 0 0,0-1 1 0 0,2-1 0 0 0,28 20 0 0 0,-44-35-42 0 0,0-1 0 0 0,1 0 0 0 0,-1 0 1 0 0,1 0-1 0 0,0-1 0 0 0,0 0 0 0 0,0 0 0 0 0,0 0 1 0 0,0-1-1 0 0,0 0 0 0 0,0 0 0 0 0,0-1 0 0 0,1 1 1 0 0,-1-1-1 0 0,0-1 0 0 0,1 1 0 0 0,-1-1 0 0 0,0 0 1 0 0,0-1-1 0 0,0 1 0 0 0,0-1 0 0 0,0 0 0 0 0,0-1 1 0 0,-1 0-1 0 0,1 1 0 0 0,-1-2 0 0 0,1 1 0 0 0,-1-1 0 0 0,0 0 1 0 0,0 0-1 0 0,-1 0 0 0 0,1 0 0 0 0,-1-1 0 0 0,0 0 1 0 0,0 0-1 0 0,-1 0 0 0 0,1 0 0 0 0,-1-1 0 0 0,0 1 1 0 0,-1-1-1 0 0,4-11 0 0 0,12-53-624 0 0,-17 63 598 0 0,0 1 0 0 0,0-1-1 0 0,-1 0 1 0 0,0 1 0 0 0,0-1 0 0 0,0 0-1 0 0,-1 1 1 0 0,-3-12 0 0 0,4 18 7 0 0,0 0-6 0 0,0 0 0 0 0,0 0 0 0 0,0-1 0 0 0,0 1-1 0 0,0 0 1 0 0,0 0 0 0 0,0-1 0 0 0,0 1-1 0 0,0 0 1 0 0,0 0 0 0 0,0 0 0 0 0,0-1 0 0 0,0 1-1 0 0,0 0 1 0 0,0 0 0 0 0,0-1 0 0 0,0 1 0 0 0,0 0-1 0 0,-1 0 1 0 0,1 0 0 0 0,0-1 0 0 0,0 1-1 0 0,0 0 1 0 0,0 0 0 0 0,0 0 0 0 0,-1 0 0 0 0,1 0-1 0 0,0-1 1 0 0,0 1 0 0 0,0 0 0 0 0,-1 0 0 0 0,1 0-1 0 0,0 0 1 0 0,0 0 0 0 0,0 0 0 0 0,-1 0-1 0 0,1 0 1 0 0,0 0 0 0 0,0 0 0 0 0,-1 0 0 0 0,1 0-1 0 0,0 0 1 0 0,0 0 0 0 0,-1 0 0 0 0,1 0 0 0 0,0 0-1 0 0,0 0 1 0 0,0 0 0 0 0,-1 0 0 0 0,1 0 0 0 0,0 0-1 0 0,-1 0 1 0 0,0 3-442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3.2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2761 0 0,'8'6'14720'0'0,"-12"20"-12802"0"0,3-23-1758 0 0,-7 65 1501 0 0,3-1 0 0 0,7 135-1 0 0,10-91-3594 0 0,7-2-3401 0 0,-12-74-2087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3.5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0 197 6913 0 0,'9'-1'366'0'0,"0"0"0"0"0,0 0 0 0 0,0-1-1 0 0,-1 0 1 0 0,1 0 0 0 0,0-1-1 0 0,-1 0 1 0 0,0-1 0 0 0,0 0 0 0 0,0 0-1 0 0,0-1 1 0 0,-1 0 0 0 0,9-7-1 0 0,-10 8-256 0 0,-1-1-1 0 0,1 0 0 0 0,-1-1 0 0 0,0 1 1 0 0,0-1-1 0 0,-1 0 0 0 0,0 0 0 0 0,0 0 1 0 0,0 0-1 0 0,-1-1 0 0 0,0 0 0 0 0,0 0 1 0 0,-1 0-1 0 0,0 0 0 0 0,0 0 0 0 0,1-11 1 0 0,-2 17-78 0 0,-1 0 0 0 0,0 0 0 0 0,0 0 0 0 0,0 0 0 0 0,0 0 0 0 0,0 0 0 0 0,0 0 0 0 0,0 0 0 0 0,0-1 0 0 0,0 1 0 0 0,0 0 0 0 0,-1 0 0 0 0,1 0 0 0 0,0 0 0 0 0,-1 0 0 0 0,1 0 0 0 0,-1 0 0 0 0,1 0 0 0 0,-1 0 0 0 0,1 0 0 0 0,-1 0 0 0 0,0 0 0 0 0,1 1 0 0 0,-1-1 0 0 0,0 0 0 0 0,0 0 0 0 0,0 1 0 0 0,0-1 0 0 0,0 0 0 0 0,0 1 0 0 0,0-1 1 0 0,0 1-1 0 0,0-1 0 0 0,0 1 0 0 0,0 0 0 0 0,0-1 0 0 0,0 1 0 0 0,0 0 0 0 0,0 0 0 0 0,0 0 0 0 0,0 0 0 0 0,0-1 0 0 0,0 2 0 0 0,-1-1 0 0 0,1 0 0 0 0,0 0 0 0 0,0 0 0 0 0,-1 1 0 0 0,-3 0 170 0 0,0 0 0 0 0,1 0 0 0 0,-1 1 0 0 0,0 0 0 0 0,1 0 0 0 0,0 0 0 0 0,-1 1 0 0 0,1-1 0 0 0,-6 6 0 0 0,4-3-78 0 0,1 1-1 0 0,0-1 1 0 0,0 1 0 0 0,1 0 0 0 0,0 0-1 0 0,0 0 1 0 0,0 1 0 0 0,1-1 0 0 0,0 1 0 0 0,0 0-1 0 0,1 0 1 0 0,0 0 0 0 0,-2 12 0 0 0,3-16-133 0 0,1 1 0 0 0,0-1 0 0 0,-1 0 0 0 0,2 1 0 0 0,-1-1 1 0 0,0 0-1 0 0,1 1 0 0 0,-1-1 0 0 0,1 0 0 0 0,0 0 0 0 0,0 0 0 0 0,0 0 1 0 0,1 0-1 0 0,-1 0 0 0 0,1 0 0 0 0,0 0 0 0 0,0 0 0 0 0,-1 0 0 0 0,2-1 1 0 0,-1 1-1 0 0,0-1 0 0 0,1 0 0 0 0,-1 1 0 0 0,1-1 0 0 0,-1 0 0 0 0,1-1 1 0 0,0 1-1 0 0,0 0 0 0 0,0-1 0 0 0,0 0 0 0 0,0 1 0 0 0,5 0 0 0 0,27 5-1433 0 0,-13-6 693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3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168 98 10594 0 0,'2'-14'364'0'0,"4"-31"988"0"0,-6 43-1197 0 0,0 0 0 0 0,0 0-1 0 0,0 0 1 0 0,0 1-1 0 0,0-1 1 0 0,-1 0 0 0 0,1 0-1 0 0,0 0 1 0 0,-1 1-1 0 0,0-1 1 0 0,1 0-1 0 0,-1 1 1 0 0,0-1 0 0 0,0 0-1 0 0,0 1 1 0 0,0-1-1 0 0,0 1 1 0 0,-1-1-1 0 0,1 1 1 0 0,-2-2 0 0 0,1 3-19 0 0,1-1 0 0 0,-1 1 0 0 0,0 0 1 0 0,1-1-1 0 0,-1 1 0 0 0,0 0 0 0 0,1 0 1 0 0,-1 0-1 0 0,0 0 0 0 0,0 0 0 0 0,1 1 0 0 0,-1-1 1 0 0,0 0-1 0 0,1 1 0 0 0,-1 0 0 0 0,1-1 1 0 0,-1 1-1 0 0,1 0 0 0 0,-1-1 0 0 0,1 1 1 0 0,-1 0-1 0 0,-2 2 0 0 0,-31 25 457 0 0,34-27-581 0 0,-10 8 32 0 0,2 1 0 0 0,-1 0 0 0 0,1 1 1 0 0,0-1-1 0 0,1 2 0 0 0,-8 14 0 0 0,14-23-43 0 0,1-1 0 0 0,-1 1 0 0 0,1 0 0 0 0,0 0 0 0 0,0-1 0 0 0,0 1 0 0 0,0 0 0 0 0,0 0 0 0 0,1 0 0 0 0,-1 0 0 0 0,1 0 0 0 0,0 0 0 0 0,0 0-1 0 0,0 0 1 0 0,0 0 0 0 0,1 0 0 0 0,-1 0 0 0 0,1 0 0 0 0,-1 0 0 0 0,1 0 0 0 0,0 0 0 0 0,1 0 0 0 0,-1 0 0 0 0,0-1 0 0 0,1 1 0 0 0,-1 0 0 0 0,1-1 0 0 0,0 0 0 0 0,0 1 0 0 0,0-1 0 0 0,0 0 0 0 0,0 0 0 0 0,0 0 0 0 0,4 2 0 0 0,6 3 123 0 0,0-1 0 0 0,0 0 0 0 0,0-1 0 0 0,0 0 0 0 0,1-1 0 0 0,0-1 1 0 0,13 2-1 0 0,-13-3-23 0 0,0 1 0 0 0,-1 0 1 0 0,1 1-1 0 0,-1 1 1 0 0,0-1-1 0 0,0 2 1 0 0,16 10-1 0 0,-26-15-101 0 0,-1 0 1 0 0,0-1-1 0 0,0 1 1 0 0,1 0-1 0 0,-1 1 1 0 0,0-1-1 0 0,0 0 1 0 0,0 0-1 0 0,0 0 1 0 0,-1 1-1 0 0,1-1 0 0 0,0 0 1 0 0,0 1-1 0 0,-1-1 1 0 0,1 1-1 0 0,-1-1 1 0 0,1 1-1 0 0,-1-1 1 0 0,0 1-1 0 0,0-1 1 0 0,0 1-1 0 0,0 2 1 0 0,0-2-1 0 0,-1 1 0 0 0,1 0 0 0 0,-1-1 0 0 0,0 1 1 0 0,0 0-1 0 0,0-1 0 0 0,0 1 0 0 0,-1-1 1 0 0,1 1-1 0 0,-1-1 0 0 0,-2 3 0 0 0,-4 4 0 0 0,0-1-1 0 0,-1 0 1 0 0,0 0-1 0 0,-19 11 1 0 0,10-8-1992 0 0,0-1 1 0 0,-24 9 0 0 0,15-9-4662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4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253 111 7370 0 0,'0'-1'18'0'0,"5"-51"2751"0"0,-5 48-2434 0 0,0 0 0 0 0,0 1-1 0 0,0-1 1 0 0,-1 0 0 0 0,0 1-1 0 0,0-1 1 0 0,0 1 0 0 0,0-1 0 0 0,0 1-1 0 0,0-1 1 0 0,-1 1 0 0 0,-2-4-1 0 0,3 6-246 0 0,1 1 0 0 0,-1-1-1 0 0,0 0 1 0 0,0 1-1 0 0,0-1 1 0 0,1 1-1 0 0,-1-1 1 0 0,0 1-1 0 0,0-1 1 0 0,0 1-1 0 0,0-1 1 0 0,0 1 0 0 0,0 0-1 0 0,0 0 1 0 0,0-1-1 0 0,0 1 1 0 0,0 0-1 0 0,0 0 1 0 0,0 0-1 0 0,0 0 1 0 0,0 0 0 0 0,0 0-1 0 0,0 1 1 0 0,0-1-1 0 0,0 0 1 0 0,0 0-1 0 0,0 1 1 0 0,0-1-1 0 0,0 1 1 0 0,0-1-1 0 0,0 1 1 0 0,1-1 0 0 0,-1 1-1 0 0,-1 0 1 0 0,-30 25 1043 0 0,29-23-1002 0 0,-27 27 219 0 0,-38 49-1 0 0,55-62-357 0 0,1 0 0 0 0,1 1 1 0 0,1 0-1 0 0,0 1 0 0 0,-7 19 0 0 0,16-35-29 0 0,0 0 0 0 0,0 0 0 0 0,0 0-1 0 0,1 1 1 0 0,-1-1 0 0 0,1 0-1 0 0,-1 0 1 0 0,1 0 0 0 0,0 1 0 0 0,0-1-1 0 0,1 0 1 0 0,-1 0 0 0 0,0 0-1 0 0,1 1 1 0 0,0-1 0 0 0,0 0-1 0 0,0 0 1 0 0,0 0 0 0 0,1 0 0 0 0,-1 0-1 0 0,1-1 1 0 0,0 1 0 0 0,-1 0-1 0 0,1-1 1 0 0,3 4 0 0 0,-2-3-32 0 0,1-1 0 0 0,-1 0 0 0 0,0 0 0 0 0,1 0 0 0 0,-1 0-1 0 0,1 0 1 0 0,-1-1 0 0 0,1 1 0 0 0,0-1 0 0 0,0 0 0 0 0,0 0 0 0 0,0-1 0 0 0,0 1 0 0 0,-1-1 0 0 0,1 0 0 0 0,0 0 0 0 0,0 0 0 0 0,0 0 0 0 0,0-1 0 0 0,6-1 0 0 0,-4 1-19 0 0,-1-1 1 0 0,1 0-1 0 0,-1 0 1 0 0,1 0-1 0 0,-1-1 1 0 0,0 1 0 0 0,0-1-1 0 0,0-1 1 0 0,-1 1-1 0 0,1-1 1 0 0,-1 1-1 0 0,0-1 1 0 0,0 0-1 0 0,0-1 1 0 0,0 1 0 0 0,-1-1-1 0 0,0 0 1 0 0,4-7-1 0 0,2-7-19 0 0,-2 0-1 0 0,0 0 0 0 0,8-39 0 0 0,8-24 1258 0 0,-22 81-1077 0 0,-1 0 0 0 0,0 0 0 0 0,0 0 1 0 0,1 0-1 0 0,-1 1 0 0 0,0-1 0 0 0,1 0 1 0 0,-1 0-1 0 0,1 0 0 0 0,-1 1 0 0 0,1-1 1 0 0,-1 0-1 0 0,1 1 0 0 0,-1-1 0 0 0,1 1 0 0 0,0-1 1 0 0,-1 1-1 0 0,1-1 0 0 0,0 1 0 0 0,0-1 1 0 0,-1 1-1 0 0,3-1 0 0 0,-3 1-11 0 0,1 0 0 0 0,0 0 1 0 0,0 1-1 0 0,-1-1 0 0 0,1 0 0 0 0,0 1 0 0 0,-1-1 1 0 0,1 0-1 0 0,0 1 0 0 0,-1-1 0 0 0,1 1 0 0 0,-1-1 0 0 0,1 1 1 0 0,-1-1-1 0 0,1 1 0 0 0,-1-1 0 0 0,1 1 0 0 0,-1 0 1 0 0,1-1-1 0 0,-1 2 0 0 0,21 48 1414 0 0,-16-35-1244 0 0,2-2-80 0 0,1 1 0 0 0,0-1-1 0 0,1-1 1 0 0,0 1 0 0 0,1-1-1 0 0,0-1 1 0 0,16 13 0 0 0,21 14-6476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4.7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58 8290 0 0,'0'-1'45'0'0,"0"1"0"0"0,0-1 0 0 0,0 0 0 0 0,0 1 0 0 0,0-1 0 0 0,0 1 0 0 0,1-1 0 0 0,-1 0-1 0 0,0 1 1 0 0,0-1 0 0 0,1 1 0 0 0,-1-1 0 0 0,0 0 0 0 0,0 1 0 0 0,1-1 0 0 0,-1 1 0 0 0,1-1 0 0 0,-1 1 0 0 0,0 0 0 0 0,1-1 0 0 0,-1 1 0 0 0,1-1 0 0 0,-1 1 0 0 0,1 0 0 0 0,0-1 0 0 0,-1 1 0 0 0,1 0 0 0 0,-1-1 0 0 0,2 1 0 0 0,22-1 1399 0 0,-19 3-1019 0 0,1-1 1 0 0,-1 0-1 0 0,1 1 0 0 0,-1 0 1 0 0,0 0-1 0 0,8 5 0 0 0,-9-4-162 0 0,1 1 0 0 0,-1 0 0 0 0,0 0 0 0 0,1 1 0 0 0,-2-1-1 0 0,1 1 1 0 0,-1 0 0 0 0,1 0 0 0 0,-1 0 0 0 0,4 11 0 0 0,-1 0 187 0 0,-1 1 0 0 0,4 23 0 0 0,-7-27-158 0 0,2 1-1 0 0,-1-1 1 0 0,1 0 0 0 0,11 23-1 0 0,-15-37-258 0 0,0 1-1 0 0,0 0 1 0 0,0-1-1 0 0,0 1 1 0 0,0 0 0 0 0,0-1-1 0 0,0 1 1 0 0,1 0-1 0 0,-1-1 1 0 0,0 1-1 0 0,0 0 1 0 0,0 0-1 0 0,0-1 1 0 0,1 1 0 0 0,-1 0-1 0 0,0 0 1 0 0,0-1-1 0 0,0 1 1 0 0,1 0-1 0 0,-1 0 1 0 0,0-1 0 0 0,1 1-1 0 0,-1 0 1 0 0,0 0-1 0 0,0 0 1 0 0,1 0-1 0 0,-1 0 1 0 0,0-1-1 0 0,1 1 1 0 0,-1 0 0 0 0,0 0-1 0 0,1 0 1 0 0,-1 0-1 0 0,0 0 1 0 0,1 0-1 0 0,-1 0 1 0 0,0 0-1 0 0,1 0 1 0 0,-1 0 0 0 0,0 0-1 0 0,1 0 1 0 0,-1 0-1 0 0,0 1 1 0 0,1-1-1 0 0,-1 0 1 0 0,0 0 0 0 0,0 0-1 0 0,1 0 1 0 0,-1 0-1 0 0,0 1 1 0 0,1-1-1 0 0,-1 0 1 0 0,0 0-1 0 0,0 1 1 0 0,1-1 0 0 0,-1 0-1 0 0,0 0 1 0 0,0 1-1 0 0,0-1 1 0 0,0 0-1 0 0,1 0 1 0 0,-1 1-1 0 0,0-1 1 0 0,0 1 0 0 0,6-36 853 0 0,-5 28-820 0 0,1-4-15 0 0,2-18-189 0 0,1 0 0 0 0,2 1-1 0 0,1-1 1 0 0,21-51 0 0 0,-13 50-982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5.0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6 216 3225 0 0,'-2'10'632'0'0,"1"0"0"0"0,-1 0 0 0 0,2 1 0 0 0,0 11 0 0 0,0-22-597 0 0,0 0-1 0 0,0 0 0 0 0,0 0 1 0 0,0 0-1 0 0,0 0 0 0 0,0 1 1 0 0,0-1-1 0 0,0 0 0 0 0,0 0 1 0 0,0 0-1 0 0,0 0 0 0 0,0 0 0 0 0,0 0 1 0 0,0 0-1 0 0,0 0 0 0 0,0 1 1 0 0,0-1-1 0 0,0 0 0 0 0,0 0 1 0 0,1 0-1 0 0,-1 0 0 0 0,0 0 1 0 0,0 0-1 0 0,0 0 0 0 0,0 0 1 0 0,0 0-1 0 0,0 0 0 0 0,0 0 1 0 0,1 0-1 0 0,-1 0 0 0 0,0 0 1 0 0,0 0-1 0 0,0 0 0 0 0,0 0 0 0 0,0 0 1 0 0,0 0-1 0 0,0 0 0 0 0,1 0 1 0 0,-1 0-1 0 0,0 0 0 0 0,0 0 1 0 0,0 0-1 0 0,0 0 0 0 0,0 0 1 0 0,0 0-1 0 0,0 0 0 0 0,1 0 1 0 0,-1 0-1 0 0,0 0 0 0 0,0 0 1 0 0,0 0-1 0 0,0 0 0 0 0,9-8 784 0 0,4-9 464 0 0,-3 2-12 0 0,-1-2 1 0 0,-1 1-1 0 0,-1-1 1 0 0,10-32-1 0 0,-11 23-523 0 0,0 0-1 0 0,4-46 1 0 0,-10 71-732 0 0,0 0 0 0 0,0 1 0 0 0,0-1 0 0 0,1 0 0 0 0,-1 0 0 0 0,0 0 0 0 0,0 0 0 0 0,-1 0 0 0 0,1 1 0 0 0,0-1 0 0 0,0 0 0 0 0,0 0 0 0 0,0 0 0 0 0,-1 0 0 0 0,1 1 0 0 0,0-1 0 0 0,-1 0 0 0 0,1 0 0 0 0,-1 1 0 0 0,0-2 0 0 0,1 2-4 0 0,-1 0-1 0 0,1 0 1 0 0,-1 0 0 0 0,1 0 0 0 0,-1 0 0 0 0,1 0 0 0 0,-1 1 0 0 0,1-1 0 0 0,0 0 0 0 0,-1 0 0 0 0,1 0-1 0 0,-1 0 1 0 0,1 1 0 0 0,-1-1 0 0 0,1 0 0 0 0,0 0 0 0 0,-1 1 0 0 0,1-1 0 0 0,-1 0 0 0 0,1 1 0 0 0,0-1-1 0 0,-1 0 1 0 0,1 1 0 0 0,0 0 0 0 0,-21 31 678 0 0,19-26-659 0 0,0 0 0 0 0,1 0 0 0 0,0 0 0 0 0,0 0 1 0 0,1 1-1 0 0,-1-1 0 0 0,1 0 0 0 0,1 0 0 0 0,-1 1 0 0 0,1-1 0 0 0,0 0 0 0 0,0 0 0 0 0,1 0 0 0 0,0 0 0 0 0,0 0 0 0 0,0 0 0 0 0,1-1 0 0 0,0 1 0 0 0,3 5 0 0 0,-2-5-36 0 0,1 1 1 0 0,-1-1-1 0 0,1 1 0 0 0,1-2 1 0 0,-1 1-1 0 0,1 0 0 0 0,0-1 0 0 0,0 0 1 0 0,1-1-1 0 0,-1 1 0 0 0,1-1 0 0 0,0-1 1 0 0,0 1-1 0 0,13 3 0 0 0,-3-2-725 0 0,0-2 0 0 0,1-1-1 0 0,-1 0 1 0 0,1-1 0 0 0,-1-1 0 0 0,29-2 0 0 0,-18-3 693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5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11058 0 0,'-2'3'9896'0'0,"8"12"-9890"0"0,27 90 822 0 0,-5 2 0 0 0,20 146 0 0 0,-35-152-2713 0 0,-7-55-5855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5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311 17 6993 0 0,'0'-1'19'0'0,"0"1"-1"0"0,1-1 0 0 0,-1 1 0 0 0,0-1 0 0 0,0 0 0 0 0,0 1 0 0 0,0-1 1 0 0,-1 1-1 0 0,1-1 0 0 0,0 0 0 0 0,0 1 0 0 0,0-1 0 0 0,0 1 0 0 0,-1-1 1 0 0,1 1-1 0 0,0-1 0 0 0,-1 0 0 0 0,1 1 0 0 0,0-1 0 0 0,-1 1 0 0 0,1 0 1 0 0,0-1-1 0 0,-1 1 0 0 0,1-1 0 0 0,-1 1 0 0 0,1 0 0 0 0,-1-1 0 0 0,1 1 1 0 0,-2-1-1 0 0,1 1 60 0 0,0 0 0 0 0,-1 0 0 0 0,1 0 1 0 0,0 0-1 0 0,-1 0 0 0 0,1 0 0 0 0,0 1 1 0 0,-1-1-1 0 0,1 0 0 0 0,0 1 0 0 0,0-1 1 0 0,0 1-1 0 0,-2 1 0 0 0,-43 30 2579 0 0,36-24-1943 0 0,-31 22 959 0 0,14-13-963 0 0,2 2 0 0 0,0 1 1 0 0,1 0-1 0 0,1 2 0 0 0,-27 33 1 0 0,49-53-586 0 0,-1 0 1 0 0,1-1 0 0 0,0 1-1 0 0,0 0 1 0 0,0 0 0 0 0,0 0-1 0 0,0 0 1 0 0,0 0-1 0 0,1 0 1 0 0,-1 0 0 0 0,1 0-1 0 0,-1 0 1 0 0,1 1 0 0 0,0-1-1 0 0,0 0 1 0 0,0 0 0 0 0,0 0-1 0 0,0 0 1 0 0,0 1 0 0 0,1-1-1 0 0,-1 0 1 0 0,2 3 0 0 0,0-1-12 0 0,0-1 0 0 0,0 0 0 0 0,0 0 0 0 0,0 0 0 0 0,0 0 0 0 0,1-1 0 0 0,0 1 0 0 0,-1-1 0 0 0,1 1-1 0 0,0-1 1 0 0,0 0 0 0 0,5 2 0 0 0,5 3-3 0 0,0-1 1 0 0,1 0-1 0 0,0-1 0 0 0,1-1 0 0 0,22 4 0 0 0,-9-3-288 0 0,0-1 0 0 0,1-2 0 0 0,31-1 0 0 0,-30-4-607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6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70 7370 0 0,'5'-15'62'0'0,"-5"14"207"0"0,1 1 0 0 0,-1-1-1 0 0,1 0 1 0 0,-1 0 0 0 0,1 1-1 0 0,-1-1 1 0 0,1 0 0 0 0,-1 1-1 0 0,1-1 1 0 0,0 0 0 0 0,-1 1-1 0 0,1-1 1 0 0,0 1 0 0 0,-1-1-1 0 0,1 1 1 0 0,1-1-1 0 0,-1 1-1 0 0,0 0 0 0 0,1 0 0 0 0,-1 0 0 0 0,0 0 0 0 0,0 1 0 0 0,0-1 0 0 0,0 0 0 0 0,0 0 0 0 0,0 1 0 0 0,0-1 0 0 0,0 1 0 0 0,0-1-1 0 0,0 1 1 0 0,-1-1 0 0 0,1 1 0 0 0,0 0 0 0 0,0-1 0 0 0,0 1 0 0 0,-1 0 0 0 0,1 0 0 0 0,0 0 0 0 0,-1-1 0 0 0,1 1 0 0 0,0 0 0 0 0,-1 0-1 0 0,1 0 1 0 0,-1 0 0 0 0,1 1 0 0 0,3 9 140 0 0,0-1 0 0 0,0 1 1 0 0,-1 0-1 0 0,0 0 0 0 0,-1 0 0 0 0,0 0 0 0 0,0 22 0 0 0,6 33-226 0 0,-7-61-178 0 0,0 0 0 0 0,1 0 0 0 0,0 0 0 0 0,-1 0 0 0 0,2 0-1 0 0,-1-1 1 0 0,0 1 0 0 0,7 7 0 0 0,-8-11-8 0 0,0 0 1 0 0,0 0-1 0 0,0 0 1 0 0,0 0-1 0 0,1 0 1 0 0,-1-1-1 0 0,0 1 1 0 0,0 0 0 0 0,1-1-1 0 0,-1 1 1 0 0,0-1-1 0 0,1 0 1 0 0,-1 1-1 0 0,0-1 1 0 0,1 0-1 0 0,-1 0 1 0 0,1 0-1 0 0,-1 0 1 0 0,0 0-1 0 0,1 0 1 0 0,-1 0-1 0 0,1 0 1 0 0,-1 0-1 0 0,0-1 1 0 0,1 1-1 0 0,-1-1 1 0 0,0 1-1 0 0,1-1 1 0 0,-1 0-1 0 0,0 1 1 0 0,0-1-1 0 0,0 0 1 0 0,1 0-1 0 0,-1 0 1 0 0,0 1-1 0 0,0-1 1 0 0,0-1-1 0 0,0 0 1 0 0,6-5-31 0 0,-1-1 1 0 0,0-1-1 0 0,0 1 0 0 0,-1-1 0 0 0,0 0 1 0 0,0 0-1 0 0,-1 0 0 0 0,-1-1 1 0 0,1 1-1 0 0,2-17 0 0 0,18-40-103 0 0,-16 50 152 0 0,0 0-1 0 0,15-18 1 0 0,-21 31-11 0 0,0 0 0 0 0,0 0-1 0 0,0 1 1 0 0,0-1 0 0 0,0 1 0 0 0,1-1-1 0 0,-1 1 1 0 0,1 0 0 0 0,0 0-1 0 0,0 0 1 0 0,0 1 0 0 0,0-1 0 0 0,0 1-1 0 0,0-1 1 0 0,0 1 0 0 0,0 0 0 0 0,0 0-1 0 0,1 0 1 0 0,-1 1 0 0 0,4-1 0 0 0,-4 1-1 0 0,-1 1 1 0 0,-1-1-1 0 0,1 1 1 0 0,0 0-1 0 0,0-1 1 0 0,0 1-1 0 0,0 0 1 0 0,0 0 0 0 0,-1 1-1 0 0,1-1 1 0 0,0 0-1 0 0,-1 1 1 0 0,1-1-1 0 0,-1 0 1 0 0,1 1-1 0 0,-1 0 1 0 0,0-1 0 0 0,0 1-1 0 0,0 0 1 0 0,0 0-1 0 0,1 3 1 0 0,17 48 0 0 0,-13-32 44 0 0,-2-9-286 0 0,1 0-1 0 0,0-1 0 0 0,0 1 1 0 0,1-1-1 0 0,1 0 0 0 0,12 16 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6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 13 9218 0 0,'-6'11'4992'0'0,"-7"22"-2645"0"0,12-21-1995 0 0,1 0-1 0 0,-1-1 1 0 0,2 1 0 0 0,0 0-1 0 0,0 0 1 0 0,1-1 0 0 0,1 1 0 0 0,0 0-1 0 0,0-1 1 0 0,1 0 0 0 0,0 0-1 0 0,1 0 1 0 0,13 20 0 0 0,-14-24-301 0 0,0 0 1 0 0,1 0-1 0 0,0 0 1 0 0,1 0-1 0 0,0-1 1 0 0,0 0-1 0 0,0 0 1 0 0,0-1 0 0 0,1 1-1 0 0,0-1 1 0 0,0-1-1 0 0,1 0 1 0 0,-1 0-1 0 0,1 0 1 0 0,0-1-1 0 0,0 0 1 0 0,0 0-1 0 0,0-1 1 0 0,17 3-1 0 0,-22-5-49 0 0,1 0 0 0 0,-1 0 0 0 0,1 0 0 0 0,-1 0 0 0 0,1-1 0 0 0,-1 0 0 0 0,1 1 0 0 0,-1-1 0 0 0,0 0 0 0 0,1-1 0 0 0,-1 1-1 0 0,0-1 1 0 0,0 1 0 0 0,0-1 0 0 0,0 0 0 0 0,0 0 0 0 0,-1 0 0 0 0,1 0 0 0 0,0-1 0 0 0,-1 1 0 0 0,0-1 0 0 0,0 0 0 0 0,1 1-1 0 0,-1-1 1 0 0,-1 0 0 0 0,1 0 0 0 0,0 0 0 0 0,-1-1 0 0 0,0 1 0 0 0,0 0 0 0 0,0 0 0 0 0,0-1 0 0 0,0 1 0 0 0,0-6 0 0 0,0 0-12 0 0,0 0 0 0 0,0 0 0 0 0,-1-1 1 0 0,-1 1-1 0 0,1 0 0 0 0,-1-1 1 0 0,-1 1-1 0 0,0 0 0 0 0,0 0 1 0 0,-1 0-1 0 0,-7-16 0 0 0,4 15-11 0 0,-1 0 0 0 0,0 0 0 0 0,0 0 0 0 0,-1 1 0 0 0,0 0 0 0 0,0 1 0 0 0,-1 0 0 0 0,0 0 0 0 0,-1 1 0 0 0,0 0 0 0 0,0 0 0 0 0,0 1 0 0 0,-15-6 0 0 0,17 9-139 0 0,-1 0 0 0 0,1 0-1 0 0,-1 1 1 0 0,0 0-1 0 0,0 0 1 0 0,0 1-1 0 0,0 0 1 0 0,-10 1-1 0 0,13 0-322 0 0,-1 1 0 0 0,0 0-1 0 0,1 0 1 0 0,-1 1-1 0 0,1 0 1 0 0,-1 0-1 0 0,1 0 1 0 0,0 1-1 0 0,0 0 1 0 0,0 0 0 0 0,-9 7-1 0 0,6-2-25 0 0,3-1 386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7.0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25 4145 0 0,'4'3'2944'0'0,"-4"8"-543"0"0,-5 26 1094 0 0,0 10-634 0 0,6-37-2622 0 0,1-1 1 0 0,0 1-1 0 0,0-1 0 0 0,1 0 1 0 0,0 1-1 0 0,0-1 0 0 0,1-1 1 0 0,1 1-1 0 0,-1-1 0 0 0,1 1 0 0 0,1-1 1 0 0,-1-1-1 0 0,1 1 0 0 0,9 8 1 0 0,-12-13-280 0 0,0 0 1 0 0,0 0 0 0 0,1 0 0 0 0,-1 0-1 0 0,1-1 1 0 0,-1 1 0 0 0,1-1-1 0 0,0 0 1 0 0,0 0 0 0 0,0-1 0 0 0,0 1-1 0 0,0-1 1 0 0,0 0 0 0 0,0 0-1 0 0,0 0 1 0 0,1-1 0 0 0,-1 1 0 0 0,0-1-1 0 0,1 0 1 0 0,-1 0 0 0 0,0 0-1 0 0,0-1 1 0 0,1 0 0 0 0,-1 0-1 0 0,0 0 1 0 0,0 0 0 0 0,0 0 0 0 0,0-1-1 0 0,0 0 1 0 0,0 0 0 0 0,0 0-1 0 0,-1 0 1 0 0,7-6 0 0 0,-5 2-20 0 0,1 0 0 0 0,-2-1 0 0 0,1 1 0 0 0,-1-1 0 0 0,0 0 0 0 0,0-1 0 0 0,-1 1 0 0 0,0-1 0 0 0,0 1 0 0 0,-1-1 1 0 0,3-14-1 0 0,11-28-516 0 0,-16 49 542 0 0,1-1 1 0 0,0 0-1 0 0,-1 1 0 0 0,1-1 0 0 0,0 1 0 0 0,0 0 0 0 0,0-1 0 0 0,0 1 0 0 0,1 0 1 0 0,-1-1-1 0 0,0 1 0 0 0,0 0 0 0 0,2-1 0 0 0,-2 2 21 0 0,0-1 0 0 0,-1 1 0 0 0,1 0-1 0 0,0 0 1 0 0,0-1 0 0 0,-1 1 0 0 0,1 0 0 0 0,0 0 0 0 0,0 0 0 0 0,-1 0-1 0 0,1 0 1 0 0,0 0 0 0 0,0 0 0 0 0,-1 0 0 0 0,1 1 0 0 0,0-1 0 0 0,0 0-1 0 0,-1 0 1 0 0,1 1 0 0 0,1 0 0 0 0,3 2 38 0 0,-1 0 1 0 0,0 1 0 0 0,0 0-1 0 0,0 0 1 0 0,0 0-1 0 0,5 7 1 0 0,2 3 289 0 0,-4-8-218 0 0,0 1 0 0 0,0-1 0 0 0,1-1 1 0 0,0 1-1 0 0,0-1 0 0 0,0-1 0 0 0,0 1 0 0 0,1-1 0 0 0,0-1 1 0 0,0 0-1 0 0,0 0 0 0 0,12 2 0 0 0,-16-4 23 0 0,0 0 1 0 0,1 0-1 0 0,-1 0 0 0 0,0-1 0 0 0,1 0 0 0 0,-1 0 1 0 0,1 0-1 0 0,-1-1 0 0 0,0 1 0 0 0,0-1 0 0 0,1-1 0 0 0,-1 1 1 0 0,0-1-1 0 0,0 0 0 0 0,0 0 0 0 0,0 0 0 0 0,-1-1 1 0 0,1 0-1 0 0,-1 0 0 0 0,1 0 0 0 0,-1 0 0 0 0,0-1 1 0 0,4-4-1 0 0,-6 6-34 0 0,0-1 0 0 0,0 0 0 0 0,0-1 0 0 0,0 1 0 0 0,-1 0 0 0 0,1 0 1 0 0,-1-1-1 0 0,0 1 0 0 0,0 0 0 0 0,0-1 0 0 0,0 0 0 0 0,-1 1 0 0 0,1-1 0 0 0,-1 1 0 0 0,0-1 1 0 0,0 1-1 0 0,-1-1 0 0 0,1 0 0 0 0,-1 1 0 0 0,1-1 0 0 0,-1 1 0 0 0,0-1 0 0 0,-1 1 1 0 0,1 0-1 0 0,0-1 0 0 0,-1 1 0 0 0,0 0 0 0 0,-2-4 0 0 0,0 1-264 0 0,-1 0 1 0 0,0 0-1 0 0,1 1 1 0 0,-2-1-1 0 0,-8-6 0 0 0,8 7-1046 0 0,-1 0 0 0 0,1 1-1 0 0,-1 0 1 0 0,-13-6-1 0 0,2 4-5713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7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10138 0 0,'4'0'263'0'0,"-1"1"0"0"0,0 0 0 0 0,0 0 0 0 0,0 0 0 0 0,0 0 0 0 0,-1 0 0 0 0,1 1 0 0 0,0-1 0 0 0,0 1-1 0 0,-1-1 1 0 0,1 1 0 0 0,-1 0 0 0 0,0 0 0 0 0,1 0 0 0 0,-1 1 0 0 0,0-1 0 0 0,0 1 0 0 0,0-1 0 0 0,1 4 0 0 0,1 0 164 0 0,0-1 0 0 0,-1 2 0 0 0,1-1 0 0 0,-2 0 0 0 0,1 1 0 0 0,-1-1 0 0 0,3 12 0 0 0,-4-6-284 0 0,0 0-1 0 0,-1 0 1 0 0,-3 19-1 0 0,2-21-88 0 0,0 0 0 0 0,1 0 1 0 0,0 0-1 0 0,0 0 0 0 0,4 16 0 0 0,-4-26-53 0 0,0 0-1 0 0,0 0 0 0 0,0 0 1 0 0,0 1-1 0 0,0-1 0 0 0,0 0 1 0 0,0 0-1 0 0,0 0 0 0 0,0 1 1 0 0,0-1-1 0 0,0 0 0 0 0,0 0 0 0 0,0 0 1 0 0,0 0-1 0 0,0 1 0 0 0,1-1 1 0 0,-1 0-1 0 0,0 0 0 0 0,0 0 1 0 0,0 0-1 0 0,0 1 0 0 0,0-1 1 0 0,1 0-1 0 0,-1 0 0 0 0,0 0 1 0 0,0 0-1 0 0,0 0 0 0 0,1 0 1 0 0,-1 0-1 0 0,0 0 0 0 0,0 0 1 0 0,0 0-1 0 0,1 0 0 0 0,-1 0 1 0 0,0 1-1 0 0,0-1 0 0 0,0 0 1 0 0,1 0-1 0 0,-1-1 0 0 0,0 1 1 0 0,0 0-1 0 0,10-7 34 0 0,12-23 49 0 0,-15 19-56 0 0,5-3 50 0 0,1-1 1 0 0,0 2 0 0 0,1 0-1 0 0,22-16 1 0 0,-27 22 42 0 0,0 1 0 0 0,0 1 0 0 0,1 0-1 0 0,-1 0 1 0 0,1 1 0 0 0,0 0 0 0 0,0 0 0 0 0,1 1 0 0 0,14-2 0 0 0,-23 5-70 0 0,0-1 1 0 0,0 1-1 0 0,0 0 1 0 0,0 1 0 0 0,0-1-1 0 0,0 0 1 0 0,0 0 0 0 0,0 1-1 0 0,0 0 1 0 0,0-1 0 0 0,0 1-1 0 0,0 0 1 0 0,0 0-1 0 0,0 0 1 0 0,-1 0 0 0 0,1 0-1 0 0,0 0 1 0 0,-1 0 0 0 0,1 1-1 0 0,1 1 1 0 0,2 3 115 0 0,-1 0 0 0 0,1 0 0 0 0,-2 0-1 0 0,6 11 1 0 0,-7-11-461 0 0,2 0 0 0 0,-1 0 0 0 0,0 0 0 0 0,1-1 0 0 0,7 9 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8.5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0 14283 0 0,'-1'0'88'0'0,"1"1"1"0"0,-1-1-1 0 0,0 0 0 0 0,0 1 0 0 0,0-1 1 0 0,0 0-1 0 0,1 1 0 0 0,-1-1 0 0 0,0 1 1 0 0,0-1-1 0 0,1 1 0 0 0,-1-1 0 0 0,1 1 1 0 0,-1 0-1 0 0,0-1 0 0 0,1 1 1 0 0,-1 0-1 0 0,1-1 0 0 0,-1 1 0 0 0,1 0 1 0 0,-1 0-1 0 0,1-1 0 0 0,0 1 0 0 0,0 0 1 0 0,-1 1-1 0 0,-6 24 173 0 0,6-21-14 0 0,-7 37 31 0 0,1 1 0 0 0,3 0 0 0 0,1 0 0 0 0,5 75 0 0 0,-1-109-290 0 0,1 0 1 0 0,0 0-1 0 0,0-1 1 0 0,1 1-1 0 0,0-1 1 0 0,0 1-1 0 0,1-1 0 0 0,0 0 1 0 0,1-1-1 0 0,-1 1 1 0 0,2-1-1 0 0,-1 0 1 0 0,1 0-1 0 0,0 0 1 0 0,0-1-1 0 0,1 0 0 0 0,8 6 1 0 0,-9-8-4 0 0,-1 0-1 0 0,1-1 1 0 0,0 0 0 0 0,0 0-1 0 0,0-1 1 0 0,0 1 0 0 0,1-1-1 0 0,-1-1 1 0 0,1 1 0 0 0,-1-1-1 0 0,1 0 1 0 0,-1-1 0 0 0,1 0-1 0 0,-1 0 1 0 0,1 0 0 0 0,0-1-1 0 0,-1 0 1 0 0,1 0 0 0 0,-1 0-1 0 0,1-1 1 0 0,-1 0 0 0 0,0 0-1 0 0,11-6 1 0 0,-7 1-166 0 0,0 1-1 0 0,-1-1 1 0 0,0-1 0 0 0,-1 1 0 0 0,0-1-1 0 0,0-1 1 0 0,0 0 0 0 0,-1 0 0 0 0,-1 0-1 0 0,0-1 1 0 0,0 0 0 0 0,5-12-1 0 0,7-18 408 0 0,22-73 0 0 0,-22 48 1511 0 0,-18 65-1674 0 0,1 0 1 0 0,-1 0-1 0 0,1 0 1 0 0,-1 0-1 0 0,1 0 1 0 0,-1 0 0 0 0,1 0-1 0 0,-1 0 1 0 0,1 0-1 0 0,-1 0 1 0 0,0 0-1 0 0,1 0 1 0 0,-1 1-1 0 0,1-1 1 0 0,-1 0-1 0 0,1 0 1 0 0,-1 0 0 0 0,0 1-1 0 0,1-1 1 0 0,-1 0-1 0 0,1 0 1 0 0,-1 1-1 0 0,0-1 1 0 0,1 0-1 0 0,-1 1 1 0 0,0-1-1 0 0,0 1 1 0 0,1 0 0 0 0,14 13 457 0 0,-13-12-373 0 0,9 10 20 0 0,1-1 0 0 0,1-1 0 0 0,0 1 0 0 0,1-2 0 0 0,0 0 0 0 0,0-1-1 0 0,1 0 1 0 0,20 7 0 0 0,-29-13-128 0 0,-1 0 0 0 0,1-1 0 0 0,-1 1 0 0 0,1-1 0 0 0,0 0 1 0 0,0-1-1 0 0,-1 0 0 0 0,1 1 0 0 0,0-2 0 0 0,0 1 0 0 0,0-1 0 0 0,-1 0 0 0 0,1 0 0 0 0,-1 0 0 0 0,1-1 0 0 0,-1 0 0 0 0,1 0 0 0 0,-1-1 0 0 0,0 1 0 0 0,0-1 0 0 0,0 0 1 0 0,0-1-1 0 0,0 1 0 0 0,-1-1 0 0 0,0 0 0 0 0,0 0 0 0 0,5-5 0 0 0,-4 2 1 0 0,0 0 0 0 0,0 0 1 0 0,-1 0-1 0 0,0 0 0 0 0,0-1 0 0 0,-1 1 1 0 0,0-1-1 0 0,4-16 0 0 0,-6 19-95 0 0,0 0 0 0 0,0 1-1 0 0,-1-1 1 0 0,1 0 0 0 0,-1 0 0 0 0,-1 0-1 0 0,1 0 1 0 0,-1 1 0 0 0,1-1 0 0 0,-1 0 0 0 0,-1 0-1 0 0,1 1 1 0 0,-1-1 0 0 0,1 1 0 0 0,-1-1-1 0 0,-5-7 1 0 0,-3 2-832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8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 10138 0 0,'2'-5'637'0'0,"1"1"1"0"0,0 0-1 0 0,0 0 0 0 0,1 0 0 0 0,-1 0 0 0 0,1 0 1 0 0,0 1-1 0 0,4-4 0 0 0,-6 6-459 0 0,0 1-1 0 0,-1-1 1 0 0,1 0-1 0 0,0 1 1 0 0,-1 0 0 0 0,1-1-1 0 0,0 1 1 0 0,0 0 0 0 0,-1 0-1 0 0,1 0 1 0 0,0 0 0 0 0,0 0-1 0 0,-1 0 1 0 0,1 0 0 0 0,0 1-1 0 0,0-1 1 0 0,-1 1 0 0 0,1-1-1 0 0,-1 1 1 0 0,1 0 0 0 0,0 0-1 0 0,-1-1 1 0 0,1 1 0 0 0,-1 0-1 0 0,1 0 1 0 0,-1 0-1 0 0,2 3 1 0 0,2 0-22 0 0,0 1 0 0 0,-1 0-1 0 0,0 0 1 0 0,0 0 0 0 0,0 0 0 0 0,-1 1 0 0 0,1 0-1 0 0,-1-1 1 0 0,3 12 0 0 0,18 61 440 0 0,-14-38-356 0 0,-2-15-168 0 0,0 0 0 0 0,14 27 0 0 0,-18-46-71 0 0,-1 1 0 0 0,1-1 0 0 0,0 1 0 0 0,0-1 0 0 0,1 0 0 0 0,0-1 0 0 0,0 1 0 0 0,0-1-1 0 0,1 0 1 0 0,0 0 0 0 0,0 0 0 0 0,9 4 0 0 0,-14-8-13 0 0,1 0 1 0 0,-1 0-1 0 0,1-1 1 0 0,0 1-1 0 0,-1-1 1 0 0,1 0-1 0 0,0 1 0 0 0,-1-1 1 0 0,1 0-1 0 0,0 0 1 0 0,-1 0-1 0 0,1 0 1 0 0,0 0-1 0 0,-1 0 1 0 0,1 0-1 0 0,0-1 0 0 0,-1 1 1 0 0,1-1-1 0 0,-1 1 1 0 0,4-2-1 0 0,-2 0-24 0 0,0 0 0 0 0,0 0 0 0 0,-1-1 0 0 0,1 1 0 0 0,0-1 0 0 0,-1 1 0 0 0,0-1 1 0 0,1 0-1 0 0,1-4 0 0 0,4-7-179 0 0,0-1 1 0 0,-2 0-1 0 0,8-22 1 0 0,-12 29 99 0 0,4-8 124 0 0,0 1 0 0 0,1 0 0 0 0,0 0 0 0 0,1 1 0 0 0,17-22 0 0 0,-22 31 64 0 0,1 1-1 0 0,0 0 1 0 0,-1 1 0 0 0,2-1 0 0 0,-1 1 0 0 0,0 0 0 0 0,1 0 0 0 0,-1 0 0 0 0,8-3 0 0 0,-9 5-31 0 0,0 0-1 0 0,1 0 0 0 0,-1 0 1 0 0,0 0-1 0 0,1 1 0 0 0,-1 0 1 0 0,0-1-1 0 0,0 1 0 0 0,1 1 0 0 0,-1-1 1 0 0,0 0-1 0 0,1 1 0 0 0,-1 0 1 0 0,0-1-1 0 0,0 1 0 0 0,6 3 1 0 0,-6-2-11 0 0,1-1 1 0 0,-1 2-1 0 0,0-1 0 0 0,0 0 1 0 0,0 0-1 0 0,0 1 1 0 0,0 0-1 0 0,-1 0 1 0 0,1-1-1 0 0,-1 1 1 0 0,0 1-1 0 0,0-1 0 0 0,0 0 1 0 0,2 5-1 0 0,3 7 41 0 0,-1 1-1 0 0,4 18 1 0 0,-7-22-214 0 0,0-1-1 0 0,1 0 1 0 0,0-1 0 0 0,11 20-1 0 0,-3-13-1718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9.3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15 134 456 0 0,'38'-56'1917'0'0,"-27"42"-209"0"0,-1 0 0 0 0,-1-1 0 0 0,10-20 0 0 0,-32 52 4125 0 0,-13 16-3757 0 0,16-14-1600 0 0,0 0 0 0 0,1 1 0 0 0,1 1 0 0 0,-8 30 1 0 0,13-41-322 0 0,1 1 1 0 0,0-1 0 0 0,1 1 0 0 0,0 0 0 0 0,1-1 0 0 0,0 1-1 0 0,0 0 1 0 0,1-1 0 0 0,1 1 0 0 0,0-1 0 0 0,4 13 0 0 0,-6-22-175 0 0,1 1 0 0 0,-1-1-1 0 0,0 0 1 0 0,1 1 0 0 0,-1-1 0 0 0,1 0 0 0 0,0 0 0 0 0,0 0 0 0 0,-1 1 0 0 0,1-1 0 0 0,0 0 0 0 0,0 0 0 0 0,0 0 0 0 0,0 0 0 0 0,0 0 0 0 0,0-1 0 0 0,0 1 0 0 0,0 0 0 0 0,0 0 0 0 0,1-1 0 0 0,-1 1 0 0 0,0-1 0 0 0,0 1 0 0 0,1-1 0 0 0,2 1 0 0 0,-2-1-61 0 0,0 0 0 0 0,1 0 0 0 0,-1-1 0 0 0,1 1 0 0 0,-1-1 0 0 0,0 0 0 0 0,0 0 0 0 0,1 0 0 0 0,-1 0 1 0 0,0 0-1 0 0,0 0 0 0 0,0 0 0 0 0,3-3 0 0 0,6-6-401 0 0,0 0 1 0 0,0-1 0 0 0,14-18 0 0 0,-24 27 463 0 0,34-49-939 0 0,-29 40 1250 0 0,-1 1 0 0 0,2 1 0 0 0,-1-1 1 0 0,1 1-1 0 0,1 0 0 0 0,0 1 0 0 0,0 0 0 0 0,1 0 0 0 0,-1 1 0 0 0,12-8 0 0 0,-18 15-232 0 0,0-1 0 0 0,-1 0-1 0 0,1 1 1 0 0,0-1-1 0 0,0 1 1 0 0,0-1 0 0 0,-1 1-1 0 0,1 0 1 0 0,0 0-1 0 0,0 0 1 0 0,0 0 0 0 0,0 0-1 0 0,-1 0 1 0 0,1 0-1 0 0,0 1 1 0 0,0-1 0 0 0,0 0-1 0 0,-1 1 1 0 0,1 0-1 0 0,0-1 1 0 0,-1 1 0 0 0,1 0-1 0 0,0 0 1 0 0,-1 0-1 0 0,1 0 1 0 0,-1 0 0 0 0,0 1-1 0 0,1-1 1 0 0,-1 0 0 0 0,0 1-1 0 0,2 1 1 0 0,3 5-361 0 0,-1 0 1 0 0,0 0-1 0 0,0 1 1 0 0,5 13-1 0 0,-2-5-7029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9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8290 0 0,'0'-4'900'0'0,"0"-1"1"0"0,0 1-1 0 0,0 0 1 0 0,1 0-1 0 0,-1-1 1 0 0,1 1-1 0 0,0 0 1 0 0,0 0 0 0 0,1 0-1 0 0,-1 0 1 0 0,4-6-1 0 0,-4 10-799 0 0,0 0 1 0 0,-1 0-1 0 0,1 0 0 0 0,-1 0 1 0 0,1 0-1 0 0,-1 0 0 0 0,1 0 1 0 0,-1 0-1 0 0,1 1 0 0 0,-1-1 1 0 0,1 0-1 0 0,-1 0 1 0 0,1 1-1 0 0,-1-1 0 0 0,1 0 1 0 0,-1 1-1 0 0,0-1 0 0 0,1 0 1 0 0,-1 1-1 0 0,1-1 0 0 0,-1 1 1 0 0,0-1-1 0 0,1 1 0 0 0,-1-1 1 0 0,0 0-1 0 0,0 1 0 0 0,1-1 1 0 0,-1 1-1 0 0,0 1 0 0 0,12 19 216 0 0,-11-18-138 0 0,5 8-148 0 0,113 213 759 0 0,-90-176-1279 0 0,-3 0 1 0 0,23 58-1 0 0,-43-86-790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49.6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55 13827 0 0,'-3'-8'608'0'0,"3"4"128"0"0,1-1-584 0 0,2 2-152 0 0,0 0 0 0 0,0 2 0 0 0,3-2 240 0 0,6-2 16 0 0,8-1 8 0 0,7 0 0 0 0,6-1-552 0 0,2 3-120 0 0,0 4-16 0 0,3 0-8 0 0,-1 4 320 0 0,0-1 112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0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265 76 5985 0 0,'1'-3'328'0'0,"-1"0"-1"0"0,-1 0 0 0 0,1-1 0 0 0,0 1 1 0 0,-1 0-1 0 0,0 0 0 0 0,1 0 0 0 0,-1 1 1 0 0,0-1-1 0 0,-1 0 0 0 0,1 0 0 0 0,0 0 1 0 0,-1 1-1 0 0,0-1 0 0 0,1 1 0 0 0,-1-1 1 0 0,0 1-1 0 0,0 0 0 0 0,-1 0 0 0 0,1-1 1 0 0,0 2-1 0 0,-1-1 0 0 0,1 0 0 0 0,-1 0 1 0 0,1 1-1 0 0,-1-1 0 0 0,0 1 0 0 0,0 0 1 0 0,-5-2-1 0 0,4 3-101 0 0,0-1 0 0 0,-1 0 0 0 0,1 1 0 0 0,0 0 0 0 0,-1 0 1 0 0,1 0-1 0 0,0 0 0 0 0,-1 1 0 0 0,1-1 0 0 0,0 1 0 0 0,0 0 0 0 0,-1 1 0 0 0,1-1 0 0 0,0 1 0 0 0,0 0 1 0 0,1 0-1 0 0,-1 0 0 0 0,0 0 0 0 0,1 0 0 0 0,-6 6 0 0 0,-4 5-7 0 0,0 0-1 0 0,1 1 1 0 0,1 0-1 0 0,0 1 1 0 0,-10 20-1 0 0,15-24-196 0 0,0 0 0 0 0,1 0 0 0 0,1 1 0 0 0,-1 0 0 0 0,2 0 1 0 0,0 0-1 0 0,0 0 0 0 0,-1 19 0 0 0,4-28-38 0 0,0-1 0 0 0,0 1 0 0 0,0 0 0 0 0,0 0 0 0 0,0 0 0 0 0,0-1 0 0 0,1 1 0 0 0,-1 0-1 0 0,1-1 1 0 0,0 1 0 0 0,0 0 0 0 0,0-1 0 0 0,0 1 0 0 0,0-1 0 0 0,0 1 0 0 0,1-1 0 0 0,0 0 0 0 0,-1 1 0 0 0,1-1 0 0 0,0 0 0 0 0,0 0 0 0 0,0 0 0 0 0,0-1 0 0 0,0 1 0 0 0,0 0 0 0 0,1-1 0 0 0,-1 1 0 0 0,1-1 0 0 0,-1 0 0 0 0,1 0 0 0 0,-1 0 0 0 0,1 0 0 0 0,0 0 0 0 0,2 0 0 0 0,0 0-76 0 0,0-1 0 0 0,0 0 0 0 0,1 0 0 0 0,-1 0 0 0 0,0-1 0 0 0,0 0 0 0 0,0 0 1 0 0,0 0-1 0 0,0 0 0 0 0,0-1 0 0 0,-1 0 0 0 0,1 0 0 0 0,0 0 0 0 0,-1-1 0 0 0,1 1 0 0 0,-1-1 0 0 0,7-6 1 0 0,-1-1-22 0 0,0-1 1 0 0,-1-1 0 0 0,0 0-1 0 0,-1 0 1 0 0,0-1 0 0 0,-1 0 0 0 0,0 0-1 0 0,-1 0 1 0 0,4-15 0 0 0,22-43 1273 0 0,-32 70-1076 0 0,1 0 0 0 0,-1 0-1 0 0,1-1 1 0 0,-1 1 0 0 0,1 0-1 0 0,0 0 1 0 0,0 0 0 0 0,-1 0 0 0 0,1 0-1 0 0,0 0 1 0 0,0 1 0 0 0,0-1-1 0 0,0 0 1 0 0,0 0 0 0 0,0 1-1 0 0,0-1 1 0 0,0 0 0 0 0,0 1 0 0 0,0-1-1 0 0,1 1 1 0 0,-1-1 0 0 0,2 1-1 0 0,-1 0-36 0 0,-1 0 0 0 0,0 0 0 0 0,0 1 0 0 0,1-1 0 0 0,-1 1 0 0 0,0-1-1 0 0,0 1 1 0 0,0 0 0 0 0,1-1 0 0 0,-1 1 0 0 0,0 0 0 0 0,0 0 0 0 0,0 0-1 0 0,0-1 1 0 0,0 1 0 0 0,0 0 0 0 0,1 2 0 0 0,4 7 34 0 0,1 1 0 0 0,-2-1 0 0 0,9 21 0 0 0,-10-22 21 0 0,3 7-238 0 0,1 0 0 0 0,1-1 0 0 0,1 0-1 0 0,0-1 1 0 0,0 0 0 0 0,2 0 0 0 0,0-1 0 0 0,24 21 0 0 0,-23-24-1082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0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 9218 0 0,'1'-1'182'0'0,"1"0"-1"0"0,0 0 1 0 0,-1 0 0 0 0,1 0 0 0 0,0 1-1 0 0,0-1 1 0 0,0 0 0 0 0,-1 1 0 0 0,1 0 0 0 0,0-1-1 0 0,0 1 1 0 0,0 0 0 0 0,0 0 0 0 0,0 0-1 0 0,0 0 1 0 0,0 0 0 0 0,0 1 0 0 0,0-1-1 0 0,0 1 1 0 0,-1-1 0 0 0,1 1 0 0 0,0-1-1 0 0,0 1 1 0 0,0 0 0 0 0,2 2 0 0 0,4 1 505 0 0,1 0 1 0 0,-1 2 0 0 0,13 9-1 0 0,-10-4-355 0 0,-1 0-1 0 0,0 0 0 0 0,-1 1 1 0 0,0 0-1 0 0,-1 1 0 0 0,-1 0 1 0 0,0 0-1 0 0,-1 1 0 0 0,9 23 1 0 0,13 27 474 0 0,-29-78-353 0 0,2-1 0 0 0,0 1 0 0 0,1-1 1 0 0,0 1-1 0 0,7-22 0 0 0,-5 19-542 0 0,2 1 0 0 0,0-1 0 0 0,1 1 0 0 0,1 0-1 0 0,17-26 1 0 0,-3 11-536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0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1 153 4609 0 0,'2'1'146'0'0,"1"0"0"0"0,0 1 0 0 0,-1-1-1 0 0,1 0 1 0 0,0 0 0 0 0,0 0 0 0 0,0 0 0 0 0,0-1 0 0 0,-1 1-1 0 0,1-1 1 0 0,0 0 0 0 0,0 0 0 0 0,0 0 0 0 0,0 0 0 0 0,0-1-1 0 0,0 1 1 0 0,0-1 0 0 0,0 1 0 0 0,0-1 0 0 0,0 0 0 0 0,-1 0-1 0 0,1 0 1 0 0,0-1 0 0 0,-1 1 0 0 0,1-1 0 0 0,-1 1 0 0 0,1-1-1 0 0,-1 0 1 0 0,0 0 0 0 0,0 0 0 0 0,0 0 0 0 0,0 0 0 0 0,0-1 0 0 0,0 1-1 0 0,0 0 1 0 0,1-4 0 0 0,-1 2-48 0 0,1 0 0 0 0,-1-1 0 0 0,0 1-1 0 0,0-1 1 0 0,0 1 0 0 0,0-1 0 0 0,-1 0 0 0 0,0 0-1 0 0,0 1 1 0 0,0-1 0 0 0,-1 0 0 0 0,1 0 0 0 0,-1 0 0 0 0,0 0-1 0 0,-1 0 1 0 0,1 0 0 0 0,-1 0 0 0 0,0 0 0 0 0,0 0 0 0 0,-1 1-1 0 0,-2-8 1 0 0,4 11 24 0 0,-1 1-1 0 0,1-1 1 0 0,0 0 0 0 0,-1 0-1 0 0,1 0 1 0 0,-1 0-1 0 0,0 1 1 0 0,1-1 0 0 0,-1 0-1 0 0,1 0 1 0 0,-1 1-1 0 0,0-1 1 0 0,0 1 0 0 0,1-1-1 0 0,-1 0 1 0 0,0 1-1 0 0,0-1 1 0 0,0 1 0 0 0,0 0-1 0 0,-1-1 1 0 0,1 1 9 0 0,0 0-1 0 0,1 0 1 0 0,-1 0-1 0 0,1 1 1 0 0,-1-1 0 0 0,0 0-1 0 0,1 0 1 0 0,-1 1 0 0 0,1-1-1 0 0,-1 0 1 0 0,1 1 0 0 0,-1-1-1 0 0,1 1 1 0 0,-1-1 0 0 0,1 1-1 0 0,-1-1 1 0 0,1 1 0 0 0,0-1-1 0 0,-1 1 1 0 0,1-1 0 0 0,0 1-1 0 0,-1 0 1 0 0,-1 3 130 0 0,1-1 0 0 0,0 0 0 0 0,0 1-1 0 0,0-1 1 0 0,0 0 0 0 0,0 1 0 0 0,1-1 0 0 0,-1 1 0 0 0,1 0 0 0 0,0 3 0 0 0,1-3-231 0 0,0 1-1 0 0,1 0 1 0 0,-1-1 0 0 0,1 1 0 0 0,0-1 0 0 0,0 0 0 0 0,0 0 0 0 0,0 0 0 0 0,1 0 0 0 0,0 0-1 0 0,0 0 1 0 0,0-1 0 0 0,5 6 0 0 0,-1-3-156 0 0,0 0-1 0 0,1-1 1 0 0,-1 1-1 0 0,1-1 1 0 0,17 7 0 0 0,-7-5-644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1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13363 0 0,'-1'1'129'0'0,"0"0"0"0"0,0 1 0 0 0,0-1 0 0 0,0 1 0 0 0,0-1 0 0 0,0 1 0 0 0,1 0 0 0 0,-1-1 0 0 0,1 1 0 0 0,-1 0 0 0 0,1-1 0 0 0,0 1 0 0 0,-1 0 0 0 0,1 0 0 0 0,0-1 0 0 0,0 1 1 0 0,0 0-1 0 0,0 0 0 0 0,1-1 0 0 0,0 3 0 0 0,9 45 2258 0 0,-6-31-1934 0 0,66 239 3784 0 0,-43-170-4732 0 0,-3 1 1 0 0,16 128-1 0 0,-36-179-7312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1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0 263 1376 0 0,'43'-19'706'0'0,"61"-17"-1"0"0,-20 8 334 0 0,8-8 2008 0 0,163-88-1 0 0,-251 122-2767 0 0,1-1-1 0 0,-1 1 1 0 0,0-1-1 0 0,1 1 0 0 0,0 1 1 0 0,-1-1-1 0 0,1 1 0 0 0,0-1 1 0 0,0 1-1 0 0,6 0 0 0 0,-10 1-60 0 0,1 1-1 0 0,0-1 1 0 0,-1 1-1 0 0,1-1 1 0 0,0 1-1 0 0,-1-1 1 0 0,1 1-1 0 0,-1 0 1 0 0,1 0-1 0 0,-1 0 1 0 0,1 0-1 0 0,-1 0 1 0 0,0 0-1 0 0,0 0 1 0 0,1 1-1 0 0,-1-1 1 0 0,0 0-1 0 0,0 1 1 0 0,0-1 0 0 0,0 1-1 0 0,0-1 1 0 0,-1 1-1 0 0,1-1 1 0 0,0 1-1 0 0,-1-1 1 0 0,1 1-1 0 0,-1 0 1 0 0,1-1-1 0 0,-1 1 1 0 0,0 0-1 0 0,0 2 1 0 0,2 10-50 0 0,-1 1 1 0 0,-1 0 0 0 0,0 0 0 0 0,-1 0 0 0 0,-4 23-1 0 0,2-16 313 0 0,-1 42 0 0 0,4-58-443 0 0,0 0 0 0 0,1 0 0 0 0,0 0 0 0 0,0 0 0 0 0,0 0 1 0 0,1-1-1 0 0,0 1 0 0 0,0 0 0 0 0,1-1 0 0 0,-1 0 0 0 0,7 10 0 0 0,-9-14-47 0 0,1 0 1 0 0,0 0-1 0 0,0-1 1 0 0,-1 1 0 0 0,1 0-1 0 0,0 0 1 0 0,0 0-1 0 0,0 0 1 0 0,0-1-1 0 0,0 1 1 0 0,0 0-1 0 0,0-1 1 0 0,0 1-1 0 0,0-1 1 0 0,0 1 0 0 0,1-1-1 0 0,-1 0 1 0 0,0 1-1 0 0,0-1 1 0 0,0 0-1 0 0,1 0 1 0 0,-1 0-1 0 0,2 0 1 0 0,-1 0-32 0 0,1-1 1 0 0,-1 0-1 0 0,0 0 1 0 0,1 0-1 0 0,-1 0 1 0 0,0 0-1 0 0,0 0 1 0 0,0 0-1 0 0,0-1 1 0 0,0 1-1 0 0,2-3 1 0 0,6-5-200 0 0,0-1 0 0 0,-2-1 0 0 0,12-16-1 0 0,-14 19 160 0 0,5-8-133 0 0,34-43-301 0 0,-41 54 631 0 0,1-1 0 0 0,0 1 1 0 0,1 1-1 0 0,-1-1 0 0 0,1 1 0 0 0,0 0 1 0 0,11-6-1 0 0,-15 9-49 0 0,0 0 1 0 0,0 1 0 0 0,0-1-1 0 0,-1 1 1 0 0,1 0 0 0 0,0-1-1 0 0,0 1 1 0 0,0 0 0 0 0,0 0-1 0 0,0 1 1 0 0,0-1 0 0 0,0 0-1 0 0,-1 0 1 0 0,1 1-1 0 0,0 0 1 0 0,0-1 0 0 0,0 1-1 0 0,-1 0 1 0 0,1-1 0 0 0,0 1-1 0 0,-1 0 1 0 0,1 0 0 0 0,-1 1-1 0 0,1-1 1 0 0,-1 0 0 0 0,1 0-1 0 0,-1 1 1 0 0,0-1-1 0 0,0 1 1 0 0,0-1 0 0 0,0 1-1 0 0,0-1 1 0 0,0 1 0 0 0,1 2-1 0 0,5 9-7 0 0,-1 0-1 0 0,-1 0 1 0 0,7 24 0 0 0,-4-13-67 0 0,11 15-1885 0 0,-8-20-5876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1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0 392 456 0 0,'28'-14'4926'0'0,"38"-29"-1"0"0,-43 26-3444 0 0,-1-1-1 0 0,21-21 1 0 0,-31 26-1042 0 0,1 0 1 0 0,-2-1 0 0 0,0-1 0 0 0,0 0-1 0 0,-1-1 1 0 0,-1 1 0 0 0,-1-2-1 0 0,0 1 1 0 0,-1-1 0 0 0,5-22 0 0 0,-11 35-347 0 0,0 1 1 0 0,-1-1 0 0 0,1 1 0 0 0,-1-1 0 0 0,0 1 0 0 0,0-1 0 0 0,0 0 0 0 0,-1 1 0 0 0,1-1 0 0 0,-1 1 0 0 0,0-1 0 0 0,0 1 0 0 0,0 0 0 0 0,-3-6 0 0 0,4 8-71 0 0,-1 0 0 0 0,1 1 1 0 0,-1-1-1 0 0,0 0 0 0 0,0 0 0 0 0,1 0 1 0 0,-1 0-1 0 0,0 1 0 0 0,0-1 0 0 0,0 0 1 0 0,0 1-1 0 0,0-1 0 0 0,0 1 0 0 0,0-1 1 0 0,0 1-1 0 0,0-1 0 0 0,0 1 0 0 0,0 0 0 0 0,-1-1 1 0 0,0 1-1 0 0,0 0 1 0 0,0 0-1 0 0,0 1 1 0 0,0-1-1 0 0,0 0 1 0 0,0 1-1 0 0,0-1 1 0 0,0 1-1 0 0,1 0 1 0 0,-1-1 0 0 0,0 1-1 0 0,0 0 1 0 0,1 0-1 0 0,-4 3 1 0 0,-1 0 6 0 0,-1 1 0 0 0,1 0 0 0 0,1 0-1 0 0,-1 1 1 0 0,1 0 0 0 0,-1 0 0 0 0,2 0 0 0 0,-1 1 0 0 0,1-1 0 0 0,0 1 0 0 0,0 0 0 0 0,1 0 0 0 0,0 1 0 0 0,0-1 0 0 0,1 1 0 0 0,0-1 0 0 0,0 1 0 0 0,0 0 0 0 0,1 0 0 0 0,1 0 0 0 0,-1-1 0 0 0,1 1 0 0 0,1 0 0 0 0,-1 0 0 0 0,1 0 0 0 0,1 0-1 0 0,-1 0 1 0 0,1-1 0 0 0,1 1 0 0 0,-1-1 0 0 0,2 1 0 0 0,-1-1 0 0 0,0 0 0 0 0,1 0 0 0 0,1-1 0 0 0,-1 1 0 0 0,1-1 0 0 0,9 10 0 0 0,-4-6-133 0 0,0-1 0 0 0,0 0 0 0 0,1-1 0 0 0,0 0 0 0 0,0 0 0 0 0,1-1 0 0 0,0 0 0 0 0,1-1 0 0 0,-1-1-1 0 0,1 0 1 0 0,0-1 0 0 0,0 0 0 0 0,1-1 0 0 0,14 2 0 0 0,5-2-456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2.7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72 7370 0 0,'4'-9'-390'0'0,"-1"0"2218"0"0,1 0 0 0 0,-1 1 0 0 0,2 0 1 0 0,6-10-1 0 0,-10 17-1586 0 0,-1 0 0 0 0,1 0 0 0 0,-1 1 0 0 0,1-1 1 0 0,0 0-1 0 0,-1 1 0 0 0,1-1 0 0 0,0 1 1 0 0,0-1-1 0 0,0 0 0 0 0,0 1 0 0 0,-1 0 0 0 0,1-1 1 0 0,0 1-1 0 0,0-1 0 0 0,0 1 0 0 0,0 0 0 0 0,0 0 1 0 0,0 0-1 0 0,1-1 0 0 0,-1 2-204 0 0,0-1 1 0 0,1 1-1 0 0,-1-1 1 0 0,0 1-1 0 0,0-1 1 0 0,0 1-1 0 0,0 0 0 0 0,0 0 1 0 0,0-1-1 0 0,0 1 1 0 0,0 0-1 0 0,0 0 1 0 0,0 0-1 0 0,-1 0 0 0 0,1 0 1 0 0,0 0-1 0 0,-1 0 1 0 0,1 0-1 0 0,0 0 1 0 0,0 2-1 0 0,35 77 252 0 0,-29-62-213 0 0,0-1 0 0 0,1 0 0 0 0,0-1 0 0 0,2 0 0 0 0,-1 0 0 0 0,2-1 0 0 0,0 0 0 0 0,23 22 0 0 0,-27-30-79 0 0,0-1 1 0 0,1 0-1 0 0,0 0 1 0 0,1-1-1 0 0,-1 0 1 0 0,1 0-1 0 0,17 6 1 0 0,-22-10-2 0 0,-1 0 0 0 0,1 0 1 0 0,0-1-1 0 0,-1 0 0 0 0,1 0 1 0 0,-1 0-1 0 0,1 0 0 0 0,0 0 1 0 0,-1 0-1 0 0,1-1 0 0 0,-1 0 1 0 0,1 0-1 0 0,-1 0 0 0 0,1 0 1 0 0,-1 0-1 0 0,0-1 0 0 0,1 0 1 0 0,-1 0-1 0 0,0 1 0 0 0,0-2 1 0 0,0 1-1 0 0,-1 0 1 0 0,1-1-1 0 0,4-4 0 0 0,0-2-148 0 0,-1 0 1 0 0,0 0-1 0 0,0 0 0 0 0,-1-1 0 0 0,0 0 1 0 0,-1 0-1 0 0,0 0 0 0 0,0-1 0 0 0,-1 1 1 0 0,-1-1-1 0 0,3-21 0 0 0,-2 12 108 0 0,2 0 0 0 0,7-22 0 0 0,-12 42 82 0 0,1 0-1 0 0,-1 0 0 0 0,1 0 1 0 0,-1 0-1 0 0,1 0 0 0 0,-1 1 0 0 0,1-1 1 0 0,-1 0-1 0 0,0 0 0 0 0,1 1 1 0 0,-1-1-1 0 0,1 0 0 0 0,-1 1 0 0 0,0-1 1 0 0,1 1-1 0 0,-1-1 0 0 0,0 0 0 0 0,0 1 1 0 0,1-1-1 0 0,-1 1 0 0 0,0-1 1 0 0,0 0-1 0 0,1 1 0 0 0,-1-1 0 0 0,0 1 1 0 0,0-1-1 0 0,0 1 0 0 0,0-1 1 0 0,0 1-1 0 0,0 0 0 0 0,13 30 114 0 0,-9-21-114 0 0,2 3-27 0 0,0-1 1 0 0,0 0-1 0 0,2 0 0 0 0,-1 0 1 0 0,1-1-1 0 0,1 0 1 0 0,0-1-1 0 0,1 0 0 0 0,11 10 1 0 0,-17-17-41 0 0,0 0 0 0 0,0 0 1 0 0,0 0-1 0 0,1-1 0 0 0,-1 1 1 0 0,1-1-1 0 0,0 0 0 0 0,-1 0 1 0 0,1-1-1 0 0,0 1 0 0 0,0-1 0 0 0,0 0 1 0 0,0-1-1 0 0,0 1 0 0 0,0-1 1 0 0,0 0-1 0 0,0 0 0 0 0,0 0 1 0 0,0-1-1 0 0,0 0 0 0 0,0 0 0 0 0,0 0 1 0 0,0-1-1 0 0,0 1 0 0 0,0-1 1 0 0,-1 0-1 0 0,7-5 0 0 0,-2 2-67 0 0,0-2-1 0 0,0 1 1 0 0,-1-1 0 0 0,0 0-1 0 0,-1-1 1 0 0,0 0-1 0 0,8-10 1 0 0,2-8 4 0 0,16-31 0 0 0,-16 26 339 0 0,-16 29-204 0 0,0 1 0 0 0,-1-1 0 0 0,1 1 0 0 0,0-1-1 0 0,0 1 1 0 0,0 0 0 0 0,0-1 0 0 0,0 1 0 0 0,0 0 0 0 0,1 0-1 0 0,-1 0 1 0 0,0 0 0 0 0,0 0 0 0 0,1 0 0 0 0,-1 0 0 0 0,1 0-1 0 0,-1 0 1 0 0,1 1 0 0 0,-1-1 0 0 0,1 1 0 0 0,-1-1 0 0 0,1 1-1 0 0,3-1 1 0 0,-3 2-10 0 0,0-1 0 0 0,0 1 0 0 0,0-1-1 0 0,0 1 1 0 0,1 0 0 0 0,-1 0 0 0 0,0 0-1 0 0,-1 0 1 0 0,1 0 0 0 0,0 1 0 0 0,0-1-1 0 0,0 0 1 0 0,-1 1 0 0 0,1-1 0 0 0,1 3-1 0 0,6 8 48 0 0,0-1 0 0 0,-1 1 0 0 0,-1 1-1 0 0,7 14 1 0 0,7 26-11 0 0,-17-42-51 0 0,0 1-1 0 0,1-1 1 0 0,0 0 0 0 0,0 0-1 0 0,13 18 1 0 0,-18-29-18 0 0,1 1 0 0 0,-1-1 0 0 0,1 0 0 0 0,-1 0 0 0 0,1 0 0 0 0,0 1 1 0 0,-1-1-1 0 0,1 0 0 0 0,-1 0 0 0 0,1 0 0 0 0,-1 0 0 0 0,1 0 0 0 0,0 0 0 0 0,-1 0 0 0 0,1 0 0 0 0,-1 0 1 0 0,1-1-1 0 0,-1 1 0 0 0,1 0 0 0 0,0 0 0 0 0,-1 0 0 0 0,1-1 0 0 0,-1 1 0 0 0,1 0 0 0 0,-1 0 0 0 0,1-1 0 0 0,-1 1 1 0 0,1 0-1 0 0,-1-1 0 0 0,0 1 0 0 0,1-1 0 0 0,-1 1 0 0 0,0-1 0 0 0,1 1 0 0 0,-1-1 0 0 0,0 1 0 0 0,1-2 0 0 0,20-25-5 0 0,-14 16-9 0 0,12-11-57 0 0,2 0 0 0 0,27-23 1 0 0,-41 38 99 0 0,1 1 1 0 0,0 0-1 0 0,0 1 1 0 0,1 0-1 0 0,0 0 1 0 0,0 1-1 0 0,0 0 1 0 0,0 0-1 0 0,1 1 0 0 0,14-3 1 0 0,-21 5 1 0 0,0 1 1 0 0,0 0-1 0 0,0 0 1 0 0,0 1-1 0 0,0-1 1 0 0,0 0-1 0 0,0 1 1 0 0,-1 0-1 0 0,1 0 0 0 0,0 0 1 0 0,0 0-1 0 0,0 0 1 0 0,-1 0-1 0 0,1 1 1 0 0,-1-1-1 0 0,1 1 1 0 0,-1 0-1 0 0,1 0 0 0 0,-1 0 1 0 0,0 0-1 0 0,0 0 1 0 0,3 5-1 0 0,3 4-76 0 0,0 1-1 0 0,-2 0 0 0 0,11 25 1 0 0,10 15-2051 0 0,-18-40 634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3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33 7370 0 0,'-5'-33'16187'0'0,"8"52"-16864"0"0,47 263 2905 0 0,-2-23-1732 0 0,-39-207-893 0 0,-1-3-6639 0 0,-4-21-781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3.3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98 7370 0 0,'6'-13'237'0'0,"-4"9"-185"0"0,0 1-1 0 0,0-1 0 0 0,0 0 0 0 0,0 0 0 0 0,-1 0 0 0 0,0 0 0 0 0,1 0 0 0 0,-2 0 1 0 0,1-1-1 0 0,0-7 0 0 0,-1 11 279 0 0,0-1 1 0 0,-1 0 0 0 0,1 0 0 0 0,-1 1-1 0 0,1-1 1 0 0,-1 0 0 0 0,0 1-1 0 0,0-1 1 0 0,1 1 0 0 0,-1-1-1 0 0,0 1 1 0 0,-1-1 0 0 0,1 1 0 0 0,0 0-1 0 0,0-1 1 0 0,0 1 0 0 0,-1 0-1 0 0,1 0 1 0 0,-1 0 0 0 0,-2-1-1 0 0,3 1-105 0 0,-1 1 0 0 0,0 0-1 0 0,1 0 1 0 0,-1-1-1 0 0,1 1 1 0 0,-1 0-1 0 0,0 1 1 0 0,1-1-1 0 0,-1 0 1 0 0,1 0 0 0 0,-1 1-1 0 0,1-1 1 0 0,-1 1-1 0 0,1-1 1 0 0,-1 1-1 0 0,1 0 1 0 0,-1 0 0 0 0,-1 0-1 0 0,-1 2-11 0 0,0 1 0 0 0,0-1 0 0 0,0 0 0 0 0,0 1 0 0 0,0 0-1 0 0,1 0 1 0 0,0 0 0 0 0,-1 0 0 0 0,2 0 0 0 0,-1 1 0 0 0,0 0 0 0 0,-2 7 0 0 0,4-9-174 0 0,0 0 0 0 0,0 0 1 0 0,0 1-1 0 0,1-1 0 0 0,0 0 0 0 0,-1 0 1 0 0,1 0-1 0 0,0 1 0 0 0,1-1 1 0 0,-1 0-1 0 0,0 0 0 0 0,1 0 1 0 0,0 1-1 0 0,0-1 0 0 0,0 0 0 0 0,0 0 1 0 0,0 0-1 0 0,3 3 0 0 0,-1-2 15 0 0,-1 0 0 0 0,1-1-1 0 0,1 1 1 0 0,-1-1 0 0 0,1 0-1 0 0,-1 0 1 0 0,1 0 0 0 0,0-1-1 0 0,0 1 1 0 0,0-1 0 0 0,6 3-1 0 0,3-1 4 0 0,-1 1 1 0 0,1-2-1 0 0,0 0 0 0 0,-1 0 0 0 0,1-1 0 0 0,1-1 0 0 0,-1 0 0 0 0,13-2 0 0 0,1-1-854 0 0,40-11-1 0 0,-57 11-138 0 0,15-3-6831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3.7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2761 0 0,'12'-9'8744'0'0,"-12"10"-8545"0"0,16 16 4321 0 0,7 30-612 0 0,-11-7-2656 0 0,-7-19-888 0 0,2-1 0 0 0,16 38 1 0 0,-22-57-365 0 0,-1 0 0 0 0,0-1 0 0 0,0 1 0 0 0,1-1 0 0 0,-1 0 1 0 0,0 1-1 0 0,0-1 0 0 0,1 1 0 0 0,-1-1 0 0 0,1 1 0 0 0,-1-1 0 0 0,0 0 0 0 0,1 1 0 0 0,-1-1 1 0 0,1 0-1 0 0,-1 1 0 0 0,1-1 0 0 0,-1 0 0 0 0,1 0 0 0 0,-1 1 0 0 0,1-1 0 0 0,-1 0 1 0 0,1 0-1 0 0,0 0 0 0 0,-1 0 0 0 0,1 0 0 0 0,-1 0 0 0 0,1 0 0 0 0,-1 0 0 0 0,1 0 1 0 0,0 0-1 0 0,-1 0 0 0 0,1 0 0 0 0,-1 0 0 0 0,1 0 0 0 0,-1-1 0 0 0,1 1 0 0 0,-1 0 1 0 0,1 0-1 0 0,-1-1 0 0 0,1 1 0 0 0,-1 0 0 0 0,1-1 0 0 0,-1 1 0 0 0,0 0 0 0 0,1-1 0 0 0,-1 1 1 0 0,1-1-1 0 0,-1 1 0 0 0,0-1 0 0 0,1 1 0 0 0,-1 0 0 0 0,0-1 0 0 0,0 1 0 0 0,1-2 1 0 0,22-38 99 0 0,-15 24-26 0 0,4-1-32 0 0,1 1 1 0 0,0 0-1 0 0,1 1 0 0 0,1 0 0 0 0,22-16 1 0 0,-28 24-35 0 0,1 0 1 0 0,0 1-1 0 0,0 0 1 0 0,1 0-1 0 0,-1 1 1 0 0,1 1-1 0 0,0 0 0 0 0,0 0 1 0 0,1 1-1 0 0,20-2 1 0 0,-29 4 8 0 0,-1 1 0 0 0,0 0 1 0 0,1 0-1 0 0,-1 0 0 0 0,0 0 1 0 0,1 1-1 0 0,-1-1 0 0 0,0 1 0 0 0,1-1 1 0 0,-1 1-1 0 0,0 0 0 0 0,0 0 0 0 0,0 0 1 0 0,0 0-1 0 0,0 0 0 0 0,0 0 0 0 0,0 0 1 0 0,0 1-1 0 0,0-1 0 0 0,0 1 1 0 0,-1 0-1 0 0,1-1 0 0 0,-1 1 0 0 0,1 0 1 0 0,-1 0-1 0 0,0 0 0 0 0,1 0 0 0 0,0 3 1 0 0,2 6 116 0 0,0 0 0 0 0,-2-1 0 0 0,1 1 0 0 0,-1 0-1 0 0,0 12 1 0 0,7 26 106 0 0,-4-34-988 0 0,1 0-1 0 0,0 0 0 0 0,1 0 1 0 0,1-1-1 0 0,0 0 1 0 0,1 0-1 0 0,0-1 0 0 0,1-1 1 0 0,1 1-1 0 0,0-2 1 0 0,17 15-1 0 0,-27-25 366 0 0,0 0 1 0 0,0 0-1 0 0,0-1 1 0 0,0 1-1 0 0,0-1 1 0 0,0 1-1 0 0,1-1 0 0 0,-1 1 1 0 0,0-1-1 0 0,0 0 1 0 0,0 1-1 0 0,1-1 0 0 0,-1 0 1 0 0,0 0-1 0 0,3 0 1 0 0,6-1-741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4.0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38 8754 0 0,'-1'-4'10473'0'0,"-1"7"-10332"0"0,0 1 0 0 0,1 0 1 0 0,-1 0-1 0 0,1 0 0 0 0,-1 0 1 0 0,1 0-1 0 0,1 0 0 0 0,-1 1 0 0 0,0-1 1 0 0,1 0-1 0 0,0 0 0 0 0,0 1 1 0 0,0-1-1 0 0,1 0 0 0 0,-1 0 1 0 0,1 0-1 0 0,0 0 0 0 0,0 1 0 0 0,4 6 1 0 0,3 5 65 0 0,0-1 0 0 0,1 0 0 0 0,1 0 0 0 0,14 15 0 0 0,-19-24-202 0 0,0 0-1 0 0,1-1 1 0 0,0 0 0 0 0,0 1-1 0 0,0-2 1 0 0,0 1-1 0 0,1-1 1 0 0,0 0 0 0 0,0 0-1 0 0,0-1 1 0 0,13 5 0 0 0,-18-8-4 0 0,1 1 0 0 0,-1-1 0 0 0,0 1 0 0 0,0-1 0 0 0,0 0 0 0 0,0 0 0 0 0,0 0 0 0 0,0 0 0 0 0,0 0 0 0 0,1 0 0 0 0,-1-1 0 0 0,0 1 0 0 0,0-1 0 0 0,0 0 0 0 0,0 1 0 0 0,0-1 0 0 0,0 0 0 0 0,0 0 0 0 0,-1 0 0 0 0,1 0 0 0 0,3-3 0 0 0,-3 2-14 0 0,0-1 0 0 0,0 1 0 0 0,0-1-1 0 0,0 0 1 0 0,-1 0 0 0 0,1 0 0 0 0,-1 0 0 0 0,0 0 0 0 0,0 0 0 0 0,0 0-1 0 0,0 0 1 0 0,0-6 0 0 0,0-1-19 0 0,0 1 0 0 0,-1 0 0 0 0,0-1 0 0 0,-1 1 0 0 0,0 0 0 0 0,0-1 0 0 0,-1 1 0 0 0,0 0 0 0 0,-4-9 1 0 0,2 9-33 0 0,0 0 0 0 0,-1 1 1 0 0,0 0-1 0 0,0 0 1 0 0,-1 1-1 0 0,0-1 1 0 0,0 1-1 0 0,0 1 0 0 0,-1-1 1 0 0,0 1-1 0 0,-8-6 1 0 0,10 9-170 0 0,0 0 0 0 0,0 0 0 0 0,0 1 0 0 0,0 0-1 0 0,0 0 1 0 0,-1 0 0 0 0,1 0 0 0 0,-1 1 0 0 0,1 0 0 0 0,-1 0 0 0 0,0 0 0 0 0,0 1 0 0 0,1 0 0 0 0,-1 0 0 0 0,0 0 0 0 0,1 1 0 0 0,-1-1 0 0 0,0 2 0 0 0,-5 1 0 0 0,-8 3 137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4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 14283 0 0,'-1'0'1527'0'0,"-10"31"2721"0"0,2-6-3696 0 0,2 0 0 0 0,1 0 0 0 0,-5 51 0 0 0,10-66-568 0 0,1 0 0 0 0,0 0-1 0 0,0 0 1 0 0,1 0 0 0 0,1 0-1 0 0,0 0 1 0 0,0 0 0 0 0,0-1 0 0 0,2 1-1 0 0,-1-1 1 0 0,1 0 0 0 0,0 0-1 0 0,9 13 1 0 0,-12-19-44 0 0,1-1 0 0 0,0 1 1 0 0,0-1-1 0 0,0 0 0 0 0,0 0 0 0 0,0 1 0 0 0,0-1 1 0 0,1-1-1 0 0,-1 1 0 0 0,1 0 0 0 0,-1-1 0 0 0,1 1 0 0 0,0-1 1 0 0,0 0-1 0 0,-1 1 0 0 0,1-2 0 0 0,0 1 0 0 0,0 0 1 0 0,0 0-1 0 0,0-1 0 0 0,0 0 0 0 0,0 0 0 0 0,0 1 1 0 0,0-2-1 0 0,0 1 0 0 0,4-1 0 0 0,-3 0-20 0 0,1 0 0 0 0,-1-1 0 0 0,0 0 0 0 0,0 0 0 0 0,0 0-1 0 0,0 0 1 0 0,0-1 0 0 0,-1 1 0 0 0,1-1 0 0 0,-1 0 0 0 0,1 0 0 0 0,-1 0 0 0 0,0-1 0 0 0,0 1 0 0 0,-1-1-1 0 0,5-7 1 0 0,-3 4 71 0 0,10-17-38 0 0,0 1 0 0 0,1 1 0 0 0,35-40 0 0 0,-46 57 85 0 0,0 1 0 0 0,0 0 0 0 0,0 0 0 0 0,1 0 0 0 0,0 1 0 0 0,-1 0 0 0 0,1 0 0 0 0,0 0 0 0 0,0 0 0 0 0,1 1 0 0 0,-1 0 0 0 0,1 0 1 0 0,-1 0-1 0 0,1 1 0 0 0,-1 0 0 0 0,1 0 0 0 0,0 0 0 0 0,0 1 0 0 0,-1-1 0 0 0,1 1 0 0 0,0 1 0 0 0,0-1 0 0 0,-1 1 0 0 0,1 0 1 0 0,6 2-1 0 0,-7 0 65 0 0,-1-1 0 0 0,1 1 0 0 0,-1-1 1 0 0,0 1-1 0 0,0 0 0 0 0,0 0 0 0 0,-1 1 0 0 0,1-1 1 0 0,-1 1-1 0 0,0 0 0 0 0,0 0 0 0 0,0 0 1 0 0,4 8-1 0 0,-4-6-43 0 0,0-1 0 0 0,1-1 0 0 0,-1 1 1 0 0,1 0-1 0 0,0-1 0 0 0,0 0 0 0 0,0 0 0 0 0,0 0 1 0 0,9 5-1 0 0,-11-8-57 0 0,-1-1 0 0 0,1 1 0 0 0,0-1 0 0 0,0 0 0 0 0,0 1 0 0 0,0-1 0 0 0,0 0 1 0 0,0 0-1 0 0,0 0 0 0 0,0 0 0 0 0,0 0 0 0 0,0-1 0 0 0,-1 1 0 0 0,1-1 0 0 0,0 1 1 0 0,0-1-1 0 0,0 0 0 0 0,0 0 0 0 0,-1 1 0 0 0,1-1 0 0 0,0 0 0 0 0,-1-1 0 0 0,1 1 0 0 0,-1 0 1 0 0,1 0-1 0 0,-1-1 0 0 0,0 1 0 0 0,1-1 0 0 0,-1 1 0 0 0,0-1 0 0 0,0 1 0 0 0,1-3 0 0 0,2-2 25 0 0,0 0-1 0 0,0 0 0 0 0,-1-1 0 0 0,0 1 0 0 0,0-1 0 0 0,0 1 1 0 0,2-13-1 0 0,-4 11 6 0 0,0 0 0 0 0,-1 0-1 0 0,0 0 1 0 0,-1 0 0 0 0,1 0 0 0 0,-1 0 0 0 0,-4-12 0 0 0,5 18-186 0 0,-1-1 0 0 0,0 0 0 0 0,1 1 0 0 0,-1-1 0 0 0,0 1 0 0 0,0-1-1 0 0,-1 1 1 0 0,1-1 0 0 0,-1 1 0 0 0,1 0 0 0 0,-1 0 0 0 0,1 0 0 0 0,-1 0 0 0 0,0 0 0 0 0,0 0 0 0 0,0 0 0 0 0,0 1 0 0 0,-1-1 0 0 0,1 1-1 0 0,0-1 1 0 0,-1 1 0 0 0,1 0 0 0 0,-1 0 0 0 0,1 0 0 0 0,-6-1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4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 3225 0 0,'1'0'199'0'0,"0"0"0"0"0,0-1 0 0 0,0 1 0 0 0,0 0 0 0 0,0-1 0 0 0,0 1 0 0 0,0 0 0 0 0,0 0 0 0 0,0 0 0 0 0,0 0 0 0 0,0 0 0 0 0,0 0 0 0 0,0 0 0 0 0,1 0 0 0 0,-1 1 0 0 0,0-1 0 0 0,0 0 0 0 0,0 1 0 0 0,0-1 1 0 0,0 1-1 0 0,0-1 0 0 0,0 1 0 0 0,-1-1 0 0 0,2 2 0 0 0,23 15 3066 0 0,-20-13-2570 0 0,-1 0-1 0 0,0 0 0 0 0,0 1 1 0 0,-1-1-1 0 0,1 1 0 0 0,-1 0 1 0 0,0 1-1 0 0,0-1 0 0 0,0 0 0 0 0,3 11 1 0 0,-2 1 571 0 0,0 0 0 0 0,2 24 0 0 0,2 10-1011 0 0,-8-50-255 0 0,0 0-1 0 0,0 0 1 0 0,0 0 0 0 0,0 0 0 0 0,1 0 0 0 0,-1 0-1 0 0,0 0 1 0 0,1 0 0 0 0,-1 0 0 0 0,1 0-1 0 0,-1 0 1 0 0,1 0 0 0 0,-1 0 0 0 0,1 0-1 0 0,0 0 1 0 0,-1 0 0 0 0,1-1 0 0 0,0 1-1 0 0,0 0 1 0 0,0 0 0 0 0,-1-1 0 0 0,1 1-1 0 0,0-1 1 0 0,0 1 0 0 0,0-1 0 0 0,2 2-1 0 0,-1-3-1 0 0,-1 1-1 0 0,1 0 0 0 0,-1 0 0 0 0,1 0 0 0 0,-1-1 0 0 0,1 1 1 0 0,-1-1-1 0 0,1 1 0 0 0,-1-1 0 0 0,1 0 0 0 0,-1 0 0 0 0,0 1 0 0 0,1-1 1 0 0,-1 0-1 0 0,2-2 0 0 0,4-4-10 0 0,0 1 1 0 0,-1-1-1 0 0,0 0 0 0 0,0-1 1 0 0,4-8-1 0 0,-8 13 13 0 0,15-27 13 0 0,28-38 0 0 0,-38 60-9 0 0,0 0 1 0 0,0 0 0 0 0,1 0-1 0 0,0 1 1 0 0,1 0 0 0 0,-1 1 0 0 0,1-1-1 0 0,16-7 1 0 0,-23 13-1 0 0,-1 0 0 0 0,1 0 0 0 0,-1 0 0 0 0,1 0 0 0 0,0 1 0 0 0,-1-1 1 0 0,1 0-1 0 0,0 1 0 0 0,0 0 0 0 0,-1-1 0 0 0,1 1 0 0 0,0 0 0 0 0,0 0 0 0 0,-1 0 0 0 0,1 0 0 0 0,0 0 1 0 0,0 0-1 0 0,0 0 0 0 0,-1 0 0 0 0,1 1 0 0 0,0-1 0 0 0,-1 1 0 0 0,1 0 0 0 0,0-1 0 0 0,-1 1 0 0 0,1 0 0 0 0,0 0 1 0 0,-1 0-1 0 0,0 0 0 0 0,1 0 0 0 0,-1 0 0 0 0,1 1 0 0 0,1 1 0 0 0,0 4-10 0 0,1-1 0 0 0,-2 1 0 0 0,1 0 0 0 0,0 0 0 0 0,-1 0-1 0 0,2 14 1 0 0,7 21-1066 0 0,-2-24-4304 0 0,0-1-1823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5.1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 58 6449 0 0,'4'-3'273'0'0,"-1"0"0"0"0,0 0 0 0 0,0 0-1 0 0,0 0 1 0 0,0 0 0 0 0,-1-1 0 0 0,1 1-1 0 0,2-6 1 0 0,-5 8-111 0 0,0 1-1 0 0,0-1 1 0 0,1 0-1 0 0,-1 1 1 0 0,0-1 0 0 0,0 1-1 0 0,0-1 1 0 0,0 0-1 0 0,1 1 1 0 0,-1-1 0 0 0,0 0-1 0 0,0 1 1 0 0,-1-1-1 0 0,1 0 1 0 0,0 1-1 0 0,0-1 1 0 0,0 0 0 0 0,0 1-1 0 0,0-1 1 0 0,-1 0-1 0 0,1 1 1 0 0,0-1 0 0 0,-1 0-1 0 0,0 0 71 0 0,0 0 0 0 0,0 0 0 0 0,0 1 0 0 0,0-1-1 0 0,-1 1 1 0 0,1-1 0 0 0,0 1 0 0 0,0-1 0 0 0,0 1 0 0 0,-1-1 0 0 0,1 1-1 0 0,0 0 1 0 0,-1 0 0 0 0,1 0 0 0 0,0 0 0 0 0,0 0 0 0 0,-2 0 0 0 0,-2 0-10 0 0,0 0 0 0 0,0 1 0 0 0,0-1 0 0 0,0 1 0 0 0,0 0 1 0 0,1 0-1 0 0,-1 1 0 0 0,0-1 0 0 0,1 1 0 0 0,-1 0 0 0 0,1 1 1 0 0,0-1-1 0 0,-1 1 0 0 0,1-1 0 0 0,0 1 0 0 0,1 1 0 0 0,-1-1 1 0 0,1 0-1 0 0,-1 1 0 0 0,1 0 0 0 0,0 0 0 0 0,0 0 0 0 0,0 0 0 0 0,1 0 1 0 0,-3 5-1 0 0,1 1-164 0 0,0 1 0 0 0,1-1 1 0 0,0 0-1 0 0,1 1 0 0 0,0 0 1 0 0,0 0-1 0 0,1 0 0 0 0,1-1 0 0 0,-1 1 1 0 0,3 14-1 0 0,0-5-268 0 0,0-9 245 0 0,-1 0 1 0 0,-1 0-1 0 0,-1 20 1 0 0,1-28-282 0 0,-1 1 0 0 0,0 0 1 0 0,0 0-1 0 0,0-1 0 0 0,0 1 1 0 0,-1-1-1 0 0,0 1 1 0 0,1-1-1 0 0,-1 1 0 0 0,-1-1 1 0 0,1 0-1 0 0,0 0 0 0 0,-1 0 1 0 0,-5 5-1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0:55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14283 0 0,'2'3'1272'0'0,"-2"-1"-1016"0"0,1-1-256 0 0,-1 4 1737 0 0,0-2-793 0 0,0 0 8 0 0,0 1-552 0 0,0 1-112 0 0,-1-2-16 0 0,-1-2-8 0 0,1-1-264 0 0,1-4 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38.86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765 813 1376 0 0,'130'-179'1689'0'0,"-35"50"-665"0"0,-67 83-992 0 0,-27 43-30 0 0,1-1 1 0 0,-1 1-1 0 0,0-1 1 0 0,0 0-1 0 0,0 1 1 0 0,0-1-1 0 0,-1 0 1 0 0,1 1-1 0 0,-1-1 0 0 0,0 0 1 0 0,0 0-1 0 0,-1-4 1 0 0,1 8 5 0 0,0-1-1 0 0,0 1 1 0 0,0-1 0 0 0,-1 1-1 0 0,1-1 1 0 0,0 1-1 0 0,0-1 1 0 0,0 1 0 0 0,-1-1-1 0 0,1 1 1 0 0,0 0 0 0 0,-1-1-1 0 0,1 1 1 0 0,0-1 0 0 0,-1 1-1 0 0,1 0 1 0 0,0-1 0 0 0,-1 1-1 0 0,1 0 1 0 0,-1-1 0 0 0,1 1-1 0 0,-1 0 1 0 0,1 0 0 0 0,-1-1-1 0 0,1 1 1 0 0,-1 0 0 0 0,1 0-1 0 0,-1 0 1 0 0,1 0 0 0 0,-1 0-1 0 0,1 0 1 0 0,-1 0-1 0 0,1 0 1 0 0,-1 0 0 0 0,1 0-1 0 0,-1 0 1 0 0,1 0 0 0 0,-1 0-1 0 0,1 0 1 0 0,-1 0 0 0 0,1 1-1 0 0,-1-1 1 0 0,1 0 0 0 0,-1 0-1 0 0,1 0 1 0 0,-1 1 0 0 0,1-1-1 0 0,-1 1 1 0 0,-26 18 572 0 0,22-15-492 0 0,-72 60 733 0 0,-112 123 1 0 0,5-4-99 0 0,-340 319 1456 0 0,630-587-846 0 0,392-345-1589 0 0,32 39-80 0 0,-346 266 336 0 0,-80 51 0 0 0,4 5 0 0 0,125-60 0 0 0,-202 114-6 0 0,-16 7-8 0 0,0 1 1 0 0,0 0 0 0 0,0 2-1 0 0,28-8 1 0 0,-42 13 10 0 0,-1 0 0 0 0,0 0 0 0 0,1 0 0 0 0,-1-1-1 0 0,1 1 1 0 0,-1 0 0 0 0,0 0 0 0 0,1 0 0 0 0,-1 0 0 0 0,1 0 0 0 0,-1 0 0 0 0,0 0 0 0 0,1 0 0 0 0,-1 0 0 0 0,0 0 0 0 0,1 0-1 0 0,-1 0 1 0 0,1 1 0 0 0,-1-1 0 0 0,0 0 0 0 0,1 0 0 0 0,-1 0 0 0 0,0 0 0 0 0,1 1 0 0 0,-1-1 0 0 0,0 0 0 0 0,1 0 0 0 0,-1 0-1 0 0,0 1 1 0 0,0-1 0 0 0,1 0 0 0 0,-1 1 0 0 0,0-1 0 0 0,0 0 0 0 0,1 1 0 0 0,-1-1 0 0 0,0 1 0 0 0,-6 15-209 0 0,-21 16-264 0 0,27-31 457 0 0,-202 185-274 0 0,47-48 834 0 0,-315 306 428 0 0,157-123-635 0 0,146-144-196 0 0,129-138-110 0 0,-110 120 116 0 0,122-128-159 0 0,1 2 0 0 0,2 1 0 0 0,-25 45 0 0 0,45-73 16 0 0,1-1 0 0 0,-1 1 0 0 0,1 0 0 0 0,0-1 0 0 0,0 1 0 0 0,1 0 0 0 0,0 0 0 0 0,0 0 0 0 0,-1 10 0 0 0,3-14-1 0 0,-1-1-1 0 0,0 1 1 0 0,0-1-1 0 0,1 1 1 0 0,-1-1-1 0 0,0 1 1 0 0,1-1-1 0 0,0 1 1 0 0,-1-1-1 0 0,1 0 1 0 0,0 1-1 0 0,0-1 1 0 0,0 0-1 0 0,-1 0 1 0 0,1 1-1 0 0,3 1 1 0 0,-2-2-14 0 0,0 0 1 0 0,0 1 0 0 0,0-1-1 0 0,0 0 1 0 0,1 0-1 0 0,-1-1 1 0 0,0 1-1 0 0,1 0 1 0 0,-1-1-1 0 0,1 0 1 0 0,-1 1 0 0 0,1-1-1 0 0,3 0 1 0 0,12-1-144 0 0,0-1 1 0 0,0-1 0 0 0,-1 0-1 0 0,1-1 1 0 0,30-12 0 0 0,82-42 0 0 0,221-154 280 0 0,-136 75 191 0 0,-98 67-194 0 0,560-342 146 0 0,-170 137-270 0 0,-454 247 6 0 0,-28 14-109 0 0,41-16 0 0 0,-66 30 102 0 0,0 0 0 0 0,0 0 0 0 0,0 0-1 0 0,0 0 1 0 0,0 0 0 0 0,0 0 0 0 0,0 0 0 0 0,0 0 0 0 0,0 0 0 0 0,0 1 0 0 0,0-1 0 0 0,0 0-1 0 0,0 0 1 0 0,0 0 0 0 0,0 0 0 0 0,0 0 0 0 0,0 0 0 0 0,0 0 0 0 0,0 0 0 0 0,0 0-1 0 0,0 0 1 0 0,0 1 0 0 0,0-1 0 0 0,0 0 0 0 0,0 0 0 0 0,0 0 0 0 0,0 0 0 0 0,0 0 0 0 0,1 0-1 0 0,-1 0 1 0 0,0 0 0 0 0,0 0 0 0 0,0 0 0 0 0,0 0 0 0 0,0 0 0 0 0,0 0 0 0 0,0 0-1 0 0,0 0 1 0 0,0 0 0 0 0,0 0 0 0 0,0 1 0 0 0,0-1 0 0 0,1 0 0 0 0,-1 0 0 0 0,0 0 0 0 0,0 0-1 0 0,0 0 1 0 0,0 0 0 0 0,0 0 0 0 0,0 0 0 0 0,0 0 0 0 0,0 0 0 0 0,0 0 0 0 0,0 0-1 0 0,1-1 1 0 0,-1 1 0 0 0,0 0 0 0 0,0 0 0 0 0,0 0 0 0 0,0 0 0 0 0,0 0 0 0 0,0 0-1 0 0,-8 11-203 0 0,-14 12-342 0 0,-247 190-2363 0 0,17-14 2118 0 0,-95 79 1038 0 0,14-11 538 0 0,-67 35 450 0 0,331-254-773 0 0,2 3 0 0 0,-90 89-1 0 0,146-126-329 0 0,11-14-126 0 0,0 0 0 0 0,0 1 0 0 0,0-1 0 0 0,0 0 0 0 0,0 0 0 0 0,0 0 0 0 0,0 0 0 0 0,0 0 0 0 0,0 0 0 0 0,0 1 0 0 0,0-1 0 0 0,0 0 0 0 0,0 0 0 0 0,1 0 0 0 0,-1 0 0 0 0,0 0 0 0 0,0 0 0 0 0,0 0 0 0 0,0 0 0 0 0,0 1 0 0 0,0-1 0 0 0,0 0 0 0 0,0 0 0 0 0,1 0 0 0 0,-1 0 0 0 0,0 0 0 0 0,0 0 0 0 0,0 0 0 0 0,0 0 0 0 0,0 0 0 0 0,0 0 0 0 0,1 0 0 0 0,-1 0 0 0 0,0 0 0 0 0,0 0 0 0 0,0 0 0 0 0,0 0 0 0 0,0 0 0 0 0,1 0 0 0 0,-1 0 0 0 0,0 0 0 0 0,0 0 0 0 0,0 0 0 0 0,0 0 0 0 0,0 0 0 0 0,0 0 0 0 0,0 0 0 0 0,1 0 0 0 0,-1 0 0 0 0,0-1 0 0 0,0 1 0 0 0,0 0 0 0 0,31-15-180 0 0,142-114-840 0 0,-68 46 879 0 0,459-341 355 0 0,-76 106 630 0 0,-359 237-561 0 0,186-109 631 0 0,13 23-51 0 0,-322 165-847 0 0,11-7 47 0 0,1 2 0 0 0,0 0 0 0 0,1 0 0 0 0,0 2 0 0 0,-1 0 0 0 0,35-3 0 0 0,-53 8-64 0 0,1 0 1 0 0,-1 0-1 0 0,1 0 1 0 0,0 0-1 0 0,-1 0 1 0 0,1 0-1 0 0,-1 0 1 0 0,1 0-1 0 0,0 0 1 0 0,-1 0-1 0 0,1 0 1 0 0,-1 0-1 0 0,1 0 1 0 0,-1 1-1 0 0,1-1 1 0 0,0 0-1 0 0,-1 0 1 0 0,1 1-1 0 0,-1-1 1 0 0,1 0-1 0 0,-1 1 1 0 0,1-1-1 0 0,-1 1 1 0 0,0-1-1 0 0,1 0 1 0 0,-1 1-1 0 0,1-1 1 0 0,-1 1-1 0 0,0-1 1 0 0,0 1-1 0 0,1-1 1 0 0,-1 1-1 0 0,0 0 1 0 0,1 0-1 0 0,-1 1-4 0 0,-1 0-1 0 0,1-1 0 0 0,0 1 0 0 0,-1 0 1 0 0,1-1-1 0 0,-1 1 0 0 0,1 0 0 0 0,-1-1 1 0 0,0 1-1 0 0,0 0 0 0 0,0-1 0 0 0,-1 2 1 0 0,-39 45-173 0 0,37-43 162 0 0,-279 300-1512 0 0,-147 155 2055 0 0,95-104 229 0 0,199-209 19 0 0,116-126-628 0 0,5-7 92 0 0,1 0 1 0 0,1 1 0 0 0,1 1-1 0 0,0 0 1 0 0,1 1-1 0 0,-18 35 1 0 0,28-50-210 0 0,0 0 1 0 0,0 0-1 0 0,1 0 0 0 0,-1 0 1 0 0,1 0-1 0 0,-1 0 0 0 0,1 0 0 0 0,0 0 1 0 0,0 0-1 0 0,0 0 0 0 0,0 1 1 0 0,0-1-1 0 0,0 0 0 0 0,0 0 0 0 0,1 0 1 0 0,-1 0-1 0 0,2 2 0 0 0,-2-3-22 0 0,1 0-1 0 0,0 0 1 0 0,0 0-1 0 0,0 0 1 0 0,0 0-1 0 0,0 0 1 0 0,0-1-1 0 0,0 1 1 0 0,0 0-1 0 0,0 0 1 0 0,0-1-1 0 0,0 1 1 0 0,0-1-1 0 0,0 1 1 0 0,1-1-1 0 0,-1 0 1 0 0,0 1-1 0 0,0-1 1 0 0,1 0 0 0 0,1 0-1 0 0,4 0-65 0 0,1 0 1 0 0,0-1-1 0 0,-1 0 1 0 0,1 0-1 0 0,-1 0 0 0 0,1-1 1 0 0,11-5-1 0 0,34-18-416 0 0,0-2 0 0 0,-2-2-1 0 0,66-49 1 0 0,-43 28 497 0 0,237-147 147 0 0,47-31 572 0 0,-43 26-352 0 0,15 30 324 0 0,-236 135-448 0 0,-82 33-229 0 0,0 1 1 0 0,0 0-1 0 0,0 1 0 0 0,1 0 1 0 0,21 0-1 0 0,-33 2-35 0 0,1 0 0 0 0,-1 0 0 0 0,1 0 0 0 0,-1 0 0 0 0,1 0 0 0 0,-1 1 0 0 0,1-1 0 0 0,-1 0 0 0 0,1 1 0 0 0,-1-1 0 0 0,0 1 0 0 0,1 0 0 0 0,-1-1 0 0 0,0 1 0 0 0,1 0 0 0 0,0 1 0 0 0,-1-2-4 0 0,-1 1-1 0 0,0 0 0 0 0,1-1 0 0 0,-1 1 0 0 0,0 0 0 0 0,1-1 0 0 0,-1 1 0 0 0,0 0 0 0 0,0-1 1 0 0,0 1-1 0 0,0 0 0 0 0,0 0 0 0 0,0-1 0 0 0,0 1 0 0 0,0 0 0 0 0,0-1 0 0 0,0 1 0 0 0,0 0 1 0 0,0 0-1 0 0,0-1 0 0 0,0 1 0 0 0,-1 0 0 0 0,1 0 0 0 0,-4 5-28 0 0,1 0 0 0 0,-1 0-1 0 0,0 0 1 0 0,0-1 0 0 0,-7 8 0 0 0,10-12 19 0 0,-160 157-1526 0 0,65-70 1421 0 0,73-65 179 0 0,-402 367 1661 0 0,411-379-1662 0 0,-134 114 999 0 0,122-100-671 0 0,1 1 0 0 0,1 1 0 0 0,-27 39 0 0 0,48-61-336 0 0,0 0 0 0 0,0 1 0 0 0,0-1 0 0 0,1 1 0 0 0,0-1 1 0 0,0 1-1 0 0,-2 10 0 0 0,4-15-49 0 0,-1 0 0 0 0,1 0 1 0 0,0 1-1 0 0,0-1 0 0 0,0 0 0 0 0,0 1 1 0 0,0-1-1 0 0,1 0 0 0 0,-1 0 1 0 0,0 1-1 0 0,0-1 0 0 0,1 0 0 0 0,-1 0 1 0 0,1 0-1 0 0,-1 0 0 0 0,1 1 1 0 0,-1-1-1 0 0,1 0 0 0 0,0 0 0 0 0,0 0 1 0 0,0 0-1 0 0,-1 0 0 0 0,1-1 1 0 0,0 1-1 0 0,0 0 0 0 0,0 0 0 0 0,0 0 1 0 0,0-1-1 0 0,0 1 0 0 0,1-1 1 0 0,-1 1-1 0 0,0-1 0 0 0,0 1 0 0 0,0-1 1 0 0,0 1-1 0 0,1-1 0 0 0,-1 0 1 0 0,0 0-1 0 0,0 0 0 0 0,1 0 0 0 0,-1 0 1 0 0,0 0-1 0 0,2 0 0 0 0,8 0-108 0 0,-1-1 0 0 0,1 0 0 0 0,-1-1 0 0 0,0 0 0 0 0,1 0 0 0 0,-1-1-1 0 0,18-8 1 0 0,68-39-759 0 0,-61 31 686 0 0,505-286-105 0 0,-318 178 456 0 0,48-40-35 0 0,87-47-42 0 0,-297 182-111 0 0,-32 15 1 0 0,2 2-1 0 0,-1 0 1 0 0,2 2 0 0 0,0 1-1 0 0,40-9 1 0 0,-69 20 9 0 0,0 1 0 0 0,1-1 1 0 0,-1 1-1 0 0,0 0 1 0 0,0-1-1 0 0,0 1 0 0 0,1 0 1 0 0,-1 1-1 0 0,0-1 1 0 0,0 0-1 0 0,0 1 0 0 0,1-1 1 0 0,-1 1-1 0 0,0-1 1 0 0,0 1-1 0 0,0 0 0 0 0,3 2 1 0 0,-4-2-3 0 0,0 0 0 0 0,0 0 0 0 0,-1 0 1 0 0,1 0-1 0 0,0 0 0 0 0,-1 0 0 0 0,1 0 1 0 0,-1 0-1 0 0,1 0 0 0 0,-1 1 0 0 0,0-1 0 0 0,1 0 1 0 0,-1 0-1 0 0,0 1 0 0 0,0-1 0 0 0,0 0 1 0 0,0 1-1 0 0,0-1 0 0 0,0 0 0 0 0,0 0 0 0 0,-1 3 1 0 0,-1 5-39 0 0,-1 0 0 0 0,0 0 0 0 0,-1-1 0 0 0,0 1 0 0 0,0-1 0 0 0,-9 13 0 0 0,-54 73 22 0 0,-133 146 1 0 0,-107 56 1008 0 0,269-264-905 0 0,2 3 0 0 0,-43 52 0 0 0,77-84-67 0 0,0 0 0 0 0,0 0 0 0 0,0 0 0 0 0,0 0 0 0 0,1 0 0 0 0,-1 0 0 0 0,1 1 0 0 0,0-1 0 0 0,0 1 0 0 0,0-1 0 0 0,0 6 0 0 0,1-8-13 0 0,0-1 1 0 0,0 1-1 0 0,0 0 1 0 0,0 0 0 0 0,0-1-1 0 0,0 1 1 0 0,0 0-1 0 0,1 0 1 0 0,-1-1 0 0 0,0 1-1 0 0,1 0 1 0 0,-1-1-1 0 0,0 1 1 0 0,1 0 0 0 0,-1-1-1 0 0,1 1 1 0 0,-1-1-1 0 0,1 1 1 0 0,-1 0 0 0 0,1-1-1 0 0,-1 1 1 0 0,2 0 0 0 0,-1-1-29 0 0,1 1 1 0 0,-1-1 0 0 0,1 1 0 0 0,0-1 0 0 0,-1 1 0 0 0,1-1 0 0 0,0 0-1 0 0,-1 0 1 0 0,1 0 0 0 0,0 0 0 0 0,-1 0 0 0 0,1 0 0 0 0,0 0 0 0 0,1-1-1 0 0,16-4-235 0 0,-1-1-1 0 0,0-1 0 0 0,0 0 0 0 0,0-1 0 0 0,-1-1 1 0 0,17-12-1 0 0,-2 2 35 0 0,680-393-1083 0 0,-576 334 1364 0 0,261-138 482 0 0,-320 180-410 0 0,2 3-1 0 0,1 3 1 0 0,104-24-1 0 0,-167 50-9 0 0,0 1-1 0 0,0 1 1 0 0,1 0-1 0 0,29 1 1 0 0,-43 1-107 0 0,0 1 1 0 0,0-1-1 0 0,0 1 1 0 0,0 0-1 0 0,-1 0 1 0 0,1 0-1 0 0,0 1 1 0 0,-1-1-1 0 0,1 1 1 0 0,-1 0-1 0 0,7 4 1 0 0,-8-4-13 0 0,0 0 1 0 0,-1 0-1 0 0,1 0 1 0 0,-1 0-1 0 0,1 0 0 0 0,-1 1 1 0 0,0-1-1 0 0,1 0 0 0 0,-1 1 1 0 0,0-1-1 0 0,-1 1 1 0 0,1-1-1 0 0,0 1 0 0 0,-1-1 1 0 0,1 1-1 0 0,-1-1 1 0 0,0 1-1 0 0,0 0 0 0 0,-1 4 1 0 0,0 3-37 0 0,0 0 0 0 0,-2 0 0 0 0,1 0 0 0 0,-1 0 0 0 0,0-1 0 0 0,-1 1 1 0 0,-9 15-1 0 0,-43 63-52 0 0,39-63 67 0 0,-226 290 1122 0 0,162-215-517 0 0,76-94-511 0 0,0 0-1 0 0,0 1 0 0 0,1-1 0 0 0,-1 1 1 0 0,-3 10-1 0 0,8-16-53 0 0,-1 0-1 0 0,1 0 1 0 0,0 0-1 0 0,-1 0 1 0 0,1 0 0 0 0,0 0-1 0 0,0 0 1 0 0,0 0-1 0 0,0 0 1 0 0,0 0 0 0 0,0 0-1 0 0,0 0 1 0 0,0 0 0 0 0,1 0-1 0 0,-1 0 1 0 0,0 0-1 0 0,1 0 1 0 0,-1 0 0 0 0,0 0-1 0 0,2 1 1 0 0,-1-1-1 0 0,0 0 0 0 0,0 0 1 0 0,0 0-1 0 0,1 0 1 0 0,-1 0-1 0 0,1 0 0 0 0,-1-1 1 0 0,0 1-1 0 0,1 0 0 0 0,-1-1 1 0 0,1 1-1 0 0,0-1 0 0 0,-1 0 1 0 0,1 1-1 0 0,-1-1 0 0 0,1 0 1 0 0,2 0-1 0 0,5 0-91 0 0,0 0 1 0 0,0-1-1 0 0,0 0 1 0 0,0-1-1 0 0,0 0 1 0 0,0 0-1 0 0,0-1 1 0 0,11-5-1 0 0,68-36-650 0 0,-65 31 439 0 0,573-361-3976 0 0,-520 322 4232 0 0,2 4-1 0 0,2 3 1 0 0,2 4 0 0 0,2 4-1 0 0,93-29 1 0 0,-163 62 188 0 0,0 0 1 0 0,1 1-1 0 0,-1 0 1 0 0,1 1-1 0 0,17 0 1 0 0,-29 2-97 0 0,0 1 0 0 0,0-1 0 0 0,0 0 0 0 0,0 1 0 0 0,0 0 0 0 0,0-1 0 0 0,0 1 0 0 0,-1 0 0 0 0,1 1 0 0 0,0-1 0 0 0,0 0 0 0 0,-1 1 0 0 0,5 2 0 0 0,-5-2-7 0 0,-1 0 0 0 0,1 0-1 0 0,-1 0 1 0 0,0 0-1 0 0,0 0 1 0 0,0 0 0 0 0,0 0-1 0 0,0 0 1 0 0,0 0 0 0 0,0 0-1 0 0,0 1 1 0 0,-1-1-1 0 0,0 0 1 0 0,1 1 0 0 0,-1-1-1 0 0,0 0 1 0 0,0 1-1 0 0,0-1 1 0 0,0 0 0 0 0,-1 4-1 0 0,-1 7 66 0 0,-1-1 0 0 0,0 1 0 0 0,-1-1-1 0 0,0 0 1 0 0,-1 0 0 0 0,-8 15 0 0 0,-45 70 74 0 0,40-70-95 0 0,-279 415 1389 0 0,293-435-1458 0 0,-24 42 30 0 0,26-46-59 0 0,1-1 1 0 0,0 0-1 0 0,0 1 0 0 0,0-1 1 0 0,0 1-1 0 0,1 0 0 0 0,-1-1 1 0 0,1 1-1 0 0,-1 0 0 0 0,1-1 0 0 0,0 1 1 0 0,0 0-1 0 0,0-1 0 0 0,1 1 1 0 0,-1 0-1 0 0,1-1 0 0 0,0 4 1 0 0,0-5-22 0 0,0 0 1 0 0,0 1-1 0 0,0-1 1 0 0,0 0-1 0 0,0 0 1 0 0,0 0-1 0 0,0 0 1 0 0,0 0-1 0 0,1 0 1 0 0,-1 0-1 0 0,0-1 1 0 0,1 1-1 0 0,-1 0 1 0 0,0-1-1 0 0,1 1 1 0 0,-1-1-1 0 0,1 1 1 0 0,-1-1-1 0 0,1 0 1 0 0,-1 0-1 0 0,1 1 1 0 0,-1-1-1 0 0,1 0 1 0 0,0 0-1 0 0,1-1 1 0 0,41-7-1004 0 0,-37 6 804 0 0,43-13-869 0 0,-1-3 0 0 0,50-25 1 0 0,-56 22 982 0 0,0 3 0 0 0,0 2 0 0 0,57-13 1 0 0,-72 23 808 0 0,-1 2 1 0 0,41-2-1 0 0,-60 6-428 0 0,-1 0-1 0 0,1 0 1 0 0,0 0-1 0 0,-1 1 1 0 0,0 1-1 0 0,1-1 1 0 0,-1 1-1 0 0,0 0 1 0 0,0 1-1 0 0,0 0 1 0 0,0 0-1 0 0,0 1 1 0 0,0-1-1 0 0,6 7 1 0 0,-9-7-170 0 0,-1 0-1 0 0,-1 1 1 0 0,1-1 0 0 0,0 1 0 0 0,-1 0 0 0 0,0 0-1 0 0,0 0 1 0 0,0 0 0 0 0,0 1 0 0 0,-1-1 0 0 0,1 0-1 0 0,-1 1 1 0 0,0-1 0 0 0,-1 1 0 0 0,1-1 0 0 0,-1 1-1 0 0,0-1 1 0 0,0 1 0 0 0,0-1 0 0 0,-1 1 0 0 0,1 0-1 0 0,-1-1 1 0 0,0 0 0 0 0,-2 6 0 0 0,-4 12 25 0 0,0-1 1 0 0,-2 0 0 0 0,-15 28-1 0 0,1-8-1561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2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14747 0 0,'0'0'90'0'0,"0"0"0"0"0,0 0 0 0 0,0-1 0 0 0,0 1-1 0 0,0 0 1 0 0,0 0 0 0 0,0-1 0 0 0,0 1 0 0 0,0 0 0 0 0,0 0-1 0 0,0-1 1 0 0,0 1 0 0 0,0 0 0 0 0,2-2 719 0 0,-2 2-719 0 0,0 0-1 0 0,1-1 1 0 0,-1 1 0 0 0,0 0 0 0 0,0 0 0 0 0,0 0 0 0 0,1 0-1 0 0,-1 0 1 0 0,0 0 0 0 0,0 0 0 0 0,1 0 0 0 0,-1 0 0 0 0,0 0 0 0 0,1-1-1 0 0,-1 1 1 0 0,0 0 0 0 0,0 1 0 0 0,1-1 0 0 0,-1 0 0 0 0,0 0-1 0 0,0 0 1 0 0,1 0 0 0 0,-1 0 0 0 0,0 0 0 0 0,0 0 0 0 0,1 0 0 0 0,0 2 718 0 0,0-2-718 0 0,12 11 1001 0 0,-5 2-861 0 0,-1-1 1 0 0,-1 2 0 0 0,0-1 0 0 0,-1 0 0 0 0,0 1-1 0 0,-1 0 1 0 0,4 27 0 0 0,5 107-34 0 0,-10-106-37 0 0,3 94 332 0 0,10 112-341 0 0,-12-214-135 0 0,2-1 1 0 0,2 1-1 0 0,1-1 0 0 0,1-1 1 0 0,17 36-1 0 0,-1-29-8 0 0,-21-33-250 0 0,-1 0 1 0 0,1 1-1 0 0,-1-1 1 0 0,0 1-1 0 0,3 9 1 0 0,-6-13-366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2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1 294 3225 0 0,'1'-10'199'0'0,"-1"3"-77"0"0,1-1 0 0 0,0 1 0 0 0,0 0 0 0 0,1 0 1 0 0,0-1-1 0 0,0 1 0 0 0,0 0 0 0 0,1 0 1 0 0,0 1-1 0 0,1-1 0 0 0,-1 1 0 0 0,1-1 1 0 0,1 1-1 0 0,4-6 0 0 0,-5 9 124 0 0,27-29 3178 0 0,58-44 0 0 0,-78 68-2671 0 0,0 0 0 0 0,1 1 0 0 0,-1 0-1 0 0,1 1 1 0 0,1 1 0 0 0,-1 0 0 0 0,1 0 0 0 0,0 2 0 0 0,0-1 0 0 0,14-1-1 0 0,-25 5-699 0 0,-1 0 0 0 0,1-1-1 0 0,0 1 1 0 0,-1 0-1 0 0,1 0 1 0 0,0 0 0 0 0,-1 1-1 0 0,1-1 1 0 0,0 0-1 0 0,-1 0 1 0 0,1 1 0 0 0,-1-1-1 0 0,1 1 1 0 0,-1 0-1 0 0,1-1 1 0 0,-1 1 0 0 0,1 0-1 0 0,-1 0 1 0 0,0 0-1 0 0,1 0 1 0 0,-1 0 0 0 0,0 0-1 0 0,0 0 1 0 0,2 2-1 0 0,-2 0-27 0 0,1 0 0 0 0,-1 0 0 0 0,0-1 0 0 0,0 1 0 0 0,-1 0 0 0 0,1 0 0 0 0,0 0-1 0 0,-1 0 1 0 0,0 0 0 0 0,0 0 0 0 0,0 0 0 0 0,0 5 0 0 0,-3 9-16 0 0,0 0 0 0 0,-1 1 0 0 0,-9 26 1 0 0,10-37 99 0 0,-91 223-1 0 0,5-13 340 0 0,87-213-380 0 0,1 0 0 0 0,-1 0-1 0 0,1 0 1 0 0,0 0 0 0 0,1 0 0 0 0,-1 0-1 0 0,1 7 1 0 0,0-10-43 0 0,0 0 1 0 0,0 0-1 0 0,1 0 0 0 0,-1 0 0 0 0,1-1 0 0 0,-1 1 0 0 0,0 0 0 0 0,1 0 0 0 0,-1 0 0 0 0,1 0 0 0 0,0-1 1 0 0,-1 1-1 0 0,1 0 0 0 0,0-1 0 0 0,-1 1 0 0 0,1 0 0 0 0,0-1 0 0 0,0 1 0 0 0,0-1 0 0 0,-1 1 0 0 0,1-1 1 0 0,0 1-1 0 0,0-1 0 0 0,0 0 0 0 0,0 0 0 0 0,0 1 0 0 0,0-1 0 0 0,0 0 0 0 0,0 0 0 0 0,0 0 1 0 0,0 0-1 0 0,0 0 0 0 0,0 0 0 0 0,0 0 0 0 0,-1 0 0 0 0,1 0 0 0 0,2-1 0 0 0,26-2 467 0 0,50-13-1 0 0,-51 10-282 0 0,0 0 1 0 0,39-2 0 0 0,-59 8-391 0 0,1 0 1 0 0,-1 0-1 0 0,1 1 0 0 0,0 0 1 0 0,-1 1-1 0 0,1 0 1 0 0,-1 0-1 0 0,0 1 0 0 0,0-1 1 0 0,0 2-1 0 0,0-1 1 0 0,8 6-1 0 0,0 3-731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3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41 8754 0 0,'-2'-1'359'0'0,"1"0"0"0"0,-1-1 0 0 0,1 1 0 0 0,0-1 0 0 0,0 1-1 0 0,-1-1 1 0 0,1 0 0 0 0,0 1 0 0 0,1-1 0 0 0,-1 0 0 0 0,0 0 0 0 0,0 0 0 0 0,1 0 0 0 0,-1 1 0 0 0,1-1 0 0 0,0 0 0 0 0,-1 0 0 0 0,1 0 0 0 0,0 0 0 0 0,0-2-1 0 0,1 3-283 0 0,-1 1 0 0 0,0 0 0 0 0,1 0-1 0 0,-1 0 1 0 0,0 0 0 0 0,1-1-1 0 0,-1 1 1 0 0,0 0 0 0 0,1 0-1 0 0,-1 0 1 0 0,1 0 0 0 0,-1 0-1 0 0,0 0 1 0 0,1 0 0 0 0,-1 0 0 0 0,0 0-1 0 0,1 0 1 0 0,-1 0 0 0 0,1 0-1 0 0,-1 0 1 0 0,0 0 0 0 0,1 1-1 0 0,-1-1 1 0 0,0 0 0 0 0,1 0-1 0 0,-1 0 1 0 0,0 0 0 0 0,1 1 0 0 0,-1-1-1 0 0,0 0 1 0 0,1 0 0 0 0,-1 1-1 0 0,0-1 1 0 0,0 0 0 0 0,1 1-1 0 0,-1-1 1 0 0,14 12 602 0 0,-14-12-561 0 0,13 14 29 0 0,0 0 0 0 0,-2 0 0 0 0,1 1-1 0 0,-2 0 1 0 0,0 1 0 0 0,-1 0 0 0 0,-1 1-1 0 0,0 0 1 0 0,8 27 0 0 0,0 15 640 0 0,15 94 0 0 0,-22-98-678 0 0,-8-45-107 0 0,-1-6 0 0 0,1-1 0 0 0,-1 0 0 0 0,0 1 0 0 0,1-1 0 0 0,0 0 0 0 0,0 1 0 0 0,0-1 0 0 0,0 0 0 0 0,0 0 0 0 0,1 0 0 0 0,-1 0 0 0 0,1 0 0 0 0,0 0 0 0 0,3 4 0 0 0,-2-12 0 0 0,0-1 0 0 0,0 1 0 0 0,-1-1 0 0 0,0 0 0 0 0,3-10 0 0 0,3-10-1 0 0,50-156-30 0 0,-46 151 28 0 0,2-1 1 0 0,1 2-1 0 0,29-45 0 0 0,-36 63 23 0 0,1 1-1 0 0,0 0 1 0 0,19-18 0 0 0,-24 25 39 0 0,0 1 1 0 0,0 0-1 0 0,0 0 0 0 0,0 1 1 0 0,1-1-1 0 0,-1 1 1 0 0,1 0-1 0 0,-1 0 0 0 0,1 0 1 0 0,0 0-1 0 0,0 1 1 0 0,0 0-1 0 0,0 0 0 0 0,6 0 1 0 0,-9 1-42 0 0,0 1 0 0 0,0-1 1 0 0,0 1-1 0 0,0-1 0 0 0,-1 1 0 0 0,1 0 1 0 0,0 0-1 0 0,0-1 0 0 0,-1 1 1 0 0,1 1-1 0 0,0-1 0 0 0,-1 0 1 0 0,1 0-1 0 0,-1 1 0 0 0,0-1 0 0 0,1 0 1 0 0,-1 1-1 0 0,0-1 0 0 0,0 1 1 0 0,0 0-1 0 0,0-1 0 0 0,0 1 0 0 0,0 0 1 0 0,0 0-1 0 0,0 3 0 0 0,3 7 38 0 0,0 0 0 0 0,3 22 0 0 0,-5-24-71 0 0,37 157-414 0 0,-1-59-2605 0 0,-23-75-4596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3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0 486 11058 0 0,'50'-122'6051'0'0,"-34"87"-5025"0"0,-2 0-1 0 0,-1-2 1 0 0,12-52-1 0 0,-25 87-1005 0 0,4-19 153 0 0,-1 0 1 0 0,0-23 0 0 0,-2 40-150 0 0,-1 1 0 0 0,0-1-1 0 0,0 0 1 0 0,-1 0 0 0 0,1 0-1 0 0,-1 0 1 0 0,1 0 0 0 0,-1 1-1 0 0,0-1 1 0 0,-1 0 0 0 0,1 1 0 0 0,-1-1-1 0 0,0 1 1 0 0,1-1 0 0 0,-1 1-1 0 0,-1 0 1 0 0,1 0 0 0 0,0 0-1 0 0,-4-4 1 0 0,4 6-13 0 0,1 1-1 0 0,0-1 1 0 0,-1 1 0 0 0,1-1-1 0 0,-1 1 1 0 0,1-1-1 0 0,-1 1 1 0 0,1 0 0 0 0,-1-1-1 0 0,1 1 1 0 0,-1 0-1 0 0,1 0 1 0 0,-1 0 0 0 0,1 0-1 0 0,-1 1 1 0 0,1-1 0 0 0,-1 0-1 0 0,1 1 1 0 0,0-1-1 0 0,-1 0 1 0 0,1 1 0 0 0,-1 0-1 0 0,1-1 1 0 0,0 1 0 0 0,-1 0-1 0 0,1 0 1 0 0,0 0-1 0 0,0 0 1 0 0,0 0 0 0 0,0 0-1 0 0,0 0 1 0 0,0 0-1 0 0,0 0 1 0 0,0 0 0 0 0,0 1-1 0 0,0-1 1 0 0,0 2 0 0 0,-4 4 60 0 0,0 1 1 0 0,1 0 0 0 0,0 0 0 0 0,-5 16 0 0 0,6-14-77 0 0,0 1 1 0 0,1 0-1 0 0,0 0 1 0 0,1 1-1 0 0,0-1 1 0 0,1 0-1 0 0,0 0 1 0 0,1 1-1 0 0,0-1 1 0 0,0 0-1 0 0,2 0 1 0 0,-1 0-1 0 0,1 0 1 0 0,1-1-1 0 0,0 1 1 0 0,0-1-1 0 0,1 0 1 0 0,1 0-1 0 0,-1 0 0 0 0,2-1 1 0 0,-1 0-1 0 0,1 0 1 0 0,1 0-1 0 0,-1-1 1 0 0,1-1-1 0 0,1 1 1 0 0,0-1-1 0 0,0 0 1 0 0,0-1-1 0 0,0 0 1 0 0,1-1-1 0 0,0 0 1 0 0,1 0-1 0 0,-1-1 1 0 0,1 0-1 0 0,-1-1 1 0 0,1 0-1 0 0,0-1 1 0 0,1 0-1 0 0,20 0 1 0 0,-14-2-581 0 0,0-1 0 0 0,32-5 0 0 0,-30 2-1115 0 0,0-2 0 0 0,28-10 0 0 0,-34 11 583 0 0,-1 0 0 0 0,-1-2 0 0 0,1 1 0 0 0,-1-2 0 0 0,-1 1 0 0 0,1-2 0 0 0,-1 0 0 0 0,-1 0 0 0 0,1-1 0 0 0,14-18 0 0 0,-19 19 701 0 0,0-1-1 0 0,0 0 1 0 0,-1 0-1 0 0,0-1 1 0 0,-1 0-1 0 0,0 0 1 0 0,3-14 0 0 0,-5 16 974 0 0,-1 0 1 0 0,0 0 0 0 0,0-18 0 0 0,-1 20 760 0 0,-1 1 0 0 0,0 0 0 0 0,0-1 0 0 0,-1 1 0 0 0,0 0 0 0 0,-10-13 6493 0 0,12 19-7641 0 0,-9 10 2738 0 0,-3 16-1720 0 0,10-17-1157 0 0,0 0 0 0 0,0-1 0 0 0,1 1 1 0 0,0 0-1 0 0,1 0 0 0 0,0 0 0 0 0,0-1 0 0 0,1 1 1 0 0,0 0-1 0 0,0 0 0 0 0,1-1 0 0 0,1 1 1 0 0,-1-1-1 0 0,6 12 0 0 0,-5-13-11 0 0,0 0 0 0 0,0-1 0 0 0,1 1 0 0 0,0-1 0 0 0,0 0 0 0 0,0 0 0 0 0,1 0 0 0 0,0-1-1 0 0,0 1 1 0 0,0-1 0 0 0,1 0 0 0 0,0-1 0 0 0,0 1 0 0 0,0-1 0 0 0,0 0 0 0 0,1-1 0 0 0,10 5 0 0 0,-16-8-33 0 0,1 1 0 0 0,0 0 0 0 0,0-1-1 0 0,0 1 1 0 0,-1-1 0 0 0,1 1 0 0 0,0-1 0 0 0,0 0 0 0 0,0 0-1 0 0,0 0 1 0 0,0 0 0 0 0,0 0 0 0 0,-1 0 0 0 0,1-1 0 0 0,0 1 0 0 0,0 0-1 0 0,0-1 1 0 0,0 0 0 0 0,-1 1 0 0 0,1-1 0 0 0,0 0 0 0 0,-1 0-1 0 0,1 0 1 0 0,0 0 0 0 0,1-2 0 0 0,0-1-23 0 0,0 0 0 0 0,-1 0 0 0 0,0 0-1 0 0,0 0 1 0 0,0 0 0 0 0,0-1 0 0 0,-1 1 0 0 0,2-9 0 0 0,-2 9 26 0 0,0-1 1 0 0,1 1-1 0 0,-1 0 1 0 0,1 0-1 0 0,0 0 1 0 0,0 0-1 0 0,0 0 1 0 0,1 0 0 0 0,-1 0-1 0 0,1 1 1 0 0,0-1-1 0 0,0 1 1 0 0,0 0-1 0 0,4-3 1 0 0,-4 4 9 0 0,-1 1 0 0 0,1 0 1 0 0,-1 0-1 0 0,1 0 0 0 0,0 0 0 0 0,-1 0 1 0 0,1 0-1 0 0,0 1 0 0 0,0-1 1 0 0,-1 1-1 0 0,1 0 0 0 0,0 0 1 0 0,0 0-1 0 0,0 0 0 0 0,-1 1 0 0 0,1-1 1 0 0,0 1-1 0 0,0-1 0 0 0,-1 1 1 0 0,1 0-1 0 0,0 0 0 0 0,-1 0 1 0 0,4 3-1 0 0,35 17-55 0 0,-22-10 141 0 0,1-1-1 0 0,39 13 1 0 0,-51-20-67 0 0,0-1 0 0 0,1-1-1 0 0,-1 0 1 0 0,1 0 0 0 0,-1-1-1 0 0,1 1 1 0 0,-1-2 0 0 0,1 1 0 0 0,-1-2-1 0 0,1 1 1 0 0,9-3 0 0 0,-12 2-25 0 0,0 1 1 0 0,0-2 0 0 0,0 1 0 0 0,0 0 0 0 0,0-1-1 0 0,-1 0 1 0 0,1 0 0 0 0,-1-1 0 0 0,0 0 0 0 0,0 0-1 0 0,0 0 1 0 0,0 0 0 0 0,-1-1 0 0 0,1 0 0 0 0,-1 1-1 0 0,-1-2 1 0 0,1 1 0 0 0,-1 0 0 0 0,0-1 0 0 0,0 0 0 0 0,0 1-1 0 0,-1-1 1 0 0,0 0 0 0 0,0-1 0 0 0,0 1 0 0 0,-1 0-1 0 0,0 0 1 0 0,0-1 0 0 0,-1 1 0 0 0,1-1 0 0 0,-1 1-1 0 0,-1 0 1 0 0,1-1 0 0 0,-1 1 0 0 0,-1 0 0 0 0,1-1-1 0 0,-1 1 1 0 0,0 0 0 0 0,0 0 0 0 0,-5-9 0 0 0,4 8-509 0 0,-1 0 0 0 0,0 0 1 0 0,0 1-1 0 0,0-1 1 0 0,-9-9-1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4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19812 0 0,'2'1'107'0'0,"-1"0"0"0"0,0 0 0 0 0,1 0 0 0 0,-1 1-1 0 0,0-1 1 0 0,0 0 0 0 0,0 1 0 0 0,0-1 0 0 0,0 1 0 0 0,-1-1-1 0 0,1 1 1 0 0,0-1 0 0 0,-1 1 0 0 0,1 0 0 0 0,-1-1 0 0 0,1 1-1 0 0,-1 0 1 0 0,0 0 0 0 0,0-1 0 0 0,0 1 0 0 0,0 0 0 0 0,0-1-1 0 0,0 1 1 0 0,0 0 0 0 0,0 0 0 0 0,-1-1 0 0 0,1 1 0 0 0,-2 3 0 0 0,0 6 198 0 0,-4 19 274 0 0,-16 49 1 0 0,12-48-821 0 0,-7 35 0 0 0,15-53-578 0 0,1 0 0 0 0,0 0 0 0 0,1 16-1 0 0,1-1-4245 0 0,-2-15 2453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4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 11058 0 0,'0'-8'503'0'0,"1"0"-1"0"0,-1 0 0 0 0,1 0 0 0 0,1 0 0 0 0,3-13 0 0 0,-4 17 229 0 0,1 0 0 0 0,0 0 0 0 0,-1 1 0 0 0,1-1 0 0 0,1 1 0 0 0,-1 0 0 0 0,0-1 0 0 0,5-2 0 0 0,-7 5-675 0 0,0 1 0 0 0,1 0 1 0 0,-1 1-1 0 0,1-1 1 0 0,-1 0-1 0 0,0 0 0 0 0,1 0 1 0 0,-1 0-1 0 0,0 0 0 0 0,1 0 1 0 0,-1 0-1 0 0,1 1 1 0 0,-1-1-1 0 0,0 0 0 0 0,1 0 1 0 0,-1 0-1 0 0,0 1 0 0 0,0-1 1 0 0,1 0-1 0 0,-1 0 1 0 0,0 1-1 0 0,1-1 0 0 0,-1 0 1 0 0,0 1-1 0 0,0-1 0 0 0,0 0 1 0 0,1 1-1 0 0,-1-1 1 0 0,0 1-1 0 0,0-1 0 0 0,0 0 1 0 0,0 1-1 0 0,0-1 0 0 0,0 0 1 0 0,0 1-1 0 0,0-1 0 0 0,0 1 1 0 0,0-1-1 0 0,0 0 1 0 0,0 1-1 0 0,7 24 248 0 0,-7-22-155 0 0,60 280 912 0 0,-13-51-379 0 0,-40-202-1209 0 0,1 0-1 0 0,1-1 0 0 0,1 0 1 0 0,1 0-1 0 0,18 30 0 0 0,-17-40-7436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4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0 213 14283 0 0,'65'-40'4248'0'0,"19"-9"-2582"0"0,-34 19-1081 0 0,96-42-1 0 0,-135 68-1036 0 0,0 0 0 0 0,0 0 0 0 0,0 1 0 0 0,1 1-1 0 0,-1 0 1 0 0,1 0 0 0 0,0 1 0 0 0,-1 1 0 0 0,14 1 0 0 0,0 3-5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5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0 288 12787 0 0,'18'-6'660'0'0,"-1"-2"0"0"0,0 0 1 0 0,-1-1-1 0 0,0 0 0 0 0,-1-2 1 0 0,0 0-1 0 0,15-13 0 0 0,-26 20-532 0 0,-1 0-1 0 0,1 0 1 0 0,-1 0-1 0 0,1 0 0 0 0,-1 0 1 0 0,-1-1-1 0 0,1 1 1 0 0,0-1-1 0 0,-1 0 1 0 0,0 0-1 0 0,0 0 1 0 0,-1 0-1 0 0,0 0 1 0 0,1 0-1 0 0,-1 0 0 0 0,-1-1 1 0 0,1 1-1 0 0,-1 0 1 0 0,0-1-1 0 0,0 1 1 0 0,-1 0-1 0 0,0 0 1 0 0,0-1-1 0 0,0 1 0 0 0,0 0 1 0 0,-1 0-1 0 0,0 0 1 0 0,0 0-1 0 0,-3-5 1 0 0,4 7-115 0 0,-1 0 1 0 0,0-1 0 0 0,1 1-1 0 0,-2 0 1 0 0,1 0-1 0 0,0 1 1 0 0,-1-1 0 0 0,1 0-1 0 0,-1 1 1 0 0,0-1-1 0 0,1 1 1 0 0,-1 0 0 0 0,0 0-1 0 0,-1 0 1 0 0,1 0 0 0 0,0 1-1 0 0,-1-1 1 0 0,1 1-1 0 0,0 0 1 0 0,-1 0 0 0 0,-4-1-1 0 0,5 2-26 0 0,0 0 0 0 0,-1 0 1 0 0,1 1-1 0 0,0-1 0 0 0,0 1 0 0 0,0-1 0 0 0,-1 1 0 0 0,1 0 0 0 0,0 0 0 0 0,0 1 0 0 0,0-1 1 0 0,1 1-1 0 0,-1-1 0 0 0,0 1 0 0 0,0 0 0 0 0,1 0 0 0 0,-1 0 0 0 0,1 0 0 0 0,0 1 0 0 0,0-1 1 0 0,0 1-1 0 0,0-1 0 0 0,0 1 0 0 0,-2 3 0 0 0,1 0-95 0 0,-1-1 0 0 0,1 1-1 0 0,0 0 1 0 0,1 0 0 0 0,0 1 0 0 0,0-1-1 0 0,0 0 1 0 0,1 1 0 0 0,-1-1 0 0 0,2 1 0 0 0,-1-1-1 0 0,1 1 1 0 0,0 0 0 0 0,0-1 0 0 0,1 1-1 0 0,-1-1 1 0 0,2 1 0 0 0,-1-1 0 0 0,1 1 0 0 0,0-1-1 0 0,0 0 1 0 0,6 12 0 0 0,-4-12 73 0 0,0 0 0 0 0,0 1 0 0 0,1-1-1 0 0,0-1 1 0 0,0 1 0 0 0,0-1 0 0 0,1 0 0 0 0,0 0 0 0 0,0 0 0 0 0,0-1 0 0 0,0 0 0 0 0,1 0-1 0 0,0-1 1 0 0,0 0 0 0 0,0 0 0 0 0,0 0 0 0 0,0-1 0 0 0,0 0 0 0 0,15 1 0 0 0,-8-2 173 0 0,-1 0 0 0 0,1-1 1 0 0,0-1-1 0 0,0 0 0 0 0,-1-1 0 0 0,1-1 1 0 0,-1 0-1 0 0,0 0 0 0 0,0-1 1 0 0,0-1-1 0 0,0-1 0 0 0,-1 0 1 0 0,1 0-1 0 0,-1-1 0 0 0,-1 0 1 0 0,0-1-1 0 0,0-1 0 0 0,0 0 1 0 0,-1 0-1 0 0,-1-1 0 0 0,1 0 0 0 0,-2-1 1 0 0,13-18-1 0 0,26-43 1390 0 0,-47 72-1515 0 0,1 0 0 0 0,0 0 0 0 0,-1 0-1 0 0,1 0 1 0 0,-1 0 0 0 0,1 0 0 0 0,-1 0 0 0 0,1 0-1 0 0,-1 0 1 0 0,1 0 0 0 0,-1 1 0 0 0,1-1-1 0 0,-1 0 1 0 0,1 0 0 0 0,-1 1 0 0 0,1-1 0 0 0,-1 0-1 0 0,1 1 1 0 0,-1-1 0 0 0,0 0 0 0 0,1 1-1 0 0,-1-1 1 0 0,1 1 0 0 0,-1-1 0 0 0,0 1-1 0 0,0-1 1 0 0,1 1 0 0 0,-1-1 0 0 0,0 1 0 0 0,1 0-1 0 0,14 21-103 0 0,-12-18 212 0 0,87 103-103 0 0,-43-54-35 0 0,-43-56 10 0 0,1-12 33 0 0,5-30 71 0 0,-5 16-37 0 0,-3 18-35 0 0,1 0 0 0 0,0 0 0 0 0,1 0 0 0 0,0 1 0 0 0,0-1 0 0 0,1 1 0 0 0,0 0 0 0 0,1 0 0 0 0,0 1 0 0 0,1 0 0 0 0,8-9 0 0 0,-14 17-17 0 0,-1 1 0 0 0,1-1 0 0 0,0 1 0 0 0,0-1 0 0 0,0 1 0 0 0,0-1 0 0 0,0 1 0 0 0,0 0 0 0 0,0-1 0 0 0,0 1 0 0 0,0 0 0 0 0,0 0 0 0 0,1 0 0 0 0,-1 0 0 0 0,0 0 0 0 0,0 0 0 0 0,0 0 0 0 0,0 0 0 0 0,0 0 0 0 0,0 0 0 0 0,0 1 0 0 0,0-1 0 0 0,0 0 0 0 0,0 1 0 0 0,0-1 0 0 0,0 1 0 0 0,0-1 0 0 0,0 1 0 0 0,0-1 0 0 0,0 1 0 0 0,-1 0 0 0 0,1-1 0 0 0,0 1 0 0 0,0 0 0 0 0,-1 0 0 0 0,1 0 0 0 0,0 1 0 0 0,28 41 40 0 0,-23-33 0 0 0,13 30 92 0 0,-16-33-167 0 0,0 0 1 0 0,0 0-1 0 0,1 0 1 0 0,-1-1-1 0 0,1 1 1 0 0,1-1-1 0 0,-1 0 1 0 0,1 0-1 0 0,11 10 1 0 0,-15-16 23 0 0,-1 0 1 0 0,1 0-1 0 0,0 0 0 0 0,0 0 0 0 0,-1 0 1 0 0,1 0-1 0 0,0 0 0 0 0,-1 0 1 0 0,1 0-1 0 0,0 0 0 0 0,0 0 1 0 0,-1-1-1 0 0,1 1 0 0 0,0 0 0 0 0,-1 0 1 0 0,1-1-1 0 0,0 1 0 0 0,-1 0 1 0 0,1-1-1 0 0,-1 1 0 0 0,1-1 1 0 0,-1 1-1 0 0,1-1 0 0 0,-1 1 1 0 0,1-1-1 0 0,-1 1 0 0 0,1-1 0 0 0,-1 0 1 0 0,1 0-1 0 0,15-22-11 0 0,-13 19-19 0 0,24-39-99 0 0,-22 32 105 0 0,1 1-1 0 0,0 0 0 0 0,1 0 0 0 0,0 0 0 0 0,1 1 1 0 0,-1 0-1 0 0,2 0 0 0 0,-1 1 0 0 0,1 0 0 0 0,19-12 0 0 0,-26 19 26 0 0,0 0-1 0 0,1 0 0 0 0,-1 0 0 0 0,0 1 1 0 0,1-1-1 0 0,-1 1 0 0 0,1-1 1 0 0,-1 1-1 0 0,0 0 0 0 0,1-1 0 0 0,-1 1 1 0 0,1 1-1 0 0,-1-1 0 0 0,1 0 0 0 0,-1 1 1 0 0,1-1-1 0 0,-1 1 0 0 0,0 0 0 0 0,1-1 1 0 0,-1 1-1 0 0,4 2 0 0 0,2 3 10 0 0,-1-1 0 0 0,1 1-1 0 0,-1 0 1 0 0,10 11 0 0 0,-12-11-9 0 0,0-1 0 0 0,0 0 0 0 0,0 0 1 0 0,1-1-1 0 0,-1 0 0 0 0,1 0 0 0 0,0 0 1 0 0,8 3-1 0 0,-4-4-242 0 0,-1-1 1 0 0,1 0-1 0 0,0 0 1 0 0,0-1-1 0 0,0-1 1 0 0,20-1-1 0 0,-16 0-1191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4145 0 0,'2'-45'14314'0'0,"7"62"-9880"0"0,10 42-3798 0 0,-3 0 0 0 0,11 81 0 0 0,11 47-495 0 0,-30-158-444 0 0,1 0 1 0 0,2-1-1 0 0,0 0 1 0 0,20 32-1 0 0,-13-35-1112 0 0,-3-16-2575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5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2 177 4145 0 0,'0'-22'135'0'0,"-1"15"-101"0"0,0-1 0 0 0,1 1 0 0 0,0-1 1 0 0,1 1-1 0 0,0-1 0 0 0,0 1 0 0 0,3-11 0 0 0,-1 12 517 0 0,0 0 0 0 0,1 1 0 0 0,-1 0 0 0 0,1-1 0 0 0,0 1 0 0 0,1 1 0 0 0,-1-1 0 0 0,1 1 0 0 0,0-1 0 0 0,0 1 1 0 0,0 1-1 0 0,0-1 0 0 0,1 1 0 0 0,0 0 0 0 0,-1 0 0 0 0,1 0 0 0 0,0 1 0 0 0,1 0 0 0 0,-1 0 0 0 0,0 1 0 0 0,0 0 0 0 0,1 0 0 0 0,-1 0 0 0 0,10 1 0 0 0,-10-1-373 0 0,1 1-1 0 0,-1 1 1 0 0,1-1-1 0 0,-1 1 0 0 0,1 0 1 0 0,-1 1-1 0 0,0 0 1 0 0,1 0-1 0 0,-1 0 1 0 0,0 0-1 0 0,0 1 0 0 0,-1 0 1 0 0,1 0-1 0 0,-1 1 1 0 0,1 0-1 0 0,-1 0 0 0 0,0 0 1 0 0,0 0-1 0 0,-1 1 1 0 0,1 0-1 0 0,-1 0 1 0 0,0 0-1 0 0,-1 0 0 0 0,4 7 1 0 0,-5-8-163 0 0,0 1 0 0 0,0-1 0 0 0,-1 0 0 0 0,0 1 0 0 0,0 0-1 0 0,0-1 1 0 0,-1 1 0 0 0,1 0 0 0 0,-1-1 0 0 0,0 1 0 0 0,-1 0 0 0 0,1-1 0 0 0,-3 10 0 0 0,1-5 33 0 0,-1-1 0 0 0,0 1 0 0 0,-1-1-1 0 0,0 0 1 0 0,0 0 0 0 0,-10 13 0 0 0,-4 2 64 0 0,-1-2 0 0 0,-1 1 0 0 0,-32 24 0 0 0,31-28-1702 0 0,1-2-6358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6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104 114 10594 0 0,'-45'16'1281'0'0,"-14"3"3725"0"0,145-39 313 0 0,137-25-3874 0 0,-98 22-573 0 0,-17 3-380 0 0,187-12 0 0 0,-254 29-512 0 0,-28 1-105 0 0,1 1 1 0 0,-1 1-1 0 0,1 0 1 0 0,-1 0-1 0 0,0 1 1 0 0,19 5-1 0 0,-58-11-3746 0 0,19 1 2265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46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73 6449 0 0,'-25'-13'-164'0'0,"-15"-6"3594"0"0,1-13 8336 0 0,39 32-11685 0 0,14-6 1174 0 0,18 3-882 0 0,-9 5-278 0 0,-1 1 0 0 0,0 1 0 0 0,0 1 0 0 0,0 1 0 0 0,-1 1 0 0 0,0 1 0 0 0,0 0 0 0 0,-1 2 0 0 0,23 13 0 0 0,-26-12-109 0 0,-1 0 0 0 0,0 1 0 0 0,0 0 0 0 0,-1 1 0 0 0,-1 1 0 0 0,0 1 0 0 0,-1 0 0 0 0,-1 0 0 0 0,0 1 0 0 0,16 29 0 0 0,-26-39 57 0 0,1-1-1 0 0,-1 1 0 0 0,1-1 0 0 0,-1 1 1 0 0,-1 0-1 0 0,1 0 0 0 0,-1 0 0 0 0,0 0 0 0 0,-1 0 1 0 0,1 0-1 0 0,-1 0 0 0 0,-1 10 0 0 0,0-12 23 0 0,-1 1-1 0 0,1 0 0 0 0,-1-1 1 0 0,0 1-1 0 0,0-1 0 0 0,0 0 1 0 0,-1 0-1 0 0,1 0 1 0 0,-1 0-1 0 0,0 0 0 0 0,0 0 1 0 0,0-1-1 0 0,-1 0 0 0 0,1 1 1 0 0,-1-1-1 0 0,-5 3 0 0 0,-10 6-103 0 0,0-1 0 0 0,-40 17-1 0 0,-7 3-3250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2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37 13363 0 0,'-1'-2'367'0'0,"0"0"-1"0"0,0-1 1 0 0,0 1 0 0 0,-1 0-1 0 0,1 0 1 0 0,0 0 0 0 0,-1 0-1 0 0,1 0 1 0 0,-1 0 0 0 0,0 0-1 0 0,0 0 1 0 0,0 0 0 0 0,0 1-1 0 0,0-1 1 0 0,0 1 0 0 0,-4-2 0 0 0,5 2-297 0 0,0 1 0 0 0,-1-1 0 0 0,1 1 0 0 0,0 0 0 0 0,0 0 1 0 0,0 0-1 0 0,-1 0 0 0 0,1 0 0 0 0,0 0 0 0 0,0 0 0 0 0,0 0 1 0 0,-1 0-1 0 0,1 0 0 0 0,0 1 0 0 0,0-1 0 0 0,0 0 1 0 0,0 1-1 0 0,0-1 0 0 0,0 1 0 0 0,-1 0 0 0 0,1-1 0 0 0,0 1 1 0 0,1 0-1 0 0,-1-1 0 0 0,0 1 0 0 0,0 0 0 0 0,0 0 1 0 0,0 0-1 0 0,1 0 0 0 0,-1 0 0 0 0,0 0 0 0 0,1 0 0 0 0,-1 0 1 0 0,0 0-1 0 0,1 0 0 0 0,0 0 0 0 0,-1 2 0 0 0,-5 11 55 0 0,1 1 0 0 0,1 0 0 0 0,1 0-1 0 0,0 0 1 0 0,0 0 0 0 0,1 30-1 0 0,8 94 66 0 0,-6-128-159 0 0,12 92 210 0 0,30 127 0 0 0,44 96 196 0 0,-84-319-749 0 0,0-1 0 0 0,0 1 0 0 0,-1 0 0 0 0,1-1 0 0 0,-2 1 0 0 0,1 0 0 0 0,-1 0 0 0 0,0-1 0 0 0,0 1 0 0 0,-3 11 0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2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1 244 8290 0 0,'1'-3'202'0'0,"0"1"1"0"0,0-1-1 0 0,0 0 1 0 0,1 1-1 0 0,-1-1 1 0 0,1 1-1 0 0,0-1 1 0 0,0 1-1 0 0,0 0 1 0 0,0 0-1 0 0,0 0 1 0 0,0 0-1 0 0,0 0 1 0 0,1 0-1 0 0,-1 0 1 0 0,1 1-1 0 0,4-3 0 0 0,6-5 644 0 0,23-17 227 0 0,0 1 0 0 0,2 2 0 0 0,0 1 0 0 0,1 2 0 0 0,2 2-1 0 0,-1 1 1 0 0,74-18 0 0 0,-102 33-1191 0 0,-1 0-1 0 0,1 1 0 0 0,0 0 0 0 0,0 1 1 0 0,18 2-1 0 0,-4 1-224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3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 11522 0 0,'20'6'2729'0'0,"-12"-2"-2222"0"0,0 1-1 0 0,0-1 1 0 0,0 1-1 0 0,-1 1 1 0 0,0 0-1 0 0,0 0 1 0 0,11 13-1 0 0,0 3 375 0 0,18 30-1 0 0,-28-38-591 0 0,0-1 0 0 0,1 0-1 0 0,1 0 1 0 0,0-1 0 0 0,1 0 0 0 0,0-1 0 0 0,1 0 0 0 0,13 10 0 0 0,-24-21-277 0 0,-1 0 0 0 0,0 0 0 0 0,0 0 1 0 0,0 1-1 0 0,1-1 0 0 0,-1 0 1 0 0,0 0-1 0 0,0 0 0 0 0,0 0 1 0 0,1 0-1 0 0,-1 0 0 0 0,0 0 1 0 0,0 1-1 0 0,0-1 0 0 0,1 0 1 0 0,-1 0-1 0 0,0 0 0 0 0,0 0 1 0 0,1 0-1 0 0,-1 0 0 0 0,0 0 1 0 0,0 0-1 0 0,1 0 0 0 0,-1 0 1 0 0,0 0-1 0 0,0 0 0 0 0,1-1 1 0 0,-1 1-1 0 0,0 0 0 0 0,0 0 1 0 0,0 0-1 0 0,1 0 0 0 0,-1 0 1 0 0,0 0-1 0 0,0 0 0 0 0,0-1 0 0 0,1 1 1 0 0,-1 0-1 0 0,0 0 0 0 0,0 0 1 0 0,0-1-1 0 0,2-13 493 0 0,-11-27 179 0 0,6 28-646 0 0,0-7-12 0 0,1-1 1 0 0,0 0 0 0 0,2 0-1 0 0,2-30 1 0 0,0 40-322 0 0,-1 1-1 0 0,1-1 1 0 0,1 1 0 0 0,0 0-1 0 0,1 0 1 0 0,0 0 0 0 0,0 0-1 0 0,1 1 1 0 0,0-1 0 0 0,11-14 0 0 0,-1 6-7419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3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0 10138 0 0,'-2'1'225'0'0,"-1"-1"0"0"0,0 1 0 0 0,0-1 0 0 0,1 1 0 0 0,-1 0 0 0 0,1 0 0 0 0,-1 0 0 0 0,1 0 1 0 0,-1 1-1 0 0,1-1 0 0 0,0 0 0 0 0,0 1 0 0 0,-1 0 0 0 0,1 0 0 0 0,0-1 0 0 0,1 1 0 0 0,-1 0 0 0 0,0 1 0 0 0,0-1 0 0 0,1 0 0 0 0,0 0 0 0 0,-1 1 0 0 0,1-1 0 0 0,0 1 0 0 0,0-1 0 0 0,0 1 0 0 0,0-1 0 0 0,1 1 0 0 0,-1 4 0 0 0,-2 5 118 0 0,1 0-1 0 0,0-1 1 0 0,1 1-1 0 0,1 0 1 0 0,1 17-1 0 0,0-19-188 0 0,1 0 0 0 0,0 0 0 0 0,1 0 0 0 0,0-1 0 0 0,1 1-1 0 0,0-1 1 0 0,0 0 0 0 0,1 0 0 0 0,0 0 0 0 0,0 0 0 0 0,1-1 0 0 0,0 0 0 0 0,9 9 0 0 0,-11-13-121 0 0,0 0 1 0 0,1 0 0 0 0,-1-1 0 0 0,0 1 0 0 0,1-1 0 0 0,0 0 0 0 0,0 0 0 0 0,0 0 0 0 0,0-1 0 0 0,0 0 0 0 0,1 0 0 0 0,-1 0 0 0 0,1-1 0 0 0,-1 0-1 0 0,1 0 1 0 0,-1 0 0 0 0,1-1 0 0 0,0 1 0 0 0,-1-1 0 0 0,1-1 0 0 0,0 1 0 0 0,-1-1 0 0 0,1 0 0 0 0,0 0 0 0 0,5-3 0 0 0,-8 3-30 0 0,0 0 1 0 0,-1 0 0 0 0,0 0 0 0 0,1 0-1 0 0,-1-1 1 0 0,0 1 0 0 0,1-1-1 0 0,-1 1 1 0 0,0-1 0 0 0,0 0-1 0 0,-1 0 1 0 0,1 0 0 0 0,0 0 0 0 0,0 0-1 0 0,-1-1 1 0 0,0 1 0 0 0,1 0-1 0 0,-1-1 1 0 0,0 1 0 0 0,1-4 0 0 0,-1 1 7 0 0,0 0 0 0 0,0 0 0 0 0,-1 0 0 0 0,1 0 0 0 0,-1-1 1 0 0,-1 1-1 0 0,1 0 0 0 0,-1 0 0 0 0,-2-10 0 0 0,-2-2 18 0 0,-1-1-1 0 0,-1 1 1 0 0,0 0-1 0 0,-18-28 1 0 0,12 24-888 0 0,-2 1 0 0 0,-22-25 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3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5065 0 0,'5'1'274'0'0,"-1"0"0"0"0,1 1-1 0 0,-1 0 1 0 0,1 0 0 0 0,-1 0 0 0 0,0 0 0 0 0,0 1-1 0 0,0 0 1 0 0,0-1 0 0 0,0 2 0 0 0,-1-1-1 0 0,1 0 1 0 0,-1 1 0 0 0,0-1 0 0 0,4 6-1 0 0,0 3 579 0 0,0 0 0 0 0,-1 1-1 0 0,8 24 1 0 0,-12-29-458 0 0,0 0 1 0 0,1 0 0 0 0,0 0 0 0 0,1 0 0 0 0,0-1-1 0 0,0 1 1 0 0,0-1 0 0 0,1 0 0 0 0,0 0-1 0 0,1-1 1 0 0,-1 1 0 0 0,1-1 0 0 0,9 7 0 0 0,-14-13-344 0 0,-1 1 0 0 0,1-1 0 0 0,0 1 0 0 0,0-1 0 0 0,0 1 0 0 0,-1-1 0 0 0,1 1 0 0 0,0-1 0 0 0,0 0 0 0 0,0 1 0 0 0,0-1 1 0 0,0 0-1 0 0,0 0 0 0 0,0 0 0 0 0,0 0 0 0 0,0 0 0 0 0,0 0 0 0 0,0 0 0 0 0,0 0 0 0 0,0 0 0 0 0,0 0 0 0 0,0-1 0 0 0,0 1 0 0 0,-1 0 1 0 0,1-1-1 0 0,0 1 0 0 0,0 0 0 0 0,0-1 0 0 0,0 1 0 0 0,0-1 0 0 0,-1 0 0 0 0,1 1 0 0 0,0-1 0 0 0,0 1 0 0 0,-1-1 0 0 0,1 0 0 0 0,-1 0 1 0 0,2-1-1 0 0,1-3 11 0 0,0-1 0 0 0,0 0 0 0 0,-1-1 1 0 0,1 1-1 0 0,0-7 0 0 0,8-15 335 0 0,-6 20-345 0 0,0 1 1 0 0,1 0 0 0 0,0 0 0 0 0,0 1 0 0 0,0-1 0 0 0,1 1 0 0 0,0 1 0 0 0,0-1 0 0 0,0 1 0 0 0,1 1 0 0 0,0-1 0 0 0,14-5 0 0 0,-17 8-20 0 0,0 0 0 0 0,1 1 1 0 0,-1-1-1 0 0,1 1 1 0 0,0 0-1 0 0,-1 1 0 0 0,1 0 1 0 0,0-1-1 0 0,-1 2 1 0 0,1-1-1 0 0,0 1 0 0 0,-1 0 1 0 0,1 0-1 0 0,-1 0 1 0 0,1 1-1 0 0,-1 0 0 0 0,0 0 1 0 0,1 0-1 0 0,-1 0 1 0 0,0 1-1 0 0,5 4 0 0 0,11 8 81 0 0,0 1 0 0 0,-1 1-1 0 0,-1 1 1 0 0,0 0-1 0 0,24 33 1 0 0,-43-51-114 0 0,0 1 0 0 0,1-1 0 0 0,-1 0 0 0 0,0 1 0 0 0,1-1 0 0 0,-1 0 0 0 0,0 1 0 0 0,0-1 0 0 0,1 0 0 0 0,-1 1 0 0 0,0-1 0 0 0,0 1 0 0 0,0-1 0 0 0,1 0 0 0 0,-1 1 0 0 0,0-1 0 0 0,0 1 0 0 0,0-1 0 0 0,0 1 0 0 0,0-1 0 0 0,0 0 0 0 0,0 1 0 0 0,0-1 0 0 0,0 1 0 0 0,0-1 0 0 0,0 1 0 0 0,0-1 0 0 0,0 1 0 0 0,0-1 0 0 0,-1 0 0 0 0,1 1 0 0 0,0-1 0 0 0,0 1 0 0 0,0-1 0 0 0,-1 0 0 0 0,1 1 0 0 0,0-1 0 0 0,0 0 0 0 0,-1 1 0 0 0,1-1 0 0 0,0 0 0 0 0,-1 1 0 0 0,1-1 0 0 0,-1 0 0 0 0,1 1 0 0 0,-6-6 0 0 0,8-11 0 0 0,5 1 4 0 0,0 0 1 0 0,1 0-1 0 0,1 1 0 0 0,0 0 0 0 0,1 1 1 0 0,0 0-1 0 0,1 0 0 0 0,1 1 1 0 0,0 1-1 0 0,0 0 0 0 0,1 0 0 0 0,0 2 1 0 0,30-17-1 0 0,-41 24 8 0 0,1 1 0 0 0,-1 0 0 0 0,1-1 0 0 0,0 1 0 0 0,-1 0 0 0 0,1 1 1 0 0,0-1-1 0 0,0 0 0 0 0,0 1 0 0 0,-1-1 0 0 0,1 1 0 0 0,0 0 0 0 0,0 0 0 0 0,0 0 0 0 0,0 1 0 0 0,0-1 0 0 0,0 1 0 0 0,-1-1 0 0 0,1 1 0 0 0,4 2 1 0 0,-4-1 35 0 0,1 0 1 0 0,-1 1-1 0 0,0 0 0 0 0,0 0 1 0 0,0 0-1 0 0,0 0 1 0 0,0 1-1 0 0,-1-1 1 0 0,1 1-1 0 0,-1-1 1 0 0,0 1-1 0 0,0 0 1 0 0,1 5-1 0 0,0-4-76 0 0,1 7-198 0 0,1-1-1 0 0,0 0 1 0 0,1 0-1 0 0,1-1 0 0 0,-1 0 1 0 0,2 0-1 0 0,12 14 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218 494 5065 0 0,'2'-1'245'0'0,"-1"-1"0"0"0,0 1 0 0 0,0-1 0 0 0,0 0 0 0 0,-1 1 0 0 0,1-1 1 0 0,0 0-1 0 0,-1 0 0 0 0,1 1 0 0 0,-1-1 0 0 0,1 0 0 0 0,-1 0 0 0 0,0 0 0 0 0,0 0 0 0 0,0 0 0 0 0,0 1 0 0 0,0-1 0 0 0,0 0 0 0 0,0 0 0 0 0,-1 0 0 0 0,1 0 0 0 0,-1 0 1 0 0,-1-3-1 0 0,2 4-33 0 0,-1-1 0 0 0,1 1 0 0 0,-1-1 0 0 0,0 1 0 0 0,0 0 0 0 0,1-1 0 0 0,-1 1 0 0 0,0 0 0 0 0,0-1 0 0 0,0 1 0 0 0,-1 0 1 0 0,1 0-1 0 0,0 0 0 0 0,0 0 0 0 0,-1 0 0 0 0,1 0 0 0 0,0 1 0 0 0,-1-1 0 0 0,1 0 0 0 0,-1 1 0 0 0,1-1 0 0 0,-1 1 0 0 0,1-1 1 0 0,-1 1-1 0 0,1 0 0 0 0,-1-1 0 0 0,1 1 0 0 0,-3 0 0 0 0,-4 2 70 0 0,0 0 0 0 0,0 0 0 0 0,0 1 0 0 0,1 0 0 0 0,0 0 0 0 0,-1 0 0 0 0,1 1 0 0 0,0 0 0 0 0,1 1 0 0 0,-1 0 0 0 0,1 0 0 0 0,0 0 0 0 0,0 1 0 0 0,-6 7 0 0 0,3-3-190 0 0,0 1 0 0 0,1 0 1 0 0,0 1-1 0 0,1 0 0 0 0,0 0 0 0 0,1 1 1 0 0,-6 17-1 0 0,9-22-80 0 0,1-1 1 0 0,0 0 0 0 0,1 1 0 0 0,0-1 0 0 0,0 1-1 0 0,1-1 1 0 0,0 1 0 0 0,0-1 0 0 0,0 1-1 0 0,1-1 1 0 0,0 1 0 0 0,1-1 0 0 0,0 0-1 0 0,0 1 1 0 0,0-1 0 0 0,6 9 0 0 0,-5-11-5 0 0,0 0-1 0 0,0 0 1 0 0,1 0 0 0 0,0 0 0 0 0,0-1-1 0 0,0 1 1 0 0,0-1 0 0 0,1-1 0 0 0,0 1-1 0 0,0 0 1 0 0,0-1 0 0 0,0 0 0 0 0,0 0-1 0 0,1-1 1 0 0,-1 1 0 0 0,1-1 0 0 0,0 0 0 0 0,0-1-1 0 0,-1 0 1 0 0,12 2 0 0 0,0-2-87 0 0,-1-1-1 0 0,0-1 1 0 0,0 0 0 0 0,0-1 0 0 0,0-1-1 0 0,0 0 1 0 0,0-1 0 0 0,-1-1 0 0 0,30-13 0 0 0,-26 9-45 0 0,1-1 1 0 0,-2-1-1 0 0,1-1 1 0 0,-1 0-1 0 0,-1-1 1 0 0,30-31-1 0 0,-36 30-100 0 0,0 0-1 0 0,-1-1 1 0 0,0 0-1 0 0,-1-1 1 0 0,-1 0-1 0 0,-1-1 1 0 0,0 1-1 0 0,-1-1 1 0 0,-1-1-1 0 0,-1 1 1 0 0,3-19-1 0 0,-1-8 581 0 0,-2 1 0 0 0,-2-1 1 0 0,-4-59-1 0 0,0 89-62 0 0,1 1 1 0 0,-2-1-1 0 0,0 1 0 0 0,0 0 1 0 0,-1 0-1 0 0,-1 0 1 0 0,0 1-1 0 0,-1-1 0 0 0,0 1 1 0 0,-1 0-1 0 0,0 1 1 0 0,-1 0-1 0 0,-1 0 0 0 0,1 1 1 0 0,-19-18 189 0 0,44 71-291 0 0,-1 0 0 0 0,-2 0 0 0 0,13 77 0 0 0,-14-60-56 0 0,18 106 121 0 0,-23-108-297 0 0,2-1 0 0 0,3 0 0 0 0,37 99-1 0 0,-45-145-617 0 0,0 0 0 0 0,0-1 0 0 0,1 0 0 0 0,12 16-1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4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1 13827 0 0,'-3'1'287'0'0,"0"0"0"0"0,1 1 1 0 0,-1 0-1 0 0,0 0 0 0 0,0-1 0 0 0,1 2 0 0 0,-1-1 1 0 0,1 0-1 0 0,0 0 0 0 0,-1 1 0 0 0,1-1 0 0 0,-3 6 1 0 0,-5 4 572 0 0,-4 3-212 0 0,-12 11 154 0 0,0 1-1 0 0,2 1 0 0 0,1 2 0 0 0,-25 43 1 0 0,46-70-773 0 0,1-1 1 0 0,0 1 0 0 0,-1-1-1 0 0,1 1 1 0 0,0 0 0 0 0,1-1 0 0 0,-1 1-1 0 0,0 0 1 0 0,1 0 0 0 0,0 0 0 0 0,-1 0-1 0 0,1-1 1 0 0,0 1 0 0 0,1 0-1 0 0,-1 0 1 0 0,0 0 0 0 0,1 0 0 0 0,0-1-1 0 0,-1 1 1 0 0,3 4 0 0 0,-2-5-15 0 0,1 0 0 0 0,0 0-1 0 0,-1 0 1 0 0,1 0 0 0 0,0 0 0 0 0,0 0 0 0 0,0-1 0 0 0,0 1-1 0 0,1-1 1 0 0,-1 1 0 0 0,0-1 0 0 0,0 0 0 0 0,1 0 0 0 0,-1 0-1 0 0,1 0 1 0 0,-1 0 0 0 0,1-1 0 0 0,0 1 0 0 0,-1-1 0 0 0,1 1-1 0 0,-1-1 1 0 0,4 0 0 0 0,105-2-1044 0 0,-31-1-2532 0 0,-49 3-3575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5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31 177 5529 0 0,'-9'-49'1134'0'0,"3"-1"3537"0"0,-5-28 5008 0 0,7 122-7455 0 0,7 45-1689 0 0,5-1 0 0 0,3 1 1 0 0,4-2-1 0 0,4 0 0 0 0,49 137 0 0 0,-32-135-468 0 0,-19-52-2434 0 0,-4-9-2908 0 0,1 3-2836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5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10138 0 0,'-1'-2'3249'0'0,"4"-1"-2049"0"0,1-1 8 0 0,5 1-183 0 0,5-6-41 0 0,2-2-8 0 0,4-3 0 0 0,1-2-1232 0 0,3-4-240 0 0,5-1-48 0 0,0-2-16 0 0,5-2 472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5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11058 0 0,'8'12'985'0'0,"-5"-6"-793"0"0,1 2-192 0 0,10 12 7737 0 0,-10-13-6681 0 0,1 1-191 0 0,-1-2-33 0 0,-2 0-16 0 0,-2-3-816 0 0,-3-2-272 0 0,-3-2 0 0 0,-3-5 0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7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50 7834 0 0,'-25'-50'12425'0'0,"34"64"-9380"0"0,2 14-2805 0 0,-4-12 5 0 0,6 19-180 0 0,-1 0-1 0 0,-1 1 1 0 0,-2 1 0 0 0,4 37-1 0 0,9 151 219 0 0,-21-207-281 0 0,6 165-158 0 0,-7-148 97 0 0,-2-1 0 0 0,-2 1 0 0 0,-10 43 0 0 0,12-71-111 0 0,-3 11-996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8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0 277 920 0 0,'7'-27'1863'0'0,"1"0"0"0"0,1 1 0 0 0,2 0 0 0 0,0 0 0 0 0,2 1 0 0 0,1 1-1 0 0,23-33 1 0 0,-33 53-1349 0 0,0 0 0 0 0,1 0 0 0 0,-1 0-1 0 0,1 0 1 0 0,0 1 0 0 0,0 0-1 0 0,0 0 1 0 0,8-4 0 0 0,-13 7-428 0 0,1-1 0 0 0,0 1 0 0 0,0 0 0 0 0,0-1 0 0 0,0 1 0 0 0,0 0 0 0 0,0 0 0 0 0,0 0 0 0 0,0 0 0 0 0,0 0 0 0 0,0 0 0 0 0,0 0 0 0 0,0 0 0 0 0,0 0 0 0 0,0 1 0 0 0,0-1 0 0 0,0 0 0 0 0,0 0 0 0 0,0 1 0 0 0,0-1 0 0 0,1 2 0 0 0,-1-1-67 0 0,0 0 1 0 0,0 0-1 0 0,0 1 0 0 0,-1-1 0 0 0,1 0 1 0 0,0 1-1 0 0,-1-1 0 0 0,1 1 0 0 0,-1-1 1 0 0,1 1-1 0 0,-1-1 0 0 0,0 1 0 0 0,1-1 1 0 0,-1 1-1 0 0,0-1 0 0 0,0 1 0 0 0,0-1 1 0 0,-1 4-1 0 0,-1 20 100 0 0,-1-1 0 0 0,-2 0 0 0 0,-13 46 1 0 0,-35 71-136 0 0,13-40-176 0 0,38-92 168 0 0,0-5 154 0 0,0-1 0 0 0,1 1 0 0 0,0 0 0 0 0,0 0 1 0 0,0 0-1 0 0,1 0 0 0 0,-1 6 0 0 0,1-8-104 0 0,0-1-1 0 0,1 0 0 0 0,-1 1 1 0 0,0-1-1 0 0,1 0 1 0 0,0 1-1 0 0,-1-1 0 0 0,1 0 1 0 0,0 0-1 0 0,-1 0 1 0 0,1 1-1 0 0,0-1 1 0 0,0 0-1 0 0,0 0 0 0 0,0 0 1 0 0,0 0-1 0 0,0 0 1 0 0,0-1-1 0 0,0 1 0 0 0,1 0 1 0 0,-1 0-1 0 0,0-1 1 0 0,0 1-1 0 0,1-1 0 0 0,-1 1 1 0 0,3-1-1 0 0,23 9 257 0 0,2-2-1 0 0,-1-2 1 0 0,31 3-1 0 0,-36-6-369 0 0,-1 1 0 0 0,0 1 0 0 0,1 1 1 0 0,-2 1-1 0 0,1 0 0 0 0,30 15 0 0 0,-39-14-761 0 0,25 12 27 0 0,-11-9-6223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8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187 137 6913 0 0,'-4'-11'669'0'0,"-1"1"-1"0"0,0-1 0 0 0,-1 0 0 0 0,-12-16 0 0 0,15 24-334 0 0,1 0 0 0 0,-1 0 0 0 0,1 1 1 0 0,-1-1-1 0 0,0 0 0 0 0,0 1 0 0 0,0 0 0 0 0,0 0 0 0 0,-1 0 0 0 0,1 0 1 0 0,0 0-1 0 0,-1 1 0 0 0,0 0 0 0 0,1-1 0 0 0,-1 1 0 0 0,0 1 1 0 0,1-1-1 0 0,-1 0 0 0 0,-4 1 0 0 0,5 0-179 0 0,0 1-1 0 0,0-1 1 0 0,0 1-1 0 0,0 0 1 0 0,1 0-1 0 0,-1 0 1 0 0,0 0 0 0 0,1 1-1 0 0,-1-1 1 0 0,0 1-1 0 0,1-1 1 0 0,0 1-1 0 0,-1 0 1 0 0,1 0 0 0 0,0 0-1 0 0,0 1 1 0 0,0-1-1 0 0,0 0 1 0 0,1 1-1 0 0,-1-1 1 0 0,0 1 0 0 0,1-1-1 0 0,0 1 1 0 0,0 0-1 0 0,-2 4 1 0 0,-1 4 92 0 0,0 1 0 0 0,1-1-1 0 0,0 1 1 0 0,-2 23 0 0 0,4-21-219 0 0,1 1 0 0 0,0-1 0 0 0,0 1 0 0 0,1-1 0 0 0,1 1 0 0 0,1-1 0 0 0,0 0 0 0 0,1 0 0 0 0,0 0 0 0 0,8 15 0 0 0,-8-21-16 0 0,0-1-1 0 0,0 0 0 0 0,1 0 0 0 0,0 0 0 0 0,0 0 0 0 0,1-1 0 0 0,0 0 0 0 0,0 0 0 0 0,0 0 0 0 0,1-1 0 0 0,0 0 0 0 0,0 0 0 0 0,0-1 1 0 0,0 0-1 0 0,1 0 0 0 0,0-1 0 0 0,-1 0 0 0 0,15 4 0 0 0,-8-4 31 0 0,0-1 1 0 0,0 0-1 0 0,0-1 0 0 0,-1-1 1 0 0,1 0-1 0 0,0-1 1 0 0,0 0-1 0 0,27-6 0 0 0,-34 5-20 0 0,-1 0-1 0 0,1 0 1 0 0,-1 0 0 0 0,1 0-1 0 0,-1-1 1 0 0,0 0-1 0 0,0-1 1 0 0,0 1 0 0 0,-1-1-1 0 0,1 0 1 0 0,-1-1-1 0 0,0 1 1 0 0,0-1 0 0 0,0 0-1 0 0,-1 0 1 0 0,0-1-1 0 0,0 1 1 0 0,0-1 0 0 0,0 0-1 0 0,2-8 1 0 0,-4 8 21 0 0,-1-1-1 0 0,0 0 1 0 0,0 1 0 0 0,0-1 0 0 0,-1 0 0 0 0,0 0-1 0 0,-1 0 1 0 0,1 0 0 0 0,-1 1 0 0 0,-1-1 0 0 0,1 0-1 0 0,-1 1 1 0 0,0-1 0 0 0,-1 1 0 0 0,-4-9 0 0 0,-1-3 16 0 0,-2 1 1 0 0,0 0-1 0 0,-1 1 1 0 0,-14-18 0 0 0,-83-81-192 0 0,92 99-226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1:59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372 43 1840 0 0,'-53'13'1653'0'0,"-209"43"7553"0"0,253-55-8593 0 0,6 0-206 0 0,-1 0 0 0 0,1-1-1 0 0,-1 1 1 0 0,0-1 0 0 0,1 0 0 0 0,-1 0-1 0 0,0 0 1 0 0,1 0 0 0 0,-1-1 0 0 0,1 0-1 0 0,-5-1 1 0 0,8 2-339 0 0,0 0 1 0 0,0-1-1 0 0,0 1 0 0 0,0 0 0 0 0,0 0 0 0 0,0-1 0 0 0,0 1 0 0 0,0 0 1 0 0,0-1-1 0 0,0 1 0 0 0,0 0 0 0 0,1 0 0 0 0,-1-1 0 0 0,0 1 0 0 0,0 0 1 0 0,0 0-1 0 0,0-1 0 0 0,1 1 0 0 0,-1 0 0 0 0,0 0 0 0 0,0-1 0 0 0,1 1 1 0 0,-1 0-1 0 0,0 0 0 0 0,0 0 0 0 0,1 0 0 0 0,-1 0 0 0 0,0-1 0 0 0,1 1 1 0 0,-1 0-1 0 0,0 0 0 0 0,0 0 0 0 0,1 0 0 0 0,-1 0 0 0 0,0 0 0 0 0,1 0 1 0 0,-1 0-1 0 0,0 0 0 0 0,1 0 0 0 0,-1 0 0 0 0,18-5 298 0 0,63-11 292 0 0,119-8 1 0 0,-94 13-468 0 0,485-12 1015 0 0,-213 17-1038 0 0,-243 4-187 0 0,-135 2 3 0 0,0 0 0 0 0,0 0 0 0 0,1 0 1 0 0,-1 0-1 0 0,0 0 0 0 0,0 0 0 0 0,0 0 0 0 0,1 0 1 0 0,-1 0-1 0 0,0 0 0 0 0,0 0 0 0 0,0 0 0 0 0,1 0 0 0 0,-1-1 1 0 0,0 1-1 0 0,0 0 0 0 0,0 0 0 0 0,0 0 0 0 0,1 0 1 0 0,-1 0-1 0 0,0 0 0 0 0,0-1 0 0 0,0 1 0 0 0,0 0 1 0 0,0 0-1 0 0,0 0 0 0 0,1-1 0 0 0,-1 1 0 0 0,0 0 1 0 0,0 0-1 0 0,0 0 0 0 0,0-1 0 0 0,0 1 0 0 0,0 0 0 0 0,0 0 1 0 0,0 0-1 0 0,0-1 0 0 0,0 1 0 0 0,0 0 0 0 0,0 0 1 0 0,0 0-1 0 0,0-1 0 0 0,0 1 0 0 0,0 0 0 0 0,0 0 1 0 0,0 0-1 0 0,0-1 0 0 0,-1 1 0 0 0,1 0 0 0 0,0 0 1 0 0,0 0-1 0 0,0-1 0 0 0,0 1 0 0 0,0 0 0 0 0,0 0 0 0 0,-1 0 1 0 0,1 0-1 0 0,-1-4-491 0 0,-1-1-416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0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1 7690 0 0,'-3'0'500'0'0,"-32"3"4474"0"0,34-3-4895 0 0,1 0 1 0 0,-1 0-1 0 0,0 0 0 0 0,1 0 0 0 0,-1 0 0 0 0,1 0 1 0 0,-1 1-1 0 0,0-1 0 0 0,1 0 0 0 0,-1 0 0 0 0,1 1 0 0 0,-1-1 1 0 0,1 1-1 0 0,-1-1 0 0 0,1 0 0 0 0,-1 1 0 0 0,1-1 1 0 0,0 1-1 0 0,-1-1 0 0 0,1 1 0 0 0,0-1 0 0 0,-1 1 1 0 0,1-1-1 0 0,0 1 0 0 0,-1-1 0 0 0,1 1 0 0 0,0 0 1 0 0,0-1-1 0 0,0 1 0 0 0,0-1 0 0 0,0 1 0 0 0,0 0 1 0 0,-1-1-1 0 0,1 1 0 0 0,0-1 0 0 0,1 1 0 0 0,-1 0 1 0 0,0-1-1 0 0,0 1 0 0 0,0-1 0 0 0,0 1 0 0 0,0 0 1 0 0,1-1-1 0 0,-1 1 0 0 0,0-1 0 0 0,0 1 0 0 0,1-1 1 0 0,-1 1-1 0 0,0-1 0 0 0,1 1 0 0 0,0 0 0 0 0,4 5 174 0 0,0-1 1 0 0,1 1-1 0 0,0-1 0 0 0,0 0 0 0 0,1 0 0 0 0,-1-1 0 0 0,1 0 0 0 0,10 5 0 0 0,14 9 181 0 0,-3 1-103 0 0,232 167 1522 0 0,-251-179-1772 0 0,0 1 0 0 0,0 0 0 0 0,0 0 0 0 0,-1 1 0 0 0,0 0 0 0 0,9 15 0 0 0,-15-21-59 0 0,0 0-1 0 0,-1 0 1 0 0,0 0-1 0 0,1 1 1 0 0,-1-1-1 0 0,0 0 1 0 0,-1 1-1 0 0,1-1 1 0 0,0 1-1 0 0,-1-1 1 0 0,0 0-1 0 0,0 1 0 0 0,0-1 1 0 0,0 1-1 0 0,-1-1 1 0 0,1 1-1 0 0,-1-1 1 0 0,0 1-1 0 0,0-1 1 0 0,0 0-1 0 0,0 0 1 0 0,-1 1-1 0 0,1-1 1 0 0,-1 0-1 0 0,0 0 1 0 0,-3 4-1 0 0,-5 4 62 0 0,1 0-1 0 0,-2 0 1 0 0,0-1-1 0 0,0 0 1 0 0,-20 12-1 0 0,-70 38 355 0 0,51-32-465 0 0,10-5-682 0 0,-2-2-1 0 0,-1-2 1 0 0,-73 22-1 0 0,104-38-40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1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116 219 5985 0 0,'3'-2'240'0'0,"0"-1"0"0"0,0 1 0 0 0,-1-1 1 0 0,1 1-1 0 0,-1-1 0 0 0,1 0 0 0 0,-1 0 0 0 0,0 0 0 0 0,0 0 0 0 0,0-1 0 0 0,-1 1 0 0 0,1 0 0 0 0,-1-1 0 0 0,0 1 0 0 0,0-1 0 0 0,0 0 0 0 0,0 1 0 0 0,-1-1 0 0 0,1 0 1 0 0,-1 1-1 0 0,0-1 0 0 0,0 0 0 0 0,-1-5 0 0 0,0 6 61 0 0,0-1 0 0 0,0 1 1 0 0,0 0-1 0 0,-1 0 0 0 0,1 0 1 0 0,-1 0-1 0 0,0 1 0 0 0,0-1 0 0 0,0 0 1 0 0,0 1-1 0 0,0-1 0 0 0,0 1 1 0 0,-1 0-1 0 0,1 0 0 0 0,-1 0 0 0 0,0 0 1 0 0,0 0-1 0 0,1 1 0 0 0,-1-1 1 0 0,0 1-1 0 0,-1-1 0 0 0,1 1 0 0 0,0 0 1 0 0,0 0-1 0 0,0 1 0 0 0,-5-1 1 0 0,2 0 4 0 0,0 0 0 0 0,0 1 1 0 0,1 0-1 0 0,-1 0 0 0 0,0 0 1 0 0,-8 2-1 0 0,13-2-276 0 0,-1 0 0 0 0,0 1 0 0 0,1-1 1 0 0,-1 1-1 0 0,0-1 0 0 0,1 1 0 0 0,-1 0 0 0 0,1 0 0 0 0,-1-1 0 0 0,1 1 0 0 0,-1 0 1 0 0,1 0-1 0 0,0 0 0 0 0,-1 1 0 0 0,1-1 0 0 0,0 0 0 0 0,0 0 0 0 0,0 1 1 0 0,0-1-1 0 0,0 1 0 0 0,0-1 0 0 0,0 1 0 0 0,0-1 0 0 0,1 1 0 0 0,-1 0 0 0 0,0 1 1 0 0,1-3-30 0 0,0 1 1 0 0,0-1 0 0 0,0 1-1 0 0,0-1 1 0 0,0 1 0 0 0,0-1 0 0 0,0 1-1 0 0,0-1 1 0 0,0 1 0 0 0,0-1-1 0 0,0 1 1 0 0,0-1 0 0 0,0 1 0 0 0,0-1-1 0 0,1 1 1 0 0,-1-1 0 0 0,0 1-1 0 0,0-1 1 0 0,1 1 0 0 0,-1-1 0 0 0,0 1-1 0 0,1-1 1 0 0,-1 0 0 0 0,0 1-1 0 0,1-1 1 0 0,-1 0 0 0 0,0 1 0 0 0,1-1-1 0 0,-1 0 1 0 0,1 1 0 0 0,0-1-1 0 0,17 5 82 0 0,1 1 606 0 0,-15-6-706 0 0,1-1-1 0 0,-1 0 0 0 0,0 0 0 0 0,1 0 0 0 0,-1 0 1 0 0,0-1-1 0 0,0 1 0 0 0,0-1 0 0 0,0 0 0 0 0,0-1 0 0 0,-1 1 1 0 0,1-1-1 0 0,-1 1 0 0 0,1-1 0 0 0,-1 0 0 0 0,0 0 1 0 0,0-1-1 0 0,0 1 0 0 0,0-1 0 0 0,-1 1 0 0 0,0-1 0 0 0,1 0 1 0 0,-1 0-1 0 0,-1 0 0 0 0,1 0 0 0 0,-1 0 0 0 0,3-8 1 0 0,-4 10 36 0 0,0 0 0 0 0,0 0 0 0 0,0-1 1 0 0,0 1-1 0 0,0 0 0 0 0,-1 1 0 0 0,1-1 1 0 0,-1 0-1 0 0,1 0 0 0 0,-1 0 0 0 0,0 0 1 0 0,0 0-1 0 0,1 0 0 0 0,-1 1 0 0 0,-1-1 1 0 0,1 0-1 0 0,0 1 0 0 0,0-1 0 0 0,-1 1 1 0 0,1-1-1 0 0,0 1 0 0 0,-1-1 0 0 0,0 1 1 0 0,1 0-1 0 0,-1 0 0 0 0,0 0 0 0 0,1 0 1 0 0,-1 0-1 0 0,0 0 0 0 0,0 1 0 0 0,0-1 1 0 0,0 0-1 0 0,0 1 0 0 0,0 0 0 0 0,0-1 1 0 0,0 1-1 0 0,0 0 0 0 0,0 0 0 0 0,0 0 1 0 0,0 0-1 0 0,0 0 0 0 0,0 1 0 0 0,0-1 1 0 0,0 1-1 0 0,0-1 0 0 0,1 1 0 0 0,-1 0 1 0 0,0 0-1 0 0,0-1 0 0 0,0 1 0 0 0,1 1 1 0 0,-3 0-1 0 0,3 0 12 0 0,-1 0-1 0 0,1 0 1 0 0,0 0 0 0 0,0 0-1 0 0,0 0 1 0 0,0 0 0 0 0,0 0-1 0 0,0 0 1 0 0,1 0 0 0 0,-1 1-1 0 0,1-1 1 0 0,-1 0 0 0 0,1 1-1 0 0,0-1 1 0 0,0 0 0 0 0,0 5-1 0 0,5 42 158 0 0,-3-38-136 0 0,21 131 443 0 0,12 120 64 0 0,-33-231-554 0 0,-2 1 0 0 0,-1 0 0 0 0,-1 0 0 0 0,-2-1 0 0 0,-1 0 0 0 0,-12 38 0 0 0,13-57-459 0 0,0 0 1 0 0,-2 0 0 0 0,1-1 0 0 0,-1 0-1 0 0,-1 0 1 0 0,-9 11 0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1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3 165 10914 0 0,'0'0'25'0'0,"0"0"0"0"0,-1-1-1 0 0,1 1 1 0 0,0 0 0 0 0,0 0-1 0 0,0-1 1 0 0,0 1-1 0 0,-1 0 1 0 0,1-1 0 0 0,0 1-1 0 0,0 0 1 0 0,0-1 0 0 0,0 1-1 0 0,0 0 1 0 0,0-1-1 0 0,0 1 1 0 0,0 0 0 0 0,0-1-1 0 0,0 1 1 0 0,0 0 0 0 0,0-1-1 0 0,0 1 1 0 0,0 0 0 0 0,0-1-1 0 0,0 1 1 0 0,0 0-1 0 0,0 0 1 0 0,1-1 0 0 0,-1 1-1 0 0,0 0 1 0 0,0-1 0 0 0,0 1-1 0 0,0 0 1 0 0,1 0 0 0 0,-1-1-1 0 0,0 1 1 0 0,0 0-1 0 0,1-1 1 0 0,9-13 215 0 0,17-4 2175 0 0,0 2 0 0 0,1 0 0 0 0,60-23 0 0 0,-53 27-2492 0 0,0 1 0 0 0,1 2 0 0 0,45-5 0 0 0,-58 11-7611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1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1 112 10594 0 0,'0'-1'133'0'0,"2"-1"0"0"0,-1 1 1 0 0,0 0-1 0 0,0 0 0 0 0,0 0 0 0 0,0 0 0 0 0,1 0 0 0 0,-1 1 0 0 0,0-1 0 0 0,1 0 0 0 0,-1 0 0 0 0,1 1 0 0 0,-1-1 0 0 0,1 1 0 0 0,-1 0 1 0 0,1-1-1 0 0,-1 1 0 0 0,1 0 0 0 0,-1 0 0 0 0,1 0 0 0 0,0 0 0 0 0,-1 0 0 0 0,1 0 0 0 0,1 1 0 0 0,3-1 461 0 0,0 1 0 0 0,-1 0 0 0 0,1 1 0 0 0,-1-1 0 0 0,9 4 0 0 0,-7-1-256 0 0,0 1-1 0 0,0-1 1 0 0,-1 1-1 0 0,1 1 1 0 0,-1-1-1 0 0,-1 1 1 0 0,1 0-1 0 0,-1 0 1 0 0,0 1-1 0 0,0-1 1 0 0,4 9 0 0 0,7 15 289 0 0,17 42 1 0 0,-20-41-353 0 0,-10-25 511 0 0,-7-17-351 0 0,-6-22 43 0 0,8 19-585 0 0,1-1 0 0 0,0 1 1 0 0,1-1-1 0 0,1 1 0 0 0,0-1 0 0 0,1 1 0 0 0,1 0 0 0 0,0-1 0 0 0,0 1 0 0 0,2 0 0 0 0,0 1 0 0 0,0-1 0 0 0,2 1 0 0 0,-1 0 0 0 0,2 1 1 0 0,16-24-1 0 0,-3 16-876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1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11 3225 0 0,'-2'-1'302'0'0,"1"-1"1"0"0,-1 1 0 0 0,0 0-1 0 0,-1 0 1 0 0,1 0 0 0 0,0 1-1 0 0,0-1 1 0 0,0 0 0 0 0,0 1-1 0 0,-1-1 1 0 0,1 1 0 0 0,0 0-1 0 0,-1 0 1 0 0,1 0 0 0 0,0 0-1 0 0,0 0 1 0 0,-1 0 0 0 0,1 1 0 0 0,0-1-1 0 0,0 1 1 0 0,-1 0 0 0 0,1-1-1 0 0,0 1 1 0 0,0 0 0 0 0,0 0-1 0 0,0 0 1 0 0,0 1 0 0 0,0-1-1 0 0,0 0 1 0 0,1 1 0 0 0,-1-1-1 0 0,0 1 1 0 0,1 0 0 0 0,-1-1-1 0 0,1 1 1 0 0,0 0 0 0 0,-1 0-1 0 0,1 0 1 0 0,-2 4 0 0 0,0 1 79 0 0,0-1 1 0 0,0 1-1 0 0,1 0 1 0 0,0 0-1 0 0,0 0 1 0 0,0 1-1 0 0,1-1 1 0 0,0 0-1 0 0,1 1 1 0 0,-1-1-1 0 0,2 11 1 0 0,1-11-238 0 0,-1 0 1 0 0,1-1 0 0 0,1 1 0 0 0,-1-1 0 0 0,1 1-1 0 0,0-1 1 0 0,1 0 0 0 0,-1 0 0 0 0,1 0 0 0 0,1-1 0 0 0,-1 1-1 0 0,1-1 1 0 0,0 0 0 0 0,9 7 0 0 0,-11-9-118 0 0,0 0 1 0 0,0-1 0 0 0,1 0-1 0 0,-1 0 1 0 0,1 0 0 0 0,-1 0-1 0 0,1 0 1 0 0,0-1 0 0 0,0 1-1 0 0,0-1 1 0 0,0 0 0 0 0,0 0-1 0 0,0-1 1 0 0,0 1-1 0 0,0-1 1 0 0,0 0 0 0 0,0 0-1 0 0,0 0 1 0 0,0-1 0 0 0,0 1-1 0 0,0-1 1 0 0,0 0 0 0 0,0 0-1 0 0,0 0 1 0 0,0-1 0 0 0,4-2-1 0 0,-6 3-25 0 0,0 0 0 0 0,0 0 0 0 0,0 0 0 0 0,-1 0 0 0 0,1-1 0 0 0,0 1 0 0 0,-1-1 0 0 0,1 0 0 0 0,-1 1 0 0 0,1-1 0 0 0,-1 0 0 0 0,0 0 0 0 0,0 0 0 0 0,0 0-1 0 0,0 0 1 0 0,0 0 0 0 0,0 0 0 0 0,0 0 0 0 0,-1 0 0 0 0,2-4 0 0 0,-2 2 5 0 0,0 0 0 0 0,-1 0 0 0 0,1 0 0 0 0,-1 0 0 0 0,1 1 0 0 0,-1-1 0 0 0,0 0 0 0 0,-1 1 0 0 0,1-1 0 0 0,-1 0 0 0 0,-2-3 0 0 0,-2-4-59 0 0,-1 0 0 0 0,-1 0 0 0 0,0 1 0 0 0,-1 0 0 0 0,0 0 0 0 0,-11-8 1 0 0,-19-13-2126 0 0,21 18-5225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2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17508 0 0,'3'1'147'0'0,"0"0"1"0"0,0 0 0 0 0,0 0 0 0 0,0 1-1 0 0,0-1 1 0 0,0 1 0 0 0,0 0-1 0 0,0 0 1 0 0,0 0 0 0 0,-1 0 0 0 0,1 1-1 0 0,-1-1 1 0 0,0 1 0 0 0,0-1-1 0 0,0 1 1 0 0,0 0 0 0 0,0 0 0 0 0,0 0-1 0 0,-1 0 1 0 0,1 0 0 0 0,-1 0-1 0 0,0 0 1 0 0,0 0 0 0 0,1 6 0 0 0,1 8-35 0 0,-1 1 1 0 0,-1-1-1 0 0,-1 32 0 0 0,1 13 48 0 0,5-45-112 0 0,-6-16-47 0 0,0-1 0 0 0,0 0 0 0 0,0 1 0 0 0,0-1 0 0 0,0 1 1 0 0,0-1-1 0 0,0 0 0 0 0,0 1 0 0 0,0-1 0 0 0,1 0 1 0 0,-1 1-1 0 0,0-1 0 0 0,0 0 0 0 0,0 1 0 0 0,0-1 0 0 0,1 0 1 0 0,-1 0-1 0 0,0 1 0 0 0,0-1 0 0 0,1 0 0 0 0,-1 0 1 0 0,0 1-1 0 0,1-1 0 0 0,-1 0 0 0 0,0 0 0 0 0,1 0 1 0 0,-1 1-1 0 0,0-1 0 0 0,1 0 0 0 0,-1 0 0 0 0,0 0 0 0 0,1 0 1 0 0,-1 0-1 0 0,0 0 0 0 0,1 0 0 0 0,-1 0 0 0 0,0 0 1 0 0,1 0-1 0 0,0-2 30 0 0,0-1 0 0 0,0 1 0 0 0,0-1 0 0 0,-1 0 0 0 0,0 1-1 0 0,1-1 1 0 0,-1 0 0 0 0,0-4 0 0 0,1-5 50 0 0,3-6-33 0 0,1-1 1 0 0,1 0-1 0 0,1 1 0 0 0,1 0 0 0 0,0 1 0 0 0,2 0 1 0 0,-1 0-1 0 0,2 1 0 0 0,0 0 0 0 0,1 1 1 0 0,20-20-1 0 0,-30 33-45 0 0,-1 1 0 0 0,1-1 0 0 0,0 0 0 0 0,0 1 0 0 0,0-1 0 0 0,0 1 0 0 0,0 0 0 0 0,0 0 0 0 0,0-1 0 0 0,0 2 0 0 0,1-1 0 0 0,-1 0 1 0 0,0 0-1 0 0,1 1 0 0 0,-1-1 0 0 0,1 1 0 0 0,-1 0 0 0 0,0-1 0 0 0,1 1 0 0 0,-1 0 0 0 0,5 1 0 0 0,-5 0 7 0 0,1 0 1 0 0,-1 1 0 0 0,1-1-1 0 0,-1 1 1 0 0,0-1-1 0 0,0 1 1 0 0,0 0-1 0 0,0 0 1 0 0,0 0-1 0 0,0 0 1 0 0,0 0 0 0 0,-1 0-1 0 0,1 0 1 0 0,-1 0-1 0 0,1 1 1 0 0,0 2-1 0 0,5 12 47 0 0,-1 0 1 0 0,0 0-1 0 0,-2 0 0 0 0,4 26 0 0 0,-7-42-58 0 0,5 46-89 0 0,-5-31 25 0 0,1 1 0 0 0,1-1 1 0 0,1-1-1 0 0,0 1 0 0 0,10 25 0 0 0,-14-41 63 0 0,0 1 1 0 0,0-1-1 0 0,0 0 0 0 0,1 1 1 0 0,-1-1-1 0 0,0 0 1 0 0,0 0-1 0 0,0 1 0 0 0,0-1 1 0 0,0 0-1 0 0,0 0 1 0 0,1 0-1 0 0,-1 1 0 0 0,0-1 1 0 0,0 0-1 0 0,0 0 1 0 0,1 1-1 0 0,-1-1 0 0 0,0 0 1 0 0,0 0-1 0 0,0 0 0 0 0,1 0 1 0 0,-1 0-1 0 0,0 1 1 0 0,0-1-1 0 0,1 0 0 0 0,-1 0 1 0 0,0 0-1 0 0,1 0 1 0 0,-1 0-1 0 0,0 0 0 0 0,0 0 1 0 0,1 0-1 0 0,-1 0 1 0 0,0 0-1 0 0,0 0 0 0 0,1 0 1 0 0,-1 0-1 0 0,0 0 0 0 0,1 0 1 0 0,-1 0-1 0 0,0-1 1 0 0,0 1-1 0 0,1 0 0 0 0,8-14-59 0 0,3-21-28 0 0,-7 14 101 0 0,1-2 55 0 0,0 0 1 0 0,12-25 0 0 0,-16 43-56 0 0,0 1 0 0 0,0-1 0 0 0,1 0-1 0 0,-1 1 1 0 0,1-1 0 0 0,0 1 0 0 0,1 0 0 0 0,-1 0-1 0 0,1 0 1 0 0,0 0 0 0 0,0 1 0 0 0,0 0 0 0 0,0 0-1 0 0,1 0 1 0 0,6-4 0 0 0,-9 6 4 0 0,1 1 0 0 0,-1-1-1 0 0,0 0 1 0 0,1 1 0 0 0,-1 0 0 0 0,1-1 0 0 0,-1 1-1 0 0,0 0 1 0 0,1 1 0 0 0,-1-1 0 0 0,1 0 0 0 0,-1 0-1 0 0,0 1 1 0 0,1 0 0 0 0,-1-1 0 0 0,0 1 0 0 0,1 0 0 0 0,-1 0-1 0 0,0 0 1 0 0,0 0 0 0 0,3 3 0 0 0,4 3-3 0 0,0 0 0 0 0,-1 1 0 0 0,12 14 0 0 0,10 10-1904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3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353 556 10594 0 0,'-2'-7'427'0'0,"0"1"0"0"0,-1 0-1 0 0,1 0 1 0 0,-2 0 0 0 0,1 0-1 0 0,0 1 1 0 0,-1-1 0 0 0,0 1-1 0 0,0 0 1 0 0,-1 0 0 0 0,0 1 0 0 0,1-1-1 0 0,-2 1 1 0 0,1 0 0 0 0,0 0-1 0 0,-1 0 1 0 0,0 1 0 0 0,1 0-1 0 0,-1 0 1 0 0,-9-2 0 0 0,8 3-277 0 0,1 1-1 0 0,-1 0 1 0 0,1 0 0 0 0,-1 1 0 0 0,0-1 0 0 0,1 2-1 0 0,-1-1 1 0 0,0 1 0 0 0,1 0 0 0 0,-1 0 0 0 0,1 1 0 0 0,-1 0-1 0 0,1 0 1 0 0,0 0 0 0 0,0 1 0 0 0,0 0 0 0 0,0 0-1 0 0,0 0 1 0 0,0 1 0 0 0,-6 5 0 0 0,2 1-123 0 0,-1 1 0 0 0,1 0 0 0 0,0 0 0 0 0,1 1 0 0 0,1 0 1 0 0,0 0-1 0 0,0 1 0 0 0,1 0 0 0 0,1 0 0 0 0,0 1 0 0 0,1 0 0 0 0,-5 21 0 0 0,8-27-33 0 0,1 0 0 0 0,-1 0 0 0 0,2 0 0 0 0,-1 0 0 0 0,1 0-1 0 0,1 0 1 0 0,-1 0 0 0 0,1 0 0 0 0,1 0 0 0 0,4 15 0 0 0,-4-18-6 0 0,0 0 0 0 0,1 0 0 0 0,-1 0 0 0 0,2 0 0 0 0,-1 0 0 0 0,0 0 0 0 0,1-1 0 0 0,0 0 0 0 0,0 1 0 0 0,0-2 0 0 0,0 1 0 0 0,1 0 0 0 0,0-1 0 0 0,-1 0 0 0 0,1 0 0 0 0,9 4 0 0 0,-9-5-28 0 0,1 1 0 0 0,-1-1-1 0 0,1-1 1 0 0,-1 1 0 0 0,1-1-1 0 0,0 0 1 0 0,0 0 0 0 0,0-1 0 0 0,0 1-1 0 0,0-1 1 0 0,0-1 0 0 0,-1 1-1 0 0,1-1 1 0 0,0 0 0 0 0,7-2-1 0 0,-5 0-87 0 0,0 0 0 0 0,0-1 0 0 0,0 0 0 0 0,-1-1 0 0 0,1 1 0 0 0,-1-1-1 0 0,0-1 1 0 0,0 1 0 0 0,8-10 0 0 0,-3 1-228 0 0,0 0 1 0 0,-1-1-1 0 0,-1-1 0 0 0,0 1 1 0 0,-1-1-1 0 0,-1-1 1 0 0,0 0-1 0 0,-1 0 0 0 0,5-21 1 0 0,-7 13-421 0 0,-1 0 1 0 0,0-1 0 0 0,-2 1 0 0 0,-3-50-1 0 0,-20-104 704 0 0,3 30 3870 0 0,17 117-2932 0 0,1 22-367 0 0,0 0 0 0 0,-1 0 1 0 0,0 0-1 0 0,0 0 0 0 0,-1 0 1 0 0,-4-12-1 0 0,2 76 1268 0 0,8-12-1630 0 0,2-1 0 0 0,2 0 0 0 0,2 0 0 0 0,1-1 0 0 0,31 72 0 0 0,109 183-1403 0 0,-137-269 803 0 0,5 9-7560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3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85 10594 0 0,'7'-61'1153'0'0,"-7"60"-965"0"0,0 0 1 0 0,1 0-1 0 0,-1 0 1 0 0,0 0 0 0 0,-1 1-1 0 0,1-1 1 0 0,0 0-1 0 0,0 0 1 0 0,0 0 0 0 0,0 0-1 0 0,-1 0 1 0 0,1 0 0 0 0,0 1-1 0 0,-1-1 1 0 0,1 0-1 0 0,-1 0 1 0 0,1 0 0 0 0,-1 1-1 0 0,1-1 1 0 0,-1 0 0 0 0,0 1-1 0 0,1-1 1 0 0,-1 0-1 0 0,0 1 1 0 0,1-1 0 0 0,-2 0-1 0 0,0 1 10 0 0,1-1-1 0 0,-1 1 0 0 0,0 0 0 0 0,1 0 0 0 0,-1 0 0 0 0,1 0 1 0 0,-1 0-1 0 0,1 0 0 0 0,-1 0 0 0 0,1 0 0 0 0,-1 1 1 0 0,0-1-1 0 0,-2 2 0 0 0,-3 1 209 0 0,0 0 0 0 0,0 1 0 0 0,0 0 0 0 0,-11 8 0 0 0,4 0-248 0 0,1 0 0 0 0,0 1 0 0 0,1 1 1 0 0,1 0-1 0 0,0 1 0 0 0,-14 23 0 0 0,21-31-179 0 0,0 0-1 0 0,0 1 1 0 0,1-1-1 0 0,0 1 1 0 0,0 0-1 0 0,1 0 1 0 0,0 0-1 0 0,0 0 1 0 0,1 0-1 0 0,0 0 1 0 0,0 1-1 0 0,1-1 1 0 0,0 0-1 0 0,1 1 0 0 0,0-1 1 0 0,3 12-1 0 0,-4-17-38 0 0,1-1-1 0 0,0 1 0 0 0,0 0 0 0 0,0-1 0 0 0,0 1 1 0 0,1-1-1 0 0,-1 1 0 0 0,1-1 0 0 0,-1 0 0 0 0,1 0 1 0 0,0 0-1 0 0,0 1 0 0 0,0-2 0 0 0,0 1 0 0 0,0 0 1 0 0,4 2-1 0 0,-4-3 3 0 0,0 0 1 0 0,0-1 0 0 0,0 1-1 0 0,0-1 1 0 0,1 1-1 0 0,-1-1 1 0 0,0 0 0 0 0,0 0-1 0 0,0 0 1 0 0,0 0-1 0 0,0 0 1 0 0,1 0 0 0 0,-1-1-1 0 0,0 1 1 0 0,0-1-1 0 0,4-1 1 0 0,2-2-55 0 0,0 0 0 0 0,0-1 0 0 0,0 0 0 0 0,-1-1 0 0 0,0 1 1 0 0,0-1-1 0 0,0-1 0 0 0,8-10 0 0 0,27-41-393 0 0,-33 44 731 0 0,-1 1 0 0 0,2 0 0 0 0,0 1 0 0 0,1 0-1 0 0,0 1 1 0 0,21-18 0 0 0,-30 27-132 0 0,0 1 1 0 0,1-1-1 0 0,-1 1 1 0 0,0-1-1 0 0,1 1 1 0 0,-1 0-1 0 0,1 0 0 0 0,-1 0 1 0 0,1 1-1 0 0,0-1 1 0 0,-1 0-1 0 0,1 1 0 0 0,0 0 1 0 0,-1 0-1 0 0,1 0 1 0 0,0 0-1 0 0,-1 0 1 0 0,1 0-1 0 0,0 1 0 0 0,-1-1 1 0 0,1 1-1 0 0,-1-1 1 0 0,1 1-1 0 0,-1 0 0 0 0,1 0 1 0 0,4 3-1 0 0,-2 0-43 0 0,-1 0 1 0 0,1 1-1 0 0,-1-1 0 0 0,0 1 0 0 0,0 0 1 0 0,0 0-1 0 0,-1 1 0 0 0,0-1 0 0 0,0 1 0 0 0,3 6 1 0 0,-3-5-223 0 0,8 16-538 0 0,-2-9-5059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3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10594 0 0,'0'-34'2553'0'0,"1"14"2547"0"0,6 34-1378 0 0,11 26-2802 0 0,70 155 617 0 0,-15-39-1242 0 0,-61-125-2187 0 0,-1 0 0 0 0,-2 0 0 0 0,7 43 0 0 0,-11-45-5483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3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 10594 0 0,'44'-3'4861'0'0,"25"-7"-2480"0"0,18-2-1837 0 0,130 7-1272 0 0,-172 7 808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4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3 8754 0 0,'2'-2'4468'0'0,"-17"1"-908"0"0,6 3-3054 0 0,0 0-1 0 0,0 1 1 0 0,0 0-1 0 0,1 1 1 0 0,-1-1-1 0 0,1 2 0 0 0,0-1 1 0 0,-8 7-1 0 0,7-5-422 0 0,0 1-1 0 0,0 0 1 0 0,1 0 0 0 0,0 1-1 0 0,1 0 1 0 0,0 1-1 0 0,0-1 1 0 0,1 1-1 0 0,0 1 1 0 0,0-1 0 0 0,-3 11-1 0 0,8-18-76 0 0,0-1-1 0 0,0 1 1 0 0,0 0 0 0 0,0 0-1 0 0,1-1 1 0 0,-1 1-1 0 0,1 0 1 0 0,-1 0 0 0 0,1 0-1 0 0,0 0 1 0 0,0 0-1 0 0,0 0 1 0 0,0-1 0 0 0,0 1-1 0 0,0 0 1 0 0,0 0-1 0 0,1 0 1 0 0,-1 0 0 0 0,1 0-1 0 0,-1 0 1 0 0,1-1-1 0 0,0 1 1 0 0,0 0 0 0 0,0 0-1 0 0,0-1 1 0 0,0 1-1 0 0,0-1 1 0 0,0 1 0 0 0,0-1-1 0 0,1 1 1 0 0,1 1-1 0 0,0-2 3 0 0,-1 0 0 0 0,1-1 0 0 0,-1 1 0 0 0,1 0 0 0 0,-1-1 0 0 0,1 0 0 0 0,0 1 0 0 0,-1-1 0 0 0,1 0 0 0 0,0-1 0 0 0,-1 1 0 0 0,1 0 0 0 0,-1-1 0 0 0,1 1 0 0 0,0-1 0 0 0,-1 0 0 0 0,1 0 0 0 0,-1 0 0 0 0,0 0 0 0 0,1 0 0 0 0,-1-1 0 0 0,3-1 0 0 0,14-11-85 0 0,-2 0 0 0 0,30-30-1 0 0,-36 32 142 0 0,0 1 0 0 0,1 0-1 0 0,0 1 1 0 0,1 0-1 0 0,0 1 1 0 0,0 0 0 0 0,25-11-1 0 0,-37 19-29 0 0,1 1-1 0 0,0-1 1 0 0,-1 0-1 0 0,1 1 1 0 0,0-1-1 0 0,0 1 0 0 0,-1-1 1 0 0,1 1-1 0 0,0 0 1 0 0,0 0-1 0 0,0 0 1 0 0,0 0-1 0 0,-1 0 1 0 0,1 0-1 0 0,0 1 1 0 0,0-1-1 0 0,0 0 1 0 0,-1 1-1 0 0,1 0 0 0 0,0-1 1 0 0,-1 1-1 0 0,1 0 1 0 0,0 0-1 0 0,-1 0 1 0 0,1 0-1 0 0,-1 0 1 0 0,0 0-1 0 0,1 0 1 0 0,-1 0-1 0 0,0 1 1 0 0,1-1-1 0 0,-1 1 0 0 0,0-1 1 0 0,0 1-1 0 0,1 1 1 0 0,2 6 77 0 0,-1 1 0 0 0,0-1 0 0 0,0 1 0 0 0,-1 0-1 0 0,2 15 1 0 0,-3-15-103 0 0,1-1-1 0 0,0 1 1 0 0,5 13 0 0 0,13 7-1079 0 0,0-14-4979 0 0,0-5-1578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2304 0 0,'4'-8'3225'0'0,"1"7"-2233"0"0,-1-1 49 0 0,1 1 7 0 0,-1-1 0 0 0,1-1-536 0 0,-2 2-112 0 0,-1-1-16 0 0,-1 1 128 0 0,-2 1-416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4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35 456 0 0,'13'-10'7359'0'0,"28"-14"5237"0"0,-57 33-12301 0 0,1 0 0 0 0,0 2 1 0 0,1-1-1 0 0,0 2 0 0 0,1 0 0 0 0,0 1 0 0 0,1 0 0 0 0,-14 21 1 0 0,25-33-291 0 0,0 1 0 0 0,0 0 0 0 0,0 0 0 0 0,0 0 0 0 0,0 0 0 0 0,1 0 0 0 0,-1 0 0 0 0,1 0 0 0 0,-1 0 0 0 0,1 0 0 0 0,0 0 0 0 0,0 0 0 0 0,0 0 0 0 0,0 0 0 0 0,0 0 0 0 0,0 0-1 0 0,0 0 1 0 0,1 0 0 0 0,-1 0 0 0 0,1 0 0 0 0,0 0 0 0 0,0 0 0 0 0,-1 0 0 0 0,1 0 0 0 0,0 0 0 0 0,1 0 0 0 0,-1-1 0 0 0,0 1 0 0 0,0-1 0 0 0,1 1 0 0 0,-1-1 0 0 0,1 1 0 0 0,-1-1 0 0 0,1 0 0 0 0,0 1 0 0 0,-1-1 0 0 0,1 0 0 0 0,2 1 0 0 0,9 5-11 0 0,1 0 0 0 0,0 0-1 0 0,0-1 1 0 0,16 4-1 0 0,-15-5 22 0 0,2 1-20 0 0,11 4 11 0 0,30 15-1 0 0,-51-21-11 0 0,-1-1-1 0 0,1 1 1 0 0,-1 0-1 0 0,0 0 0 0 0,0 1 1 0 0,-1-1-1 0 0,0 1 0 0 0,0 1 1 0 0,0-1-1 0 0,5 8 0 0 0,-8-11 4 0 0,-1 0-1 0 0,0 0 1 0 0,0 0-1 0 0,0 0 1 0 0,0 0-1 0 0,-1 0 1 0 0,1 0-1 0 0,-1 0 1 0 0,1 0-1 0 0,-1 0 1 0 0,0 0-1 0 0,1 0 1 0 0,-1 1-1 0 0,0-1 1 0 0,0 0-1 0 0,-1 0 1 0 0,1 0-1 0 0,0 0 1 0 0,-1 1-1 0 0,1-1 1 0 0,-2 2-1 0 0,0-1 3 0 0,0 0-1 0 0,0 0 0 0 0,0 0 0 0 0,0 0 1 0 0,0 0-1 0 0,-1 0 0 0 0,0-1 1 0 0,1 1-1 0 0,-1-1 0 0 0,0 0 1 0 0,-5 3-1 0 0,-2 1 11 0 0,-1 0 1 0 0,0-2-1 0 0,0 1 0 0 0,-1-1 1 0 0,1-1-1 0 0,-20 4 0 0 0,-44-1 82 0 0,70-6-236 0 0,-1 0-1 0 0,1-1 1 0 0,0 1 0 0 0,0-1-1 0 0,0 0 1 0 0,0 0 0 0 0,0-1-1 0 0,0 1 1 0 0,0-1-1 0 0,1 0 1 0 0,-1-1 0 0 0,-5-3-1 0 0,9 5-92 0 0,0 0 0 0 0,0 0-1 0 0,0 0 1 0 0,0 0 0 0 0,0 0-1 0 0,0-1 1 0 0,1 1 0 0 0,-1 0-1 0 0,0-1 1 0 0,1 1 0 0 0,-1 0-1 0 0,1-1 1 0 0,-1 1 0 0 0,1 0-1 0 0,0-1 1 0 0,0 1 0 0 0,-1-1-1 0 0,1 1 1 0 0,0-1 0 0 0,0 1-1 0 0,1-1 1 0 0,-1 1 0 0 0,0-1 0 0 0,0 1-1 0 0,1 0 1 0 0,0-3 0 0 0,1-2-850 0 0,1-1 0 0 0,0 1 0 0 0,0 0 1 0 0,6-8-1 0 0,8-11 48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5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11979 0 0,'4'-8'118'0'0,"27"-40"1783"0"0,-30 46-1638 0 0,0 1 1 0 0,1-1 0 0 0,-1 0-1 0 0,0 1 1 0 0,1-1 0 0 0,0 1-1 0 0,-1-1 1 0 0,1 1-1 0 0,0 0 1 0 0,0 0 0 0 0,0 0-1 0 0,0 0 1 0 0,-1 0 0 0 0,2 0-1 0 0,-1 0 1 0 0,0 1-1 0 0,0-1 1 0 0,0 1 0 0 0,0-1-1 0 0,0 1 1 0 0,4 0 0 0 0,-5 1-137 0 0,1-1 0 0 0,-1 1 0 0 0,1 0 0 0 0,-1 0 1 0 0,0 0-1 0 0,1 0 0 0 0,-1 0 0 0 0,0 0 1 0 0,0 0-1 0 0,0 0 0 0 0,0 0 0 0 0,0 1 0 0 0,0-1 1 0 0,0 1-1 0 0,0-1 0 0 0,0 0 0 0 0,0 1 0 0 0,-1-1 1 0 0,1 1-1 0 0,0 3 0 0 0,10 37 452 0 0,-10-35-481 0 0,85 358 2620 0 0,-56-241-2152 0 0,-22-89-451 0 0,-6-21-115 0 0,1 0 1 0 0,1 0-1 0 0,-1 0 1 0 0,2 0-1 0 0,0-1 1 0 0,1 0 0 0 0,0 0-1 0 0,15 23 1 0 0,-20-35-13 0 0,-1-1 1 0 0,1 0 0 0 0,-1 1 0 0 0,1-1-1 0 0,-1 1 1 0 0,1-1 0 0 0,-1 1 0 0 0,1-1-1 0 0,-1 0 1 0 0,1 1 0 0 0,-1-1 0 0 0,1 0-1 0 0,-1 0 1 0 0,1 1 0 0 0,0-1-1 0 0,-1 0 1 0 0,1 0 0 0 0,0 0 0 0 0,-1 0-1 0 0,1 0 1 0 0,0 0 0 0 0,-1 0 0 0 0,1 0-1 0 0,-1 0 1 0 0,1 0 0 0 0,0 0 0 0 0,-1 0-1 0 0,1-1 1 0 0,0 1 0 0 0,-1 0 0 0 0,1 0-1 0 0,-1-1 1 0 0,1 1 0 0 0,-1 0-1 0 0,1-1 1 0 0,-1 1 0 0 0,1 0 0 0 0,-1-1-1 0 0,1 1 1 0 0,-1-1 0 0 0,1 1 0 0 0,-1-1-1 0 0,1 1 1 0 0,-1-1 0 0 0,0 1 0 0 0,1-1-1 0 0,-1 1 1 0 0,0-1 0 0 0,0 0 0 0 0,0 1-1 0 0,1-1 1 0 0,-1 1 0 0 0,0-2-1 0 0,14-38-476 0 0,-14 36 423 0 0,12-42-404 0 0,-1-1 211 0 0,26-66 0 0 0,-32 101 272 0 0,0-1 0 0 0,1 1 1 0 0,1 0-1 0 0,0 1 0 0 0,1-1 0 0 0,0 2 1 0 0,0-1-1 0 0,1 1 0 0 0,1 0 1 0 0,10-8-1 0 0,-17 15-3 0 0,0 1 0 0 0,0 0 0 0 0,0 0 0 0 0,0 0 0 0 0,0 1 1 0 0,0-1-1 0 0,1 1 0 0 0,-1-1 0 0 0,0 1 0 0 0,1 0 0 0 0,0 0 0 0 0,-1 1 0 0 0,1-1 0 0 0,6 1 0 0 0,-7 0 10 0 0,0 0 0 0 0,0 1 0 0 0,-1 0 0 0 0,1 0 0 0 0,0 0-1 0 0,-1 0 1 0 0,1 0 0 0 0,0 0 0 0 0,-1 1 0 0 0,1-1 0 0 0,-1 1-1 0 0,0 0 1 0 0,0 0 0 0 0,1-1 0 0 0,1 4 0 0 0,5 7 96 0 0,0 1 0 0 0,0 0 0 0 0,-2 1 1 0 0,0 0-1 0 0,10 25 0 0 0,6 11 22 0 0,-19-44-419 0 0,0 0 1 0 0,1 0 0 0 0,-1 0-1 0 0,2-1 1 0 0,-1 1 0 0 0,0-1 0 0 0,1 0-1 0 0,0-1 1 0 0,11 7 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5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0 232 14283 0 0,'7'-1'633'0'0,"1"-1"-1"0"0,-1 0 1 0 0,0-1-1 0 0,0 0 1 0 0,0 0-1 0 0,0 0 1 0 0,0-1 0 0 0,9-7-1 0 0,1 0 79 0 0,-7 6-464 0 0,-2 0 0 0 0,1-2 0 0 0,-1 1 0 0 0,0-1 1 0 0,0 0-1 0 0,0 0 0 0 0,7-11 0 0 0,-12 15-234 0 0,-1-1-1 0 0,1 1 1 0 0,-1 0 0 0 0,0-1 0 0 0,0 0 0 0 0,-1 1 0 0 0,1-1 0 0 0,-1 0-1 0 0,0 0 1 0 0,0 0 0 0 0,0 0 0 0 0,0 0 0 0 0,-1 0 0 0 0,1 0-1 0 0,-1 0 1 0 0,0 0 0 0 0,0 0 0 0 0,-1 0 0 0 0,1 0 0 0 0,-1 0-1 0 0,-2-7 1 0 0,3 9-8 0 0,-1 0-1 0 0,0 0 0 0 0,0 0 0 0 0,0 0 1 0 0,0 1-1 0 0,0-1 0 0 0,0 0 0 0 0,-1 0 1 0 0,1 1-1 0 0,-1-1 0 0 0,1 0 1 0 0,-1 1-1 0 0,1 0 0 0 0,-1-1 0 0 0,0 1 1 0 0,0 0-1 0 0,0 0 0 0 0,0 0 1 0 0,0 0-1 0 0,0 0 0 0 0,0 0 0 0 0,0 1 1 0 0,0-1-1 0 0,0 1 0 0 0,0-1 1 0 0,0 1-1 0 0,0 0 0 0 0,-1 0 0 0 0,1 0 1 0 0,0 0-1 0 0,0 0 0 0 0,0 0 1 0 0,0 1-1 0 0,0-1 0 0 0,-1 1 0 0 0,1-1 1 0 0,0 1-1 0 0,0 0 0 0 0,-2 1 0 0 0,-1 1-13 0 0,-1-1 0 0 0,2 1-1 0 0,-1 0 1 0 0,0 0 0 0 0,0 0-1 0 0,1 0 1 0 0,0 1 0 0 0,0 0-1 0 0,0 0 1 0 0,0 0-1 0 0,1 1 1 0 0,-1-1 0 0 0,1 1-1 0 0,-3 5 1 0 0,4-7 9 0 0,1 0 0 0 0,0 1 0 0 0,0-1 0 0 0,0 0 0 0 0,0 0-1 0 0,1 1 1 0 0,-1-1 0 0 0,1 0 0 0 0,0 0 0 0 0,0 1 0 0 0,0-1 0 0 0,0 0 0 0 0,1 1 0 0 0,-1-1 0 0 0,1 0 0 0 0,0 0 0 0 0,0 1 0 0 0,0-1-1 0 0,2 4 1 0 0,0-2-2 0 0,0-1 0 0 0,1 0 0 0 0,-1 0 0 0 0,1 0-1 0 0,0 0 1 0 0,0 0 0 0 0,0-1 0 0 0,0 0 0 0 0,0 0-1 0 0,1 0 1 0 0,5 3 0 0 0,6 1-46 0 0,1 0 0 0 0,0-1 0 0 0,0 0 0 0 0,0-2 0 0 0,1 0 0 0 0,20 2 0 0 0,36-2-1286 0 0,-37-3-53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5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17 214 5065 0 0,'-16'27'15407'0'0,"31"-31"-13562"0"0,-8 1-1770 0 0,0-1 1 0 0,-1 0-1 0 0,1 0 1 0 0,0 0-1 0 0,-1-1 1 0 0,0 0-1 0 0,0 0 0 0 0,-1 0 1 0 0,1-1-1 0 0,-1 0 1 0 0,0 0-1 0 0,-1 0 1 0 0,0-1-1 0 0,0 1 1 0 0,4-10-1 0 0,-6 11-119 0 0,0 0 0 0 0,-1-1 0 0 0,1 1 0 0 0,-1-1 0 0 0,-1 1 0 0 0,1-1 0 0 0,-1 0 0 0 0,0 1 0 0 0,0-1 0 0 0,0 1 0 0 0,-1-1 0 0 0,0 1 1 0 0,0-1-1 0 0,-1 1 0 0 0,1-1 0 0 0,-1 1 0 0 0,0 0 0 0 0,-1 0 0 0 0,1 0 0 0 0,-1 0 0 0 0,-6-9 0 0 0,8 13 41 0 0,1 0 0 0 0,-1 0 0 0 0,0 0 0 0 0,1 0 1 0 0,-1 0-1 0 0,0 0 0 0 0,0 0 0 0 0,0 0 0 0 0,0 0 0 0 0,0 0 1 0 0,0 0-1 0 0,0 1 0 0 0,0-1 0 0 0,0 0 0 0 0,0 1 0 0 0,0-1 1 0 0,-1 1-1 0 0,1-1 0 0 0,0 1 0 0 0,0 0 0 0 0,-1-1 0 0 0,1 1 1 0 0,-2 0-1 0 0,2 0 0 0 0,0 1 1 0 0,0-1-1 0 0,0 1 1 0 0,0 0-1 0 0,0-1 1 0 0,0 1-1 0 0,0 0 1 0 0,0 0-1 0 0,0-1 0 0 0,0 1 1 0 0,1 0-1 0 0,-1 0 1 0 0,0 0-1 0 0,0 0 1 0 0,1 0-1 0 0,-1 0 1 0 0,1 0-1 0 0,-1 0 1 0 0,0 2-1 0 0,-1 5 10 0 0,-1 0 0 0 0,2 0-1 0 0,-1 0 1 0 0,1-1 0 0 0,0 1-1 0 0,0 11 1 0 0,1-13-2 0 0,1 1 1 0 0,0 0 0 0 0,0-1-1 0 0,0 1 1 0 0,1-1 0 0 0,0 1-1 0 0,0-1 1 0 0,1 0 0 0 0,-1 1-1 0 0,2-1 1 0 0,-1-1 0 0 0,0 1-1 0 0,1 0 1 0 0,0-1 0 0 0,0 0-1 0 0,1 0 1 0 0,0 0 0 0 0,0 0-1 0 0,0-1 1 0 0,0 0 0 0 0,0 0-1 0 0,1 0 1 0 0,0-1 0 0 0,0 0-1 0 0,0 0 1 0 0,0 0 0 0 0,8 2-1 0 0,0-1-33 0 0,-1-1-1 0 0,1 0 0 0 0,0-1 0 0 0,0-1 1 0 0,0 0-1 0 0,0 0 0 0 0,0-2 1 0 0,0 1-1 0 0,0-2 0 0 0,0 0 0 0 0,-1-1 1 0 0,16-4-1 0 0,-10 1-1980 0 0,-1-1-1 0 0,36-18 1 0 0,-24 7-4175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6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62 217 6913 0 0,'-3'-42'-283'0'0,"-4"-38"3684"0"0,5 66-1576 0 0,-1 1 0 0 0,0-1 1 0 0,-8-21-1 0 0,10 33-1651 0 0,1 1 1 0 0,-1 0 0 0 0,1 0 0 0 0,-1-1-1 0 0,0 1 1 0 0,1 0 0 0 0,-1 0-1 0 0,0 0 1 0 0,0 0 0 0 0,0-1 0 0 0,0 1-1 0 0,0 0 1 0 0,-1-1 0 0 0,2 2-113 0 0,-1 0 1 0 0,1 0 0 0 0,0 0-1 0 0,-1 0 1 0 0,1 0-1 0 0,0 0 1 0 0,-1 0-1 0 0,1 0 1 0 0,0 0 0 0 0,-1 0-1 0 0,1 0 1 0 0,0 0-1 0 0,-1 0 1 0 0,1 0-1 0 0,0 0 1 0 0,-1 1-1 0 0,1-1 1 0 0,0 0 0 0 0,-1 0-1 0 0,1 0 1 0 0,0 0-1 0 0,0 0 1 0 0,-1 1-1 0 0,1-1 1 0 0,0 0 0 0 0,0 0-1 0 0,-1 1 1 0 0,1-1-1 0 0,0 0 1 0 0,0 0-1 0 0,0 1 1 0 0,-1-1 0 0 0,0 3 68 0 0,-1 0 1 0 0,1 0-1 0 0,0 0 1 0 0,0 0-1 0 0,0 1 1 0 0,0-1-1 0 0,0 0 1 0 0,0 6-1 0 0,1 19 11 0 0,1 0 0 0 0,1 0-1 0 0,1-1 1 0 0,1 1-1 0 0,2-1 1 0 0,1 0 0 0 0,1 0-1 0 0,15 34 1 0 0,17 26 25 0 0,54 88 1 0 0,-51-100-75 0 0,-34-59-186 0 0,74 149-1694 0 0,-72-135-6403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6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13827 0 0,'25'7'5058'0'0,"4"-5"-4337"0"0,1-1 0 0 0,0-1 0 0 0,0-2 0 0 0,0-1 0 0 0,-1-1 0 0 0,54-15 0 0 0,-42 6-1155 0 0,-1-2 1 0 0,0-1-1 0 0,0-2 0 0 0,40-27 0 0 0,-40 19-389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6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0,'14'9'1272'0'0,"-5"-6"-1016"0"0,3 0-256 0 0,-3-1 0 0 0,-2-1 0 0 0,-2-4 0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8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7 15667 0 0,'-4'-3'743'0'0,"-2"-1"786"0"0,7 11 82 0 0,1 8 278 0 0,61 698 875 0 0,-62-646-2807 0 0,0-3-709 0 0,2-1 0 0 0,13 70 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8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1 263 5065 0 0,'4'-19'939'0'0,"0"1"-1"0"0,2 1 1 0 0,0-1-1 0 0,1 1 1 0 0,1 0-1 0 0,0 1 1 0 0,1 0-1 0 0,1 0 1 0 0,1 1-1 0 0,0 0 1 0 0,19-19-1 0 0,-25 29-633 0 0,0 1 0 0 0,0 0 0 0 0,0 0 0 0 0,0 0 0 0 0,1 1 0 0 0,-1 0 0 0 0,1 0 0 0 0,0 0 0 0 0,0 0-1 0 0,0 1 1 0 0,0 0 0 0 0,0 1 0 0 0,12-2 0 0 0,-14 2-239 0 0,-1 1 0 0 0,0 0-1 0 0,0 1 1 0 0,1-1 0 0 0,-1 0 0 0 0,0 1-1 0 0,0 0 1 0 0,0 0 0 0 0,0 0 0 0 0,1 0 0 0 0,-1 0-1 0 0,-1 1 1 0 0,1-1 0 0 0,0 1 0 0 0,0 0-1 0 0,-1 0 1 0 0,1 0 0 0 0,-1 0 0 0 0,1 0-1 0 0,-1 1 1 0 0,0-1 0 0 0,0 1 0 0 0,0-1 0 0 0,0 1-1 0 0,0 0 1 0 0,-1 0 0 0 0,1-1 0 0 0,1 7-1 0 0,0 0-60 0 0,-1 1 0 0 0,0-1 0 0 0,0 1 0 0 0,-1-1-1 0 0,0 1 1 0 0,-1 0 0 0 0,0-1 0 0 0,0 1-1 0 0,-1 0 1 0 0,0-1 0 0 0,-1 1 0 0 0,0-1-1 0 0,-5 14 1 0 0,-5 11-73 0 0,-2 0 0 0 0,-20 37 0 0 0,18-40 8 0 0,-2-1-1 0 0,-1 0 1 0 0,-44 51 0 0 0,63-81 62 0 0,0 0 0 0 0,1-1 0 0 0,-1 1 0 0 0,0 0 0 0 0,0 0 0 0 0,0 0 0 0 0,0 0 0 0 0,0 0 0 0 0,0 0 0 0 0,1 0 0 0 0,-1 0 1 0 0,0 0-1 0 0,0 0 0 0 0,0 0 0 0 0,0 0 0 0 0,0 0 0 0 0,0 0 0 0 0,1 0 0 0 0,-1 0 0 0 0,0 0 0 0 0,0 0 0 0 0,0 0 0 0 0,0 0 0 0 0,0 1 0 0 0,0-1 0 0 0,1 0 0 0 0,-1 0 1 0 0,0 0-1 0 0,0 0 0 0 0,0 0 0 0 0,0 0 0 0 0,0 0 0 0 0,0 0 0 0 0,0 0 0 0 0,0 1 0 0 0,0-1 0 0 0,1 0 0 0 0,-1 0 0 0 0,0 0 0 0 0,0 0 0 0 0,0 0 0 0 0,0 0 0 0 0,0 0 1 0 0,0 1-1 0 0,0-1 0 0 0,0 0 0 0 0,0 0 0 0 0,0 0 0 0 0,0 0 0 0 0,0 0 0 0 0,0 1 0 0 0,0-1 0 0 0,0 0 0 0 0,0 0 0 0 0,0 0 0 0 0,0 0 0 0 0,25-7 81 0 0,31-15 37 0 0,-41 17-96 0 0,0 0 0 0 0,0 0 0 0 0,1 1-1 0 0,-1 1 1 0 0,1 1 0 0 0,0 0 0 0 0,-1 1 0 0 0,1 1 0 0 0,23 2 0 0 0,-31-1-24 0 0,0 0 0 0 0,0 1 0 0 0,0 0 0 0 0,-1 0 0 0 0,1 0 0 0 0,-1 1 0 0 0,1 0 0 0 0,-1 1 0 0 0,0 0 0 0 0,0 0 0 0 0,-1 0 0 0 0,1 1 0 0 0,-1 0 1 0 0,0 0-1 0 0,0 0 0 0 0,0 1 0 0 0,-1 0 0 0 0,0 0 0 0 0,0 1 0 0 0,6 11 0 0 0,-9-15 17 0 0,-1 1 0 0 0,1 0 0 0 0,-1-1 0 0 0,0 1 0 0 0,0 0 0 0 0,0 0 0 0 0,0 0 1 0 0,-1-1-1 0 0,0 1 0 0 0,0 0 0 0 0,0 0 0 0 0,0 0 0 0 0,0 0 0 0 0,-2 6 0 0 0,0-3 59 0 0,0 0-1 0 0,-1-1 1 0 0,1 1 0 0 0,-1-1-1 0 0,-1 0 1 0 0,1 1-1 0 0,-8 7 1 0 0,-1 1 203 0 0,-1 0 0 0 0,-1-1 0 0 0,-1-1 0 0 0,-29 21 0 0 0,23-17-626 0 0,5-5 1227 0 0,-32 19 0 0 0,14-18-2594 0 0,31-13 1093 0 0,0 1-1 0 0,0-1 0 0 0,1 0 0 0 0,-1 0 0 0 0,0 0 1 0 0,0 0-1 0 0,0 0 0 0 0,1-1 0 0 0,-6-1 1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9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34 140 8754 0 0,'-20'13'4178'0'0,"6"-3"394"0"0,15-10-4476 0 0,0 1 0 0 0,-1-1 0 0 0,1 1 1 0 0,0-1-1 0 0,0 1 0 0 0,-1-1 0 0 0,1 0 0 0 0,0 0 1 0 0,0 1-1 0 0,0-1 0 0 0,0 0 0 0 0,0 0 0 0 0,0 0 1 0 0,-1 0-1 0 0,1 0 0 0 0,0 0 0 0 0,0 0 0 0 0,0 0 0 0 0,0 0 1 0 0,0-1-1 0 0,0 1 0 0 0,0-1 0 0 0,63-5 1195 0 0,115-28 1 0 0,-88 14-914 0 0,-43 11-216 0 0,45-11 84 0 0,2 4 0 0 0,150-5 0 0 0,401 16 62 0 0,-631 5-303 0 0,-1 1 0 0 0,0-1 1 0 0,22-4-1 0 0,-36 4-5 0 0,0 0-1 0 0,0 0 0 0 0,0 0 1 0 0,1 0-1 0 0,-1 0 0 0 0,0 0 1 0 0,0 0-1 0 0,0 0 0 0 0,1 0 1 0 0,-1 0-1 0 0,0 0 0 0 0,0 0 1 0 0,0 0-1 0 0,0 0 0 0 0,1 0 0 0 0,-1 0 1 0 0,0 0-1 0 0,0 0 0 0 0,0-1 1 0 0,0 1-1 0 0,1 0 0 0 0,-1 0 1 0 0,0 0-1 0 0,0 0 0 0 0,0 0 1 0 0,0 0-1 0 0,0-1 0 0 0,0 1 1 0 0,1 0-1 0 0,-1 0 0 0 0,0 0 1 0 0,0 0-1 0 0,0-1 0 0 0,0 1 0 0 0,0 0 1 0 0,0 0-1 0 0,0 0 0 0 0,0-1 1 0 0,0 1-1 0 0,0 0 0 0 0,0 0 1 0 0,0 0-1 0 0,0-1 0 0 0,0 1 1 0 0,0 0-1 0 0,0 0 0 0 0,-9-9-649 0 0,-15-2-1646 0 0,0 6-1756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09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163 187 3225 0 0,'-3'-14'704'0'0,"-1"1"1"0"0,0 0 0 0 0,0 0 0 0 0,-2 0-1 0 0,1 1 1 0 0,-2 0 0 0 0,-14-22-1 0 0,17 29-59 0 0,1 0 0 0 0,-1 0-1 0 0,0 1 1 0 0,0 0 0 0 0,-1 0-1 0 0,1 0 1 0 0,-1 0 0 0 0,0 1-1 0 0,0-1 1 0 0,0 1 0 0 0,0 0-1 0 0,-1 1 1 0 0,1-1-1 0 0,-1 1 1 0 0,0 0 0 0 0,0 1-1 0 0,0 0 1 0 0,1-1 0 0 0,-11 1-1 0 0,107 36 1414 0 0,-56-17-1980 0 0,-1 2 0 0 0,-1 1 0 0 0,0 2 0 0 0,-2 1 0 0 0,0 2 0 0 0,-2 0 0 0 0,46 55 0 0 0,-70-75-75 0 0,0 0-1 0 0,-1 1 1 0 0,0-1 0 0 0,0 1-1 0 0,0-1 1 0 0,0 1 0 0 0,-1 0-1 0 0,-1 1 1 0 0,1-1 0 0 0,-1 0-1 0 0,0 1 1 0 0,-1-1-1 0 0,0 1 1 0 0,1 13 0 0 0,-3-15 35 0 0,1 1 1 0 0,-1-1 0 0 0,-1 1 0 0 0,1-1-1 0 0,-1 1 1 0 0,0-1 0 0 0,-1 0-1 0 0,1 0 1 0 0,-1 0 0 0 0,-1 0-1 0 0,1-1 1 0 0,-1 1 0 0 0,0-1 0 0 0,0 0-1 0 0,0 0 1 0 0,-1 0 0 0 0,-7 6-1 0 0,-3 1-39 0 0,-1 0 0 0 0,0-1 0 0 0,-1 0 0 0 0,0-2-1 0 0,0 0 1 0 0,-1 0 0 0 0,0-2 0 0 0,-1 0 0 0 0,-34 7-1 0 0,35-11-538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0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11058 0 0,'22'2'5948'0'0,"-19"-1"-5686"0"0,-1 1-1 0 0,1-1 1 0 0,-1 0-1 0 0,1 1 1 0 0,-1-1-1 0 0,0 1 1 0 0,0 0-1 0 0,0 0 1 0 0,0 0-1 0 0,0 0 1 0 0,0 0-1 0 0,0 1 1 0 0,0-1-1 0 0,-1 0 1 0 0,0 1-1 0 0,1-1 1 0 0,-1 1-1 0 0,0 0 0 0 0,0-1 1 0 0,0 1-1 0 0,0 0 1 0 0,-1 0-1 0 0,1-1 1 0 0,-1 6-1 0 0,2 10-193 0 0,-1-1-1 0 0,-1 0 1 0 0,-2 18-1 0 0,0-11 234 0 0,1-4-785 0 0,1 26 1135 0 0,5-15-7555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0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5065 0 0,'9'-13'-387'0'0,"9"-4"5116"0"0,-18 17-4465 0 0,1-1 0 0 0,-1 1 0 0 0,1 0 0 0 0,0-1 1 0 0,0 1-1 0 0,-1 0 0 0 0,1 0 0 0 0,0-1 0 0 0,-1 1 0 0 0,1 0 0 0 0,0 0 0 0 0,0 0 0 0 0,-1 0 0 0 0,1 0 0 0 0,0 0 0 0 0,0 0 1 0 0,-1 1-1 0 0,1-1 0 0 0,0 0 0 0 0,1 1 0 0 0,-1-1-24 0 0,0 1 0 0 0,0 0 0 0 0,0 0 0 0 0,0 0 0 0 0,0 0 1 0 0,0 0-1 0 0,0 0 0 0 0,0 0 0 0 0,-1 0 0 0 0,1 0 0 0 0,0 1 0 0 0,-1-1 0 0 0,1 0 0 0 0,-1 0 1 0 0,1 2-1 0 0,2 7-130 0 0,-1 0 1 0 0,0-1-1 0 0,0 1 1 0 0,-1 0-1 0 0,-1 0 1 0 0,0 11-1 0 0,0-13-88 0 0,-1 1 0 0 0,2-1 0 0 0,-1 1 0 0 0,1-1 0 0 0,1 1 0 0 0,0-1 0 0 0,0 1 0 0 0,0-1 0 0 0,4 8 0 0 0,5 2-22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0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14283 0 0,'1'0'259'0'0,"1"-1"0"0"0,0 1 0 0 0,0 0-1 0 0,-1 0 1 0 0,1 0 0 0 0,0 0 0 0 0,0 0 0 0 0,0 1-1 0 0,-1-1 1 0 0,1 0 0 0 0,0 1 0 0 0,-1-1 0 0 0,1 1 0 0 0,0 0-1 0 0,-1 0 1 0 0,1-1 0 0 0,-1 1 0 0 0,3 2 0 0 0,25 19 1737 0 0,-24-16-1863 0 0,-1-1 0 0 0,0 1 0 0 0,-1 0 0 0 0,1 0 0 0 0,-1 1 1 0 0,0-1-1 0 0,-1 0 0 0 0,1 1 0 0 0,-1 0 0 0 0,-1-1 1 0 0,1 1-1 0 0,-1 0 0 0 0,0 0 0 0 0,-1 0 0 0 0,0 11 1 0 0,-1 12-165 0 0,-2-1 1 0 0,-10 43-1 0 0,2-15-840 0 0,6-33-2299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1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9218 0 0,'1'-1'356'0'0,"1"1"0"0"0,-1-1 0 0 0,0 1 0 0 0,0 0 0 0 0,0-1-1 0 0,1 1 1 0 0,-1 0 0 0 0,0 0 0 0 0,0 0 0 0 0,1-1 0 0 0,-1 1 0 0 0,0 1 0 0 0,0-1 0 0 0,1 0 0 0 0,-1 0 0 0 0,0 0-1 0 0,0 1 1 0 0,1-1 0 0 0,-1 0 0 0 0,2 2 0 0 0,-1-1 29 0 0,0 1 0 0 0,0-1 0 0 0,0 1 0 0 0,0 0 0 0 0,0-1 0 0 0,0 1 1 0 0,0 0-1 0 0,0 0 0 0 0,1 4 0 0 0,1 0 2 0 0,-1 0 1 0 0,0 0-1 0 0,0 0 1 0 0,0 1 0 0 0,-1-1-1 0 0,3 13 1 0 0,2 40-1815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4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73 1376 0 0,'-16'-4'1001'0'0,"0"1"-1"0"0,0 0 0 0 0,0 1 0 0 0,0 1 0 0 0,0 1 1 0 0,0 0-1 0 0,0 1 0 0 0,0 1 0 0 0,0 0 0 0 0,0 1 1 0 0,1 1-1 0 0,-22 8 0 0 0,35-12-725 0 0,0 1-1 0 0,0-1 0 0 0,1 1 1 0 0,-1 0-1 0 0,0 0 1 0 0,0 0-1 0 0,1 0 1 0 0,-1 0-1 0 0,1 1 1 0 0,-1-1-1 0 0,-1 2 1 0 0,5 4 1522 0 0,12 0-1195 0 0,14 1-247 0 0,1-2 0 0 0,0 0 0 0 0,0-2 0 0 0,48 1 0 0 0,119-12 452 0 0,-50-5-459 0 0,242-53-1 0 0,-208 10-1135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4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11058 0 0,'0'0'180'0'0,"0"1"-1"0"0,-1-1 0 0 0,1 1 0 0 0,0 0 1 0 0,0-1-1 0 0,-1 1 0 0 0,1-1 1 0 0,0 1-1 0 0,0 0 0 0 0,0-1 0 0 0,0 1 1 0 0,0-1-1 0 0,0 1 0 0 0,0 0 1 0 0,0-1-1 0 0,0 1 0 0 0,0 0 0 0 0,0-1 1 0 0,0 1-1 0 0,1-1 0 0 0,-1 1 1 0 0,0-1-1 0 0,0 1 0 0 0,1 0 0 0 0,-1-1 1 0 0,0 1-1 0 0,1-1 0 0 0,-1 1 1 0 0,0-1-1 0 0,1 1 0 0 0,-1-1 0 0 0,1 0 1 0 0,0 2-1 0 0,24 33 2821 0 0,-7-8-1756 0 0,-2 3-905 0 0,-2 0 0 0 0,-2 1-1 0 0,0 0 1 0 0,-2 1 0 0 0,-2 1 0 0 0,9 64 0 0 0,-4 204-128 0 0,-11-173-835 0 0,-1-99-1066 0 0,0-4-6086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4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17 3681 0 0,'0'-1'294'0'0,"-1"0"1"0"0,1 0-1 0 0,0 0 1 0 0,-1 1-1 0 0,1-1 1 0 0,-1 0 0 0 0,1 0-1 0 0,-1 0 1 0 0,1 1-1 0 0,-2-2 590 0 0,1 1-590 0 0,1 0 1 0 0,-1 1-1 0 0,0-1 1 0 0,0 1-1 0 0,1-1 1 0 0,-1 1 0 0 0,0 0-1 0 0,0-1 1 0 0,0 1-1 0 0,0 0 1 0 0,0-1-1 0 0,1 1 1 0 0,-1 0-1 0 0,0 0 1 0 0,0 0-1 0 0,0 0 1 0 0,0 0-1 0 0,0 0 1 0 0,0 0 0 0 0,0 0-1 0 0,0 0 1 0 0,0 0-1 0 0,0 1 1 0 0,1-1-1 0 0,-1 0 1 0 0,0 1-1 0 0,0-1 1 0 0,0 0-1 0 0,0 1 1 0 0,1-1-1 0 0,-1 1 1 0 0,0-1 0 0 0,0 1-1 0 0,1 0 1 0 0,-2 0-1 0 0,0 1 46 0 0,0 1 1 0 0,-1-1-1 0 0,1 1 0 0 0,0-1 0 0 0,0 1 0 0 0,1 0 0 0 0,-1 0 1 0 0,0 0-1 0 0,1 0 0 0 0,0 0 0 0 0,-2 6 0 0 0,2 2-268 0 0,0 0-1 0 0,1 0 1 0 0,0 0-1 0 0,1 0 1 0 0,1 1-1 0 0,-1-2 1 0 0,2 1-1 0 0,-1 0 1 0 0,8 16-1 0 0,-5-13-75 0 0,1-1-1 0 0,0 0 0 0 0,1 0 0 0 0,1 0 0 0 0,0-1 1 0 0,17 19-1 0 0,-18-24 3 0 0,0 0-1 0 0,1-1 1 0 0,0 0 0 0 0,1-1 0 0 0,-1 1 0 0 0,1-2-1 0 0,0 1 1 0 0,0-1 0 0 0,0-1 0 0 0,1 1 0 0 0,0-2-1 0 0,-1 1 1 0 0,1-1 0 0 0,0-1 0 0 0,10 1-1 0 0,-14-1 21 0 0,0-1-1 0 0,1 0 0 0 0,-1 0 0 0 0,0-1 0 0 0,0 0 0 0 0,0 0 0 0 0,0 0 0 0 0,0-1 0 0 0,0 0 0 0 0,0 0 0 0 0,0 0 0 0 0,-1-1 0 0 0,1 1 0 0 0,-1-2 0 0 0,0 1 0 0 0,0 0 0 0 0,0-1 0 0 0,0 0 1 0 0,0 0-1 0 0,-1-1 0 0 0,0 1 0 0 0,0-1 0 0 0,0 0 0 0 0,0 0 0 0 0,3-7 0 0 0,-5 7 6 0 0,0 0 0 0 0,0 0 0 0 0,0 1 0 0 0,-1-1 0 0 0,1 0 1 0 0,-1-1-1 0 0,-1 1 0 0 0,1 0 0 0 0,-1 0 0 0 0,0 0 0 0 0,0 0 0 0 0,0 0 0 0 0,-1-1 0 0 0,-1-7 0 0 0,0 6 45 0 0,-1-1 0 0 0,0 1-1 0 0,0 0 1 0 0,-1 0-1 0 0,1 0 1 0 0,-2 0 0 0 0,1 1-1 0 0,-11-12 1 0 0,4 6-12 0 0,-1 1 0 0 0,0 0 0 0 0,-1 1 1 0 0,-1 0-1 0 0,0 1 0 0 0,0 1 0 0 0,0 0 0 0 0,-26-10 0 0 0,34 16-168 0 0,1 0 1 0 0,-1 0-1 0 0,0 1 0 0 0,0-1 0 0 0,0 1 0 0 0,0 1 0 0 0,0-1 1 0 0,0 1-1 0 0,0 0 0 0 0,0 0 0 0 0,0 1 0 0 0,0 0 0 0 0,0 0 1 0 0,-9 3-1 0 0,10-2-702 0 0,1 0 1 0 0,-1 1 0 0 0,0-1-1 0 0,1 1 1 0 0,0 0-1 0 0,-1 1 1 0 0,1-1 0 0 0,0 1-1 0 0,1 0 1 0 0,-7 7-1 0 0,-7 14-4280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497 40 4145 0 0,'-88'11'1838'0'0,"1"5"0"0"0,-169 52 0 0 0,249-66-1334 0 0,1 0 52 0 0,1-1 0 0 0,0 1 0 0 0,0 0 1 0 0,0 0-1 0 0,1 0 0 0 0,-1 1 0 0 0,0 0 0 0 0,1 0 0 0 0,0 0 1 0 0,-6 5-1 0 0,15-7-136 0 0,1 0 0 0 0,0-1 1 0 0,-1 0-1 0 0,1 0 0 0 0,8-1 1 0 0,155-25 725 0 0,301-36 1150 0 0,-147 44-1646 0 0,310-34-276 0 0,-614 49-380 0 0,-5 0 30 0 0,1 1-1 0 0,-1 0 1 0 0,1 2 0 0 0,-1-1-1 0 0,21 3 1 0 0,-35-2-23 0 0,1 0 1 0 0,-1 0-1 0 0,0 0 0 0 0,1 0 1 0 0,-1 0-1 0 0,1 0 1 0 0,-1 0-1 0 0,0 0 0 0 0,1 0 1 0 0,-1 0-1 0 0,0 0 0 0 0,1 1 1 0 0,-1-1-1 0 0,0 0 0 0 0,1 0 1 0 0,-1 0-1 0 0,0 1 0 0 0,1-1 1 0 0,-1 0-1 0 0,0 0 1 0 0,1 1-1 0 0,-1-1 0 0 0,0 0 1 0 0,0 1-1 0 0,1-1 0 0 0,-1 0 1 0 0,0 1-1 0 0,0-1 0 0 0,0 0 1 0 0,0 1-1 0 0,1-1 1 0 0,-1 0-1 0 0,0 1 0 0 0,0-1 1 0 0,0 1-1 0 0,0 0-44 0 0,-1-1 1 0 0,1 0-1 0 0,0 1 1 0 0,0-1-1 0 0,-1 0 1 0 0,1 0-1 0 0,0 1 1 0 0,-1-1-1 0 0,1 0 1 0 0,-1 0-1 0 0,1 1 0 0 0,0-1 1 0 0,-1 0-1 0 0,1 0 1 0 0,-1 0-1 0 0,1 0 1 0 0,0 0-1 0 0,-1 1 1 0 0,1-1-1 0 0,-1 0 1 0 0,1 0-1 0 0,-1 0 1 0 0,1 0-1 0 0,-1 0 0 0 0,1-1 1 0 0,0 1-1 0 0,-1 0 1 0 0,1 0-1 0 0,-1 0 1 0 0,1 0-1 0 0,-1-1 1 0 0,-6-1-430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5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 3225 0 0,'-38'1'17337'0'0,"47"1"-17043"0"0,0 1 0 0 0,0-1 0 0 0,0 1 0 0 0,0 1 0 0 0,13 7 1 0 0,-4-2-16 0 0,-2-2-190 0 0,1 2 0 0 0,-1 0 0 0 0,-1 1 0 0 0,1 0 0 0 0,-2 1 0 0 0,0 1 0 0 0,0 1 0 0 0,-1 0 0 0 0,0 0 0 0 0,-2 1 0 0 0,1 1 0 0 0,-2 0 0 0 0,10 17 0 0 0,-15-22-83 0 0,0 1 0 0 0,0 0 0 0 0,-1 1 0 0 0,0-1 1 0 0,-1 1-1 0 0,0 0 0 0 0,-1 0 0 0 0,0 0 0 0 0,-1 0 0 0 0,0 0 1 0 0,-1 0-1 0 0,-1 0 0 0 0,0 0 0 0 0,0 0 0 0 0,-1 0 0 0 0,-1 0 0 0 0,0 0 1 0 0,0-1-1 0 0,-2 1 0 0 0,-8 17 0 0 0,3-10-81 0 0,-1-1 0 0 0,-1-1 0 0 0,-1 0 0 0 0,-1 0 0 0 0,-19 18-1 0 0,-16 10-2562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6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11979 0 0,'3'10'4973'0'0,"16"24"-2048"0"0,-5-8-1629 0 0,-2 1-830 0 0,-7-16-198 0 0,0 1 1 0 0,1-1-1 0 0,0 0 0 0 0,0-1 0 0 0,11 14 1 0 0,-15-22-426 0 0,1 1 1 0 0,-1-1-1 0 0,1 0 1 0 0,0 0 0 0 0,-1 0-1 0 0,1 0 1 0 0,0 0-1 0 0,0-1 1 0 0,0 1-1 0 0,4 1 1 0 0,-3-3-288 0 0,-1 1 0 0 0,1 0 1 0 0,-1-1-1 0 0,1 1 0 0 0,-1-1 0 0 0,1 0 0 0 0,-1-1 0 0 0,1 1 1 0 0,-1 0-1 0 0,1-1 0 0 0,4-1 0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6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 3225 0 0,'13'-17'-12'0'0,"24"-28"2782"0"0,-34 41-1698 0 0,1 0-1 0 0,-1 1 1 0 0,1 0 0 0 0,0 0 0 0 0,0 0-1 0 0,0 0 1 0 0,0 0 0 0 0,7-2 0 0 0,-9 5-881 0 0,-1 0 0 0 0,0 0 1 0 0,0 0-1 0 0,0 0 0 0 0,0 0 1 0 0,0 0-1 0 0,0 0 0 0 0,0 1 1 0 0,0-1-1 0 0,0 0 0 0 0,0 1 1 0 0,-1-1-1 0 0,1 1 0 0 0,0-1 0 0 0,0 1 1 0 0,0 0-1 0 0,0-1 0 0 0,0 1 1 0 0,-1 0-1 0 0,1-1 0 0 0,0 1 1 0 0,-1 0-1 0 0,1 0 0 0 0,-1 0 1 0 0,1 0-1 0 0,-1-1 0 0 0,1 1 1 0 0,-1 0-1 0 0,1 0 0 0 0,-1 0 1 0 0,0 0-1 0 0,1 0 0 0 0,-1 0 1 0 0,0 0-1 0 0,0 2 0 0 0,9 44 37 0 0,-9-41-63 0 0,5 17-753 0 0,-3-12-48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7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0,'0'0'1103'0'0,"17"8"1828"0"0,-5-3-2368 0 0,-1 0 1 0 0,0 0-1 0 0,0 1 0 0 0,-1 0 0 0 0,0 1 0 0 0,15 12 1 0 0,-21-15-530 0 0,0 1 1 0 0,-1-1-1 0 0,1 1 1 0 0,-1 0-1 0 0,0 0 1 0 0,0 0 0 0 0,0 0-1 0 0,-1 0 1 0 0,1 1-1 0 0,-1 0 1 0 0,-1-1 0 0 0,1 1-1 0 0,-1 0 1 0 0,0-1-1 0 0,0 12 1 0 0,0 3-20 0 0,-2-1 1 0 0,-4 24-1 0 0,2-30-173 0 0,2 1 0 0 0,-1-1 0 0 0,2 1 1 0 0,0-1-1 0 0,0 1 0 0 0,5 22 0 0 0,-5-35 50 0 0,0 0-1 0 0,0-1 1 0 0,0 1-1 0 0,0-1 1 0 0,1 1 0 0 0,-1-1-1 0 0,0 1 1 0 0,0-1-1 0 0,1 1 1 0 0,-1-1 0 0 0,0 0-1 0 0,0 1 1 0 0,1-1 0 0 0,-1 1-1 0 0,1-1 1 0 0,-1 0-1 0 0,0 1 1 0 0,1-1 0 0 0,-1 0-1 0 0,1 1 1 0 0,-1-1-1 0 0,1 0 1 0 0,-1 0 0 0 0,1 1-1 0 0,-1-1 1 0 0,1 0 0 0 0,-1 0-1 0 0,1 0 1 0 0,-1 0-1 0 0,1 0 1 0 0,-1 0 0 0 0,1 1-1 0 0,18-8-5263 0 0,1-6 753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17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16588 0 0,'4'4'297'0'0,"-1"-1"1"0"0,1 1-1 0 0,-1 0 1 0 0,0 0-1 0 0,0 1 0 0 0,0-1 1 0 0,0 1-1 0 0,-1-1 1 0 0,0 1-1 0 0,0 0 1 0 0,0 0-1 0 0,-1 0 1 0 0,1 0-1 0 0,0 6 1 0 0,1 11 538 0 0,2 42-1 0 0,-4-54-802 0 0,-2 23 269 0 0,1-26-380 0 0,-1 1 0 0 0,1 0-1 0 0,0-1 1 0 0,1 1 0 0 0,0 0-1 0 0,0 0 1 0 0,0-1 0 0 0,4 10-1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2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7370 0 0,'0'4'184'0'0,"0"0"0"0"0,0-1 1 0 0,0 1-1 0 0,1 0 1 0 0,-1 0-1 0 0,1 0 0 0 0,0 0 1 0 0,0-1-1 0 0,1 1 1 0 0,2 5-1 0 0,1 6 109 0 0,26 112 1500 0 0,17 152 0 0 0,-6 134 348 0 0,-8-55-955 0 0,5-6 232 0 0,42 307 980 0 0,29 472-1158 0 0,-59-478-727 0 0,33-77-414 0 0,9 98 26 0 0,-79-455-125 0 0,38 360 0 0 0,68 320 0 0 0,-92-582 0 0 0,14 101 0 0 0,-23-254 35 0 0,-4-23 77 0 0,56 230 0 0 0,-49-283 4 0 0,17 149 0 0 0,-15 92-92 0 0,-10-146 490 0 0,57 278 1 0 0,-44-328-86 0 0,95 418 38 0 0,-108-498-467 0 0,8 29 0 0 0,-3 1 0 0 0,11 111 0 0 0,-31-129-1772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3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267 245 4609 0 0,'0'-11'674'0'0,"-1"1"1"0"0,0 0-1 0 0,0-1 0 0 0,-1 1 1 0 0,0 0-1 0 0,-1 0 0 0 0,-6-14 1 0 0,9 22-515 0 0,-1-1 1 0 0,-1 1-1 0 0,1 0 0 0 0,0 0 1 0 0,0-1-1 0 0,-1 1 1 0 0,1 0-1 0 0,-1 0 1 0 0,0 0-1 0 0,0 1 1 0 0,0-1-1 0 0,0 0 0 0 0,0 1 1 0 0,0-1-1 0 0,0 1 1 0 0,0 0-1 0 0,0-1 1 0 0,-1 1-1 0 0,1 0 0 0 0,0 0 1 0 0,-1 1-1 0 0,1-1 1 0 0,-1 0-1 0 0,1 1 1 0 0,-1 0-1 0 0,0-1 0 0 0,1 1 1 0 0,-1 0-1 0 0,1 0 1 0 0,-1 1-1 0 0,1-1 1 0 0,-1 0-1 0 0,1 1 1 0 0,-1 0-1 0 0,-3 1 0 0 0,-2 1 120 0 0,0 1-1 0 0,0 1 0 0 0,0-1 0 0 0,1 1 0 0 0,-1 1 1 0 0,1-1-1 0 0,1 1 0 0 0,-1 1 0 0 0,1-1 0 0 0,0 1 1 0 0,0 0-1 0 0,1 0 0 0 0,0 0 0 0 0,-6 13 0 0 0,0 1-94 0 0,1 0-1 0 0,1 1 1 0 0,1 0-1 0 0,-8 32 1 0 0,13-36-188 0 0,0 1 0 0 0,1 0 0 0 0,1 0 1 0 0,1 0-1 0 0,0 0 0 0 0,2 0 0 0 0,0 0 1 0 0,1 0-1 0 0,1-1 0 0 0,1 1 0 0 0,0-1 1 0 0,1 0-1 0 0,1 0 0 0 0,1-1 0 0 0,1 0 0 0 0,0 0 1 0 0,1-1-1 0 0,1-1 0 0 0,0 1 0 0 0,1-2 1 0 0,1 1-1 0 0,0-2 0 0 0,1 0 0 0 0,0 0 1 0 0,26 16-1 0 0,-31-23-51 0 0,1-1 0 0 0,0-1 0 0 0,-1 1-1 0 0,2-2 1 0 0,-1 1 0 0 0,0-1 0 0 0,1-1 0 0 0,-1 0 0 0 0,1 0 0 0 0,0-1 0 0 0,0-1 0 0 0,-1 0 0 0 0,1 0 0 0 0,0-1-1 0 0,0 0 1 0 0,-1-1 0 0 0,1 0 0 0 0,0-1 0 0 0,-1 0 0 0 0,0 0 0 0 0,0-1 0 0 0,0-1 0 0 0,10-5 0 0 0,-10 3 103 0 0,1 0 0 0 0,-1 0 1 0 0,0-1-1 0 0,0 0 0 0 0,-1-1 0 0 0,0 0 1 0 0,-1-1-1 0 0,0 1 0 0 0,-1-2 1 0 0,1 1-1 0 0,-2-1 0 0 0,0 0 1 0 0,0 0-1 0 0,-1-1 0 0 0,0 1 1 0 0,-1-1-1 0 0,0 0 0 0 0,-1-1 0 0 0,2-18 1 0 0,-4 12 130 0 0,-1 1 0 0 0,-1-1 1 0 0,0 0-1 0 0,-2 0 0 0 0,0 0 1 0 0,-1 1-1 0 0,-1 0 0 0 0,0-1 1 0 0,-2 2-1 0 0,-15-32 0 0 0,-9-8 170 0 0,-67-93 0 0 0,94 145-345 0 0,-15-22 67 0 0,-29-32-1 0 0,42 53-105 0 0,0 0-1 0 0,0 0 1 0 0,0 0 0 0 0,-1 1-1 0 0,0 0 1 0 0,0 1-1 0 0,0 0 1 0 0,0 0-1 0 0,-1 0 1 0 0,-13-4-1 0 0,19 7-93 0 0,0 1 0 0 0,0 0 0 0 0,0-1 0 0 0,0 1 0 0 0,0 0 0 0 0,0 0 0 0 0,0 0 0 0 0,-1 0 0 0 0,1 0 0 0 0,0 1 0 0 0,0-1 0 0 0,0 1 0 0 0,1-1 0 0 0,-1 1 0 0 0,0 0 0 0 0,-3 1 0 0 0,-13 11-7371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4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 5985 0 0,'0'-1'148'0'0,"0"0"-1"0"0,1 0 1 0 0,-1 0 0 0 0,0 0-1 0 0,0 0 1 0 0,1 0-1 0 0,-1 0 1 0 0,1 1-1 0 0,-1-1 1 0 0,1 0 0 0 0,-1 0-1 0 0,1 0 1 0 0,0 1-1 0 0,-1-1 1 0 0,1 0-1 0 0,0 1 1 0 0,-1-1 0 0 0,1 1-1 0 0,0-1 1 0 0,1 0-1 0 0,-1 1-25 0 0,-1 0 0 0 0,1 0 0 0 0,-1 0 0 0 0,1 0 0 0 0,0 0 0 0 0,-1 0 0 0 0,1 1 0 0 0,0-1 0 0 0,-1 0 0 0 0,1 0 0 0 0,-1 1 0 0 0,1-1 0 0 0,-1 0 0 0 0,1 1 0 0 0,-1-1-1 0 0,1 0 1 0 0,-1 1 0 0 0,1-1 0 0 0,-1 1 0 0 0,1-1 0 0 0,-1 1 0 0 0,1 0 0 0 0,2 2 231 0 0,-1 1 0 0 0,1 0 0 0 0,-1 0 0 0 0,0 0 0 0 0,0 1 0 0 0,1 4 0 0 0,11 59 990 0 0,-13-54-1176 0 0,1-1 0 0 0,1 1 1 0 0,0-1-1 0 0,1 0 0 0 0,0 0 0 0 0,8 15 0 0 0,-12-28-157 0 0,0 1 0 0 0,0-1 0 0 0,1 1 1 0 0,-1-1-1 0 0,0 1 0 0 0,1-1 0 0 0,-1 1 0 0 0,0-1 0 0 0,1 0 1 0 0,-1 1-1 0 0,0-1 0 0 0,1 1 0 0 0,-1-1 0 0 0,1 0 1 0 0,-1 1-1 0 0,1-1 0 0 0,-1 0 0 0 0,1 0 0 0 0,-1 1 0 0 0,1-1 1 0 0,-1 0-1 0 0,1 0 0 0 0,-1 0 0 0 0,1 0 0 0 0,0 0 0 0 0,-1 0 1 0 0,1 0-1 0 0,-1 0 0 0 0,1 0 0 0 0,-1 0 0 0 0,1 0 0 0 0,-1 0 1 0 0,1 0-1 0 0,0 0 0 0 0,-1 0 0 0 0,1-1 0 0 0,-1 1 0 0 0,1 0 1 0 0,-1 0-1 0 0,1-1 0 0 0,-1 1 0 0 0,1 0 0 0 0,-1-1 0 0 0,0 1 1 0 0,1 0-1 0 0,-1-1 0 0 0,1 1 0 0 0,-1-1 0 0 0,0 1 1 0 0,1 0-1 0 0,-1-1 0 0 0,0 1 0 0 0,0-1 0 0 0,1 0 0 0 0,21-37 667 0 0,-17 27-335 0 0,3-2-15 0 0,0-1 0 0 0,1 1-1 0 0,1 1 1 0 0,0 0 0 0 0,19-18 0 0 0,-26 27-295 0 0,0 1 0 0 0,0 0 0 0 0,0 0-1 0 0,0 0 1 0 0,0 0 0 0 0,0 0 0 0 0,1 1-1 0 0,-1 0 1 0 0,1-1 0 0 0,-1 1 0 0 0,1 1 0 0 0,0-1-1 0 0,3 0 1 0 0,-4 1 1 0 0,0 0-1 0 0,0 1 1 0 0,0-1-1 0 0,-1 1 1 0 0,1 0 0 0 0,0 0-1 0 0,0 0 1 0 0,-1 0-1 0 0,1 0 1 0 0,-1 0-1 0 0,1 1 1 0 0,-1-1 0 0 0,1 1-1 0 0,-1 0 1 0 0,0 0-1 0 0,0 0 1 0 0,0 0-1 0 0,0 0 1 0 0,2 3 0 0 0,2 4 59 0 0,-1 0 0 0 0,0 0 0 0 0,0 1 1 0 0,-1 0-1 0 0,0 0 0 0 0,0 0 1 0 0,-1 0-1 0 0,1 12 0 0 0,0-6-234 0 0,1 0-1 0 0,7 18 0 0 0,-8-24-475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4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11058 0 0,'1'-10'492'0'0,"2"-26"1011"0"0,4 19 3010 0 0,-6 19-4187 0 0,0-1 0 0 0,0 1-1 0 0,0 0 1 0 0,0 0 0 0 0,0 0-1 0 0,-1 0 1 0 0,1 0 0 0 0,0 0-1 0 0,-1 4 1 0 0,18 141 1700 0 0,-14-94-2311 0 0,3 0-1 0 0,15 57 1 0 0,-13-80-5051 0 0,0-1-1823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4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 10138 0 0,'11'31'4414'0'0,"0"-3"-3531"0"0,-6-14-513 0 0,1 6 276 0 0,0-1-1 0 0,17 33 1 0 0,-22-49-587 0 0,1 0-1 0 0,0 1 1 0 0,0-1-1 0 0,0 0 1 0 0,0 0-1 0 0,0 0 1 0 0,0-1 0 0 0,1 1-1 0 0,-1-1 1 0 0,1 1-1 0 0,0-1 1 0 0,0 0 0 0 0,0 0-1 0 0,0 0 1 0 0,0 0-1 0 0,0 0 1 0 0,0-1-1 0 0,1 1 1 0 0,-1-1 0 0 0,1 0-1 0 0,-1 0 1 0 0,7 0-1 0 0,-5-1 22 0 0,-1-1 0 0 0,1 0 0 0 0,0 0 0 0 0,0-1 0 0 0,-1 1 0 0 0,1-1 0 0 0,-1 0 0 0 0,0-1 0 0 0,1 1 0 0 0,-1-1 0 0 0,0 1-1 0 0,0-1 1 0 0,-1 0 0 0 0,1-1 0 0 0,-1 1 0 0 0,1-1 0 0 0,3-4 0 0 0,6-10 342 0 0,0 0 0 0 0,14-25 1 0 0,-27 42-425 0 0,15-27 200 0 0,-12 22-146 0 0,0-1-1 0 0,0 0 1 0 0,0 1-1 0 0,1 0 1 0 0,0 0 0 0 0,0 0-1 0 0,1 0 1 0 0,0 0 0 0 0,0 1-1 0 0,0 0 1 0 0,1 0 0 0 0,10-7-1 0 0,-15 11-32 0 0,0 1 0 0 0,0 0-1 0 0,0-1 1 0 0,0 1 0 0 0,0 0 0 0 0,0 0-1 0 0,0-1 1 0 0,0 1 0 0 0,1 0 0 0 0,-1 0-1 0 0,0 0 1 0 0,0 0 0 0 0,0 0 0 0 0,0 0-1 0 0,0 1 1 0 0,0-1 0 0 0,0 0-1 0 0,0 1 1 0 0,0-1 0 0 0,0 0 0 0 0,0 1-1 0 0,0-1 1 0 0,0 1 0 0 0,0 0 0 0 0,1 0-1 0 0,0 1 19 0 0,0 0 0 0 0,0 1 0 0 0,0-1-1 0 0,0 1 1 0 0,0-1 0 0 0,-1 1 0 0 0,1 0-1 0 0,2 5 1 0 0,0 3 54 0 0,-1 0 1 0 0,0 0-1 0 0,3 22 0 0 0,-4-8-251 0 0,-1 0 0 0 0,-1 0 0 0 0,-2 0 0 0 0,0 0 1 0 0,-1 0-1 0 0,-2 0 0 0 0,0-1 0 0 0,-2 0 0 0 0,-1 0 0 0 0,-13 30 0 0 0,2-19-7771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5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10138 0 0,'0'0'778'0'0,"19"16"530"0"0,-9-6-451 0 0,0 2 0 0 0,-1-1 0 0 0,0 1 0 0 0,-1 1 0 0 0,13 24 0 0 0,-7-4 333 0 0,13 45 1 0 0,-24-71-1025 0 0,6 23 398 0 0,21 45 1 0 0,-27-68-552 0 0,0-1-1 0 0,1 0 1 0 0,-1 0 0 0 0,1 0 0 0 0,0-1-1 0 0,1 1 1 0 0,-1-1 0 0 0,1 0 0 0 0,0 0-1 0 0,0 0 1 0 0,1-1 0 0 0,0 0 0 0 0,8 5 0 0 0,-12-8-30 0 0,1 0 1 0 0,-1 0-1 0 0,1-1 1 0 0,-1 1 0 0 0,1-1-1 0 0,-1 1 1 0 0,1-1 0 0 0,0 0-1 0 0,-1 0 1 0 0,1 0-1 0 0,0 0 1 0 0,-1 0 0 0 0,1-1-1 0 0,-1 1 1 0 0,1-1 0 0 0,0 0-1 0 0,2 0 1 0 0,-1-2-69 0 0,1 1 1 0 0,-1-1-1 0 0,0 1 1 0 0,0-1-1 0 0,0 0 1 0 0,0-1-1 0 0,0 1 1 0 0,4-6-1 0 0,1-2-84 0 0,-1 0 1 0 0,0 0-1 0 0,-1-1 0 0 0,-1 0 0 0 0,9-22 0 0 0,5-34 303 0 0,-18 55 118 0 0,1-1-1 0 0,1 1 0 0 0,0 0 1 0 0,0 0-1 0 0,2 1 1 0 0,-1 0-1 0 0,14-21 1 0 0,-18 32-231 0 0,-1 1-1 0 0,1-1 1 0 0,0 0-1 0 0,-1 1 1 0 0,1-1 0 0 0,0 1-1 0 0,-1-1 1 0 0,1 1 0 0 0,0-1-1 0 0,0 1 1 0 0,0-1 0 0 0,-1 1-1 0 0,1 0 1 0 0,0-1 0 0 0,0 1-1 0 0,0 0 1 0 0,0 0-1 0 0,0 0 1 0 0,0 0 0 0 0,0 0-1 0 0,0 0 1 0 0,-1 0 0 0 0,1 0-1 0 0,0 0 1 0 0,1 0 0 0 0,1 1-4 0 0,0 0 1 0 0,0 0 0 0 0,-1 0 0 0 0,1 1 0 0 0,-1-1 0 0 0,1 1 0 0 0,-1-1 0 0 0,3 3-1 0 0,36 39 145 0 0,-25-21-63 0 0,17 32 0 0 0,9 12 23 0 0,-41-65-122 0 0,0 1 0 0 0,0-1 0 0 0,0 1 0 0 0,0-1 0 0 0,1 0 0 0 0,-1 1 0 0 0,0-1 0 0 0,1 0 0 0 0,-1 0 0 0 0,1 0 0 0 0,-1 0 1 0 0,1 0-1 0 0,-1-1 0 0 0,1 1 0 0 0,0 0 0 0 0,-1-1 0 0 0,4 1 0 0 0,-4-1 0 0 0,0 0 0 0 0,1 0 0 0 0,-1 0 0 0 0,0 0-1 0 0,1-1 1 0 0,-1 1 0 0 0,0 0 0 0 0,1-1 0 0 0,-1 0 0 0 0,0 1 0 0 0,0-1 0 0 0,0 1 0 0 0,1-1 0 0 0,-1 0 0 0 0,0 0 0 0 0,0 0-1 0 0,0 0 1 0 0,1-1 0 0 0,4-6 1 0 0,0 0-1 0 0,0-1 1 0 0,-1 0 0 0 0,0 0-1 0 0,3-11 1 0 0,4-3 9 0 0,-7 14 36 0 0,0 1-1 0 0,0 0 0 0 0,1 0 1 0 0,1 0-1 0 0,-1 1 0 0 0,1 0 1 0 0,14-11-1 0 0,-19 17-34 0 0,0 0-1 0 0,0-1 1 0 0,0 1-1 0 0,0 0 1 0 0,0 0-1 0 0,0 1 1 0 0,0-1-1 0 0,1 0 1 0 0,-1 1-1 0 0,0-1 1 0 0,1 1-1 0 0,-1 0 1 0 0,0 0-1 0 0,1 0 1 0 0,3 0-1 0 0,-3 1-5 0 0,-1 0 0 0 0,1 0-1 0 0,-1 0 1 0 0,1 0 0 0 0,-1 1 0 0 0,0-1-1 0 0,1 1 1 0 0,-1-1 0 0 0,0 1-1 0 0,0 0 1 0 0,0 0 0 0 0,0 0 0 0 0,0 0-1 0 0,-1 0 1 0 0,1 0 0 0 0,-1 0 0 0 0,2 3-1 0 0,4 9 35 0 0,0-1-1 0 0,8 25 1 0 0,-12-28-36 0 0,1 0 0 0 0,0-1 0 0 0,0 1-1 0 0,1-1 1 0 0,0 1 0 0 0,1-2 0 0 0,11 16 0 0 0,-16-23-3 0 0,0 0 0 0 0,-1 0 0 0 0,1-1 0 0 0,0 1 0 0 0,0 0 0 0 0,0 0 0 0 0,0-1 0 0 0,0 1 0 0 0,0 0 0 0 0,0-1 0 0 0,0 1 0 0 0,0-1 0 0 0,0 0 0 0 0,0 1 0 0 0,0-1 0 0 0,0 0 0 0 0,0 1 0 0 0,0-1 0 0 0,0 0 0 0 0,0 0 0 0 0,1 0 0 0 0,-1 0 0 0 0,0 0 0 0 0,0 0 0 0 0,0 0 0 0 0,0 0 0 0 0,0-1 0 0 0,0 1 0 0 0,0 0 0 0 0,1-1 0 0 0,-1 1 0 0 0,0-1 0 0 0,0 1 0 0 0,0-1 0 0 0,0 0 0 0 0,-1 1 0 0 0,1-1 0 0 0,0 0 0 0 0,0 1 0 0 0,0-1 0 0 0,0 0 0 0 0,-1 0 0 0 0,1 0 0 0 0,1-1 0 0 0,3-7 9 0 0,0 0-1 0 0,0 0 0 0 0,0 0 0 0 0,3-14 0 0 0,4-3 15 0 0,-8 20-7 0 0,0 0 1 0 0,0 1-1 0 0,1-1 0 0 0,0 1 1 0 0,0 0-1 0 0,0 1 1 0 0,0-1-1 0 0,1 1 0 0 0,0 0 1 0 0,0 0-1 0 0,0 1 0 0 0,0 0 1 0 0,1 0-1 0 0,12-4 1 0 0,-15 6-12 0 0,-1 0 1 0 0,0 0-1 0 0,1 1 1 0 0,-1 0-1 0 0,0-1 0 0 0,1 1 1 0 0,-1 1-1 0 0,0-1 1 0 0,1 0-1 0 0,-1 1 1 0 0,1-1-1 0 0,-1 1 1 0 0,0 0-1 0 0,0 0 1 0 0,0 1-1 0 0,1-1 1 0 0,-1 1-1 0 0,0-1 1 0 0,-1 1-1 0 0,1 0 1 0 0,0 0-1 0 0,0 0 1 0 0,-1 1-1 0 0,0-1 1 0 0,1 0-1 0 0,-1 1 1 0 0,0 0-1 0 0,0 0 1 0 0,0-1-1 0 0,0 1 1 0 0,-1 0-1 0 0,3 5 1 0 0,2 4-240 0 0,1 0 0 0 0,0 0 0 0 0,1 0 0 0 0,14 14 0 0 0,-9-13-647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5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6913 0 0,'2'-14'269'0'0,"8"-22"11041"0"0,-10 36-11208 0 0,1 0 0 0 0,-1 0 0 0 0,1 0 0 0 0,-1 0 0 0 0,0 0 0 0 0,1 0 0 0 0,-1 0 0 0 0,0 0 0 0 0,1 1 0 0 0,-1-1 0 0 0,0 0 0 0 0,1 0 0 0 0,-1 0 0 0 0,0 0 0 0 0,1 0 0 0 0,-1 1 0 0 0,0-1 0 0 0,1 0 0 0 0,-1 0 0 0 0,0 0 0 0 0,1 1 0 0 0,-1-1 0 0 0,0 0 0 0 0,0 0 0 0 0,1 1 0 0 0,-1-1 0 0 0,0 0 0 0 0,0 1 0 0 0,0-1 0 0 0,0 0 0 0 0,1 1 0 0 0,-1-1 0 0 0,0 0 0 0 0,0 1 0 0 0,0-1 0 0 0,0 1 0 0 0,8 14 398 0 0,0 6-236 0 0,-1 0 1 0 0,0 0-1 0 0,-2 0 0 0 0,4 34 0 0 0,2 92 189 0 0,-6-60-260 0 0,0-38-217 0 0,17 77 0 0 0,-1-52-6943 0 0,-11-38-645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6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226 196 6129 0 0,'10'-34'169'0'0,"-3"14"408"0"0,-2 1 0 0 0,4-22 1 0 0,-8 35 120 0 0,-1 0 0 0 0,0 0 0 0 0,0 0 0 0 0,0 0 0 0 0,0 0 0 0 0,-3-9 0 0 0,3 13-523 0 0,-1 1 1 0 0,1-1-1 0 0,0 1 1 0 0,-1-1-1 0 0,0 1 0 0 0,1-1 1 0 0,-1 1-1 0 0,0 0 0 0 0,0-1 1 0 0,1 1-1 0 0,-1 0 0 0 0,0 0 1 0 0,0 0-1 0 0,-1-1 0 0 0,1 1 1 0 0,0 0-1 0 0,0 0 1 0 0,0 1-1 0 0,-1-1 0 0 0,1 0 1 0 0,0 0-1 0 0,-4-1 0 0 0,3 2 8 0 0,-1-1 0 0 0,0 1 0 0 0,0 0 0 0 0,0 0 0 0 0,0 0 0 0 0,1 0 0 0 0,-1 0-1 0 0,0 1 1 0 0,0-1 0 0 0,0 1 0 0 0,-4 1 0 0 0,-5 3 153 0 0,0 0 1 0 0,1 1-1 0 0,0 0 0 0 0,-14 11 1 0 0,5-4 57 0 0,-34 32-1 0 0,50-41-349 0 0,-1 1 0 0 0,1 0-1 0 0,-1 0 1 0 0,2 0 0 0 0,-1 0-1 0 0,0 1 1 0 0,1-1-1 0 0,0 1 1 0 0,0 0 0 0 0,1 0-1 0 0,0 0 1 0 0,-2 8 0 0 0,3-12-41 0 0,1 0 0 0 0,0 0 1 0 0,0 1-1 0 0,0-1 0 0 0,0 0 1 0 0,0 0-1 0 0,1 0 0 0 0,-1 0 1 0 0,0 0-1 0 0,1 0 0 0 0,0 0 1 0 0,-1 0-1 0 0,1 0 0 0 0,0 0 1 0 0,0 0-1 0 0,0-1 0 0 0,1 1 1 0 0,-1 0-1 0 0,0-1 0 0 0,2 2 1 0 0,0 1 11 0 0,1-1 0 0 0,0 0 0 0 0,0-1 1 0 0,0 1-1 0 0,0-1 0 0 0,0 0 1 0 0,1 0-1 0 0,6 3 0 0 0,5-1-4 0 0,1 0 0 0 0,-1-1 0 0 0,34 3-1 0 0,-25-6-586 0 0,1 0-227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6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5529 0 0,'5'11'7282'0'0,"2"9"-4526"0"0,-2 23-341 0 0,-4-25-2246 0 0,0-1-1 0 0,2 1 0 0 0,0-1 0 0 0,0 0 1 0 0,2 0-1 0 0,0 0 0 0 0,13 27 0 0 0,-18-44-170 0 0,0 0 1 0 0,1 1-1 0 0,-1-1 1 0 0,0 0-1 0 0,0 1 0 0 0,1-1 1 0 0,-1 1-1 0 0,0-1 0 0 0,0 0 1 0 0,1 0-1 0 0,-1 1 0 0 0,0-1 1 0 0,1 0-1 0 0,-1 0 0 0 0,1 1 1 0 0,-1-1-1 0 0,0 0 0 0 0,1 0 1 0 0,-1 0-1 0 0,1 0 0 0 0,-1 1 1 0 0,0-1-1 0 0,1 0 0 0 0,-1 0 1 0 0,1 0-1 0 0,-1 0 0 0 0,1 0 1 0 0,-1 0-1 0 0,0 0 0 0 0,1 0 1 0 0,-1 0-1 0 0,1 0 1 0 0,-1-1-1 0 0,1 1 0 0 0,-1 0 1 0 0,0 0-1 0 0,1 0 0 0 0,16-16-105 0 0,8-23-188 0 0,-10 10 561 0 0,25-34 0 0 0,-34 54-56 0 0,1 1 0 0 0,-1 0 0 0 0,1 1 0 0 0,1-1 0 0 0,0 1 0 0 0,0 1 0 0 0,0-1 0 0 0,12-5 0 0 0,-18 11-177 0 0,0 0 1 0 0,0 0 0 0 0,1 0-1 0 0,-1 1 1 0 0,0-1-1 0 0,1 1 1 0 0,-1-1 0 0 0,1 1-1 0 0,-1 0 1 0 0,1 0 0 0 0,-1 0-1 0 0,1 1 1 0 0,-1-1 0 0 0,0 0-1 0 0,1 1 1 0 0,-1-1 0 0 0,0 1-1 0 0,1 0 1 0 0,-1 0 0 0 0,0 0-1 0 0,0 0 1 0 0,0 0 0 0 0,1 1-1 0 0,-1-1 1 0 0,-1 1 0 0 0,1-1-1 0 0,0 1 1 0 0,2 3-1 0 0,7 6 265 0 0,-2 0-1 0 0,1 1 1 0 0,12 21-1 0 0,-8-11-158 0 0,-5-10-881 0 0,0 0 0 0 0,17 17 0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6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6913 0 0,'10'1'10151'0'0,"-10"11"-9424"0"0,1 8 22 0 0,0 0 0 0 0,1 0 0 0 0,1 0 1 0 0,9 30-1 0 0,-11-45-725 0 0,1-1 1 0 0,-1 1 0 0 0,1 0 0 0 0,1-1 0 0 0,-1 0 0 0 0,1 1-1 0 0,-1-1 1 0 0,1 0 0 0 0,0 0 0 0 0,1-1 0 0 0,-1 1 0 0 0,1-1-1 0 0,-1 1 1 0 0,1-1 0 0 0,0 0 0 0 0,0 0 0 0 0,1-1-1 0 0,-1 1 1 0 0,0-1 0 0 0,1 0 0 0 0,-1 0 0 0 0,1-1 0 0 0,0 1-1 0 0,0-1 1 0 0,5 1 0 0 0,-8-2-13 0 0,0 1 1 0 0,0-1-1 0 0,1 0 0 0 0,-1 0 0 0 0,0 1 1 0 0,0-1-1 0 0,1-1 0 0 0,-1 1 1 0 0,0 0-1 0 0,0 0 0 0 0,0-1 0 0 0,1 1 1 0 0,-1-1-1 0 0,0 0 0 0 0,0 0 0 0 0,0 0 1 0 0,0 0-1 0 0,0 0 0 0 0,0 0 1 0 0,0 0-1 0 0,-1-1 0 0 0,1 1 0 0 0,0-1 1 0 0,-1 1-1 0 0,1-1 0 0 0,-1 0 0 0 0,1 1 1 0 0,-1-1-1 0 0,0 0 0 0 0,0 0 1 0 0,0 0-1 0 0,0 0 0 0 0,0 0 0 0 0,1-4 1 0 0,-1 1 9 0 0,-1 0 1 0 0,1 1-1 0 0,-1-1 1 0 0,0 0-1 0 0,0 0 1 0 0,0 0-1 0 0,-1 0 1 0 0,0 0-1 0 0,0 0 0 0 0,0 1 1 0 0,0-1-1 0 0,-1 0 1 0 0,0 1-1 0 0,-4-9 1 0 0,2 6-80 0 0,-1 0 0 0 0,1 0 0 0 0,-1 1 0 0 0,0-1 0 0 0,-1 1 0 0 0,1 0 0 0 0,-1 1 1 0 0,0-1-1 0 0,-1 1 0 0 0,1 1 0 0 0,-1-1 0 0 0,0 1 0 0 0,0 0 0 0 0,-1 0 0 0 0,1 1 0 0 0,-1 0 0 0 0,1 1 0 0 0,-1-1 0 0 0,0 2 1 0 0,0-1-1 0 0,0 1 0 0 0,0 0 0 0 0,0 0 0 0 0,-13 2 0 0 0,1 2-1169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7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7370 0 0,'5'-2'364'0'0,"0"0"1"0"0,1 0 0 0 0,-1 1 0 0 0,0 0 0 0 0,0 0 0 0 0,1 0 0 0 0,5 0 0 0 0,-10 1-225 0 0,0 0 0 0 0,1 1 0 0 0,-1-1 0 0 0,0 0-1 0 0,0 1 1 0 0,1-1 0 0 0,-1 1 0 0 0,0-1 0 0 0,0 1 0 0 0,0 0 0 0 0,0-1 0 0 0,0 1 0 0 0,0 0 0 0 0,0 0 0 0 0,0 0 0 0 0,0-1 0 0 0,0 1 0 0 0,0 0 0 0 0,-1 0 0 0 0,1 1 0 0 0,0-1 0 0 0,-1 0 0 0 0,1 0 0 0 0,0 0 0 0 0,-1 0 0 0 0,0 0 0 0 0,1 1 0 0 0,-1-1-1 0 0,0 0 1 0 0,1 0 0 0 0,-1 1 0 0 0,0-1 0 0 0,0 0 0 0 0,0 2 0 0 0,9 39 1612 0 0,-8-40-1733 0 0,0 0-1 0 0,0 0 1 0 0,-1 0 0 0 0,1 0 0 0 0,0 0-1 0 0,1 0 1 0 0,-1-1 0 0 0,0 1-1 0 0,0 0 1 0 0,1-1 0 0 0,-1 1-1 0 0,1-1 1 0 0,-1 0 0 0 0,1 1 0 0 0,0-1-1 0 0,0 0 1 0 0,2 2 0 0 0,-3-4 4 0 0,0 1 0 0 0,0 0 0 0 0,-1 0 0 0 0,1-1 0 0 0,0 1-1 0 0,-1 0 1 0 0,1-1 0 0 0,0 1 0 0 0,-1 0 0 0 0,1-1 0 0 0,0 1 0 0 0,-1-1 0 0 0,1 1 0 0 0,-1-1 0 0 0,1 0 0 0 0,-1 1 0 0 0,1-1 0 0 0,-1 1 0 0 0,1-1 0 0 0,-1 0 0 0 0,0 0 0 0 0,0 1 0 0 0,1-2 0 0 0,11-13 475 0 0,-12 15-497 0 0,1 0 1 0 0,-1 0 0 0 0,0 0 0 0 0,1 0 0 0 0,-1 0-1 0 0,1 0 1 0 0,-1 0 0 0 0,1 0 0 0 0,-1 0 0 0 0,1 0-1 0 0,-1 0 1 0 0,1 0 0 0 0,-1 0 0 0 0,1 0-1 0 0,-1 1 1 0 0,1-1 0 0 0,-1 0 0 0 0,1 0 0 0 0,-1 0-1 0 0,0 1 1 0 0,1-1 0 0 0,-1 0 0 0 0,1 1-1 0 0,-1-1 1 0 0,0 0 0 0 0,1 1 0 0 0,-1-1 0 0 0,0 0-1 0 0,1 1 1 0 0,-1-1 0 0 0,0 1 0 0 0,0-1-1 0 0,1 1 1 0 0,-1-1 0 0 0,0 0 0 0 0,0 2 0 0 0,15 23 65 0 0,-4-6 279 0 0,25 33 0 0 0,-32-48-292 0 0,-1 0 0 0 0,1 0 1 0 0,0 0-1 0 0,0 0 0 0 0,0-1 0 0 0,0 0 0 0 0,1 0 0 0 0,-1 0 0 0 0,1 0 1 0 0,0-1-1 0 0,-1 0 0 0 0,1 0 0 0 0,6 2 0 0 0,-9-4-34 0 0,-1 0-1 0 0,1 1 0 0 0,-1-1 1 0 0,1 0-1 0 0,0 0 1 0 0,-1 0-1 0 0,1 0 0 0 0,-1-1 1 0 0,1 1-1 0 0,-1 0 1 0 0,1-1-1 0 0,-1 1 1 0 0,1-1-1 0 0,-1 1 0 0 0,0-1 1 0 0,1 0-1 0 0,-1 0 1 0 0,0 1-1 0 0,1-1 0 0 0,-1 0 1 0 0,2-3-1 0 0,0 1 41 0 0,0 0 1 0 0,-1-1-1 0 0,1 1 0 0 0,-1-1 0 0 0,0 0 1 0 0,0 0-1 0 0,3-8 0 0 0,-1-2 65 0 0,0-1 0 0 0,-1 0 0 0 0,2-24 0 0 0,-4 33-243 0 0,-1-41 186 0 0,0 45-328 0 0,0-1-1 0 0,-1 1 0 0 0,1 0 1 0 0,-1 0-1 0 0,0-1 0 0 0,0 1 1 0 0,0 0-1 0 0,0 0 0 0 0,0 0 1 0 0,-3-3-1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7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11522 0 0,'0'0'40'0'0,"0"0"0"0"0,0-1 0 0 0,0 1-1 0 0,0 0 1 0 0,-1 0 0 0 0,1 0 0 0 0,0 0-1 0 0,0-1 1 0 0,0 1 0 0 0,0 0 0 0 0,0 0-1 0 0,0 0 1 0 0,0 0 0 0 0,0-1 0 0 0,0 1-1 0 0,0 0 1 0 0,0 0 0 0 0,0 0 0 0 0,0-1-1 0 0,0 1 1 0 0,0 0 0 0 0,0 0 0 0 0,0 0-1 0 0,0-1 1 0 0,0 1 0 0 0,0 0 0 0 0,0 0-1 0 0,0 0 1 0 0,0-1 0 0 0,0 1 0 0 0,0 0-1 0 0,1 0 1 0 0,-1 0 0 0 0,0 0 0 0 0,0-1-1 0 0,0 1 1 0 0,0 0 0 0 0,0 0 0 0 0,0 0-1 0 0,1 0 1 0 0,-1 0 0 0 0,0 0 0 0 0,0-1-1 0 0,0 1 1 0 0,1 0 0 0 0,11 1 2315 0 0,12 8 895 0 0,-21-7-3070 0 0,0 1-1 0 0,0-1 0 0 0,0 1 1 0 0,-1 0-1 0 0,1 0 1 0 0,-1 0-1 0 0,0 0 1 0 0,1 1-1 0 0,-2-1 1 0 0,1 1-1 0 0,0-1 0 0 0,-1 1 1 0 0,1-1-1 0 0,-1 1 1 0 0,0 0-1 0 0,0 0 1 0 0,-1 0-1 0 0,1-1 1 0 0,-1 1-1 0 0,0 0 1 0 0,0 4-1 0 0,-1 11-156 0 0,-1 0 0 0 0,0 0 0 0 0,-7 22 1 0 0,1 2 172 0 0,8-42-182 0 0,-2 36-266 0 0,2-36 243 0 0,0-1-1 0 0,0 0 1 0 0,0 0 0 0 0,0 1 0 0 0,0-1 0 0 0,0 0 0 0 0,0 0 0 0 0,0 1 0 0 0,0-1 0 0 0,1 0 0 0 0,-1 0 0 0 0,0 1 0 0 0,0-1 0 0 0,0 0-1 0 0,0 0 1 0 0,0 0 0 0 0,1 1 0 0 0,-1-1 0 0 0,0 0 0 0 0,0 0 0 0 0,0 0 0 0 0,1 0 0 0 0,-1 1 0 0 0,0-1 0 0 0,0 0 0 0 0,1 0-1 0 0,-1 0 1 0 0,0 0 0 0 0,0 0 0 0 0,1 0 0 0 0,-1 0 0 0 0,0 0 0 0 0,0 0 0 0 0,1 0 0 0 0,-1 0 0 0 0,1 0 0 0 0,15-12-173 0 0,64-86-90 0 0,-54 63 344 0 0,1 2 1 0 0,34-32-1 0 0,-58 62-38 0 0,0 0 1 0 0,1 0-1 0 0,-1 1 0 0 0,0-1 1 0 0,1 1-1 0 0,0 0 0 0 0,-1 0 1 0 0,1 0-1 0 0,0 0 0 0 0,0 1 1 0 0,0 0-1 0 0,0 0 0 0 0,0 0 1 0 0,0 0-1 0 0,6 0 0 0 0,-7 1 10 0 0,0 1 1 0 0,0-1-1 0 0,0 1 0 0 0,0 0 0 0 0,0 0 0 0 0,0 0 0 0 0,0 0 0 0 0,0 0 0 0 0,0 1 0 0 0,-1-1 0 0 0,1 1 0 0 0,-1 0 0 0 0,1 0 0 0 0,-1 0 1 0 0,1 0-1 0 0,-1 0 0 0 0,0 0 0 0 0,0 1 0 0 0,0-1 0 0 0,0 1 0 0 0,1 2 0 0 0,22 36 489 0 0,-17-26-649 0 0,1-1 1 0 0,0-1 0 0 0,0 0-1 0 0,18 19 1 0 0,-10-17-137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8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31 3681 0 0,'-42'8'4682'0'0,"36"-8"-3937"0"0,0 1 0 0 0,0 0 0 0 0,0 0 1 0 0,0 0-1 0 0,0 1 0 0 0,0 0 0 0 0,0 0 0 0 0,1 0 1 0 0,-1 1-1 0 0,1 0 0 0 0,-1 0 0 0 0,-4 4 1 0 0,10-7-709 0 0,0 0 1 0 0,0 0 0 0 0,0 0-1 0 0,-1 0 1 0 0,1 0 0 0 0,0 1-1 0 0,0-1 1 0 0,0 0 0 0 0,0 0 0 0 0,0 0-1 0 0,0 0 1 0 0,0 0 0 0 0,0 0-1 0 0,0 1 1 0 0,-1-1 0 0 0,1 0-1 0 0,0 0 1 0 0,0 0 0 0 0,0 0 0 0 0,0 1-1 0 0,0-1 1 0 0,0 0 0 0 0,0 0-1 0 0,0 0 1 0 0,0 0 0 0 0,0 1-1 0 0,0-1 1 0 0,0 0 0 0 0,0 0 0 0 0,0 0-1 0 0,0 0 1 0 0,0 1 0 0 0,1-1-1 0 0,-1 0 1 0 0,0 0 0 0 0,0 0-1 0 0,0 0 1 0 0,0 0 0 0 0,0 1 0 0 0,0-1-1 0 0,0 0 1 0 0,0 0 0 0 0,1 0-1 0 0,-1 0 1 0 0,0 0 0 0 0,0 0-1 0 0,0 0 1 0 0,0 1 0 0 0,13 2 703 0 0,14-1-199 0 0,191-26 1045 0 0,12 0-822 0 0,-43 11-234 0 0,104-3-334 0 0,-277 16-319 0 0,-9-1-5 0 0,1 0 0 0 0,-1 1 0 0 0,1 0 0 0 0,-1 1-1 0 0,0-1 1 0 0,1 1 0 0 0,-1 0 0 0 0,0 0 0 0 0,0 1 0 0 0,10 3 0 0 0,-12 4-3810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9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1376 0 0,'-5'11'23313'0'0,"63"60"-24309"0"0,-58-71 1008 0 0,0 0 1 0 0,0 0-1 0 0,0 1 0 0 0,1-1 1 0 0,-1 0-1 0 0,0 0 0 0 0,0 0 1 0 0,0 1-1 0 0,1-1 0 0 0,-1 0 1 0 0,0 0-1 0 0,0 0 1 0 0,1 1-1 0 0,-1-1 0 0 0,0 0 1 0 0,0 0-1 0 0,1 0 0 0 0,-1 0 1 0 0,0 0-1 0 0,0 0 0 0 0,1 0 1 0 0,-1 0-1 0 0,0 0 0 0 0,0 0 1 0 0,1 0-1 0 0,-1 0 0 0 0,0 0 1 0 0,1 0-1 0 0,-1 0 0 0 0,0 0 1 0 0,0 0-1 0 0,1 0 0 0 0,-1 0 1 0 0,0 0-1 0 0,0 0 0 0 0,1 0 1 0 0,-1 0-1 0 0,0 0 0 0 0,0-1 1 0 0,1 1-1 0 0,-1 0 0 0 0,0 0 1 0 0,0 0-1 0 0,1-1 0 0 0,-1 1 1 0 0,0 0-1 0 0,0 0 0 0 0,0 0 1 0 0,0-1-1 0 0,1 1 0 0 0,-1 0 1 0 0,0 0-1 0 0,0-1 0 0 0,0 1 1 0 0,0-1-1 0 0,3-7-2072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29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3857 0 0,'40'9'16386'0'0,"-40"-9"-16179"0"0,0 1-138 0 0,0-1 0 0 0,0 0 0 0 0,-1 0 0 0 0,1 0 0 0 0,0 1 0 0 0,0-1 0 0 0,0 0 0 0 0,0 0 0 0 0,0 0 0 0 0,0 1 0 0 0,0-1 0 0 0,0 0 0 0 0,0 0 0 0 0,0 0 0 0 0,0 1 0 0 0,0-1 0 0 0,0 0 0 0 0,0 0 0 0 0,0 1 0 0 0,0-1 1 0 0,0 0-1 0 0,0 0 0 0 0,0 0 0 0 0,0 1 0 0 0,0-1 0 0 0,0 0 0 0 0,0 0 0 0 0,0 0 0 0 0,0 1 0 0 0,0-1 0 0 0,1 0 0 0 0,-1 0 0 0 0,0 1 138 0 0,0-1-138 0 0,0 0 0 0 0,1 0 0 0 0,-1 0 0 0 0,0 0 0 0 0,0 0 0 0 0,0 0 0 0 0,1 1 0 0 0,-1-1 0 0 0,0 0 0 0 0,1 0 0 0 0,5 5-136 0 0,-4-3 167 0 0,-1-1 0 0 0,1 0 0 0 0,0 1 0 0 0,0 0 0 0 0,-1-1 1 0 0,1 1-1 0 0,-1 0 0 0 0,1 0 0 0 0,-1-1 0 0 0,0 1 0 0 0,0 0 0 0 0,0 0 0 0 0,0 1 0 0 0,0-1 1 0 0,0 0-1 0 0,-1 0 0 0 0,1 0 0 0 0,-1 0 0 0 0,1 1 0 0 0,-1-1 0 0 0,0 0 0 0 0,0 1 0 0 0,0 2 1 0 0,-1 5-101 0 0,2 1 0 0 0,-1-1 0 0 0,1 0 0 0 0,1 1 0 0 0,0-1 0 0 0,5 17 0 0 0,28 62 0 0 0,-7-18 0 0 0,-8-11 3 0 0,-3 0 1 0 0,14 91-1 0 0,-31-148 52 0 0,1 1 0 0 0,-1 0 0 0 0,0-1 0 0 0,0 1 0 0 0,-1-1 0 0 0,1 1 0 0 0,-1-1 0 0 0,-2 7 0 0 0,3-9-120 0 0,0 0-1 0 0,-1 0 0 0 0,1 0 1 0 0,-1 0-1 0 0,1 0 0 0 0,-1 0 0 0 0,1 0 1 0 0,-1 0-1 0 0,0 0 0 0 0,0-1 1 0 0,1 1-1 0 0,-1 0 0 0 0,0-1 0 0 0,0 1 1 0 0,0 0-1 0 0,1-1 0 0 0,-1 1 1 0 0,0-1-1 0 0,0 1 0 0 0,0-1 0 0 0,0 0 1 0 0,0 1-1 0 0,0-1 0 0 0,0 0 1 0 0,0 0-1 0 0,0 1 0 0 0,0-1 0 0 0,0 0 1 0 0,0 0-1 0 0,0 0 0 0 0,-1 0 1 0 0,1-1-1 0 0,-1 1 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5.1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526 20 8754 0 0,'35'-16'659'0'0,"-25"12"-1416"0"0,-24 14 153 0 0,-65 40 690 0 0,2 2-1 0 0,2 5 0 0 0,-128 125 1 0 0,196-175 88 0 0,4-5-63 0 0,0 1 0 0 0,0-1 0 0 0,1 1 0 0 0,-1-1 0 0 0,1 1 0 0 0,0 0 0 0 0,0 0 0 0 0,0 0 0 0 0,0 1 0 0 0,0-1 0 0 0,0 0 0 0 0,-1 8 0 0 0,3-11-66 0 0,0 1-1 0 0,1-1 0 0 0,-1 0 1 0 0,1 1-1 0 0,-1-1 0 0 0,1 1 0 0 0,-1-1 1 0 0,1 0-1 0 0,-1 1 0 0 0,1-1 1 0 0,-1 0-1 0 0,1 0 0 0 0,-1 1 0 0 0,1-1 1 0 0,0 0-1 0 0,-1 0 0 0 0,1 0 1 0 0,-1 0-1 0 0,1 0 0 0 0,0 0 0 0 0,-1 0 1 0 0,1 0-1 0 0,-1 0 0 0 0,1 0 1 0 0,0 0-1 0 0,0 0 0 0 0,22-3 239 0 0,-20 2-183 0 0,24-4-16 0 0,-1-2-1 0 0,0-1 0 0 0,49-21 1 0 0,72-46-2085 0 0,-87 43 1123 0 0,54-29-1307 0 0,167-83-1109 0 0,-280 143 3286 0 0,17-5 238 0 0,-14 6 57 0 0,-9 9 63 0 0,-31 26 1050 0 0,-79 60 0 0 0,35-32-663 0 0,-71 70 373 0 0,-76 62-513 0 0,167-148 167 0 0,-126 73-1 0 0,179-115-634 0 0,5-4-82 0 0,-1 1 0 0 0,1 0 1 0 0,-1-1-1 0 0,0 0 1 0 0,0 1-1 0 0,1-1 1 0 0,-1 0-1 0 0,0-1 1 0 0,0 1-1 0 0,-5 0 1 0 0,8-1-76 0 0,0 0 1 0 0,-1 0-1 0 0,1 0 1 0 0,0-1-28 0 0,0 1 27 0 0,0 0 1 0 0,-1 0-1 0 0,1 0 1 0 0,0-1-1 0 0,0 1 1 0 0,0 0-1 0 0,0 0 1 0 0,0-1-1 0 0,0 1 1 0 0,-1 0-1 0 0,1 0 1 0 0,0-1-1 0 0,0 1 1 0 0,0 0-1 0 0,0 0 1 0 0,0-1-1 0 0,0 1 1 0 0,0 0-1 0 0,0-1 1 0 0,0 1-1 0 0,0 0 1 0 0,1 0-1 0 0,-1-1 1 0 0,0 1 0 0 0,0 0-1 0 0,0 0 1 0 0,0-1-1 0 0,0 1 1 0 0,0 0-1 0 0,0 0 1 0 0,1 0-1 0 0,-1-1 1 0 0,0 1-1 0 0,0 0 1 0 0,0 0-1 0 0,1 0 1 0 0,-1-1-1 0 0,0 1 1 0 0,1 0-1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5.34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345 0 3681 0 0,'-183'267'2926'0'0,"31"-46"86"0"0,143-201-2190 0 0,9-20-814 0 0,0 0 0 0 0,0 0 0 0 0,0 0 0 0 0,1 1 0 0 0,-1-1 0 0 0,0 0 0 0 0,0 0 0 0 0,0 0 0 0 0,1 0 0 0 0,-1 0 0 0 0,0 0 0 0 0,0 0 0 0 0,0 0 0 0 0,1 1 0 0 0,-1-1 0 0 0,0 0 0 0 0,0 0 0 0 0,1 0 0 0 0,-1 0 0 0 0,0 0 0 0 0,0 0 0 0 0,1 0 0 0 0,-1 0 0 0 0,0 0 0 0 0,0-1 0 0 0,1 1 0 0 0,-1 0 0 0 0,0 0 0 0 0,0 0 0 0 0,0 0 0 0 0,1 0 0 0 0,-1 0 0 0 0,0 0 0 0 0,0 0 0 0 0,0-1 0 0 0,1 1 0 0 0,-1 0 0 0 0,0 0 0 0 0,0 0 0 0 0,0-1 0 0 0,37-25-738 0 0,-29 20 189 0 0,24-19-2948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5.45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3681 0 0,'2'0'58'0'0,"0"1"1"0"0,0 0 0 0 0,0 0-1 0 0,0 0 1 0 0,0 0-1 0 0,0 0 1 0 0,-1 1-1 0 0,1-1 1 0 0,0 0 0 0 0,-1 1-1 0 0,1-1 1 0 0,-1 1-1 0 0,0 0 1 0 0,2 2-1 0 0,9 31 2065 0 0,-11-30-1962 0 0,6 39 1666 0 0,-6-31-970 0 0,1 0 0 0 0,1 0-1 0 0,0-1 1 0 0,0 1-1 0 0,9 18 1 0 0,-11-29-812 0 0,0-1 1 0 0,0 0 0 0 0,0 1-1 0 0,0-1 1 0 0,0 0 0 0 0,0 0-1 0 0,0 0 1 0 0,1 0 0 0 0,-1 0-1 0 0,0 0 1 0 0,1 0 0 0 0,-1 0-1 0 0,0-1 1 0 0,1 1 0 0 0,-1 0-1 0 0,1-1 1 0 0,-1 1 0 0 0,1-1-1 0 0,0 0 1 0 0,-1 1 0 0 0,1-1-1 0 0,-1 0 1 0 0,1 0 0 0 0,-1 0-1 0 0,1 0 1 0 0,0 0 0 0 0,-1-1-1 0 0,3 0 1 0 0,7-5-177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6.82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568 43 12179 0 0,'0'-2'35'0'0,"0"0"0"0"0,0 0 0 0 0,-1 0 0 0 0,1 1 0 0 0,0-1 0 0 0,-1 0 0 0 0,1 0 0 0 0,-1 1 0 0 0,0-1 0 0 0,1 1 0 0 0,-1-1 0 0 0,0 0 0 0 0,0 1 0 0 0,0-1 0 0 0,0 1 0 0 0,0 0 0 0 0,0-1 0 0 0,-1 1 0 0 0,1 0 0 0 0,0 0 0 0 0,-1-1 0 0 0,1 1 0 0 0,-1 0 0 0 0,1 1 0 0 0,-1-1 0 0 0,0 0 0 0 0,1 0 0 0 0,-1 1 0 0 0,0-1 0 0 0,1 1 0 0 0,-1-1 0 0 0,0 1 0 0 0,0 0 0 0 0,1 0 0 0 0,-1-1 0 0 0,0 1 0 0 0,0 1 0 0 0,0-1 0 0 0,-2 0 0 0 0,-6 1-26 0 0,0 0 0 0 0,1 1 1 0 0,-1 0-1 0 0,0 0 0 0 0,0 1 1 0 0,1 0-1 0 0,0 1 0 0 0,0 0 0 0 0,0 1 1 0 0,-11 7-1 0 0,-12 9 35 0 0,-39 34-1 0 0,56-43-40 0 0,-65 56-119 0 0,-90 98 0 0 0,165-162 95 0 0,1 1-1 0 0,0 0 1 0 0,1 0 0 0 0,-1 1-1 0 0,1-1 1 0 0,0 1 0 0 0,-4 9 0 0 0,7-14 14 0 0,0 0 0 0 0,-1-1 0 0 0,1 1 0 0 0,0 0 0 0 0,0-1 1 0 0,0 1-1 0 0,0 0 0 0 0,0 0 0 0 0,0-1 0 0 0,0 1 0 0 0,0 0 0 0 0,0-1 1 0 0,0 1-1 0 0,0 0 0 0 0,0-1 0 0 0,1 1 0 0 0,-1 0 0 0 0,0-1 1 0 0,1 1-1 0 0,-1-1 0 0 0,0 1 0 0 0,1 0 0 0 0,-1-1 0 0 0,0 1 1 0 0,1-1-1 0 0,-1 1 0 0 0,2 0 0 0 0,0 0-9 0 0,0-1 0 0 0,0 1 0 0 0,0 0 0 0 0,0-1 1 0 0,0 0-1 0 0,0 0 0 0 0,0 1 0 0 0,0-1 0 0 0,0 0 0 0 0,0-1 0 0 0,0 1 0 0 0,0 0 1 0 0,0 0-1 0 0,4-2 0 0 0,24-6-542 0 0,1-1 1 0 0,-1-1 0 0 0,40-20-1 0 0,84-53-921 0 0,-47 23 575 0 0,-50 30 700 0 0,127-61-765 0 0,-160 81 872 0 0,1 1 0 0 0,0 1-1 0 0,1 1 1 0 0,-1 2 0 0 0,43-5-1 0 0,-62 9 140 0 0,-1 1 0 0 0,0 0-1 0 0,1 0 1 0 0,-1 1 0 0 0,1-1-1 0 0,-1 1 1 0 0,0 0 0 0 0,0 0-1 0 0,0 1 1 0 0,1 0 0 0 0,-1 0 0 0 0,-1 0-1 0 0,8 4 1 0 0,-9-4-4 0 0,-1 1-1 0 0,1-1 1 0 0,-1 1 0 0 0,0-1-1 0 0,0 1 1 0 0,0 0 0 0 0,0 0 0 0 0,0 0-1 0 0,-1 0 1 0 0,1 0 0 0 0,-1 0-1 0 0,0 0 1 0 0,0 0 0 0 0,0 1 0 0 0,0-1-1 0 0,-1 0 1 0 0,1 1 0 0 0,-1-1 0 0 0,0 1-1 0 0,0-1 1 0 0,0 0 0 0 0,-1 5-1 0 0,-1 14 359 0 0,-1 0-1 0 0,-1 0 0 0 0,-1 0 1 0 0,-14 36-1 0 0,-42 81 1474 0 0,49-114-1334 0 0,11-24-504 0 0,0 0 0 0 0,1 1-1 0 0,-1-1 1 0 0,0 0 0 0 0,1 1-1 0 0,-1-1 1 0 0,1 1 0 0 0,-1-1-1 0 0,1 1 1 0 0,0-1 0 0 0,0 1 0 0 0,0-1-1 0 0,0 1 1 0 0,0-1 0 0 0,0 1-1 0 0,0-1 1 0 0,0 1 0 0 0,0-1-1 0 0,1 1 1 0 0,0 1 0 0 0,-1-2-32 0 0,1 0 0 0 0,0-1 0 0 0,0 1 0 0 0,0 0 0 0 0,-1-1 0 0 0,1 1 0 0 0,0-1 0 0 0,0 1 0 0 0,0-1 0 0 0,0 0 0 0 0,0 1 0 0 0,0-1 0 0 0,0 0 0 0 0,0 1 0 0 0,0-1 0 0 0,0 0 0 0 0,0 0 1 0 0,0 0-1 0 0,0 0 0 0 0,0 0 0 0 0,2-1 0 0 0,8 0-257 0 0,-1-2 1 0 0,0 1-1 0 0,0-1 1 0 0,14-7-1 0 0,65-34-1991 0 0,-65 31 1585 0 0,0 0 0 0 0,1 2 1 0 0,0 1-1 0 0,32-9 0 0 0,-57 19 676 0 0,1-1 0 0 0,0 1 0 0 0,0 0 0 0 0,0-1-1 0 0,0 1 1 0 0,0 0 0 0 0,0 0 0 0 0,-1 0 0 0 0,1 0-1 0 0,0 0 1 0 0,0 0 0 0 0,0 0 0 0 0,0 0 0 0 0,0 0-1 0 0,0 0 1 0 0,0 0 0 0 0,0 0 0 0 0,-1 1 0 0 0,1-1-1 0 0,0 0 1 0 0,0 1 0 0 0,0-1 0 0 0,0 1 0 0 0,-1-1 0 0 0,1 1-1 0 0,1 0 1 0 0,-2 0 22 0 0,0 0 1 0 0,0 0-1 0 0,0 0 1 0 0,0 0-1 0 0,0 0 0 0 0,0 0 1 0 0,-1 0-1 0 0,1 0 0 0 0,0 0 1 0 0,0 0-1 0 0,-1 0 0 0 0,1 0 1 0 0,-1 0-1 0 0,1 0 1 0 0,-1 0-1 0 0,1 0 0 0 0,-1-1 1 0 0,0 2-1 0 0,-36 39 1044 0 0,-50 42 1133 0 0,-242 206 2696 0 0,304-272-4639 0 0,18-15-275 0 0,16-13-448 0 0,247-290-10426 0 0,-294 334 15541 0 0,-43 21-1956 0 0,69-46-2344 0 0,5-4-148 0 0,0 1 1 0 0,0-1-1 0 0,0 0 0 0 0,0-1 0 0 0,0 0 1 0 0,-1 0-1 0 0,-15 3 0 0 0,23-6-207 0 0,-1 0-1 0 0,1 0 0 0 0,-1 0 0 0 0,0 0 1 0 0,1 0-1 0 0,-1 0 0 0 0,1-1 1 0 0,-1 1-1 0 0,0 0 0 0 0,1 0 1 0 0,-1-1-1 0 0,1 1 0 0 0,-1 0 0 0 0,1-1 1 0 0,-1 1-1 0 0,1 0 0 0 0,0-1 1 0 0,-1 1-1 0 0,1-1 0 0 0,-1 1 1 0 0,1-1-1 0 0,0 1 0 0 0,-1-1 0 0 0,1 1 1 0 0,0-1-1 0 0,0 0 0 0 0,-1 1 1 0 0,1-1-1 0 0,0 1 0 0 0,0-1 0 0 0,0 0 1 0 0,0 1-1 0 0,0-1 0 0 0,0 1 1 0 0,0-1-1 0 0,0 0 0 0 0,0 1 1 0 0,0-1-1 0 0,0 1 0 0 0,0-1 0 0 0,0 0 1 0 0,0 1-1 0 0,1-1 0 0 0,-1 1 1 0 0,0-1-1 0 0,1 0 0 0 0,10-38-1494 0 0,-8 31 950 0 0,-2 5 235 0 0,0-1 1 0 0,0 1-1 0 0,0-1 0 0 0,-1 1 1 0 0,1-1-1 0 0,-1 0 0 0 0,0 0 1 0 0,0-5-1 0 0,0 8 259 0 0,0 1-1 0 0,-1-1 1 0 0,1 1-1 0 0,0-1 1 0 0,0 1-1 0 0,0-1 1 0 0,-1 1-1 0 0,1-1 1 0 0,0 1-1 0 0,-1-1 1 0 0,1 1-1 0 0,0 0 0 0 0,-1-1 1 0 0,1 1-1 0 0,0 0 1 0 0,-1-1-1 0 0,1 1 1 0 0,-1 0-1 0 0,1-1 1 0 0,-1 1-1 0 0,1 0 1 0 0,-1 0-1 0 0,1-1 1 0 0,-1 1-1 0 0,-1 0 19 0 0,1 0-1 0 0,-1 0 1 0 0,0 0-1 0 0,1 0 1 0 0,-1 0 0 0 0,1 0-1 0 0,-1 1 1 0 0,0-1-1 0 0,1 1 1 0 0,-1-1-1 0 0,1 1 1 0 0,-2 0 0 0 0,-29 16 408 0 0,2 1 1 0 0,0 2 0 0 0,1 0 0 0 0,-39 37 0 0 0,45-37 116 0 0,-23 20 712 0 0,-33 23 922 0 0,79-63-2114 0 0,10-14 32 0 0,16-18-542 0 0,187-162-5255 0 0,-125 118 4131 0 0,-207 162 6627 0 0,20-16-2964 0 0,77-53-1777 0 0,-184 145 2128 0 0,193-150-2575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8.71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757 410 10594 0 0,'-3'-4'276'0'0,"0"-1"0"0"0,0 1-1 0 0,0-1 1 0 0,0 1-1 0 0,-1 0 1 0 0,0 1 0 0 0,0-1-1 0 0,0 1 1 0 0,0-1 0 0 0,0 1-1 0 0,-1 0 1 0 0,1 1-1 0 0,-10-5 1 0 0,2 2 85 0 0,-1 0 1 0 0,0 0-1 0 0,0 1 0 0 0,-18-2 0 0 0,11 4-213 0 0,0 0 0 0 0,1 2 0 0 0,-1 1 0 0 0,0 0 0 0 0,0 1-1 0 0,1 2 1 0 0,-1 0 0 0 0,1 0 0 0 0,-27 12 0 0 0,-10 7 413 0 0,-93 51 0 0 0,121-58-568 0 0,5-5-20 0 0,0 2 0 0 0,1 0 0 0 0,1 2 1 0 0,0 0-1 0 0,-20 20 0 0 0,41-35 16 0 0,-1 0 1 0 0,1 0-1 0 0,0 0 1 0 0,0 0-1 0 0,-1 0 1 0 0,1 1-1 0 0,0-1 1 0 0,0 0-1 0 0,-1 0 0 0 0,1 0 1 0 0,0 1-1 0 0,0-1 1 0 0,-1 0-1 0 0,1 0 1 0 0,0 1-1 0 0,0-1 1 0 0,0 0-1 0 0,0 1 1 0 0,-1-1-1 0 0,1 0 0 0 0,0 0 1 0 0,0 1-1 0 0,0-1 1 0 0,0 0-1 0 0,0 1 1 0 0,0-1-1 0 0,0 0 1 0 0,0 1-1 0 0,0-1 0 0 0,0 0 1 0 0,0 1-1 0 0,0-1 1 0 0,0 0-1 0 0,0 1 1 0 0,0-1-1 0 0,0 0 1 0 0,1 1-1 0 0,-1-1 1 0 0,0 0-1 0 0,0 0 0 0 0,0 1 1 0 0,0-1-1 0 0,1 0 1 0 0,-1 1-1 0 0,18-1-386 0 0,25-9-71 0 0,11-9 244 0 0,-1-2 1 0 0,60-32-1 0 0,99-64-742 0 0,-159 85 672 0 0,47-32-1546 0 0,113-94 0 0 0,-72 50-915 0 0,-122 96 2945 0 0,-14 12 288 0 0,-8 9 232 0 0,-15 17-103 0 0,0-1 1 0 0,-2 0-1 0 0,-1-2 1 0 0,-24 23-1 0 0,18-19-250 0 0,-197 184 1122 0 0,142-140-1132 0 0,-131 148 0 0 0,204-210-302 0 0,6-7-19 0 0,1 0 0 0 0,-1 0 0 0 0,0-1 0 0 0,1 1 0 0 0,0 1 0 0 0,0-1 0 0 0,0 0 0 0 0,0 1 0 0 0,0-1 0 0 0,1 1 0 0 0,-1-1 0 0 0,1 1 0 0 0,-1 4-1 0 0,2-8-45 0 0,1 1 0 0 0,-1-1-1 0 0,1 1 1 0 0,-1-1 0 0 0,1 0-1 0 0,-1 1 1 0 0,1-1 0 0 0,-1 1-1 0 0,1-1 1 0 0,-1 0 0 0 0,1 0-1 0 0,0 1 1 0 0,-1-1 0 0 0,1 0-1 0 0,-1 0 1 0 0,1 0 0 0 0,0 0-1 0 0,-1 0 1 0 0,1 0-1 0 0,0 0 1 0 0,-1 0 0 0 0,1 0-1 0 0,-1 0 1 0 0,1 0 0 0 0,0 0-1 0 0,-1 0 1 0 0,1 0 0 0 0,0 0-1 0 0,-1-1 1 0 0,1 1 0 0 0,-1 0-1 0 0,1-1 1 0 0,0 1 0 0 0,24-9-599 0 0,-24 8 592 0 0,72-34-2845 0 0,83-54 1 0 0,-13 7 493 0 0,-111 64 1836 0 0,-5 3 1 0 0,1 1-1 0 0,0 1 0 0 0,56-18 1 0 0,-83 31 556 0 0,1-1 0 0 0,-1 1 0 0 0,1-1 1 0 0,0 1-1 0 0,-1-1 0 0 0,1 1 0 0 0,-1 0 0 0 0,1 0 0 0 0,-1 0 1 0 0,1 0-1 0 0,0 0 0 0 0,-1 0 0 0 0,1 1 0 0 0,-1-1 0 0 0,1 1 1 0 0,-1-1-1 0 0,1 1 0 0 0,-1-1 0 0 0,1 1 0 0 0,-1 0 0 0 0,1-1 1 0 0,1 2-1 0 0,-3-1 42 0 0,1 1-1 0 0,0-1 1 0 0,-1 0 0 0 0,1 1 0 0 0,-1-1 0 0 0,1 0-1 0 0,-1 1 1 0 0,0-1 0 0 0,0 0 0 0 0,1 1 0 0 0,-1-1 0 0 0,0 1-1 0 0,0-1 1 0 0,0 1 0 0 0,-1-1 0 0 0,1 0 0 0 0,0 1-1 0 0,0-1 1 0 0,-2 2 0 0 0,-2 9 381 0 0,0 0 0 0 0,-1 0 0 0 0,-1 0 0 0 0,-7 10 0 0 0,-199 299 4583 0 0,143-222-4207 0 0,67-97-831 0 0,-2 4 136 0 0,0 0 0 0 0,0 1-1 0 0,0-1 1 0 0,1 1 0 0 0,-4 9-1 0 0,7-15-95 0 0,0 0 0 0 0,0 0 0 0 0,-1 0 0 0 0,1 0 0 0 0,0-1 0 0 0,0 1 0 0 0,0 0 0 0 0,0 0 0 0 0,0 0 0 0 0,0 0 0 0 0,1 0 0 0 0,-1 0 0 0 0,0-1-1 0 0,0 1 1 0 0,0 0 0 0 0,1 0 0 0 0,-1 0 0 0 0,1-1 0 0 0,-1 1 0 0 0,0 0 0 0 0,2 1 0 0 0,-1-1-14 0 0,0 0-1 0 0,1-1 1 0 0,-1 1 0 0 0,1 0 0 0 0,-1-1-1 0 0,0 1 1 0 0,1 0 0 0 0,-1-1-1 0 0,1 0 1 0 0,0 1 0 0 0,-1-1 0 0 0,1 0-1 0 0,-1 0 1 0 0,1 0 0 0 0,-1 0-1 0 0,4 0 1 0 0,17-2-266 0 0,1-1 0 0 0,-1-1 0 0 0,1-1-1 0 0,-1-1 1 0 0,38-16 0 0 0,102-55-2112 0 0,-157 74 2300 0 0,30-16-491 0 0,-18 9 249 0 0,0 1 0 0 0,1 0 1 0 0,0 1-1 0 0,0 1 0 0 0,0 1 0 0 0,23-5 0 0 0,-40 11 315 0 0,-1 0-1 0 0,1 0 1 0 0,0 0 0 0 0,0 0 0 0 0,0 0 0 0 0,0 0 0 0 0,-1 0 0 0 0,1 1-1 0 0,0-1 1 0 0,0 0 0 0 0,-1 0 0 0 0,1 1 0 0 0,0-1 0 0 0,0 0 0 0 0,-1 1-1 0 0,1-1 1 0 0,0 1 0 0 0,-1-1 0 0 0,1 1 0 0 0,-1-1 0 0 0,1 1-1 0 0,-1 0 1 0 0,1-1 0 0 0,-1 1 0 0 0,1-1 0 0 0,-1 1 0 0 0,1 0 0 0 0,-1 0-1 0 0,0-1 1 0 0,1 1 0 0 0,-1 0 0 0 0,0 0 0 0 0,0-1 0 0 0,1 1-1 0 0,-1 0 1 0 0,0 0 0 0 0,0 0 0 0 0,0-1 0 0 0,0 1 0 0 0,0 0 0 0 0,0 0-1 0 0,0 0 1 0 0,-1-1 0 0 0,1 1 0 0 0,0 1 0 0 0,-11 38 1036 0 0,-14 12 740 0 0,-2-1 0 0 0,-3-1 0 0 0,-52 66 0 0 0,36-51-267 0 0,46-65-1499 0 0,0 0 1 0 0,-1 0 0 0 0,1 0-1 0 0,0 0 1 0 0,0 0-1 0 0,0 0 1 0 0,0 1 0 0 0,-1-1-1 0 0,1 0 1 0 0,0 0-1 0 0,0 0 1 0 0,0 0-1 0 0,0 0 1 0 0,0 0 0 0 0,-1 1-1 0 0,1-1 1 0 0,0 0-1 0 0,0 0 1 0 0,0 0 0 0 0,0 0-1 0 0,0 1 1 0 0,0-1-1 0 0,0 0 1 0 0,0 0 0 0 0,0 0-1 0 0,0 1 1 0 0,0-1-1 0 0,0 0 1 0 0,0 0-1 0 0,0 0 1 0 0,0 1 0 0 0,0-1-1 0 0,0 0 1 0 0,0 0-1 0 0,0 0 1 0 0,0 1 0 0 0,0-1-1 0 0,0 0 1 0 0,0 0-1 0 0,0 0 1 0 0,0 0-1 0 0,0 1 1 0 0,0-1 0 0 0,1 0-1 0 0,-1 0 1 0 0,0 0-1 0 0,0 0 1 0 0,0 0 0 0 0,0 1-1 0 0,0-1 1 0 0,1 0-1 0 0,-1 0 1 0 0,0 0 0 0 0,14-4-39 0 0,17-12-1096 0 0,-14 5 138 0 0,0 0-1 0 0,-1-1 1 0 0,-1-1 0 0 0,14-15-1 0 0,-22 21-20 0 0,0-1-1 0 0,0-1 0 0 0,-1 1 0 0 0,0-1 0 0 0,6-13 0 0 0,-56 40-2946 0 0,-189 185 11477 0 0,151-129-4740 0 0,-14 13 749 0 0,139-108-2540 0 0,24-27-3765 0 0,88-80 1 0 0,50-71-1591 0 0,-170 163 4181 0 0,-30 32 213 0 0,1-2-59 0 0,0 0 0 0 0,-1 0-1 0 0,1 0 1 0 0,-1-1 0 0 0,6-10 0 0 0,-10 15 105 0 0,0 0 0 0 0,0-1 0 0 0,-1 1 0 0 0,1-1 0 0 0,0 0 0 0 0,-1 1 0 0 0,0-1-1 0 0,1 0 1 0 0,-1 1 0 0 0,0-1 0 0 0,0 0 0 0 0,-1 1 0 0 0,1-1 0 0 0,0 1 0 0 0,-1-1 0 0 0,0 0 0 0 0,0 1 0 0 0,1-1 0 0 0,-1 1 0 0 0,-3-4 0 0 0,-5-12 1405 0 0,-47-90 3711 0 0,43 87-4911 0 0,0 0 1 0 0,-1 2 0 0 0,-18-20 0 0 0,26 32-359 0 0,-1 0 1 0 0,0 0 0 0 0,0 1 0 0 0,0 0-1 0 0,-1 0 1 0 0,0 1 0 0 0,0 0-1 0 0,0 0 1 0 0,-1 1 0 0 0,1 0-1 0 0,-1 0 1 0 0,0 1 0 0 0,0 1-1 0 0,0-1 1 0 0,-1 1 0 0 0,1 1-1 0 0,-1 0 1 0 0,1 0 0 0 0,-1 1 0 0 0,1 0-1 0 0,-1 0 1 0 0,1 1 0 0 0,-12 3-1 0 0,4 1 310 0 0,0 0 0 0 0,0 2 0 0 0,1 0 0 0 0,0 1 0 0 0,0 1 0 0 0,-27 19-1 0 0,24-14 467 0 0,-2-2 0 0 0,-41 20 0 0 0,61-32-682 0 0,0 1 0 0 0,0 0 1 0 0,0-1-1 0 0,0 1 0 0 0,0-1 0 0 0,0 0 0 0 0,0 1 0 0 0,0-1 1 0 0,0 0-1 0 0,0 1 0 0 0,0-1 0 0 0,0 0 0 0 0,0 0 0 0 0,0 0 1 0 0,0 0-1 0 0,0 0 0 0 0,-1 0 0 0 0,1-1 0 0 0,0 1 0 0 0,0 0 0 0 0,0 0 1 0 0,-1-1-1 0 0,1 0-16 0 0,1 0 1 0 0,0 0-1 0 0,0 0 1 0 0,0 0-1 0 0,0 0 1 0 0,0 0 0 0 0,0 1-1 0 0,0-1 1 0 0,1 0-1 0 0,-1 0 1 0 0,0 0-1 0 0,0 0 1 0 0,1 1-1 0 0,-1-1 1 0 0,0 0-1 0 0,1 0 1 0 0,-1 0-1 0 0,1 1 1 0 0,-1-1-1 0 0,2-1 1 0 0,34-41-178 0 0,35-16-640 0 0,3 2 0 0 0,102-58 0 0 0,-146 96 688 0 0,-3 2 61 0 0,0 1 0 0 0,2 1 0 0 0,0 1 0 0 0,1 1 0 0 0,54-14 0 0 0,-83 27 124 0 0,0-1 1 0 0,-1 1 0 0 0,1 0 0 0 0,0-1 0 0 0,0 1 0 0 0,-1 0 0 0 0,1 0 0 0 0,0-1 0 0 0,0 1-1 0 0,-1 0 1 0 0,1 0 0 0 0,0 0 0 0 0,0 0 0 0 0,0 0 0 0 0,-1 0 0 0 0,1 0 0 0 0,0 1-1 0 0,0-1 1 0 0,0 0 0 0 0,-1 0 0 0 0,1 1 0 0 0,0-1 0 0 0,-1 0 0 0 0,1 1 0 0 0,0-1 0 0 0,0 1-1 0 0,-1 0-16 0 0,0 0 0 0 0,-1 0 0 0 0,1 0 0 0 0,0 0 0 0 0,-1 0-1 0 0,0 0 1 0 0,1 0 0 0 0,-1 0 0 0 0,1 0 0 0 0,-1 0 0 0 0,0 0-1 0 0,0 0 1 0 0,1-1 0 0 0,-1 1 0 0 0,-1 0 0 0 0,-41 32 265 0 0,42-32-300 0 0,-213 141 479 0 0,-391 195-1 0 0,591-331-511 0 0,-111 48 247 0 0,109-48-312 0 0,0-1 0 0 0,0-1 0 0 0,-1 0-1 0 0,0-1 1 0 0,-30 1 0 0 0,46-3-43 0 0,0-1 0 0 0,0 0-1 0 0,0 0 1 0 0,0 0-1 0 0,0 0 1 0 0,0 0 0 0 0,0 0-1 0 0,-1 0 1 0 0,1 0 0 0 0,0 0-1 0 0,0-1 1 0 0,0 1-1 0 0,0 0 1 0 0,0-1 0 0 0,0 1-1 0 0,0 0 1 0 0,0-1 0 0 0,0 1-1 0 0,-5-6-781 0 0,70 19-8130 0 0,-63-8 9280 0 0,-1 0 0 0 0,1 0 0 0 0,-1 0 1 0 0,0 0-1 0 0,0 0 0 0 0,-1 0 0 0 0,-1 10 0 0 0,-18 49 1681 0 0,15-50-1346 0 0,0 0 1 0 0,1 1-1 0 0,-2 17 1 0 0,5-28-370 0 0,1 1 0 0 0,0 0 0 0 0,0-1 0 0 0,0 1 0 0 0,1 0 0 0 0,-1-1 1 0 0,1 1-1 0 0,0 0 0 0 0,0-1 0 0 0,1 0 0 0 0,0 1 0 0 0,-1-1 0 0 0,2 0 0 0 0,-1 0 0 0 0,5 8 0 0 0,-2-7 6 0 0,-1 0-1 0 0,1 0 1 0 0,0-1-1 0 0,0 0 1 0 0,1 0-1 0 0,-1 0 1 0 0,1-1-1 0 0,0 1 1 0 0,0-1-1 0 0,7 2 0 0 0,8 2-29 0 0,0-1-1 0 0,1-1 0 0 0,0-1 1 0 0,0-1-1 0 0,38 0 0 0 0,-3-3-1342 0 0,0-3-3439 0 0,0-2-1719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38.82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54 1 1840 0 0,'-8'16'80'0'0,"2"-5"16"0"0,0-1-96 0 0,0-2 0 0 0,3-2 0 0 0,-2 0 513 0 0,1 0 71 0 0,-1 5 24 0 0,-1 1 0 0 0,3 3-496 0 0,2-5-112 0 0,5-2 0 0 0,-1-6 0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2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1 236 4609 0 0,'3'-30'1504'0'0,"15"-60"1"0"0,17-26 6215 0 0,-24 147-4040 0 0,-4-16-3310 0 0,12 40 7 0 0,-3 0 1 0 0,-1 1-1 0 0,-4 1 0 0 0,-2 0 0 0 0,-2 1 0 0 0,-1 70 1 0 0,-7-106-350 0 0,0-16-22 0 0,0 0-1 0 0,1 1 1 0 0,0-1 0 0 0,0 0 0 0 0,1 1-1 0 0,0-1 1 0 0,0 0 0 0 0,2 8 0 0 0,-3-14-22 0 0,1-1 1 0 0,0 1-1 0 0,-1 0 1 0 0,1-1 0 0 0,-1 1-1 0 0,1 0 1 0 0,-1-1-1 0 0,1 1 1 0 0,-1 0 0 0 0,1-1-1 0 0,-1 1 1 0 0,0-1-1 0 0,1 1 1 0 0,-1-1-1 0 0,0 1 1 0 0,1-1 0 0 0,-1 1-1 0 0,0-1 1 0 0,0 1-1 0 0,1-1 1 0 0,-1 1-1 0 0,0-1 1 0 0,0 0 0 0 0,0 1-1 0 0,0-1 1 0 0,0 1-1 0 0,1-2 1 0 0,7-21-579 0 0,16-82 401 0 0,-9 38 920 0 0,24-69-1 0 0,-32 117-634 0 0,1 0-1 0 0,0 1 0 0 0,2 0 1 0 0,0 0-1 0 0,1 1 0 0 0,0 0 0 0 0,2 1 1 0 0,14-16-1 0 0,-22 28-77 0 0,-1-1 0 0 0,1 1 0 0 0,0 0 0 0 0,0 0 0 0 0,1 1 0 0 0,-1-1 0 0 0,1 1 0 0 0,0 0 0 0 0,0 1 0 0 0,0-1 0 0 0,9-1 0 0 0,-12 3-7 0 0,0 1-1 0 0,0 0 1 0 0,0 0-1 0 0,0 0 0 0 0,0 0 1 0 0,0 0-1 0 0,0 1 0 0 0,-1-1 1 0 0,1 1-1 0 0,0 0 0 0 0,0 0 1 0 0,-1 0-1 0 0,1 0 1 0 0,0 0-1 0 0,-1 0 0 0 0,1 1 1 0 0,-1 0-1 0 0,0-1 0 0 0,1 1 1 0 0,-1 0-1 0 0,0 0 1 0 0,0 0-1 0 0,0 0 0 0 0,0 0 1 0 0,-1 1-1 0 0,1-1 0 0 0,2 5 1 0 0,7 15 22 0 0,-2 1 1 0 0,0 1-1 0 0,-1 0 1 0 0,-2 0-1 0 0,0 0 1 0 0,4 39-1 0 0,7 31 26 0 0,-7-61 64 0 0,18 43 0 0 0,6 17-2225 0 0,-29-74-5748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2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4 336 10138 0 0,'3'0'155'0'0,"0"-1"0"0"0,-1 0-1 0 0,1 0 1 0 0,0 0 0 0 0,0 0 0 0 0,0 0-1 0 0,-1-1 1 0 0,1 1 0 0 0,-1-1 0 0 0,1 0-1 0 0,-1 1 1 0 0,1-1 0 0 0,-1 0 0 0 0,0-1 0 0 0,0 1-1 0 0,2-3 1 0 0,33-46 1440 0 0,-30 40-1679 0 0,4-6 271 0 0,-1 0 0 0 0,-1 0 0 0 0,0-1-1 0 0,6-19 1 0 0,-13 32 6 0 0,0 0-1 0 0,-1 0 0 0 0,1 0 0 0 0,-1-1 1 0 0,0 1-1 0 0,-1 0 0 0 0,1-1 0 0 0,-1 1 1 0 0,0 0-1 0 0,0-1 0 0 0,0 1 1 0 0,-1 0-1 0 0,0 0 0 0 0,0-1 0 0 0,-1 1 1 0 0,1 0-1 0 0,-1 0 0 0 0,0 0 1 0 0,0 0-1 0 0,-4-4 0 0 0,5 7-153 0 0,0 0 0 0 0,0 0 0 0 0,-1 0 0 0 0,1 1 1 0 0,-1-1-1 0 0,1 1 0 0 0,-1-1 0 0 0,1 1 0 0 0,-1-1 0 0 0,0 1 0 0 0,0 0 0 0 0,0 0 0 0 0,0 0 0 0 0,0 0 0 0 0,0 0 0 0 0,0 1 0 0 0,0-1 1 0 0,0 0-1 0 0,0 1 0 0 0,0-1 0 0 0,-1 1 0 0 0,1 0 0 0 0,0 0 0 0 0,0 0 0 0 0,0 0 0 0 0,-1 0 0 0 0,1 1 0 0 0,0-1 0 0 0,0 1 0 0 0,0-1 1 0 0,0 1-1 0 0,0 0 0 0 0,0-1 0 0 0,0 1 0 0 0,0 0 0 0 0,0 1 0 0 0,0-1 0 0 0,0 0 0 0 0,0 0 0 0 0,1 1 0 0 0,-1-1 0 0 0,-2 4 0 0 0,-2 1 106 0 0,0 1-1 0 0,1-1 0 0 0,-1 1 0 0 0,2 0 0 0 0,-1 0 0 0 0,1 1 0 0 0,0-1 0 0 0,1 1 0 0 0,-6 16 0 0 0,8-16-153 0 0,-1 1 1 0 0,2 0-1 0 0,-1 0 1 0 0,1-1 0 0 0,1 1-1 0 0,-1 0 1 0 0,1 0-1 0 0,1-1 1 0 0,0 1-1 0 0,0-1 1 0 0,1 1-1 0 0,0-1 1 0 0,0 0 0 0 0,1 0-1 0 0,0 0 1 0 0,0-1-1 0 0,1 1 1 0 0,0-1-1 0 0,0 0 1 0 0,1 0-1 0 0,-1-1 1 0 0,2 1-1 0 0,9 7 1 0 0,-5-5-155 0 0,-1-1 0 0 0,2 0 0 0 0,-1 0 1 0 0,1-1-1 0 0,0 0 0 0 0,0-2 0 0 0,1 1 0 0 0,0-1 0 0 0,0-1 0 0 0,0 0 0 0 0,0-1 1 0 0,1 0-1 0 0,-1-1 0 0 0,22 0 0 0 0,-8-4-6985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2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25 231 7370 0 0,'6'-33'12373'0'0,"-9"44"-12273"0"0,-4 15 125 0 0,0-1 1 0 0,2 1-1 0 0,-2 49 1 0 0,6-66-188 0 0,1-1 0 0 0,0 0-1 0 0,0 1 1 0 0,1-1 0 0 0,0 0 0 0 0,1 0 0 0 0,0 0 0 0 0,0 0 0 0 0,0 0-1 0 0,1 0 1 0 0,1 0 0 0 0,-1-1 0 0 0,1 0 0 0 0,0 0 0 0 0,1 0 0 0 0,7 9 0 0 0,-10-14-80 0 0,-1-1 1 0 0,1 1 0 0 0,0-1 0 0 0,0 1-1 0 0,0-1 1 0 0,0 0 0 0 0,1 0 0 0 0,-1 0-1 0 0,0 0 1 0 0,0 0 0 0 0,1 0 0 0 0,-1-1 0 0 0,0 1-1 0 0,1-1 1 0 0,-1 0 0 0 0,0 1 0 0 0,1-1-1 0 0,-1 0 1 0 0,1 0 0 0 0,-1-1 0 0 0,1 1-1 0 0,-1 0 1 0 0,0-1 0 0 0,1 0 0 0 0,-1 1 0 0 0,0-1-1 0 0,0 0 1 0 0,1 0 0 0 0,-1 0 0 0 0,0-1-1 0 0,0 1 1 0 0,0 0 0 0 0,0-1 0 0 0,3-3-1 0 0,7-5-343 0 0,-1-1-1 0 0,0-1 1 0 0,-1 1-1 0 0,11-17 1 0 0,-13 18 268 0 0,10-19-536 0 0,11-15 323 0 0,-27 42 416 0 0,0-1-1 0 0,0 1 1 0 0,0 0-1 0 0,0 0 1 0 0,0 0 0 0 0,1 0-1 0 0,-1 0 1 0 0,1 1-1 0 0,-1-1 1 0 0,1 1-1 0 0,0-1 1 0 0,-1 1-1 0 0,5-1 1 0 0,-3 2 49 0 0,-1 0 1 0 0,0 1-1 0 0,0-1 0 0 0,1 1 0 0 0,-1 0 1 0 0,0 0-1 0 0,0 0 0 0 0,0 0 1 0 0,0 1-1 0 0,0-1 0 0 0,0 1 1 0 0,0 0-1 0 0,-1 0 0 0 0,1 0 1 0 0,0 0-1 0 0,-1 0 0 0 0,0 1 1 0 0,1-1-1 0 0,2 5 0 0 0,-2-4-39 0 0,0 1 0 0 0,1-1 0 0 0,-1 0 0 0 0,1 0-1 0 0,0 0 1 0 0,0 0 0 0 0,0-1 0 0 0,0 1 0 0 0,1-1 0 0 0,3 2 0 0 0,-4-4-74 0 0,0 0 0 0 0,-1 1 0 0 0,1-1 0 0 0,0-1 0 0 0,-1 1 0 0 0,1 0 0 0 0,0-1 0 0 0,-1 0 0 0 0,1 0 0 0 0,-1 0 0 0 0,1 0 0 0 0,-1-1 0 0 0,0 1 1 0 0,1-1-1 0 0,-1 0 0 0 0,0 0 0 0 0,0 0 0 0 0,0 0 0 0 0,-1-1 0 0 0,1 1 0 0 0,0-1 0 0 0,-1 1 0 0 0,1-1 0 0 0,-1 0 0 0 0,0 0 0 0 0,0 0 0 0 0,2-5 0 0 0,2-2 45 0 0,-1-1 0 0 0,0 1 0 0 0,-1-1 0 0 0,0 0-1 0 0,-1 0 1 0 0,0 0 0 0 0,2-18 0 0 0,-3 12-19 0 0,-1-1 1 0 0,-1 1-1 0 0,-1-1 0 0 0,0 1 1 0 0,-5-21-1 0 0,5 30-190 0 0,-1-1-1 0 0,-1 1 0 0 0,0-1 0 0 0,0 1 0 0 0,0 0 1 0 0,-1 0-1 0 0,0 0 0 0 0,-1 1 0 0 0,0-1 1 0 0,0 1-1 0 0,0 0 0 0 0,-9-7 0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3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60 9674 0 0,'-7'-24'2612'0'0,"-1"-12"4433"0"0,12 39-6496 0 0,0 1-1 0 0,0-1 1 0 0,-1 1 0 0 0,1 0 0 0 0,5 7 0 0 0,5 14-325 0 0,0 2 1 0 0,-2 0-1 0 0,0 0 1 0 0,-2 1-1 0 0,11 47 1 0 0,17 153 124 0 0,-18-90-208 0 0,-16-113-672 0 0,20 90 1679 0 0,-5-60-2772 0 0,8-5-4897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3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5 227 4609 0 0,'0'-1'139'0'0,"-1"1"0"0"0,1-1 0 0 0,-1 1 1 0 0,1-1-1 0 0,-1 0 0 0 0,1 1 0 0 0,0-1 0 0 0,-1 1 0 0 0,1-1 0 0 0,0 0 1 0 0,0 1-1 0 0,0-1 0 0 0,-1 0 0 0 0,1 1 0 0 0,0-1 0 0 0,0 0 0 0 0,0 1 0 0 0,0-1 1 0 0,0 0-1 0 0,0 1 0 0 0,0-1 0 0 0,0 0 0 0 0,0 0 0 0 0,1 1 0 0 0,-1-1 1 0 0,0 0-1 0 0,15-19 3205 0 0,32-15 1266 0 0,-40 31-4084 0 0,151-92 4611 0 0,-132 83-5798 0 0,0 1 0 0 0,34-10 0 0 0,-36 15-6544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4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1 294 5529 0 0,'0'1'58'0'0,"0"-1"-1"0"0,0 0 1 0 0,0 1-1 0 0,0-1 1 0 0,0 1 0 0 0,0-1-1 0 0,0 0 1 0 0,0 1-1 0 0,-1-1 1 0 0,1 0 0 0 0,1 1-1 0 0,-1-1 1 0 0,0 1-1 0 0,0-1 1 0 0,0 0-1 0 0,0 1 1 0 0,0-1 0 0 0,0 0-1 0 0,0 1 1 0 0,0-1-1 0 0,1 0 1 0 0,-1 1-1 0 0,0-1 1 0 0,0 0 0 0 0,0 1-1 0 0,1-1 1 0 0,-1 0-1 0 0,0 0 1 0 0,0 1-1 0 0,1-1 1 0 0,-1 0 0 0 0,0 0-1 0 0,1 1 1 0 0,-1-1-1 0 0,0 0 1 0 0,1 0-1 0 0,-1 0 1 0 0,1 1 0 0 0,18-3 2566 0 0,21-12 660 0 0,-28 8-2838 0 0,0 0 0 0 0,0-1 0 0 0,-1-1 0 0 0,0 0 1 0 0,-1 0-1 0 0,0-1 0 0 0,0 0 0 0 0,15-21 0 0 0,-19 23-280 0 0,0-1 1 0 0,-1 0-1 0 0,0-1 0 0 0,0 1 1 0 0,-1-1-1 0 0,0 0 0 0 0,0 0 1 0 0,-1 0-1 0 0,-1-1 0 0 0,1 1 1 0 0,-2-1-1 0 0,2-18 0 0 0,-2 25-177 0 0,-1 0 0 0 0,0 1 0 0 0,0-1 0 0 0,-1 0 0 0 0,1 1 0 0 0,0-1 0 0 0,-1 0 0 0 0,0 1 0 0 0,0-1 0 0 0,0 1 0 0 0,0-1-1 0 0,0 1 1 0 0,0-1 0 0 0,0 1 0 0 0,-1 0 0 0 0,0-1 0 0 0,1 1 0 0 0,-1 0 0 0 0,0 0 0 0 0,0 0 0 0 0,0 0 0 0 0,0 1 0 0 0,0-1 0 0 0,0 0 0 0 0,-1 1 0 0 0,1 0-1 0 0,-4-2 1 0 0,3 2-81 0 0,0 0 0 0 0,0 1 1 0 0,0 0-1 0 0,0-1 0 0 0,0 1 0 0 0,0 0 0 0 0,-1 1 0 0 0,1-1 0 0 0,0 0 0 0 0,0 1 0 0 0,0 0 0 0 0,0 0 0 0 0,1 0 0 0 0,-1 0 0 0 0,0 0 0 0 0,0 0 0 0 0,0 1 0 0 0,1-1 0 0 0,-1 1 0 0 0,1 0 0 0 0,-1 0 1 0 0,1 0-1 0 0,0 0 0 0 0,-3 3 0 0 0,0 1-54 0 0,0-1 1 0 0,1 1-1 0 0,0 0 1 0 0,0 0-1 0 0,0 1 1 0 0,1-1-1 0 0,-1 1 1 0 0,1-1-1 0 0,1 1 1 0 0,0 0-1 0 0,0 0 1 0 0,0 1-1 0 0,1-1 1 0 0,0 0-1 0 0,0 0 1 0 0,1 1-1 0 0,0 12 1 0 0,1-14 150 0 0,0-1 1 0 0,0 1 0 0 0,1-1-1 0 0,0 1 1 0 0,0-1-1 0 0,0 0 1 0 0,0 1 0 0 0,1-1-1 0 0,0 0 1 0 0,0-1-1 0 0,0 1 1 0 0,1-1 0 0 0,-1 1-1 0 0,1-1 1 0 0,0 0-1 0 0,0 0 1 0 0,1 0 0 0 0,-1-1-1 0 0,1 0 1 0 0,0 0-1 0 0,0 0 1 0 0,0 0 0 0 0,7 2-1 0 0,-6-2 59 0 0,0-1 0 0 0,0 0 0 0 0,0 0 0 0 0,0-1 0 0 0,0 0 0 0 0,1 0 0 0 0,-1 0 0 0 0,0-1 0 0 0,1 0 1 0 0,-1 0-1 0 0,0 0 0 0 0,1-1 0 0 0,-1 0 0 0 0,0 0 0 0 0,1-1 0 0 0,-1 0 0 0 0,0 0 0 0 0,7-4 0 0 0,-3 0 40 0 0,0 0 1 0 0,-1 0 0 0 0,0-1-1 0 0,0-1 1 0 0,-1 0 0 0 0,0 0-1 0 0,0 0 1 0 0,-1-1 0 0 0,9-13-1 0 0,10-19 626 0 0,-17 26-101 0 0,0 0 1 0 0,1 1-1 0 0,16-17 1 0 0,-25 30-568 0 0,0 0 1 0 0,0 0-1 0 0,1 1 0 0 0,-1-1 1 0 0,0 1-1 0 0,1-1 1 0 0,-1 1-1 0 0,0-1 1 0 0,1 1-1 0 0,-1 0 1 0 0,0 0-1 0 0,1 0 1 0 0,-1 0-1 0 0,1 0 0 0 0,-1 0 1 0 0,0 0-1 0 0,1 0 1 0 0,-1 0-1 0 0,1 1 1 0 0,-1-1-1 0 0,0 0 1 0 0,1 1-1 0 0,-1 0 0 0 0,0-1 1 0 0,0 1-1 0 0,1 0 1 0 0,-1-1-1 0 0,0 1 1 0 0,0 0-1 0 0,0 0 1 0 0,0 0-1 0 0,0 0 0 0 0,0 0 1 0 0,1 2-1 0 0,35 39 179 0 0,-34-39-201 0 0,7 12-2 0 0,35 48 134 0 0,-40-56-177 0 0,-2 0 0 0 0,1 0-1 0 0,-1 0 1 0 0,0 1 0 0 0,0-1-1 0 0,-1 1 1 0 0,2 10 0 0 0,-3-12 9 0 0,-1-4-15 0 0,2-27-25 0 0,4 6 26 0 0,1 0 1 0 0,1 1-1 0 0,0 0 1 0 0,1 0-1 0 0,2 1 0 0 0,-1 0 1 0 0,2 0-1 0 0,0 1 1 0 0,1 1-1 0 0,20-18 1 0 0,-32 31 21 0 0,0 1 0 0 0,1 0 0 0 0,-1-1 0 0 0,1 1 0 0 0,-1 0 0 0 0,1 0 0 0 0,-1 0 0 0 0,1 0 0 0 0,-1 0 0 0 0,1 0 0 0 0,0 1 0 0 0,-1-1 0 0 0,1 0 0 0 0,0 1 0 0 0,0 0 0 0 0,0-1 0 0 0,-1 1 0 0 0,1 0 0 0 0,0 0 0 0 0,0 0 0 0 0,0 0 0 0 0,0 0 0 0 0,-1 0 0 0 0,1 0 0 0 0,0 1 0 0 0,0-1 0 0 0,0 1 0 0 0,-1-1 0 0 0,1 1 0 0 0,0 0 0 0 0,-1 0 0 0 0,1 0 0 0 0,0 0 0 0 0,-1 0 0 0 0,1 0 0 0 0,-1 0 0 0 0,0 0 0 0 0,1 1 0 0 0,-1-1 0 0 0,0 0 0 0 0,0 1 0 0 0,0-1 0 0 0,0 1 0 0 0,2 2 1 0 0,1 3 14 0 0,-1 0 1 0 0,1 1 0 0 0,-1-1 0 0 0,-1 1-1 0 0,1 0 1 0 0,-1 0 0 0 0,-1 0 0 0 0,2 14-1 0 0,-3-9-20 0 0,4 34-2 0 0,-3-45-5 0 0,-1 1 0 0 0,1-1-1 0 0,0 1 1 0 0,-1-1 0 0 0,1 1 0 0 0,0-1 0 0 0,0 0 0 0 0,1 1 0 0 0,-1-1 0 0 0,0 0 0 0 0,1 0 0 0 0,0 0 0 0 0,-1 0 0 0 0,4 3 0 0 0,-5-5-2 0 0,1 0 0 0 0,0 0 0 0 0,-1 1 0 0 0,1-1 0 0 0,-1 0 0 0 0,1 0 0 0 0,0 0 0 0 0,-1 0 0 0 0,1 0 0 0 0,-1 0 0 0 0,1 0 0 0 0,0 0 0 0 0,-1 0 1 0 0,1 0-1 0 0,0 0 0 0 0,-1 0 0 0 0,1 0 0 0 0,-1 0 0 0 0,1-1 0 0 0,0 1 0 0 0,-1 0 0 0 0,1 0 0 0 0,-1-1 0 0 0,1 1 0 0 0,-1 0 0 0 0,1-1 0 0 0,-1 1 0 0 0,1-1 0 0 0,-1 1 0 0 0,0-1 0 0 0,1 1 0 0 0,-1-1 0 0 0,1 1 0 0 0,-1-1 0 0 0,0 1 0 0 0,1-1 0 0 0,-1 1 0 0 0,0-1 0 0 0,1-1 0 0 0,12-28-220 0 0,-11 24 179 0 0,5-11 22 0 0,0 1 0 0 0,2 0 0 0 0,0 0-1 0 0,0 1 1 0 0,2 0 0 0 0,16-18 0 0 0,-24 29 17 0 0,0 1 0 0 0,1 0 0 0 0,-1 0 0 0 0,1 0 1 0 0,0 0-1 0 0,0 0 0 0 0,0 1 0 0 0,0 0 0 0 0,0 0 0 0 0,0 0 0 0 0,1 0 1 0 0,-1 1-1 0 0,1 0 0 0 0,0 0 0 0 0,-1 0 0 0 0,1 0 0 0 0,0 1 0 0 0,-1-1 0 0 0,1 1 1 0 0,0 1-1 0 0,-1-1 0 0 0,1 1 0 0 0,0-1 0 0 0,-1 1 0 0 0,1 0 0 0 0,-1 1 1 0 0,1-1-1 0 0,-1 1 0 0 0,6 3 0 0 0,3 2-607 0 0,-1 1 0 0 0,22 18 0 0 0,-23-17-1084 0 0,1 0 0 0 0,24 14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4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13827 0 0,'5'1'368'0'0,"-1"-1"0"0"0,0 1 0 0 0,0 0 0 0 0,0 1-1 0 0,0-1 1 0 0,0 1 0 0 0,0-1 0 0 0,-1 1 0 0 0,1 0 0 0 0,-1 1 0 0 0,1-1 0 0 0,-1 1 0 0 0,1-1-1 0 0,4 7 1 0 0,0-1 19 0 0,-1-1 0 0 0,-1 1 0 0 0,0 1 0 0 0,0-1 0 0 0,5 10 0 0 0,-1 7-172 0 0,-1 1-1 0 0,-1 0 1 0 0,-1 0-1 0 0,-2 0 0 0 0,5 53 1 0 0,0-5-96 0 0,17 80 189 0 0,1 1-4026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5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97 3225 0 0,'4'-5'376'0'0,"0"-1"0"0"0,0 1 1 0 0,0 0-1 0 0,1 0 0 0 0,0 1 1 0 0,0-1-1 0 0,0 1 0 0 0,0 0 0 0 0,1 0 1 0 0,0 1-1 0 0,0 0 0 0 0,6-3 1 0 0,6-2 995 0 0,-1 1-1 0 0,1 1 1 0 0,21-5 0 0 0,-30 9-852 0 0,0 1-1 0 0,1 0 1 0 0,0 0-1 0 0,-1 1 1 0 0,1 0-1 0 0,-1 1 1 0 0,1 0-1 0 0,-1 0 1 0 0,0 1-1 0 0,1 0 1 0 0,-1 1 0 0 0,14 6-1 0 0,-20-8-440 0 0,1 1-1 0 0,-1 0 1 0 0,0 0 0 0 0,1 0-1 0 0,-1 0 1 0 0,0 1 0 0 0,0-1-1 0 0,-1 1 1 0 0,1 0 0 0 0,0 0-1 0 0,-1 0 1 0 0,0 0 0 0 0,1 0-1 0 0,-1 0 1 0 0,-1 1 0 0 0,1-1-1 0 0,0 1 1 0 0,-1 0 0 0 0,0-1 0 0 0,0 1-1 0 0,0 0 1 0 0,0 0 0 0 0,0-1-1 0 0,-1 1 1 0 0,0 0 0 0 0,0 0-1 0 0,0 0 1 0 0,0 0 0 0 0,0 0-1 0 0,-1-1 1 0 0,0 1 0 0 0,-2 7-1 0 0,-1 0-39 0 0,0 0-1 0 0,-1 0 0 0 0,0-1 1 0 0,0 0-1 0 0,-1 0 1 0 0,-1 0-1 0 0,1-1 1 0 0,-2 0-1 0 0,-8 9 0 0 0,-7 4-689 0 0,0-1 0 0 0,-29 20 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2:45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17972 0 0,'7'9'800'0'0,"-2"-3"160"0"0,-1 0-768 0 0,-2-3-192 0 0,-1 0 0 0 0,-2-3 0 0 0,-1 3 1313 0 0,1 2-601 0 0,-2-1 8 0 0,0 1-432 0 0,-2-2-80 0 0,1-3-16 0 0,1 0-8 0 0,4-3-696 0 0,1-3-128 0 0,2-2-32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7.2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1 134 1376 0 0,'0'-5'755'0'0,"1"-1"0"0"0,0 1 0 0 0,1 0 0 0 0,-1 0 0 0 0,1 0-1 0 0,0 0 1 0 0,0 0 0 0 0,1 0 0 0 0,0 0 0 0 0,-1 1 0 0 0,1-1-1 0 0,5-4 1 0 0,-1 1-217 0 0,0 0 0 0 0,0 0-1 0 0,0 1 1 0 0,1 0-1 0 0,14-8 1 0 0,-21 13-425 0 0,1 1-1 0 0,0 0 1 0 0,0 0-1 0 0,0 0 1 0 0,0 0 0 0 0,0 0-1 0 0,1 0 1 0 0,-1 1-1 0 0,0-1 1 0 0,0 0-1 0 0,0 1 1 0 0,1 0 0 0 0,-1 0-1 0 0,0 0 1 0 0,1 0-1 0 0,-1 0 1 0 0,0 0-1 0 0,0 0 1 0 0,1 1 0 0 0,-1-1-1 0 0,4 2 1 0 0,-3 0-45 0 0,-1-1 0 0 0,1 1 1 0 0,-1 0-1 0 0,0 0 0 0 0,0 0 1 0 0,1 1-1 0 0,-1-1 0 0 0,0 0 1 0 0,-1 1-1 0 0,1-1 0 0 0,0 1 1 0 0,-1 0-1 0 0,1-1 1 0 0,0 4-1 0 0,2 7-107 0 0,0-1 1 0 0,0 1 0 0 0,-2 0-1 0 0,0 0 1 0 0,0 0-1 0 0,0 18 1 0 0,-7 44-455 0 0,3-56 359 0 0,0 0 1 0 0,1 0-1 0 0,1 0 0 0 0,1-1 1 0 0,1 1-1 0 0,5 24 0 0 0,-7-41 124 0 0,0-1 0 0 0,1 0-1 0 0,-1 0 1 0 0,0 0-1 0 0,1 1 1 0 0,-1-1-1 0 0,1 0 1 0 0,0 0-1 0 0,-1 0 1 0 0,1 0-1 0 0,0 0 1 0 0,0 0-1 0 0,0 0 1 0 0,-1 0-1 0 0,1 0 1 0 0,0 0-1 0 0,0-1 1 0 0,0 1-1 0 0,0 0 1 0 0,1-1-1 0 0,-1 1 1 0 0,0 0-1 0 0,0-1 1 0 0,1 1-1 0 0,0-1-25 0 0,0 0-1 0 0,0 0 0 0 0,0 0 1 0 0,0 0-1 0 0,0 0 0 0 0,0-1 0 0 0,0 1 1 0 0,0-1-1 0 0,0 1 0 0 0,0-1 0 0 0,0 0 1 0 0,0 0-1 0 0,2-1 0 0 0,5-4-108 0 0,0 0-1 0 0,0-1 0 0 0,-1 0 1 0 0,10-11-1 0 0,-5 4 259 0 0,0 1 0 0 0,2 0 0 0 0,-1 0 0 0 0,2 2 0 0 0,-1 0-1 0 0,18-9 1 0 0,-29 18-89 0 0,-1 0 0 0 0,1 1 0 0 0,-1-1 0 0 0,1 1 0 0 0,-1 0-1 0 0,1 0 1 0 0,0 0 0 0 0,0 1 0 0 0,-1-1 0 0 0,1 1 0 0 0,0 0-1 0 0,0 0 1 0 0,0 0 0 0 0,0 0 0 0 0,-1 1 0 0 0,1 0 0 0 0,0-1 0 0 0,0 1-1 0 0,-1 1 1 0 0,1-1 0 0 0,-1 1 0 0 0,1-1 0 0 0,-1 1 0 0 0,0 0-1 0 0,1 0 1 0 0,-1 0 0 0 0,0 1 0 0 0,0-1 0 0 0,-1 1 0 0 0,1-1 0 0 0,0 1-1 0 0,-1 0 1 0 0,0 0 0 0 0,0 1 0 0 0,0-1 0 0 0,0 0 0 0 0,2 5 0 0 0,2 5 20 0 0,0 1 0 0 0,-1-1 0 0 0,-1 1 0 0 0,0 0 1 0 0,-1 0-1 0 0,0 0 0 0 0,-1 1 0 0 0,0 27 1 0 0,-3 5 96 0 0,-8 64 0 0 0,7-91-473 0 0,-1 0 0 0 0,0 0-1 0 0,-2-1 1 0 0,0 0 0 0 0,-1 0 0 0 0,-10 21 0 0 0,10-28-5033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7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12843 0 0,'3'0'280'0'0,"-5"0"56"0"0,1 0 16 0 0,0 0 16 0 0,1 2-296 0 0,-2-1-72 0 0,2 1 480 0 0,-1-2 72 0 0,1 2 601 0 0,24 16-8083 0 0,-13-13 3481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3225 0 0,'8'-25'2091'0'0,"-2"1"-788"0"0,-1 16-772 0 0,0 0 0 0 0,0 1 0 0 0,1 0 1 0 0,0-1-1 0 0,7-5 0 0 0,-11 11-408 0 0,0 0 0 0 0,0 0-1 0 0,0 0 1 0 0,0 1 0 0 0,0-1 0 0 0,0 1-1 0 0,0-1 1 0 0,1 1 0 0 0,-1 0 0 0 0,0 0-1 0 0,1 0 1 0 0,-1 0 0 0 0,1 0 0 0 0,0 0-1 0 0,-1 1 1 0 0,1-1 0 0 0,-1 1 0 0 0,1 0-1 0 0,0 0 1 0 0,-1 0 0 0 0,6 0 0 0 0,-6 1-111 0 0,-1 0 0 0 0,0 0 1 0 0,1 0-1 0 0,-1 0 1 0 0,0 1-1 0 0,0-1 0 0 0,0 0 1 0 0,0 0-1 0 0,0 1 0 0 0,0-1 1 0 0,0 0-1 0 0,0 1 1 0 0,0-1-1 0 0,-1 1 0 0 0,1 0 1 0 0,0-1-1 0 0,-1 1 1 0 0,0-1-1 0 0,1 4 0 0 0,5 36-211 0 0,-6-36 160 0 0,0 31-127 0 0,0 17 20 0 0,0-50 133 0 0,0 0 1 0 0,0 0-1 0 0,1 0 1 0 0,0-1-1 0 0,-1 1 1 0 0,1 0-1 0 0,0 0 1 0 0,0 0 0 0 0,1-1-1 0 0,-1 1 1 0 0,0-1-1 0 0,1 1 1 0 0,2 2-1 0 0,-1-3-35 0 0,-1-1 0 0 0,1 0 0 0 0,0 0 0 0 0,0 0-1 0 0,-1 0 1 0 0,1-1 0 0 0,0 1 0 0 0,0-1 0 0 0,0 1-1 0 0,0-1 1 0 0,0 0 0 0 0,0 0 0 0 0,0-1 0 0 0,0 1 0 0 0,0-1-1 0 0,5-1 1 0 0,-3 1-39 0 0,0 1 1 0 0,-1-1-1 0 0,1 1 0 0 0,0 0 0 0 0,0 0 0 0 0,5 1 0 0 0,-6 0 117 0 0,0 1 0 0 0,0-1-1 0 0,0 1 1 0 0,0 1 0 0 0,0-1-1 0 0,-1 0 1 0 0,1 1 0 0 0,-1 0-1 0 0,0-1 1 0 0,0 1 0 0 0,0 1-1 0 0,0-1 1 0 0,0 0 0 0 0,-1 1-1 0 0,1-1 1 0 0,-1 1 0 0 0,0 0-1 0 0,0 0 1 0 0,0 0 0 0 0,-1 0-1 0 0,1 0 1 0 0,-1 0 0 0 0,0 0-1 0 0,0 0 1 0 0,-1 1 0 0 0,1 7-1 0 0,0 7 490 0 0,0 0-1 0 0,-2 1 0 0 0,0-1 1 0 0,-6 29-1 0 0,-9 39-1564 0 0,14-73-3637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8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1 365 4145 0 0,'2'3'650'0'0,"1"1"0"0"0,0-1 1 0 0,0 0-1 0 0,0-1 0 0 0,0 1 0 0 0,0-1 1 0 0,7 4-1 0 0,-3 0 120 0 0,36 27 1505 0 0,73 45 1 0 0,-90-63-2099 0 0,1-1 0 0 0,0-2 0 0 0,1 0 0 0 0,42 10 0 0 0,-68-21-169 0 0,0-1 0 0 0,0 1 1 0 0,1-1-1 0 0,-1 1 1 0 0,0-1-1 0 0,1 0 0 0 0,-1 0 1 0 0,0 0-1 0 0,0 0 1 0 0,1-1-1 0 0,2 0 0 0 0,-5 1 9 0 0,1 0 0 0 0,0 0-1 0 0,-1-1 1 0 0,1 1-1 0 0,-1-1 1 0 0,1 1 0 0 0,-1 0-1 0 0,1-1 1 0 0,-1 1-1 0 0,1-1 1 0 0,-1 1 0 0 0,1-1-1 0 0,-1 1 1 0 0,1-1-1 0 0,-1 0 1 0 0,0 1 0 0 0,1-1-1 0 0,-1 0 1 0 0,0 1-1 0 0,0-1 1 0 0,1 1 0 0 0,-1-1-1 0 0,0 0 1 0 0,0 0-1 0 0,0-5 155 0 0,-1 1-1 0 0,1-1 1 0 0,-1 1-1 0 0,0-1 0 0 0,-1 1 1 0 0,1 0-1 0 0,-4-7 1 0 0,2 2 115 0 0,-15-57 1021 0 0,2-2-1 0 0,-11-129 0 0 0,8 47-3363 0 0,15 125-4992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3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3241 0 0,'-3'6'288'0'0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3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69 3681 0 0,'-15'-69'8570'0'0,"17"79"-5087"0"0,8 10-2493 0 0,-5-9-432 0 0,79 218 2340 0 0,-56-142-2726 0 0,47 98 0 0 0,-69-173-356 0 0,35 65 285 0 0,-36-69-752 0 0,0 0-1 0 0,1-1 0 0 0,-1 0 0 0 0,1 0 0 0 0,1-1 0 0 0,-1 1 0 0 0,11 6 0 0 0,-16-12 607 0 0,-1-1 0 0 0,1 1 1 0 0,0-1-1 0 0,-1 0 0 0 0,1 1 1 0 0,0-1-1 0 0,0 0 0 0 0,0 1 0 0 0,-1-1 1 0 0,1 0-1 0 0,0 0 0 0 0,0 0 0 0 0,0 0 1 0 0,-1 0-1 0 0,1 0 0 0 0,0 0 0 0 0,0 0 1 0 0,0 0-1 0 0,-1 0 0 0 0,1-1 1 0 0,0 1-1 0 0,0 0 0 0 0,0 0 0 0 0,-1-1 1 0 0,1 1-1 0 0,0-1 0 0 0,-1 1 0 0 0,1-1 1 0 0,0 1-1 0 0,-1-1 0 0 0,1 1 0 0 0,0-1 1 0 0,-1 1-1 0 0,1-2 0 0 0,3-5 140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4.2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0 144 4145 0 0,'21'-20'5806'0'0,"-21"20"-5659"0"0,1 1 0 0 0,-1 0-1 0 0,0-1 1 0 0,0 1 0 0 0,0 0-1 0 0,1-1 1 0 0,-1 1 0 0 0,0 0-1 0 0,0-1 1 0 0,0 1-1 0 0,0 0 1 0 0,0 0 0 0 0,0-1-1 0 0,0 1 1 0 0,-1 0 0 0 0,1-1-1 0 0,0 1 1 0 0,0 0 0 0 0,0-1-1 0 0,-1 1 1 0 0,1 0 0 0 0,0-1-1 0 0,-1 1 1 0 0,0 0 0 0 0,-1 10 23 0 0,0-1 0 0 0,1 1 1 0 0,0 0-1 0 0,0-1 1 0 0,1 1-1 0 0,1 0 1 0 0,-1 0-1 0 0,2-1 0 0 0,0 1 1 0 0,0-1-1 0 0,1 1 1 0 0,5 13-1 0 0,-3-12-181 0 0,0 0 0 0 0,1-1 1 0 0,0 0-1 0 0,0 0 0 0 0,1 0 0 0 0,1-1 0 0 0,0 0 0 0 0,0-1 1 0 0,1 1-1 0 0,13 9 0 0 0,-19-16-59 0 0,0-1 0 0 0,0 0 0 0 0,0 0 0 0 0,0 0 1 0 0,0-1-1 0 0,1 1 0 0 0,-1-1 0 0 0,0 0 0 0 0,1 0 0 0 0,-1 0 0 0 0,1 0 0 0 0,0 0 1 0 0,-1-1-1 0 0,1 0 0 0 0,0 0 0 0 0,-1 0 0 0 0,1 0 0 0 0,6-1 0 0 0,-4-1 6 0 0,0 0 0 0 0,0 0 0 0 0,-1-1 0 0 0,1 1 0 0 0,-1-1 0 0 0,0 0 0 0 0,0-1 0 0 0,0 1 0 0 0,0-1 0 0 0,7-7 0 0 0,-1-1 70 0 0,0-2 0 0 0,0 1 0 0 0,-1-1 1 0 0,-1-1-1 0 0,0 1 0 0 0,-1-2 0 0 0,8-20 0 0 0,-12 27 83 0 0,-1 0 0 0 0,-1 0-1 0 0,0 0 1 0 0,0 0 0 0 0,0 0 0 0 0,-1-1 0 0 0,-1 1-1 0 0,1 0 1 0 0,-2-1 0 0 0,1 1 0 0 0,-1 0-1 0 0,-4-15 1 0 0,3 18 155 0 0,0-1-1 0 0,-1 1 1 0 0,0 0-1 0 0,0 0 1 0 0,-1 0-1 0 0,1 0 1 0 0,-1 1-1 0 0,0-1 1 0 0,-1 1-1 0 0,0 0 1 0 0,0 0-1 0 0,0 1 1 0 0,0-1-1 0 0,0 1 1 0 0,-1 1-1 0 0,0-1 1 0 0,-11-5-1 0 0,2 3-55 0 0,1 0 0 0 0,-1 1 0 0 0,0 1 0 0 0,0 0 0 0 0,0 2 0 0 0,-1-1 0 0 0,-19 1 0 0 0,23 1-1201 0 0,1 1 1 0 0,-1 1-1 0 0,0 0 1 0 0,0 1-1 0 0,-22 6 0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4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2761 0 0,'15'-17'11686'0'0,"-15"18"-11496"0"0,12 16 3585 0 0,-3 1-3376 0 0,32 115 1503 0 0,49 131-1960 0 0,-80-246-465 0 0,0 0-1 0 0,2-1 1 0 0,0 0 0 0 0,0 0-1 0 0,16 14 1 0 0,-1 0-4952 0 0,-17-18 268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5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142 10 4249 0 0,'-35'-10'6429'0'0,"34"11"-6230"0"0,0-1 0 0 0,0 0 1 0 0,1 0-1 0 0,-1 1 0 0 0,0-1 0 0 0,0 0 0 0 0,0 1 0 0 0,1-1 0 0 0,-1 1 0 0 0,0-1 0 0 0,1 1 0 0 0,-1-1 0 0 0,0 1 0 0 0,1 0 0 0 0,-1-1 1 0 0,0 1-1 0 0,0 1 0 0 0,-16 28 1012 0 0,12-21-1165 0 0,-5 8 109 0 0,1 0 0 0 0,0 0 0 0 0,1 1 0 0 0,1 0 0 0 0,1 0 0 0 0,1 1 0 0 0,0 0 0 0 0,-3 34 0 0 0,6-40 78 0 0,2-9-217 0 0,-1 1 0 0 0,1-1 0 0 0,0 1 1 0 0,0 0-1 0 0,0-1 0 0 0,2 10 0 0 0,-1-13-13 0 0,-1 0 0 0 0,1 0 0 0 0,-1 0 0 0 0,1 0 0 0 0,0 0 0 0 0,-1 0 0 0 0,1 0 0 0 0,0-1 0 0 0,0 1 0 0 0,-1 0 0 0 0,1 0 0 0 0,0-1-1 0 0,0 1 1 0 0,0 0 0 0 0,0-1 0 0 0,0 1 0 0 0,0-1 0 0 0,0 1 0 0 0,0-1 0 0 0,0 1 0 0 0,0-1 0 0 0,1 0 0 0 0,-1 0 0 0 0,0 0-1 0 0,0 1 1 0 0,0-1 0 0 0,0 0 0 0 0,0 0 0 0 0,0 0 0 0 0,1-1 0 0 0,-1 1 0 0 0,0 0 0 0 0,1-1 0 0 0,25-2 319 0 0,0-2 1 0 0,-1-1 0 0 0,0-1-1 0 0,0-2 1 0 0,-1 0-1 0 0,0-1 1 0 0,0-2 0 0 0,-1-1-1 0 0,-1 0 1 0 0,37-29-1 0 0,-54 36-712 0 0,11-7-174 0 0,-8 9-3196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7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 1376 0 0,'-23'-1'2537'0'0,"18"0"-1931"0"0,0 0-1 0 0,1 1 1 0 0,-1 0-1 0 0,0 0 1 0 0,0 1-1 0 0,0 0 1 0 0,0-1 0 0 0,1 1-1 0 0,-8 3 1 0 0,11-4-461 0 0,0 0 0 0 0,0 1 0 0 0,0-1 0 0 0,0 1 0 0 0,0-1 0 0 0,0 1 0 0 0,1 0 0 0 0,-1-1 0 0 0,0 1 0 0 0,0 0 0 0 0,0-1 0 0 0,1 1 0 0 0,-1 0 0 0 0,0 0 0 0 0,1 0 1 0 0,-1 0-1 0 0,0 0 0 0 0,1 0 0 0 0,-1 0 0 0 0,1 0 0 0 0,0 0 0 0 0,-1 0 0 0 0,1 0 0 0 0,0 0 0 0 0,0 0 0 0 0,-1 0 0 0 0,1 0 0 0 0,0 0 0 0 0,0 0 0 0 0,0 0 0 0 0,0 0 0 0 0,1 0 0 0 0,-1 0 0 0 0,0 1 0 0 0,0-1 0 0 0,1 0 1 0 0,-1 0-1 0 0,0 0 0 0 0,1 0 0 0 0,-1 0 0 0 0,1 0 0 0 0,-1-1 0 0 0,1 1 0 0 0,0 0 0 0 0,0 1 0 0 0,1 1-104 0 0,1 0 1 0 0,-1 0-1 0 0,1 0 0 0 0,-1 0 1 0 0,1-1-1 0 0,0 1 0 0 0,0-1 1 0 0,0 0-1 0 0,0 0 0 0 0,0 0 1 0 0,1 0-1 0 0,-1 0 0 0 0,5 1 1 0 0,13 1-254 0 0,-1-1 1 0 0,39 2-1 0 0,-44-5-2 0 0,0 1 0 0 0,0 0 0 0 0,0 1 0 0 0,-1 1 0 0 0,1 0 0 0 0,-1 1 0 0 0,19 8 0 0 0,13 13-873 0 0,-2 2 0 0 0,62 49 1 0 0,-86-60 1065 0 0,-16-13 99 0 0,0 0 1 0 0,0 1-1 0 0,0-1 1 0 0,0 1-1 0 0,-1 0 1 0 0,1 1-1 0 0,3 5 1 0 0,-7-9 27 0 0,1 0 1 0 0,-1 0 0 0 0,1 0 0 0 0,-1 0-1 0 0,0-1 1 0 0,1 1 0 0 0,-1 0 0 0 0,0 0 0 0 0,0 0-1 0 0,0 0 1 0 0,1 0 0 0 0,-1 0 0 0 0,0 0 0 0 0,0 0-1 0 0,-1 0 1 0 0,1 0 0 0 0,0 0 0 0 0,0 0-1 0 0,0 0 1 0 0,-1 0 0 0 0,1 0 0 0 0,0 0 0 0 0,-1 0-1 0 0,1 0 1 0 0,-1 0 0 0 0,1 0 0 0 0,-1-1 0 0 0,1 1-1 0 0,-1 0 1 0 0,0 0 0 0 0,1-1 0 0 0,-1 1-1 0 0,0 0 1 0 0,0-1 0 0 0,0 1 0 0 0,1-1 0 0 0,-1 1-1 0 0,0-1 1 0 0,0 1 0 0 0,0-1 0 0 0,0 0 0 0 0,0 1-1 0 0,0-1 1 0 0,0 0 0 0 0,-2 1 0 0 0,-79 28 1396 0 0,-132 67 0 0 0,128-42-1297 0 0,61-37 121 0 0,-1-1 0 0 0,-32 16 0 0 0,53-30-264 0 0,-26 15-1751 0 0,18 0-3229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0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65 104 3225 0 0,'-2'-4'-144'0'0,"0"-1"1"0"0,0 1-1 0 0,-1 0 1 0 0,1 0-1 0 0,-1 0 1 0 0,0 0-1 0 0,0 1 1 0 0,0-1 0 0 0,-1 1-1 0 0,1-1 1 0 0,-1 1-1 0 0,0 0 1 0 0,-6-3-1 0 0,-4-42 17243 0 0,14 47-16906 0 0,-2 14 2412 0 0,2-6-3518 0 0,46 467 1639 0 0,-23-299-592 0 0,-21-135-185 0 0,-1 0 0 0 0,-3 0 0 0 0,-1 0 0 0 0,-8 41 0 0 0,11-81 50 0 0,0 7-887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1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4609 0 0,'5'8'9448'0'0,"12"19"-7359"0"0,3 3-1876 0 0,25 47-50 0 0,49 76 364 0 0,-77-128-451 0 0,2 0 1 0 0,1-1 0 0 0,38 35 0 0 0,-37-44-414 0 0,-1-1 0 0 0,2-1-1 0 0,0-1 1 0 0,0-1 0 0 0,1-1 0 0 0,0 0 0 0 0,36 8 0 0 0,-26-8 73 0 0,-27-7-1890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1.8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14 231 3225 0 0,'-1'0'90'0'0,"1"0"1"0"0,0 1 0 0 0,-1-1 0 0 0,1 0 0 0 0,0 0-1 0 0,-1 0 1 0 0,1 0 0 0 0,0 0 0 0 0,-1 1-1 0 0,1-1 1 0 0,0 0 0 0 0,-1 0 0 0 0,1 0 0 0 0,-1 0-1 0 0,1 0 1 0 0,0 0 0 0 0,-1 0 0 0 0,1 0-1 0 0,0 0 1 0 0,-1-1 0 0 0,1 1 0 0 0,-1 0 0 0 0,1 0-1 0 0,0 0 1 0 0,-1 0 0 0 0,1 0 0 0 0,0-1-1 0 0,-1 1 1 0 0,1 0 0 0 0,0 0 0 0 0,-1 0-1 0 0,1-1 1 0 0,0 1 0 0 0,0 0 0 0 0,-1-1 0 0 0,1 1-1 0 0,0 0 1 0 0,0-1 0 0 0,0 1 0 0 0,-1 0-1 0 0,1-1 1 0 0,3-20 2637 0 0,17-21 638 0 0,-3 18-1774 0 0,1 1 0 0 0,35-35 0 0 0,-18 28-2766 0 0,2 7-3308 0 0,-23 17-792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2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48 4145 0 0,'-10'-34'6475'0'0,"9"20"-1101"0"0,6 27-664 0 0,12 17-3985 0 0,-8-15-281 0 0,-8-14-443 0 0,72 129 276 0 0,95 128 1 0 0,-157-243-458 0 0,22 28-1176 0 0,-32-41 1284 0 0,1-1-1 0 0,-1 1 0 0 0,1-1 1 0 0,-1 0-1 0 0,1 1 0 0 0,0-1 1 0 0,0 0-1 0 0,-1 0 1 0 0,1 0-1 0 0,0 0 0 0 0,0 0 1 0 0,0-1-1 0 0,0 1 0 0 0,0-1 1 0 0,0 1-1 0 0,0-1 1 0 0,0 0-1 0 0,1 1 0 0 0,-1-1 1 0 0,3-1-1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2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0 3225 0 0,'-4'2'229'0'0,"1"-1"1"0"0,-1 1-1 0 0,1 0 1 0 0,0 0-1 0 0,-1 1 1 0 0,1-1-1 0 0,0 1 1 0 0,1 0-1 0 0,-1-1 1 0 0,0 1 0 0 0,1 0-1 0 0,-1 1 1 0 0,1-1-1 0 0,0 0 1 0 0,-3 7-1 0 0,-3 8 695 0 0,1 1 0 0 0,-6 19 0 0 0,-5 15-663 0 0,-9-4 306 0 0,21-44-195 0 0,16-32-241 0 0,-6 19-221 0 0,8-19-1276 0 0,22-38 0 0 0,-23 49-1683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3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0,'5'-7'578'0'0,"0"1"0"0"0,1 1 0 0 0,-1-1 0 0 0,1 1 0 0 0,0 0 0 0 0,0 0 0 0 0,1 0 0 0 0,-1 1 0 0 0,11-5 0 0 0,12-4-301 0 0,31-10 0 0 0,-20 8-3663 0 0,-2-2-850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3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29 173 3681 0 0,'-6'-16'1197'0'0,"1"0"0"0"0,0 0 0 0 0,2-1 1 0 0,0 1-1 0 0,-2-32 0 0 0,3 29 316 0 0,9-6 6457 0 0,-1 42-7290 0 0,4 30-98 0 0,-2 1 0 0 0,3 88-1 0 0,-8-90-403 0 0,2 40-20 0 0,16 190 103 0 0,0 21-1677 0 0,-19-289-570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37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1 353 2304 0 0,'0'-47'-174'0'0,"1"-78"2860"0"0,7 44 4478 0 0,-8 81-7050 0 0,0-1 0 0 0,0 1-1 0 0,0-1 1 0 0,0 1 0 0 0,1 0 0 0 0,-1-1 0 0 0,0 1 0 0 0,0-1-1 0 0,0 1 1 0 0,0 0 0 0 0,1-1 0 0 0,-1 1 0 0 0,0-1-1 0 0,0 1 1 0 0,0 0 0 0 0,1-1 0 0 0,-1 1 0 0 0,0 0 0 0 0,1-1-1 0 0,-1 1 1 0 0,0 0 0 0 0,1 0 0 0 0,-1-1 0 0 0,1 1 0 0 0,-1 0-1 0 0,0 0 1 0 0,1 0 0 0 0,-1-1 0 0 0,1 1 0 0 0,0 0 0 0 0,14 5 1537 0 0,18 21-776 0 0,-28-21-554 0 0,29 26 364 0 0,-2 1 1 0 0,44 57-1 0 0,46 81 372 0 0,-80-106-505 0 0,3-1 0 0 0,96 100 0 0 0,-135-157-484 0 0,0 0-1 0 0,1 0 1 0 0,0-1 0 0 0,0 0-1 0 0,12 7 1 0 0,-18-12-53 0 0,0 1 0 0 0,1-1 1 0 0,-1 1-1 0 0,0-1 0 0 0,1 1 0 0 0,-1-1 0 0 0,0 0 0 0 0,1 1 0 0 0,-1-1 0 0 0,1 0 1 0 0,-1 0-1 0 0,0 0 0 0 0,1 0 0 0 0,-1 0 0 0 0,1-1 0 0 0,-1 1 0 0 0,0 0 0 0 0,1-1 1 0 0,-1 1-1 0 0,0 0 0 0 0,1-1 0 0 0,-1 0 0 0 0,0 1 0 0 0,0-1 0 0 0,1 0 0 0 0,-1 0 1 0 0,0 0-1 0 0,0 1 0 0 0,0-1 0 0 0,0 0 0 0 0,0-1 0 0 0,0 1 0 0 0,0 0 0 0 0,-1 0 1 0 0,1 0-1 0 0,0 0 0 0 0,-1-1 0 0 0,1 1 0 0 0,0 0 0 0 0,-1-1 0 0 0,1-1 0 0 0,6-23 179 0 0,-1 0-1 0 0,-2 0 1 0 0,0 0-1 0 0,-2 0 1 0 0,-1-53-1 0 0,-1 38-143 0 0,1-71 10 0 0,8-165-701 0 0,0 220-423 0 0,2 20-5370 0 0,-1 14-1014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37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 7370 0 0,'48'-19'7511'0'0,"-29"13"-6138"0"0,156-47 4833 0 0,-149 47-6027 0 0,-1 1-1 0 0,1 1 0 0 0,0 2 0 0 0,52 1 1 0 0,-66 2-202 0 0,0 0 1 0 0,-1 1 0 0 0,1 1 0 0 0,-1 0 0 0 0,21 8-1 0 0,0 10-7137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37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5985 0 0,'10'14'10357'0'0,"11"14"-7699"0"0,-12-11-2103 0 0,-1-1-1 0 0,-1 1 1 0 0,0 0 0 0 0,-2 1-1 0 0,0 0 1 0 0,4 25 0 0 0,7 115-90 0 0,-14-118-240 0 0,1 2-307 0 0,-1-4-775 0 0,1 0 0 0 0,11 48-1 0 0,-7-63-6706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38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11 2304 0 0,'-3'-1'363'0'0,"-1"-1"0"0"0,1 1 0 0 0,0-1 0 0 0,-1 1 0 0 0,1 0 0 0 0,-1 0 0 0 0,1 0-1 0 0,-1 1 1 0 0,1 0 0 0 0,-6-1 0 0 0,6 1 179 0 0,0 0 0 0 0,1 0 0 0 0,-1 0 1 0 0,0 1-1 0 0,1-1 0 0 0,-1 1 0 0 0,1 0 0 0 0,-1-1 0 0 0,1 1 0 0 0,-1 0 0 0 0,1 0 0 0 0,0 1 1 0 0,-1-1-1 0 0,1 0 0 0 0,-3 3 0 0 0,4-2-204 0 0,1 0-1 0 0,-1 0 1 0 0,1 0 0 0 0,0 0 0 0 0,0 0-1 0 0,0 0 1 0 0,0-1 0 0 0,0 1 0 0 0,0 0-1 0 0,0 0 1 0 0,0 0 0 0 0,1 0-1 0 0,-1 0 1 0 0,1 0 0 0 0,0-1 0 0 0,-1 1-1 0 0,1 0 1 0 0,0 0 0 0 0,2 2 0 0 0,2 1 7 0 0,-5-11 265 0 0,0-2-365 0 0,0 8-232 0 0,-1-1 0 0 0,1 0 0 0 0,0 0 1 0 0,-1 1-1 0 0,1-1 0 0 0,-1 0 0 0 0,1 1 0 0 0,-1-1 0 0 0,1 0 1 0 0,-1 1-1 0 0,0-1 0 0 0,1 1 0 0 0,-1-1 0 0 0,0 1 0 0 0,1-1 1 0 0,-1 1-1 0 0,0 0 0 0 0,1-1 0 0 0,-1 1 0 0 0,0 0 0 0 0,0 0 1 0 0,0-1-1 0 0,-1 1 0 0 0,-18-5 135 0 0,16 5-127 0 0,1 1 0 0 0,-1-1 0 0 0,0 0 0 0 0,1 1 0 0 0,-1 0 0 0 0,0 0 0 0 0,1 0 0 0 0,-1 0 0 0 0,1 1 0 0 0,0-1 0 0 0,-1 1 0 0 0,1 0 0 0 0,0 0 0 0 0,0 0 0 0 0,0 1 0 0 0,0-1 0 0 0,0 1 0 0 0,1-1 0 0 0,-1 1 0 0 0,1 0 0 0 0,0 0 0 0 0,-1 0 1 0 0,-1 4-1 0 0,-5 8 3 0 0,0 1 1 0 0,1 0 0 0 0,-9 23 0 0 0,9-16-17 0 0,0-1-1 0 0,2 1 0 0 0,1 0 1 0 0,0 1-1 0 0,2-1 0 0 0,1 1 1 0 0,1 37-1 0 0,1-49-2 0 0,1 0-1 0 0,1 1 1 0 0,0-1-1 0 0,1 0 0 0 0,0 0 1 0 0,0-1-1 0 0,1 1 1 0 0,1-1-1 0 0,0 1 1 0 0,1-2-1 0 0,0 1 1 0 0,0 0-1 0 0,1-1 0 0 0,0 0 1 0 0,1-1-1 0 0,12 12 1 0 0,-6-10 45 0 0,1 0 0 0 0,-1-1 0 0 0,2-1 0 0 0,-1 0 0 0 0,2-1-1 0 0,-1-1 1 0 0,1 0 0 0 0,0-2 0 0 0,0 1 0 0 0,25 3 0 0 0,-15-5 41 0 0,1-1 0 0 0,0-1-1 0 0,0-2 1 0 0,0 0 0 0 0,55-10-1 0 0,-73 8-244 0 0,0 0-1 0 0,1-1 0 0 0,-1-1 0 0 0,-1 1 0 0 0,1-2 1 0 0,-1 1-1 0 0,1-1 0 0 0,-1-1 0 0 0,0 0 0 0 0,-1 0 1 0 0,0-1-1 0 0,11-10 0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1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 10594 0 0,'7'-25'3412'0'0,"-1"3"4721"0"0,-5 37-7784 0 0,1 1-1 0 0,1-1 0 0 0,5 18 0 0 0,1 10-179 0 0,56 303 197 0 0,26-5-60 0 0,-75-296-306 0 0,21 70 0 0 0,-37-115-7 0 0,1 1 1 0 0,-1-1-1 0 0,0 1 0 0 0,0-1 0 0 0,0 1 1 0 0,0-1-1 0 0,0 1 0 0 0,0-1 0 0 0,0 1 1 0 0,0-1-1 0 0,0 0 0 0 0,0 1 0 0 0,0-1 1 0 0,0 1-1 0 0,-1-1 0 0 0,1 1 0 0 0,0-1 1 0 0,0 1-1 0 0,0-1 0 0 0,-1 0 0 0 0,1 1 1 0 0,0-1-1 0 0,0 1 0 0 0,-1-1 0 0 0,1 0 1 0 0,0 1-1 0 0,-1-1 0 0 0,1 0 0 0 0,0 0 1 0 0,-1 1-1 0 0,0-1 0 0 0,-17 3-494 0 0,-17-10-481 0 0,21-1-668 0 0,1-2-3392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1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18 166 8290 0 0,'1'-5'192'0'0,"0"0"0"0"0,0 0 0 0 0,1 1 0 0 0,-1-1 0 0 0,1 0-1 0 0,0 1 1 0 0,0-1 0 0 0,1 1 0 0 0,-1-1 0 0 0,1 1 0 0 0,0 0 0 0 0,0 0 0 0 0,0 1 0 0 0,1-1 0 0 0,7-6 0 0 0,8-6 2224 0 0,37-25 0 0 0,-50 37-1877 0 0,-1 0-271 0 0,1 0 1 0 0,-1 1 0 0 0,1 0-1 0 0,0 0 1 0 0,0 0 0 0 0,0 1 0 0 0,1 0-1 0 0,10-2 1 0 0,-14 3-223 0 0,-1 1-1 0 0,1 0 1 0 0,-1 0 0 0 0,1 0 0 0 0,-1 1-1 0 0,1-1 1 0 0,-1 1 0 0 0,1-1 0 0 0,-1 1-1 0 0,1 0 1 0 0,-1 0 0 0 0,0 0-1 0 0,1 0 1 0 0,-1 0 0 0 0,0 0 0 0 0,0 1-1 0 0,0-1 1 0 0,0 1 0 0 0,0 0 0 0 0,0-1-1 0 0,0 1 1 0 0,-1 0 0 0 0,1 0 0 0 0,0 0-1 0 0,1 4 1 0 0,2 2 23 0 0,-1 2 0 0 0,0-1 0 0 0,-1 0-1 0 0,0 1 1 0 0,0-1 0 0 0,-1 1 0 0 0,0 0 0 0 0,-1 0 0 0 0,0 0 0 0 0,0 0-1 0 0,-1 0 1 0 0,0 0 0 0 0,-1 0 0 0 0,0 0 0 0 0,-1 0 0 0 0,-4 13 0 0 0,-2 5 50 0 0,-1 0 1 0 0,-1-1 0 0 0,-1 0 0 0 0,-21 36 0 0 0,20-45-8 0 0,0 0 0 0 0,0 0 0 0 0,-2-1 0 0 0,0-1 0 0 0,-1 0 0 0 0,-1-2 0 0 0,0 1 0 0 0,-1-2 0 0 0,0 0 0 0 0,-1-1 0 0 0,-33 17 0 0 0,113-38 460 0 0,-24 2-533 0 0,0 3-1 0 0,1 0 0 0 0,-1 3 1 0 0,1 1-1 0 0,0 2 0 0 0,45 8 1 0 0,-21 1-23 0 0,-1 4-1 0 0,119 44 1 0 0,-173-57-328 0 0,-1 1 0 0 0,0 1 0 0 0,0-1-1 0 0,0 1 1 0 0,0 1 0 0 0,-1-1 0 0 0,0 1-1 0 0,8 7 1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2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6913 0 0,'1'-64'14099'0'0,"-1"77"-13417"0"0,0 0 0 0 0,1 0 1 0 0,3 20-1 0 0,22 70-6 0 0,26 127-96 0 0,-28-114-142 0 0,40 112 0 0 0,0-2 799 0 0,-58-198-1121 0 0,-4-14-34 0 0,1 0 0 0 0,0-1 0 0 0,1 0 0 0 0,1 0 0 0 0,11 23 0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2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28 308 9218 0 0,'-17'-8'621'0'0,"16"7"-314"0"0,1 1 0 0 0,-1-1-1 0 0,-2-1 921 0 0,2 1-920 0 0,1 0-1 0 0,-1 0 1 0 0,1 1 0 0 0,-1-1 0 0 0,1 0-1 0 0,-1 0 1 0 0,1 0 0 0 0,0 0-1 0 0,-1 0 1 0 0,1 1 0 0 0,0-2-1 0 0,0 1-83 0 0,0 0-1 0 0,0 1 1 0 0,0-1-1 0 0,0 1 1 0 0,0-1-1 0 0,6-7 3116 0 0,-6 8-3116 0 0,1 0 1 0 0,-1-1-1 0 0,1 1 1 0 0,0-1-1 0 0,19-4 324 0 0,-17 5-476 0 0,1 0 0 0 0,-1 0 0 0 0,1 1 1 0 0,-1-1-1 0 0,1 1 0 0 0,-1-1 0 0 0,0 1 0 0 0,1 1 1 0 0,-1-1-1 0 0,0 0 0 0 0,0 1 0 0 0,0-1 0 0 0,0 1 1 0 0,0 0-1 0 0,0 0 0 0 0,0 0 0 0 0,0 1 1 0 0,-1-1-1 0 0,0 0 0 0 0,1 1 0 0 0,2 5 0 0 0,6 7 7 0 0,0 0-1 0 0,15 33 1 0 0,-12-22 13 0 0,-1-1-39 0 0,41 64 54 0 0,-48-80-89 0 0,1-1 0 0 0,-1 0 1 0 0,1 0-1 0 0,1 0 1 0 0,-1-1-1 0 0,2 0 0 0 0,12 8 1 0 0,-18-14 22 0 0,-1 0 0 0 0,1 0 0 0 0,-1 0 0 0 0,1 0 0 0 0,-1-1 0 0 0,1 1 0 0 0,-1-1 0 0 0,1 0 0 0 0,0 0 0 0 0,-1 0 0 0 0,1 0 1 0 0,-1 0-1 0 0,1 0 0 0 0,0-1 0 0 0,-1 1 0 0 0,1-1 0 0 0,-1 0 0 0 0,1 0 0 0 0,-1 0 0 0 0,0 0 0 0 0,1 0 0 0 0,-1 0 0 0 0,0-1 0 0 0,0 1 0 0 0,0-1 0 0 0,0 0 0 0 0,0 1 0 0 0,0-1 0 0 0,2-3 1 0 0,8-8 155 0 0,0 0 1 0 0,-1-1 0 0 0,12-20-1 0 0,-12 16-51 0 0,49-65 450 0 0,-8 11-92 0 0,48-88-1 0 0,-62 80-390 0 0,-34 70-287 0 0,0 0 0 0 0,-1-1-1 0 0,-1 1 1 0 0,1 0 0 0 0,-2-1 0 0 0,2-13-1 0 0,-7 36-3499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3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36 111 6449 0 0,'-35'2'9798'0'0,"56"-7"-8073"0"0,25-7-550 0 0,56-17 350 0 0,2 5 0 0 0,153-15 0 0 0,-207 36-1539 0 0,0 2 0 0 0,0 2-1 0 0,-1 3 1 0 0,68 13-1 0 0,-115-17-291 0 0,16 5 318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3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0 6449 0 0,'-8'0'-29'0'0,"-30"1"3399"0"0,36-1-2892 0 0,1 0 1 0 0,-1 1-1 0 0,1-1 1 0 0,-1 0-1 0 0,1 0 1 0 0,-1 1-1 0 0,1-1 1 0 0,-1 1-1 0 0,1-1 1 0 0,-1 1-1 0 0,1 0 1 0 0,0 0-1 0 0,-1-1 1 0 0,1 1-1 0 0,0 0 1 0 0,0 0-1 0 0,-1 0 1 0 0,-1 3-1 0 0,4-1-205 0 0,-1 1 0 0 0,1-1 0 0 0,-1 1 0 0 0,1-1 0 0 0,0 1-1 0 0,0-1 1 0 0,1 0 0 0 0,-1 1 0 0 0,1-1 0 0 0,-1 0 0 0 0,1 0-1 0 0,4 5 1 0 0,1 4 108 0 0,17 48 137 0 0,-3 0-1 0 0,-2 1 1 0 0,17 103 0 0 0,-20-84-211 0 0,40 119 1 0 0,-30-133-90 0 0,-15-43-201 0 0,-1 1 0 0 0,-1 1 0 0 0,-2 0 1 0 0,0 0-1 0 0,-1 0 0 0 0,-2 1 1 0 0,2 30-1 0 0,-6-36-1451 0 0,3-20 742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4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0,'2'3'11381'0'0,"2"5"-9130"0"0,4 5-2831 0 0,11 22 1251 0 0,-2 0 0 0 0,-1 1 0 0 0,-2 1 1 0 0,16 65-1 0 0,2 2-97 0 0,172 415 310 0 0,-203-517-882 0 0,3 6-5 0 0,6 16-36 0 0,10 34 0 0 0,-18-53-256 0 0,-5-13-2566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4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205 161 4609 0 0,'0'0'155'0'0,"0"-1"-1"0"0,0 1 1 0 0,0-1-1 0 0,0 1 1 0 0,0-1 0 0 0,1 1-1 0 0,-1-1 1 0 0,0 1-1 0 0,0-1 1 0 0,0 1 0 0 0,0-1-1 0 0,0 1 1 0 0,-1-1 0 0 0,1 1-1 0 0,0-1 1 0 0,0 1-1 0 0,0-1 1 0 0,0 1 0 0 0,0-1-1 0 0,-1 1 1 0 0,1-1-1 0 0,0 1 1 0 0,0 0 0 0 0,-1-1-1 0 0,1 1 1 0 0,0-1 0 0 0,-1 1-1 0 0,1 0 1 0 0,0-1-1 0 0,-1 1 1 0 0,1 0 0 0 0,-1-1-1 0 0,1 1 1 0 0,-1 0-1 0 0,1 0 1 0 0,0-1 0 0 0,-1 1-1 0 0,1 0 1 0 0,-1 0-1 0 0,1 0 1 0 0,-1 0 0 0 0,1 0-1 0 0,-1 0 1 0 0,1-1 0 0 0,-1 1-1 0 0,1 0 1 0 0,-1 1-1 0 0,1-1 1 0 0,-1 0 0 0 0,1 0-1 0 0,-1 0 1 0 0,1 0-1 0 0,-1 0 1 0 0,1 0 0 0 0,-1 1-1 0 0,1-1 1 0 0,-1 0-1 0 0,1 0 1 0 0,-1 1 0 0 0,1-1-1 0 0,0 0 1 0 0,-1 0 0 0 0,1 1-1 0 0,-1-1 1 0 0,1 1-1 0 0,-31 27 2543 0 0,7 2-1956 0 0,1 0 0 0 0,1 2-1 0 0,1 0 1 0 0,2 1-1 0 0,-22 54 1 0 0,40-86-722 0 0,1 0 0 0 0,-1 0 0 0 0,1 0 0 0 0,-1 0 0 0 0,1 0 0 0 0,0 0-1 0 0,0 1 1 0 0,-1-1 0 0 0,1 0 0 0 0,0 0 0 0 0,0 0 0 0 0,0 0 0 0 0,0 0 0 0 0,0 0 0 0 0,0 1 0 0 0,1-1 0 0 0,-1 2 0 0 0,1-3-10 0 0,-1 1 0 0 0,1-1 0 0 0,-1 1 0 0 0,0-1 0 0 0,1 1 1 0 0,-1-1-1 0 0,1 0 0 0 0,-1 1 0 0 0,1-1 0 0 0,-1 0 0 0 0,1 1 1 0 0,-1-1-1 0 0,1 0 0 0 0,0 0 0 0 0,-1 0 0 0 0,1 1 0 0 0,-1-1 1 0 0,1 0-1 0 0,0 0 0 0 0,-1 0 0 0 0,1 0 0 0 0,-1 0 0 0 0,2 0 0 0 0,1-1 16 0 0,1 1-1 0 0,-1-1 0 0 0,1 0 0 0 0,-1 0 1 0 0,0 0-1 0 0,0 0 0 0 0,0-1 0 0 0,0 1 0 0 0,0-1 1 0 0,3-2-1 0 0,13-12 64 0 0,0 0 1 0 0,-2-2-1 0 0,0 0 1 0 0,-2 0-1 0 0,24-37 1 0 0,56-111 83 0 0,-80 131-96 0 0,-11 26-42 0 0,0-1 0 0 0,0 1 1 0 0,1 0-1 0 0,0 0 0 0 0,1 0 0 0 0,0 1 0 0 0,0 0 1 0 0,8-8-1 0 0,-12 15-5 0 0,-1 0 1 0 0,1 1 0 0 0,0-1-1 0 0,0 1 1 0 0,-1-1 0 0 0,1 1-1 0 0,0 0 1 0 0,0-1 0 0 0,-1 1-1 0 0,1 0 1 0 0,0 0 0 0 0,0 1-1 0 0,0-1 1 0 0,-1 0-1 0 0,1 1 1 0 0,0-1 0 0 0,-1 1-1 0 0,1-1 1 0 0,2 2 0 0 0,37 16 66 0 0,-31-12-29 0 0,15 6 94 0 0,-1 2 0 0 0,0 1 0 0 0,-1 0 0 0 0,-1 2 0 0 0,0 1 0 0 0,-1 0 0 0 0,-1 2 0 0 0,-1 0 0 0 0,-1 1 0 0 0,-1 1-1 0 0,-1 1 1 0 0,20 36 0 0 0,-23-34 12 0 0,-8-13-141 0 0,1 0-1 0 0,1 0 1 0 0,1 0-1 0 0,-1-1 0 0 0,11 11 1 0 0,-18-22-68 0 0,1 1 1 0 0,-1-1-1 0 0,1 1 1 0 0,0-1-1 0 0,-1 1 0 0 0,1-1 1 0 0,0 1-1 0 0,-1-1 1 0 0,1 0-1 0 0,0 1 1 0 0,0-1-1 0 0,-1 0 1 0 0,1 0-1 0 0,0 1 0 0 0,0-1 1 0 0,0 0-1 0 0,-1 0 1 0 0,1 0-1 0 0,0 0 1 0 0,0 0-1 0 0,0 0 1 0 0,-1 0-1 0 0,1 0 0 0 0,0-1 1 0 0,0 1-1 0 0,-1 0 1 0 0,1 0-1 0 0,0-1 1 0 0,0 1-1 0 0,-1 0 1 0 0,1-1-1 0 0,0 1 0 0 0,-1-1 1 0 0,1 1-1 0 0,0-1 1 0 0,-1 1-1 0 0,1-1 1 0 0,-1 1-1 0 0,1-1 1 0 0,-1 0-1 0 0,1 1 0 0 0,-1-1 1 0 0,1 0-1 0 0,-1 1 1 0 0,0-1-1 0 0,1 0 1 0 0,-1-1-1 0 0,3-3-205 0 0,0 0 0 0 0,-1 0 0 0 0,0-1 0 0 0,0 1 0 0 0,1-8 0 0 0,0-10 217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6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6913 0 0,'-10'6'12478'0'0,"21"13"-12027"0"0,16 48 361 0 0,-3 0 1 0 0,-4 1 0 0 0,14 79-1 0 0,-10-43-563 0 0,15 47-110 0 0,17 70-86 0 0,-54-213-40 0 0,-1 0-1 0 0,0 0 1 0 0,0 0 0 0 0,-1 11 0 0 0,0-18-79 0 0,0 0 1 0 0,0 0-1 0 0,0 0 0 0 0,0 0 1 0 0,0 0-1 0 0,0 0 1 0 0,0 0-1 0 0,0-1 0 0 0,-1 1 1 0 0,1 0-1 0 0,0 0 1 0 0,-1 0-1 0 0,1 0 0 0 0,0-1 1 0 0,-1 1-1 0 0,1 0 1 0 0,-1 0-1 0 0,1-1 0 0 0,-1 1 1 0 0,1 0-1 0 0,-1-1 1 0 0,0 1-1 0 0,1 0 1 0 0,-1-1-1 0 0,0 1 0 0 0,0-1 1 0 0,1 1-1 0 0,-1-1 1 0 0,0 0-1 0 0,0 1 0 0 0,0-1 1 0 0,0 0-1 0 0,1 0 1 0 0,-1 1-1 0 0,0-1 0 0 0,0 0 1 0 0,0 0-1 0 0,0 0 1 0 0,0 0-1 0 0,0 0 0 0 0,1 0 1 0 0,-1 0-1 0 0,0 0 1 0 0,0 0-1 0 0,0-1 0 0 0,0 1 1 0 0,0 0-1 0 0,0-1 1 0 0,1 1-1 0 0,-1 0 1 0 0,0-1-1 0 0,-1 0 0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1 332 1840 0 0,'0'-9'181'0'0,"0"0"0"0"0,0 0-1 0 0,1-1 1 0 0,0 2-1 0 0,0-1 1 0 0,1 0 0 0 0,1 0-1 0 0,-1 0 1 0 0,2 1-1 0 0,-1 0 1 0 0,1-1-1 0 0,0 1 1 0 0,1 1 0 0 0,-1-1-1 0 0,2 0 1 0 0,6-7-1 0 0,0-1 699 0 0,1 1 0 0 0,0 0-1 0 0,1 1 1 0 0,1 0-1 0 0,0 1 1 0 0,1 1 0 0 0,0 0-1 0 0,33-17 1 0 0,-36 23-402 0 0,1-1-1 0 0,1 2 1 0 0,-1 0-1 0 0,1 1 1 0 0,0 0-1 0 0,0 1 1 0 0,0 1 0 0 0,0 0-1 0 0,0 1 1 0 0,0 1-1 0 0,1 0 1 0 0,17 3-1 0 0,-30-3-450 0 0,1 1-1 0 0,-1-1 1 0 0,1 1-1 0 0,-1-1 1 0 0,0 1-1 0 0,1 0 1 0 0,-1 0-1 0 0,0 1 1 0 0,0-1-1 0 0,0 1 0 0 0,0-1 1 0 0,0 1-1 0 0,0 0 1 0 0,0 0-1 0 0,-1 0 1 0 0,1 1-1 0 0,-1-1 1 0 0,1 0-1 0 0,-1 1 1 0 0,0 0-1 0 0,0 0 1 0 0,0-1-1 0 0,0 1 0 0 0,-1 0 1 0 0,1 1-1 0 0,-1-1 1 0 0,0 0-1 0 0,0 0 1 0 0,0 0-1 0 0,0 1 1 0 0,0-1-1 0 0,-1 1 1 0 0,1-1-1 0 0,-1 0 1 0 0,0 1-1 0 0,0-1 0 0 0,-1 1 1 0 0,1-1-1 0 0,-1 1 1 0 0,1-1-1 0 0,-1 0 1 0 0,-2 5-1 0 0,-3 11 110 0 0,-1 0 0 0 0,-1-1 0 0 0,0 0 0 0 0,-2 0 1 0 0,0-1-1 0 0,-1 0 0 0 0,-1 0 0 0 0,-13 14 0 0 0,-121 116 794 0 0,106-110-705 0 0,16-14 29 0 0,-42 30 1 0 0,59-48-237 0 0,0 0-1 0 0,0 0 1 0 0,-1-1 0 0 0,0 0-1 0 0,1-1 1 0 0,-1 0 0 0 0,-1 0-1 0 0,1 0 1 0 0,0-1-1 0 0,-1-1 1 0 0,-12 2 0 0 0,12-4-1065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6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90 5529 0 0,'-10'-1'499'0'0,"-11"-1"-525"0"0,8-2 4704 0 0,25 0-300 0 0,1 0-3074 0 0,195-29 2303 0 0,-23 4-2644 0 0,-152 24-1534 0 0,-1 1-1 0 0,1 1 0 0 0,41 3 0 0 0,-57 0-6174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6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8290 0 0,'-23'10'10768'0'0,"21"-8"-10256"0"0,1-1-186 0 0,0 1-1 0 0,0 0 0 0 0,0 0 0 0 0,0 0 1 0 0,1 0-1 0 0,-1 1 0 0 0,1-1 0 0 0,-1 0 1 0 0,1 0-1 0 0,0 0 0 0 0,0 4 0 0 0,1 7-552 0 0,0 0-1 0 0,1-1 0 0 0,6 21 0 0 0,-2-12 1256 0 0,40 161 13 0 0,-25-108-1983 0 0,17 112 1 0 0,-36-162-7220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7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27 5529 0 0,'-1'-2'384'0'0,"0"1"0"0"0,1-1 0 0 0,-1 1 0 0 0,0-1 0 0 0,0 0 0 0 0,-1 1 0 0 0,1 0 0 0 0,0-1 0 0 0,0 1 0 0 0,-1 0-1 0 0,1 0 1 0 0,-1-1 0 0 0,1 1 0 0 0,-1 0 0 0 0,1 1 0 0 0,-1-1 0 0 0,0 0 0 0 0,1 0 0 0 0,-1 1 0 0 0,0-1 0 0 0,-3 0 0 0 0,2 1 0 0 0,0 0 0 0 0,0 0 0 0 0,0 0 0 0 0,0 1 1 0 0,0-1-1 0 0,0 1 0 0 0,0 0 0 0 0,0 0 0 0 0,0 0 1 0 0,0 0-1 0 0,-5 3 0 0 0,-1 2-7 0 0,0 0 1 0 0,0 0-1 0 0,1 1 0 0 0,-1 0 1 0 0,2 1-1 0 0,-12 13 0 0 0,3 1-183 0 0,0 1 0 0 0,2 1 0 0 0,0 0 0 0 0,-10 28 1 0 0,18-38-151 0 0,1 0 1 0 0,0 1 0 0 0,1-1-1 0 0,1 1 1 0 0,0 0 0 0 0,1 0 0 0 0,1 0-1 0 0,0 1 1 0 0,1 14 0 0 0,1-21-15 0 0,1-1 0 0 0,-1 1 1 0 0,2-1-1 0 0,-1 0 0 0 0,1 1 0 0 0,0-1 1 0 0,1 0-1 0 0,0-1 0 0 0,0 1 1 0 0,0-1-1 0 0,1 0 0 0 0,0 0 0 0 0,7 7 1 0 0,-2-5 31 0 0,0 0 1 0 0,0-1-1 0 0,0 0 0 0 0,1-1 1 0 0,0 0-1 0 0,1 0 1 0 0,23 9-1 0 0,-5-6 73 0 0,1-1 0 0 0,0-2-1 0 0,0-1 1 0 0,0-1-1 0 0,1-1 1 0 0,42-2 0 0 0,-52-2-8 0 0,-1-2 0 0 0,0 0 1 0 0,0-1-1 0 0,0-1 0 0 0,34-11 1 0 0,-42 10-63 0 0,0 0 1 0 0,-1-1-1 0 0,0 0 1 0 0,0 0-1 0 0,0-2 1 0 0,-1 1-1 0 0,0-2 1 0 0,0 1-1 0 0,17-20 1 0 0,-26 26-113 0 0,-1 0 0 0 0,1-1 0 0 0,-1 1 0 0 0,1 0 0 0 0,-1-1 0 0 0,0 1 1 0 0,1-1-1 0 0,-2 1 0 0 0,3-6 0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8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34 12443 0 0,'0'-2'489'0'0,"-1"0"0"0"0,0-1 0 0 0,1 1 0 0 0,0 0 0 0 0,-1 0 0 0 0,1-1 0 0 0,0 1 0 0 0,0 0 0 0 0,0-1 0 0 0,1-3 0 0 0,-1 6-413 0 0,0 0 0 0 0,0-1 1 0 0,0 1-1 0 0,1 0 1 0 0,-1 0-1 0 0,0 0 0 0 0,1-2 688 0 0,-1 2-687 0 0,1 0-1 0 0,-1-1 0 0 0,0 1 1 0 0,0 0-1 0 0,0 0 0 0 0,0 0 1 0 0,1 0-1 0 0,-1 0 1 0 0,0 0-1 0 0,0 0 0 0 0,1 0 1 0 0,-1 0-1 0 0,0 0 1 0 0,0 0-1 0 0,0 0 0 0 0,1 0 1 0 0,-1 0-1 0 0,0 0 0 0 0,1 0 1 0 0,11 11 1012 0 0,-2 4-898 0 0,-1 0 1 0 0,0 0 0 0 0,-1 1-1 0 0,-1 0 1 0 0,-1 1-1 0 0,0-1 1 0 0,-1 1 0 0 0,3 21-1 0 0,2 23 54 0 0,1 61 0 0 0,-5-47 24 0 0,59 340 176 0 0,-62-402-446 0 0,-2-8-95 0 0,0 2 137 0 0,1 0 0 0 0,-1 0 1 0 0,-1 0-1 0 0,1 0 1 0 0,-2 10-1 0 0,1-15-132 0 0,0-1 1 0 0,0 0-1 0 0,0 0 0 0 0,-1 0 0 0 0,1 0 1 0 0,0 0-1 0 0,-1 1 0 0 0,1-1 1 0 0,-1 0-1 0 0,1 0 0 0 0,-1 0 1 0 0,0 0-1 0 0,1 0 0 0 0,-1-1 1 0 0,0 1-1 0 0,0 0 0 0 0,0 0 1 0 0,0 0-1 0 0,1-1 0 0 0,-1 1 1 0 0,0 0-1 0 0,0-1 0 0 0,0 1 0 0 0,-1-1 1 0 0,1 1-1 0 0,0-1 0 0 0,0 1 1 0 0,0-1-1 0 0,0 0 0 0 0,0 0 1 0 0,0 1-1 0 0,-1-1 0 0 0,1 0 1 0 0,0 0-1 0 0,0 0 0 0 0,0 0 1 0 0,0-1-1 0 0,-1 1 0 0 0,1 0 1 0 0,-1-1-1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8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65 152 5529 0 0,'2'-8'358'0'0,"-1"1"0"0"0,1-1 0 0 0,0 1 0 0 0,1 0 1 0 0,0-1-1 0 0,0 1 0 0 0,1 1 0 0 0,-1-1 0 0 0,1 0 0 0 0,1 1 0 0 0,-1 0 0 0 0,1 0 0 0 0,0 0 0 0 0,1 1 0 0 0,-1-1 0 0 0,1 1 0 0 0,0 1 1 0 0,1-1-1 0 0,-1 1 0 0 0,1 0 0 0 0,-1 0 0 0 0,1 1 0 0 0,8-3 0 0 0,-11 4-198 0 0,0 1-1 0 0,1-1 1 0 0,-1 1-1 0 0,1 0 1 0 0,-1 0-1 0 0,1 1 1 0 0,-1-1-1 0 0,1 1 1 0 0,-1 0 0 0 0,1 0-1 0 0,0 0 1 0 0,-1 1-1 0 0,1 0 1 0 0,-1 0-1 0 0,1 0 1 0 0,-1 0-1 0 0,0 1 1 0 0,1 0-1 0 0,-1-1 1 0 0,0 2 0 0 0,0-1-1 0 0,0 0 1 0 0,0 1-1 0 0,-1 0 1 0 0,1 0-1 0 0,-1 0 1 0 0,1 0-1 0 0,-1 0 1 0 0,0 1-1 0 0,0-1 1 0 0,-1 1 0 0 0,1 0-1 0 0,-1 0 1 0 0,0 0-1 0 0,0 0 1 0 0,0 0-1 0 0,0 1 1 0 0,-1-1-1 0 0,0 0 1 0 0,0 1 0 0 0,0-1-1 0 0,0 1 1 0 0,-1 5-1 0 0,1 6-62 0 0,-1 1 0 0 0,0-1 1 0 0,-2 0-1 0 0,0 0 0 0 0,0 1 0 0 0,-2-1 0 0 0,0-1 0 0 0,-1 1 1 0 0,0-1-1 0 0,-2 1 0 0 0,-7 13 0 0 0,2-7 82 0 0,-2 0 0 0 0,0-2 0 0 0,-1 1 0 0 0,-1-2 0 0 0,-1 0 0 0 0,-26 23 0 0 0,36-37-170 0 0,-1 0 0 0 0,1 0 0 0 0,-1-1 0 0 0,0 0 0 0 0,0 0 0 0 0,0-1 0 0 0,0 0 0 0 0,-1 0 0 0 0,1-1-1 0 0,-1 0 1 0 0,0-1 0 0 0,-15 1 0 0 0,-9 2-2230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8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6449 0 0,'28'7'10859'0'0,"41"1"-7841"0"0,-10-1-1806 0 0,4 3-801 0 0,-1 4-1 0 0,0 2 1 0 0,-2 2 0 0 0,0 4 0 0 0,89 44-1 0 0,-130-56-778 0 0,-1 0-1 0 0,-1 1 1 0 0,1 1-1 0 0,-2 1 1 0 0,18 17-1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9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11058 0 0,'4'-9'11090'0'0,"15"32"-9977"0"0,2 35-649 0 0,-2 2 0 0 0,-3-1 0 0 0,12 90 0 0 0,-10-53-208 0 0,58 173 378 0 0,-31-124-638 0 0,-44-140-65 0 0,0-1 1 0 0,0 0 0 0 0,0 1-1 0 0,-1-1 1 0 0,1 1-1 0 0,-1 0 1 0 0,0-1-1 0 0,-2 9 1 0 0,2-11-147 0 0,-1 0 0 0 0,1-1 0 0 0,-1 1 0 0 0,0 0 0 0 0,1 0 1 0 0,-1-1-1 0 0,0 1 0 0 0,0 0 0 0 0,0-1 0 0 0,0 1 0 0 0,0-1 0 0 0,-1 0 0 0 0,1 1 0 0 0,0-1 1 0 0,-3 2-1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4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42 7058 0 0,'0'0'139'0'0,"0"-1"1"0"0,0 1 0 0 0,0-1 0 0 0,0 0 0 0 0,0 1 0 0 0,0-1 0 0 0,0 1 0 0 0,-1-1 0 0 0,1 1 0 0 0,0-1 0 0 0,0 1 0 0 0,0 0 0 0 0,-1-1 0 0 0,1 1 0 0 0,0-1 0 0 0,0 1 0 0 0,-1-1 0 0 0,1 1 0 0 0,0 0 0 0 0,-1-1 0 0 0,1 1 0 0 0,-1-1 0 0 0,1 1 0 0 0,0 0 0 0 0,-1 0 0 0 0,1-1 0 0 0,-1 1 0 0 0,1 0 0 0 0,-2-1 0 0 0,-17 2 3006 0 0,14 1-2596 0 0,0-1 1 0 0,0 1 0 0 0,0 0 0 0 0,1 1 0 0 0,-9 4 0 0 0,-1 5-49 0 0,1 1 1 0 0,0 0 0 0 0,1 0-1 0 0,0 1 1 0 0,-9 17 0 0 0,-47 85 180 0 0,18-29 340 0 0,41-74-635 0 0,-3 6 613 0 0,13-18-595 0 0,8-9-242 0 0,-8 7-234 0 0,-1-1 52 0 0,1 1 0 0 0,0-1 1 0 0,-1 1-1 0 0,1-1 0 0 0,0 1 1 0 0,0-1-1 0 0,0 1 1 0 0,0-1-1 0 0,0 1 0 0 0,0 0 1 0 0,0 0-1 0 0,2-2 0 0 0,0-1-25 0 0,19-33-344 0 0,21-54 0 0 0,-33 68 367 0 0,0 0-1 0 0,1 1 0 0 0,1 0 0 0 0,1 1 1 0 0,1 1-1 0 0,1 0 0 0 0,20-21 0 0 0,-33 38 54 0 0,0 1 0 0 0,1 0 0 0 0,-1 0-1 0 0,1 0 1 0 0,0 0 0 0 0,-1 0 0 0 0,1 0-1 0 0,0 1 1 0 0,0-1 0 0 0,0 1 0 0 0,0 0-1 0 0,0 0 1 0 0,0 0 0 0 0,1 1 0 0 0,-1-1-1 0 0,5 0 1 0 0,-5 2 16 0 0,1-1-1 0 0,-1 1 0 0 0,0 0 1 0 0,1 1-1 0 0,-1-1 0 0 0,0 0 1 0 0,1 1-1 0 0,-1 0 1 0 0,0 0-1 0 0,0 0 0 0 0,-1 0 1 0 0,1 0-1 0 0,0 0 0 0 0,-1 1 1 0 0,3 2-1 0 0,84 89 328 0 0,49 46 324 0 0,-116-120-649 0 0,1-2-1 0 0,1 0 1 0 0,1-2-1 0 0,45 23 1 0 0,-59-34-1635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50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46 2761 0 0,'-9'-1'77'0'0,"-18"6"8666"0"0,29-4-8342 0 0,0 0 0 0 0,1 0 0 0 0,-1 0 0 0 0,0 0 0 0 0,0-1 0 0 0,1 1 1 0 0,-1-1-1 0 0,1 1 0 0 0,-1-1 0 0 0,3 0 0 0 0,79-1 2125 0 0,156-21-1 0 0,-156 11-1596 0 0,-26 4-461 0 0,86-8-34 0 0,-123 14-473 0 0,1 1 0 0 0,-1 1 0 0 0,1 1 0 0 0,32 8 0 0 0,-43-7-479 0 0,-3 1-143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50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11522 0 0,'0'0'1366'0'0,"18"20"4782"0"0,-4-3-5499 0 0,0 1-1 0 0,-2 0 1 0 0,0 1 0 0 0,-1 1 0 0 0,-1 0-1 0 0,0 0 1 0 0,9 32 0 0 0,32 159 80 0 0,-31-110 58 0 0,37 93 291 0 0,-6-24-423 0 0,-51-169-671 0 0,1 1-1 0 0,-1 0 0 0 0,1 0 1 0 0,-1-1-1 0 0,0 1 1 0 0,0 0-1 0 0,0 0 0 0 0,0 0 1 0 0,0 0-1 0 0,0-1 1 0 0,-1 1-1 0 0,1 0 0 0 0,0 0 1 0 0,-1 0-1 0 0,0-1 0 0 0,1 1 1 0 0,-1 0-1 0 0,0-1 1 0 0,-1 3-1 0 0,-13 5-3110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51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49 9674 0 0,'-1'-2'277'0'0,"1"0"1"0"0,0 1-1 0 0,0-1 0 0 0,-1 0 1 0 0,1 1-1 0 0,0-1 0 0 0,1 0 1 0 0,-1 1-1 0 0,0-1 0 0 0,0 0 1 0 0,1 1-1 0 0,-1-1 1 0 0,1 0-1 0 0,0 1 0 0 0,-1-1 1 0 0,1 1-1 0 0,0-1 0 0 0,0 1 1 0 0,0-1-1 0 0,0 1 0 0 0,0 0 1 0 0,0-1-1 0 0,0 1 0 0 0,0 0 1 0 0,1 0-1 0 0,-1 0 0 0 0,0 0 1 0 0,1 0-1 0 0,-1 0 0 0 0,1 0 1 0 0,-1 1-1 0 0,1-1 0 0 0,-1 0 1 0 0,1 1-1 0 0,-1-1 0 0 0,1 1 1 0 0,0 0-1 0 0,-1-1 0 0 0,1 1 1 0 0,0 0-1 0 0,-1 0 0 0 0,1 0 1 0 0,2 0-1 0 0,13 10 640 0 0,-12-4-808 0 0,0 0 0 0 0,-1 0 0 0 0,0 0 0 0 0,0 0 0 0 0,-1 1 0 0 0,1-1 0 0 0,-2 1 1 0 0,5 11-1 0 0,12 63 518 0 0,-15-61-465 0 0,118 684 1193 0 0,-119-684-1728 0 0,-1-13-74 0 0,0 1 1 0 0,-1-1-1 0 0,0 0 0 0 0,-1 1 1 0 0,0-1-1 0 0,0 1 1 0 0,-2 10-1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2:53:51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46 1376 0 0,'-10'21'8225'0'0,"-22"24"-4964"0"0,18-26-1680 0 0,13-19-1574 0 0,-164 214 5869 0 0,146-195-5645 0 0,-1-1 0 0 0,-25 17 0 0 0,13-10 339 0 0,110-82 83 0 0,-55 33-658 0 0,-1-1 1 0 0,-1-1-1 0 0,-2-1 1 0 0,0-1-1 0 0,24-50 0 0 0,38-57 460 0 0,-79 132-383 0 0,1-1 1 0 0,-1 1-1 0 0,1 0 0 0 0,0 0 1 0 0,0 1-1 0 0,0-1 0 0 0,0 1 1 0 0,0-1-1 0 0,1 1 0 0 0,-1 0 1 0 0,1 0-1 0 0,0 0 1 0 0,-1 1-1 0 0,1 0 0 0 0,0-1 1 0 0,0 1-1 0 0,6-1 0 0 0,-4 2-7 0 0,0 0-1 0 0,1 0 0 0 0,-1 1 0 0 0,0-1 0 0 0,0 1 1 0 0,0 1-1 0 0,0-1 0 0 0,0 1 0 0 0,0 0 0 0 0,7 4 1 0 0,8 5 152 0 0,-1 1 1 0 0,-1 1-1 0 0,0 0 1 0 0,32 32 0 0 0,16 23 580 0 0,-40-40-65 0 0,56 47 0 0 0,-78-71-607 0 0,0-1 1 0 0,0 0-1 0 0,0 0 0 0 0,1-1 1 0 0,0 1-1 0 0,-1-1 0 0 0,9 1 1 0 0,9 3-4185 0 0,-12-4-353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19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12899 0 0,'-1'-12'957'0'0,"2"-3"3157"0"0,5 28-1561 0 0,11 46-1972 0 0,-2 0-1 0 0,-3 1 1 0 0,-3 0-1 0 0,3 92 1 0 0,-21 249-297 0 0,0-204 11 0 0,5-120-283 0 0,1 84 38 0 0,4-141-101 0 0,1 0 0 0 0,0 0 0 0 0,2 0 0 0 0,0 0 0 0 0,13 33 0 0 0,3-13-389 0 0,-19-37 302 0 0,1-1-1 0 0,-1 0 0 0 0,1 0 1 0 0,0 0-1 0 0,0 0 1 0 0,0 0-1 0 0,-1 0 0 0 0,2 0 1 0 0,-1-1-1 0 0,0 1 0 0 0,0-1 1 0 0,0 1-1 0 0,1-1 1 0 0,3 2-1 0 0,-1-4-1179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3681 0 0,'0'-1'134'0'0,"1"0"0"0"0,-1 0-1 0 0,0 1 1 0 0,1-1 0 0 0,-1 0 0 0 0,0 1 0 0 0,1-1 0 0 0,-1 0 0 0 0,1 1 0 0 0,-1-1 0 0 0,1 0-1 0 0,0 1 1 0 0,-1-1 0 0 0,1 1 0 0 0,0-1 0 0 0,-1 1 0 0 0,1 0 0 0 0,0-1 0 0 0,-1 1-1 0 0,1 0 1 0 0,0-1 0 0 0,0 1 0 0 0,0 0 0 0 0,0-1 0 0 0,29-10 1941 0 0,-26 10-1868 0 0,5-2 206 0 0,1 0 0 0 0,0 1 0 0 0,-1 0 0 0 0,1 0 0 0 0,0 1 1 0 0,0 1-1 0 0,0-1 0 0 0,0 2 0 0 0,-1-1 0 0 0,1 1 0 0 0,0 1 0 0 0,14 4 0 0 0,-19-5-295 0 0,1 1 0 0 0,-1 0 0 0 0,0 1-1 0 0,0-1 1 0 0,0 1 0 0 0,0 0 0 0 0,-1 0 0 0 0,1 1 0 0 0,-1-1-1 0 0,0 1 1 0 0,0 0 0 0 0,0 0 0 0 0,0 0 0 0 0,-1 1-1 0 0,0-1 1 0 0,0 1 0 0 0,0 0 0 0 0,0 0 0 0 0,-1 0-1 0 0,1 0 1 0 0,-2 0 0 0 0,1 0 0 0 0,1 9 0 0 0,0-1-14 0 0,-2 0 0 0 0,0 0 1 0 0,-1 0-1 0 0,0 0 0 0 0,0 0 1 0 0,-2 0-1 0 0,0 0 0 0 0,0 0 1 0 0,-1 0-1 0 0,-9 23 0 0 0,-4 3-34 0 0,-3-2-1 0 0,-24 39 0 0 0,22-40-11 0 0,2 0-1 0 0,-16 39 1 0 0,35-74-46 0 0,-1 0 0 0 0,1-1-1 0 0,-1 1 1 0 0,1 0 0 0 0,0 0-1 0 0,-1 0 1 0 0,1 0 0 0 0,0-1 0 0 0,0 1-1 0 0,0 0 1 0 0,-1 0 0 0 0,1 0 0 0 0,0 0-1 0 0,0 0 1 0 0,1 0 0 0 0,-1-1 0 0 0,0 1-1 0 0,0 0 1 0 0,0 0 0 0 0,0 0 0 0 0,1 0-1 0 0,-1 0 1 0 0,0-1 0 0 0,1 1-1 0 0,-1 0 1 0 0,1 0 0 0 0,-1 0 0 0 0,1 0-1 0 0,1 0-8 0 0,-1-1-1 0 0,0 1 1 0 0,1-1-1 0 0,-1 0 0 0 0,1 1 1 0 0,-1-1-1 0 0,0 0 1 0 0,1 0-1 0 0,-1 0 0 0 0,1 0 1 0 0,-1 0-1 0 0,1 0 1 0 0,-1 0-1 0 0,0-1 0 0 0,3 0 1 0 0,11-3-117 0 0,0-2 1 0 0,21-10 0 0 0,-27 12 34 0 0,65-31-277 0 0,88-36 548 0 0,-154 68-140 0 0,1 1 1 0 0,-1 0-1 0 0,1 0 0 0 0,0 1 1 0 0,-1 0-1 0 0,1 1 0 0 0,0 0 1 0 0,0 0-1 0 0,-1 1 0 0 0,1 0 1 0 0,0 0-1 0 0,-1 1 0 0 0,1 0 1 0 0,11 5-1 0 0,-16-6-5 0 0,-1 1 1 0 0,1 0-1 0 0,0 1 0 0 0,-1-1 1 0 0,0 0-1 0 0,1 1 0 0 0,-1 0 1 0 0,0 0-1 0 0,0 0 0 0 0,-1 0 1 0 0,1 0-1 0 0,0 0 0 0 0,-1 1 1 0 0,0-1-1 0 0,0 1 0 0 0,0 0 1 0 0,0 0-1 0 0,-1-1 0 0 0,0 1 1 0 0,1 0-1 0 0,-2 1 0 0 0,1-1 1 0 0,0 0-1 0 0,-1 0 0 0 0,1 0 1 0 0,-1 0-1 0 0,0 0 0 0 0,-1 1 1 0 0,1-1-1 0 0,-1 0 1 0 0,0 0-1 0 0,-1 4 0 0 0,-2 7 79 0 0,-1 1 0 0 0,-1-2-1 0 0,0 1 1 0 0,-1-1 0 0 0,-1 0-1 0 0,0 0 1 0 0,-1-1 0 0 0,0 0-1 0 0,-12 13 1 0 0,-18 17-11 0 0,-48 40 0 0 0,81-78-120 0 0,-55 49-309 0 0,-40 38-831 0 0,40-27-3271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6 212 8754 0 0,'0'0'72'0'0,"-1"0"0"0"0,1 0 0 0 0,0 0 0 0 0,0 0 0 0 0,-1 0-1 0 0,1 0 1 0 0,0 0 0 0 0,0 0 0 0 0,0 0 0 0 0,-1 0 0 0 0,1-1 0 0 0,0 1 0 0 0,0 0 0 0 0,0 0 0 0 0,-1 0 0 0 0,1 0 0 0 0,0 0 0 0 0,0-1 0 0 0,0 1 0 0 0,0 0-1 0 0,0 0 1 0 0,-1 0 0 0 0,1-1 0 0 0,0 1 0 0 0,0 0 0 0 0,0 0 0 0 0,0 0 0 0 0,0-1 0 0 0,0 1 0 0 0,0 0 0 0 0,0 0 0 0 0,0-1 0 0 0,0 1 0 0 0,0 0 0 0 0,0 0 0 0 0,0 0-1 0 0,0-1 1 0 0,0 1 0 0 0,0 0 0 0 0,0 0 0 0 0,0-1 0 0 0,0 1 0 0 0,0 0 0 0 0,0 0 0 0 0,1-1 0 0 0,11-6 2344 0 0,19 0 894 0 0,-25 7-3100 0 0,-1 1 1 0 0,1 0-1 0 0,0 0 1 0 0,-1 0-1 0 0,0 1 0 0 0,1 0 1 0 0,-1 0-1 0 0,0 0 0 0 0,0 0 1 0 0,0 1-1 0 0,0 0 0 0 0,0 0 1 0 0,-1 0-1 0 0,0 1 0 0 0,1-1 1 0 0,-1 1-1 0 0,0 0 0 0 0,-1 0 1 0 0,1 1-1 0 0,-1-1 0 0 0,0 1 1 0 0,5 9-1 0 0,4 10-113 0 0,-1 1 0 0 0,-1 0 0 0 0,11 41 0 0 0,-11-32 245 0 0,-1-13-251 0 0,-6-16-11 0 0,-1 0 0 0 0,0 0 0 0 0,0-1-1 0 0,-1 1 1 0 0,1 0 0 0 0,0 7-1 0 0,-14-116 1294 0 0,13 67-1590 0 0,2-1 0 0 0,1 1 0 0 0,2-1 0 0 0,2 1 0 0 0,1 1 0 0 0,2-1 1 0 0,17-38-1 0 0,-13 44-1760 0 0,1 3-5863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6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11979 0 0,'19'49'2607'0'0,"-1"2"1"0"0,-4 0 0 0 0,17 104 0 0 0,-27-119-2958 0 0,-2 44-1 0 0,-2-69-72 0 0,0-12 350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8754 0 0,'1'-12'384'0'0,"1"3"88"0"0,1 0-376 0 0,-2 4-96 0 0,1 2 0 0 0,-1 2-536 0 0,2 1-120 0 0,2 1-24 0 0,1 7-8 0 0,1 8 527 0 0,1 7 161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1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259 530 9674 0 0,'-6'-11'292'0'0,"4"6"154"0"0,-1 0 1 0 0,0-1-1 0 0,-1 1 1 0 0,1 0 0 0 0,-1 1-1 0 0,-7-9 1 0 0,9 12-313 0 0,1 0 0 0 0,-1 1 1 0 0,1-1-1 0 0,-1 0 1 0 0,1 0-1 0 0,-1 1 0 0 0,0-1 1 0 0,1 1-1 0 0,-1-1 0 0 0,0 1 1 0 0,1 0-1 0 0,-1-1 0 0 0,0 1 1 0 0,0 0-1 0 0,1 0 0 0 0,-1 0 1 0 0,0 1-1 0 0,1-1 0 0 0,-1 0 1 0 0,0 1-1 0 0,0-1 1 0 0,1 1-1 0 0,-1-1 0 0 0,1 1 1 0 0,-1 0-1 0 0,1 0 0 0 0,-1-1 1 0 0,1 1-1 0 0,-2 2 0 0 0,-7 4 126 0 0,0 1-1 0 0,1 0 0 0 0,1 1 1 0 0,0 0-1 0 0,0 0 0 0 0,0 0 1 0 0,1 1-1 0 0,-6 12 1 0 0,-43 89 326 0 0,48-92-514 0 0,1 0 0 0 0,-9 32 0 0 0,15-47-86 0 0,0 1 0 0 0,0-1-1 0 0,1 0 1 0 0,-1 1 0 0 0,1-1 0 0 0,0 1 0 0 0,0-1 0 0 0,0 1-1 0 0,1-1 1 0 0,-1 0 0 0 0,1 1 0 0 0,0-1 0 0 0,0 0-1 0 0,1 1 1 0 0,-1-1 0 0 0,1 0 0 0 0,0 0 0 0 0,4 5 0 0 0,-5-7-43 0 0,0-1 1 0 0,0 1 0 0 0,1-1 0 0 0,-1 0 0 0 0,1 0 0 0 0,-1 0-1 0 0,0 0 1 0 0,1 0 0 0 0,0 0 0 0 0,-1 0 0 0 0,1 0 0 0 0,0 0 0 0 0,-1-1-1 0 0,1 1 1 0 0,0-1 0 0 0,0 1 0 0 0,-1-1 0 0 0,1 0 0 0 0,0 0-1 0 0,0 0 1 0 0,2 0 0 0 0,0 0-48 0 0,-1-1 0 0 0,1 0 0 0 0,-1 0 0 0 0,1 0 1 0 0,-1-1-1 0 0,0 1 0 0 0,1-1 0 0 0,-1 0 0 0 0,0 0 0 0 0,3-3 0 0 0,4-3-139 0 0,0-1 0 0 0,-1 0 0 0 0,0 0 0 0 0,14-22 0 0 0,-7 5 245 0 0,-2 0 1 0 0,-1-1-1 0 0,-1 0 1 0 0,-1-1-1 0 0,-1-1 1 0 0,-2 0-1 0 0,-1 0 1 0 0,-1 0-1 0 0,-1-1 1 0 0,0-42-1 0 0,-4 21 503 0 0,-2 0 0 0 0,-2 0 0 0 0,-3 1-1 0 0,-2-1 1 0 0,-18-63 0 0 0,25 112-472 0 0,-15-41 724 0 0,16 41-704 0 0,-1 1 0 0 0,1 0 0 0 0,-1-1 0 0 0,0 1 0 0 0,1 0 0 0 0,-1 0 0 0 0,0-1 0 0 0,0 1-1 0 0,0 0 1 0 0,0 0 0 0 0,0 0 0 0 0,0 0 0 0 0,0 0 0 0 0,0 0 0 0 0,-1 1 0 0 0,1-1 0 0 0,0 0 0 0 0,-1 1 0 0 0,1-1 0 0 0,0 1 0 0 0,-1-1 0 0 0,1 1 0 0 0,-1-1 0 0 0,1 1 0 0 0,0 0 0 0 0,-1 0 0 0 0,-2 0 0 0 0,3 0-10 0 0,-1 1 0 0 0,1 0 1 0 0,0-1-1 0 0,-1 1 0 0 0,1 0 1 0 0,0 0-1 0 0,0 0 0 0 0,0 0 1 0 0,-1 0-1 0 0,1 0 0 0 0,0 1 1 0 0,0-1-1 0 0,1 0 0 0 0,-1 0 1 0 0,0 1-1 0 0,0-1 0 0 0,1 1 1 0 0,-2 1-1 0 0,-8 29 230 0 0,4-2-186 0 0,2 1 0 0 0,1 0 0 0 0,1 0 0 0 0,2 0 0 0 0,1 0 0 0 0,9 54-1 0 0,54 186 4 0 0,-40-182-76 0 0,54 286-2517 0 0,-69-324-5076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1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273 167 2761 0 0,'2'-10'910'0'0,"-1"0"-1"0"0,0 0 1 0 0,0 0 0 0 0,-1 0 0 0 0,0 1 0 0 0,-1-1 0 0 0,0 0 0 0 0,-1 0 0 0 0,0 1 0 0 0,-4-13 0 0 0,5 19-699 0 0,0 1 1 0 0,0-1 0 0 0,-1 0 0 0 0,1 1-1 0 0,0-1 1 0 0,-1 1 0 0 0,0 0-1 0 0,0-1 1 0 0,1 1 0 0 0,-1 0-1 0 0,-1 0 1 0 0,1 0 0 0 0,0 0-1 0 0,0 0 1 0 0,-1 1 0 0 0,1-1-1 0 0,-1 1 1 0 0,1-1 0 0 0,-1 1-1 0 0,0 0 1 0 0,0 0 0 0 0,1 0 0 0 0,-1 1-1 0 0,0-1 1 0 0,0 1 0 0 0,0-1-1 0 0,0 1 1 0 0,0 0 0 0 0,0 0-1 0 0,0 0 1 0 0,1 1 0 0 0,-1-1-1 0 0,0 1 1 0 0,0-1 0 0 0,0 1-1 0 0,0 0 1 0 0,-4 2 0 0 0,-2 1-97 0 0,1 0 1 0 0,0 1 0 0 0,0 0-1 0 0,0 0 1 0 0,1 0-1 0 0,-1 1 1 0 0,1 0-1 0 0,1 1 1 0 0,-1-1 0 0 0,1 1-1 0 0,0 0 1 0 0,-7 12-1 0 0,1 1-78 0 0,1 0 1 0 0,0 1-1 0 0,-14 39 0 0 0,23-51-79 0 0,-1 0 1 0 0,1 1 0 0 0,0-1-1 0 0,1 1 1 0 0,0-1-1 0 0,1 1 1 0 0,0-1 0 0 0,0 1-1 0 0,1-1 1 0 0,0 1-1 0 0,4 13 1 0 0,-4-20-5 0 0,0 0 0 0 0,0 0 1 0 0,0 0-1 0 0,1 0 0 0 0,-1 0 0 0 0,1-1 0 0 0,-1 1 0 0 0,1 0 1 0 0,0-1-1 0 0,0 0 0 0 0,0 1 0 0 0,1-1 0 0 0,-1 0 0 0 0,1 0 1 0 0,4 3-1 0 0,-4-4-4 0 0,0 1 1 0 0,1-1 0 0 0,-1 0-1 0 0,0-1 1 0 0,1 1 0 0 0,-1-1 0 0 0,1 1-1 0 0,-1-1 1 0 0,1 0 0 0 0,-1 0-1 0 0,1 0 1 0 0,-1-1 0 0 0,1 1-1 0 0,-1-1 1 0 0,1 0 0 0 0,-1 0-1 0 0,5-2 1 0 0,-1 0 54 0 0,0 0 0 0 0,0 0 0 0 0,0-1 0 0 0,-1 0 0 0 0,1 0 0 0 0,-1-1 0 0 0,0 1 0 0 0,0-1 0 0 0,0-1 0 0 0,5-6 0 0 0,3-6 220 0 0,-1 0-1 0 0,12-23 1 0 0,18-24 408 0 0,-43 63-616 0 0,1 0 0 0 0,1 1 0 0 0,-1-1-1 0 0,0 1 1 0 0,0 0 0 0 0,1-1 0 0 0,-1 1 0 0 0,0 0 0 0 0,1 0 0 0 0,-1-1 0 0 0,1 1 0 0 0,0 1 0 0 0,-1-1 0 0 0,1 0 0 0 0,0 0 0 0 0,0 0 0 0 0,-1 1 0 0 0,1-1 0 0 0,0 1 0 0 0,0 0 0 0 0,0-1 0 0 0,0 1 0 0 0,2 0 0 0 0,-2 1-3 0 0,0 0 1 0 0,0 0-1 0 0,0-1 1 0 0,0 2-1 0 0,0-1 0 0 0,0 0 1 0 0,0 0-1 0 0,0 1 1 0 0,0-1-1 0 0,0 1 1 0 0,-1-1-1 0 0,1 1 1 0 0,-1 0-1 0 0,1-1 1 0 0,-1 1-1 0 0,2 2 0 0 0,4 9 48 0 0,0 1-1 0 0,-1-1 1 0 0,0 1-1 0 0,5 22 1 0 0,2 5 56 0 0,-3 1 0 0 0,-2 1 1 0 0,-1-1-1 0 0,0 47 0 0 0,-6-73-36 0 0,-1 0-1 0 0,-1 0 0 0 0,0 0 0 0 0,-1 0 0 0 0,-1 0 0 0 0,0 0 0 0 0,-2-1 0 0 0,1 1 1 0 0,-2-1-1 0 0,0 0 0 0 0,-1-1 0 0 0,0 1 0 0 0,-1-1 0 0 0,-11 13 0 0 0,14-20-74 0 0,-1 0 0 0 0,-1 0 0 0 0,1-1 1 0 0,-1 0-1 0 0,0-1 0 0 0,0 1 0 0 0,-1-1 0 0 0,0-1 0 0 0,0 1 0 0 0,0-1 0 0 0,0-1 0 0 0,-1 0 0 0 0,1 0 0 0 0,-1 0 1 0 0,0-1-1 0 0,0 0 0 0 0,0-1 0 0 0,-15 1 0 0 0,16-4-1639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0 551 3225 0 0,'3'0'275'0'0,"0"-1"1"0"0,0 0 0 0 0,0 0 0 0 0,0 0-1 0 0,0 0 1 0 0,0 0 0 0 0,-1-1 0 0 0,1 1-1 0 0,0-1 1 0 0,-1 1 0 0 0,1-1-1 0 0,2-3 1 0 0,32-29 3393 0 0,-27 23-2479 0 0,25-23 3082 0 0,55-74 0 0 0,-69 80-3975 0 0,-2-1-1 0 0,-1-1 1 0 0,-2-1 0 0 0,0 0 0 0 0,-3-1 0 0 0,13-40 0 0 0,-24 66-282 0 0,-1-1 0 0 0,0 0 1 0 0,1 0-1 0 0,-2 0 0 0 0,1 0 0 0 0,-1 0 0 0 0,-1-11 1 0 0,1 17-7 0 0,-1 0 1 0 0,1-1 0 0 0,0 1 0 0 0,-1 0-1 0 0,1 0 1 0 0,-1-1 0 0 0,1 1 0 0 0,-1 0-1 0 0,0 0 1 0 0,1 0 0 0 0,-1-1-1 0 0,0 1 1 0 0,0 0 0 0 0,0 0 0 0 0,0 0-1 0 0,0 0 1 0 0,0 1 0 0 0,-1-2 0 0 0,0 1 4 0 0,0 1 0 0 0,1-1 0 0 0,-1 1 1 0 0,0-1-1 0 0,0 1 0 0 0,1 0 0 0 0,-1 0 1 0 0,0 0-1 0 0,0 0 0 0 0,1 0 0 0 0,-1 0 0 0 0,0 0 1 0 0,0 1-1 0 0,1-1 0 0 0,-1 1 0 0 0,0-1 1 0 0,-3 2-1 0 0,-2 2-2 0 0,-1 0 1 0 0,1 1-1 0 0,-1-1 0 0 0,1 1 1 0 0,1 1-1 0 0,-1-1 0 0 0,1 1 1 0 0,0 0-1 0 0,0 1 0 0 0,1-1 1 0 0,-6 9-1 0 0,-1 4 13 0 0,0 0 0 0 0,2 0 0 0 0,-10 25 0 0 0,12-24-17 0 0,1 0 0 0 0,0 1-1 0 0,2 0 1 0 0,0 0 0 0 0,2 1 0 0 0,0-1 0 0 0,1 41 0 0 0,2-51-4 0 0,1 1 1 0 0,0-1 0 0 0,1 1-1 0 0,1-1 1 0 0,0 0-1 0 0,0 0 1 0 0,1 0 0 0 0,0-1-1 0 0,1 1 1 0 0,0-1 0 0 0,1 0-1 0 0,0 0 1 0 0,1-1-1 0 0,0 0 1 0 0,0 0 0 0 0,13 12-1 0 0,-8-11-116 0 0,-1-1-1 0 0,1-1 1 0 0,1 0-1 0 0,0 0 0 0 0,0-2 1 0 0,0 1-1 0 0,1-2 1 0 0,0 1-1 0 0,0-2 0 0 0,0 0 1 0 0,1-1-1 0 0,-1 0 1 0 0,1-1-1 0 0,0-1 1 0 0,-1 0-1 0 0,1-1 0 0 0,0-1 1 0 0,24-3-1 0 0,8-7-7483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26 3681 0 0,'-1'-1'220'0'0,"1"0"0"0"0,-1 0 0 0 0,1 0 0 0 0,-1 0 1 0 0,1 0-1 0 0,-1 0 0 0 0,1 0 0 0 0,-1 0 0 0 0,0 0 0 0 0,1 0 0 0 0,-1 0 1 0 0,0 1-1 0 0,0-1 0 0 0,0 0 0 0 0,0 1 0 0 0,0-1 0 0 0,0 0 1 0 0,0 1-1 0 0,0-1 0 0 0,0 1 0 0 0,0-1 0 0 0,0 1 0 0 0,0 0 1 0 0,0 0-1 0 0,0-1 0 0 0,0 1 0 0 0,-2 0 0 0 0,-33-5 3723 0 0,34 5-3616 0 0,-5-1 163 0 0,-1 1-1 0 0,1 0 1 0 0,-1 0-1 0 0,0 0 1 0 0,1 1 0 0 0,-1 1-1 0 0,1-1 1 0 0,0 1-1 0 0,-1 0 1 0 0,1 1-1 0 0,-11 5 1 0 0,11-4-388 0 0,0 1 0 0 0,0 0 1 0 0,1 1-1 0 0,-1 0 0 0 0,1 0 0 0 0,0 0 0 0 0,1 0 0 0 0,0 1 1 0 0,0 0-1 0 0,-6 10 0 0 0,4-2-87 0 0,-1 1 0 0 0,2 0 0 0 0,0 0 0 0 0,1 0-1 0 0,1 1 1 0 0,0 0 0 0 0,1 0 0 0 0,-1 21 0 0 0,2-5 78 0 0,2 0 0 0 0,1-1 1 0 0,7 46-1 0 0,-5-65-66 0 0,0-1 1 0 0,0 0 0 0 0,1 0 0 0 0,0 0-1 0 0,1-1 1 0 0,0 1 0 0 0,1-1 0 0 0,1 0-1 0 0,-1-1 1 0 0,2 0 0 0 0,-1 0-1 0 0,2 0 1 0 0,-1-1 0 0 0,15 12 0 0 0,-17-16-14 0 0,0 0 1 0 0,1-1-1 0 0,-1 0 0 0 0,1 0 1 0 0,0-1-1 0 0,0 0 1 0 0,0 0-1 0 0,0-1 0 0 0,0 0 1 0 0,1 0-1 0 0,-1 0 1 0 0,1-1-1 0 0,-1 0 0 0 0,1-1 1 0 0,0 1-1 0 0,-1-1 1 0 0,1-1-1 0 0,-1 0 0 0 0,1 0 1 0 0,-1 0-1 0 0,1-1 1 0 0,-1 0-1 0 0,0-1 0 0 0,14-5 1 0 0,-8 0-6 0 0,0 0 0 0 0,0-1 0 0 0,-1 0 1 0 0,0-1-1 0 0,0 0 0 0 0,-2 0 0 0 0,1-2 1 0 0,-1 1-1 0 0,-1-1 0 0 0,0-1 0 0 0,0 0 1 0 0,11-24-1 0 0,-9 14 13 0 0,-1-1-1 0 0,-1 0 1 0 0,-1 0 0 0 0,-2-1-1 0 0,0 0 1 0 0,4-48 0 0 0,-10 72-11 0 0,0 0 0 0 0,0 0 0 0 0,0 0 0 0 0,0 1 0 0 0,0-1 0 0 0,0 0 0 0 0,0 0 0 0 0,0 0 0 0 0,0 1 0 0 0,1-1 0 0 0,-1 0 0 0 0,0 0 0 0 0,0 0 0 0 0,1 1 0 0 0,-1-1 0 0 0,0 0 0 0 0,1 0 0 0 0,-1 1 1 0 0,1-1-1 0 0,-1 0 0 0 0,1 1 0 0 0,-1-1 0 0 0,1 1 0 0 0,0-1 0 0 0,0 0 0 0 0,0 1 2 0 0,0 1 0 0 0,-1-1 0 0 0,1 0 0 0 0,0 1 0 0 0,0-1 0 0 0,-1 0 0 0 0,1 1 0 0 0,0-1 0 0 0,0 1 0 0 0,-1-1 0 0 0,1 1 0 0 0,-1 0 0 0 0,1-1 0 0 0,0 1 0 0 0,-1 0 0 0 0,1-1 0 0 0,-1 1 0 0 0,1 1 0 0 0,22 42 257 0 0,-8-4-22 0 0,16 64 1 0 0,-23-71-228 0 0,1 0-1 0 0,2-1 1 0 0,25 54 0 0 0,-33-81-284 0 0,0 0 0 0 0,1 0-1 0 0,-1-1 1 0 0,1 1 0 0 0,-1-1-1 0 0,1 0 1 0 0,1 0 0 0 0,6 5-1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8754 0 0,'-3'3'776'0'0,"1"-1"-616"0"0,2 1-160 0 0,0 1 0 0 0,3-1 344 0 0,-1 2 40 0 0,-1 1 0 0 0,2 4 8 0 0,2 8-392 0 0,1 5 0 0 0,0 7-72 0 0,1-1 8 0 0,0 3 64 0 0,-3-1 0 0 0,-1 3 0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12 227 5985 0 0,'-1'0'108'0'0,"0"-1"1"0"0,1 1-1 0 0,-1-1 0 0 0,0 1 0 0 0,1-1 1 0 0,-1 1-1 0 0,0-1 0 0 0,1 0 0 0 0,-1 1 0 0 0,1-1 1 0 0,-1 0-1 0 0,1 1 0 0 0,-1-1 0 0 0,1 0 0 0 0,-1 0 1 0 0,1 0-1 0 0,0 1 0 0 0,-1-1 0 0 0,1 0 0 0 0,0 0 1 0 0,0 0-1 0 0,0 0 0 0 0,0 0 0 0 0,-1 0 0 0 0,1 0 1 0 0,1 1-1 0 0,-1-1 0 0 0,0 0 0 0 0,0 0 0 0 0,0-1 1 0 0,2-1 393 0 0,0 0 1 0 0,0 1 0 0 0,0-1-1 0 0,0 1 1 0 0,0 0 0 0 0,0-1-1 0 0,5-2 1 0 0,-6 4-508 0 0,3-2 226 0 0,-1 0 1 0 0,1 0-1 0 0,-1 0 0 0 0,1 1 0 0 0,0-1 1 0 0,0 1-1 0 0,0 0 0 0 0,0 0 0 0 0,0 1 0 0 0,1-1 1 0 0,-1 1-1 0 0,1 0 0 0 0,-1 0 0 0 0,0 1 1 0 0,1-1-1 0 0,-1 1 0 0 0,1 0 0 0 0,0 0 1 0 0,-1 0-1 0 0,1 1 0 0 0,-1-1 0 0 0,0 1 1 0 0,1 0-1 0 0,-1 1 0 0 0,0-1 0 0 0,1 1 0 0 0,-1 0 1 0 0,0 0-1 0 0,0 0 0 0 0,0 0 0 0 0,-1 1 1 0 0,1 0-1 0 0,5 5 0 0 0,1 1-55 0 0,-1 0 1 0 0,0 0-1 0 0,-1 1 1 0 0,0 0-1 0 0,-1 1 1 0 0,0 0-1 0 0,0 0 1 0 0,-1 0-1 0 0,-1 1 0 0 0,8 22 1 0 0,-6-6-53 0 0,3 34 0 0 0,4 12 183 0 0,-22-115 104 0 0,3-1 0 0 0,1 0 0 0 0,3 0-1 0 0,1 0 1 0 0,9-69 0 0 0,-7 94-619 0 0,1 1 1 0 0,0 0 0 0 0,2 0-1 0 0,-1 0 1 0 0,11-20-1 0 0,-11 28-1193 0 0,0 1 1 0 0,0 0-1 0 0,1 0 0 0 0,6-7 0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4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172 133 4609 0 0,'0'-2'190'0'0,"1"1"0"0"0,-1 0 0 0 0,1 0 0 0 0,-1-1 1 0 0,0 1-1 0 0,0 0 0 0 0,1 0 0 0 0,-1-1 0 0 0,0 1 0 0 0,0 0 0 0 0,0-1 0 0 0,-1 1 0 0 0,1 0 1 0 0,0-1-1 0 0,0 1 0 0 0,-1 0 0 0 0,1 0 0 0 0,-1-1 0 0 0,1 1 0 0 0,-1 0 0 0 0,0 0 0 0 0,1 0 1 0 0,-1 0-1 0 0,0 0 0 0 0,0 0 0 0 0,1 0 0 0 0,-1 0 0 0 0,0 0 0 0 0,0 0 0 0 0,0 0 0 0 0,0 0 0 0 0,-1 0 1 0 0,1 1-1 0 0,0-1 0 0 0,0 1 0 0 0,0-1 0 0 0,0 1 0 0 0,-3-1 0 0 0,0-1 244 0 0,0 0 0 0 0,0 1 0 0 0,-1 0 0 0 0,1-1-1 0 0,0 2 1 0 0,-1-1 0 0 0,1 0 0 0 0,-1 1 0 0 0,1 0 0 0 0,-8 1 0 0 0,7 0-372 0 0,-1 1 0 0 0,1 1 0 0 0,0-1 0 0 0,0 1 0 0 0,0 0 0 0 0,0 0 0 0 0,1 0 0 0 0,-1 1 0 0 0,1 0 1 0 0,0 0-1 0 0,0 0 0 0 0,0 0 0 0 0,0 1 0 0 0,1-1 0 0 0,0 1 0 0 0,0 0 0 0 0,0 0 0 0 0,0 0 0 0 0,1 0 0 0 0,0 0 1 0 0,0 1-1 0 0,0-1 0 0 0,1 1 0 0 0,-1 6 0 0 0,0-7-17 0 0,1 0 0 0 0,0 0 0 0 0,1 0 0 0 0,-1 0 0 0 0,1 0 0 0 0,0 0 0 0 0,0 0 0 0 0,1 0 0 0 0,-1-1 0 0 0,1 1 0 0 0,0 0 0 0 0,0 0 0 0 0,1 0 0 0 0,-1-1 0 0 0,1 1 0 0 0,0 0-1 0 0,1-1 1 0 0,-1 0 0 0 0,1 0 0 0 0,0 0 0 0 0,0 0 0 0 0,0 0 0 0 0,0 0 0 0 0,1-1 0 0 0,-1 1 0 0 0,1-1 0 0 0,0 0 0 0 0,5 3 0 0 0,-1-3-46 0 0,1 1 0 0 0,-1-2 0 0 0,1 1 0 0 0,0-1 0 0 0,0-1 0 0 0,0 1-1 0 0,0-1 1 0 0,0-1 0 0 0,0 0 0 0 0,0 0 0 0 0,0-1 0 0 0,0 0 0 0 0,0-1 0 0 0,0 0 0 0 0,0 0 0 0 0,-1-1-1 0 0,1 0 1 0 0,-1 0 0 0 0,1-1 0 0 0,-1 0 0 0 0,9-7 0 0 0,-10 7 3 0 0,0-1-1 0 0,0 1 1 0 0,-1-2 0 0 0,0 1 0 0 0,0-1-1 0 0,0 0 1 0 0,-1 0 0 0 0,1 0-1 0 0,-2-1 1 0 0,1 0 0 0 0,-1 0 0 0 0,0 0-1 0 0,0 0 1 0 0,-1-1 0 0 0,0 0 0 0 0,0 1-1 0 0,-1-1 1 0 0,0 0 0 0 0,0 0 0 0 0,-1 0-1 0 0,0-1 1 0 0,-1 1 0 0 0,0-15 0 0 0,70 116 1909 0 0,-65-88-1933 0 0,1 0-1 0 0,0 0 1 0 0,0 0 0 0 0,0-1 0 0 0,1 0 0 0 0,-1 0 0 0 0,1-1 0 0 0,0 0 0 0 0,0 0 0 0 0,0 0 0 0 0,1-1 0 0 0,-1 0 0 0 0,1-1-1 0 0,-1 1 1 0 0,1-1 0 0 0,0-1 0 0 0,-1 0 0 0 0,1 0 0 0 0,-1 0 0 0 0,1-1 0 0 0,0 0 0 0 0,-1 0 0 0 0,1-1 0 0 0,8-3-1 0 0,-6 1-7 0 0,-1 0-1 0 0,1 0 0 0 0,-1-1 1 0 0,0 0-1 0 0,0-1 0 0 0,-1 0 1 0 0,1 0-1 0 0,-1-1 0 0 0,-1 0 1 0 0,1 0-1 0 0,-1-1 0 0 0,-1 0 1 0 0,0 0-1 0 0,0-1 0 0 0,0 0 1 0 0,-1 0-1 0 0,6-15 0 0 0,2-15 274 0 0,-12 31-160 0 0,1 0 0 0 0,1 0 0 0 0,-1 0 0 0 0,1 0 0 0 0,1 1 0 0 0,-1 0 0 0 0,1-1 0 0 0,1 1 0 0 0,4-6 0 0 0,-9 13-73 0 0,1-1 0 0 0,-1 1 1 0 0,0 0-1 0 0,0 0 1 0 0,0 0-1 0 0,0 0 0 0 0,1 0 1 0 0,-1 0-1 0 0,0 0 0 0 0,0 0 1 0 0,0-1-1 0 0,1 1 1 0 0,-1 0-1 0 0,0 0 0 0 0,0 0 1 0 0,1 0-1 0 0,-1 0 1 0 0,0 0-1 0 0,0 0 0 0 0,0 0 1 0 0,1 0-1 0 0,-1 0 0 0 0,0 0 1 0 0,0 0-1 0 0,1 1 1 0 0,-1-1-1 0 0,0 0 0 0 0,0 0 1 0 0,0 0-1 0 0,0 0 1 0 0,1 0-1 0 0,-1 0 0 0 0,0 0 1 0 0,0 1-1 0 0,0-1 0 0 0,1 0 1 0 0,-1 0-1 0 0,0 0 1 0 0,0 0-1 0 0,0 1 0 0 0,8 12 205 0 0,1 14-55 0 0,-5-11 16 0 0,1 1 0 0 0,1 0 0 0 0,0-1 1 0 0,1 0-1 0 0,1-1 0 0 0,0 0 0 0 0,15 20 0 0 0,-16-27-397 0 0,-1 0 0 0 0,1-1 1 0 0,1 0-1 0 0,0 0 0 0 0,14 10 0 0 0,-14-12-609 0 0,0-1 1 0 0,0 0-1 0 0,1 0 0 0 0,-1 0 0 0 0,1-1 1 0 0,0-1-1 0 0,10 2 0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 7834 0 0,'-9'5'8298'0'0,"9"-4"-8085"0"0,-5 20 2957 0 0,2 22-1139 0 0,8 155-387 0 0,-1-79-1141 0 0,-3-96-1110 0 0,0 0 0 0 0,5 24-1 0 0,1-23-7228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43 10594 0 0,'-4'-15'472'0'0,"1"4"96"0"0,3 4-455 0 0,0 2-113 0 0,1 4 0 0 0,1-1 0 0 0,-1 2 352 0 0,2 0 40 0 0,2-1 16 0 0,1 2 0 0 0,2 5-496 0 0,-2 5-96 0 0,-2 4-16 0 0,4 3-8 0 0,-2 5 208 0 0,3-1 0 0 0,0 1 96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11058 0 0,'0'0'36'0'0,"0"-1"0"0"0,0 1 0 0 0,0-1 0 0 0,0 1 0 0 0,0 0-1 0 0,0-1 1 0 0,0 1 0 0 0,1-1 0 0 0,-1 1 0 0 0,0 0 0 0 0,0-1-1 0 0,1 1 1 0 0,-1 0 0 0 0,0-1 0 0 0,0 1 0 0 0,1 0 0 0 0,-1-1-1 0 0,0 1 1 0 0,1 0 0 0 0,-1 0 0 0 0,0-1 0 0 0,1 1 0 0 0,-1 0-1 0 0,0 0 1 0 0,1 0 0 0 0,-1 0 0 0 0,0-1 0 0 0,1 1 0 0 0,-1 0-1 0 0,1 0 1 0 0,-1 0 0 0 0,1 0 0 0 0,-1 0 0 0 0,0 0 0 0 0,1 0-1 0 0,13 11 1369 0 0,7 21 510 0 0,-13-14-1139 0 0,-2 0 0 0 0,0 0-1 0 0,-1 0 1 0 0,-1 1 0 0 0,-1-1 0 0 0,2 32 0 0 0,-5 121 862 0 0,-2-113-1386 0 0,7 217 422 0 0,-1-239-1287 0 0,1-1 0 0 0,2 1 0 0 0,1-1 0 0 0,2 0 0 0 0,23 53 0 0 0,-27-74-780 0 0,-3-4-199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0 148 9218 0 0,'2'-6'816'0'0,"1"1"-656"0"0,2 2-160 0 0,-1 0 0 0 0,2 2 624 0 0,2-2 88 0 0,5-3 25 0 0,8-3-1 0 0,11-5-48 0 0,6-1-8 0 0,6 0 0 0 0,-2 3 0 0 0,0 0-1056 0 0,1 0-208 0 0,0 3-48 0 0,3 0-8 0 0,3 1 480 0 0,0 2 160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0 17972 0 0,'8'5'1600'0'0,"-7"-4"-1280"0"0,1 1-256 0 0,-1-1-64 0 0,-1-2 104 0 0,-1 1 16 0 0,-1 0 0 0 0,-2 1 0 0 0,-2-1 312 0 0,-3 0 65 0 0,-3 0 15 0 0,-8 2-4321 0 0,0-4-856 0 0,5 2-168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5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2163 6913 0 0,'-16'13'3240'0'0,"28"-26"-424"0"0,247-344 4462 0 0,-225 301-6976 0 0,2 2 0 0 0,3 2 0 0 0,2 1 0 0 0,80-77 0 0 0,-109 118-302 0 0,0 1 0 0 0,24-15 0 0 0,-31 21 0 0 0,1 0 0 0 0,0 1 0 0 0,0-1 0 0 0,0 1 0 0 0,0 0 0 0 0,1 0 0 0 0,-1 1 0 0 0,0 0 0 0 0,9-1 0 0 0,-15 0 10 0 0,0 0 0 0 0,0 0 0 0 0,0-1 0 0 0,0 1 0 0 0,0 0 0 0 0,-1 0 0 0 0,1 0 0 0 0,-1 0 0 0 0,1-1 0 0 0,-1 1 0 0 0,0 0 0 0 0,0 0 0 0 0,-2-3 0 0 0,-21-51-34 0 0,19 45 36 0 0,-61-119-10 0 0,-16-38 5 0 0,74 147 26 0 0,2 1 0 0 0,-1-1 0 0 0,2 0 0 0 0,1 0 0 0 0,1 0 0 0 0,-1-35 0 0 0,3 53-22 0 0,1 0 0 0 0,0 0 0 0 0,0 0 0 0 0,1 0 0 0 0,-1 0 0 0 0,1 0 0 0 0,-1 0 1 0 0,1 0-1 0 0,0 0 0 0 0,0 0 0 0 0,0 0 0 0 0,0 0 0 0 0,1 1 0 0 0,-1-1 0 0 0,1 0 0 0 0,0 1 1 0 0,-1-1-1 0 0,1 1 0 0 0,4-4 0 0 0,-3 5-1 0 0,0-1 0 0 0,0 1 0 0 0,0 0 0 0 0,-1 0 0 0 0,1 0 1 0 0,0 0-1 0 0,0 1 0 0 0,0-1 0 0 0,1 1 0 0 0,-1 0 0 0 0,0 0 0 0 0,0 0 0 0 0,0 0 1 0 0,0 1-1 0 0,0-1 0 0 0,0 1 0 0 0,0 0 0 0 0,0-1 0 0 0,0 1 0 0 0,3 2 0 0 0,22 8 11 0 0,-1 1 0 0 0,1 1-1 0 0,-2 1 1 0 0,26 19-1 0 0,92 77 80 0 0,-123-93-97 0 0,-14-12-1 0 0,-1-1 1 0 0,0 1-1 0 0,1-1 1 0 0,-1-1-1 0 0,1 1 1 0 0,0-1-1 0 0,1-1 0 0 0,-1 1 1 0 0,0-1-1 0 0,1 0 1 0 0,7 0-1 0 0,-12-2 0 0 0,-1 1-1 0 0,1-1 0 0 0,0 0 1 0 0,0 0-1 0 0,-1-1 0 0 0,1 1 1 0 0,0-1-1 0 0,-1 1 0 0 0,1-1 1 0 0,0 0-1 0 0,-1 0 0 0 0,1 0 1 0 0,-1 0-1 0 0,1-1 0 0 0,-1 1 1 0 0,0 0-1 0 0,1-1 0 0 0,-1 0 1 0 0,0 0-1 0 0,0 1 0 0 0,0-1 1 0 0,-1 0-1 0 0,1-1 0 0 0,0 1 1 0 0,-1 0-1 0 0,1 0 0 0 0,-1-1 1 0 0,0 1-1 0 0,0-1 0 0 0,1 1 1 0 0,-2-1-1 0 0,1 1 0 0 0,1-5 1 0 0,0-4 28 0 0,0-1 0 0 0,-1 0 0 0 0,0 0 0 0 0,-1 1 0 0 0,0-1 0 0 0,-1 0 0 0 0,0 0 0 0 0,-3-11 0 0 0,-30-98 65 0 0,11 42-76 0 0,20 66-4 0 0,-9-35 3 0 0,-6-56 0 0 0,16 90-10 0 0,1-1-1 0 0,1 0 0 0 0,0 0 0 0 0,1 0 1 0 0,0 1-1 0 0,1-1 0 0 0,1 0 1 0 0,6-18-1 0 0,-8 31-5 0 0,-1-1 1 0 0,1 1-1 0 0,0 0 1 0 0,0 0-1 0 0,-1 0 1 0 0,1 0-1 0 0,1 1 1 0 0,-1-1-1 0 0,0 0 1 0 0,0 0-1 0 0,1 0 1 0 0,-1 1-1 0 0,1-1 1 0 0,-1 1-1 0 0,1-1 0 0 0,0 1 1 0 0,-1 0-1 0 0,1 0 1 0 0,0 0-1 0 0,0 0 1 0 0,0 0-1 0 0,0 0 1 0 0,0 0-1 0 0,0 0 1 0 0,0 1-1 0 0,0-1 1 0 0,1 1-1 0 0,-1 0 1 0 0,0-1-1 0 0,3 1 0 0 0,1 1 16 0 0,0 1 0 0 0,0-1 0 0 0,0 1-1 0 0,-1 0 1 0 0,1 0 0 0 0,0 1-1 0 0,-1 0 1 0 0,0 0 0 0 0,10 6-1 0 0,212 129 122 0 0,-218-133-144 0 0,25 12 15 0 0,-32-16-14 0 0,0 0 0 0 0,-1-1 0 0 0,1 1 0 0 0,0 0-1 0 0,0-1 1 0 0,0 0 0 0 0,0 1 0 0 0,0-1 0 0 0,1 0-1 0 0,-1 0 1 0 0,0 0 0 0 0,0 0 0 0 0,4-1 0 0 0,-5 0 0 0 0,0 0 0 0 0,-1 0 1 0 0,1 0-1 0 0,0 0 0 0 0,0 0 1 0 0,-1 0-1 0 0,1 0 0 0 0,-1-1 0 0 0,1 1 1 0 0,-1 0-1 0 0,1 0 0 0 0,-1 0 1 0 0,1-1-1 0 0,-1 1 0 0 0,0 0 0 0 0,0-1 1 0 0,0 1-1 0 0,0 0 0 0 0,0-1 1 0 0,0 1-1 0 0,0 0 0 0 0,-1-2 1 0 0,-3-32-55 0 0,-4-3 53 0 0,-40-229 62 0 0,47 259-57 0 0,-3-45 0 0 0,4 51 0 0 0,0 0 0 0 0,0 0 0 0 0,0 0 0 0 0,0 0 0 0 0,0 0 0 0 0,1 0 0 0 0,-1 0 0 0 0,1 0 0 0 0,-1 0 0 0 0,1 0 0 0 0,0 0 0 0 0,0 0 0 0 0,0 0 0 0 0,0 1 0 0 0,0-1 0 0 0,0 0 0 0 0,0 1 0 0 0,1-1 0 0 0,-1 1 0 0 0,3-3 0 0 0,-1 3 0 0 0,-1 0 0 0 0,0 1 0 0 0,0-1 0 0 0,0 1 0 0 0,0 0 0 0 0,1 0 0 0 0,-1 0 0 0 0,0 0 0 0 0,0 0 0 0 0,0 1 0 0 0,0-1 0 0 0,1 0 0 0 0,-1 1 0 0 0,0 0 0 0 0,0-1 0 0 0,0 1 0 0 0,0 0 0 0 0,3 2 0 0 0,39 24 0 0 0,-36-21 0 0 0,138 85-406 0 0,-121-77 278 0 0,1-2-1 0 0,0-1 1 0 0,0-1 0 0 0,31 8 0 0 0,-27-13-1654 0 0,-10-4-4488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5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1629 3225 0 0,'-1'-17'442'0'0,"0"16"-373"0"0,1 1 0 0 0,0 0-1 0 0,-1 0 1 0 0,1-1 0 0 0,0 1 0 0 0,0 0 0 0 0,-1 0 0 0 0,1-1-1 0 0,0 1 1 0 0,-1 0 0 0 0,1 0 0 0 0,0 0 0 0 0,-1 0-1 0 0,1 0 1 0 0,-1 0 0 0 0,1 0 0 0 0,0-1 0 0 0,-1 1 0 0 0,1 0-1 0 0,0 0 1 0 0,-1 0 0 0 0,1 1 0 0 0,0-1 0 0 0,-1 0-1 0 0,1 0 1 0 0,-1 0 0 0 0,-28 16 4153 0 0,23-12-3815 0 0,-30 22 7093 0 0,47-54-3683 0 0,28-44-2874 0 0,80-111 1 0 0,65-54-561 0 0,51-27-161 0 0,2-1-44 0 0,114-142-285 0 0,-284 332 46 0 0,-6 7-1111 0 0,-18 27-4999 0 0,-26 27-977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6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8290 0 0,'3'-8'7119'0'0,"-3"8"-7005"0"0,10 1 212 0 0,-1-1 1 0 0,0 1-1 0 0,0 1 0 0 0,0 0 0 0 0,0 0 0 0 0,0 1 0 0 0,0 0 1 0 0,-1 0-1 0 0,1 1 0 0 0,-1 0 0 0 0,0 1 0 0 0,9 6 0 0 0,17 13 376 0 0,45 42 0 0 0,-44-36-358 0 0,354 261 867 0 0,17 23-624 0 0,-384-294-568 0 0,175 158 26 0 0,-184-163-130 0 0,21 29 0 0 0,12 15-325 0 0,-42-55-160 0 0,1 1 0 0 0,-1-1 0 0 0,1 0 0 0 0,0 0 0 0 0,1-1 0 0 0,-1 0 0 0 0,1 0 0 0 0,-1 0 0 0 0,10 3 0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7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18 3681 0 0,'-4'1'457'0'0,"1"-1"1"0"0,0 1-1 0 0,0 0 0 0 0,0 0 1 0 0,0 0-1 0 0,0 1 0 0 0,1-1 1 0 0,-1 1-1 0 0,0-1 1 0 0,0 1-1 0 0,1 0 0 0 0,-5 4 1 0 0,6-5-237 0 0,-1 0 0 0 0,1 0 1 0 0,0 0-1 0 0,0 1 0 0 0,0-1 1 0 0,0 0-1 0 0,0 0 0 0 0,0 1 1 0 0,0-1-1 0 0,0 1 0 0 0,1-1 0 0 0,-1 1 1 0 0,0-1-1 0 0,1 1 0 0 0,-1-1 1 0 0,1 1-1 0 0,0 0 0 0 0,-1-1 1 0 0,1 1-1 0 0,0 0 0 0 0,0-1 1 0 0,0 1-1 0 0,0 0 0 0 0,0-1 0 0 0,1 1 1 0 0,-1-1-1 0 0,1 4 0 0 0,0-4-185 0 0,0-1-1 0 0,0 1 0 0 0,-1 0 0 0 0,1-1 0 0 0,0 1 0 0 0,0-1 0 0 0,0 1 0 0 0,0-1 0 0 0,0 0 1 0 0,0 1-1 0 0,0-1 0 0 0,0 0 0 0 0,0 0 0 0 0,0 0 0 0 0,0 0 0 0 0,0 0 0 0 0,0 0 1 0 0,0 0-1 0 0,0 0 0 0 0,0 0 0 0 0,0 0 0 0 0,0 0 0 0 0,0-1 0 0 0,0 1 0 0 0,0 0 1 0 0,0-1-1 0 0,0 1 0 0 0,1-1 0 0 0,33-15 365 0 0,-30 14-238 0 0,34-18 299 0 0,-26 13-349 0 0,0-1 1 0 0,1 2-1 0 0,0 0 1 0 0,0 1-1 0 0,0 0 0 0 0,1 1 1 0 0,18-3-1 0 0,-32 7-90 0 0,0 0 0 0 0,0 0-1 0 0,1 0 1 0 0,-1 0 0 0 0,0 0 0 0 0,1 0-1 0 0,-1 1 1 0 0,0-1 0 0 0,0 0 0 0 0,1 1-1 0 0,-1-1 1 0 0,0 1 0 0 0,0-1 0 0 0,0 1-1 0 0,0 0 1 0 0,0-1 0 0 0,0 1 0 0 0,0 0 0 0 0,0 0-1 0 0,0 0 1 0 0,0-1 0 0 0,2 3 0 0 0,-2 0 13 0 0,0-1 1 0 0,0 1 0 0 0,1-1 0 0 0,-2 1 0 0 0,1-1 0 0 0,0 1-1 0 0,0 0 1 0 0,-1-1 0 0 0,1 1 0 0 0,-1 3 0 0 0,0 7 136 0 0,0 0 1 0 0,-1-1 0 0 0,-5 20-1 0 0,6-32-171 0 0,-47 172 598 0 0,6-30-255 0 0,40-138-348 0 0,0-1 1 0 0,1 1 0 0 0,-1-1 0 0 0,1 1 0 0 0,0-1 0 0 0,0 1-1 0 0,0-1 1 0 0,0 1 0 0 0,0-1 0 0 0,1 1 0 0 0,0-1 0 0 0,1 6 0 0 0,-1-8-2 0 0,0 0 1 0 0,0 1 0 0 0,0-1 0 0 0,0 0-1 0 0,0 0 1 0 0,0 0 0 0 0,0 0 0 0 0,0 0 0 0 0,0 0-1 0 0,0 0 1 0 0,1 0 0 0 0,-1 0 0 0 0,0-1-1 0 0,1 1 1 0 0,-1 0 0 0 0,1-1 0 0 0,-1 1-1 0 0,1-1 1 0 0,-1 0 0 0 0,1 1 0 0 0,-1-1 0 0 0,1 0-1 0 0,-1 0 1 0 0,1 0 0 0 0,-1 0 0 0 0,1 0-1 0 0,-1 0 1 0 0,1-1 0 0 0,-1 1 0 0 0,3-1 0 0 0,7-1-46 0 0,1-1 0 0 0,-1 0 0 0 0,1-1 1 0 0,-1-1-1 0 0,0 1 0 0 0,13-9 0 0 0,60-44-608 0 0,4-1-23 0 0,-78 52 642 0 0,0 1 1 0 0,0 1-1 0 0,0 0 0 0 0,1 0 1 0 0,-1 1-1 0 0,1 1 1 0 0,14-3-1 0 0,-23 5 48 0 0,0 0 0 0 0,0 0 0 0 0,0 0 0 0 0,-1 0 0 0 0,1 0 0 0 0,0 0 0 0 0,0 1 0 0 0,0-1 0 0 0,-1 0 0 0 0,1 1 0 0 0,0 0 0 0 0,0-1 0 0 0,-1 1 0 0 0,1 0 0 0 0,0 0 0 0 0,-1 0 0 0 0,1 0 0 0 0,-1 0 0 0 0,0 0 0 0 0,1 0 0 0 0,-1 1 0 0 0,0-1 0 0 0,1 1 1 0 0,-1-1-1 0 0,0 0 0 0 0,0 1 0 0 0,0 0 0 0 0,-1-1 0 0 0,1 1 0 0 0,0 0 0 0 0,0-1 0 0 0,-1 1 0 0 0,1 0 0 0 0,-1 0 0 0 0,0 0 0 0 0,1-1 0 0 0,-1 1 0 0 0,0 0 0 0 0,0 0 0 0 0,-1 2 0 0 0,2 9 84 0 0,-2-1-1 0 0,0 1 1 0 0,0 0 0 0 0,-5 17 0 0 0,-52 179 755 0 0,8-33-521 0 0,47-166-283 0 0,1-1 0 0 0,0 1 0 0 0,1 0 1 0 0,0 0-1 0 0,1 0 0 0 0,1 10 0 0 0,-1-18-39 0 0,0-1 0 0 0,0 1 0 0 0,1-1 0 0 0,-1 0 0 0 0,1 1 0 0 0,-1-1-1 0 0,1 1 1 0 0,-1-1 0 0 0,1 0 0 0 0,0 1 0 0 0,-1-1 0 0 0,1 0 0 0 0,0 0 0 0 0,0 0-1 0 0,0 1 1 0 0,0-1 0 0 0,0 0 0 0 0,0 0 0 0 0,2 1 0 0 0,-1-2-27 0 0,0 1 0 0 0,0-1 1 0 0,0 1-1 0 0,0-1 1 0 0,0 0-1 0 0,0 0 0 0 0,0 0 1 0 0,0 0-1 0 0,0 0 0 0 0,0 0 1 0 0,0 0-1 0 0,0-1 0 0 0,0 1 1 0 0,0-1-1 0 0,0 0 0 0 0,0 1 1 0 0,0-1-1 0 0,3-2 1 0 0,22-12-532 0 0,-2-1 1 0 0,1-1 0 0 0,30-27 0 0 0,37-25 77 0 0,-87 66 523 0 0,3-3-116 0 0,0 0-1 0 0,1 1 1 0 0,0 0-1 0 0,-1 1 1 0 0,14-4-1 0 0,-21 7 57 0 0,0 1 0 0 0,0-1 0 0 0,0 1 0 0 0,0 0 0 0 0,-1-1 0 0 0,1 1 0 0 0,0 0 0 0 0,0 0 0 0 0,0 1 0 0 0,0-1 0 0 0,0 0-1 0 0,0 1 1 0 0,0-1 0 0 0,-1 1 0 0 0,1-1 0 0 0,0 1 0 0 0,0 0 0 0 0,-1 0 0 0 0,1 0 0 0 0,0 0 0 0 0,-1 0 0 0 0,1 0 0 0 0,-1 0 0 0 0,1 1 0 0 0,-1-1 0 0 0,0 0-1 0 0,1 1 1 0 0,-1-1 0 0 0,0 1 0 0 0,0-1 0 0 0,0 1 0 0 0,0 0 0 0 0,-1 0 0 0 0,1-1 0 0 0,0 1 0 0 0,0 4 0 0 0,1-2 266 0 0,0 0-1 0 0,0 1 1 0 0,0-1 0 0 0,0 0 0 0 0,0 0-1 0 0,1 0 1 0 0,0 0 0 0 0,0-1 0 0 0,0 1-1 0 0,0-1 1 0 0,1 0 0 0 0,-1 0 0 0 0,1 0-1 0 0,0 0 1 0 0,0 0 0 0 0,0-1 0 0 0,0 0 0 0 0,8 3-1 0 0,7 6 575 0 0,-6-1-581 0 0,0 0 0 0 0,0 2 0 0 0,-1-1 0 0 0,0 2 0 0 0,-1-1 0 0 0,16 25 0 0 0,-8-12-57 0 0,45 60 61 0 0,-12-16-134 0 0,101 105-1 0 0,190 146 866 0 0,-315-293-941 0 0,-2 2 1 0 0,-2 1 0 0 0,0 1 0 0 0,35 63-1 0 0,-8-14-675 0 0,-43-68 252 0 0,18 28 7 0 0,-10-12-2842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8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85 3225 0 0,'-30'-32'2835'0'0,"20"20"-855"0"0,-1 1 0 0 0,0 0 0 0 0,-17-8 4986 0 0,49 44-6197 0 0,50 36-276 0 0,3-4 1 0 0,83 49-1 0 0,7 5-15 0 0,161 100 269 0 0,-157-106-518 0 0,35 28 80 0 0,-163-108-207 0 0,-1 1 0 0 0,-2 3 0 0 0,0 0 0 0 0,38 43 0 0 0,-47-41-736 0 0,38 58 1 0 0,-55-71-271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47 2304 0 0,'-6'5'822'0'0,"-1"-1"-1"0"0,1 1 1 0 0,0 0-1 0 0,1 1 1 0 0,-1-1-1 0 0,1 1 0 0 0,0 0 1 0 0,0 1-1 0 0,1-1 1 0 0,-1 1-1 0 0,2 0 0 0 0,-1 0 1 0 0,-4 12-1 0 0,8-19-770 0 0,0 0-1 0 0,0 1 0 0 0,0-1 0 0 0,0 0 1 0 0,0 0-1 0 0,0 1 0 0 0,0-1 0 0 0,0 0 1 0 0,0 0-1 0 0,0 1 0 0 0,0-1 0 0 0,0 0 1 0 0,0 0-1 0 0,0 1 0 0 0,0-1 1 0 0,0 0-1 0 0,0 0 0 0 0,0 1 0 0 0,0-1 1 0 0,0 0-1 0 0,0 0 0 0 0,0 1 0 0 0,1-1 1 0 0,-1 0-1 0 0,0 0 0 0 0,0 0 0 0 0,0 1 1 0 0,0-1-1 0 0,1 0 0 0 0,-1 0 0 0 0,0 0 1 0 0,0 0-1 0 0,0 1 0 0 0,1-1 1 0 0,-1 0-1 0 0,0 0 0 0 0,1 0 0 0 0,11-2 810 0 0,16-14-370 0 0,-24 13-238 0 0,133-71 1301 0 0,-112 62-1381 0 0,0 2-1 0 0,1 1 0 0 0,45-11 1 0 0,-67 19-138 0 0,0 0 0 0 0,0 1 0 0 0,0-1 0 0 0,1 1-1 0 0,-1 0 1 0 0,0 0 0 0 0,0 0 0 0 0,0 0 0 0 0,0 1 0 0 0,0 0 0 0 0,0-1 0 0 0,0 2 0 0 0,5 1 0 0 0,-7-2-25 0 0,0 1 1 0 0,0-1 0 0 0,-1 1 0 0 0,1-1-1 0 0,-1 1 1 0 0,1 0 0 0 0,-1-1-1 0 0,0 1 1 0 0,0 0 0 0 0,1 0 0 0 0,-2 0-1 0 0,1 0 1 0 0,0 0 0 0 0,0 0 0 0 0,0 1-1 0 0,-1-1 1 0 0,1 0 0 0 0,-1 0-1 0 0,0 0 1 0 0,0 1 0 0 0,0-1 0 0 0,0 0-1 0 0,0 0 1 0 0,0 1 0 0 0,-1-1 0 0 0,0 2-1 0 0,-2 19 39 0 0,-1-1-1 0 0,-1 0 0 0 0,-1 0 1 0 0,-1 0-1 0 0,-10 20 0 0 0,-57 104 474 0 0,5-11-261 0 0,56-107-202 0 0,-18 47 377 0 0,28-67-385 0 0,0 1-1 0 0,1-1 0 0 0,0 1 1 0 0,0 0-1 0 0,1-1 0 0 0,0 16 0 0 0,1-22-38 0 0,0-1-1 0 0,0 1 1 0 0,1 0-1 0 0,-1-1 1 0 0,0 1 0 0 0,0 0-1 0 0,1 0 1 0 0,-1-1-1 0 0,1 1 1 0 0,0-1-1 0 0,-1 1 1 0 0,1-1-1 0 0,0 1 1 0 0,0-1-1 0 0,0 1 1 0 0,0-1-1 0 0,0 0 1 0 0,0 1-1 0 0,1-1 1 0 0,-1 0-1 0 0,0 0 1 0 0,2 1-1 0 0,-1-1-9 0 0,1 0-1 0 0,-1 0 0 0 0,1-1 0 0 0,-1 1 1 0 0,1 0-1 0 0,-1-1 0 0 0,1 0 0 0 0,-1 0 1 0 0,1 0-1 0 0,-1 0 0 0 0,1 0 0 0 0,-1 0 1 0 0,4-2-1 0 0,9-2-37 0 0,-1 0-1 0 0,0-1 0 0 0,0-1 1 0 0,14-8-1 0 0,-17 8 40 0 0,82-42-183 0 0,68-30-144 0 0,-154 75 325 0 0,1 0 0 0 0,0 1 1 0 0,0 0-1 0 0,1 1 0 0 0,-1 0 1 0 0,0 0-1 0 0,15 1 0 0 0,-20 0 0 0 0,-1 0 0 0 0,0 0-1 0 0,0 0 1 0 0,1 0-1 0 0,-1 1 1 0 0,0-1 0 0 0,0 1-1 0 0,0 0 1 0 0,0 0-1 0 0,0 0 1 0 0,0 0 0 0 0,0 0-1 0 0,0 0 1 0 0,0 0-1 0 0,0 0 1 0 0,-1 1 0 0 0,1-1-1 0 0,0 1 1 0 0,-1 0-1 0 0,1-1 1 0 0,-1 1 0 0 0,0 0-1 0 0,1 0 1 0 0,-1 0 0 0 0,0 0-1 0 0,0 0 1 0 0,0 0-1 0 0,-1 0 1 0 0,1 0 0 0 0,0 0-1 0 0,-1 0 1 0 0,1 0-1 0 0,-1 4 1 0 0,1 8-8 0 0,-1 0 0 0 0,-1-1 0 0 0,0 1 0 0 0,-1 0 0 0 0,-1-1 1 0 0,-6 23-1 0 0,-36 80 23 0 0,29-81 224 0 0,-17 59 1 0 0,31-86-194 0 0,0 0 1 0 0,0 0-1 0 0,1 0 0 0 0,0 0 1 0 0,1 0-1 0 0,1 15 1 0 0,-1-22-45 0 0,0 1 1 0 0,0-1-1 0 0,1 1 1 0 0,-1-1-1 0 0,1 1 1 0 0,-1-1-1 0 0,1 1 1 0 0,-1-1-1 0 0,1 1 1 0 0,0-1-1 0 0,0 1 1 0 0,0-1-1 0 0,0 0 1 0 0,0 0-1 0 0,0 0 1 0 0,0 1-1 0 0,0-1 1 0 0,0 0-1 0 0,1 0 1 0 0,-1 0 0 0 0,0-1-1 0 0,1 1 1 0 0,-1 0-1 0 0,0 0 1 0 0,1-1-1 0 0,-1 1 1 0 0,1-1-1 0 0,-1 1 1 0 0,1-1-1 0 0,0 0 1 0 0,-1 1-1 0 0,1-1 1 0 0,-1 0-1 0 0,1 0 1 0 0,0 0-1 0 0,-1 0 1 0 0,1-1-1 0 0,-1 1 1 0 0,1 0-1 0 0,2-2 1 0 0,5 0-70 0 0,0-1 0 0 0,0-1 1 0 0,-1 0-1 0 0,1 0 0 0 0,-1 0 1 0 0,0-1-1 0 0,0 0 0 0 0,11-11 0 0 0,-13 11-334 0 0,0 0-1 0 0,0 0 0 0 0,0 1 0 0 0,1-1 0 0 0,-1 1 0 0 0,1 1 0 0 0,0 0 0 0 0,1 0 0 0 0,-1 0 0 0 0,0 1 0 0 0,1 0 1 0 0,14-2-1 0 0,-20 3 103 0 0,0 1 0 0 0,0 1 0 0 0,0-1 1 0 0,0 0-1 0 0,0 0 0 0 0,0 1 1 0 0,0-1-1 0 0,0 1 0 0 0,0 0 0 0 0,0 0 1 0 0,0 0-1 0 0,0 0 0 0 0,0 0 1 0 0,0 0-1 0 0,0 0 0 0 0,-1 0 1 0 0,1 1-1 0 0,-1-1 0 0 0,1 1 0 0 0,2 3 1 0 0,-2-2-65 0 0,0 1 0 0 0,0-1 0 0 0,-1 1 0 0 0,1 0 1 0 0,-1 0-1 0 0,0-1 0 0 0,0 1 0 0 0,0 0 0 0 0,0 0 0 0 0,-1 6 1 0 0,0 7-209 0 0,0-1 1 0 0,-2 1-1 0 0,0 0 1 0 0,-4 17-1 0 0,4-28 145 0 0,1-3 1116 0 0,0 0 0 0 0,1 0 1 0 0,-1 0-1 0 0,1 1 0 0 0,0-1 0 0 0,-1 0 0 0 0,1 0 0 0 0,1 6 1 0 0,0-7-89 0 0,0 0 1 0 0,0 0-1 0 0,1 0 1 0 0,-1 0 0 0 0,0-1-1 0 0,1 1 1 0 0,-1 0 0 0 0,1-1-1 0 0,-1 1 1 0 0,1-1-1 0 0,0 0 1 0 0,0 1 0 0 0,0-1-1 0 0,3 1 1 0 0,18 14 597 0 0,-1 1 0 0 0,0 1 0 0 0,27 29 0 0 0,54 69-874 0 0,-51-55 276 0 0,38 42-103 0 0,186 164-1 0 0,-159-157-57 0 0,-40-34-237 0 0,-45-48-121 0 0,-14-13 28 0 0,-1 1 0 0 0,19 23 0 0 0,-36-39-267 0 0,0 1-1 0 0,1 0 1 0 0,-1-1 0 0 0,0 1 0 0 0,0 0 0 0 0,0-1 0 0 0,0 1 0 0 0,0 0 0 0 0,1-1 0 0 0,-1 1 0 0 0,-1 0-1 0 0,1-1 1 0 0,0 1 0 0 0,0 0 0 0 0,0-1 0 0 0,0 1 0 0 0,0 0 0 0 0,-1-1 0 0 0,1 2 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1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2293 6449 0 0,'-9'14'1699'0'0,"14"-7"-52"0"0,-3-6-1448 0 0,0-1 0 0 0,0 0-1 0 0,0 0 1 0 0,0 0 0 0 0,0 0 0 0 0,0 0 0 0 0,0 0 0 0 0,0 0 0 0 0,-1-1 0 0 0,1 1 0 0 0,0-1 0 0 0,0 1 0 0 0,0-1 0 0 0,2-1 0 0 0,6-3 230 0 0,0-1 0 0 0,0-1 0 0 0,-1 1 1 0 0,0-2-1 0 0,0 1 0 0 0,0-1 0 0 0,11-14 0 0 0,47-69 1008 0 0,-52 70-1066 0 0,31-47 468 0 0,130-178 1020 0 0,-122 177-1513 0 0,90-88 0 0 0,-143 156-343 0 0,260-233 285 0 0,-192 179-289 0 0,-42 31-4 0 0,2 1-1 0 0,0 2 1 0 0,45-25-1 0 0,-41 37-1757 0 0,-28 8 1577 0 0,-1 0 1 0 0,0 1-1 0 0,0-2 0 0 0,0 1 0 0 0,0 0 0 0 0,0-1 0 0 0,-1 1 0 0 0,8-5 1 0 0,-4 1-428 0 0,-6 5 518 0 0,0 0 0 0 0,0-1 0 0 0,0 1 0 0 0,0-1 0 0 0,0 1 0 0 0,0-1 0 0 0,0 0 0 0 0,0 1 0 0 0,0-1 0 0 0,-1 0 0 0 0,1 1 0 0 0,0-1 0 0 0,0 0 0 0 0,-1 0 0 0 0,1 0 0 0 0,0 0 0 0 0,-1 0 0 0 0,1 0 0 0 0,-1 0 0 0 0,1-1 0 0 0,-10-3 1656 0 0,-77-91 2174 0 0,50 52-3427 0 0,3-2 1 0 0,2-2-1 0 0,-40-78 1 0 0,66 114-237 0 0,0 1 1 0 0,0-1-1 0 0,1 0 1 0 0,0 0-1 0 0,1-1 1 0 0,1 1-1 0 0,-2-13 1 0 0,4 24-69 0 0,0 1 1 0 0,0-1 0 0 0,0 1-1 0 0,0 0 1 0 0,0-1 0 0 0,0 1-1 0 0,0-1 1 0 0,1 1 0 0 0,-1 0-1 0 0,0-1 1 0 0,0 1-1 0 0,0-1 1 0 0,0 1 0 0 0,0 0-1 0 0,1-1 1 0 0,-1 1 0 0 0,0 0-1 0 0,0-1 1 0 0,0 1 0 0 0,1 0-1 0 0,-1 0 1 0 0,0-1-1 0 0,1 1 1 0 0,-1 0 0 0 0,0 0-1 0 0,1-1 1 0 0,-1 1 0 0 0,0 0-1 0 0,1 0 1 0 0,-1 0-1 0 0,0-1 1 0 0,1 1 0 0 0,-1 0-1 0 0,0 0 1 0 0,1 0 0 0 0,-1 0-1 0 0,1 0 1 0 0,20 5 34 0 0,15 16-50 0 0,1 6 11 0 0,2-1 0 0 0,1-2 0 0 0,0-2 0 0 0,2-2 0 0 0,59 20 0 0 0,-46-22 0 0 0,-67-56 13 0 0,0 6 57 0 0,2-1 0 0 0,1 0 0 0 0,-8-57-1 0 0,5 20-65 0 0,7 50 13 0 0,1-1-1 0 0,1 0 1 0 0,1 0 0 0 0,0 0-1 0 0,2 0 1 0 0,0 0 0 0 0,7-39-1 0 0,-7 59-5 0 0,0-1 0 0 0,1 0-1 0 0,-1 0 1 0 0,1 0 0 0 0,-1 0-1 0 0,1 0 1 0 0,0 1 0 0 0,0-1-1 0 0,0 0 1 0 0,0 1 0 0 0,0-1-1 0 0,0 1 1 0 0,0-1 0 0 0,0 1-1 0 0,0-1 1 0 0,1 1 0 0 0,-1 0-1 0 0,1-1 1 0 0,-1 1 0 0 0,1 0-1 0 0,-1 0 1 0 0,1 0 0 0 0,0 0-1 0 0,0 1 1 0 0,-1-1 0 0 0,1 0-1 0 0,0 1 1 0 0,0-1 0 0 0,0 1-1 0 0,0 0 1 0 0,-1-1 0 0 0,1 1-1 0 0,0 0 1 0 0,0 0 0 0 0,0 0-1 0 0,0 1 1 0 0,0-1 0 0 0,0 0-1 0 0,0 1 1 0 0,-1-1 0 0 0,1 1-1 0 0,0-1 1 0 0,0 1 0 0 0,-1 0-1 0 0,3 1 1 0 0,10 6 12 0 0,-1-1 0 0 0,0 2 0 0 0,0-1 1 0 0,17 17-1 0 0,-20-16-11 0 0,38 32-109 0 0,39 31 11 0 0,-78-65 75 0 0,2 0 0 0 0,-1-1 0 0 0,1 0 1 0 0,-1-1-1 0 0,2-1 0 0 0,-1 0 0 0 0,14 4 1 0 0,-24-8 7 0 0,0 1 1 0 0,0-1-1 0 0,0 0 1 0 0,0 0-1 0 0,0 1 0 0 0,0-1 1 0 0,0 0-1 0 0,0 0 1 0 0,0 0-1 0 0,0 0 1 0 0,0 0-1 0 0,0 0 1 0 0,0 0-1 0 0,0 0 1 0 0,0-1-1 0 0,0 1 1 0 0,0 0-1 0 0,-1-1 0 0 0,1 1 1 0 0,0 0-1 0 0,0-1 1 0 0,0 1-1 0 0,0-1 1 0 0,0 0-1 0 0,-1 1 1 0 0,1-1-1 0 0,0 0 1 0 0,0 1-1 0 0,-1-1 1 0 0,1 0-1 0 0,0 0 0 0 0,-1 1 1 0 0,1-1-1 0 0,-1 0 1 0 0,1 0-1 0 0,-1 0 1 0 0,0 0-1 0 0,1 0 1 0 0,-1 0-1 0 0,0 0 1 0 0,1 0-1 0 0,-1 0 0 0 0,0 0 1 0 0,0 0-1 0 0,0 0 1 0 0,0 0-1 0 0,0 0 1 0 0,0 0-1 0 0,0 0 1 0 0,-1 0-1 0 0,1-1 1 0 0,-2-9-39 0 0,0 1 1 0 0,-1-1 0 0 0,-7-19 0 0 0,5 17 26 0 0,-26-70 18 0 0,16 45 2 0 0,1 0-1 0 0,-10-48 1 0 0,22 76-5 0 0,0 0 0 0 0,1-1-1 0 0,0 1 1 0 0,1-1 0 0 0,0 0 0 0 0,0 1 0 0 0,1-1-1 0 0,1 1 1 0 0,-1-1 0 0 0,2 1 0 0 0,-1 0-1 0 0,2 0 1 0 0,5-12 0 0 0,-8 19-3 0 0,0 0 0 0 0,1 0 0 0 0,0 1 0 0 0,-1-1 0 0 0,1 1 0 0 0,0-1 0 0 0,0 1 0 0 0,1 0-1 0 0,-1 0 1 0 0,0-1 0 0 0,1 2 0 0 0,0-1 0 0 0,-1 0 0 0 0,1 1 0 0 0,0-1 0 0 0,0 1 0 0 0,-1 0 0 0 0,1 0 0 0 0,0 0 0 0 0,0 0 0 0 0,0 0 0 0 0,1 1 0 0 0,-1-1 0 0 0,0 1 0 0 0,0 0-1 0 0,0 0 1 0 0,0 0 0 0 0,0 0 0 0 0,0 1 0 0 0,1-1 0 0 0,-1 1 0 0 0,0 0 0 0 0,5 2 0 0 0,10 4-16 0 0,0 1-1 0 0,-1 0 1 0 0,-1 1-1 0 0,24 17 1 0 0,-19-12 12 0 0,-9-5-192 0 0,1-1 1 0 0,0-1-1 0 0,0 0 0 0 0,1-1 0 0 0,-1 0 1 0 0,1-1-1 0 0,22 5 0 0 0,-17-7-725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1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1259 456 0 0,'-21'7'342'0'0,"19"-7"90"0"0,0 0 0 0 0,0 0 0 0 0,-1 0 0 0 0,1 0 0 0 0,0 0 1 0 0,0 0-1 0 0,-1 0 0 0 0,1-1 0 0 0,0 1 0 0 0,0-1 0 0 0,-3-1 0 0 0,4 2-231 0 0,0-1 0 0 0,0 0 0 0 0,0 0 0 0 0,-1 1 0 0 0,1-1 0 0 0,0 0 0 0 0,0 0 0 0 0,0 0 0 0 0,0 0 0 0 0,1 0 0 0 0,-1-1 0 0 0,0 1 0 0 0,0 0 1 0 0,1 0-1 0 0,-1-1 0 0 0,1 1 0 0 0,-1 0 0 0 0,1 0 0 0 0,-1-1 0 0 0,1 1 0 0 0,0-1 0 0 0,-1 1 0 0 0,1 0 0 0 0,0-1 0 0 0,0 1 0 0 0,0-1 0 0 0,0 1 0 0 0,1 0 0 0 0,-1-1 0 0 0,0 1 1 0 0,0 0-1 0 0,1-1 0 0 0,0-2 0 0 0,7-17 685 0 0,1 0-1 0 0,0 0 1 0 0,1 1 0 0 0,2 0 0 0 0,15-22 0 0 0,76-88 1395 0 0,-89 112-1973 0 0,204-204 1538 0 0,-75 81-1299 0 0,-27 28-277 0 0,180-136 0 0 0,-264 224-229 0 0,-2-2 0 0 0,-1-1 1 0 0,-1-1-1 0 0,24-34 0 0 0,-30 34-274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2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1511 5065 0 0,'-4'16'1043'0'0,"0"-1"0"0"0,-2 1 0 0 0,1-1 0 0 0,-16 28 0 0 0,20-88 3057 0 0,26-315 2368 0 0,-8 76-4692 0 0,5 59-1048 0 0,70-308 1 0 0,-88 519-708 0 0,10-54 223 0 0,-13 62-228 0 0,-1 1-1 0 0,1-1 1 0 0,-1 0-1 0 0,0 1 1 0 0,-1-1-1 0 0,1 0 1 0 0,-1 1-1 0 0,0-1 1 0 0,-4-8-1 0 0,5 13-14 0 0,-1-1 0 0 0,0 1 0 0 0,0-1 0 0 0,0 1 0 0 0,0 0 0 0 0,0 0 0 0 0,0-1 0 0 0,0 1 0 0 0,0 0 0 0 0,-1 0 0 0 0,1 0-1 0 0,0 0 1 0 0,-1 1 0 0 0,1-1 0 0 0,-1 0 0 0 0,1 1 0 0 0,-1-1 0 0 0,1 0 0 0 0,-1 1 0 0 0,1 0 0 0 0,-1-1 0 0 0,1 1 0 0 0,-1 0 0 0 0,0 0 0 0 0,1 0 0 0 0,-1 0 0 0 0,1 0-1 0 0,-1 0 1 0 0,0 0 0 0 0,-1 1 0 0 0,-23 8-1521 0 0,7 8-5034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3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248 226 920 0 0,'-33'-5'1939'0'0,"0"1"-1"0"0,0 2 1 0 0,-1 1 0 0 0,1 2-1 0 0,-48 6 1 0 0,321-43 4281 0 0,92-12-4996 0 0,438-58 986 0 0,-689 93-2098 0 0,1 3-1 0 0,0 3 1 0 0,98 5 0 0 0,-67 6-6 0 0,-34-4 13 0 0,0 5 0 0 0,102 18 0 0 0,-155-14-1146 0 0,-23-9 431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4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57 518 14283 0 0,'-32'-131'1994'0'0,"8"29"2451"0"0,44 170-3757 0 0,3 0 0 0 0,44 85 0 0 0,-51-121-774 0 0,2 0 0 0 0,1-1 0 0 0,2-1 0 0 0,1-1 0 0 0,1-1-1 0 0,44 42 1 0 0,-57-62 63 0 0,0-1 0 0 0,1 1-1 0 0,0-2 1 0 0,0 1 0 0 0,1-1-1 0 0,-1-1 1 0 0,25 7 0 0 0,-31-10 38 0 0,0 0 1 0 0,1-1 0 0 0,-1 0-1 0 0,1 0 1 0 0,-1-1 0 0 0,1 1-1 0 0,-1-1 1 0 0,1 0 0 0 0,-1-1 0 0 0,1 1-1 0 0,-1-1 1 0 0,0 0 0 0 0,1-1-1 0 0,-1 1 1 0 0,0-1 0 0 0,0 0-1 0 0,0 0 1 0 0,0-1 0 0 0,0 1-1 0 0,8-7 1 0 0,-10 5 40 0 0,0 1 0 0 0,0-1 0 0 0,0 0 0 0 0,-1 1 0 0 0,1-2 0 0 0,-1 1 1 0 0,0 0-1 0 0,0 0 0 0 0,-1 0 0 0 0,1-1 0 0 0,-1 1 0 0 0,0-1 0 0 0,0 1 0 0 0,-1-1 0 0 0,1-7 0 0 0,0-10 168 0 0,-2 0-1 0 0,-3-22 1 0 0,3 26-89 0 0,-6-55 338 0 0,-8-72-382 0 0,8-260 0 0 0,8 395-209 0 0,-1 5-5 0 0,0 0 1 0 0,1-1-1 0 0,-1 1 0 0 0,1 0 0 0 0,1 0 0 0 0,-1 0 1 0 0,4-8-1 0 0,-5 12 81 0 0,0 1 1 0 0,0 0-1 0 0,0 0 0 0 0,0 0 1 0 0,0-1-1 0 0,0 1 1 0 0,0 0-1 0 0,1 0 1 0 0,-1-1-1 0 0,0 1 0 0 0,0 0 1 0 0,0 0-1 0 0,0 0 1 0 0,0 0-1 0 0,1-1 1 0 0,-1 1-1 0 0,0 0 0 0 0,0 0 1 0 0,0 0-1 0 0,1 0 1 0 0,-1 0-1 0 0,0 0 1 0 0,0-1-1 0 0,1 1 0 0 0,-1 0 1 0 0,0 0-1 0 0,0 0 1 0 0,1 0-1 0 0,-1 0 1 0 0,0 0-1 0 0,0 0 0 0 0,1 0 1 0 0,-1 0-1 0 0,0 0 1 0 0,0 0-1 0 0,1 0 1 0 0,-1 0-1 0 0,0 0 0 0 0,0 0 1 0 0,0 1-1 0 0,1-1 1 0 0,-1 0-1 0 0,0 0 1 0 0,0 0-1 0 0,1 0 0 0 0,-1 0 1 0 0,0 0-1 0 0,0 1 1 0 0,0-1-1 0 0,0 0 0 0 0,1 0 1 0 0,-1 0-1 0 0,0 1 1 0 0,0-1-1 0 0,0 0 1 0 0,0 0-1 0 0,1 1 1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6913 0 0,'4'104'8017'0'0,"7"1"-3545"0"0,6-4-3104 0 0,32 110 0 0 0,-46-197-1912 0 0,6 20-716 0 0,0-18-3551 0 0,-9-16 4757 0 0,1 0 0 0 0,-1 0 0 0 0,0 0 0 0 0,1 0 0 0 0,-1 0 0 0 0,0 0 0 0 0,0 0-1 0 0,1 0 1 0 0,-1 0 0 0 0,0 0 0 0 0,1 0 0 0 0,-1 0 0 0 0,0 0 0 0 0,0 0 0 0 0,1 0 0 0 0,-1 0 0 0 0,0-1-1 0 0,0 1 1 0 0,1 0 0 0 0,-1 0 0 0 0,0 0 0 0 0,0 0 0 0 0,0-1 0 0 0,1 1 0 0 0,-1 0 0 0 0,0 0 0 0 0,0 0-1 0 0,0-1 1 0 0,1 1 0 0 0,-1 0 0 0 0,0 0 0 0 0,0-1 0 0 0,0 1 0 0 0,0 0 0 0 0,0 0 0 0 0,0-1-1 0 0,0 1 1 0 0,1 0 0 0 0,-1 0 0 0 0,0-1 0 0 0,0 1 0 0 0,0 0 0 0 0,0 0 0 0 0,0-1 0 0 0,0 0 0 0 0,3-14 180 0 0,-4-2-196 0 0,-2-3-2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28 184 456 0 0,'-16'-35'-11'0'0,"14"28"885"0"0,-1 0-1 0 0,2 0 0 0 0,-1 0 1 0 0,1 0-1 0 0,-2-14 1 0 0,3 18-443 0 0,1-1 0 0 0,-1 0 0 0 0,0 1 0 0 0,1-1 0 0 0,-1 1 0 0 0,1-1 0 0 0,0 1 0 0 0,1-1 0 0 0,-1 1 0 0 0,0 0 0 0 0,1-1 0 0 0,3-5 0 0 0,-2 6-361 0 0,-1 0 0 0 0,1 0 1 0 0,0 0-1 0 0,0 1 0 0 0,0-1 0 0 0,0 1 1 0 0,1-1-1 0 0,4-2 0 0 0,-2 3 139 0 0,-1-1-1 0 0,1 1 1 0 0,0 1 0 0 0,0-1-1 0 0,0 1 1 0 0,0-1 0 0 0,0 2-1 0 0,0-1 1 0 0,1 1-1 0 0,-1 0 1 0 0,0 0 0 0 0,0 1-1 0 0,0 0 1 0 0,0 0 0 0 0,1 0-1 0 0,-1 1 1 0 0,-1-1-1 0 0,1 2 1 0 0,0-1 0 0 0,0 1-1 0 0,-1-1 1 0 0,0 2 0 0 0,1-1-1 0 0,-1 0 1 0 0,6 7-1 0 0,-3-4-54 0 0,-1 0 0 0 0,1 1-1 0 0,-2 0 1 0 0,1 1-1 0 0,-1-1 1 0 0,0 1 0 0 0,0 1-1 0 0,-1-1 1 0 0,0 1-1 0 0,-1 0 1 0 0,0 0 0 0 0,0 0-1 0 0,-1 0 1 0 0,0 1-1 0 0,2 11 1 0 0,-4-6-66 0 0,-1 0-1 0 0,0 0 1 0 0,-1 0 0 0 0,-1 0 0 0 0,0 0-1 0 0,-1 0 1 0 0,-1-1 0 0 0,0 1 0 0 0,-8 18 0 0 0,-10 17 385 0 0,-36 59 0 0 0,12-25-243 0 0,26-44-2101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62 3193 0 0,'-16'-61'20016'0'0,"4"63"-19273"0"0,-9 1-356 0 0,25 1-297 0 0,4 6-84 0 0,0 0-1 0 0,-1 1 1 0 0,-1 0-1 0 0,1 0 1 0 0,-2 0-1 0 0,0 1 1 0 0,7 19 0 0 0,20 97-70 0 0,-23-90 99 0 0,-1-4 1 0 0,3 20-142 0 0,2 0-1 0 0,3-2 0 0 0,34 76 0 0 0,-42-107-207 0 0,-7-21 239 0 0,-1 1-1 0 0,0 0 1 0 0,1-1 0 0 0,-1 1 0 0 0,0 0-1 0 0,1 0 1 0 0,-1-1 0 0 0,0 1 0 0 0,0 0 0 0 0,0 0-1 0 0,0-1 1 0 0,1 1 0 0 0,-1 0 0 0 0,0 0-1 0 0,-1 0 1 0 0,1-1 0 0 0,0 1 0 0 0,0 0-1 0 0,0 0 1 0 0,0-1 0 0 0,-1 2 0 0 0,-4-1-797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1 105 920 0 0,'0'-6'363'0'0,"0"1"-1"0"0,1 0 0 0 0,0-1 0 0 0,0 1 1 0 0,0 0-1 0 0,1 0 0 0 0,0-1 1 0 0,0 1-1 0 0,0 0 0 0 0,0 1 1 0 0,1-1-1 0 0,0 0 0 0 0,0 1 1 0 0,7-8-1 0 0,-8 10-168 0 0,0 0 1 0 0,0 0 0 0 0,0 0-1 0 0,0 0 1 0 0,0 1-1 0 0,0-1 1 0 0,1 1-1 0 0,-1 0 1 0 0,1 0 0 0 0,-1 0-1 0 0,1 0 1 0 0,-1 0-1 0 0,1 0 1 0 0,0 1-1 0 0,-1-1 1 0 0,1 1 0 0 0,0-1-1 0 0,-1 1 1 0 0,1 0-1 0 0,0 0 1 0 0,0 1-1 0 0,-1-1 1 0 0,1 1 0 0 0,0-1-1 0 0,-1 1 1 0 0,1 0-1 0 0,-1 0 1 0 0,1 0 0 0 0,-1 0-1 0 0,5 2 1 0 0,6 6 146 0 0,0 0 0 0 0,-1 1 1 0 0,0 0-1 0 0,-1 1 1 0 0,0 1-1 0 0,0-1 0 0 0,-1 2 1 0 0,-1-1-1 0 0,0 1 1 0 0,0 1-1 0 0,-2 0 1 0 0,0 0-1 0 0,0 0 0 0 0,-1 1 1 0 0,-1 0-1 0 0,-1 0 1 0 0,0 0-1 0 0,-1 1 0 0 0,0-1 1 0 0,-1 1-1 0 0,-1 0 1 0 0,-1 24-1 0 0,-3-20-30 0 0,-1 1 1 0 0,0-1-1 0 0,-2 0 0 0 0,0 0 0 0 0,-12 26 1 0 0,-55 90-1395 0 0,41-85-6402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7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68 5065 0 0,'-1'-4'670'0'0,"-1"0"1"0"0,1 0-1 0 0,-1 0 1 0 0,1 0-1 0 0,-1 0 0 0 0,0 0 1 0 0,-1 1-1 0 0,1-1 1 0 0,-1 1-1 0 0,0-1 0 0 0,1 1 1 0 0,-2 0-1 0 0,1 0 1 0 0,0 0-1 0 0,0 1 0 0 0,-1-1 1 0 0,0 1-1 0 0,-7-4 0 0 0,10 6-506 0 0,1 0-1 0 0,-1 1 0 0 0,0-1 0 0 0,1 1 1 0 0,-1-1-1 0 0,0 1 0 0 0,1-1 0 0 0,-1 1 0 0 0,1-1 1 0 0,-1 1-1 0 0,1 0 0 0 0,-1-1 0 0 0,1 1 1 0 0,0 0-1 0 0,-1 0 0 0 0,1-1 0 0 0,0 1 0 0 0,-1 0 1 0 0,1 0-1 0 0,0-1 0 0 0,0 1 0 0 0,0 0 1 0 0,0 0-1 0 0,0 0 0 0 0,0-1 0 0 0,0 1 1 0 0,0 0-1 0 0,0 0 0 0 0,0 0 0 0 0,0 1 0 0 0,0 40-828 0 0,1-30 1073 0 0,51 712 968 0 0,-27-483-1352 0 0,49 394 77 0 0,-62-566 117 0 0,-6-40 120 0 0,-2-1 1 0 0,0 1-1 0 0,-1 54 0 0 0,-2-58-172 0 0,0-21-154 0 0,-1-1 1 0 0,1 0-1 0 0,-1 1 0 0 0,0-1 0 0 0,0 1 1 0 0,0-1-1 0 0,-1 0 0 0 0,1 1 0 0 0,-1-1 0 0 0,-1 4 1 0 0,-4-25-1539 0 0,8 5 935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8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5017 0 0,'2'0'0'0'0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11 335 3225 0 0,'-3'-11'-227'0'0,"1"0"0"0"0,0 0 0 0 0,0-1 0 0 0,1 1 0 0 0,0-1 0 0 0,2-18 0 0 0,2 2-51 0 0,9-40 0 0 0,-11 63 251 0 0,0-1 0 0 0,1 0 0 0 0,0 0 0 0 0,0 1 0 0 0,0-1 0 0 0,0 1 0 0 0,6-8-1 0 0,-7 12 55 0 0,0-1 0 0 0,1 1 0 0 0,-1-1 0 0 0,1 1 0 0 0,-1 0 0 0 0,1-1 0 0 0,-1 1 0 0 0,1 0 0 0 0,0 0 0 0 0,-1 0 0 0 0,1 1 0 0 0,0-1 0 0 0,0 0 0 0 0,0 1 0 0 0,0-1 0 0 0,0 1 0 0 0,0-1 0 0 0,0 1 0 0 0,0 0 0 0 0,0 0 0 0 0,0 0 0 0 0,0 0-1 0 0,0 0 1 0 0,0 0 0 0 0,2 1 0 0 0,4 2 974 0 0,-24-8-753 0 0,16 4-310 0 0,-7-18-108 0 0,7 18 164 0 0,-1 0 0 0 0,0 1 0 0 0,1-1-1 0 0,-1 0 1 0 0,1 0 0 0 0,-1 0 0 0 0,1 0 0 0 0,0-1 0 0 0,-1 1 0 0 0,1 0 0 0 0,0 0 0 0 0,0 0 0 0 0,-1 0 0 0 0,1 0 0 0 0,0 0 0 0 0,0 0 0 0 0,0-1-1 0 0,0 1 1 0 0,1 0 0 0 0,-1 0 0 0 0,0 0 0 0 0,0 0 0 0 0,1 0 0 0 0,-1 0 0 0 0,1 0 0 0 0,-1 0 0 0 0,1 0 0 0 0,-1 0 0 0 0,1 0 0 0 0,1-1 0 0 0,5-10 87 0 0,-7 7 6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35 6913 0 0,'-10'-6'2608'0'0,"10"6"-2552"0"0,0 0-1 0 0,-1 0 1 0 0,1-1-1 0 0,0 1 1 0 0,0 0-1 0 0,0 0 1 0 0,0 0-1 0 0,0-1 1 0 0,-1 1-1 0 0,1 0 1 0 0,0 0-1 0 0,0-1 0 0 0,0 1 1 0 0,0 0-1 0 0,0 0 1 0 0,0-1-1 0 0,0 1 1 0 0,0 0-1 0 0,0 0 1 0 0,0-1-1 0 0,0 1 1 0 0,0 0-1 0 0,0 0 1 0 0,0-1-1 0 0,0 1 1 0 0,0 0-1 0 0,0 0 1 0 0,0-1-1 0 0,0 1 1 0 0,1 0-1 0 0,-1 0 1 0 0,0-1-1 0 0,0 1 1 0 0,0 0-1 0 0,0 0 0 0 0,0 0 1 0 0,1 0-1 0 0,-1-1 1 0 0,0 1-1 0 0,0 0 1 0 0,0 0-1 0 0,1 0 1 0 0,-1 0-1 0 0,0-1 1 0 0,0 1-1 0 0,1 0 1 0 0,-1 0-1 0 0,0 0 1 0 0,0 0-1 0 0,1 0 1 0 0,9-4 132 0 0,1 1 1 0 0,-1 0-1 0 0,1 0 1 0 0,0 1-1 0 0,0 1 1 0 0,0 0-1 0 0,0 0 1 0 0,11 1-1 0 0,100 10 1756 0 0,-90-6-1669 0 0,202 14 2010 0 0,-114-11-1916 0 0,164 30-1 0 0,-271-34-1404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17 10138 0 0,'-1'-1'380'0'0,"-21"-10"1929"0"0,22 11-2193 0 0,0-1-1 0 0,0 1 0 0 0,0 0 1 0 0,0 0-1 0 0,-1-1 0 0 0,1 1 1 0 0,0 0-1 0 0,0-1 1 0 0,0 1-1 0 0,0 0 0 0 0,0-1 1 0 0,0 1-1 0 0,0 0 0 0 0,0-1 1 0 0,3 2 263 0 0,-1 0 0 0 0,1-1 0 0 0,-1 1 0 0 0,0 1-1 0 0,0-1 1 0 0,1 0 0 0 0,-1 0 0 0 0,0 1 0 0 0,0-1 0 0 0,0 1 0 0 0,2 2 0 0 0,-2-2-119 0 0,43 33 336 0 0,-2 3-1 0 0,-1 2 0 0 0,-2 1 0 0 0,63 85 0 0 0,-92-110-693 0 0,4 5-1460 0 0,1 0 0 0 0,1-1-1 0 0,21 19 1 0 0,-13-18-5322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93 2761 0 0,'2'-6'-738'0'0,"1"-5"1832"0"0,0-1 0 0 0,2-22-1 0 0,-5 33-733 0 0,0-1-1 0 0,0 0 0 0 0,0 1 0 0 0,0-1 0 0 0,0 0 0 0 0,0 1 0 0 0,-1-1 0 0 0,1 0 1 0 0,-1 1-1 0 0,1-1 0 0 0,-1 1 0 0 0,-1-3 0 0 0,2 3-160 0 0,-1 1 1 0 0,1-1-1 0 0,-1 1 1 0 0,1-1-1 0 0,-1 1 1 0 0,0-1-1 0 0,1 1 1 0 0,-1 0-1 0 0,0-1 0 0 0,1 1 1 0 0,-1 0-1 0 0,0-1 1 0 0,0 1-1 0 0,1 0 1 0 0,-1 0-1 0 0,0 0 0 0 0,0 0 1 0 0,1 0-1 0 0,-1 0 1 0 0,0 0-1 0 0,0 0 1 0 0,1 0-1 0 0,-1 0 1 0 0,0 0-1 0 0,0 0 0 0 0,1 1 1 0 0,-1-1-1 0 0,-1 1 1 0 0,-7 3 267 0 0,0 2 1 0 0,1-1 0 0 0,-1 1-1 0 0,1 0 1 0 0,0 1-1 0 0,0 0 1 0 0,1 0 0 0 0,0 1-1 0 0,-7 9 1 0 0,2-3-9 0 0,-53 64-20 0 0,3 3-1 0 0,4 3 1 0 0,-67 127-1 0 0,106-173-1001 0 0,4-4-163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0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11 127 9218 0 0,'7'-54'1347'0'0,"1"-18"5140"0"0,-17 134-2375 0 0,0-14-3979 0 0,5-11-98 0 0,2 1 0 0 0,1 0 0 0 0,2-1 0 0 0,1 1 0 0 0,2-1 0 0 0,13 55 0 0 0,-12-75-30 0 0,1 1 0 0 0,0-1 1 0 0,2 0-1 0 0,0-1 0 0 0,0 1 0 0 0,18 23 0 0 0,-18-30 8 0 0,0-1 0 0 0,0 1 1 0 0,1-1-1 0 0,1-1 0 0 0,-1 0 0 0 0,1 0 0 0 0,1-1 1 0 0,-1 0-1 0 0,1-1 0 0 0,18 8 0 0 0,-24-12 1 0 0,0 0 1 0 0,1 0-1 0 0,-1-1 0 0 0,0 1 0 0 0,0-1 0 0 0,1 0 1 0 0,-1 0-1 0 0,1-1 0 0 0,-1 0 0 0 0,8 0 0 0 0,-62-20-648 0 0,41 17 572 0 0,0 0 0 0 0,1 0 1 0 0,0-1-1 0 0,-1-1 0 0 0,1 1 1 0 0,1-1-1 0 0,-1 0 0 0 0,1-1 1 0 0,0 1-1 0 0,0-1 0 0 0,0-1 1 0 0,1 1-1 0 0,-9-14 1 0 0,11 14 84 0 0,0-1 0 0 0,1 0 1 0 0,-1 0-1 0 0,1 1 1 0 0,1-1-1 0 0,-1-1 1 0 0,1 1-1 0 0,1 0 1 0 0,-1 0-1 0 0,1 0 1 0 0,0 0-1 0 0,1-1 1 0 0,0 1-1 0 0,0 0 1 0 0,0 0-1 0 0,4-10 0 0 0,-3 10-26 0 0,1 0-1 0 0,0 1 0 0 0,0 0 0 0 0,1-1 0 0 0,-1 1 1 0 0,1 1-1 0 0,1-1 0 0 0,-1 0 0 0 0,1 1 0 0 0,0 0 1 0 0,0 0-1 0 0,0 1 0 0 0,11-8 0 0 0,-7 7 50 0 0,1-1-1 0 0,0 1 1 0 0,0 0-1 0 0,0 1 1 0 0,1 0-1 0 0,-1 1 1 0 0,1 0 0 0 0,18-2-1 0 0,-19 3 14 0 0,-1 2 0 0 0,0-1 0 0 0,0 1 0 0 0,1 1-1 0 0,-1 0 1 0 0,0 0 0 0 0,0 1 0 0 0,0 0 0 0 0,0 0 0 0 0,12 6 0 0 0,-15-6-20 0 0,-1 1-1 0 0,0 0 1 0 0,0 0 0 0 0,0 1 0 0 0,0-1 0 0 0,0 1 0 0 0,-1 0-1 0 0,0 0 1 0 0,0 1 0 0 0,0-1 0 0 0,0 1 0 0 0,-1 0-1 0 0,1 0 1 0 0,-1 0 0 0 0,-1 0 0 0 0,5 11 0 0 0,-2 3 88 0 0,0-1 0 0 0,-2 1 0 0 0,0 0 0 0 0,0 38 0 0 0,-3-34-251 0 0,2-1 1 0 0,0 0 0 0 0,7 26-1 0 0,-9-47 29 0 0,0 0 0 0 0,1 0 0 0 0,-1-1 0 0 0,0 1 0 0 0,0 0 1 0 0,1 0-1 0 0,-1 0 0 0 0,0-1 0 0 0,1 1 0 0 0,-1 0 0 0 0,1-1 0 0 0,-1 1 0 0 0,1 0 0 0 0,0-1 0 0 0,-1 1 0 0 0,1 0 0 0 0,0-1 0 0 0,-1 1 0 0 0,1-1 0 0 0,1 1 0 0 0,3-1-1245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0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44 10426 0 0,'-2'-28'288'0'0,"-7"13"5550"0"0,9 15-5762 0 0,-2 6 332 0 0,0 0 0 0 0,0-1 1 0 0,1 1-1 0 0,0 0 1 0 0,0 0-1 0 0,0 0 1 0 0,1 0-1 0 0,0 0 1 0 0,0 0-1 0 0,2 11 0 0 0,-1-1 102 0 0,3 59-197 0 0,3-1 0 0 0,4 1 0 0 0,2-2-1 0 0,33 100 1 0 0,-45-171-347 0 0,7 25 136 0 0,21 42-1 0 0,-26-63-350 0 0,0 0 0 0 0,0-1 0 0 0,0 1 0 0 0,1-1 0 0 0,0 0 0 0 0,0 0 0 0 0,0 0 0 0 0,1 0 0 0 0,0-1 0 0 0,0 1-1 0 0,0-1 1 0 0,0-1 0 0 0,10 6 0 0 0,-7-6-2298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124 766 456 0 0,'-3'-70'1262'0'0,"-3"-1"-1"0"0,-26-117 1 0 0,31 183-1068 0 0,-4-21 422 0 0,-17-45-1 0 0,-1 26 1605 0 0,20 41-1577 0 0,1 1 1 0 0,-1 0-1 0 0,0 0 0 0 0,0 0 0 0 0,0 0 0 0 0,-12-7 5661 0 0,33 23-4821 0 0,134 109 1284 0 0,-13-8-2033 0 0,-116-98-647 0 0,1 0-1 0 0,1-2 1 0 0,0-1 0 0 0,33 13-1 0 0,-56-25-66 0 0,0 0 0 0 0,-1 0 1 0 0,1-1-1 0 0,0 1 0 0 0,0-1 0 0 0,-1 1 0 0 0,1-1 0 0 0,0 0 0 0 0,0 0 0 0 0,0 0 0 0 0,-1 0 0 0 0,1 0 0 0 0,0 0 0 0 0,0 0 0 0 0,0 0 0 0 0,2-2 0 0 0,-3 2 2 0 0,0-1 0 0 0,-1 1 0 0 0,1-1 0 0 0,-1 1-1 0 0,1-1 1 0 0,-1 0 0 0 0,1 1 0 0 0,-1-1 0 0 0,1 0-1 0 0,-1 0 1 0 0,0 1 0 0 0,1-1 0 0 0,-1 0-1 0 0,0 0 1 0 0,0 1 0 0 0,0-1 0 0 0,1 0 0 0 0,-1 0-1 0 0,0 0 1 0 0,0 0 0 0 0,0 1 0 0 0,0-1-1 0 0,-1 0 1 0 0,1 0 0 0 0,0-1 0 0 0,-3-8 238 0 0,0 0 1 0 0,0 0 0 0 0,-1 1-1 0 0,-7-15 1 0 0,5 12 12 0 0,-21-50-34 0 0,-27-89 0 0 0,46 122-650 0 0,1 0 0 0 0,2 0 0 0 0,0 0 0 0 0,2-1 0 0 0,1-47 0 0 0,7 41-1785 0 0,3 6-5727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12443 0 0,'0'0'99'0'0,"0"-1"0"0"0,0 1 0 0 0,1-1 0 0 0,-1 1 0 0 0,0 0 0 0 0,0-1 0 0 0,0 1 0 0 0,0-1 0 0 0,1 1 0 0 0,-1 0 0 0 0,0-1 0 0 0,0 1 0 0 0,1 0 0 0 0,-1-1 0 0 0,0 1 0 0 0,1 0 0 0 0,-1 0 0 0 0,0-1 0 0 0,1 1 0 0 0,-1 0 0 0 0,0 0 0 0 0,1 0 0 0 0,-1-1 0 0 0,0 1 0 0 0,1 0 0 0 0,-1 0 0 0 0,1 0 0 0 0,-1 0 0 0 0,0 0 0 0 0,1 0 0 0 0,-1 0 0 0 0,1 0 0 0 0,-1 0 0 0 0,1 0 0 0 0,-1 0 0 0 0,0 0 0 0 0,1 0 0 0 0,-1 0 0 0 0,1 0 0 0 0,-1 0 0 0 0,1 1 0 0 0,16 4 1224 0 0,-11-1-1012 0 0,1 1 0 0 0,-1 0 1 0 0,0 0-1 0 0,-1 1 0 0 0,1 0 1 0 0,-1 0-1 0 0,0 0 0 0 0,7 13 1 0 0,31 62 490 0 0,-38-70-661 0 0,33 77 461 0 0,38 139 0 0 0,28 65-5504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0 165 10594 0 0,'1'-7'64'0'0,"0"1"1"0"0,0-1-1 0 0,1 0 0 0 0,0 1 0 0 0,0-1 0 0 0,0 1 0 0 0,1 0 0 0 0,0 0 0 0 0,0 0 0 0 0,0 0 1 0 0,1 0-1 0 0,0 1 0 0 0,0-1 0 0 0,1 1 0 0 0,-1 0 0 0 0,1 0 0 0 0,0 1 0 0 0,0 0 1 0 0,1 0-1 0 0,10-7 0 0 0,-7 6 112 0 0,0 0 0 0 0,0 0 0 0 0,1 0 0 0 0,-1 1 0 0 0,1 1 0 0 0,0 0 0 0 0,0 0 0 0 0,0 1 0 0 0,1 0 0 0 0,-1 1 1 0 0,0 0-1 0 0,1 0 0 0 0,11 2 0 0 0,-8 1 73 0 0,0 1 0 0 0,1 0 0 0 0,-1 1 1 0 0,-1 1-1 0 0,1 0 0 0 0,-1 1 0 0 0,0 0 1 0 0,0 1-1 0 0,0 0 0 0 0,-1 1 0 0 0,-1 1 0 0 0,1 0 1 0 0,-1 0-1 0 0,-1 1 0 0 0,1 1 0 0 0,12 18 1 0 0,-13-15-71 0 0,0 0 0 0 0,-1 1 0 0 0,-1 0 0 0 0,-1 1 0 0 0,0 0 0 0 0,-1 0 0 0 0,-1 0 0 0 0,0 1 0 0 0,-1 0 0 0 0,-1 0 0 0 0,-1 0 0 0 0,0 0 0 0 0,-1 29 0 0 0,-5-8-50 0 0,-2-1 0 0 0,-1-1 0 0 0,-2 1 0 0 0,-2-1 0 0 0,-1-1 0 0 0,-1 0 0 0 0,-23 40 0 0 0,11-20-345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3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121 495 1376 0 0,'-5'0'815'0'0,"1"0"1"0"0,-1 1-1 0 0,1-1 0 0 0,-1 1 0 0 0,1 1 0 0 0,-7 1 1 0 0,-40 25 652 0 0,19-9 1002 0 0,64-30 4511 0 0,43-9-5769 0 0,-19 6-462 0 0,14-1-445 0 0,1 3 0 0 0,129-6 0 0 0,-127 15-170 0 0,0-4 0 0 0,114-25 1 0 0,112-56 637 0 0,199-45 455 0 0,-93 81 17 0 0,-388 51-1199 0 0,1-1 1 0 0,-1-1 0 0 0,26-9-1 0 0,-75-12-838 0 0,13 10 653 0 0,10 7-204 0 0,0 0 1 0 0,-1 1-1 0 0,1 0 0 0 0,-1 1 1 0 0,-12-5-1 0 0,19 8 204 0 0,0 2 1 0 0,0-1-1 0 0,-1 0 0 0 0,1 1 0 0 0,0 0 1 0 0,0-1-1 0 0,-1 1 0 0 0,1 0 0 0 0,0 1 1 0 0,0-1-1 0 0,-1 1 0 0 0,1-1 0 0 0,0 1 0 0 0,0 0 1 0 0,0 0-1 0 0,0 0 0 0 0,0 1 0 0 0,0-1 1 0 0,0 1-1 0 0,0 0 0 0 0,-4 3 0 0 0,-9 7 5 0 0,-44 35 478 0 0,55-43-239 0 0,1 0 1 0 0,0 1-1 0 0,0-1 1 0 0,1 1-1 0 0,-1 0 1 0 0,1 0-1 0 0,0 0 1 0 0,0 0-1 0 0,1 0 0 0 0,-3 7 1 0 0,4-9-72 0 0,1 1 0 0 0,0-1 0 0 0,0 0 1 0 0,1 1-1 0 0,-1-1 0 0 0,1 0 0 0 0,-1 1 0 0 0,1-1 1 0 0,0 0-1 0 0,0 0 0 0 0,0 1 0 0 0,1-1 0 0 0,-1 0 0 0 0,1 0 1 0 0,0 0-1 0 0,0-1 0 0 0,0 1 0 0 0,0 0 0 0 0,0-1 0 0 0,1 1 1 0 0,-1-1-1 0 0,1 0 0 0 0,3 3 0 0 0,3 3 60 0 0,1-1 0 0 0,1 0 0 0 0,-1 0 0 0 0,1-1 0 0 0,12 5 0 0 0,-18-9-60 0 0,1 0-1 0 0,-1 0 0 0 0,1 0 0 0 0,-1-1 1 0 0,0 0-1 0 0,1-1 0 0 0,0 1 0 0 0,-1-1 1 0 0,1 0-1 0 0,-1 0 0 0 0,1-1 0 0 0,0 1 1 0 0,-1-1-1 0 0,1-1 0 0 0,-1 1 0 0 0,0-1 1 0 0,1 0-1 0 0,-1 0 0 0 0,0 0 0 0 0,0-1 1 0 0,6-4-1 0 0,-4 2-11 0 0,-1 0 0 0 0,1-1 1 0 0,-1 0-1 0 0,0 0 0 0 0,-1 0 0 0 0,1-1 1 0 0,-1 0-1 0 0,0 0 0 0 0,-1 0 0 0 0,0-1 0 0 0,0 1 1 0 0,-1-1-1 0 0,4-13 0 0 0,-5 15-1 0 0,-1 0-1 0 0,0-1 1 0 0,-1 1 0 0 0,1 0-1 0 0,-1-1 1 0 0,0 1 0 0 0,-1-1-1 0 0,0 1 1 0 0,0 0 0 0 0,0-1-1 0 0,-1 1 1 0 0,0 0 0 0 0,0 0-1 0 0,0 0 1 0 0,-1 0 0 0 0,0 0-1 0 0,0 1 1 0 0,-6-9 0 0 0,6 10 25 0 0,0-1 0 0 0,-1 1 0 0 0,1 1 0 0 0,-1-1 0 0 0,1 0 0 0 0,-1 1 0 0 0,0 0 0 0 0,-1 0 0 0 0,1 0 0 0 0,0 0 0 0 0,-1 1 0 0 0,0-1 0 0 0,1 1 0 0 0,-1 1 0 0 0,0-1 0 0 0,0 1 1 0 0,0-1-1 0 0,0 1 0 0 0,0 1 0 0 0,0-1 0 0 0,0 1 0 0 0,-1 0 0 0 0,-6 0 0 0 0,9 1-52 0 0,0 1 1 0 0,0-1-1 0 0,0 1 0 0 0,0-1 1 0 0,1 1-1 0 0,-1 0 1 0 0,0 0-1 0 0,1 0 0 0 0,-1 0 1 0 0,1 1-1 0 0,0-1 1 0 0,0 1-1 0 0,0-1 0 0 0,0 1 1 0 0,0 0-1 0 0,0 0 1 0 0,1 0-1 0 0,-1 0 0 0 0,1 0 1 0 0,0 0-1 0 0,-1 3 0 0 0,-3 8-106 0 0,1-1-1 0 0,1 1 0 0 0,-3 22 0 0 0,5-30 83 0 0,0 0 0 0 0,1 0 0 0 0,0-1 0 0 0,1 1 0 0 0,-1 0 1 0 0,1 0-1 0 0,0-1 0 0 0,1 1 0 0 0,-1-1 0 0 0,1 1 0 0 0,0-1 0 0 0,0 1 0 0 0,1-1 0 0 0,0 0 0 0 0,0 0 0 0 0,0 0 1 0 0,0-1-1 0 0,1 1 0 0 0,0-1 0 0 0,8 8 0 0 0,-9-9 9 0 0,1-1 1 0 0,0 1-1 0 0,0-1 0 0 0,0 0 1 0 0,0 0-1 0 0,1 0 1 0 0,-1 0-1 0 0,0-1 0 0 0,1 0 1 0 0,-1 0-1 0 0,1 0 1 0 0,0 0-1 0 0,-1-1 1 0 0,1 0-1 0 0,-1 0 0 0 0,1 0 1 0 0,0 0-1 0 0,-1-1 1 0 0,1 0-1 0 0,-1 0 0 0 0,1 0 1 0 0,-1 0-1 0 0,0-1 1 0 0,1 0-1 0 0,-1 0 0 0 0,6-3 1 0 0,-6 3 38 0 0,-1-1-1 0 0,1 1 1 0 0,-1-1 0 0 0,1 1 0 0 0,-1-1-1 0 0,0 0 1 0 0,0-1 0 0 0,0 1 0 0 0,-1 0-1 0 0,1-1 1 0 0,-1 1 0 0 0,1-1 0 0 0,-1 0-1 0 0,-1 0 1 0 0,1 0 0 0 0,0 0 0 0 0,-1 0-1 0 0,0 0 1 0 0,0-1 0 0 0,0 1 0 0 0,-1 0-1 0 0,1 0 1 0 0,-1-1 0 0 0,0 1 0 0 0,0 0-1 0 0,0-1 1 0 0,-2-6 0 0 0,0 0 33 0 0,-1 0 1 0 0,0 0-1 0 0,-1 1 1 0 0,0 0-1 0 0,-1-1 1 0 0,0 1-1 0 0,0 1 1 0 0,-1-1-1 0 0,-12-15 1 0 0,17 24-48 0 0,1 0 0 0 0,-1 0 0 0 0,1 1 0 0 0,-1-1 0 0 0,0 0 0 0 0,1 0 0 0 0,-1 0 0 0 0,0 1 0 0 0,1-1 0 0 0,-1 0-1 0 0,0 1 1 0 0,0-1 0 0 0,0 0 0 0 0,0 1 0 0 0,0-1 0 0 0,0 1 0 0 0,1-1 0 0 0,-1 1 0 0 0,0 0 0 0 0,0-1 0 0 0,0 1 0 0 0,-1 0 0 0 0,1 0 0 0 0,0 0 0 0 0,0 0 0 0 0,0 0 0 0 0,0 0 0 0 0,0 0 0 0 0,-1 0 0 0 0,1 1-3 0 0,0 0 1 0 0,0 0 0 0 0,-1 1 0 0 0,1-1 0 0 0,0 0-1 0 0,1 1 1 0 0,-1-1 0 0 0,0 0 0 0 0,0 1 0 0 0,1-1-1 0 0,-1 1 1 0 0,0-1 0 0 0,1 1 0 0 0,-1-1-1 0 0,1 1 1 0 0,0 2 0 0 0,-2 8-46 0 0,0 1-1 0 0,1-1 1 0 0,2 21 0 0 0,0-19-34 0 0,0 0 0 0 0,2 0 0 0 0,0 0 0 0 0,6 17 0 0 0,-8-27 62 0 0,0-1 0 0 0,1 1 0 0 0,-1-1-1 0 0,1 1 1 0 0,0-1 0 0 0,0 0 0 0 0,0 0 0 0 0,0 0 0 0 0,0 0 0 0 0,1 0 0 0 0,-1-1 0 0 0,1 1 0 0 0,0-1 0 0 0,0 1-1 0 0,0-1 1 0 0,0 0 0 0 0,0 0 0 0 0,0 0 0 0 0,1-1 0 0 0,-1 1 0 0 0,7 1 0 0 0,-9-3 28 0 0,0 1 0 0 0,0-1-1 0 0,0 0 1 0 0,0 0 0 0 0,0 1 0 0 0,1-1 0 0 0,-1 0 0 0 0,0 0 0 0 0,0 0 0 0 0,0-1-1 0 0,0 1 1 0 0,1 0 0 0 0,-1 0 0 0 0,0-1 0 0 0,0 1 0 0 0,0 0 0 0 0,0-1 0 0 0,0 0-1 0 0,0 1 1 0 0,0-1 0 0 0,0 1 0 0 0,0-1 0 0 0,0 0 0 0 0,0 0 0 0 0,0 1-1 0 0,-1-1 1 0 0,1 0 0 0 0,0 0 0 0 0,0 0 0 0 0,-1 0 0 0 0,1 0 0 0 0,-1 0 0 0 0,1 0-1 0 0,-1 0 1 0 0,1 0 0 0 0,-1 0 0 0 0,0 0 0 0 0,1-1 0 0 0,-1 1 0 0 0,0 0 0 0 0,0 0-1 0 0,0 0 1 0 0,0 0 0 0 0,0-1 0 0 0,0-1 0 0 0,0-1 40 0 0,-1 0 0 0 0,1-1-1 0 0,-1 1 1 0 0,0 0 0 0 0,0 0 0 0 0,0-1 0 0 0,0 1 0 0 0,-1 0 0 0 0,1 0-1 0 0,-1 0 1 0 0,-4-4 0 0 0,2 3 5 0 0,-1 0 0 0 0,1 0 1 0 0,-1 0-1 0 0,-1 1 0 0 0,1 0 0 0 0,-1 0 0 0 0,-11-6 1 0 0,13 8-210 0 0,1 0 1 0 0,-1 1 0 0 0,0-1-1 0 0,0 1 1 0 0,0 0 0 0 0,1 0-1 0 0,-1 0 1 0 0,0 1 0 0 0,0-1-1 0 0,0 1 1 0 0,-1 0 0 0 0,1 0-1 0 0,0 0 1 0 0,-6 2 0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1756 17 4145 0 0,'1'-1'333'0'0,"1"0"0"0"0,-1 0 0 0 0,0 0 0 0 0,0 1 0 0 0,18-2 7825 0 0,-32 11-5330 0 0,-28 5 1527 0 0,-27-6-2839 0 0,17-3-1230 0 0,-247 24 158 0 0,22-3-84 0 0,14 23-494 0 0,-86 10-113 0 0,323-58-11 0 0,0-1 1 0 0,0-1 0 0 0,0-1-1 0 0,1-1 1 0 0,-1-1-1 0 0,-29-10 1 0 0,58 28-2016 0 0,-9-29-375 0 0,1 3 2673 0 0,2 3 155 0 0,-1 1 0 0 0,0 0 0 0 0,0 0 0 0 0,-1 0 1 0 0,-9-14-1 0 0,11 19-131 0 0,0 1 1 0 0,0 0 0 0 0,-1 0 0 0 0,1 0 0 0 0,-1 0-1 0 0,1 0 1 0 0,-1 0 0 0 0,0 0 0 0 0,0 1-1 0 0,0 0 1 0 0,0-1 0 0 0,0 1 0 0 0,0 0 0 0 0,0 1-1 0 0,0-1 1 0 0,0 0 0 0 0,0 1 0 0 0,-1 0-1 0 0,1 0 1 0 0,-4 0 0 0 0,1 0 13 0 0,0 1-1 0 0,0 0 1 0 0,0 1 0 0 0,0 0-1 0 0,0 0 1 0 0,0 0 0 0 0,0 0-1 0 0,0 1 1 0 0,1 0 0 0 0,0 0-1 0 0,-1 1 1 0 0,1-1 0 0 0,0 1 0 0 0,1 0-1 0 0,-1 0 1 0 0,1 1 0 0 0,-7 8-1 0 0,9-11-32 0 0,0 1-1 0 0,0 0 1 0 0,0-1-1 0 0,0 1 1 0 0,1 0-1 0 0,-1 0 1 0 0,1 0-1 0 0,-1 0 1 0 0,1 0-1 0 0,0 0 1 0 0,1 1-1 0 0,-1-1 1 0 0,0 0-1 0 0,1 0 1 0 0,0 1-1 0 0,0-1 1 0 0,0 0-1 0 0,0 1 1 0 0,0-1-1 0 0,1 0 1 0 0,-1 0-1 0 0,1 1 1 0 0,0-1-1 0 0,0 0 1 0 0,0 0-1 0 0,0 0 1 0 0,1 0-1 0 0,-1 0 1 0 0,1 0-1 0 0,0 0 0 0 0,0-1 1 0 0,0 1-1 0 0,0 0 1 0 0,4 3-1 0 0,0-2-2 0 0,0 0 0 0 0,0 0 0 0 0,1 0 0 0 0,-1-1 0 0 0,1 0 0 0 0,0 0 0 0 0,0-1-1 0 0,0 0 1 0 0,0 0 0 0 0,0-1 0 0 0,1 0 0 0 0,-1 0 0 0 0,0 0 0 0 0,1-1-1 0 0,-1 0 1 0 0,0-1 0 0 0,1 1 0 0 0,-1-2 0 0 0,0 1 0 0 0,13-5 0 0 0,-14 5 0 0 0,1-1 0 0 0,-1 0 0 0 0,0 0 0 0 0,0-1 0 0 0,0 0 1 0 0,0 0-1 0 0,-1 0 0 0 0,1-1 0 0 0,-1 1 0 0 0,0-1 1 0 0,0-1-1 0 0,0 1 0 0 0,0-1 0 0 0,-1 0 0 0 0,0 0 0 0 0,0 0 1 0 0,0-1-1 0 0,-1 1 0 0 0,1-1 0 0 0,-1 0 0 0 0,-1 0 0 0 0,1 0 1 0 0,2-10-1 0 0,-5 10 8 0 0,0 0 0 0 0,0-1 0 0 0,-1 1 0 0 0,0 0 0 0 0,0 0 0 0 0,0-1 0 0 0,-1 1 0 0 0,0 0-1 0 0,0 0 1 0 0,0 0 0 0 0,-1 1 0 0 0,0-1 0 0 0,0 0 0 0 0,0 1 0 0 0,-1 0 0 0 0,0 0 0 0 0,-8-9 0 0 0,8 10-17 0 0,0-1-1 0 0,0 1 1 0 0,-1 0 0 0 0,1 0-1 0 0,-1 0 1 0 0,0 1 0 0 0,0 0-1 0 0,-1 0 1 0 0,1 0-1 0 0,-1 0 1 0 0,1 1 0 0 0,-1 0-1 0 0,0 0 1 0 0,0 1-1 0 0,0-1 1 0 0,0 1 0 0 0,0 0-1 0 0,-10 1 1 0 0,12 1-21 0 0,0 0 0 0 0,-1 1 0 0 0,1-1 0 0 0,0 1 0 0 0,0 0 1 0 0,0 0-1 0 0,0 1 0 0 0,0-1 0 0 0,1 1 0 0 0,-1 0 0 0 0,1 0 0 0 0,-1 0 0 0 0,1 0 0 0 0,0 0 1 0 0,0 1-1 0 0,1 0 0 0 0,-1-1 0 0 0,1 1 0 0 0,0 0 0 0 0,-3 6 0 0 0,0 1-96 0 0,0 1-1 0 0,0-1 1 0 0,1 1 0 0 0,1 1-1 0 0,0-1 1 0 0,-1 14 0 0 0,3-24 64 0 0,1 1 1 0 0,0-1-1 0 0,0 1 1 0 0,0-1 0 0 0,0 1-1 0 0,0-1 1 0 0,0 1-1 0 0,1-1 1 0 0,0 0-1 0 0,-1 1 1 0 0,1-1 0 0 0,0 0-1 0 0,0 1 1 0 0,0-1-1 0 0,0 0 1 0 0,0 0-1 0 0,1 0 1 0 0,-1 0 0 0 0,1 0-1 0 0,-1 0 1 0 0,1 0-1 0 0,0 0 1 0 0,-1-1-1 0 0,1 1 1 0 0,0-1 0 0 0,3 2-1 0 0,-1-1 3 0 0,0 0 0 0 0,0-1 0 0 0,0 1 0 0 0,0-1 0 0 0,0 0 1 0 0,1 0-1 0 0,-1-1 0 0 0,0 1 0 0 0,1-1 0 0 0,-1 0 0 0 0,0 0 0 0 0,1-1 0 0 0,-1 1 0 0 0,5-2 0 0 0,-5 1 50 0 0,1 0 1 0 0,-1 0-1 0 0,1-1 0 0 0,-1 1 0 0 0,0-1 1 0 0,0 0-1 0 0,1 0 0 0 0,-1-1 0 0 0,-1 1 1 0 0,1-1-1 0 0,0 0 0 0 0,-1 0 0 0 0,5-5 1 0 0,-6 6 32 0 0,-1 0-1 0 0,1 0 1 0 0,-1-1 0 0 0,0 1 0 0 0,1 0 0 0 0,-1-1 0 0 0,0 1 0 0 0,-1-1 0 0 0,1 0 0 0 0,0 1 0 0 0,-1-1 0 0 0,1 1 0 0 0,-1-1 0 0 0,0 0 0 0 0,0 1-1 0 0,0-1 1 0 0,0 0 0 0 0,0 1 0 0 0,-1-1 0 0 0,1 0 0 0 0,-1 1 0 0 0,0-1 0 0 0,0 1 0 0 0,-1-5 0 0 0,-2 1 20 0 0,1-1 0 0 0,-1 1 0 0 0,0 0 0 0 0,-1 0 0 0 0,1 0 0 0 0,-1 1 0 0 0,0-1 0 0 0,-11-7 0 0 0,15 11-59 0 0,0 1-1 0 0,-1 0 1 0 0,1 0 0 0 0,0 0-1 0 0,-1 0 1 0 0,1 0 0 0 0,-1 1-1 0 0,1-1 1 0 0,-1 0 0 0 0,1 1-1 0 0,-1-1 1 0 0,0 1 0 0 0,1-1-1 0 0,-1 1 1 0 0,0 0 0 0 0,1 0-1 0 0,-1-1 1 0 0,0 1 0 0 0,1 0-1 0 0,-1 1 1 0 0,0-1 0 0 0,1 0-1 0 0,-1 0 1 0 0,0 1 0 0 0,1-1-1 0 0,-1 1 1 0 0,1 0-1 0 0,-1-1 1 0 0,1 1 0 0 0,-1 0-1 0 0,1 0 1 0 0,-1 0 0 0 0,1 0-1 0 0,0 0 1 0 0,-1 0 0 0 0,1 0-1 0 0,0 0 1 0 0,0 1 0 0 0,0-1-1 0 0,0 0 1 0 0,0 1 0 0 0,0-1-1 0 0,0 2 1 0 0,-4 6 3 0 0,1 0 1 0 0,0 0-1 0 0,0 1 1 0 0,1-1-1 0 0,-2 15 1 0 0,4-19-19 0 0,0-1 0 0 0,0 1 0 0 0,1-1 0 0 0,0 1 0 0 0,0 0 0 0 0,0-1 0 0 0,0 1 1 0 0,1-1-1 0 0,0 1 0 0 0,0-1 0 0 0,0 1 0 0 0,0-1 0 0 0,1 0 0 0 0,2 6 0 0 0,2-3-109 0 0,3-2-153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5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59 359 6449 0 0,'-2'0'235'0'0,"-1"1"0"0"0,0-1 0 0 0,0 1 0 0 0,1 0 0 0 0,-1-1 0 0 0,0 1-1 0 0,1 0 1 0 0,-1 1 0 0 0,1-1 0 0 0,-4 3 0 0 0,4-3 127 0 0,0 0 0 0 0,0 0 0 0 0,0 0 1 0 0,0 0-1 0 0,0 0 0 0 0,-1 0 0 0 0,1 0 0 0 0,0-1 1 0 0,-5 1-1 0 0,31 21 3272 0 0,0 1-2662 0 0,38 47 0 0 0,-47-51-845 0 0,0 0 0 0 0,2-1 0 0 0,0-1 1 0 0,1-1-1 0 0,29 20 0 0 0,-20-18-118 0 0,45 19 0 0 0,-64-33 29 0 0,1 0 0 0 0,-1-1 0 0 0,1 0 0 0 0,0-1 0 0 0,0 0 0 0 0,0 0 0 0 0,0-1 0 0 0,0 0 0 0 0,1-1 0 0 0,10 0 0 0 0,-17-1 39 0 0,0 1-1 0 0,0-1 1 0 0,0 0 0 0 0,-1 0-1 0 0,1 0 1 0 0,0 0-1 0 0,-1-1 1 0 0,1 1 0 0 0,-1-1-1 0 0,1 0 1 0 0,-1 1-1 0 0,0-1 1 0 0,0 0 0 0 0,0 0-1 0 0,0 0 1 0 0,0-1 0 0 0,0 1-1 0 0,-1 0 1 0 0,1-1-1 0 0,-1 1 1 0 0,1-1 0 0 0,-1 0-1 0 0,0 1 1 0 0,0-1-1 0 0,0 0 1 0 0,0 0 0 0 0,-1 1-1 0 0,1-1 1 0 0,-1 0-1 0 0,0-5 1 0 0,1-9 178 0 0,-1 0 0 0 0,0 1 0 0 0,-2-1 0 0 0,-3-17 0 0 0,3 24-180 0 0,-15-91 718 0 0,-12-88 29 0 0,26 158-788 0 0,2 1 0 0 0,1-1 0 0 0,1 0 0 0 0,7-36-1 0 0,-1 41 390 0 0,0 14-1707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9218 0 0,'-13'-1'1660'0'0,"22"6"1019"0"0,7 5-1053 0 0,81 68 4016 0 0,41 48-3557 0 0,-44-39-2054 0 0,-71-66-351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66 6913 0 0,'-8'-31'732'0'0,"-5"-3"11245"0"0,13 34-11874 0 0,-8 12 1630 0 0,-5 16-1373 0 0,12-27-88 0 0,-23 53-64 0 0,-73 163 1780 0 0,38-72-8973 0 0,39-91-450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52 456 0 0,'1'-3'0'0'0,"1"1"0"0"0,-2 1 0 0 0,1-2 0 0 0,1 1 256 0 0,-2 1 0 0 0,1-2 8 0 0,2-2 0 0 0,2-2-264 0 0,1-1 0 0 0,2 0 0 0 0,2 4 0 0 0,1 1 64 0 0,-2 1-64 0 0,-3 2 72 0 0,0 2-72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7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65 184 9674 0 0,'-17'-9'642'0'0,"13"6"28"0"0,-1 1 0 0 0,0-1 0 0 0,1 1 0 0 0,-1 0 0 0 0,0 1 0 0 0,0-1-1 0 0,-9-1 1 0 0,16 4-359 0 0,0 1 0 0 0,0 0-1 0 0,0 0 1 0 0,0-1 0 0 0,0 1-1 0 0,0 0 1 0 0,-1 1 0 0 0,3 2-1 0 0,0 0 19 0 0,116 130 683 0 0,-101-117-929 0 0,1 0 1 0 0,1-1 0 0 0,0-1 0 0 0,43 23 0 0 0,-58-36-15 0 0,0 0 1 0 0,0 0-1 0 0,0-1 0 0 0,0 0 0 0 0,1 0 1 0 0,0 0-1 0 0,-1-1 0 0 0,1 0 0 0 0,0-1 1 0 0,-1 1-1 0 0,1-1 0 0 0,0 0 0 0 0,12-3 1 0 0,-15 2-11 0 0,-1 0 1 0 0,1 0-1 0 0,-1 0 1 0 0,0-1-1 0 0,0 0 1 0 0,0 1-1 0 0,0-1 1 0 0,0 0-1 0 0,0-1 0 0 0,0 1 1 0 0,0 0-1 0 0,-1-1 1 0 0,1 0-1 0 0,-1 1 1 0 0,0-1-1 0 0,0 0 1 0 0,0 0-1 0 0,0 0 1 0 0,-1 0-1 0 0,1-1 1 0 0,-1 1-1 0 0,1 0 1 0 0,-1-1-1 0 0,0 1 1 0 0,-1-1-1 0 0,1 1 1 0 0,0-6-1 0 0,0-10 105 0 0,-1 0-1 0 0,-1-1 0 0 0,0 1 1 0 0,-2 0-1 0 0,-5-21 0 0 0,-4-50-20 0 0,11 71-246 0 0,-1 4-228 0 0,2 0 0 0 0,-1 0-1 0 0,2 0 1 0 0,0 0 0 0 0,1 0 0 0 0,4-15-1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8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112 128 4145 0 0,'-56'-64'4993'0'0,"23"25"-747"0"0,10 14 1894 0 0,31 32-5473 0 0,0-1 0 0 0,0 0 0 0 0,16 7 0 0 0,5 5-596 0 0,18 14 81 0 0,-16-9-53 0 0,2-1-1 0 0,0-2 1 0 0,48 21-1 0 0,-63-33-527 0 0,22 8 1105 0 0,-14-9-7851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9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90 5985 0 0,'-6'-47'4756'0'0,"6"44"-4208"0"0,-1-1 1 0 0,1 1 0 0 0,-1 0 0 0 0,-1-1-1 0 0,1 1 1 0 0,0 0 0 0 0,-1 0-1 0 0,1 0 1 0 0,-1 0 0 0 0,0 0-1 0 0,-4-4 1 0 0,6 7-448 0 0,-1 0-1 0 0,0 0 1 0 0,1 0-1 0 0,-1 0 1 0 0,0 0-1 0 0,1 0 1 0 0,-1 0-1 0 0,0 0 1 0 0,0 0-1 0 0,1 0 1 0 0,-1 1-1 0 0,0-1 1 0 0,1 0-1 0 0,-1 0 1 0 0,1 1-1 0 0,-1-1 1 0 0,0 0-1 0 0,1 1 1 0 0,-1-1-1 0 0,1 1 1 0 0,-1-1-1 0 0,1 1 1 0 0,-1-1-1 0 0,1 1 1 0 0,-1-1-1 0 0,1 1 1 0 0,-1-1-1 0 0,1 1 1 0 0,0-1-1 0 0,-1 1 1 0 0,1 0-1 0 0,0-1 1 0 0,0 1-1 0 0,-1 0 1 0 0,-13 25 485 0 0,-41 125-414 0 0,27-47-4773 0 0,25-89-1661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9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2761 0 0,'-5'4'2091'0'0,"5"-4"-1859"0"0,0 1 1 0 0,-1-1-1 0 0,1 1 1 0 0,0 0-1 0 0,0-1 0 0 0,-1 1 1 0 0,1-1-1 0 0,0 1 1 0 0,0 0-1 0 0,0-1 0 0 0,0 1 1 0 0,0 0-1 0 0,0-1 1 0 0,0 1-1 0 0,0 0 0 0 0,0-1 1 0 0,0 1-1 0 0,0 1 0 0 0,2 26 2039 0 0,-2-23-1541 0 0,4 41 2560 0 0,11 48 0 0 0,-10-68-2696 0 0,2 0 0 0 0,1 0-1 0 0,14 30 1 0 0,-7-27-652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0,'1'6'5964'0'0,"16"34"-4632"0"0,141 247-184 0 0,-8-15-934 0 0,-142-257-374 0 0,2 6 258 0 0,1-1 1 0 0,16 21-1 0 0,-25-37-276 0 0,1 0-1 0 0,0-1 1 0 0,0 1-1 0 0,0-1 1 0 0,0 1-1 0 0,1-1 1 0 0,-1 0 0 0 0,1-1-1 0 0,0 1 1 0 0,0-1-1 0 0,0 1 1 0 0,0-1 0 0 0,0 0-1 0 0,1-1 1 0 0,-1 1-1 0 0,9 1 1 0 0,-12-2 29 0 0,0-1 1 0 0,0 0-1 0 0,0 0 1 0 0,0 0-1 0 0,0-1 1 0 0,0 1-1 0 0,0 0 1 0 0,0 0-1 0 0,0 0 1 0 0,0-1-1 0 0,0 1 0 0 0,0 0 1 0 0,0-1-1 0 0,0 1 1 0 0,-1-1-1 0 0,1 1 1 0 0,0-1-1 0 0,0 0 1 0 0,0 1-1 0 0,-1-1 1 0 0,1 0-1 0 0,0 1 1 0 0,-1-1-1 0 0,2-1 0 0 0,-1 0-12 0 0,0-1-1 0 0,0 1 1 0 0,0 0-1 0 0,0-1 0 0 0,-1 1 1 0 0,1-1-1 0 0,-1 1 0 0 0,1-1 1 0 0,-1-3-1 0 0,0 1 125 0 0,0-1 1 0 0,0 1-1 0 0,0 0 0 0 0,-1-1 1 0 0,0 1-1 0 0,0 0 0 0 0,-1 0 1 0 0,-3-10-1 0 0,-17-20-84 0 0,8 15 110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48 399 456 0 0,'-10'-27'1130'0'0,"1"0"1"0"0,1 0-1 0 0,1-1 0 0 0,2 0 0 0 0,1 0 1 0 0,1 0-1 0 0,1-30 0 0 0,3 51-743 0 0,0 0 0 0 0,0 1 0 0 0,0-1 0 0 0,1 1 0 0 0,0 0 1 0 0,1-1-1 0 0,-1 1 0 0 0,1 0 0 0 0,0 0 0 0 0,1 1 0 0 0,-1-1 0 0 0,1 1 0 0 0,0 0 0 0 0,1 0 0 0 0,-1 0 0 0 0,1 0 1 0 0,7-5-1 0 0,-6 5-183 0 0,0 1 1 0 0,0 0 0 0 0,0 0-1 0 0,1 1 1 0 0,-1 0 0 0 0,1 0-1 0 0,0 0 1 0 0,0 1 0 0 0,0 0-1 0 0,0 1 1 0 0,0-1 0 0 0,0 1-1 0 0,1 0 1 0 0,-1 1 0 0 0,13 1-1 0 0,-16-1-153 0 0,0 1 0 0 0,0 0 0 0 0,0 1-1 0 0,0-1 1 0 0,0 1 0 0 0,0 0 0 0 0,0 0 0 0 0,-1 0-1 0 0,1 0 1 0 0,-1 0 0 0 0,1 1 0 0 0,-1 0-1 0 0,0 0 1 0 0,0 0 0 0 0,0 0 0 0 0,0 0 0 0 0,-1 0-1 0 0,1 1 1 0 0,-1 0 0 0 0,0-1 0 0 0,0 1 0 0 0,0 0-1 0 0,-1 0 1 0 0,1 0 0 0 0,-1 0 0 0 0,0 0-1 0 0,1 6 1 0 0,1 7-1 0 0,0-1 1 0 0,-2 0-1 0 0,0 1 0 0 0,0-1 0 0 0,-4 30 0 0 0,-2-15-188 0 0,0 1 1 0 0,-3-1-1 0 0,-17 48 0 0 0,-45 85-636 0 0,26-67 1492 0 0,44-97-708 0 0,0 0 0 0 0,-1 1 0 0 0,1-1 0 0 0,0 0 0 0 0,0 1 0 0 0,-1-1 0 0 0,1 1-1 0 0,0-1 1 0 0,0 0 0 0 0,0 1 0 0 0,0-1 0 0 0,0 1 0 0 0,-1-1 0 0 0,1 1 0 0 0,0-1-1 0 0,0 0 1 0 0,0 1 0 0 0,0-1 0 0 0,0 1 0 0 0,0-1 0 0 0,0 1 0 0 0,1-1-1 0 0,-1 0 1 0 0,0 1 0 0 0,0-1 0 0 0,0 1 0 0 0,0-1 0 0 0,0 1 0 0 0,1-1 0 0 0,-1 0-1 0 0,0 1 1 0 0,0-1 0 0 0,1 0 0 0 0,-1 1 0 0 0,0-1 0 0 0,1 0 0 0 0,-1 1 0 0 0,0-1-1 0 0,1 0 1 0 0,-1 0 0 0 0,0 1 0 0 0,1-1 0 0 0,-1 0 0 0 0,1 0 0 0 0,-1 0 0 0 0,1 1-1 0 0,2-1 81 0 0,0 0-1 0 0,0 0 1 0 0,0 0-1 0 0,0-1 1 0 0,0 1-1 0 0,0-1 0 0 0,0 0 1 0 0,3-1-1 0 0,56-24 1015 0 0,-62 26-1104 0 0,205-92-2938 0 0,-163 77 2086 0 0,1 1-1 0 0,0 2 1 0 0,46-7 0 0 0,-49 13 325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11979 0 0,'-1'6'3714'0'0,"-2"27"-1670"0"0,3 17-497 0 0,2 0 0 0 0,2 1-1 0 0,19 89 1 0 0,3-45-3133 0 0,9-6-3872 0 0,-13-43-1796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1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17972 0 0,'45'47'746'0'0,"-2"3"0"0"0,-3 1 1 0 0,-2 2-1 0 0,-2 2 0 0 0,-3 1 0 0 0,28 66 1 0 0,55 180-1706 0 0,-115-299 707 0 0,3 18-1941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1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10594 0 0,'6'-8'621'0'0,"1"0"0"0"0,0 1 0 0 0,1 0 0 0 0,0 0 0 0 0,10-7 0 0 0,-14 11-262 0 0,1 0 1 0 0,-1 1-1 0 0,1-1 1 0 0,-1 1-1 0 0,1 0 1 0 0,0 0-1 0 0,0 0 1 0 0,0 1-1 0 0,0 0 0 0 0,0 0 1 0 0,10-1-1 0 0,-13 2-298 0 0,0 1 0 0 0,-1-1 0 0 0,1 1 0 0 0,-1 0 0 0 0,0 0 0 0 0,1-1 0 0 0,-1 1 0 0 0,0 0 0 0 0,1 0 0 0 0,-1 0-1 0 0,0 1 1 0 0,0-1 0 0 0,0 0 0 0 0,0 0 0 0 0,0 1 0 0 0,0-1 0 0 0,0 0 0 0 0,0 1 0 0 0,0-1 0 0 0,-1 1 0 0 0,1-1 0 0 0,-1 1 0 0 0,1-1-1 0 0,-1 1 1 0 0,1-1 0 0 0,-1 1 0 0 0,0 0 0 0 0,0-1 0 0 0,0 3 0 0 0,1 53 195 0 0,-1-54-253 0 0,-25 197-505 0 0,1-8 2387 0 0,24-191-1815 0 0,0 1-1 0 0,-1 0 0 0 0,1-1 1 0 0,0 1-1 0 0,0 0 1 0 0,1 0-1 0 0,-1-1 0 0 0,0 1 1 0 0,1 0-1 0 0,-1-1 0 0 0,1 1 1 0 0,-1 0-1 0 0,1-1 0 0 0,0 1 1 0 0,-1-1-1 0 0,1 1 0 0 0,2 1 1 0 0,-2-2-36 0 0,-1-1 1 0 0,1 1-1 0 0,0 0 0 0 0,0-1 1 0 0,0 1-1 0 0,0-1 0 0 0,0 0 1 0 0,0 1-1 0 0,0-1 1 0 0,1 0-1 0 0,-1 0 0 0 0,0 0 1 0 0,0 1-1 0 0,0-1 1 0 0,0 0-1 0 0,0-1 0 0 0,0 1 1 0 0,0 0-1 0 0,0 0 0 0 0,2-1 1 0 0,6-2 75 0 0,1 0 0 0 0,-1-1 0 0 0,0-1-1 0 0,16-10 1 0 0,-9 5-2 0 0,22-11-13 0 0,-17 7-94 0 0,1 2 1 0 0,1 0-1 0 0,0 2 1 0 0,0 0-1 0 0,36-8 1 0 0,-56 17-175 0 0,0 1 0 0 0,0-1 0 0 0,0 1 0 0 0,0 0 0 0 0,0 0 0 0 0,0 0 0 0 0,0 1 0 0 0,0-1 0 0 0,0 1 0 0 0,0 0 0 0 0,0-1 0 0 0,0 1 0 0 0,0 0 0 0 0,-1 1 0 0 0,1-1 0 0 0,0 0 0 0 0,-1 1 0 0 0,1 0 0 0 0,3 2 0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2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75 5529 0 0,'-1'-2'296'0'0,"-1"1"-1"0"0,1 0 1 0 0,0-1 0 0 0,0 0-1 0 0,0 1 1 0 0,0-1 0 0 0,1 0-1 0 0,-1 1 1 0 0,0-1 0 0 0,1 0-1 0 0,-1 0 1 0 0,1 0 0 0 0,-1 1-1 0 0,1-1 1 0 0,0 0 0 0 0,0 0-1 0 0,0 0 1 0 0,0 0-1 0 0,0 0 1 0 0,1 0 0 0 0,-1 1-1 0 0,0-1 1 0 0,1 0 0 0 0,-1 0-1 0 0,1 0 1 0 0,0 1 0 0 0,0-1-1 0 0,-1 0 1 0 0,1 1 0 0 0,2-3-1 0 0,-2 3-202 0 0,0-1-1 0 0,0 1 1 0 0,0 0 0 0 0,0 0-1 0 0,0-1 1 0 0,0 1-1 0 0,1 0 1 0 0,-1 0 0 0 0,0 0-1 0 0,1 0 1 0 0,-1 0-1 0 0,1 0 1 0 0,-1 1 0 0 0,1-1-1 0 0,0 0 1 0 0,-1 1-1 0 0,1 0 1 0 0,0-1 0 0 0,-1 1-1 0 0,1 0 1 0 0,0 0-1 0 0,-1-1 1 0 0,1 1 0 0 0,0 1-1 0 0,0-1 1 0 0,-1 0-1 0 0,1 0 1 0 0,0 1 0 0 0,-1-1-1 0 0,1 1 1 0 0,0-1-1 0 0,-1 1 1 0 0,3 1-1 0 0,5 4-38 0 0,-1 0-1 0 0,-1 0 0 0 0,1 1 1 0 0,-1 0-1 0 0,0 0 0 0 0,0 1 1 0 0,-1 0-1 0 0,0 0 0 0 0,-1 0 0 0 0,1 1 1 0 0,-2 0-1 0 0,1 0 0 0 0,4 15 1 0 0,3 10 144 0 0,-2-1 0 0 0,8 55 0 0 0,-13-47 334 0 0,-4-29-168 0 0,0 0-1 0 0,1 0 1 0 0,0-1 0 0 0,1 1-1 0 0,0-1 1 0 0,8 18 0 0 0,-11-29-325 0 0,0 1 1 0 0,0-1-1 0 0,0 1 1 0 0,1-1-1 0 0,-1 0 1 0 0,0 1-1 0 0,1-1 1 0 0,-1 1-1 0 0,0-1 1 0 0,1 0-1 0 0,-1 0 1 0 0,1 1 0 0 0,-1-1-1 0 0,0 0 1 0 0,1 0-1 0 0,-1 1 1 0 0,1-1-1 0 0,-1 0 1 0 0,1 0-1 0 0,-1 0 1 0 0,1 0-1 0 0,-1 1 1 0 0,1-1-1 0 0,-1 0 1 0 0,0 0-1 0 0,1 0 1 0 0,-1 0-1 0 0,1 0 1 0 0,-1 0-1 0 0,1-1 1 0 0,-1 1-1 0 0,1 0 1 0 0,0 0-1 0 0,17-13 594 0 0,10-21-121 0 0,24-62 181 0 0,-18 28-2541 0 0,-12 31-6567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3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24 10594 0 0,'-9'-10'4015'0'0,"7"8"-3012"0"0,0 0 1 0 0,-1 1 0 0 0,0-1-1 0 0,1 0 1 0 0,-1 1-1 0 0,-4-3 1 0 0,5 4-874 0 0,1 1 0 0 0,-1-1 0 0 0,1 0 0 0 0,-1 1 1 0 0,1-1-1 0 0,-1 1 0 0 0,1-1 0 0 0,-1 1 0 0 0,1 0 0 0 0,0-1 0 0 0,-1 1 1 0 0,1 0-1 0 0,0 0 0 0 0,0 0 0 0 0,0 0 0 0 0,-1 0 0 0 0,1 0 0 0 0,0 0 1 0 0,1 1-1 0 0,-1-1 0 0 0,0 0 0 0 0,0 0 0 0 0,-1 3 0 0 0,-37 57-130 0 0,37-60 0 0 0,1 0 5 0 0,-1-1-1 0 0,0 1 0 0 0,0-1 1 0 0,1 0-1 0 0,-1 0 0 0 0,0 1 1 0 0,0-1-1 0 0,0 0 1 0 0,1 0-1 0 0,-1-1 0 0 0,0 1 1 0 0,0 0-1 0 0,1 0 0 0 0,-3-2 1 0 0,3 1 7 0 0,1 0 0 0 0,0 0-1 0 0,-1 0 1 0 0,1 0 0 0 0,0 0 0 0 0,0 0 0 0 0,-1 0 0 0 0,1 0 0 0 0,0 0 0 0 0,0-1 0 0 0,0 1 0 0 0,1 0 0 0 0,-1 0 0 0 0,0 0 0 0 0,0 0 0 0 0,0 0 0 0 0,1-2 0 0 0,0 2 2 0 0,-1-1 1 0 0,1 0-1 0 0,-1 0 1 0 0,0 1 0 0 0,0-1-1 0 0,1 0 1 0 0,-1 0 0 0 0,-1 0-1 0 0,1 1 1 0 0,0-1 0 0 0,-1-3-1 0 0,1 3-30 0 0,-5-16-67 0 0,4 18 85 0 0,1-1 0 0 0,0 1 1 0 0,-1-1-1 0 0,1 1 1 0 0,0-1-1 0 0,0 1 0 0 0,0-1 1 0 0,-1 1-1 0 0,1-1 1 0 0,0 1-1 0 0,0-1 0 0 0,0 1 1 0 0,0-1-1 0 0,0 1 1 0 0,0-1-1 0 0,0 1 0 0 0,0-1 1 0 0,0 1-1 0 0,0-1 1 0 0,0 1-1 0 0,0-1 0 0 0,0 1 1 0 0,1-1-1 0 0,-1 0 1 0 0,0 1-1 0 0,0 0 0 0 0,1-1 1 0 0,-1 1-1 0 0,0-1 1 0 0,0 1-1 0 0,1-1 0 0 0,-1 1 1 0 0,1 0-1 0 0,-1-1 1 0 0,1 0-1 0 0,-1 1-4 0 0,1 1 1 0 0,0-1-1 0 0,-1 0 0 0 0,1 0 1 0 0,0 0-1 0 0,-1 0 0 0 0,1 1 1 0 0,-1-1-1 0 0,1 0 0 0 0,-1 1 1 0 0,1-1-1 0 0,-1 0 0 0 0,1 1 1 0 0,-1-1-1 0 0,1 1 0 0 0,-1-1 1 0 0,1 1-1 0 0,-1-1 0 0 0,0 1 1 0 0,1-1-1 0 0,-1 1 0 0 0,0-1 1 0 0,1 1-1 0 0,-1-1 0 0 0,0 2 1 0 0,11 16-23 0 0,14 41-5 0 0,36 120-1 0 0,-46-126 11 0 0,1-2 0 0 0,3 0 0 0 0,41 76-1 0 0,-53-115-296 0 0,2 1 0 0 0,-1-1 0 0 0,2 0 0 0 0,-1-1 0 0 0,2 0 0 0 0,17 15 0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3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1 150 4609 0 0,'0'-7'461'0'0,"2"-1"1"0"0,-1 0-1 0 0,1 1 1 0 0,0-1-1 0 0,0 1 1 0 0,1-1-1 0 0,0 1 0 0 0,0 0 1 0 0,1 0-1 0 0,0 0 1 0 0,0 1-1 0 0,1-1 1 0 0,-1 1-1 0 0,1 0 1 0 0,1 1-1 0 0,-1-1 0 0 0,11-7 1 0 0,-13 11-166 0 0,0-1-1 0 0,0 1 1 0 0,1 0 0 0 0,-1 1 0 0 0,1-1-1 0 0,-1 0 1 0 0,1 1 0 0 0,-1 0-1 0 0,1 0 1 0 0,0 0 0 0 0,0 0 0 0 0,-1 1-1 0 0,1-1 1 0 0,0 1 0 0 0,7 1 0 0 0,-8-1-169 0 0,1 1 0 0 0,-1 1 0 0 0,1-1 0 0 0,-1 0 0 0 0,1 1 0 0 0,-1 0 0 0 0,0 0 0 0 0,0 0 0 0 0,0 0 0 0 0,0 0 0 0 0,0 1 0 0 0,0-1 0 0 0,-1 1 0 0 0,1 0 0 0 0,-1 0 0 0 0,0 0 0 0 0,0 0 0 0 0,0 0 0 0 0,2 4 0 0 0,1 2-14 0 0,-1 0-1 0 0,0 0 1 0 0,-1 0-1 0 0,0 0 1 0 0,-1 0 0 0 0,0 1-1 0 0,0 0 1 0 0,-1-1-1 0 0,0 1 1 0 0,0 0 0 0 0,-1-1-1 0 0,-2 16 1 0 0,-3 8 91 0 0,-2 0 1 0 0,-13 42-1 0 0,-2 6 385 0 0,22-81-568 0 0,0 0 1 0 0,-1 1-1 0 0,1-1 1 0 0,0 1-1 0 0,0-1 1 0 0,0 1-1 0 0,0-1 1 0 0,0 0-1 0 0,-1 1 1 0 0,1-1-1 0 0,0 1 1 0 0,0-1-1 0 0,0 1 1 0 0,0-1-1 0 0,0 1 1 0 0,0-1-1 0 0,1 1 1 0 0,-1-1-1 0 0,0 1 1 0 0,0-1-1 0 0,0 0 1 0 0,0 1-1 0 0,0-1 1 0 0,1 1-1 0 0,-1-1 1 0 0,0 0-1 0 0,0 1 1 0 0,1-1-1 0 0,-1 1 1 0 0,0-1-1 0 0,1 0 1 0 0,-1 1-1 0 0,0-1 1 0 0,1 0-1 0 0,-1 0 1 0 0,1 1-1 0 0,17-7 525 0 0,23-25-35 0 0,-39 29-491 0 0,22-19 173 0 0,82-66-82 0 0,-88 75-404 0 0,0 0 1 0 0,1 1-1 0 0,0 1 1 0 0,27-10-1 0 0,-12 9-484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4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17 104 8290 0 0,'-1'-2'178'0'0,"-1"1"1"0"0,1-1-1 0 0,-1 0 0 0 0,1 1 1 0 0,0-1-1 0 0,0 0 1 0 0,0 0-1 0 0,0 0 1 0 0,0 0-1 0 0,0 1 0 0 0,0-1 1 0 0,1-1-1 0 0,-1 1 1 0 0,1 0-1 0 0,-1 0 1 0 0,1 0-1 0 0,0 0 0 0 0,0 0 1 0 0,0 0-1 0 0,0 0 1 0 0,0-4-1 0 0,1 3 217 0 0,0 0 0 0 0,0 1 0 0 0,0-1 0 0 0,1 0 0 0 0,-1 0 1 0 0,1 1-1 0 0,-1-1 0 0 0,1 1 0 0 0,0-1 0 0 0,0 1 0 0 0,0 0 0 0 0,0 0 0 0 0,1 0 0 0 0,4-3 0 0 0,-4 2-256 0 0,0 1 0 0 0,0 0 0 0 0,1 1 0 0 0,-1-1 0 0 0,1 0 0 0 0,-1 1 0 0 0,1 0 0 0 0,-1 0 0 0 0,1 0 0 0 0,0 1 0 0 0,0-1 0 0 0,0 1 0 0 0,-1-1 0 0 0,1 1 0 0 0,0 1 0 0 0,0-1 0 0 0,0 0 0 0 0,-1 1 0 0 0,1 0 0 0 0,0 0 0 0 0,-1 0 0 0 0,1 0 0 0 0,6 4 0 0 0,-5-3-112 0 0,-1 1 0 0 0,0 0-1 0 0,0 0 1 0 0,0 0 0 0 0,0 0-1 0 0,-1 0 1 0 0,1 1-1 0 0,-1 0 1 0 0,0-1 0 0 0,0 1-1 0 0,0 0 1 0 0,0 1 0 0 0,-1-1-1 0 0,0 0 1 0 0,0 1-1 0 0,0 0 1 0 0,2 8 0 0 0,-2 1-27 0 0,-1 0-1 0 0,0 0 1 0 0,-1 0 0 0 0,-2 22 0 0 0,0-26 1 0 0,1 0 1 0 0,0 0-1 0 0,1 1 1 0 0,0-1-1 0 0,1 0 0 0 0,0 0 1 0 0,0 0-1 0 0,1 0 1 0 0,1 0-1 0 0,3 10 0 0 0,-4-17 25 0 0,0-1-1 0 0,-1 0 1 0 0,1 0-1 0 0,0 1 1 0 0,0-2-1 0 0,0 1 1 0 0,0 0-1 0 0,1 0 1 0 0,-1-1-1 0 0,0 1 1 0 0,1-1-1 0 0,-1 1 1 0 0,1-1-1 0 0,0 0 1 0 0,-1 0-1 0 0,1-1 1 0 0,0 1-1 0 0,-1 0 1 0 0,5 0-1 0 0,10 1 69 0 0,-1-1 0 0 0,22-1 0 0 0,-2 0 79 0 0,-27 1-103 0 0,-1 0 1 0 0,0 0-1 0 0,1 1 1 0 0,-1 0 0 0 0,0 0-1 0 0,0 1 1 0 0,14 7-1 0 0,-20-9-63 0 0,0 1 0 0 0,0-1-1 0 0,0 0 1 0 0,0 1-1 0 0,0-1 1 0 0,-1 1 0 0 0,1 0-1 0 0,-1 0 1 0 0,1-1-1 0 0,-1 1 1 0 0,0 0 0 0 0,0 0-1 0 0,1 0 1 0 0,-1 1 0 0 0,-1-1-1 0 0,1 0 1 0 0,0 0-1 0 0,0 0 1 0 0,-1 1 0 0 0,0-1-1 0 0,1 0 1 0 0,-1 1-1 0 0,0-1 1 0 0,0 0 0 0 0,0 1-1 0 0,0-1 1 0 0,-1 0-1 0 0,1 0 1 0 0,0 1 0 0 0,-1-1-1 0 0,0 0 1 0 0,0 0-1 0 0,-1 3 1 0 0,-7 18-378 0 0,-2 0 1 0 0,-19 29-1 0 0,12-22-29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8290 0 0,'0'-6'160'0'0,"2"-29"1770"0"0,-2 34-1755 0 0,0 0-1 0 0,0 0 0 0 0,0 0 0 0 0,0 0 0 0 0,0 0 0 0 0,1 0 0 0 0,-1 0 0 0 0,0 0 0 0 0,1 0 1 0 0,-1 0-1 0 0,1 1 0 0 0,-1-1 0 0 0,1 0 0 0 0,-1 0 0 0 0,1 0 0 0 0,-1 1 0 0 0,1-1 1 0 0,0 0-1 0 0,-1 1 0 0 0,1-1 0 0 0,0 1 0 0 0,0-1 0 0 0,0 1 0 0 0,-1-1 0 0 0,1 1 0 0 0,0-1 1 0 0,0 1-1 0 0,0 0 0 0 0,0-1 0 0 0,2 1 0 0 0,-2 0-27 0 0,0 0 0 0 0,0 1 0 0 0,1-1 0 0 0,-1 1-1 0 0,0-1 1 0 0,0 1 0 0 0,0-1 0 0 0,0 1 0 0 0,0 0 0 0 0,0-1 0 0 0,0 1-1 0 0,0 0 1 0 0,0 0 0 0 0,0 0 0 0 0,0 0 0 0 0,-1 0 0 0 0,1 0 0 0 0,0 0 0 0 0,0 1-1 0 0,14 26 933 0 0,-13-22-855 0 0,42 98 681 0 0,-4 2 1 0 0,30 134 0 0 0,3 12-2695 0 0,-64-230-333 0 0,-1-3-4787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3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53 4609 0 0,'6'-28'2150'0'0,"8"3"3720"0"0,-12 67-3792 0 0,-5-33-1912 0 0,1 0 1 0 0,-2 0-1 0 0,1-1 0 0 0,-1 1 1 0 0,0-1-1 0 0,0 0 0 0 0,-1 0 0 0 0,-1-1 1 0 0,1 1-1 0 0,-13 12 0 0 0,6-8 542 0 0,0 0 0 0 0,-1-1 0 0 0,-1 0 0 0 0,-28 17 0 0 0,24-20 702 0 0,28-16-562 0 0,28-16-524 0 0,-4 7-268 0 0,1 1 0 0 0,1 2-1 0 0,58-14 1 0 0,-70 22 5 0 0,1 1 0 0 0,0 2-1 0 0,-1 0 1 0 0,1 2 0 0 0,0 1 0 0 0,38 4-1 0 0,-59-4-37 0 0,-1 1-1 0 0,1 0 0 0 0,-1 0 0 0 0,0 0 0 0 0,1 0 1 0 0,-1 1-1 0 0,0-1 0 0 0,0 1 0 0 0,0 0 0 0 0,0-1 1 0 0,0 2-1 0 0,-1-1 0 0 0,1 0 0 0 0,0 0 0 0 0,-1 1 1 0 0,0 0-1 0 0,1-1 0 0 0,-1 1 0 0 0,0 0 0 0 0,0 0 1 0 0,-1 0-1 0 0,1 0 0 0 0,-1 0 0 0 0,1 1 0 0 0,-1-1 1 0 0,1 5-1 0 0,2 10 41 0 0,-2-1-1 0 0,1 1 1 0 0,-2 0 0 0 0,-1 22 0 0 0,0-23-52 0 0,0 0 0 0 0,5 25 0 0 0,-1-28-25 0 0,2 13 128 0 0,-6-26-106 0 0,-1 1 0 0 0,1-1 0 0 0,-1 0 0 0 0,1 1 0 0 0,-1-1 0 0 0,1 0 0 0 0,-1 0 0 0 0,0 0 0 0 0,0 0 0 0 0,0 0 0 0 0,0 0 0 0 0,0 0 0 0 0,0 0 0 0 0,-2 2 0 0 0,2-2 10 0 0,-6 7 11 0 0,0 0-1 0 0,0-1 1 0 0,-1 1 0 0 0,0-2 0 0 0,0 1 0 0 0,-1-1 0 0 0,0-1 0 0 0,0 1 0 0 0,0-2 0 0 0,-11 5 0 0 0,-11 3-51 0 0,-57 13 0 0 0,75-22 38 0 0,10-2-16 0 0,0 0 0 0 0,0-1 0 0 0,0 1 0 0 0,0-1-1 0 0,0 1 1 0 0,0-1 0 0 0,0 0 0 0 0,-4-1 0 0 0,6 1-3 0 0,1 0 0 0 0,0 0 1 0 0,0 0-1 0 0,0 0 1 0 0,-1 0-1 0 0,1-1 0 0 0,0 1 1 0 0,0 0-1 0 0,0 0 1 0 0,-1 0-1 0 0,1 0 0 0 0,0 0 1 0 0,0 0-1 0 0,0-1 0 0 0,0 1 1 0 0,-1 0-1 0 0,1 0 1 0 0,0 0-1 0 0,0 0 0 0 0,0-1 1 0 0,0 1-1 0 0,0 0 0 0 0,0 0 1 0 0,0 0-1 0 0,0-1 1 0 0,0 1-1 0 0,0 0 0 0 0,0 0 1 0 0,0-1-1 0 0,0 1 0 0 0,0 0 1 0 0,0 0-1 0 0,0 0 1 0 0,0-1-1 0 0,0 1 0 0 0,0 0 1 0 0,0-1-1 0 0,10-13-288 0 0,-5 8 282 0 0,1 1-1 0 0,-1 0 1 0 0,1 0-1 0 0,0 1 0 0 0,0 0 1 0 0,1 0-1 0 0,-1 0 1 0 0,10-3-1 0 0,-10 5 8 0 0,-1 1-1 0 0,0 0 0 0 0,0 0 1 0 0,1 0-1 0 0,-1 1 0 0 0,0 0 1 0 0,1 0-1 0 0,-1 0 1 0 0,0 1-1 0 0,1 0 0 0 0,-1 0 1 0 0,9 3-1 0 0,30 12-52 0 0,-1 2 0 0 0,0 2-1 0 0,77 50 1 0 0,-37-21-73 0 0,-61-36-222 0 0,-10-6-1296 0 0,1 1-3324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4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11 2761 0 0,'-15'-11'17599'0'0,"17"19"-17917"0"0,5 20 815 0 0,1-1 0 0 0,1 0 0 0 0,1 0 0 0 0,23 41 0 0 0,-28-61-432 0 0,0 1 0 0 0,0-1 0 0 0,1-1 0 0 0,-1 1-1 0 0,2-1 1 0 0,-1 0 0 0 0,1 0 0 0 0,-1 0 0 0 0,2-1-1 0 0,-1 0 1 0 0,1-1 0 0 0,-1 1 0 0 0,1-2 0 0 0,0 1 0 0 0,1-1-1 0 0,-1 0 1 0 0,0-1 0 0 0,1 0 0 0 0,12 2 0 0 0,-7-4-160 0 0,0 1 1 0 0,0-2 0 0 0,0 0-1 0 0,0-1 1 0 0,0 0 0 0 0,0-1-1 0 0,-1 0 1 0 0,1-1 0 0 0,-1-1-1 0 0,13-6 1 0 0,1-2-1559 0 0,0-1-1 0 0,-1-2 1 0 0,39-29 0 0 0,-48 31-212 0 0,-3 1-3449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4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35 3225 0 0,'-6'-4'336'0'0,"1"0"-1"0"0,-1 1 1 0 0,0-1 0 0 0,0 1 0 0 0,0 1 0 0 0,0-1-1 0 0,-13-2 1 0 0,11 3 989 0 0,1 0 1 0 0,-1 1-1 0 0,0 0 0 0 0,0 1 0 0 0,1 0 0 0 0,-14 1 0 0 0,20-1-1169 0 0,1 0-1 0 0,-1 1 0 0 0,1-1 1 0 0,-1 0-1 0 0,0 1 0 0 0,1-1 1 0 0,-1 1-1 0 0,1-1 0 0 0,-1 1 1 0 0,1-1-1 0 0,-1 1 1 0 0,1-1-1 0 0,-1 1 0 0 0,1-1 1 0 0,-1 1-1 0 0,1 0 0 0 0,0-1 1 0 0,0 1-1 0 0,-1 0 0 0 0,1-1 1 0 0,0 1-1 0 0,0 0 0 0 0,-1-1 1 0 0,1 1-1 0 0,0 0 0 0 0,0-1 1 0 0,0 1-1 0 0,0 0 1 0 0,0-1-1 0 0,0 1 0 0 0,0 0 1 0 0,1 0-1 0 0,-1-1 0 0 0,0 1 1 0 0,0 0-1 0 0,0-1 0 0 0,1 2 1 0 0,10 33 841 0 0,-8-28-662 0 0,103 396 2336 0 0,-44-143-2031 0 0,-50-220-655 0 0,1 0-347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1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108 471 4609 0 0,'-9'-13'1354'0'0,"0"-1"1"0"0,-1 2-1 0 0,-21-23 1 0 0,25 29 495 0 0,-1 0 1 0 0,0 0-1 0 0,0 1 0 0 0,-15-9 1 0 0,49 45 1096 0 0,-17-17-2747 0 0,40 47-299 0 0,215 279 285 0 0,-244-311-150 0 0,1-1 1 0 0,2-2-1 0 0,0 0 1 0 0,47 37-1 0 0,-62-55 11 0 0,1 0 1 0 0,0-1-1 0 0,0-1 1 0 0,1 0-1 0 0,0 0 1 0 0,0-1-1 0 0,0-1 1 0 0,1 0-1 0 0,0 0 0 0 0,0-1 1 0 0,0 0-1 0 0,0-1 1 0 0,0-1-1 0 0,0 0 1 0 0,0-1-1 0 0,0 0 1 0 0,16-2-1 0 0,-22 1-2 0 0,1-1 1 0 0,-1-1-1 0 0,0 1 1 0 0,0-1-1 0 0,0 0 1 0 0,0 0-1 0 0,0-1 1 0 0,0 1-1 0 0,-1-1 0 0 0,0-1 1 0 0,0 1-1 0 0,0-1 1 0 0,0 0-1 0 0,-1 0 1 0 0,1 0-1 0 0,-1-1 1 0 0,-1 1-1 0 0,1-1 0 0 0,-1 0 1 0 0,0 0-1 0 0,4-12 1 0 0,3-12 147 0 0,-1 0 1 0 0,-1-1-1 0 0,4-45 1 0 0,-6 39-49 0 0,136-659 131 0 0,-130 657-1172 0 0,-9 41-133 0 0,-2 7-884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1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46 14283 0 0,'-1'-1'45'0'0,"1"0"-1"0"0,-1 0 1 0 0,1 0 0 0 0,0 0 0 0 0,-1 0-1 0 0,1 0 1 0 0,0 0 0 0 0,0 0-1 0 0,-1 1 1 0 0,1-1 0 0 0,0 0-1 0 0,0 0 1 0 0,0 0 0 0 0,0 0 0 0 0,0 0-1 0 0,0 0 1 0 0,0 0 0 0 0,1 0-1 0 0,-1 0 1 0 0,0 0 0 0 0,1 0-1 0 0,-1 0 1 0 0,0 0 0 0 0,1 0 0 0 0,-1 0-1 0 0,1 0 1 0 0,-1 1 0 0 0,2-2-1 0 0,0 0-44 0 0,0 0-1 0 0,0 1 1 0 0,0 0-1 0 0,1-1 0 0 0,-1 1 1 0 0,0 0-1 0 0,1 0 0 0 0,-1 0 1 0 0,1 0-1 0 0,-1 1 1 0 0,3-1-1 0 0,4-1 327 0 0,-1 1 0 0 0,1 1 0 0 0,0-1 0 0 0,-1 1-1 0 0,1 1 1 0 0,10 1 0 0 0,-8 1 49 0 0,-1 0 0 0 0,0 1 0 0 0,0 1-1 0 0,-1-1 1 0 0,1 1 0 0 0,-1 1 0 0 0,0 0 0 0 0,0 0-1 0 0,-1 1 1 0 0,1 0 0 0 0,8 10 0 0 0,8 12 163 0 0,41 62 0 0 0,-49-65-456 0 0,2 0-1 0 0,1-1 0 0 0,25 26 0 0 0,-27-36-40 0 0,0-1-1 0 0,1 0 1 0 0,32 17 0 0 0,-1-6-7330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1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5 11522 0 0,'-1'-1'149'0'0,"1"1"-1"0"0,-1-1 1 0 0,0 1-1 0 0,0-1 0 0 0,0 1 1 0 0,0 0-1 0 0,0-1 1 0 0,0 1-1 0 0,0 0 0 0 0,0-1 1 0 0,0 1-1 0 0,0 0 1 0 0,0 0-1 0 0,0 0 0 0 0,0 0 1 0 0,0 0-1 0 0,0 0 1 0 0,0 0-1 0 0,0 1 0 0 0,0-1 1 0 0,0 0-1 0 0,1 0 1 0 0,-1 1-1 0 0,0-1 0 0 0,0 0 1 0 0,0 1-1 0 0,0-1 1 0 0,0 1-1 0 0,0 0 0 0 0,1-1 1 0 0,-1 1-1 0 0,0-1 0 0 0,0 1 1 0 0,1 0-1 0 0,-1 0 1 0 0,0-1-1 0 0,1 1 0 0 0,-1 1 1 0 0,-28 39 1998 0 0,25-36-1945 0 0,-48 89 1080 0 0,-61 153 0 0 0,84-179-1104 0 0,22-52-469 0 0,-46 116 407 0 0,46-108-3785 0 0,-9 43-1 0 0,13-40-2743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1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 8754 0 0,'37'-13'1809'0'0,"-9"3"1752"0"0,32-7 0 0 0,-16 11-3069 0 0,1 10-5234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2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8290 0 0,'28'-13'4736'0'0,"47"-17"1"0"0,-32 21-4341 0 0,-11 14-2698 0 0,-22-5 2280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2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11979 0 0,'2'-5'225'0'0,"0"0"1"0"0,0 1-1 0 0,1-1 1 0 0,0 1-1 0 0,-1-1 1 0 0,1 1-1 0 0,1 0 1 0 0,-1 0-1 0 0,1 1 1 0 0,-1-1-1 0 0,1 1 1 0 0,0-1-1 0 0,0 1 1 0 0,6-3-1 0 0,-3 2 241 0 0,0 0-1 0 0,0 0 0 0 0,1 0 1 0 0,0 1-1 0 0,-1 0 0 0 0,1 1 1 0 0,0-1-1 0 0,11 0 1 0 0,-12 2-352 0 0,0 1 1 0 0,-1 0 0 0 0,1 0-1 0 0,0 1 1 0 0,0-1 0 0 0,0 2 0 0 0,0-1-1 0 0,-1 1 1 0 0,1 0 0 0 0,-1 0-1 0 0,1 1 1 0 0,-1 0 0 0 0,0 0 0 0 0,0 0-1 0 0,0 1 1 0 0,-1 0 0 0 0,1 0-1 0 0,-1 0 1 0 0,0 1 0 0 0,0 0 0 0 0,0 0-1 0 0,-1 0 1 0 0,1 0 0 0 0,-1 1-1 0 0,5 9 1 0 0,-2-1-102 0 0,0 1-1 0 0,-1-1 0 0 0,-1 1 1 0 0,0 0-1 0 0,-1 0 1 0 0,-1 0-1 0 0,0 1 1 0 0,-1-1-1 0 0,-1 1 0 0 0,0 19 1 0 0,-13 100-1 0 0,7-102 16 0 0,1 1 0 0 0,2-1 0 0 0,1 1 0 0 0,2-1 0 0 0,7 50 0 0 0,-5-69-408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15667 0 0,'3'6'696'0'0,"-1"0"137"0"0,1 0-665 0 0,-2-3-168 0 0,1-1 0 0 0,-1 2 1392 0 0,1 1-624 0 0,1 0 0 0 0,0 1-616 0 0,0-3-152 0 0,0 0 0 0 0,3-5 0 0 0,1-1 0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8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76 622 6449 0 0,'-6'-7'661'0'0,"0"-1"0"0"0,0 1-1 0 0,1-1 1 0 0,0 0 0 0 0,1 0-1 0 0,0-1 1 0 0,0 0 0 0 0,-4-15-1 0 0,-1 0 788 0 0,6 19-1032 0 0,-10-30 1729 0 0,13 33-1953 0 0,-1 0 0 0 0,0 0 0 0 0,1 0 0 0 0,0 0 0 0 0,-1 0 0 0 0,1 0 0 0 0,0 0 0 0 0,0 0 0 0 0,0 0 0 0 0,0 0 0 0 0,1 0 0 0 0,-1 0 0 0 0,1 0 0 0 0,-1 0 0 0 0,1-2 0 0 0,0 3-128 0 0,0 1 0 0 0,0-1 1 0 0,0 1-1 0 0,-1-1 0 0 0,1 0 0 0 0,0 1 0 0 0,0 0 0 0 0,0-1 0 0 0,0 1 0 0 0,0-1 0 0 0,0 1 1 0 0,0 0-1 0 0,0 0 0 0 0,0 0 0 0 0,0-1 0 0 0,0 1 0 0 0,0 0 0 0 0,0 0 0 0 0,0 0 0 0 0,0 1 1 0 0,0-1-1 0 0,0 0 0 0 0,0 0 0 0 0,0 0 0 0 0,-1 1 0 0 0,1-1 0 0 0,2 1 0 0 0,27 13 429 0 0,-28-13-450 0 0,11 6 39 0 0,-1 1-1 0 0,1 1 0 0 0,-2 0 0 0 0,1 1 1 0 0,15 16-1 0 0,48 64 87 0 0,0 1-221 0 0,-56-72 54 0 0,0-1 0 0 0,1-1 1 0 0,32 22-1 0 0,-46-35 5 0 0,1 0 0 0 0,-1 0 1 0 0,1 0-1 0 0,0-1 0 0 0,0-1 1 0 0,0 1-1 0 0,0-1 0 0 0,0 0 1 0 0,1 0-1 0 0,-1-1 0 0 0,1 0 1 0 0,-1-1-1 0 0,1 1 0 0 0,-1-1 1 0 0,1-1-1 0 0,14-2 0 0 0,-16 1 85 0 0,0-1 0 0 0,0 0-1 0 0,0 0 1 0 0,0 0 0 0 0,0-1-1 0 0,-1 0 1 0 0,0 0 0 0 0,0 0-1 0 0,0-1 1 0 0,0 1 0 0 0,-1-1 0 0 0,1-1-1 0 0,5-8 1 0 0,6-12 388 0 0,23-47 1 0 0,-26 45-240 0 0,23-48-53 0 0,-4-2 0 0 0,-4-1 0 0 0,-3-1 0 0 0,16-88 0 0 0,-37 146-240 0 0,-2 9-151 0 0,1-1 0 0 0,0 1 0 0 0,1 0 0 0 0,0 0 0 0 0,1 0 0 0 0,10-19 0 0 0,-7 24-323 0 0,-1 3-58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59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0,'8'8'4716'0'0,"22"10"-3248"0"0,0 3-1135 0 0,0 1-1 0 0,-1 1 1 0 0,-1 1 0 0 0,-2 2-1 0 0,32 38 1 0 0,-6-8-95 0 0,-50-53-243 0 0,7 6-456 0 0,1 1 1 0 0,-1-1-1 0 0,14 8 1 0 0,-20-15 259 0 0,-1 0 0 0 0,1 0 0 0 0,0-1 0 0 0,0 1 0 0 0,0-1 1 0 0,0 0-1 0 0,0 0 0 0 0,0 0 0 0 0,0 0 0 0 0,0-1 0 0 0,0 1 0 0 0,1-1 0 0 0,-1 0 0 0 0,0 0 1 0 0,0 0-1 0 0,0 0 0 0 0,0 0 0 0 0,6-2 0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0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157 185 2304 0 0,'27'-89'2502'0'0,"-20"61"3033"0"0,11-40 5771 0 0,-35 82-9987 0 0,-17 19-1459 0 0,30-27 150 0 0,-80 102 126 0 0,71-90-150 0 0,1 0 0 0 0,1 2-1 0 0,1-1 1 0 0,-9 24 0 0 0,18-40-58 0 0,0-1-1 0 0,1 0 1 0 0,-1 1-1 0 0,1-1 1 0 0,-1 0 0 0 0,1 1-1 0 0,0-1 1 0 0,-1 1 0 0 0,1-1-1 0 0,1 0 1 0 0,-1 1-1 0 0,0-1 1 0 0,2 5 0 0 0,-2-7-23 0 0,0 1 1 0 0,0-1 0 0 0,0 1 0 0 0,1-1 0 0 0,-1 0 0 0 0,0 1-1 0 0,1-1 1 0 0,-1 1 0 0 0,1-1 0 0 0,-1 0 0 0 0,0 1-1 0 0,1-1 1 0 0,-1 0 0 0 0,1 1 0 0 0,-1-1 0 0 0,1 0-1 0 0,-1 0 1 0 0,1 1 0 0 0,-1-1 0 0 0,1 0 0 0 0,-1 0 0 0 0,1 0-1 0 0,0 0 1 0 0,20-6-3483 0 0,-13 1 1714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0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5 2304 0 0,'-4'-5'18592'0'0,"19"148"-16435"0"0,9 74-1229 0 0,-16-175-1235 0 0,1-1 1 0 0,1 0-1 0 0,19 45 0 0 0,-17-59-474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6913 0 0,'4'-3'1377'0'0,"1"0"-1"0"0,0 0 0 0 0,0 1 1 0 0,0 0-1 0 0,10-3 0 0 0,-15 5-1248 0 0,12-4 474 0 0,0 0 1 0 0,1 1-1 0 0,15-2 0 0 0,-17 4-1737 0 0,1 1 0 0 0,-1 0 0 0 0,0 0 0 0 0,1 1-1 0 0,-1 1 1 0 0,18 4 0 0 0,-16-3 951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0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9218 0 0,'0'0'831'0'0,"27"-14"570"0"0,35-23-495 0 0,-42 25-2742 0 0,-1 0 0 0 0,40-16 0 0 0,-35 19 58 0 0,-3-2 1077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1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45 6449 0 0,'-1'-2'194'0'0,"-1"1"-1"0"0,1-1 0 0 0,0 0 0 0 0,0 1 0 0 0,1-1 1 0 0,-1 0-1 0 0,0 1 0 0 0,0-1 0 0 0,1 0 1 0 0,-1 0-1 0 0,1 0 0 0 0,0 1 0 0 0,0-1 0 0 0,-1 0 1 0 0,1 0-1 0 0,0 0 0 0 0,1-3 0 0 0,-1 4 4 0 0,1 0 0 0 0,0 1 0 0 0,0-1 0 0 0,-1 0-1 0 0,1 1 1 0 0,0-1 0 0 0,0 0 0 0 0,0 1 0 0 0,0-1-1 0 0,0 1 1 0 0,-1-1 0 0 0,1 1 0 0 0,0 0 0 0 0,0-1 0 0 0,0 1-1 0 0,0 0 1 0 0,0 0 0 0 0,1-1 0 0 0,-1 1 0 0 0,0 0-1 0 0,0 0 1 0 0,0 0 0 0 0,0 0 0 0 0,0 1 0 0 0,0-1-1 0 0,0 0 1 0 0,0 0 0 0 0,0 1 0 0 0,0-1 0 0 0,0 0 0 0 0,0 1-1 0 0,1 0 1 0 0,6 2 152 0 0,0-1 0 0 0,-1 1 0 0 0,1 0 1 0 0,-1 1-1 0 0,0 0 0 0 0,0 0 0 0 0,-1 0 0 0 0,1 1 0 0 0,-1 0 0 0 0,0 0 0 0 0,0 1 0 0 0,-1 0 0 0 0,7 7 0 0 0,-6-3-191 0 0,1 0-1 0 0,-2 0 1 0 0,0 1-1 0 0,0-1 1 0 0,0 1-1 0 0,-2 0 0 0 0,1 0 1 0 0,1 15-1 0 0,0 8-162 0 0,-2 1-1 0 0,-2-1 1 0 0,-1 1-1 0 0,-1 0 0 0 0,-7 34 1 0 0,-1-7-97 0 0,4-42-91 0 0,2 0-1 0 0,0 0 1 0 0,2 1 0 0 0,0-1-1 0 0,1 1 1 0 0,1-1 0 0 0,6 36-1 0 0,-1-41-4955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01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13363 0 0,'-3'8'1184'0'0,"1"-4"-944"0"0,5 5 2945 0 0,2-6-2577 0 0,-1-1-32 0 0,4-2-16 0 0,5-2 0 0 0,10-1-464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5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8754 0 0,'-4'3'1683'0'0,"4"-3"-1553"0"0,0 0-1 0 0,0 0 1 0 0,0 1 0 0 0,0-1-1 0 0,-1 0 1 0 0,1 1-1 0 0,0-1 1 0 0,0 1-1 0 0,0-1 1 0 0,0 0-1 0 0,0 1 1 0 0,0-1-1 0 0,0 0 1 0 0,0 1-1 0 0,0-1 1 0 0,0 0-1 0 0,0 1 1 0 0,0-1-1 0 0,0 0 1 0 0,0 1-1 0 0,0-1 1 0 0,1 1-1 0 0,-1 22 817 0 0,1-17-423 0 0,0 46 394 0 0,3 1 0 0 0,2-1 0 0 0,2 0 1 0 0,3-1-1 0 0,22 69 0 0 0,-21-89-962 0 0,24 77-893 0 0,-33-97 619 0 0,-1 0 0 0 0,0 1 0 0 0,-1-1 1 0 0,0 1-1 0 0,-1 0 0 0 0,0-1 0 0 0,-2 18 0 0 0,-3-9-5877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6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4 12899 0 0,'0'0'56'0'0,"0"0"1"0"0,-1-1-1 0 0,1 1 0 0 0,0 0 1 0 0,-1-1-1 0 0,1 1 0 0 0,-1 0 1 0 0,1-1-1 0 0,-1 1 1 0 0,1 0-1 0 0,0 0 0 0 0,-1 0 1 0 0,1 0-1 0 0,-1-1 1 0 0,1 1-1 0 0,-1 0 0 0 0,1 0 1 0 0,-1 0-1 0 0,1 0 0 0 0,-1 0 1 0 0,1 0-1 0 0,-1 0 1 0 0,1 0-1 0 0,-1 0 0 0 0,1 0 1 0 0,-1 1-1 0 0,1-1 1 0 0,-1 0-1 0 0,1 0 0 0 0,-1 0 1 0 0,0 1-1 0 0,-1 14 939 0 0,1-3-1010 0 0,-23 134-4992 0 0,13-92 4617 0 0,5-25 378 0 0,-3-2 12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6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67 10138 0 0,'2'-9'403'0'0,"0"2"124"0"0,-1 0-1 0 0,1 0 1 0 0,-1 0 0 0 0,-1 0 0 0 0,-3-15 2364 0 0,-4 28-1454 0 0,-2 10-315 0 0,-1 9-973 0 0,2 1 1 0 0,1 0-1 0 0,1 0 0 0 0,1 0 0 0 0,1 1 0 0 0,1 0 0 0 0,2 0 0 0 0,1 0 0 0 0,0-1 1 0 0,3 1-1 0 0,5 31 0 0 0,11 26 488 0 0,3-1 0 0 0,37 91 0 0 0,-37-113-566 0 0,-20-55-64 0 0,3 5-416 0 0,-2 0 0 0 0,1 0 0 0 0,-2 0 1 0 0,1 0-1 0 0,0 19 0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1 170 12123 0 0,'3'-6'239'0'0,"0"0"0"0"0,0 0 0 0 0,0 0 0 0 0,1 0 1 0 0,0 1-1 0 0,0-1 0 0 0,1 1 0 0 0,-1 0 1 0 0,9-6-1 0 0,54-39 2385 0 0,-55 41-2073 0 0,-2 3-498 0 0,0 0-1 0 0,0 0 1 0 0,0 1-1 0 0,1 0 1 0 0,0 1-1 0 0,0 0 1 0 0,0 0-1 0 0,18-2 1 0 0,-21 5-298 0 0,0 0 1 0 0,1 1 0 0 0,-1 0 0 0 0,0 0-1 0 0,1 1 1 0 0,-1 0 0 0 0,0 0 0 0 0,0 1-1 0 0,1 0 1 0 0,-1 1 0 0 0,-1 0-1 0 0,13 5 1 0 0,0 4 140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7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3 156 10594 0 0,'-3'-91'1558'0'0,"3"52"1592"0"0,0 14 1183 0 0,11 63-1613 0 0,-3-17-2528 0 0,129 562 1322 0 0,-92-376-1978 0 0,-44-205 308 0 0,2 14-524 0 0,-3-15 609 0 0,0-1-1 0 0,0 0 1 0 0,0 1 0 0 0,0-1 0 0 0,0 0-1 0 0,0 0 1 0 0,0 1 0 0 0,0-1 0 0 0,0 0-1 0 0,0 1 1 0 0,0-1 0 0 0,0 0 0 0 0,0 0-1 0 0,0 1 1 0 0,0-1 0 0 0,0 0 0 0 0,0 1-1 0 0,0-1 1 0 0,-1 0 0 0 0,1 0-1 0 0,0 1 1 0 0,0-1 0 0 0,0 0 0 0 0,0 0-1 0 0,-1 1 1 0 0,1-1 0 0 0,0 0 0 0 0,0 0-1 0 0,-1 0 1 0 0,1 0 0 0 0,0 1 0 0 0,0-1-1 0 0,-1 0 1 0 0,1 0 0 0 0,0 0 0 0 0,0 0-1 0 0,-1 0 1 0 0,1 0 0 0 0,0 1 0 0 0,-1-1-1 0 0,1 0 1 0 0,0 0 0 0 0,-1 0 0 0 0,-5-2-1751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3049 0 0,'0'-21'47'0'0,"-1"2"328"0"0,2 0 0 0 0,-1 0 0 0 0,2 0 0 0 0,1 0 0 0 0,6-25 0 0 0,-7 38-139 0 0,0-1 0 0 0,1 0 1 0 0,-1 1-1 0 0,1 0 0 0 0,1 0 0 0 0,-1 0 0 0 0,1 0 0 0 0,0 0 0 0 0,0 0 0 0 0,7-5 0 0 0,-8 9 106 0 0,0-1 1 0 0,0 1 0 0 0,0 0-1 0 0,0 0 1 0 0,1 1 0 0 0,-1-1-1 0 0,1 1 1 0 0,-1 0 0 0 0,1 0 0 0 0,-1 0-1 0 0,1 0 1 0 0,0 0 0 0 0,0 1-1 0 0,-1 0 1 0 0,1 0 0 0 0,0 0-1 0 0,0 0 1 0 0,-1 0 0 0 0,1 1 0 0 0,4 1-1 0 0,0-1-5 0 0,0 1-1 0 0,0 0 1 0 0,0 1-1 0 0,-1 0 1 0 0,1 0-1 0 0,-1 1 1 0 0,0-1 0 0 0,0 2-1 0 0,0-1 1 0 0,0 1-1 0 0,-1 0 1 0 0,0 0-1 0 0,0 1 1 0 0,0 0-1 0 0,7 10 1 0 0,-9-10-271 0 0,-1-1 0 0 0,0 1 0 0 0,0 1 0 0 0,0-1 0 0 0,-1 0 0 0 0,0 1 0 0 0,0-1 0 0 0,0 1 0 0 0,-1 0 0 0 0,0 0 0 0 0,-1-1 0 0 0,1 1 0 0 0,-1 0 0 0 0,0 0 0 0 0,-1 0 1 0 0,0-1-1 0 0,0 1 0 0 0,-1 0 0 0 0,-1 6 0 0 0,-6 11 85 0 0,-1-1 0 0 0,-20 38 0 0 0,18-40 47 0 0,1 1 0 0 0,-16 45 1 0 0,26-66-192 0 0,1 0 1 0 0,-1 1-1 0 0,1-1 1 0 0,0 0-1 0 0,-1 1 1 0 0,1-1-1 0 0,0 0 1 0 0,0 1 0 0 0,0-1-1 0 0,0 0 1 0 0,0 1-1 0 0,0-1 1 0 0,0 0-1 0 0,1 1 1 0 0,-1-1-1 0 0,0 0 1 0 0,1 1-1 0 0,-1-1 1 0 0,1 0-1 0 0,-1 0 1 0 0,1 1-1 0 0,0-1 1 0 0,-1 0-1 0 0,1 0 1 0 0,2 2-1 0 0,-1-2 20 0 0,0 0-1 0 0,0 0 1 0 0,0 0-1 0 0,0 0 1 0 0,0 0 0 0 0,0 0-1 0 0,0-1 1 0 0,1 1-1 0 0,-1-1 1 0 0,0 0-1 0 0,0 0 1 0 0,1 1-1 0 0,3-2 1 0 0,9 0 111 0 0,0-1 0 0 0,-1-1 0 0 0,23-8 0 0 0,-34 11-137 0 0,14-6-27 0 0,0 1-569 0 0,0-1 0 0 0,0 2 0 0 0,1 0 0 0 0,-1 1-1 0 0,29 0 1 0 0,-27 4-6802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8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5985 0 0,'3'9'7266'0'0,"6"15"-3403"0"0,-3-5-2496 0 0,-2 0 0 0 0,0 0 0 0 0,2 28 0 0 0,-2 57-221 0 0,-4-64-1430 0 0,9 71 0 0 0,-1-79-2045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8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96 8786 0 0,'96'-38'3888'0'0,"6"-3"2252"0"0,-32 24-6491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8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7834 0 0,'4'0'640'0'0,"1"0"0"0"0,-1 0 0 0 0,0 0 0 0 0,0-1 0 0 0,1 1 0 0 0,-1-1 1 0 0,6-2-1 0 0,13-7 1797 0 0,36-21 1 0 0,-7 3-2867 0 0,3 7-3412 0 0,-35 16 2180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8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5529 0 0,'2'5'6557'0'0,"2"14"-3459"0"0,1 0-1584 0 0,35 164 4113 0 0,-4 96-5815 0 0,-32-249-43 0 0,-3-24-524 0 0,3 22-201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9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5 463 2304 0 0,'-1'-17'-34'0'0,"-3"-162"1908"0"0,5 160-1127 0 0,1 1 1 0 0,1 0-1 0 0,0 0 1 0 0,1 0-1 0 0,1 0 1 0 0,1 0-1 0 0,12-25 1 0 0,-14 36-341 0 0,1 0 0 0 0,0 1 1 0 0,0-1-1 0 0,0 1 0 0 0,1 0 1 0 0,0 0-1 0 0,0 1 0 0 0,1 0 1 0 0,-1 0-1 0 0,1 0 1 0 0,0 1-1 0 0,1 0 0 0 0,-1 1 1 0 0,15-6-1 0 0,-15 7-135 0 0,0-1-1 0 0,0 1 0 0 0,0 1 1 0 0,0 0-1 0 0,0 0 0 0 0,0 0 1 0 0,0 1-1 0 0,0-1 1 0 0,1 2-1 0 0,-1-1 0 0 0,0 1 1 0 0,0 0-1 0 0,0 1 1 0 0,0 0-1 0 0,0 0 0 0 0,0 0 1 0 0,8 5-1 0 0,-13-6-210 0 0,1 1 0 0 0,-1-1-1 0 0,0 1 1 0 0,0 0 0 0 0,0-1-1 0 0,0 1 1 0 0,-1 0 0 0 0,1 0 0 0 0,0 0-1 0 0,-1 0 1 0 0,1 1 0 0 0,-1-1-1 0 0,0 0 1 0 0,0 1 0 0 0,0-1 0 0 0,2 6-1 0 0,-3-4-17 0 0,1 1-1 0 0,0 0 1 0 0,-1 0 0 0 0,0 0-1 0 0,0 0 1 0 0,-1 0-1 0 0,1 0 1 0 0,-3 7-1 0 0,-2 8-28 0 0,-2-1 0 0 0,0 0 0 0 0,-15 27-1 0 0,14-31 48 0 0,-39 74-11 0 0,26-52 127 0 0,1 0 0 0 0,-28 79 1 0 0,48-114-156 0 0,-1 0 1 0 0,0 0 0 0 0,0 0 0 0 0,1 0-1 0 0,0 0 1 0 0,-1 0 0 0 0,1 1 0 0 0,0-1-1 0 0,0 0 1 0 0,0 0 0 0 0,0 0-1 0 0,0 0 1 0 0,0 0 0 0 0,1 0 0 0 0,-1 0-1 0 0,1 0 1 0 0,-1 0 0 0 0,1 0 0 0 0,0 0-1 0 0,0 0 1 0 0,0 0 0 0 0,0 0 0 0 0,0-1-1 0 0,0 1 1 0 0,1 0 0 0 0,-1-1-1 0 0,3 3 1 0 0,-1-2-14 0 0,1 0 0 0 0,-1 0 0 0 0,1-1 0 0 0,0 1-1 0 0,0-1 1 0 0,0 0 0 0 0,0 0 0 0 0,0 0 0 0 0,0-1-1 0 0,0 0 1 0 0,0 1 0 0 0,0-1 0 0 0,5-1 0 0 0,34-3-743 0 0,-1-2 0 0 0,47-13 0 0 0,-33 6-2940 0 0,-32 8-3048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9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5065 0 0,'7'-8'1011'0'0,"0"-1"0"0"0,1 1 0 0 0,0 1-1 0 0,0 0 1 0 0,1 0 0 0 0,0 0 0 0 0,15-7 0 0 0,-18 10-579 0 0,-1 2 0 0 0,1-1 0 0 0,0 1 1 0 0,0-1-1 0 0,0 2 0 0 0,0-1 0 0 0,0 1 0 0 0,0 0 1 0 0,0 0-1 0 0,0 0 0 0 0,1 1 0 0 0,-1 0 0 0 0,0 0 1 0 0,12 2-1 0 0,-16-1-365 0 0,0 0-1 0 0,0 1 1 0 0,0-1 0 0 0,0 0 0 0 0,0 1-1 0 0,0-1 1 0 0,0 1 0 0 0,0-1 0 0 0,0 1 0 0 0,-1 0-1 0 0,1 0 1 0 0,-1 0 0 0 0,1 0 0 0 0,-1 0-1 0 0,0 0 1 0 0,0 0 0 0 0,0 0 0 0 0,0 0-1 0 0,0 1 1 0 0,0-1 0 0 0,-1 0 0 0 0,1 1 0 0 0,-1-1-1 0 0,0 1 1 0 0,1-1 0 0 0,-1 0 0 0 0,0 1-1 0 0,-1 2 1 0 0,1 11 71 0 0,-1 0 1 0 0,0 0-1 0 0,-5 17 0 0 0,4-23-17 0 0,-8 35 197 0 0,-5 33 130 0 0,14-72-357 0 0,1 0 0 0 0,-1 0 0 0 0,1-1 0 0 0,1 1-1 0 0,-1 0 1 0 0,1 0 0 0 0,0-1 0 0 0,0 1 0 0 0,1-1 0 0 0,3 10-1 0 0,-4-13-60 0 0,1 0-1 0 0,-1 0 1 0 0,1 0-1 0 0,-1 0 1 0 0,1 0-1 0 0,0-1 1 0 0,0 1-1 0 0,-1 0 1 0 0,1-1-1 0 0,0 0 1 0 0,0 1-1 0 0,1-1 1 0 0,-1 0-1 0 0,0 0 1 0 0,0 0-1 0 0,1-1 1 0 0,-1 1-1 0 0,0 0 1 0 0,1-1-1 0 0,-1 0 1 0 0,0 1-1 0 0,1-1 1 0 0,-1 0-1 0 0,1 0 1 0 0,-1 0-1 0 0,1-1 1 0 0,-1 1-1 0 0,0-1 1 0 0,1 1-1 0 0,-1-1 1 0 0,3-1-1 0 0,9-2-82 0 0,0-1-1 0 0,-1-1 1 0 0,23-12-1 0 0,34-21-902 0 0,-46 25 289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9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8 10594 0 0,'-4'2'357'0'0,"-27"11"337"0"0,30-13-604 0 0,0 1-1 0 0,0-1 1 0 0,0 1 0 0 0,0 0 0 0 0,-1-1-1 0 0,1 1 1 0 0,0 0 0 0 0,0 0-1 0 0,0-1 1 0 0,0 1 0 0 0,1 0 0 0 0,-1 0-1 0 0,0 0 1 0 0,0 0 0 0 0,0 0-1 0 0,1 1 1 0 0,-1-1 0 0 0,0 2 0 0 0,11-3 3266 0 0,11-6-2534 0 0,-16 4-898 0 0,48-17 924 0 0,-16 9-6289 0 0,-20 7-88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3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21 5529 0 0,'-6'28'5754'0'0,"7"-28"-5578"0"0,17 3 5465 0 0,-1-7-4649 0 0,35-17 293 0 0,-44 17-1600 0 0,1 0 1 0 0,-1 0-1 0 0,0 1 0 0 0,1 0 1 0 0,0 1-1 0 0,0 0 0 0 0,0 0 1 0 0,0 0-1 0 0,0 2 0 0 0,18-1 0 0 0,-17 3 315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0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9218 0 0,'0'-1'91'0'0,"1"1"0"0"0,-1 0-1 0 0,0-1 1 0 0,0 1 0 0 0,1 0 0 0 0,-1-1 0 0 0,0 1-1 0 0,0 0 1 0 0,1-1 0 0 0,-1 1 0 0 0,0 0 0 0 0,1-1-1 0 0,-1 1 1 0 0,0 0 0 0 0,1 0 0 0 0,-1 0-1 0 0,1-1 1 0 0,-1 1 0 0 0,0 0 0 0 0,1 0 0 0 0,-1 0-1 0 0,1 0 1 0 0,-1 0 0 0 0,1 0 0 0 0,-1 0 0 0 0,0-1-1 0 0,1 1 1 0 0,-1 1 0 0 0,1-1 0 0 0,-1 0 0 0 0,1 0-1 0 0,-1 0 1 0 0,17 10 2289 0 0,8 18 807 0 0,-17-15-2600 0 0,-1 1-1 0 0,-1-1 1 0 0,0 1 0 0 0,-1 1-1 0 0,-1-1 1 0 0,0 0 0 0 0,3 23-1 0 0,5 108 53 0 0,-10-108-395 0 0,17 145-134 0 0,-6-84-1014 0 0,-12-79 456 0 0,-2-9-797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0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0 286 456 0 0,'5'-34'1540'0'0,"1"1"0"0"0,2 0 0 0 0,1 1 1 0 0,2-1-1 0 0,17-35 0 0 0,-26 64-1280 0 0,1-1 1 0 0,1 1-1 0 0,-1 0 0 0 0,1 1 1 0 0,-1-1-1 0 0,1 1 1 0 0,0-1-1 0 0,0 1 1 0 0,0 0-1 0 0,1 1 0 0 0,-1-1 1 0 0,9-3-1 0 0,-11 5-184 0 0,-1 1 1 0 0,1-1-1 0 0,0 0 0 0 0,-1 1 0 0 0,1-1 1 0 0,-1 1-1 0 0,1 0 0 0 0,0-1 0 0 0,-1 1 0 0 0,1 0 1 0 0,0 0-1 0 0,-1 0 0 0 0,1 0 0 0 0,0 1 0 0 0,-1-1 1 0 0,1 0-1 0 0,-1 1 0 0 0,1-1 0 0 0,0 1 1 0 0,-1-1-1 0 0,1 1 0 0 0,-1 0 0 0 0,1 0 0 0 0,-1-1 1 0 0,0 1-1 0 0,1 0 0 0 0,-1 0 0 0 0,0 1 0 0 0,0-1 1 0 0,1 0-1 0 0,-1 0 0 0 0,0 1 0 0 0,0-1 1 0 0,0 0-1 0 0,-1 1 0 0 0,1-1 0 0 0,0 1 0 0 0,0-1 1 0 0,-1 1-1 0 0,1-1 0 0 0,-1 1 0 0 0,1 1 0 0 0,0 3 39 0 0,0-1 0 0 0,-1 0 0 0 0,0 1 0 0 0,0-1 0 0 0,0 1 0 0 0,0-1 0 0 0,-1 0 0 0 0,0 1 0 0 0,0-1 0 0 0,-3 8 0 0 0,-23 54 124 0 0,14-38-66 0 0,-3 7-29 0 0,-18 49 740 0 0,32-77-640 0 0,0-1 0 0 0,0 1-1 0 0,1-1 1 0 0,0 1-1 0 0,0 0 1 0 0,1 0 0 0 0,0 0-1 0 0,0 0 1 0 0,2 8 0 0 0,-1-13-177 0 0,0-1-1 0 0,-1 1 1 0 0,2-1 0 0 0,-1 0 0 0 0,0 1 0 0 0,0-1 0 0 0,1 0 0 0 0,0 0 0 0 0,-1 1 0 0 0,1-1 0 0 0,0 0 0 0 0,0-1-1 0 0,0 1 1 0 0,0 0 0 0 0,0-1 0 0 0,0 1 0 0 0,1-1 0 0 0,-1 1 0 0 0,0-1 0 0 0,1 0 0 0 0,-1 0 0 0 0,1 0 0 0 0,-1-1 0 0 0,1 1-1 0 0,0 0 1 0 0,-1-1 0 0 0,1 0 0 0 0,0 0 0 0 0,5 0 0 0 0,9 0 101 0 0,1 0 0 0 0,-1-2 0 0 0,26-4 1 0 0,-24 2-50 0 0,105-24-2842 0 0,-103 25-5043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0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3681 0 0,'1'-1'139'0'0,"-1"0"1"0"0,1 0-1 0 0,-1 0 0 0 0,1 0 1 0 0,-1 0-1 0 0,1 0 0 0 0,0 0 1 0 0,-1 1-1 0 0,1-1 0 0 0,0 0 1 0 0,0 0-1 0 0,0 0 1 0 0,0 1-1 0 0,-1-1 0 0 0,1 1 1 0 0,0-1-1 0 0,0 0 0 0 0,0 1 1 0 0,0 0-1 0 0,0-1 1 0 0,1 1-1 0 0,-1-1 0 0 0,1 1 1 0 0,32-9 3543 0 0,-28 8-3326 0 0,4-1 362 0 0,1 0-1 0 0,0 0 1 0 0,-1 1-1 0 0,1 1 0 0 0,0 0 1 0 0,-1 0-1 0 0,1 1 1 0 0,0 1-1 0 0,13 3 1 0 0,-20-4-670 0 0,-1 0 1 0 0,1 0-1 0 0,-1 0 1 0 0,0 1-1 0 0,1-1 1 0 0,-1 1-1 0 0,0 0 1 0 0,0 0-1 0 0,0 0 1 0 0,-1 0 0 0 0,1 1-1 0 0,0-1 1 0 0,-1 1-1 0 0,1 0 1 0 0,-1 0-1 0 0,0 0 1 0 0,0 0-1 0 0,0 0 1 0 0,-1 0 0 0 0,1 0-1 0 0,-1 0 1 0 0,1 1-1 0 0,-1-1 1 0 0,0 1-1 0 0,-1-1 1 0 0,1 1-1 0 0,0-1 1 0 0,-1 1 0 0 0,0-1-1 0 0,0 1 1 0 0,0 4-1 0 0,-2 9-105 0 0,-1 1-1 0 0,0 0 1 0 0,-11 30-1 0 0,8-31 1 0 0,2 0 1 0 0,0 0 0 0 0,-3 31-1 0 0,6-45 87 0 0,2 0-1 0 0,-1 0 1 0 0,0 0-1 0 0,1 0 1 0 0,-1 0 0 0 0,1 0-1 0 0,0 0 1 0 0,0 0-1 0 0,0 0 1 0 0,0-1-1 0 0,0 1 1 0 0,1 0-1 0 0,0-1 1 0 0,-1 1 0 0 0,1-1-1 0 0,0 1 1 0 0,0-1-1 0 0,0 0 1 0 0,0 0-1 0 0,1 0 1 0 0,-1 0-1 0 0,0 0 1 0 0,1 0 0 0 0,0-1-1 0 0,-1 1 1 0 0,1-1-1 0 0,0 1 1 0 0,0-1-1 0 0,0 0 1 0 0,4 0 0 0 0,11 4 243 0 0,-1-1 0 0 0,1-2 0 0 0,0 1 1 0 0,20-2-1 0 0,-12 1-112 0 0,-16-2 35 0 0,-5 0-149 0 0,-1 0 0 0 0,1 0 0 0 0,-1 1 0 0 0,0-1 0 0 0,1 1 0 0 0,-1 0-1 0 0,0 0 1 0 0,0 0 0 0 0,1 1 0 0 0,-1 0 0 0 0,0-1 0 0 0,6 5 0 0 0,-10-5-22 0 0,1 0 0 0 0,-1 0 0 0 0,0 0 0 0 0,0 0 0 0 0,1 0 0 0 0,-1 0 0 0 0,0 0 0 0 0,0 0 0 0 0,0 0 0 0 0,0 0 0 0 0,0 0 0 0 0,0 0 0 0 0,-1-1 0 0 0,1 1 0 0 0,0 0 0 0 0,0 0 0 0 0,-1 0 0 0 0,1 0 0 0 0,0 0 0 0 0,-1 0 0 0 0,1 0 0 0 0,-1 0 0 0 0,1-1 0 0 0,-1 1 0 0 0,1 0 0 0 0,-1 0 0 0 0,-1 0 0 0 0,-18 22-166 0 0,-39 33 151 0 0,28-29-1192 0 0,2 1-4529 0 0,8-6-1333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1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11058 0 0,'32'-9'4907'0'0,"45"-19"-178"0"0,-47 17-4942 0 0,41-11 0 0 0,-70 21 127 0 0,1 1-1 0 0,-1 0 1 0 0,0 0-1 0 0,1-1 1 0 0,-1 1-1 0 0,1 1 1 0 0,-1-1-1 0 0,1 0 1 0 0,-1 0-1 0 0,1 0 0 0 0,-1 1 1 0 0,1-1-1 0 0,-1 1 1 0 0,0-1-1 0 0,1 1 1 0 0,-1-1-1 0 0,0 1 1 0 0,0 0-1 0 0,1 0 1 0 0,-1 0-1 0 0,0 0 1 0 0,0-1-1 0 0,0 2 0 0 0,0-1 1 0 0,0 0-1 0 0,1 1 1 0 0,4 7 86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1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61 9218 0 0,'-7'6'1565'0'0,"19"-7"-238"0"0,20-7 937 0 0,20-14-696 0 0,-39 16-1929 0 0,1 0 0 0 0,-1 1 1 0 0,1 0-1 0 0,0 1 0 0 0,22-4 1 0 0,-13 7 433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1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9674 0 0,'12'44'6617'0'0,"15"70"-2063"0"0,0 62-2379 0 0,2 10-1462 0 0,-22-152-708 0 0,-2-15-80 0 0,-1 1 0 0 0,-1-1 0 0 0,-1 1 0 0 0,0 20-1 0 0,-4-28-450 0 0,-2-2-153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2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1 113 5985 0 0,'7'-6'197'0'0,"1"0"0"0"0,-1 1-1 0 0,1 0 1 0 0,1 0 0 0 0,-1 1-1 0 0,14-4 1 0 0,4-4 121 0 0,1 0 647 0 0,0 1-1 0 0,1 1 1 0 0,41-10-1 0 0,-56 17-367 0 0,1 1-1 0 0,-1 0 0 0 0,1 1 0 0 0,0 1 1 0 0,-1 0-1 0 0,1 0 0 0 0,0 1 1 0 0,-1 1-1 0 0,24 6 0 0 0,-34-7-492 0 0,0-1-1 0 0,-1 1 1 0 0,1 0 0 0 0,0 0-1 0 0,0 1 1 0 0,-1-1-1 0 0,1 0 1 0 0,0 1 0 0 0,-1 0-1 0 0,0-1 1 0 0,1 1 0 0 0,-1 0-1 0 0,0 0 1 0 0,0 1-1 0 0,0-1 1 0 0,0 0 0 0 0,0 0-1 0 0,-1 1 1 0 0,1 0 0 0 0,-1-1-1 0 0,0 1 1 0 0,1 0-1 0 0,-1-1 1 0 0,0 1 0 0 0,-1 0-1 0 0,1 0 1 0 0,0 0 0 0 0,-1 0-1 0 0,0 0 1 0 0,1 0-1 0 0,-1 0 1 0 0,-1 0 0 0 0,1 0-1 0 0,0 0 1 0 0,-1-1 0 0 0,1 1-1 0 0,-1 0 1 0 0,0 0-1 0 0,0 0 1 0 0,-2 3 0 0 0,-3 10 8 0 0,-1-2 1 0 0,-1 1 0 0 0,0-1 0 0 0,-1 0 0 0 0,-1-1 0 0 0,-11 12-1 0 0,-47 51 7 0 0,41-47-89 0 0,0 0-1 0 0,2 2 1 0 0,1 1 0 0 0,-33 59-1 0 0,55-88 11 0 0,1 0-1 0 0,0 0 1 0 0,-1 0-1 0 0,1 0 1 0 0,0 0-1 0 0,0 0 1 0 0,1 0-1 0 0,-1 0 1 0 0,1 0-1 0 0,-1 1 0 0 0,1-1 1 0 0,0 0-1 0 0,0 0 1 0 0,0 1-1 0 0,2 4 1 0 0,-1-6-8 0 0,0 0-1 0 0,0 0 1 0 0,1 0-1 0 0,-1 0 1 0 0,0-1 0 0 0,1 1-1 0 0,0 0 1 0 0,-1-1 0 0 0,1 0-1 0 0,0 1 1 0 0,0-1 0 0 0,0 0-1 0 0,0 0 1 0 0,0 0-1 0 0,0 0 1 0 0,0 0 0 0 0,0 0-1 0 0,0-1 1 0 0,0 1 0 0 0,0-1-1 0 0,0 1 1 0 0,1-1 0 0 0,2 0-1 0 0,20 1 23 0 0,0-1 0 0 0,0-1 0 0 0,0-2 0 0 0,0 0 0 0 0,0-2 0 0 0,26-8 0 0 0,9 0-328 0 0,26-4-2430 0 0,-60 14-5106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3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30 165 7834 0 0,'2'-3'515'0'0,"-1"1"0"0"0,0-1 1 0 0,-1 0-1 0 0,1 1 1 0 0,0-1-1 0 0,-1 0 1 0 0,0 0-1 0 0,1 1 0 0 0,-1-1 1 0 0,-5-17 8035 0 0,4 27-7170 0 0,-3 6-1544 0 0,4-12 170 0 0,0-1-1 0 0,0 1 1 0 0,0-1 0 0 0,0 1-1 0 0,0-1 1 0 0,0 0 0 0 0,0 1-1 0 0,0-1 1 0 0,0 1 0 0 0,0-1-1 0 0,0 0 1 0 0,0 1 0 0 0,0-1-1 0 0,0 1 1 0 0,0-1 0 0 0,0 1-1 0 0,0-1 1 0 0,1 0 0 0 0,-1 1-1 0 0,0-1 1 0 0,0 0 0 0 0,1 1-1 0 0,-1-1 1 0 0,0 0 0 0 0,0 1-1 0 0,1-1 1 0 0,-1 0 0 0 0,0 0-1 0 0,1 1 1 0 0,-1-1 0 0 0,0 0-1 0 0,1 0 1 0 0,-1 1 0 0 0,0-1-1 0 0,1 0 1 0 0,-1 0 0 0 0,1 0-1 0 0,-1 0 1 0 0,1 0 0 0 0,-1 0-1 0 0,0 0 1 0 0,1 0 0 0 0,-1 1-1 0 0,1-2 1 0 0,-1 1 0 0 0,0 0-1 0 0,1 0 1 0 0,-1 0 0 0 0,1 0-1 0 0,-1 0 1 0 0,1 0 0 0 0,-1 0-1 0 0,0 0 1 0 0,1-1 0 0 0,-1 1-1 0 0,0 0 1 0 0,1 0 0 0 0,-1-1-1 0 0,0 1 1 0 0,1 0 0 0 0,-1 0-1 0 0,0-1 1 0 0,1 1 0 0 0,-1-1-1 0 0,4-3 43 0 0,0 0-1 0 0,-1 0 1 0 0,0-1-1 0 0,0 0 1 0 0,0 1-1 0 0,-1-1 1 0 0,1 0-1 0 0,-1 0 0 0 0,0-1 1 0 0,-1 1-1 0 0,2-7 1 0 0,14-33 192 0 0,-16 42-221 0 0,1 0-1 0 0,-1 0 1 0 0,1 0-1 0 0,-1 0 0 0 0,0-1 1 0 0,-1 1-1 0 0,1 0 1 0 0,0-1-1 0 0,-1-4 1 0 0,-6 91 553 0 0,6-80-556 0 0,-1 1-1 0 0,0-1 0 0 0,-1 0 0 0 0,1 0 0 0 0,-1 1 1 0 0,1-1-1 0 0,-1 0 0 0 0,0 0 0 0 0,0-1 1 0 0,0 1-1 0 0,0 0 0 0 0,-5 4 0 0 0,3-4 4 0 0,1 1 0 0 0,0-1-1 0 0,0 1 1 0 0,1 0 0 0 0,-1 0-1 0 0,1 0 1 0 0,-3 6-1 0 0,-11 37-19 0 0,9-28 0 0 0,0 1 0 0 0,2-1 0 0 0,-6 32 0 0 0,10-46 0 0 0,1-1 0 0 0,-1 1 0 0 0,1 0 0 0 0,0-1 0 0 0,1 1 0 0 0,-1 0 0 0 0,1-1 0 0 0,0 1 0 0 0,0 0 0 0 0,0-1 0 0 0,1 1 0 0 0,-1-1 0 0 0,1 0 0 0 0,0 0 0 0 0,1 1 0 0 0,-1-1 0 0 0,1-1 0 0 0,-1 1 0 0 0,1 0 0 0 0,6 5 0 0 0,-6-7 7 0 0,0 0 1 0 0,1 0-1 0 0,-1 0 0 0 0,1-1 0 0 0,-1 1 0 0 0,1-1 0 0 0,0 0 0 0 0,0 0 0 0 0,-1 0 0 0 0,1-1 0 0 0,0 1 0 0 0,0-1 0 0 0,0 0 0 0 0,0 0 0 0 0,0 0 0 0 0,0-1 0 0 0,4 0 1 0 0,12-3 69 0 0,38-12 1 0 0,-48 13-73 0 0,11-3-562 0 0,61-22 1336 0 0,-31 3-8754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3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 6913 0 0,'-13'2'1696'0'0,"0"-1"0"0"0,0 0-1 0 0,0-1 1 0 0,-18-2-1 0 0,-3 1 3673 0 0,34 3-5208 0 0,0-1 0 0 0,0 1-1 0 0,0 0 1 0 0,0-1 0 0 0,0 1-1 0 0,0 0 1 0 0,0-1 0 0 0,1 1 0 0 0,-1 0-1 0 0,1-1 1 0 0,0 1 0 0 0,-1-1 0 0 0,1 1-1 0 0,0-1 1 0 0,0 1 0 0 0,1 1 0 0 0,0 0 131 0 0,14 43 200 0 0,-2 0 0 0 0,-1 0 0 0 0,-3 1 0 0 0,6 61 0 0 0,-9-51-480 0 0,3 0 0 0 0,24 75 0 0 0,-26-108-1844 0 0,-1-3-6913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4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12 365 3225 0 0,'-7'-74'2394'0'0,"2"37"1935"0"0,8 5 8935 0 0,12 40-13814 0 0,-13-7 966 0 0,6 6-325 0 0,0 0-1 0 0,0 1 0 0 0,0 0 0 0 0,-1 1 1 0 0,0 0-1 0 0,0 0 0 0 0,-1 0 1 0 0,7 15-1 0 0,11 14 16 0 0,-12-20-73 0 0,2-2 1 0 0,0 0-1 0 0,1-1 1 0 0,0 0-1 0 0,1-1 0 0 0,1-1 1 0 0,0 0-1 0 0,1-1 0 0 0,0-2 1 0 0,1 1-1 0 0,0-2 0 0 0,1-1 1 0 0,0 0-1 0 0,0-1 0 0 0,0-1 1 0 0,1-1-1 0 0,0-1 0 0 0,23 1 1 0 0,-39-4 19 0 0,0-1 0 0 0,0 0 0 0 0,-1-1 1 0 0,1 1-1 0 0,0-1 0 0 0,-1 0 1 0 0,1 0-1 0 0,0 0 0 0 0,-1 0 0 0 0,1-1 1 0 0,-1 0-1 0 0,0 0 0 0 0,8-4 0 0 0,-6 1 27 0 0,0 0 0 0 0,1 0 0 0 0,-2-1 0 0 0,1 0 0 0 0,-1 0 0 0 0,1 0 0 0 0,5-10 0 0 0,1-6 75 0 0,0 0-1 0 0,-2-1 1 0 0,0 0 0 0 0,7-29 0 0 0,-2-3-388 0 0,-1 0 1 0 0,-4-1 0 0 0,7-95-1 0 0,-17 126-763 0 0,0 17-1954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5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14283 0 0,'10'5'885'0'0,"0"1"-1"0"0,0 0 1 0 0,-1 0-1 0 0,0 1 1 0 0,12 12-1 0 0,-14-13-606 0 0,31 30 337 0 0,-2 2-1 0 0,-1 1 0 0 0,-2 2 1 0 0,31 52-1 0 0,38 46-3708 0 0,-90-124 605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5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15 9218 0 0,'-1'-2'175'0'0,"-1"1"0"0"0,0-1 1 0 0,0 1-1 0 0,0 0 0 0 0,1 0 0 0 0,-1 0 1 0 0,-1 0-1 0 0,1 0 0 0 0,0 0 0 0 0,0 0 0 0 0,0 1 1 0 0,0-1-1 0 0,0 1 0 0 0,-1 0 0 0 0,1 0 1 0 0,0 0-1 0 0,0 0 0 0 0,-1 0 0 0 0,1 0 1 0 0,0 0-1 0 0,0 1 0 0 0,-1-1 0 0 0,1 1 0 0 0,0-1 1 0 0,0 1-1 0 0,0 0 0 0 0,0 0 0 0 0,0 0 1 0 0,0 0-1 0 0,0 1 0 0 0,0-1 0 0 0,-1 2 1 0 0,-11 6 415 0 0,1 1 0 0 0,1 0 0 0 0,0 1 0 0 0,1 1 0 0 0,0 0 0 0 0,-17 24 1 0 0,-50 88 776 0 0,65-101-1072 0 0,11-18-257 0 0,-119 228 1529 0 0,111-203-1860 0 0,8-9-5792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5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11979 0 0,'15'-7'1015'0'0,"69"-33"1401"0"0,-24 21-4512 0 0,-58 19 1896 0 0,1 0 0 0 0,0-1 0 0 0,0 1 0 0 0,-1 1 0 0 0,1-1 0 0 0,0 0 0 0 0,0 0 1 0 0,-1 1-1 0 0,1 0 0 0 0,0-1 0 0 0,-1 1 0 0 0,1 0 0 0 0,-1 1 0 0 0,4 1 0 0 0,-2-1 185 0 0,0 1 0 0 0,0 0 0 0 0,-1 0-1 0 0,1 0 1 0 0,-1 1 0 0 0,0-1-1 0 0,0 1 1 0 0,0 0 0 0 0,0 0 0 0 0,-1 0-1 0 0,1 0 1 0 0,1 6 0 0 0,2 7-52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5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0 130 13363 0 0,'3'3'3675'0'0,"-3"-3"-3572"0"0,24-11 1588 0 0,33-22-128 0 0,-8 1-1333 0 0,28-15-4594 0 0,-60 37-1671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6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5985 0 0,'29'-16'3607'0'0,"23"-12"1181"0"0,-49 27-4464 0 0,1-1-1 0 0,0 1 1 0 0,0-1 0 0 0,0 1-1 0 0,0 1 1 0 0,0-1-1 0 0,0 0 1 0 0,0 1 0 0 0,1 0-1 0 0,7 1 1 0 0,-11-1-228 0 0,1 1-1 0 0,-1-1 1 0 0,1 1 0 0 0,-1 0-1 0 0,0 0 1 0 0,1 0 0 0 0,-1 0 0 0 0,0 0-1 0 0,1 0 1 0 0,-1 0 0 0 0,0 0 0 0 0,0 0-1 0 0,0 0 1 0 0,0 1 0 0 0,0-1-1 0 0,0 0 1 0 0,-1 1 0 0 0,1-1 0 0 0,0 1-1 0 0,-1-1 1 0 0,1 1 0 0 0,-1-1 0 0 0,1 1-1 0 0,-1 0 1 0 0,0-1 0 0 0,0 1-1 0 0,1 3 1 0 0,-2 49 749 0 0,0-46-737 0 0,-4 47 115 0 0,1-21 151 0 0,1-1-1 0 0,3 53 0 0 0,1-77-600 0 0,0 0-1 0 0,1 0 1 0 0,-1 0-1 0 0,2-1 1 0 0,-1 1-1 0 0,1 0 1 0 0,0-1 0 0 0,1 1-1 0 0,0-1 1 0 0,1 0-1 0 0,-1 0 1 0 0,2-1-1 0 0,-1 0 1 0 0,8 9-1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6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10138 0 0,'2'5'1610'0'0,"0"0"-1"0"0,1 0 1 0 0,0 0-1 0 0,0 0 1 0 0,6 8 0 0 0,11 18-2215 0 0,-19-25 538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7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15 113 13827 0 0,'-1'0'72'0'0,"0"0"1"0"0,1 0 0 0 0,-1 0-1 0 0,0 0 1 0 0,1 0-1 0 0,-1 1 1 0 0,1-1-1 0 0,-1 0 1 0 0,0 0-1 0 0,1 1 1 0 0,-1-1-1 0 0,1 0 1 0 0,-1 1 0 0 0,1-1-1 0 0,-1 0 1 0 0,1 1-1 0 0,-1-1 1 0 0,1 1-1 0 0,0-1 1 0 0,-1 1-1 0 0,1-1 1 0 0,-1 1-1 0 0,1-1 1 0 0,0 1 0 0 0,0 0-1 0 0,-1-1 1 0 0,1 1-1 0 0,0-1 1 0 0,0 1-1 0 0,0 0 1 0 0,-1-1-1 0 0,1 1 1 0 0,0-1-1 0 0,0 1 1 0 0,0 0 0 0 0,0-1-1 0 0,0 1 1 0 0,1 1-1 0 0,-1-1 73 0 0,0 1-1 0 0,0 0 1 0 0,0-1-1 0 0,1 1 1 0 0,-1-1-1 0 0,1 1 1 0 0,-1 0-1 0 0,1-1 1 0 0,0 1-1 0 0,-1-1 1 0 0,1 0-1 0 0,0 1 1 0 0,0-1-1 0 0,0 1 1 0 0,2 0-1 0 0,18 11 1844 0 0,-20-13-1921 0 0,0 1 0 0 0,0-1 0 0 0,-1 1 0 0 0,1-1 0 0 0,0 0 0 0 0,0 1 0 0 0,0-1 0 0 0,0 0 0 0 0,0 1 0 0 0,0-1 0 0 0,1 0 0 0 0,-1 0 0 0 0,0 0 0 0 0,0 0-1 0 0,0 0 1 0 0,0 0 0 0 0,0 0 0 0 0,0-1 0 0 0,0 1 0 0 0,1-1 0 0 0,0 1 11 0 0,-1 0 0 0 0,1-1 0 0 0,-1 1 0 0 0,1 0 0 0 0,0 0 0 0 0,-1 0 0 0 0,1 0 0 0 0,-1 0 0 0 0,1 1 1 0 0,0-1-1 0 0,-1 0 0 0 0,1 1 0 0 0,-1-1 0 0 0,1 1 0 0 0,-1 0 0 0 0,1-1 0 0 0,-1 1 0 0 0,0 0 0 0 0,1 0 0 0 0,1 2 0 0 0,33 21 22 0 0,54 52 159 0 0,13 10-110 0 0,-90-77-116 0 0,-1-1 0 0 0,1-1 0 0 0,1 0-1 0 0,-1 0 1 0 0,1-2 0 0 0,26 8 0 0 0,-37-12 5 0 0,1-1 1 0 0,-1 1-1 0 0,0-1 1 0 0,1 0-1 0 0,-1 0 1 0 0,0 0-1 0 0,1-1 1 0 0,-1 1 0 0 0,0-1-1 0 0,1 0 1 0 0,-1 0-1 0 0,0 0 1 0 0,0 0-1 0 0,0 0 1 0 0,0-1-1 0 0,0 1 1 0 0,0-1 0 0 0,0 0-1 0 0,-1 0 1 0 0,1 0-1 0 0,0 0 1 0 0,-1-1-1 0 0,0 1 1 0 0,0-1-1 0 0,4-5 1 0 0,4-6 118 0 0,-1-1 1 0 0,-1 0-1 0 0,12-31 0 0 0,-9 21-73 0 0,42-103 90 0 0,-47 110-511 0 0,-1 1 0 0 0,0-2 0 0 0,-2 1 0 0 0,0 0-1 0 0,0-26 1 0 0,-4 34-326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8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1 186 12443 0 0,'0'-12'9466'0'0,"13"24"-9257"0"0,0 0 1 0 0,-1 1 0 0 0,-1 1-1 0 0,17 24 1 0 0,-28-38-201 0 0,0 0 0 0 0,0 0 0 0 0,0 1 1 0 0,0-1-1 0 0,0 0 0 0 0,0 0 0 0 0,0 0 0 0 0,0 0 1 0 0,0 1-1 0 0,1-1 0 0 0,-1 0 0 0 0,0 0 0 0 0,0 0 0 0 0,0 0 1 0 0,0 0-1 0 0,0 0 0 0 0,1 0 0 0 0,-1 1 0 0 0,0-1 1 0 0,0 0-1 0 0,0 0 0 0 0,0 0 0 0 0,1 0 0 0 0,-1 0 0 0 0,0 0 1 0 0,0 0-1 0 0,0 0 0 0 0,0 0 0 0 0,1 0 0 0 0,-1 0 1 0 0,0 0-1 0 0,0 0 0 0 0,0 0 0 0 0,1 0 0 0 0,-1 0 0 0 0,0 0 1 0 0,0 0-1 0 0,0 0 0 0 0,0 0 0 0 0,1 0 0 0 0,-1 0 1 0 0,0-1-1 0 0,0 1 0 0 0,0 0 0 0 0,0 0 0 0 0,1 0 0 0 0,-1 0 1 0 0,0 0-1 0 0,0 0 0 0 0,0-1 0 0 0,0 1 0 0 0,0 0 1 0 0,0 0-1 0 0,0 0 0 0 0,1 0 0 0 0,-1 0 0 0 0,0-1 0 0 0,0 1 1 0 0,0 0-1 0 0,0 0 0 0 0,1-2-8 0 0,-1 1 0 0 0,1 0 0 0 0,0 0 0 0 0,0 0-1 0 0,0 0 1 0 0,0 0 0 0 0,0 1 0 0 0,0-1 0 0 0,0 0 0 0 0,0 0 0 0 0,0 1 0 0 0,0-1 0 0 0,0 0 0 0 0,1 1-1 0 0,-1-1 1 0 0,0 1 0 0 0,0 0 0 0 0,2-1 0 0 0,28 2 83 0 0,-19 0-9 0 0,-4-1-57 0 0,-1 1 0 0 0,0-1-1 0 0,0-1 1 0 0,0 1 0 0 0,0-1 0 0 0,1-1-1 0 0,-1 1 1 0 0,0-1 0 0 0,-1 0 0 0 0,1-1-1 0 0,0 0 1 0 0,-1 0 0 0 0,9-5 0 0 0,-7 3 5 0 0,-2-1 1 0 0,1 0 0 0 0,0 0-1 0 0,-1 0 1 0 0,0-1 0 0 0,-1 0 0 0 0,1 0-1 0 0,-1-1 1 0 0,-1 1 0 0 0,7-14 0 0 0,16-44 296 0 0,-9 21-2263 0 0,-5 15-4184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8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1840 0 0,'-19'10'18206'0'0,"36"95"-14963"0"0,-1-31-4110 0 0,-11-51-421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8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87 8290 0 0,'10'-5'2042'0'0,"1"0"0"0"0,-1 0 0 0 0,0-1 0 0 0,16-13 0 0 0,30-16 683 0 0,-52 33-2653 0 0,0 0 0 0 0,0 1 0 0 0,0-1 0 0 0,1 1-1 0 0,-1 0 1 0 0,0 0 0 0 0,1 0 0 0 0,-1 1 0 0 0,1 0 0 0 0,-1-1 0 0 0,10 2-1 0 0,-12 0-284 0 0,0-1-1 0 0,-1 1 0 0 0,1 0 0 0 0,0-1 0 0 0,0 1 0 0 0,0 0 0 0 0,-1 0 0 0 0,1 0 1 0 0,0 0-1 0 0,-1 0 0 0 0,1 1 0 0 0,-1-1 0 0 0,1 0 0 0 0,-1 1 0 0 0,0-1 0 0 0,1 1 1 0 0,-1-1-1 0 0,2 4 0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8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0 135 6449 0 0,'28'-16'5316'0'0,"11"-14"-2629"0"0,8-6-3806 0 0,-40 31-77 0 0,1 1 0 0 0,0-1 0 0 0,0 2-1 0 0,13-6 1 0 0,8-7-924 0 0,-15 6 1977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9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4609 0 0,'5'-4'512'0'0,"0"-1"0"0"0,1 1 1 0 0,-1 0-1 0 0,1 0 0 0 0,0 1 0 0 0,0 0 1 0 0,1 0-1 0 0,-1 0 0 0 0,1 1 0 0 0,-1 0 1 0 0,1 0-1 0 0,0 1 0 0 0,0-1 0 0 0,11 1 1 0 0,-14 0-274 0 0,0 1 0 0 0,-1 0 1 0 0,1 1-1 0 0,0-1 0 0 0,0 1 1 0 0,-1-1-1 0 0,1 1 0 0 0,0 0 0 0 0,-1 0 1 0 0,1 1-1 0 0,-1-1 0 0 0,1 1 1 0 0,-1 0-1 0 0,0 0 0 0 0,0 0 1 0 0,1 0-1 0 0,-2 0 0 0 0,1 1 1 0 0,0 0-1 0 0,0-1 0 0 0,-1 1 1 0 0,1 0-1 0 0,-1 0 0 0 0,0 0 0 0 0,0 1 1 0 0,0-1-1 0 0,2 7 0 0 0,4 16 196 0 0,-2 1 0 0 0,-1 0 0 0 0,-1 0 0 0 0,-2 0 0 0 0,0 1-1 0 0,-3 34 1 0 0,0-23-147 0 0,2 0-1 0 0,8 48 1 0 0,23 56-3285 0 0,-30-126 2978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6:49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9674 0 0,'-3'12'5521'0'0,"2"-7"-3904"0"0,1-1-409 0 0,-2 1-88 0 0,1-2-8 0 0,1 0-7 0 0,4-1-1658 0 0,5-4 105 0 0,0-1-16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17.7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3173 0 9218 0 0,'-3'0'288'0'0,"1"1"1"0"0,-24 13 3460 0 0,23-11-3461 0 0,-7 5 56 0 0,-68 30 3534 0 0,59-30-3287 0 0,-1 1-1 0 0,1 1 1 0 0,-29 21-1 0 0,-157 112 550 0 0,109-80-1155 0 0,52-34 119 0 0,2 3 0 0 0,0 1 0 0 0,-56 59 0 0 0,72-60 44 0 0,2 1 0 0 0,-22 42 0 0 0,1-4-8 0 0,-21 18-119 0 0,-3-2 0 0 0,-125 118 1 0 0,98-106-9 0 0,31-30 12 0 0,-115 95 1 0 0,93-90 2 0 0,3 5 1 0 0,-92 112-1 0 0,-35 34 15 0 0,-27 47-16 0 0,172-189-15 0 0,-4-3 1 0 0,-90 82-1 0 0,117-124-12 0 0,2 2 0 0 0,1 2 0 0 0,3 1 0 0 0,1 2 0 0 0,2 2 0 0 0,3 1 0 0 0,1 1 0 0 0,-27 64 0 0 0,21-18 59 0 0,5 1 1 0 0,-30 159-1 0 0,35-139-37 0 0,21-89-22 0 0,2 0 1 0 0,0 0-1 0 0,2 1 0 0 0,1-1 0 0 0,2 1 1 0 0,0-1-1 0 0,8 35 0 0 0,57 188 61 0 0,-61-229-49 0 0,19 48 164 0 0,50 95 0 0 0,-28-65-14 0 0,-38-80-160 0 0,1-1-1 0 0,0 0 0 0 0,2-1 0 0 0,0 0 0 0 0,18 19 1 0 0,79 67 45 0 0,-102-96-38 0 0,154 155 105 0 0,-65-62-70 0 0,-45-47-31 0 0,3-2 0 0 0,2-2 1 0 0,100 66-1 0 0,-102-79-46 0 0,76 67 0 0 0,-26-18 51 0 0,21 20 18 0 0,-76-62-74 0 0,99 68 0 0 0,-99-82 20 0 0,0 2 1 0 0,-3 2-1 0 0,-1 3 1 0 0,58 56-1 0 0,-54-42 18 0 0,3-2 0 0 0,1-3 0 0 0,3-2 0 0 0,102 60 0 0 0,-111-71 84 0 0,-1 2-1 0 0,47 45 1 0 0,61 45-119 0 0,92 55 99 0 0,-217-159 16 0 0,0-2 0 0 0,43 19 1 0 0,-52-28-26 0 0,0 1 0 0 0,-1 0 1 0 0,0 2-1 0 0,0 0 0 0 0,-1 1 1 0 0,-1 1-1 0 0,0 0 1 0 0,19 22-1 0 0,-22-17 47 0 0,-1 1 0 0 0,-1 0 0 0 0,11 27 0 0 0,-12-25-26 0 0,-9-24 125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22.21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239 78 1840 0 0,'0'-4'63'0'0,"2"-2"134"0"0,-1 0 0 0 0,0 0 0 0 0,0 0 0 0 0,-1 0 0 0 0,1-1 0 0 0,-2-10-1 0 0,1 16-173 0 0,-1 0-1 0 0,1 0 1 0 0,0 0-1 0 0,-1 0 1 0 0,1 1-1 0 0,0-1 1 0 0,-1 0-1 0 0,1 0 1 0 0,-1 0-1 0 0,0 0 1 0 0,1 0-1 0 0,-1 1 1 0 0,0-1-1 0 0,1 0 1 0 0,-1 1-1 0 0,0-1 0 0 0,0 0 1 0 0,0 1-1 0 0,0-1 1 0 0,-1 0-38 0 0,0 0 1 0 0,0 1 0 0 0,0 0-1 0 0,0-1 1 0 0,0 1-1 0 0,0 0 1 0 0,0 0-1 0 0,0 0 1 0 0,0 0 0 0 0,0 0-1 0 0,0 0 1 0 0,0 1-1 0 0,-2 0 1 0 0,-20 4 340 0 0,0 2 1 0 0,1 1 0 0 0,0 0 0 0 0,0 2-1 0 0,-32 18 1 0 0,53-26-66 0 0,-1 1 0 0 0,1-1-1 0 0,-1 1 1 0 0,1-1 0 0 0,0 1 0 0 0,0 0-1 0 0,0 0 1 0 0,0 0 0 0 0,1 0 0 0 0,-1 0 0 0 0,1 0-1 0 0,0 1 1 0 0,-1-1 0 0 0,2 0 0 0 0,-1 1-1 0 0,0-1 1 0 0,1 1 0 0 0,-1-1 0 0 0,1 1-1 0 0,0 4 1 0 0,0-3 41 0 0,1-1 0 0 0,-1 1 1 0 0,1-1-1 0 0,-1 0 0 0 0,1 1 0 0 0,0-1 0 0 0,1 0 0 0 0,-1 0 0 0 0,1 0 1 0 0,0 0-1 0 0,0 0 0 0 0,0 0 0 0 0,0 0 0 0 0,1-1 0 0 0,4 7 0 0 0,3-3 189 0 0,-1 1 0 0 0,1-1 0 0 0,0-1 0 0 0,1 0 0 0 0,0 0 0 0 0,16 5 0 0 0,74 20 1126 0 0,-6-3-623 0 0,-22 5-714 0 0,-2 3-1 0 0,-2 3 0 0 0,70 51 1 0 0,0 0-80 0 0,-6-21-91 0 0,-99-54-105 0 0,0 2-1 0 0,-1 1 1 0 0,-1 1 0 0 0,45 37 0 0 0,111 135-1 0 0,-126-123 44 0 0,124 104 0 0 0,-155-146-8 0 0,-1 1-1 0 0,44 53 1 0 0,43 71-299 0 0,-19-24 307 0 0,34 19 81 0 0,-108-122-104 0 0,2-2 0 0 0,1-1 1 0 0,51 31-1 0 0,-37-26-11 0 0,-1 3 0 0 0,-1 1-1 0 0,-2 3 1 0 0,61 66-1 0 0,-86-87 51 0 0,82 83 286 0 0,56 59-721 0 0,-25-26 450 0 0,-34-38-119 0 0,-76-72 28 0 0,0 0 0 0 0,-2 1 1 0 0,0 0-1 0 0,-1 1 0 0 0,-1 1 0 0 0,16 42 0 0 0,33 138-94 0 0,-56-181 107 0 0,-2 0 0 0 0,0 0 0 0 0,-1 1 0 0 0,-1-1 0 0 0,0 1 0 0 0,-2-1 0 0 0,-1 0 0 0 0,0 0 0 0 0,-8 26 0 0 0,-11 23 0 0 0,-35 80 0 0 0,57-148 0 0 0,-28 63 16 0 0,-2-1 0 0 0,-3-2 0 0 0,-45 62 0 0 0,-39 66 35 0 0,76-119-20 0 0,-2-2 0 0 0,-59 72 0 0 0,12-44-33 0 0,54-59 5 0 0,1 2 0 0 0,2 0 1 0 0,-35 55-1 0 0,-66 111 55 0 0,102-163-60 0 0,-1-2 1 0 0,-65 60-1 0 0,-170 172 2 0 0,-25 13 21 0 0,187-189-28 0 0,-144 167 1 0 0,-62 141-311 0 0,173-194 304 0 0,54-76 15 0 0,73-116 19 0 0,-3 1 94 0 0,2 2 1 0 0,0-1 0 0 0,2 2 0 0 0,0-1 0 0 0,1 2 0 0 0,-8 29 0 0 0,16-45-37 0 0,-1 0-1 0 0,0 1 1 0 0,-1-1 0 0 0,1 0-1 0 0,-1-1 1 0 0,0 1-1 0 0,-1-1 1 0 0,0 0-1 0 0,0 0 1 0 0,0 0 0 0 0,-10 8-1 0 0,13-12-67 0 0,-8 15 199 0 0,7-13-382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33 328 456 0 0,'-14'-20'649'0'0,"11"15"1001"0"0,0-1 1 0 0,1 0-1 0 0,-1 0 0 0 0,1 1 1 0 0,1-1-1 0 0,-1 0 0 0 0,1-1 1 0 0,0 1-1 0 0,0-11 0 0 0,6-14 425 0 0,-4 31-2008 0 0,-1-1-1 0 0,1 0 1 0 0,0 0 0 0 0,-1 1 0 0 0,1-1 0 0 0,0 0-1 0 0,-1 1 1 0 0,1-1 0 0 0,0 1 0 0 0,-1-1-1 0 0,1 1 1 0 0,0-1 0 0 0,0 1 0 0 0,0-1 0 0 0,0 1-1 0 0,0 0 1 0 0,-1-1 0 0 0,1 1 0 0 0,0 0 0 0 0,0 0-1 0 0,0 0 1 0 0,0 0 0 0 0,0 0 0 0 0,0 0-1 0 0,0 0 1 0 0,0 0 0 0 0,0 0 0 0 0,0 0 0 0 0,-1 0-1 0 0,1 1 1 0 0,0-1 0 0 0,0 0 0 0 0,0 1 0 0 0,0-1-1 0 0,0 0 1 0 0,-1 1 0 0 0,1-1 0 0 0,0 1-1 0 0,1 0 1 0 0,33 22 144 0 0,-13-1-149 0 0,0 1 0 0 0,-1 0 0 0 0,-2 2 0 0 0,29 48 0 0 0,-29-43-39 0 0,1-1 0 0 0,2 0 0 0 0,38 40 0 0 0,-52-62-21 0 0,1 0-1 0 0,-1 0 1 0 0,1 0 0 0 0,1-1-1 0 0,-1-1 1 0 0,1 0-1 0 0,0 0 1 0 0,0-1 0 0 0,0 0-1 0 0,1 0 1 0 0,-1-2-1 0 0,1 1 1 0 0,0-1 0 0 0,0 0-1 0 0,20-1 1 0 0,-25-1 48 0 0,0 0 0 0 0,0-1-1 0 0,0 0 1 0 0,0 0 0 0 0,0 0 0 0 0,0-1 0 0 0,0 0 0 0 0,0 0 0 0 0,-1 0-1 0 0,1-1 1 0 0,-1 0 0 0 0,10-6 0 0 0,-8 3 28 0 0,1-1-1 0 0,-1 1 1 0 0,-1-1-1 0 0,0-1 1 0 0,0 1-1 0 0,0-1 1 0 0,7-12 0 0 0,1-11 187 0 0,0 0 0 0 0,-2-1 0 0 0,13-54 0 0 0,-18 59-122 0 0,71-280-97 0 0,-74 298-985 0 0,0 17 44 0 0,-1 19-4975 0 0,-1-7-2263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1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5065 0 0,'-11'-27'2535'0'0,"10"25"-2150"0"0,1 1 0 0 0,-1-1-1 0 0,1 1 1 0 0,0-1-1 0 0,0 0 1 0 0,0 1 0 0 0,0-1-1 0 0,0 1 1 0 0,0-1 0 0 0,0 1-1 0 0,1-1 1 0 0,-1 1-1 0 0,0-1 1 0 0,1 0 0 0 0,-1 1-1 0 0,2-2 1 0 0,-2 2-271 0 0,1 1 0 0 0,-1 0 0 0 0,0 0 1 0 0,1 0-1 0 0,-1 0 0 0 0,1 0 0 0 0,-1 0 0 0 0,1-1 0 0 0,-1 1 1 0 0,0 0-1 0 0,1 0 0 0 0,-1 0 0 0 0,1 1 0 0 0,-1-1 0 0 0,1 0 0 0 0,-1 0 1 0 0,0 0-1 0 0,1 0 0 0 0,-1 0 0 0 0,1 0 0 0 0,-1 1 0 0 0,0-1 0 0 0,1 0 1 0 0,-1 0-1 0 0,1 0 0 0 0,-1 1 0 0 0,0-1 0 0 0,1 0 0 0 0,-1 1 1 0 0,0-1-1 0 0,0 0 0 0 0,1 1 0 0 0,-1-1 0 0 0,0 0 0 0 0,0 1 0 0 0,1-1 1 0 0,-1 1-1 0 0,0-1 0 0 0,0 0 0 0 0,0 2 0 0 0,12 17 1090 0 0,-11-18-1048 0 0,24 56 824 0 0,-1 0 1 0 0,22 89-1 0 0,-32-101-855 0 0,-9-26-222 0 0,0 1 1 0 0,2 22-1 0 0,-6 0-1748 0 0,-9-3-4014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2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12 393 2304 0 0,'-5'-24'395'0'0,"2"0"0"0"0,1 0 0 0 0,0-1 0 0 0,2 1-1 0 0,3-28 1 0 0,-1 36 113 0 0,0 1-1 0 0,1-1 1 0 0,1 1 0 0 0,1-1-1 0 0,0 1 1 0 0,1 0 0 0 0,0 1-1 0 0,16-26 1 0 0,-19 35-233 0 0,1 1-1 0 0,0-1 1 0 0,0 1 0 0 0,0 0 0 0 0,0 0-1 0 0,1 1 1 0 0,0-1 0 0 0,0 1 0 0 0,0 0-1 0 0,0 0 1 0 0,0 0 0 0 0,0 1-1 0 0,1 0 1 0 0,-1 0 0 0 0,1 0 0 0 0,0 1-1 0 0,-1 0 1 0 0,1 0 0 0 0,0 0 0 0 0,0 1-1 0 0,0 0 1 0 0,0 0 0 0 0,-1 0 0 0 0,1 1-1 0 0,7 1 1 0 0,-8-1-124 0 0,0 0-1 0 0,-1 1 1 0 0,1-1 0 0 0,-1 1-1 0 0,1 0 1 0 0,-1 0 0 0 0,1 0-1 0 0,-1 1 1 0 0,0 0-1 0 0,0 0 1 0 0,0 0 0 0 0,-1 0-1 0 0,1 0 1 0 0,-1 1 0 0 0,0-1-1 0 0,0 1 1 0 0,0 0 0 0 0,0 0-1 0 0,0 0 1 0 0,-1 0 0 0 0,0 1-1 0 0,0-1 1 0 0,0 1 0 0 0,0-1-1 0 0,-1 1 1 0 0,0 0 0 0 0,0 0-1 0 0,0-1 1 0 0,-1 1-1 0 0,1 8 1 0 0,-2-1-50 0 0,-1 1 0 0 0,0 0 0 0 0,0-1-1 0 0,-1 1 1 0 0,-1-1 0 0 0,0 0 0 0 0,-1 0 0 0 0,0 0-1 0 0,-1-1 1 0 0,-12 20 0 0 0,-10 8 115 0 0,-46 53 0 0 0,72-90-207 0 0,-20 21 120 0 0,10-11-1573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2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0,'0'-1'124'0'0,"0"1"0"0"0,-1-1 0 0 0,1 0 0 0 0,0 0 0 0 0,0 0 0 0 0,-1 1 0 0 0,1-1 0 0 0,0 0 0 0 0,0 0 0 0 0,0 0 0 0 0,0 0 0 0 0,0 1 1 0 0,0-1-1 0 0,0 0 0 0 0,0 0 0 0 0,1 0 0 0 0,-1 0 0 0 0,0 1 0 0 0,0-1 0 0 0,1 0 0 0 0,-1 0 0 0 0,0 1 0 0 0,1-1 0 0 0,-1 0 0 0 0,1 1 0 0 0,-1-1 0 0 0,1 0 0 0 0,-1 1 0 0 0,1-1 0 0 0,0 1 0 0 0,-1-1 0 0 0,1 0 0 0 0,0 1 0 0 0,-1 0 0 0 0,1-1 0 0 0,0 1 0 0 0,0-1 1 0 0,-1 1-1 0 0,1 0 0 0 0,0 0 0 0 0,0-1 0 0 0,-1 1 0 0 0,1 0 0 0 0,0 0 0 0 0,0 0 0 0 0,0 0 0 0 0,1 0 0 0 0,0 0 132 0 0,0 0 1 0 0,0 0-1 0 0,0 0 1 0 0,0 0-1 0 0,-1 1 0 0 0,1-1 1 0 0,0 1-1 0 0,0-1 1 0 0,0 1-1 0 0,0 0 0 0 0,0 0 1 0 0,0 0-1 0 0,-1 0 1 0 0,1 0-1 0 0,0 0 0 0 0,-1 0 1 0 0,1 0-1 0 0,-1 1 1 0 0,1-1-1 0 0,1 3 0 0 0,4 8 53 0 0,-1-1 0 0 0,-1 1-1 0 0,0 1 1 0 0,0-1-1 0 0,-1 1 1 0 0,3 16-1 0 0,9 84-310 0 0,-9-55 170 0 0,0-19-271 0 0,3 33-675 0 0,-10-26-3698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1 333 2961 0 0,'6'-140'1216'0'0,"-4"125"-544"0"0,1 1-1 0 0,0-1 1 0 0,0 1-1 0 0,2 0 0 0 0,-1 0 1 0 0,2 0-1 0 0,9-17 1 0 0,-12 26-374 0 0,1 1 0 0 0,-1-1 0 0 0,1 1 1 0 0,0 0-1 0 0,0 0 0 0 0,0 0 0 0 0,1 0 1 0 0,-1 1-1 0 0,1 0 0 0 0,0 0 0 0 0,0 0 0 0 0,0 0 1 0 0,0 1-1 0 0,1 0 0 0 0,-1 0 0 0 0,1 0 1 0 0,-1 1-1 0 0,1 0 0 0 0,0 0 0 0 0,-1 0 1 0 0,1 1-1 0 0,0 0 0 0 0,-1 0 0 0 0,1 0 1 0 0,0 1-1 0 0,0 0 0 0 0,-1 0 0 0 0,1 0 0 0 0,-1 1 1 0 0,10 3-1 0 0,-10-3-200 0 0,0 0 1 0 0,0 0-1 0 0,0 1 0 0 0,-1-1 1 0 0,1 1-1 0 0,-1 0 1 0 0,1 0-1 0 0,-1 0 0 0 0,0 1 1 0 0,-1 0-1 0 0,1-1 1 0 0,-1 1-1 0 0,1 0 0 0 0,-1 1 1 0 0,0-1-1 0 0,0 1 1 0 0,-1-1-1 0 0,0 1 0 0 0,1 0 1 0 0,-2 0-1 0 0,1 0 1 0 0,0 0-1 0 0,-1 0 0 0 0,0 0 1 0 0,0 0-1 0 0,-1 1 1 0 0,1-1-1 0 0,-1 0 0 0 0,-1 1 1 0 0,1-1-1 0 0,0 0 1 0 0,-1 0-1 0 0,-2 7 0 0 0,-3 4-20 0 0,0 0-1 0 0,-1 0 0 0 0,-1-1 0 0 0,0 0 1 0 0,-1-1-1 0 0,-1 0 0 0 0,-11 13 0 0 0,-87 89-1071 0 0,91-100 393 0 0,-3 6-873 0 0,16-18 467 0 0,-1 1-1 0 0,2 0 1 0 0,-1 0 0 0 0,0 1 0 0 0,1-1 0 0 0,0 1 0 0 0,1-1 0 0 0,-3 7 0 0 0,4-11 985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3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353 85 11058 0 0,'9'-10'1073'0'0,"1"0"1"0"0,0 1-1 0 0,0 1 0 0 0,1 0 0 0 0,0 0 0 0 0,0 1 0 0 0,1 0 0 0 0,24-9 0 0 0,-36 16-1032 0 0,1 0-1 0 0,-1-1 1 0 0,1 1-1 0 0,-1 0 0 0 0,0 0 1 0 0,1 0-1 0 0,-1 0 0 0 0,1 0 1 0 0,-1 0-1 0 0,0 0 0 0 0,1 0 1 0 0,-1 0-1 0 0,1 0 1 0 0,-1 0-1 0 0,0 0 0 0 0,1 0 1 0 0,-1 0-1 0 0,1 0 0 0 0,-1 1 1 0 0,0-1-1 0 0,1 0 1 0 0,-1 0-1 0 0,0 0 0 0 0,1 1 1 0 0,-1-1-1 0 0,0 0 0 0 0,1 0 1 0 0,-1 1-1 0 0,0-1 1 0 0,1 0-1 0 0,-1 0 0 0 0,0 1 1 0 0,0-1-1 0 0,1 0 0 0 0,-1 1 1 0 0,0-1-1 0 0,0 1 0 0 0,0-1 1 0 0,0 0-1 0 0,1 1 1 0 0,-1-1-1 0 0,0 1 0 0 0,0-1 1 0 0,0 0-1 0 0,0 1 0 0 0,0-1 1 0 0,0 1-1 0 0,0-1 1 0 0,0 0-1 0 0,0 1 0 0 0,0-1 1 0 0,0 1-1 0 0,-1-1 0 0 0,1 0 1 0 0,0 1-1 0 0,0-1 1 0 0,0 0-1 0 0,0 1 0 0 0,-1 0 1 0 0,-7 30 225 0 0,7-28-133 0 0,-103 308 457 0 0,-67 218 479 0 0,25 14-1139 0 0,108-397 18 0 0,32-126-206 0 0,4-14-261 0 0,0 0 1 0 0,0 1-1 0 0,1-1 1 0 0,-1 0-1 0 0,1 8 1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3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87 5065 0 0,'0'-5'906'0'0,"0"0"0"0"0,0-1 0 0 0,1 1 0 0 0,-1 0 0 0 0,1 0 0 0 0,1 0-1 0 0,-1 0 1 0 0,1 1 0 0 0,0-1 0 0 0,0 0 0 0 0,0 1 0 0 0,5-8 0 0 0,-6 11-651 0 0,0 0 0 0 0,0-1 1 0 0,0 1-1 0 0,1 0 0 0 0,-1 0 0 0 0,0 0 0 0 0,1 0 0 0 0,-1 0 1 0 0,1 0-1 0 0,-1 0 0 0 0,1 1 0 0 0,0-1 0 0 0,-1 0 1 0 0,1 1-1 0 0,0-1 0 0 0,1 1 0 0 0,0 0-214 0 0,-1 0-1 0 0,1 0 0 0 0,-1 0 1 0 0,1 0-1 0 0,0 1 1 0 0,-1-1-1 0 0,1 1 1 0 0,-1 0-1 0 0,0 0 0 0 0,1 0 1 0 0,-1 0-1 0 0,0 0 1 0 0,4 3-1 0 0,0 0-39 0 0,-1 0 0 0 0,0 1 0 0 0,0-1 0 0 0,-1 1-1 0 0,1 0 1 0 0,-1 1 0 0 0,0-1 0 0 0,-1 1 0 0 0,1 0 0 0 0,-1 0 0 0 0,0 0 0 0 0,2 8 0 0 0,5 13-2 0 0,9 44 0 0 0,-12-41 2 0 0,-3-13 10 0 0,1 3 102 0 0,0-1-1 0 0,0 0 0 0 0,2-1 0 0 0,1 1 1 0 0,11 20-1 0 0,-17-36-53 0 0,0 0 1 0 0,0 0 0 0 0,0 0-1 0 0,0 0 1 0 0,1 0 0 0 0,-1 0-1 0 0,1-1 1 0 0,-1 1 0 0 0,1-1-1 0 0,0 0 1 0 0,0 0 0 0 0,0 0-1 0 0,1 0 1 0 0,-1-1 0 0 0,0 1-1 0 0,0-1 1 0 0,1 0 0 0 0,-1 0-1 0 0,1 0 1 0 0,0 0-1 0 0,-1-1 1 0 0,1 1 0 0 0,-1-1-1 0 0,1 0 1 0 0,0 0 0 0 0,-1 0-1 0 0,1-1 1 0 0,0 1 0 0 0,-1-1-1 0 0,1 0 1 0 0,-1 0 0 0 0,1 0-1 0 0,-1 0 1 0 0,0-1 0 0 0,5-2-1 0 0,7-5 125 0 0,0-1 1 0 0,-1 0-1 0 0,0-1 0 0 0,0-1 0 0 0,-1 0 0 0 0,-1 0 0 0 0,0-2 1 0 0,-1 1-1 0 0,10-17 0 0 0,44-47-1471 0 0,-54 66 628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4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7 396 14283 0 0,'-3'-20'3333'0'0,"2"18"-2948"0"0,0-1 0 0 0,1 1 0 0 0,-1-1 0 0 0,1 1 0 0 0,0-1 0 0 0,0 1 0 0 0,0-1 0 0 0,0 0 0 0 0,0-4 0 0 0,1 7-338 0 0,0-1 0 0 0,-1 0 1 0 0,1 0-1 0 0,0 1 0 0 0,-1-1 1 0 0,1 0-1 0 0,0 1 1 0 0,0-1-1 0 0,-1 1 0 0 0,1-1 1 0 0,0 1-1 0 0,0 0 1 0 0,0-1-1 0 0,0 1 0 0 0,0 0 1 0 0,0-1-1 0 0,0 1 1 0 0,0 0-1 0 0,0 0 0 0 0,0 0 1 0 0,0 0-1 0 0,0 0 1 0 0,-1 0-1 0 0,1 0 0 0 0,0 0 1 0 0,0 0-1 0 0,0 1 1 0 0,0-1-1 0 0,0 0 0 0 0,0 1 1 0 0,0-1-1 0 0,0 0 1 0 0,1 1-1 0 0,5 2 31 0 0,0-1-1 0 0,1 1 1 0 0,-1 1 0 0 0,-1-1 0 0 0,1 1-1 0 0,0 0 1 0 0,-1 1 0 0 0,10 8 0 0 0,46 51 48 0 0,-22-21-48 0 0,-12-16-74 0 0,44 32 1 0 0,-61-51 14 0 0,2 0 0 0 0,-1 0 1 0 0,1-2-1 0 0,0 1 0 0 0,1-2 1 0 0,27 9-1 0 0,-37-13 25 0 0,0 0 0 0 0,0-1 0 0 0,0 1 0 0 0,1-1 0 0 0,-1 0 0 0 0,0 0 0 0 0,0 0 0 0 0,0-1 0 0 0,0 1 0 0 0,0-1 1 0 0,1 0-1 0 0,-1 0 0 0 0,0 0 0 0 0,-1-1 0 0 0,1 0 0 0 0,0 1 0 0 0,5-5 0 0 0,-3 2 26 0 0,-1 0-1 0 0,0-1 1 0 0,0 0 0 0 0,-1 0 0 0 0,0 0 0 0 0,0 0 0 0 0,0-1 0 0 0,0 0 0 0 0,5-11-1 0 0,1-9 90 0 0,-1 1 0 0 0,-1-1 0 0 0,-1-1 0 0 0,3-31 0 0 0,-10 56-156 0 0,16-116 164 0 0,-12 73-501 0 0,2 0 1 0 0,3 0 0 0 0,17-57 0 0 0,-25 100 253 0 0,-1 0-1 0 0,1 0 1 0 0,-1 0 0 0 0,1 0-1 0 0,0 1 1 0 0,0-1-1 0 0,0 0 1 0 0,0 0 0 0 0,0 1-1 0 0,0-1 1 0 0,1 1-1 0 0,-1-1 1 0 0,0 1 0 0 0,1-1-1 0 0,-1 1 1 0 0,1 0-1 0 0,0 0 1 0 0,-1 0 0 0 0,1 0-1 0 0,0 0 1 0 0,0 0-1 0 0,-1 0 1 0 0,1 0 0 0 0,3 0-1 0 0,4 4-624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4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 10594 0 0,'5'-7'6254'0'0,"-5"6"-6081"0"0,12 5 2653 0 0,8 9-603 0 0,-1 10-1729 0 0,-2 0 1 0 0,0 1-1 0 0,-1 0 0 0 0,22 48 0 0 0,-17-31-210 0 0,-1-5-155 0 0,51 106 115 0 0,-61-119-624 0 0,0 0-1 0 0,-3 1 1 0 0,0 0-1 0 0,5 31 1 0 0,-11-52 164 0 0,-1 0-1 0 0,0 0 1 0 0,0-1 0 0 0,0 1 0 0 0,0 0 0 0 0,0 0 0 0 0,0 0 0 0 0,-1 0 0 0 0,1-1-1 0 0,-1 1 1 0 0,0 0 0 0 0,-1 2 0 0 0,2-4 48 0 0,0-1 0 0 0,-1 1 0 0 0,1-1-1 0 0,-1 1 1 0 0,1-1 0 0 0,0 1 0 0 0,-1-1 0 0 0,1 1 0 0 0,-1-1-1 0 0,1 0 1 0 0,-1 1 0 0 0,1-1 0 0 0,-1 0 0 0 0,1 1 0 0 0,-1-1 0 0 0,0 0-1 0 0,1 0 1 0 0,-1 0 0 0 0,1 0 0 0 0,-1 1 0 0 0,-1-1 0 0 0,1 0-148 0 0,-1-1 1 0 0,1 1-1 0 0,-1 0 1 0 0,1 0 0 0 0,-1-1-1 0 0,1 1 1 0 0,-1-1 0 0 0,1 0-1 0 0,-1 1 1 0 0,1-1-1 0 0,0 0 1 0 0,-2-1 0 0 0,-7-5-866 0 0,1 0 0 0 0,-1-1 1 0 0,2 0-1 0 0,-1-1 0 0 0,1 0 0 0 0,-8-12 1 0 0,6 6 442 0 0,0 0-1 0 0,2-1 1 0 0,-12-28 0 0 0,11 20 1361 0 0,1-1-1 0 0,1 0 1 0 0,2-1 0 0 0,0 1-1 0 0,-1-47 1 0 0,6 59-143 0 0,1 0 0 0 0,0 1 0 0 0,1-1 0 0 0,0 0 0 0 0,1 1 0 0 0,1 0-1 0 0,0-1 1 0 0,1 2 0 0 0,0-1 0 0 0,0 0 0 0 0,2 1 0 0 0,-1 0 0 0 0,1 0 0 0 0,16-17 0 0 0,-17 21-162 0 0,0 0 0 0 0,1 1 0 0 0,-1 0 1 0 0,2 0-1 0 0,-1 0 0 0 0,0 1 0 0 0,1 0 0 0 0,0 1 1 0 0,1-1-1 0 0,-1 2 0 0 0,0-1 0 0 0,1 1 0 0 0,0 0 1 0 0,0 1-1 0 0,0 0 0 0 0,0 1 0 0 0,0 0 0 0 0,0 0 1 0 0,1 1-1 0 0,-1 0 0 0 0,13 2 0 0 0,-16-1-262 0 0,1 0 0 0 0,-1 1 0 0 0,0-1 0 0 0,0 2 1 0 0,0-1-1 0 0,-1 1 0 0 0,1 0 0 0 0,0 0 0 0 0,-1 0 0 0 0,0 1 0 0 0,0 0 0 0 0,0 0 0 0 0,0 0 0 0 0,0 1 0 0 0,-1-1 0 0 0,0 1 0 0 0,0 0 1 0 0,0 0-1 0 0,-1 1 0 0 0,0-1 0 0 0,0 1 0 0 0,0 0 0 0 0,-1 0 0 0 0,1 0 0 0 0,-1 0 0 0 0,-1 0 0 0 0,1 0 0 0 0,-1 0 0 0 0,0 7 1 0 0,1 3 55 0 0,-1-1 1 0 0,-1 0-1 0 0,0 1 1 0 0,-2-1-1 0 0,1 1 1 0 0,-2-1-1 0 0,0 0 1 0 0,-1 0-1 0 0,0 0 1 0 0,-1-1-1 0 0,-7 16 1 0 0,-7 4-397 0 0,-2 0-1 0 0,-1-1 1 0 0,-2-1 0 0 0,0-2-1 0 0,-42 41 1 0 0,54-60-755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5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55 10138 0 0,'-4'-3'743'0'0,"1"0"0"0"0,0 0-1 0 0,0-1 1 0 0,0 1 0 0 0,0-1-1 0 0,0 0 1 0 0,0 1 0 0 0,1-1 0 0 0,0 0-1 0 0,0-1 1 0 0,-5-9 2951 0 0,13 38-3171 0 0,13 33-276 0 0,31 67 1 0 0,8 19-460 0 0,-58-142 31 0 0,1 0 0 0 0,-1 0 0 0 0,0 1 0 0 0,1-1 0 0 0,-1 0 1 0 0,0 0-1 0 0,0 0 0 0 0,0 1 0 0 0,0-1 0 0 0,0 0 1 0 0,0 0-1 0 0,0 0 0 0 0,0 1 0 0 0,0-1 0 0 0,-1 0 1 0 0,1 0-1 0 0,0 0 0 0 0,-1 2 0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18 189 3225 0 0,'-5'-22'394'0'0,"0"-1"0"0"0,1 1 0 0 0,2 0 0 0 0,0-1 0 0 0,2-34 0 0 0,0 56-223 0 0,1 0 0 0 0,-1 0 0 0 0,1 0 0 0 0,-1 0-1 0 0,1 0 1 0 0,-1 0 0 0 0,1 0 0 0 0,-1 0 0 0 0,1 0 0 0 0,0 0-1 0 0,-1 1 1 0 0,1-1 0 0 0,0 0 0 0 0,0 0 0 0 0,0 1 0 0 0,0-1-1 0 0,0 0 1 0 0,0 1 0 0 0,0-1 0 0 0,0 1 0 0 0,0-1 0 0 0,0 1-1 0 0,0-1 1 0 0,0 1 0 0 0,0 0 0 0 0,0 0 0 0 0,0 0 0 0 0,0-1 0 0 0,1 1-1 0 0,-1 0 1 0 0,0 0 0 0 0,0 1 0 0 0,0-1 0 0 0,2 0 0 0 0,48 10 4641 0 0,-37-6-3799 0 0,8 0-540 0 0,-1 1 0 0 0,0 2-1 0 0,0 0 1 0 0,-1 1 0 0 0,1 1-1 0 0,28 17 1 0 0,-41-20-297 0 0,1 0 0 0 0,-1 1-1 0 0,0 0 1 0 0,0 0 0 0 0,-1 1 0 0 0,0-1 0 0 0,0 2 0 0 0,-1-1 0 0 0,0 1 0 0 0,-1 0 0 0 0,0 0-1 0 0,0 1 1 0 0,-1-1 0 0 0,0 1 0 0 0,4 18 0 0 0,-5-16-185 0 0,-1 1-1 0 0,-1 0 1 0 0,0 1-1 0 0,-1-1 1 0 0,0 0 0 0 0,-1 0-1 0 0,-1 0 1 0 0,0 0 0 0 0,-1 0-1 0 0,0-1 1 0 0,-7 18-1 0 0,2-10-9 0 0,0-1 0 0 0,-1-1 0 0 0,-1 0 1 0 0,-1 0-1 0 0,-1-1 0 0 0,-21 25 0 0 0,29-38-158 0 0,1-1 0 0 0,-1 1 0 0 0,0-1 0 0 0,0 0 1 0 0,0 0-1 0 0,0 0 0 0 0,-1 0 0 0 0,1-1 1 0 0,-1 0-1 0 0,0 0 0 0 0,1 0 0 0 0,-1 0 0 0 0,0-1 1 0 0,0 0-1 0 0,-8 2 0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5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39 8290 0 0,'10'-7'158'0'0,"20"-15"2375"0"0,-9 12 3112 0 0,-21 10-5544 0 0,1 0-1 0 0,-1 0 0 0 0,0 0 1 0 0,1 0-1 0 0,-1 0 1 0 0,0 0-1 0 0,1 1 0 0 0,-1-1 1 0 0,0 0-1 0 0,0 0 1 0 0,1 0-1 0 0,-1 0 1 0 0,0 0-1 0 0,1 1 0 0 0,-1-1 1 0 0,0 0-1 0 0,0 0 1 0 0,1 1-1 0 0,-1-1 0 0 0,0 0 1 0 0,0 0-1 0 0,0 1 1 0 0,1-1-1 0 0,-1 0 0 0 0,0 0 1 0 0,0 1-1 0 0,0-1 1 0 0,0 0-1 0 0,0 1 0 0 0,1-1 1 0 0,-1 0-1 0 0,0 1 1 0 0,0-1-1 0 0,0 0 0 0 0,0 1 1 0 0,0-1-1 0 0,0 0 1 0 0,0 1-1 0 0,0-1 1 0 0,0 0-1 0 0,0 1 0 0 0,-1-1 1 0 0,1 0-1 0 0,0 1 1 0 0,0-1-1 0 0,0 0 0 0 0,0 1 1 0 0,-1-1-1 0 0,-2 21 718 0 0,2-20-759 0 0,-14 52 743 0 0,-2-1 0 0 0,-26 53 0 0 0,-59 99-37 0 0,28-57-475 0 0,-127 322-577 0 0,189-430-251 0 0,1 0-1 0 0,-6 43 0 0 0,4 27-3810 0 0,11-80-2856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36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3 102 5529 0 0,'-1'0'303'0'0,"1"-1"0"0"0,0 0 1 0 0,0 0-1 0 0,-1 0 0 0 0,1 0 0 0 0,0 0 0 0 0,0 1 0 0 0,0-1 0 0 0,0 0 0 0 0,0 0 0 0 0,0 0 0 0 0,0 0 1 0 0,0 0-1 0 0,0 0 0 0 0,0 0 0 0 0,1 1 0 0 0,-1-1 0 0 0,0 0 0 0 0,1 0 0 0 0,-1 0 0 0 0,0 0 1 0 0,1 1-1 0 0,-1-1 0 0 0,1 0 0 0 0,0 0 303 0 0,1-1-303 0 0,16-19 3157 0 0,-12 15-2974 0 0,1 0 0 0 0,0 1 0 0 0,1-1 0 0 0,-1 1 1 0 0,1 1-1 0 0,0 0 0 0 0,0 0 0 0 0,0 0 0 0 0,0 1 1 0 0,15-4-1 0 0,-20 6-442 0 0,1 1 0 0 0,-1-1 0 0 0,0 1-1 0 0,0-1 1 0 0,1 1 0 0 0,-1 0 0 0 0,0 0 0 0 0,0 1 0 0 0,1-1 0 0 0,-1 1 0 0 0,0-1 0 0 0,0 1 0 0 0,0 0 0 0 0,1 0 0 0 0,-1 0-1 0 0,0 1 1 0 0,-1-1 0 0 0,1 1 0 0 0,0 0 0 0 0,0 0 0 0 0,-1 0 0 0 0,1 0 0 0 0,-1 0 0 0 0,1 0 0 0 0,-1 1 0 0 0,0-1 0 0 0,0 1 0 0 0,0-1-1 0 0,0 1 1 0 0,-1 0 0 0 0,3 5 0 0 0,1 5-23 0 0,-1-1 0 0 0,-1 1 0 0 0,0-1 0 0 0,-1 1 0 0 0,0 0-1 0 0,-1 0 1 0 0,0 0 0 0 0,-1 0 0 0 0,-2 19 0 0 0,-5 17 59 0 0,-13 55-1 0 0,9-56 56 0 0,1-5-31 0 0,5-24 252 0 0,1 0 0 0 0,0 1-1 0 0,2-1 1 0 0,-1 32 0 0 0,3-50-299 0 0,0 0-1 0 0,0 1 1 0 0,0-1 0 0 0,0 1-1 0 0,1-1 1 0 0,-1 0 0 0 0,1 1-1 0 0,-1-1 1 0 0,1 0 0 0 0,-1 0-1 0 0,1 1 1 0 0,0-1 0 0 0,0 0-1 0 0,-1 0 1 0 0,1 0 0 0 0,0 0-1 0 0,0 0 1 0 0,0 0 0 0 0,0 0-1 0 0,0 0 1 0 0,1 0 0 0 0,-1 0-1 0 0,0-1 1 0 0,0 1 0 0 0,0 0-1 0 0,1-1 1 0 0,-1 1 0 0 0,0-1-1 0 0,1 1 1 0 0,-1-1 0 0 0,0 0-1 0 0,1 0 1 0 0,-1 1 0 0 0,1-1-1 0 0,-1 0 1 0 0,1 0 0 0 0,-1 0-1 0 0,0-1 1 0 0,1 1 0 0 0,-1 0-1 0 0,0 0 1 0 0,1-1 0 0 0,0 0-1 0 0,11-2 58 0 0,-1 0-1 0 0,0-1 0 0 0,21-10 1 0 0,-23 9-110 0 0,20-7-411 0 0,36-10-1 0 0,-32 13-2235 0 0,-1 2-3346 0 0,7 0-2672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1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52 8290 0 0,'-63'-52'14792'0'0,"537"594"-12578"0"0,-277-323-1742 0 0,-82-94-133 0 0,88 104 160 0 0,-196-220-601 0 0,0 0 0 0 0,-1 1 0 0 0,0-1 1 0 0,-1 1-1 0 0,0 0 0 0 0,0 0 0 0 0,-1 1 1 0 0,-1-1-1 0 0,4 14 0 0 0,-6-16-763 0 0,0 0 0 0 0,0 1 0 0 0,-1-1-1 0 0,0 1 1 0 0,-1-1 0 0 0,0 0 0 0 0,-3 17 0 0 0,3-23 384 0 0,2-2 396 0 0,-1 0 1 0 0,0 0-1 0 0,0 1 1 0 0,0-1 0 0 0,0 0-1 0 0,0 0 1 0 0,0 0-1 0 0,0 1 1 0 0,0-1 0 0 0,-1 0-1 0 0,1 0 1 0 0,0 1-1 0 0,0-1 1 0 0,0 0 0 0 0,0 0-1 0 0,0 0 1 0 0,0 1-1 0 0,0-1 1 0 0,-4 2-1604 0 0,4-2 1604 0 0,-1 0-1 0 0,1 0 1 0 0,0 0 0 0 0,0 0-1 0 0,-1 0 1 0 0,1 0-1 0 0,0 0 1 0 0,-9-6-748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1431 9674 0 0,'-2'-3'8732'0'0,"1"-11"-6081"0"0,2-16-1979 0 0,6-89 1374 0 0,32-171-1 0 0,-24 217-1824 0 0,4 2-1 0 0,3 0 0 0 0,47-105 1 0 0,138-320-1363 0 0,-200 477 871 0 0,-4 10 23 0 0,0 1 0 0 0,0-1 0 0 0,1 0 0 0 0,1 1 0 0 0,7-11 0 0 0,-6 13-292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2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15811 0 0,'-1'-2'175'0'0,"1"0"0"0"0,0 0 0 0 0,0 0 0 0 0,1 0 0 0 0,-1 0 0 0 0,0 0 0 0 0,1 0 0 0 0,-1-1 0 0 0,1 1 0 0 0,-1 0 0 0 0,1 1 0 0 0,0-1 0 0 0,0 0 0 0 0,0 0 0 0 0,0 0 0 0 0,0 0 0 0 0,1 1 0 0 0,-1-1 0 0 0,0 0 0 0 0,1 1 0 0 0,-1 0 0 0 0,1-1 0 0 0,-1 1 0 0 0,1 0 0 0 0,0-1 0 0 0,0 1 0 0 0,0 0 0 0 0,-1 0 0 0 0,1 1 0 0 0,0-1 0 0 0,0 0 0 0 0,0 1 0 0 0,0-1 0 0 0,1 1 0 0 0,-1-1 0 0 0,0 1 0 0 0,0 0 0 0 0,2 0 0 0 0,4 0 27 0 0,-1 1 1 0 0,1 0-1 0 0,-1 0 1 0 0,0 1-1 0 0,1 0 1 0 0,-1 0-1 0 0,0 1 1 0 0,0 0-1 0 0,0 0 1 0 0,-1 0-1 0 0,1 1 1 0 0,10 8-1 0 0,5 5 97 0 0,-2 0 0 0 0,23 24-1 0 0,0 8-65 0 0,-3 1 0 0 0,39 62 0 0 0,-41-54-972 0 0,72 81 0 0 0,-104-132 514 0 0,1 0 0 0 0,-1-1 0 0 0,1 0-1 0 0,1-1 1 0 0,-1 0 0 0 0,1 0 0 0 0,0 0-1 0 0,0-1 1 0 0,1 0 0 0 0,13 4 0 0 0,-5-4-534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2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39 7370 0 0,'-14'-23'293'0'0,"13"21"-4"0"0,0 1 0 0 0,0 0 0 0 0,-1 0 0 0 0,1 0 0 0 0,0 0 0 0 0,0 0 0 0 0,-1 0 0 0 0,1 0 0 0 0,-1 0 0 0 0,1 0 0 0 0,-1 1 0 0 0,1-1 0 0 0,-1 0 0 0 0,0 1 0 0 0,-2-1 0 0 0,1 1 59 0 0,1 0 1 0 0,-1 1-1 0 0,1-1 1 0 0,-1 1-1 0 0,0 0 1 0 0,1 0-1 0 0,-1 0 0 0 0,1 0 1 0 0,0 0-1 0 0,-1 0 1 0 0,1 1-1 0 0,0-1 1 0 0,0 1-1 0 0,0-1 1 0 0,0 1-1 0 0,0 0 0 0 0,0 0 1 0 0,0 0-1 0 0,1 0 1 0 0,-3 3-1 0 0,-12 20 246 0 0,1-1-1 0 0,1 2 1 0 0,1 0-1 0 0,1 1 1 0 0,-14 49-1 0 0,2-10-265 0 0,-81 188 641 0 0,33-86-704 0 0,65-151-725 0 0,1-1-1 0 0,0 1 1 0 0,1 1 0 0 0,1-1 0 0 0,-3 19 0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3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0 230 11058 0 0,'2'-2'245'0'0,"-1"0"-1"0"0,1 0 0 0 0,0 0 1 0 0,0 0-1 0 0,0 0 0 0 0,0 0 0 0 0,0 1 1 0 0,1-1-1 0 0,-1 1 0 0 0,0 0 1 0 0,1 0-1 0 0,-1 0 0 0 0,6-2 1 0 0,1-1 313 0 0,61-28 3304 0 0,121-38 0 0 0,-40 18-2330 0 0,-12 4-982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3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11 478 12899 0 0,'-2'-3'478'0'0,"1"-1"-1"0"0,-1 1 1 0 0,1-1 0 0 0,0 0 0 0 0,0 1 0 0 0,0-1-1 0 0,0 0 1 0 0,1 0 0 0 0,-1 0 0 0 0,1 0 0 0 0,0 1-1 0 0,0-1 1 0 0,1 0 0 0 0,-1 0 0 0 0,1 0 0 0 0,0 0-1 0 0,1-4 1 0 0,-1 8-446 0 0,-1 0 0 0 0,1 0 0 0 0,-1-1-1 0 0,1 1 1 0 0,-1 0 0 0 0,1 0 0 0 0,-1 0-1 0 0,1 0 1 0 0,0-1 0 0 0,-1 1 0 0 0,1 0 0 0 0,-1 0-1 0 0,1 0 1 0 0,-1 0 0 0 0,1 1 0 0 0,0-1-1 0 0,-1 0 1 0 0,1 0 0 0 0,-1 0 0 0 0,1 0-1 0 0,-1 0 1 0 0,1 1 0 0 0,-1-1 0 0 0,1 0 0 0 0,-1 1-1 0 0,1-1 1 0 0,-1 0 0 0 0,1 1 0 0 0,-1-1-1 0 0,1 0 1 0 0,-1 1 0 0 0,0-1 0 0 0,1 1 0 0 0,-1-1-1 0 0,0 1 1 0 0,1 0 0 0 0,18 23 220 0 0,-16-20-177 0 0,127 192 582 0 0,-25-35-255 0 0,-90-140-333 0 0,70 93 466 0 0,-73-100-376 0 0,2 0 1 0 0,-1 0-1 0 0,2-1 1 0 0,-1-1-1 0 0,22 13 0 0 0,-33-22-105 0 0,1-1 0 0 0,-1-1 0 0 0,0 1-1 0 0,1 0 1 0 0,0-1 0 0 0,-1 1 0 0 0,1-1-1 0 0,0 0 1 0 0,-1-1 0 0 0,1 1 0 0 0,0 0-1 0 0,0-1 1 0 0,0 0 0 0 0,0 0 0 0 0,0 0-1 0 0,-1-1 1 0 0,1 1 0 0 0,0-1 0 0 0,0 0-1 0 0,0 0 1 0 0,-1 0 0 0 0,6-3 0 0 0,-4 1 44 0 0,1-1 0 0 0,-1 0 0 0 0,0 0 0 0 0,0 0 0 0 0,0-1 1 0 0,0 1-1 0 0,-1-1 0 0 0,0-1 0 0 0,0 1 0 0 0,0 0 1 0 0,-1-1-1 0 0,4-9 0 0 0,5-10 33 0 0,-2 0-1 0 0,-1-1 1 0 0,-1-1 0 0 0,7-40 0 0 0,7-116 758 0 0,-8 52-600 0 0,23-78-1827 0 0,-27 168 1070 0 0,2 1 1 0 0,1 1-1 0 0,21-42 1 0 0,-8 37-192 0 0,-7 26-1038 0 0,-18 17 1209 0 0,0 1-1 0 0,1-1 1 0 0,-1 0 0 0 0,1 1 0 0 0,-1-1-1 0 0,0 1 1 0 0,1-1 0 0 0,-1 1 0 0 0,1 0-1 0 0,-1 0 1 0 0,1-1 0 0 0,-1 1 0 0 0,3 1-1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12 309 9674 0 0,'-1'0'213'0'0,"1"-1"0"0"0,-1 1-1 0 0,0-1 1 0 0,0 1 0 0 0,1-1 0 0 0,-1 1 0 0 0,0-1-1 0 0,1 0 1 0 0,-1 1 0 0 0,1-1 0 0 0,-1 0 0 0 0,1 0-1 0 0,-1 1 1 0 0,1-1 0 0 0,-1 0 0 0 0,1 0 0 0 0,0 0-1 0 0,0 1 1 0 0,-1-1 0 0 0,1 0 0 0 0,0 0-1 0 0,0 0 1 0 0,0 0 0 0 0,0 0 0 0 0,0 0 0 0 0,0 1-1 0 0,0-1 1 0 0,0 0 0 0 0,0 0 0 0 0,0 0 0 0 0,1 0-1 0 0,-1 0 1 0 0,0 1 0 0 0,1-1 0 0 0,-1 0 0 0 0,0 0-1 0 0,1 0 1 0 0,-1 1 0 0 0,2-2 0 0 0,-1 1-64 0 0,1 0 0 0 0,-1 1 1 0 0,1-1-1 0 0,-1 0 0 0 0,1 1 1 0 0,-1 0-1 0 0,1-1 0 0 0,-1 1 1 0 0,1 0-1 0 0,0 0 1 0 0,-1 0-1 0 0,1 0 0 0 0,-1 0 1 0 0,1 0-1 0 0,0 0 0 0 0,-1 1 1 0 0,1-1-1 0 0,-1 0 0 0 0,1 1 1 0 0,-1 0-1 0 0,4 1 0 0 0,10 6 144 0 0,0 2-1 0 0,0 0 1 0 0,-1 1-1 0 0,21 19 1 0 0,-17-14-138 0 0,31 22 0 0 0,-41-33-121 0 0,-1-1 0 0 0,1 0 0 0 0,0 0 1 0 0,0 0-1 0 0,1-1 0 0 0,-1 0 0 0 0,1-1 1 0 0,-1 0-1 0 0,1 0 0 0 0,0-1 1 0 0,0 0-1 0 0,0-1 0 0 0,15 0 0 0 0,-17-1 22 0 0,0-1 0 0 0,0 1-1 0 0,-1-1 1 0 0,1 0-1 0 0,-1-1 1 0 0,0 1 0 0 0,1-1-1 0 0,-1-1 1 0 0,0 1-1 0 0,-1-1 1 0 0,1 0 0 0 0,-1 0-1 0 0,0-1 1 0 0,0 1 0 0 0,0-1-1 0 0,0 0 1 0 0,-1-1-1 0 0,6-7 1 0 0,2-8 67 0 0,0-1-1 0 0,-1 0 1 0 0,-1-1 0 0 0,-1 0-1 0 0,9-35 1 0 0,-8 12-1205 0 0,10-91 0 0 0,-20 126-1328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4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12899 0 0,'0'-1'178'0'0,"0"0"0"0"0,1 1 0 0 0,-1-1 0 0 0,0 1 0 0 0,0-1 0 0 0,0 0 0 0 0,0 1 0 0 0,1-1 0 0 0,-1 1 0 0 0,0-1 0 0 0,0 1 0 0 0,1-1 0 0 0,-1 1 0 0 0,1-1 1 0 0,-1 1-1 0 0,0-1 0 0 0,1 1 0 0 0,-1 0 0 0 0,1-1 0 0 0,-1 1 0 0 0,1 0 0 0 0,-1-1 0 0 0,1 1 0 0 0,-1 0 0 0 0,1-1 0 0 0,-1 1 0 0 0,1 0 0 0 0,-1 0 0 0 0,1 0 0 0 0,0 0 0 0 0,-1-1 0 0 0,1 1 1 0 0,-1 0-1 0 0,1 0 0 0 0,0 0 0 0 0,-1 0 0 0 0,1 0 0 0 0,-1 0 0 0 0,1 1 0 0 0,0-1 0 0 0,-1 0 0 0 0,1 0 0 0 0,-1 0 0 0 0,2 1 0 0 0,-1-1 36 0 0,1 1 0 0 0,0-1 0 0 0,0 1 0 0 0,-1-1 0 0 0,1 1 0 0 0,0 0 0 0 0,-1 0 0 0 0,1 0 0 0 0,0 0 0 0 0,-1 0 0 0 0,0 0 0 0 0,1 0 0 0 0,1 3-1 0 0,3 10 15 0 0,0 2-1 0 0,-1-1 1 0 0,-1 0-1 0 0,-1 1 1 0 0,0 0-1 0 0,-1 0 1 0 0,0 26-1 0 0,1-8-33 0 0,2 37-146 0 0,11 86 288 0 0,-13-135-1057 0 0,2 0 1 0 0,0-1-1 0 0,2 1 0 0 0,17 38 1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5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 11979 0 0,'67'-22'10855'0'0,"18"0"-8547"0"0,-62 17-2676 0 0,1 0-1 0 0,-1 2 1 0 0,1 0-1 0 0,-1 2 1 0 0,36 2 0 0 0,-48 2-1481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15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1 149 6913 0 0,'9'4'4697'0'0,"12"-3"-2161"0"0,-21-1-2378 0 0,13 0 1380 0 0,0-1 0 0 0,0-1-1 0 0,24-6 1 0 0,76-32 967 0 0,-85 28-1949 0 0,15-5-462 0 0,-2-2 0 0 0,41-25 0 0 0,-65 34-607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24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33 11522 0 0,'-1'-2'210'0'0,"0"1"-1"0"0,0 0 0 0 0,0 0 0 0 0,0 0 0 0 0,-1 0 1 0 0,1 0-1 0 0,0 0 0 0 0,-1 1 0 0 0,1-1 0 0 0,0 0 0 0 0,-1 1 1 0 0,1-1-1 0 0,-1 1 0 0 0,1-1 0 0 0,-1 1 0 0 0,1 0 0 0 0,-1 0 1 0 0,0 0-1 0 0,1 0 0 0 0,-1 0 0 0 0,1 0 0 0 0,-1 0 0 0 0,-2 1 1 0 0,-32 10 2432 0 0,25-5-2537 0 0,0 0-1 0 0,1 1 1 0 0,0 1-1 0 0,0 0 1 0 0,1 0-1 0 0,0 1 1 0 0,0 0-1 0 0,1 0 1 0 0,0 1-1 0 0,1 0 1 0 0,-10 17-1 0 0,-5 13 307 0 0,-29 74 0 0 0,33-66-310 0 0,1 1 0 0 0,4 1 0 0 0,1 0 0 0 0,2 1 0 0 0,3-1 1 0 0,2 2-1 0 0,3 100 0 0 0,4-107-14 0 0,2-1-1 0 0,2 0 1 0 0,2 0 0 0 0,2 0-1 0 0,2-1 1 0 0,27 67 0 0 0,-30-90-73 0 0,0-1 1 0 0,1 0 0 0 0,2-1-1 0 0,-1 0 1 0 0,2-1 0 0 0,0 0-1 0 0,1-1 1 0 0,1 0 0 0 0,1-1-1 0 0,0-1 1 0 0,0-1 0 0 0,2 0 0 0 0,0-1-1 0 0,0-1 1 0 0,35 16 0 0 0,-35-21-26 0 0,0-1-1 0 0,0 0 1 0 0,0-2 0 0 0,0 0 0 0 0,1-1 0 0 0,-1 0 0 0 0,1-2 0 0 0,0 0 0 0 0,-1-1 0 0 0,1-1 0 0 0,-1-1 0 0 0,1-1 0 0 0,-1 0 0 0 0,0-1 0 0 0,-1-1 0 0 0,1-1-1 0 0,-1 0 1 0 0,0-1 0 0 0,-1-1 0 0 0,0-1 0 0 0,0 0 0 0 0,-1-1 0 0 0,-1-1 0 0 0,0 0 0 0 0,0-1 0 0 0,20-26 0 0 0,-11 4 110 0 0,-3 0 0 0 0,0-2 0 0 0,-3 0 0 0 0,-1-1-1 0 0,-2-1 1 0 0,-1 0 0 0 0,-2-1 0 0 0,-2-1 0 0 0,-2 1 0 0 0,3-54 0 0 0,-8 64 29 0 0,-2 0-1 0 0,0 0 1 0 0,-3 0-1 0 0,0 0 1 0 0,-2 1 0 0 0,-1-1-1 0 0,-1 1 1 0 0,-2 0 0 0 0,0 1-1 0 0,-2 0 1 0 0,-2 0-1 0 0,0 2 1 0 0,-2-1 0 0 0,-1 2-1 0 0,0 0 1 0 0,-2 1-1 0 0,-1 0 1 0 0,-30-27 0 0 0,-124-98 334 0 0,141 127-593 0 0,0 0-1 0 0,-1 2 1 0 0,-68-29 0 0 0,68 38-1399 0 0,0 6-4327 0 0,-2 5-2177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36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8 14283 0 0,'0'-1'37'0'0,"0"1"0"0"0,0 0 1 0 0,0 0-1 0 0,0 0 0 0 0,-1 0 0 0 0,1 0 0 0 0,0-1 0 0 0,0 1 1 0 0,0 0-1 0 0,0 0 0 0 0,0 0 0 0 0,0 0 0 0 0,0-1 0 0 0,0 1 0 0 0,0 0 1 0 0,0 0-1 0 0,0 0 0 0 0,0-1 0 0 0,0 1 0 0 0,0 0 0 0 0,0 0 1 0 0,0 0-1 0 0,0-1 0 0 0,0 1 0 0 0,0 0 0 0 0,0 0 0 0 0,0 0 1 0 0,0 0-1 0 0,0-1 0 0 0,0 1 0 0 0,0 0 0 0 0,1 0 0 0 0,-1 0 1 0 0,0 0-1 0 0,0-1 0 0 0,0 1 0 0 0,0 0 0 0 0,0 0 0 0 0,0 0 0 0 0,1 0 1 0 0,-1 0-1 0 0,0 0 0 0 0,0-1 0 0 0,0 1 0 0 0,1 0 0 0 0,9 5 292 0 0,11 15-360 0 0,-8 6 263 0 0,-2 1 0 0 0,-1 0 0 0 0,-1 1 1 0 0,-2 0-1 0 0,5 29 0 0 0,-7-33-127 0 0,115 659 1040 0 0,-63-331-834 0 0,98 823 127 0 0,-58 7-44 0 0,-82-957-388 0 0,65 717 154 0 0,-73-887-20 0 0,140 1182 1211 0 0,-37 6-1219 0 0,-94-134 1056 0 0,-19-1028-2312 0 0,-3 0-1 0 0,-23 106 1 0 0,24-170-6009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38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1 804 11522 0 0,'128'2'530'0'0,"61"0"-285"0"0,905-44 1709 0 0,-31-7-590 0 0,-622 25-936 0 0,1592-91 639 0 0,-1702 95-1013 0 0,1205-66-54 0 0,-879 43 32 0 0,-15 1 0 0 0,684-63 32 0 0,-74 0 746 0 0,-467 41-365 0 0,-414 30-248 0 0,660-36 470 0 0,-841 65-2172 0 0,194 2-207 0 0,-319 3 1944 0 0,23 0 550 0 0,-80 1-572 0 0,0 0 0 0 0,0 0 0 0 0,0 0 0 0 0,-1 1 0 0 0,1 1 0 0 0,0-1-1 0 0,-1 1 1 0 0,10 5 0 0 0,-14-5-78 0 0,1 0 1 0 0,0 0-1 0 0,-1 1 0 0 0,1-1 0 0 0,-1 1 0 0 0,0-1 0 0 0,0 1 0 0 0,0 0 0 0 0,-1 0 0 0 0,1 0 0 0 0,2 7 0 0 0,19 58 956 0 0,-5-15-957 0 0,3-5-26 0 0,-3 1 0 0 0,-1 0 0 0 0,-2 1 0 0 0,16 100 0 0 0,0 130-92 0 0,20 134-15 0 0,24 24 3 0 0,113 729 6 0 0,106 767 25 0 0,-164-1066-76 0 0,-59 6 0 0 0,-50 178-777 0 0,-11-348 319 0 0,-28 565-172 0 0,13-1155 662 0 0,2 114-104 0 0,36 298 0 0 0,-29-476 146 0 0,-4-22 14 0 0,2-1 0 0 0,2 1 0 0 0,0-1 0 0 0,2 0 0 0 0,11 30 0 0 0,-17-56-29 0 0,1 0 1 0 0,-1 0 0 0 0,1 0-1 0 0,0 0 1 0 0,0 0-1 0 0,0-1 1 0 0,0 1 0 0 0,4 2-1 0 0,-8-5 200 0 0,2 1-210 0 0,-19-8-17 0 0,0 1 0 0 0,-1 1 0 0 0,0 1 0 0 0,1 1 0 0 0,-36-4 0 0 0,-112 2 234 0 0,99 5-140 0 0,-457 28 266 0 0,4-1-43 0 0,122-33-1096 0 0,-281-8 731 0 0,153-14 204 0 0,-106 6-144 0 0,-184-17 278 0 0,428 27-222 0 0,210 11-45 0 0,-380 10-73 0 0,445-4 46 0 0,-459 20-285 0 0,4-5-143 0 0,-18 7 122 0 0,28 5-205 0 0,427-22 502 0 0,-1127 89 167 0 0,222 21-584 0 0,535-59 569 0 0,403-48 64 0 0,-519 53 1632 0 0,405-46-1602 0 0,-402 18 870 0 0,454-47-792 0 0,2 0-326 0 0,149 11-109 0 0,0 0 0 0 0,0 1 0 0 0,0 0 0 0 0,0 0 0 0 0,-11 5 0 0 0,12-3-918 0 0,0-1-1 0 0,0-1 1 0 0,-1 0 0 0 0,1 0 0 0 0,-11 0-1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39.1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0,'4'6'12734'0'0,"7"-3"-10691"0"0,-3-1-4126 0 0,3 3 2167 0 0,0 1 0 0 0,0 0 0 0 0,0 1 0 0 0,-1 0 0 0 0,0 1 0 0 0,-1 0-1 0 0,1 0 1 0 0,-2 1 0 0 0,1 0 0 0 0,-1 0 0 0 0,0 1 0 0 0,-1 0 0 0 0,-1 1 0 0 0,1-1-1 0 0,-2 1 1 0 0,1 1 0 0 0,6 21 0 0 0,2 15-424 0 0,-2 0-1 0 0,-2 0 1 0 0,5 60-1 0 0,-8-52 60 0 0,99 526 422 0 0,-5-202 6631 0 0,-99-375-6665 0 0,15 47 921 0 0,0-20-3220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0.5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64 11522 0 0,'-2'-8'1654'0'0,"-1"0"-1"0"0,0 0 0 0 0,-9-14 0 0 0,2 4 1702 0 0,22 45-2976 0 0,-1 0 1 0 0,-2 0-1 0 0,-1 1 0 0 0,-1 0 1 0 0,6 46-1 0 0,1 154-444 0 0,-9-108 188 0 0,4-26-148 0 0,4-1 1 0 0,31 115-1 0 0,-38-163-291 0 0,-11-24-710 0 0,5-21 939 0 0,-1 0 0 0 0,1 1-1 0 0,-1-1 1 0 0,1 0 0 0 0,-1 1-1 0 0,1-1 1 0 0,-1 0 0 0 0,1 0-1 0 0,-1 1 1 0 0,1-1 0 0 0,-1 0-1 0 0,1 0 1 0 0,-1 0 0 0 0,1 0-1 0 0,-1 0 1 0 0,1 1 0 0 0,-1-1-1 0 0,1 0 1 0 0,-1 0 0 0 0,0-1-1 0 0,1 1 1 0 0,-1 0 0 0 0,1 0-1 0 0,-1 0 1 0 0,1 0 0 0 0,-1 0-1 0 0,1 0 1 0 0,-1-1 0 0 0,1 1-1 0 0,-1 0 1 0 0,1-1-1 0 0,-1 1 1 0 0,0-1 0 0 0,-7-6-2288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1.0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8 204 3225 0 0,'-1'-4'241'0'0,"-1"0"1"0"0,1 0-1 0 0,0 1 1 0 0,0-1-1 0 0,1 0 1 0 0,-1 0-1 0 0,1 0 1 0 0,0 0-1 0 0,0 0 1 0 0,0 0-1 0 0,0 0 1 0 0,1 0-1 0 0,-1 0 1 0 0,1 0-1 0 0,0 0 1 0 0,0 1-1 0 0,1-1 1 0 0,-1 0-1 0 0,1 1 1 0 0,0-1-1 0 0,0 1 1 0 0,0-1-1 0 0,0 1 1 0 0,5-5-1 0 0,0 0 547 0 0,0-1-1 0 0,1 2 1 0 0,0-1-1 0 0,1 1 1 0 0,-1 0-1 0 0,2 1 1 0 0,15-9-1 0 0,-14 9-240 0 0,1 0-1 0 0,0 1 1 0 0,0 0-1 0 0,1 1 1 0 0,0 1 0 0 0,-1 0-1 0 0,15-1 1 0 0,-24 3-491 0 0,0 1 0 0 0,1 0 1 0 0,-1 0-1 0 0,1 0 0 0 0,-1 0 1 0 0,0 1-1 0 0,1-1 1 0 0,-1 1-1 0 0,1 0 0 0 0,-1 0 1 0 0,0 0-1 0 0,0 1 0 0 0,0-1 1 0 0,0 1-1 0 0,0-1 0 0 0,0 1 1 0 0,0 0-1 0 0,0 0 0 0 0,-1 0 1 0 0,1 1-1 0 0,-1-1 0 0 0,1 1 1 0 0,-1-1-1 0 0,0 1 0 0 0,0 0 1 0 0,0 0-1 0 0,-1 0 1 0 0,1 0-1 0 0,-1 0 0 0 0,1 0 1 0 0,0 5-1 0 0,2 6-43 0 0,-1 0 0 0 0,-1 0 0 0 0,-1 0 0 0 0,0 0 0 0 0,0 0 0 0 0,-2 1 1 0 0,0-1-1 0 0,0 0 0 0 0,-1 0 0 0 0,-6 21 0 0 0,-1-3-58 0 0,-2-1-1 0 0,-1 0 1 0 0,-22 41 0 0 0,-44 58-35 0 0,79-130 79 0 0,-1 0-1 0 0,1 0 1 0 0,-1 0 0 0 0,1 0 0 0 0,-1 1 0 0 0,1-1 0 0 0,0 0 0 0 0,-1 0 0 0 0,1 0 0 0 0,0 0 0 0 0,-1 0 0 0 0,1-1 0 0 0,-1 1 0 0 0,1 0 0 0 0,0 0 0 0 0,-1 0 0 0 0,1 0-1 0 0,-1-1 1 0 0,1 1 0 0 0,-1 0 0 0 0,1 0 0 0 0,-1-1 0 0 0,1 1 0 0 0,-1-1 0 0 0,1 0 0 0 0,22-9-69 0 0,4-1 66 0 0,-1 0-1 0 0,2 1 1 0 0,-1 2-1 0 0,1 1 1 0 0,30-4-1 0 0,-39 9 27 0 0,0 0 0 0 0,0 1 0 0 0,1 1 0 0 0,-1 1-1 0 0,0 1 1 0 0,0 0 0 0 0,0 1 0 0 0,28 9 0 0 0,-41-10-17 0 0,-1 0 1 0 0,0 0 0 0 0,0 0-1 0 0,0 1 1 0 0,0 0 0 0 0,0 0-1 0 0,0 0 1 0 0,-1 0 0 0 0,1 1-1 0 0,-1-1 1 0 0,0 1 0 0 0,0 1-1 0 0,-1-1 1 0 0,1 0 0 0 0,-1 1-1 0 0,0-1 1 0 0,0 1 0 0 0,0 0 0 0 0,-1 0-1 0 0,4 10 1 0 0,-4-7 33 0 0,-1-1 1 0 0,0 1-1 0 0,-1 0 1 0 0,1-1 0 0 0,-1 1-1 0 0,-1-1 1 0 0,0 1-1 0 0,0 0 1 0 0,0-1-1 0 0,-1 0 1 0 0,0 1-1 0 0,0-1 1 0 0,-1 0-1 0 0,-6 13 1 0 0,2-7 52 0 0,-1 0 0 0 0,0-1 1 0 0,-1 0-1 0 0,0-1 0 0 0,-1 0 1 0 0,0-1-1 0 0,-1 1 0 0 0,-21 15 1 0 0,-7 0 139 0 0,-60 30-1 0 0,8-5-870 0 0,82-42-1168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1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131 176 1376 0 0,'11'-14'1338'0'0,"-1"-1"1"0"0,-1 0-1 0 0,-1 0 0 0 0,0-1 0 0 0,-1 0 0 0 0,0-1 0 0 0,7-31 0 0 0,-14 48-1220 0 0,0-1 0 0 0,0 0-1 0 0,1 1 1 0 0,-1-1 0 0 0,0 1 0 0 0,0-1-1 0 0,0 0 1 0 0,0 1 0 0 0,0-1 0 0 0,0 0-1 0 0,0 1 1 0 0,0-1 0 0 0,0 0 0 0 0,0 1-1 0 0,-1-1 1 0 0,1 1 0 0 0,0-1 0 0 0,0 0-1 0 0,-1 1 1 0 0,1-1 0 0 0,0 1 0 0 0,-1-1-1 0 0,1 1 1 0 0,0-1 0 0 0,-1 1 0 0 0,1-1-1 0 0,-1 1 1 0 0,1-1 0 0 0,-1 1 0 0 0,1-1-1 0 0,-1 1 1 0 0,1 0 0 0 0,-1-1 0 0 0,0 1-1 0 0,-1 0 59 0 0,0 0-1 0 0,0 0 0 0 0,1 0 1 0 0,-1 0-1 0 0,0 0 0 0 0,0 1 1 0 0,1-1-1 0 0,-1 1 0 0 0,0-1 1 0 0,1 1-1 0 0,-1 0 1 0 0,-2 1-1 0 0,-41 29 1857 0 0,32-19-1847 0 0,1 1-1 0 0,1 0 1 0 0,0 1 0 0 0,1 0 0 0 0,1 1 0 0 0,0 0 0 0 0,1 0-1 0 0,0 1 1 0 0,-6 20 0 0 0,9-22-174 0 0,1 1 0 0 0,0-1 0 0 0,1 1 0 0 0,0-1 0 0 0,2 1-1 0 0,0 0 1 0 0,0 0 0 0 0,1 0 0 0 0,1 0 0 0 0,1 0 0 0 0,3 15 0 0 0,-5-27-27 0 0,1-1 0 0 0,-1 0 0 0 0,1 0 1 0 0,-1 1-1 0 0,1-1 0 0 0,0 0 0 0 0,0 0 0 0 0,0 0 1 0 0,1 0-1 0 0,-1 0 0 0 0,0 0 0 0 0,1 0 1 0 0,-1 0-1 0 0,1-1 0 0 0,0 1 0 0 0,-1-1 0 0 0,1 1 1 0 0,0-1-1 0 0,0 1 0 0 0,3 0 0 0 0,-4-2-35 0 0,1 1-1 0 0,0-1 1 0 0,0 0-1 0 0,0 0 1 0 0,0 0 0 0 0,0 0-1 0 0,0 0 1 0 0,0 0-1 0 0,0-1 1 0 0,0 1-1 0 0,-1-1 1 0 0,1 1-1 0 0,0-1 1 0 0,0 0 0 0 0,0 0-1 0 0,-1 1 1 0 0,1-1-1 0 0,-1 0 1 0 0,1-1-1 0 0,0 1 1 0 0,-1 0-1 0 0,0 0 1 0 0,1-1 0 0 0,1-1-1 0 0,4-5-49 0 0,-1 0 0 0 0,0 1 0 0 0,0-2 0 0 0,0 1-1 0 0,-1-1 1 0 0,-1 0 0 0 0,7-15 0 0 0,-1-6 349 0 0,7-34 0 0 0,-14 48 4 0 0,0 0 0 0 0,2 0 1 0 0,0 0-1 0 0,0 0 0 0 0,2 1 1 0 0,0 0-1 0 0,1 0 1 0 0,16-24-1 0 0,-22 37-232 0 0,0-1 0 0 0,0 1 0 0 0,0 0 0 0 0,0 0 0 0 0,1-1 0 0 0,-1 2 0 0 0,1-1 0 0 0,-1 0 0 0 0,1 0 0 0 0,0 1 0 0 0,0-1 1 0 0,0 1-1 0 0,0 0 0 0 0,0 0 0 0 0,0 0 0 0 0,0 0 0 0 0,0 1 0 0 0,0-1 0 0 0,0 1 0 0 0,4 0 0 0 0,-4 0-4 0 0,0 1-1 0 0,0 0 1 0 0,0 0-1 0 0,0 0 1 0 0,0 0-1 0 0,0 0 1 0 0,0 1 0 0 0,-1-1-1 0 0,1 1 1 0 0,0 0-1 0 0,-1 0 1 0 0,1 0-1 0 0,-1 0 1 0 0,0 0 0 0 0,0 0-1 0 0,0 1 1 0 0,0-1-1 0 0,0 1 1 0 0,0 0-1 0 0,1 3 1 0 0,22 41-87 0 0,-18-34-314 0 0,-1 0 1 0 0,1 0-1 0 0,1 0 1 0 0,1-1-1 0 0,-1-1 1 0 0,2 1-1 0 0,18 16 1 0 0,-7-11-7015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1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7 105 6913 0 0,'-3'-23'321'0'0,"0"-25"2278"0"0,8 21 3915 0 0,-5 27-6439 0 0,0-1 0 0 0,0 1 0 0 0,0 0 0 0 0,0-1 0 0 0,1 1 0 0 0,-1 0 0 0 0,0-1 0 0 0,0 1 0 0 0,1 0 0 0 0,-1-1 0 0 0,0 1 0 0 0,0 0 0 0 0,1 0 0 0 0,-1-1 0 0 0,0 1 0 0 0,1 0-1 0 0,-1 0 1 0 0,0 0 0 0 0,1-1 0 0 0,-1 1 0 0 0,1 0 0 0 0,-1 0 0 0 0,0 0 0 0 0,1 0 0 0 0,-1 0 0 0 0,0 0 0 0 0,1 0 0 0 0,-1 0 0 0 0,1 0 0 0 0,-1 0 0 0 0,0 0 0 0 0,1 0 0 0 0,-1 0-1 0 0,1 0 1 0 0,-1 0 0 0 0,0 0 0 0 0,1 1 0 0 0,-1-1 0 0 0,0 0 0 0 0,1 0 0 0 0,-1 0 0 0 0,0 1 0 0 0,1-1 0 0 0,-1 0 0 0 0,0 0 0 0 0,1 1 0 0 0,-1-1 0 0 0,0 0 0 0 0,0 0 0 0 0,1 1-1 0 0,-1-1 1 0 0,0 0 0 0 0,0 1 0 0 0,0-1 0 0 0,0 0 0 0 0,1 1 0 0 0,-1-1 0 0 0,0 1 0 0 0,0-1 0 0 0,0 1 0 0 0,12 23 935 0 0,-4 15-667 0 0,-1 1 1 0 0,-2-1-1 0 0,-2 1 1 0 0,-3 55 0 0 0,0-35-182 0 0,17 295-53 0 0,4-204-2556 0 0,-13-105-5293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2.5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282 56 4289 0 0,'-6'-17'-40'0'0,"6"16"315"0"0,0-1 0 0 0,-1 0-1 0 0,1 0 1 0 0,-1 1 0 0 0,1-1-1 0 0,-1 0 1 0 0,1 0 0 0 0,-1 1-1 0 0,0-1 1 0 0,0 1 0 0 0,0-1-1 0 0,0 1 1 0 0,0-1 0 0 0,0 1-1 0 0,0 0 1 0 0,0-1 0 0 0,-1 1 0 0 0,1 0-1 0 0,0 0 1 0 0,-1 0 0 0 0,1 0-1 0 0,-1 0 1 0 0,1 0 0 0 0,-1 0-1 0 0,0 0 1 0 0,1 1 0 0 0,-1-1-1 0 0,0 1 1 0 0,1-1 0 0 0,-1 1-1 0 0,0 0 1 0 0,0 0 0 0 0,1 0 0 0 0,-1-1-1 0 0,0 2 1 0 0,0-1 0 0 0,0 0-1 0 0,1 0 1 0 0,-1 1 0 0 0,-2-1-1 0 0,-4 2 24 0 0,0 0-1 0 0,0 1 1 0 0,0 0-1 0 0,0 0 0 0 0,0 0 1 0 0,0 1-1 0 0,1 0 1 0 0,0 1-1 0 0,0 0 0 0 0,0 0 1 0 0,0 0-1 0 0,1 1 1 0 0,0 0-1 0 0,0 0 0 0 0,0 1 1 0 0,1-1-1 0 0,0 1 1 0 0,0 0-1 0 0,-4 10 0 0 0,-5 9-230 0 0,2 1 0 0 0,0 0 0 0 0,2 1 0 0 0,-9 34 0 0 0,15-45-67 0 0,0 0-1 0 0,1 0 1 0 0,1 0 0 0 0,0 36-1 0 0,2-48-29 0 0,1 1-1 0 0,0 0 0 0 0,0-1 0 0 0,0 1 1 0 0,0-1-1 0 0,1 1 0 0 0,0-1 0 0 0,4 8 1 0 0,-4-10-13 0 0,-1-1 1 0 0,1 1-1 0 0,0-1 1 0 0,0 0 0 0 0,0 0-1 0 0,0 1 1 0 0,0-1-1 0 0,1-1 1 0 0,-1 1 0 0 0,0 0-1 0 0,1-1 1 0 0,0 1-1 0 0,-1-1 1 0 0,1 0 0 0 0,0 1-1 0 0,0-1 1 0 0,3 0-1 0 0,-2 0-17 0 0,0-1-1 0 0,-1 0 0 0 0,1 0 0 0 0,0-1 0 0 0,0 1 0 0 0,-1-1 0 0 0,1 1 0 0 0,0-1 0 0 0,-1 0 0 0 0,1-1 0 0 0,-1 1 0 0 0,1-1 0 0 0,-1 1 0 0 0,1-1 1 0 0,-1 0-1 0 0,0 0 0 0 0,0-1 0 0 0,0 1 0 0 0,0-1 0 0 0,-1 1 0 0 0,1-1 0 0 0,-1 0 0 0 0,1 0 0 0 0,2-6 0 0 0,5-4 107 0 0,-2 0 0 0 0,0-1 0 0 0,0-1 0 0 0,7-21 0 0 0,-3 4 246 0 0,2-8 219 0 0,1 1 0 0 0,2 1 0 0 0,36-59 0 0 0,-52 95-477 0 0,0 0 0 0 0,1 0 0 0 0,-1 0 0 0 0,1 0 0 0 0,-1 0 0 0 0,1 1 0 0 0,0-1 0 0 0,-1 1 0 0 0,1-1 0 0 0,0 1 0 0 0,0 0 0 0 0,0-1 0 0 0,0 1 0 0 0,0 0 0 0 0,4-1 0 0 0,-4 2-25 0 0,-1 0 0 0 0,0 1-1 0 0,0-1 1 0 0,0 0 0 0 0,0 1-1 0 0,1-1 1 0 0,-1 1 0 0 0,0-1 0 0 0,0 1-1 0 0,0-1 1 0 0,0 1 0 0 0,0 0-1 0 0,0-1 1 0 0,-1 1 0 0 0,1 0 0 0 0,0 0-1 0 0,0 0 1 0 0,0 0 0 0 0,-1 0 0 0 0,1 0-1 0 0,0 0 1 0 0,-1 0 0 0 0,1 0-1 0 0,-1 0 1 0 0,0 0 0 0 0,1 0 0 0 0,-1 1-1 0 0,0-1 1 0 0,1 0 0 0 0,-1 0-1 0 0,0 2 1 0 0,16 67-4 0 0,-12-47-5 0 0,1 1-1 0 0,1-1 0 0 0,15 36 1 0 0,-18-53-14 0 0,0 1 1 0 0,1-1-1 0 0,0 0 1 0 0,0 0-1 0 0,0-1 0 0 0,0 1 1 0 0,1-1-1 0 0,0 0 1 0 0,0 0-1 0 0,1-1 1 0 0,-1 1-1 0 0,1-1 0 0 0,0 0 1 0 0,0-1-1 0 0,0 1 1 0 0,12 3-1 0 0,-15-6-2 0 0,-1-1-1 0 0,0 1 1 0 0,0-1-1 0 0,0 0 1 0 0,1 0-1 0 0,-1 0 1 0 0,0 0-1 0 0,0 0 1 0 0,0 0-1 0 0,1-1 1 0 0,-1 1-1 0 0,0-1 1 0 0,0 0-1 0 0,0 1 1 0 0,0-1-1 0 0,0 0 1 0 0,0 0-1 0 0,0 0 1 0 0,0-1 0 0 0,0 1-1 0 0,-1 0 1 0 0,1-1-1 0 0,0 1 1 0 0,-1-1-1 0 0,1 1 1 0 0,-1-1-1 0 0,1 0 1 0 0,-1 0-1 0 0,0 0 1 0 0,2-3-1 0 0,5-9 4 0 0,-1 0 0 0 0,0-1 0 0 0,6-20 0 0 0,-6 15 9 0 0,3-4 71 0 0,29-65 215 0 0,-34 79-215 0 0,1 0-1 0 0,0 0 0 0 0,0 1 1 0 0,1 0-1 0 0,0 0 0 0 0,11-9 1 0 0,-17 17-59 0 0,-1 0 0 0 0,1 1 0 0 0,0-1 0 0 0,0 1 0 0 0,-1 0 0 0 0,1-1 0 0 0,0 1 0 0 0,0-1 0 0 0,0 1 0 0 0,-1 0 0 0 0,1 0 0 0 0,0 0 0 0 0,0-1 0 0 0,0 1 0 0 0,0 0 0 0 0,0 0 0 0 0,-1 0 1 0 0,1 0-1 0 0,0 0 0 0 0,0 0 0 0 0,0 1 0 0 0,0-1 0 0 0,0 0 0 0 0,-1 0 0 0 0,1 1 0 0 0,0-1 0 0 0,0 0 0 0 0,0 1 0 0 0,-1-1 0 0 0,1 1 0 0 0,0-1 0 0 0,-1 1 0 0 0,1-1 0 0 0,0 1 0 0 0,-1 0 0 0 0,1-1 0 0 0,-1 1 0 0 0,1 0 0 0 0,-1-1 0 0 0,1 1 0 0 0,-1 0 0 0 0,1 0 0 0 0,-1-1 1 0 0,1 2-1 0 0,19 43 157 0 0,-17-36-148 0 0,15 38 23 0 0,25 55-16 0 0,-43-101-24 0 0,0-1 0 0 0,0 1 0 0 0,0-1 0 0 0,0 1 0 0 0,1-1 0 0 0,-1 0 0 0 0,0 1 0 0 0,0-1 0 0 0,0 0 0 0 0,1 1 0 0 0,-1-1 0 0 0,0 0 0 0 0,1 1 0 0 0,-1-1 0 0 0,0 0 0 0 0,1 1 0 0 0,-1-1 0 0 0,0 0-1 0 0,1 0 1 0 0,-1 1 0 0 0,1-1 0 0 0,-1 0 0 0 0,0 0 0 0 0,1 0 0 0 0,-1 0 0 0 0,1 0 0 0 0,-1 0 0 0 0,1 0 0 0 0,-1 0 0 0 0,0 0 0 0 0,1 0 0 0 0,-1 0 0 0 0,1 0 0 0 0,0 0 0 0 0,13-13 48 0 0,8-32 79 0 0,-19 38-109 0 0,8-16 78 0 0,0-4-14 0 0,1 0 1 0 0,2 1-1 0 0,1 1 1 0 0,0 0-1 0 0,28-32 1 0 0,-41 55-67 0 0,0-1 0 0 0,0 1 0 0 0,0 0 0 0 0,0 1 0 0 0,0-1 0 0 0,0 0 0 0 0,1 0 0 0 0,-1 1 0 0 0,1 0 0 0 0,-1-1 0 0 0,1 1 0 0 0,0 0 0 0 0,0 0 0 0 0,-1 0 0 0 0,1 1 0 0 0,0-1 0 0 0,3 0 0 0 0,-3 2 1 0 0,-1-1 1 0 0,1 0-1 0 0,-1 1 0 0 0,0 0 0 0 0,1-1 0 0 0,-1 1 0 0 0,0 0 0 0 0,0 0 0 0 0,0 0 0 0 0,1 1 0 0 0,-1-1 1 0 0,0 0-1 0 0,-1 1 0 0 0,1-1 0 0 0,0 1 0 0 0,2 2 0 0 0,5 8 18 0 0,-1-1-1 0 0,0 1 1 0 0,-1 1-1 0 0,-1-1 1 0 0,8 21-1 0 0,-8-21-81 0 0,51 101-2982 0 0,-45-93-4810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3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84 7370 0 0,'-4'-9'762'0'0,"0"1"163"0"0,1 0 1 0 0,-2 0-1 0 0,1 1 0 0 0,-1-1 1 0 0,-1 1-1 0 0,-7-9 1 0 0,11 14-792 0 0,0 1 1 0 0,1 0 0 0 0,-1 0 0 0 0,0 0 0 0 0,0 0 0 0 0,1 0 0 0 0,-1 0 0 0 0,0 0 0 0 0,0 1-1 0 0,0-1 1 0 0,0 1 0 0 0,0-1 0 0 0,0 1 0 0 0,0 0 0 0 0,0 0 0 0 0,0 0 0 0 0,0 0 0 0 0,0 0-1 0 0,0 0 1 0 0,0 0 0 0 0,0 1 0 0 0,0-1 0 0 0,0 1 0 0 0,0-1 0 0 0,0 1 0 0 0,0 0 0 0 0,0 0 0 0 0,1 0-1 0 0,-1 0 1 0 0,0 0 0 0 0,0 0 0 0 0,1 1 0 0 0,-1-1 0 0 0,-1 3 0 0 0,-3 2 31 0 0,1-1 1 0 0,0 2-1 0 0,0-1 1 0 0,0 0 0 0 0,1 1-1 0 0,0 0 1 0 0,0 0-1 0 0,1 0 1 0 0,0 1-1 0 0,0-1 1 0 0,1 1-1 0 0,0-1 1 0 0,0 1 0 0 0,0 10-1 0 0,-1-1-22 0 0,2 1-1 0 0,0-1 1 0 0,1 1-1 0 0,1 0 1 0 0,4 24-1 0 0,-4-34-121 0 0,1 0 0 0 0,0 0 0 0 0,1 0-1 0 0,0 0 1 0 0,0-1 0 0 0,0 1 0 0 0,1-1-1 0 0,0 1 1 0 0,1-1 0 0 0,0-1 0 0 0,0 1 0 0 0,0-1-1 0 0,1 0 1 0 0,8 8 0 0 0,-9-10-107 0 0,1 0 0 0 0,-1-1 1 0 0,1 1-1 0 0,0-1 0 0 0,0-1 0 0 0,0 1 0 0 0,0-1 1 0 0,1 0-1 0 0,-1-1 0 0 0,1 1 0 0 0,-1-1 0 0 0,1 0 1 0 0,-1-1-1 0 0,1 0 0 0 0,-1 0 0 0 0,1 0 0 0 0,-1-1 1 0 0,12-2-1 0 0,8-4-885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4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0 266 7370 0 0,'2'0'213'0'0,"-1"1"-1"0"0,1-1 1 0 0,-1 1 0 0 0,1-1 0 0 0,0 1 0 0 0,-1-1 0 0 0,1 0 0 0 0,0 0 0 0 0,-1 0 0 0 0,1 0 0 0 0,0 0 0 0 0,-1 0 0 0 0,1 0 0 0 0,0-1 0 0 0,-1 1 0 0 0,1 0-1 0 0,-1-1 1 0 0,3-1 0 0 0,31-11 3048 0 0,-24 7-2906 0 0,0 0 0 0 0,-1 0 0 0 0,1-1 0 0 0,-2-1-1 0 0,1 0 1 0 0,-1 0 0 0 0,0 0 0 0 0,8-12-1 0 0,-10 13-146 0 0,-2-1-1 0 0,1 0 0 0 0,-1 0 0 0 0,0 0 1 0 0,-1 0-1 0 0,0-1 0 0 0,0 1 0 0 0,-1-1 1 0 0,0 0-1 0 0,-1 0 0 0 0,2-12 0 0 0,-4 19-221 0 0,1 0 0 0 0,-1-1-1 0 0,0 1 1 0 0,0 0 0 0 0,0-1-1 0 0,-1 1 1 0 0,1 0 0 0 0,-1-1-1 0 0,1 1 1 0 0,-1 0 0 0 0,0 0-1 0 0,0-1 1 0 0,0 1 0 0 0,0 0-1 0 0,0 0 1 0 0,0 0 0 0 0,0 0-1 0 0,-1 0 1 0 0,1 1 0 0 0,-1-1-1 0 0,1 0 1 0 0,-1 1 0 0 0,0-1-1 0 0,0 1 1 0 0,0-1 0 0 0,0 1-1 0 0,0 0 1 0 0,0 0 0 0 0,0 0-1 0 0,0 0 1 0 0,0 0 0 0 0,0 0-1 0 0,-1 1 1 0 0,1-1 0 0 0,-3 0-1 0 0,1 1-6 0 0,1-1-1 0 0,-1 1 1 0 0,1 0-1 0 0,-1 0 1 0 0,1 1-1 0 0,-1-1 1 0 0,1 0-1 0 0,-1 1 1 0 0,1 0-1 0 0,-1 0 1 0 0,1 0-1 0 0,0 0 1 0 0,0 1-1 0 0,0-1 1 0 0,-1 1-1 0 0,1 0 1 0 0,1 0-1 0 0,-1 0 1 0 0,0 0-1 0 0,0 0 1 0 0,1 1-1 0 0,-1-1 1 0 0,-2 5-1 0 0,3 5 3338 0 0,-1-10-3322 0 0,1 0 5 0 0,-1 0 1 0 0,0 0 0 0 0,0 0-1 0 0,0 0 1 0 0,0 0 0 0 0,0 0-1 0 0,0-1 1 0 0,0 0-1 0 0,-1 1 1 0 0,1-1 0 0 0,0-1-1 0 0,-5 2 1 0 0,11-2 13 0 0,-1 1 0 0 0,0-1 0 0 0,1 1 0 0 0,-1 0 0 0 0,0 0-1 0 0,0 0 1 0 0,0 0 0 0 0,0 0 0 0 0,3 3 0 0 0,-4-2-8 0 0,0 0 0 0 0,0 0 0 0 0,0 0 0 0 0,-1 0 0 0 0,1 0-1 0 0,-1 0 1 0 0,1 0 0 0 0,-1 1 0 0 0,0-1 0 0 0,0 0 0 0 0,0 0 0 0 0,0 0 0 0 0,0 4 0 0 0,0 6 8 0 0,3 15 14 0 0,2-2 0 0 0,1 1 0 0 0,1 0 0 0 0,1-1 0 0 0,1 0 0 0 0,1-1 0 0 0,18 31 1 0 0,-22-47-35 0 0,0 1 1 0 0,0-1-1 0 0,0 0 1 0 0,1 0-1 0 0,0-1 1 0 0,1 0-1 0 0,0 0 1 0 0,0-1-1 0 0,13 9 1 0 0,-14-12-26 0 0,0 0 0 0 0,0 0 1 0 0,0 0-1 0 0,0-1 1 0 0,0 0-1 0 0,1 0 1 0 0,-1-1-1 0 0,0 0 1 0 0,1-1-1 0 0,-1 1 0 0 0,1-1 1 0 0,-1-1-1 0 0,1 1 1 0 0,10-3-1 0 0,-5-1-196 0 0,0 1-1 0 0,-1-2 0 0 0,1 0 1 0 0,-1 0-1 0 0,0-1 1 0 0,0-1-1 0 0,-1 0 0 0 0,0 0 1 0 0,0-1-1 0 0,-1-1 1 0 0,11-10-1 0 0,10-14-4274 0 0,51-69 0 0 0,-60 72-169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5.2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274 532 456 0 0,'0'0'116'0'0,"1"0"-1"0"0,-1-1 0 0 0,1 1 1 0 0,-1-1-1 0 0,1 1 1 0 0,-1 0-1 0 0,1-1 1 0 0,-1 1-1 0 0,1-1 1 0 0,-1 1-1 0 0,1-1 1 0 0,-1 0-1 0 0,0 1 1 0 0,1-1-1 0 0,-1 1 1 0 0,0-1-1 0 0,0 0 0 0 0,1 1 1 0 0,-1-1-1 0 0,0 1 1 0 0,0-1-1 0 0,0 0 1 0 0,0 1-1 0 0,0-1 1 0 0,0 0-1 0 0,0 1 1 0 0,0-1-1 0 0,0 0 1 0 0,0 1-1 0 0,0-2 0 0 0,-1 1 197 0 0,0 1-1 0 0,0-1 0 0 0,0 1 1 0 0,0-1-1 0 0,0 1 0 0 0,0 0 0 0 0,0-1 1 0 0,0 1-1 0 0,-1 0 0 0 0,1 0 1 0 0,0-1-1 0 0,0 1 0 0 0,0 0 0 0 0,0 0 1 0 0,-2 1-1 0 0,-46 7 5081 0 0,33-1-4810 0 0,0 0-1 0 0,1 1 0 0 0,0 1 0 0 0,0 1 1 0 0,1 0-1 0 0,0 1 0 0 0,1 0 0 0 0,-15 17 1 0 0,21-21-520 0 0,1 0-1 0 0,0 0 1 0 0,0 1 0 0 0,0 0 0 0 0,1 0 0 0 0,0 0 0 0 0,1 1-1 0 0,0-1 1 0 0,0 1 0 0 0,1 0 0 0 0,0 1 0 0 0,1-1 0 0 0,0 0 0 0 0,0 1-1 0 0,1-1 1 0 0,0 15 0 0 0,1-19-39 0 0,0 0 0 0 0,1-1-1 0 0,0 1 1 0 0,0 0 0 0 0,0-1-1 0 0,0 1 1 0 0,1-1 0 0 0,-1 0-1 0 0,1 1 1 0 0,1-1 0 0 0,-1 0 0 0 0,0 0-1 0 0,1 0 1 0 0,0 0 0 0 0,0-1-1 0 0,0 1 1 0 0,0-1 0 0 0,1 0 0 0 0,-1 0-1 0 0,1 0 1 0 0,0 0 0 0 0,0-1-1 0 0,0 1 1 0 0,0-1 0 0 0,0 0 0 0 0,1 0-1 0 0,-1 0 1 0 0,1-1 0 0 0,-1 0-1 0 0,8 2 1 0 0,-3-2-50 0 0,-1 0-1 0 0,1-1 1 0 0,0 0-1 0 0,-1 0 1 0 0,1-1-1 0 0,0 0 1 0 0,-1-1-1 0 0,1 0 1 0 0,-1 0-1 0 0,1-1 1 0 0,-1 1-1 0 0,0-2 1 0 0,0 1-1 0 0,0-1 1 0 0,12-9-1 0 0,-10 4-28 0 0,1 0 0 0 0,-2 0 0 0 0,1-1 0 0 0,-1-1 0 0 0,-1 0 0 0 0,0 0 0 0 0,0-1 0 0 0,-1 1 0 0 0,0-2 0 0 0,-1 1 0 0 0,-1-1-1 0 0,0 0 1 0 0,-1 0 0 0 0,0 0 0 0 0,-1-1 0 0 0,0 1 0 0 0,0-16 0 0 0,1-25 233 0 0,-2 0 1 0 0,-12-108-1 0 0,8 130 40 0 0,-1-3-9 0 0,-11-98 526 0 0,11 114-529 0 0,-1-1 0 0 0,-1 1-1 0 0,-1 0 1 0 0,-12-28 0 0 0,18 45-187 0 0,-1 1 0 0 0,1-1 0 0 0,-1 1 1 0 0,0-1-1 0 0,0 1 0 0 0,1-1 0 0 0,-1 1 0 0 0,0-1 1 0 0,0 1-1 0 0,-1 0 0 0 0,1 0 0 0 0,0-1 0 0 0,0 1 0 0 0,-1 0 1 0 0,1 0-1 0 0,0 0 0 0 0,-1 0 0 0 0,1 1 0 0 0,-1-1 1 0 0,1 0-1 0 0,-1 0 0 0 0,0 1 0 0 0,1-1 0 0 0,-1 1 0 0 0,1 0 1 0 0,-4-1-1 0 0,4 2 2 0 0,-1-1 1 0 0,1 1 0 0 0,0 0-1 0 0,-1 0 1 0 0,1 0 0 0 0,0 0-1 0 0,-1 0 1 0 0,1 0 0 0 0,0 0-1 0 0,0 0 1 0 0,0 0 0 0 0,0 1-1 0 0,0-1 1 0 0,0 0 0 0 0,0 1-1 0 0,0-1 1 0 0,1 1 0 0 0,-1-1-1 0 0,1 1 1 0 0,-1-1 0 0 0,1 1-1 0 0,-1-1 1 0 0,1 1 0 0 0,0 0-1 0 0,0-1 1 0 0,-1 1 0 0 0,2 1-1 0 0,-3 17-6 0 0,2 0-1 0 0,0 0 0 0 0,1 0 1 0 0,1-1-1 0 0,1 1 0 0 0,7 25 1 0 0,42 113 54 0 0,-11-57 183 0 0,4-2 0 0 0,104 167 0 0 0,-128-233-357 0 0,-3 2-1 0 0,20 45 0 0 0,-15-12-2607 0 0,-15-44-5110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5.4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14747 0 0,'2'0'1440'0'0,"-2"2"-1280"0"0,1 3 1633 0 0,-1-2-801 0 0,0 1 8 0 0,0 1 705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8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13 8290 0 0,'-13'-13'5110'0'0,"12"13"-5054"0"0,8 31 7177 0 0,-3-14-7983 0 0,42 189 3383 0 0,-19-96-2969 0 0,-4 2-1 0 0,11 166 1 0 0,-33-244-2030 0 0,-1-21 429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8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52 166 5985 0 0,'-4'-2'118'0'0,"0"-1"-1"0"0,0 0 1 0 0,0 0-1 0 0,1 0 1 0 0,-1-1-1 0 0,1 1 1 0 0,0-1-1 0 0,0 0 1 0 0,0 0-1 0 0,0 0 1 0 0,1 0-1 0 0,0-1 1 0 0,0 1-1 0 0,0 0 1 0 0,-2-8-1 0 0,3 9 21 0 0,1 1-1 0 0,0-1 0 0 0,0 0 1 0 0,0 1-1 0 0,0-1 1 0 0,0 1-1 0 0,0-1 0 0 0,1 1 1 0 0,-1-1-1 0 0,1 1 0 0 0,0-1 1 0 0,0 1-1 0 0,0-1 1 0 0,0 1-1 0 0,0 0 0 0 0,0-1 1 0 0,0 1-1 0 0,1 0 0 0 0,-1 0 1 0 0,1 0-1 0 0,0 0 1 0 0,0 0-1 0 0,0 1 0 0 0,0-1 1 0 0,0 0-1 0 0,0 1 0 0 0,0 0 1 0 0,0-1-1 0 0,0 1 1 0 0,1 0-1 0 0,2-1 0 0 0,9-4 447 0 0,1 1 0 0 0,0 0 0 0 0,1 1 0 0 0,-1 0-1 0 0,1 1 1 0 0,0 1 0 0 0,20 0 0 0 0,-14 2-13 0 0,1 1-1 0 0,-1 0 1 0 0,0 2 0 0 0,36 8 0 0 0,-53-10-534 0 0,1 1 1 0 0,-1-1 0 0 0,1 1-1 0 0,-1 0 1 0 0,1 1 0 0 0,-1-1 0 0 0,0 1-1 0 0,0 0 1 0 0,0 0 0 0 0,-1 1-1 0 0,1-1 1 0 0,-1 1 0 0 0,0 0 0 0 0,0 0-1 0 0,0 0 1 0 0,0 1 0 0 0,-1 0-1 0 0,1-1 1 0 0,-1 1 0 0 0,-1 1 0 0 0,1-1-1 0 0,-1 0 1 0 0,0 0 0 0 0,0 1-1 0 0,0-1 1 0 0,-1 1 0 0 0,0 0 0 0 0,0-1-1 0 0,0 1 1 0 0,-1 0 0 0 0,1 0-1 0 0,-2 0 1 0 0,1-1 0 0 0,-1 1-1 0 0,-2 11 1 0 0,-1 0-58 0 0,-2 0 0 0 0,0 0 0 0 0,-1 0-1 0 0,0-1 1 0 0,-17 26 0 0 0,11-18-1 0 0,-15 33 0 0 0,27-56 31 0 0,1 1-1 0 0,-1-1 0 0 0,1 0 0 0 0,-1 0 0 0 0,1 1 0 0 0,0-1 0 0 0,0 0 0 0 0,-1 1 0 0 0,1-1 0 0 0,0 0 0 0 0,0 1 0 0 0,0-1 0 0 0,0 0 0 0 0,1 1 1 0 0,-1-1-1 0 0,0 0 0 0 0,0 0 0 0 0,1 1 0 0 0,0 0 0 0 0,-1-1-2 0 0,1 0-1 0 0,0 0 1 0 0,0-1 0 0 0,-1 1-1 0 0,1 0 1 0 0,0-1 0 0 0,0 1-1 0 0,0-1 1 0 0,0 1 0 0 0,0-1-1 0 0,-1 1 1 0 0,1-1 0 0 0,0 0-1 0 0,0 1 1 0 0,0-1 0 0 0,0 0-1 0 0,0 0 1 0 0,0 0 0 0 0,2 0-1 0 0,7 0 21 0 0,0-1 1 0 0,0 0-1 0 0,-1-1 0 0 0,15-3 0 0 0,-3 0-16 0 0,-7 2 15 0 0,22-2 24 0 0,47-3 0 0 0,-74 8-44 0 0,1 0 0 0 0,-1 0 0 0 0,0 1 0 0 0,0 0 0 0 0,0 1 0 0 0,0 0 0 0 0,0 0 0 0 0,0 1 0 0 0,0 0 0 0 0,13 7 0 0 0,-20-9 7 0 0,-1 0-1 0 0,1 0 1 0 0,0 0-1 0 0,0 1 1 0 0,-1-1 0 0 0,1 0-1 0 0,-1 1 1 0 0,1-1-1 0 0,-1 1 1 0 0,0-1 0 0 0,0 1-1 0 0,0 0 1 0 0,1 0 0 0 0,-1 0-1 0 0,-1-1 1 0 0,1 1-1 0 0,0 0 1 0 0,0 0 0 0 0,-1 0-1 0 0,1 0 1 0 0,-1 0-1 0 0,0 3 1 0 0,0-1 21 0 0,0 0 0 0 0,-1 0-1 0 0,0 0 1 0 0,1-1 0 0 0,-2 1 0 0 0,1-1 0 0 0,0 1-1 0 0,-1 0 1 0 0,1-1 0 0 0,-1 0 0 0 0,-3 5 0 0 0,-5 5 94 0 0,-1 0 1 0 0,0-1 0 0 0,0 0-1 0 0,-21 16 1 0 0,-129 82-1532 0 0,153-102-623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9.1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1 151 8290 0 0,'7'2'588'0'0,"0"1"0"0"0,0 0 0 0 0,1 0 0 0 0,-2 0 0 0 0,1 1 0 0 0,0 0 0 0 0,-1 0 0 0 0,1 0 0 0 0,-1 1 0 0 0,-1 0 0 0 0,1 0 0 0 0,-1 1 0 0 0,8 9 0 0 0,7 12 884 0 0,30 54 1 0 0,-24-38-961 0 0,16 37 464 0 0,-49-96-805 0 0,1-1 0 0 0,0-1-1 0 0,2 1 1 0 0,0-1 0 0 0,0 0 0 0 0,2 0-1 0 0,0 0 1 0 0,1 0 0 0 0,3-33 0 0 0,1 21-598 0 0,1 0 0 0 0,1 0 1 0 0,2 0-1 0 0,1 1 1 0 0,14-36-1 0 0,-11 40-640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9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13827 0 0,'4'8'325'0'0,"-1"0"0"0"0,0 0 0 0 0,0 0 1 0 0,-1 0-1 0 0,0 0 0 0 0,0 0 0 0 0,0 12 0 0 0,0 63 1958 0 0,-2-40-1815 0 0,-1 12 249 0 0,0-32-1888 0 0,1 1 1 0 0,3 26 0 0 0,-3-49 967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9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 7370 0 0,'2'-5'320'0'0,"-1"2"80"0"0,1 2-320 0 0,-1-1-80 0 0,1 2 0 0 0,-1 0 0 0 0,1 0-192 0 0,1 0-48 0 0,1 2-16 0 0,2 1 0 0 0,0 3 256 0 0,3 3 64 0 0,2 6 8 0 0,-2 2 16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49.9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368 363 4145 0 0,'-6'-5'336'0'0,"0"1"0"0"0,-1 0 1 0 0,1 1-1 0 0,-1-1 0 0 0,0 1 1 0 0,0 1-1 0 0,0-1 0 0 0,0 1 1 0 0,0 1-1 0 0,-1-1 0 0 0,1 1 0 0 0,0 0 1 0 0,-1 1-1 0 0,1 0 0 0 0,-1 0 1 0 0,1 1-1 0 0,-14 2 0 0 0,9-1 123 0 0,-1 1 0 0 0,1 1 0 0 0,-1 0 0 0 0,1 0 0 0 0,0 1 0 0 0,1 1 0 0 0,-1 0 0 0 0,1 1 0 0 0,0 0 0 0 0,1 0 0 0 0,-16 16 0 0 0,19-17-299 0 0,0 0-1 0 0,1 1 1 0 0,0-1 0 0 0,1 2 0 0 0,-1-1 0 0 0,1 1 0 0 0,1-1-1 0 0,0 1 1 0 0,0 1 0 0 0,0-1 0 0 0,1 0 0 0 0,0 1 0 0 0,1 0-1 0 0,-1 0 1 0 0,2-1 0 0 0,0 1 0 0 0,-1 14 0 0 0,2-18-137 0 0,0 0 0 0 0,1 0 0 0 0,0 0 0 0 0,0 0 1 0 0,0-1-1 0 0,0 1 0 0 0,1 0 0 0 0,0 0 0 0 0,0-1 1 0 0,0 1-1 0 0,1-1 0 0 0,-1 1 0 0 0,1-1 0 0 0,0 0 1 0 0,0 0-1 0 0,1-1 0 0 0,-1 1 0 0 0,1 0 0 0 0,-1-1 1 0 0,1 0-1 0 0,0 0 0 0 0,1 0 0 0 0,-1-1 0 0 0,0 1 1 0 0,1-1-1 0 0,-1 0 0 0 0,1 0 0 0 0,0-1 0 0 0,0 1 1 0 0,0-1-1 0 0,0 0 0 0 0,7 0 0 0 0,-4 0-103 0 0,0 0 0 0 0,0-1 0 0 0,0 0-1 0 0,0 0 1 0 0,0-1 0 0 0,0 0 0 0 0,0-1-1 0 0,0 0 1 0 0,0 0 0 0 0,-1 0 0 0 0,1-1 0 0 0,-1 0-1 0 0,0-1 1 0 0,0 0 0 0 0,0 0 0 0 0,0 0-1 0 0,-1-1 1 0 0,1 0 0 0 0,10-11 0 0 0,-12 8 45 0 0,1 0 0 0 0,-1 0 0 0 0,0-1 0 0 0,-1 1 0 0 0,0-1 0 0 0,-1 0 0 0 0,0-1 0 0 0,0 1 0 0 0,-1-1 0 0 0,0 1 0 0 0,0-1 0 0 0,-1 0 0 0 0,0-12 0 0 0,-2-16 83 0 0,-1-1-1 0 0,-7-39 1 0 0,4 40 71 0 0,-2-9 178 0 0,0-2 1059 0 0,2 0 1 0 0,3-96-1 0 0,2 145-1334 0 0,0 0 0 0 0,0 0-1 0 0,0 0 1 0 0,0 0 0 0 0,0 0 0 0 0,0 0-1 0 0,0 1 1 0 0,0-1 0 0 0,0 0 0 0 0,0 0 0 0 0,0 0-1 0 0,1 0 1 0 0,-1 0 0 0 0,0 0 0 0 0,0 0 0 0 0,0 0-1 0 0,0 0 1 0 0,0 0 0 0 0,0 0 0 0 0,0 0-1 0 0,0 0 1 0 0,0 0 0 0 0,1 0 0 0 0,-1 0 0 0 0,0 0-1 0 0,0 0 1 0 0,0 0 0 0 0,0 1 0 0 0,0-1-1 0 0,0 0 1 0 0,0-1 0 0 0,0 1 0 0 0,1 0 0 0 0,-1 0-1 0 0,0 0 1 0 0,0 0 0 0 0,0 0 0 0 0,0 0-1 0 0,0 0 1 0 0,0 0 0 0 0,0 0 0 0 0,0 0 0 0 0,0 0-1 0 0,1 0 1 0 0,-1 0 0 0 0,0 0 0 0 0,0 0-1 0 0,0 0 1 0 0,0 0 0 0 0,0 0 0 0 0,0 0 0 0 0,0-1-1 0 0,0 1 1 0 0,0 0 0 0 0,0 0 0 0 0,0 0 0 0 0,0 0-1 0 0,9 17 361 0 0,6 23-224 0 0,19 126 238 0 0,-17-66-240 0 0,-7-53-152 0 0,14 73-1482 0 0,50 150 1 0 0,-60-234-6214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0.3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301 179 7370 0 0,'-8'-22'2053'0'0,"-1"0"0"0"0,-1 1 0 0 0,-1 0 0 0 0,-1 1 0 0 0,-16-22 0 0 0,26 40-1945 0 0,0-1 0 0 0,0 1 0 0 0,0 0 0 0 0,0 0 0 0 0,0 0 0 0 0,0 0 0 0 0,-1 0 0 0 0,1 0 0 0 0,-1 0 1 0 0,0 1-1 0 0,1 0 0 0 0,-1-1 0 0 0,0 1 0 0 0,0 0 0 0 0,1 0 0 0 0,-1 0 0 0 0,0 1 0 0 0,0-1 0 0 0,0 1 0 0 0,-4 0 0 0 0,2 0-44 0 0,0 1 1 0 0,0 0-1 0 0,1 0 0 0 0,-1 0 1 0 0,0 1-1 0 0,1-1 0 0 0,-1 1 1 0 0,1 0-1 0 0,0 1 1 0 0,0-1-1 0 0,-7 5 0 0 0,-1 3-42 0 0,0 1 1 0 0,1 0-1 0 0,0 0 0 0 0,1 1 0 0 0,0 1 1 0 0,-15 25-1 0 0,23-34-22 0 0,0 0-1 0 0,0 0 1 0 0,0 0-1 0 0,1 0 1 0 0,0 0 0 0 0,0 0-1 0 0,0 1 1 0 0,0-1-1 0 0,1 0 1 0 0,0 1 0 0 0,0 5-1 0 0,0-8-13 0 0,0-1 0 0 0,0 0 0 0 0,1 1 0 0 0,-1-1 0 0 0,0 0 0 0 0,1 1 0 0 0,-1-1 0 0 0,1 0-1 0 0,-1 0 1 0 0,1 1 0 0 0,0-1 0 0 0,0 0 0 0 0,-1 0 0 0 0,1 0 0 0 0,0 0 0 0 0,0 0 0 0 0,0 0 0 0 0,0 0 0 0 0,0 0 0 0 0,0-1-1 0 0,0 1 1 0 0,1 0 0 0 0,-1 0 0 0 0,0-1 0 0 0,0 1 0 0 0,1-1 0 0 0,-1 1 0 0 0,0-1 0 0 0,0 0 0 0 0,1 1 0 0 0,-1-1-1 0 0,1 0 1 0 0,-1 0 0 0 0,0 0 0 0 0,1 0 0 0 0,-1 0 0 0 0,0 0 0 0 0,1 0 0 0 0,1-1 0 0 0,13-3-111 0 0,-1 0-1 0 0,0 0 1 0 0,1-2 0 0 0,-1 0 0 0 0,-1-1 0 0 0,0 0 0 0 0,20-14-1 0 0,-21 13 176 0 0,0 0-1 0 0,1 0 0 0 0,-1 2 0 0 0,1-1 0 0 0,1 2 0 0 0,-1 0 1 0 0,1 1-1 0 0,17-3 0 0 0,-29 6-14 0 0,0 1 0 0 0,-1 0-1 0 0,1 0 1 0 0,0 1 0 0 0,0-1 0 0 0,-1 0 0 0 0,1 1-1 0 0,0 0 1 0 0,-1 0 0 0 0,1-1 0 0 0,0 2-1 0 0,-1-1 1 0 0,1 0 0 0 0,-1 0 0 0 0,0 1 0 0 0,1-1-1 0 0,-1 1 1 0 0,2 2 0 0 0,0 0 3 0 0,-1 0 1 0 0,1 0 0 0 0,-1 1-1 0 0,0-1 1 0 0,0 1-1 0 0,-1 0 1 0 0,0 0-1 0 0,4 9 1 0 0,-2 2 3 0 0,0 0 0 0 0,-1 0 0 0 0,0 1 0 0 0,-2-1 0 0 0,1 19 0 0 0,-3-17 5 0 0,1-1 1 0 0,-2 0-1 0 0,-1 1 0 0 0,0-1 0 0 0,-1 0 1 0 0,0 0-1 0 0,-2-1 0 0 0,-8 20 0 0 0,10-28-189 0 0,-1 1-1 0 0,1-1 1 0 0,-1 0 0 0 0,-1-1-1 0 0,0 1 1 0 0,0-1-1 0 0,0 0 1 0 0,-1-1-1 0 0,0 0 1 0 0,0 0-1 0 0,0 0 1 0 0,-1-1 0 0 0,0 0-1 0 0,0 0 1 0 0,0-1-1 0 0,-18 7 1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0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1 368 1840 0 0,'26'-28'2865'0'0,"-1"-2"-1"0"0,-2-1 0 0 0,-1 0 1 0 0,31-61-1 0 0,-46 79-2366 0 0,-1 0-1 0 0,-1 0 1 0 0,7-24-1 0 0,-11 34-423 0 0,0 0 0 0 0,0 1 0 0 0,-1-1 0 0 0,1 0 0 0 0,-1 0-1 0 0,0 1 1 0 0,0-1 0 0 0,0 0 0 0 0,0 0 0 0 0,0 1-1 0 0,0-1 1 0 0,-1 0 0 0 0,0 0 0 0 0,1 1 0 0 0,-1-1 0 0 0,0 1-1 0 0,0-1 1 0 0,0 1 0 0 0,-1-1 0 0 0,1 1 0 0 0,-1-1 0 0 0,1 1-1 0 0,-1 0 1 0 0,0 0 0 0 0,0 0 0 0 0,-3-3 0 0 0,3 4-33 0 0,-1 0 0 0 0,1 0 0 0 0,0 0 0 0 0,-1 0 0 0 0,1 0 0 0 0,-1 1 0 0 0,1-1 0 0 0,-1 1 0 0 0,1 0 0 0 0,-1-1 0 0 0,0 1 1 0 0,1 1-1 0 0,-1-1 0 0 0,1 0 0 0 0,-1 0 0 0 0,1 1 0 0 0,-1 0 0 0 0,1-1 0 0 0,-1 1 0 0 0,1 0 0 0 0,0 0 0 0 0,-1 0 0 0 0,1 1 0 0 0,0-1 0 0 0,0 0 0 0 0,0 1 1 0 0,0 0-1 0 0,0-1 0 0 0,-3 5 0 0 0,-3 2 38 0 0,0 0 0 0 0,1 1 0 0 0,0 0-1 0 0,0 0 1 0 0,-7 14 0 0 0,9-15-35 0 0,1 0 0 0 0,0 1-1 0 0,1 0 1 0 0,0 0 0 0 0,0 0-1 0 0,1 0 1 0 0,0 0-1 0 0,0 0 1 0 0,1 1 0 0 0,1-1-1 0 0,-1 0 1 0 0,2 15 0 0 0,0-17-16 0 0,1-1 1 0 0,-1 1 0 0 0,1-1-1 0 0,1 0 1 0 0,-1 1-1 0 0,1-1 1 0 0,0 0 0 0 0,0-1-1 0 0,1 1 1 0 0,-1 0-1 0 0,1-1 1 0 0,0 0 0 0 0,1 0-1 0 0,0 0 1 0 0,-1-1-1 0 0,1 1 1 0 0,1-1 0 0 0,7 5-1 0 0,6 2-80 0 0,1-1 0 0 0,0-1 0 0 0,1-1-1 0 0,-1 0 1 0 0,2-2 0 0 0,36 7 0 0 0,-23-7-172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1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192 127 7370 0 0,'4'-5'606'0'0,"-1"0"0"0"0,1-1 0 0 0,-1 1 0 0 0,0-1 0 0 0,0 0 0 0 0,-1 0 0 0 0,1-1 0 0 0,-2 1 0 0 0,1 0 0 0 0,0-1 1 0 0,-1 1-1 0 0,-1-1 0 0 0,1 1 0 0 0,-1-1 0 0 0,0 1 0 0 0,-1-11 0 0 0,1 17-514 0 0,0-1 0 0 0,-1 0 0 0 0,1 1 0 0 0,0-1 0 0 0,0 1 0 0 0,-1-1 1 0 0,1 0-1 0 0,0 1 0 0 0,-1-1 0 0 0,1 1 0 0 0,-1-1 0 0 0,1 1 0 0 0,-1-1 0 0 0,1 1 0 0 0,-1-1 0 0 0,1 1 0 0 0,-1 0 0 0 0,1-1 0 0 0,-1 1 0 0 0,1 0 0 0 0,-1-1 0 0 0,0 1 0 0 0,1 0 1 0 0,-1 0-1 0 0,1-1 0 0 0,-1 1 0 0 0,-1 0 0 0 0,-18 5 1124 0 0,-19 23-564 0 0,37-26-584 0 0,-13 10 3 0 0,1 2-1 0 0,1-1 0 0 0,1 1 0 0 0,0 1 1 0 0,0 0-1 0 0,2 1 0 0 0,0 0 1 0 0,1 1-1 0 0,0 0 0 0 0,1 0 0 0 0,-6 22 1 0 0,12-31-53 0 0,0 0 0 0 0,0 0 0 0 0,1 0 0 0 0,-1 0 0 0 0,2 1 0 0 0,-1-1 0 0 0,1 0 0 0 0,1 0 0 0 0,-1 1 0 0 0,2-1 0 0 0,-1 0 0 0 0,1 0 0 0 0,0 0 0 0 0,0 0-1 0 0,1 0 1 0 0,0-1 0 0 0,1 1 0 0 0,0-1 0 0 0,0 0 0 0 0,0 0 0 0 0,1 0 0 0 0,0 0 0 0 0,0-1 0 0 0,1 0 0 0 0,0 0 0 0 0,0 0 0 0 0,13 8 0 0 0,0-2 30 0 0,0 0-1 0 0,1-2 0 0 0,0 0 0 0 0,1-1 1 0 0,0-1-1 0 0,29 7 0 0 0,-12-7 35 0 0,1 0 1 0 0,70 3-1 0 0,-82-10-1 0 0,0-1 1 0 0,47-7-1 0 0,-61 5-348 0 0,1-1 0 0 0,-1 0 0 0 0,0-1 0 0 0,0-1 0 0 0,-1 0 0 0 0,1-1-1 0 0,16-10 1 0 0,-6 0-7701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1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49 1840 0 0,'-1'-48'16868'0'0,"5"55"-15232"0"0,4 11-255 0 0,13 56-434 0 0,-3 1 0 0 0,10 86 0 0 0,-5-24-1189 0 0,-7-39-582 0 0,-12-70 305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1.8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121 140 3313 0 0,'6'-22'526'0'0,"9"-45"-1006"0"0,-15 62 1258 0 0,0 1-1 0 0,0 0 1 0 0,0 0 0 0 0,0 0 0 0 0,0-1-1 0 0,-1 1 1 0 0,-2-8 0 0 0,3 12-616 0 0,0-1 1 0 0,-1 1-1 0 0,1-1 1 0 0,0 1-1 0 0,0 0 1 0 0,-1-1 0 0 0,1 1-1 0 0,-1-2 651 0 0,0 2-651 0 0,1-1 1 0 0,-1 1 0 0 0,1 0-1 0 0,-1-1 1 0 0,1 1-1 0 0,0 0 1 0 0,-1 0-1 0 0,1 0 1 0 0,-1-1-1 0 0,1 1 1 0 0,-1 0 0 0 0,1 0-1 0 0,-1 0 1 0 0,1 0-1 0 0,-1 0 1 0 0,1 0-1 0 0,-2 0 1 0 0,-18 8 2774 0 0,-14 18-872 0 0,28-19-1893 0 0,-1-1 0 0 0,1 1 0 0 0,0 1 0 0 0,0 0 0 0 0,1-1 0 0 0,0 1 0 0 0,0 1 0 0 0,1-1 0 0 0,0 1 0 0 0,1 0 1 0 0,-1 0-1 0 0,2 0 0 0 0,-1 0 0 0 0,0 12 0 0 0,2-13-102 0 0,1 0-1 0 0,0 1 1 0 0,0-1 0 0 0,1 0 0 0 0,0 0 0 0 0,1 0-1 0 0,0 0 1 0 0,0 0 0 0 0,0 0 0 0 0,1 0-1 0 0,0-1 1 0 0,1 1 0 0 0,0-1 0 0 0,0 0-1 0 0,0 0 1 0 0,11 11 0 0 0,-8-9-33 0 0,1-1 0 0 0,0-1 1 0 0,1 0-1 0 0,0 0 0 0 0,0 0 0 0 0,1-1 0 0 0,-1-1 0 0 0,1 0 1 0 0,1 0-1 0 0,-1-1 0 0 0,1 0 0 0 0,-1 0 0 0 0,16 2 1 0 0,12 0-814 0 0,1-2 0 0 0,58 1 0 0 0,-39-4-1666 0 0,-27 1-4575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2.1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 10594 0 0,'9'-16'1047'0'0,"-8"15"-828"0"0,0 1 0 0 0,-1 0 0 0 0,1-1 0 0 0,0 1 0 0 0,0 0 0 0 0,-1 0 0 0 0,1 0 0 0 0,0-1 0 0 0,0 1 0 0 0,-1 0 0 0 0,1 0 0 0 0,0 0 0 0 0,0 0 0 0 0,-1 0 0 0 0,1 0 0 0 0,0 1 0 0 0,0-1 0 0 0,0 0 0 0 0,-1 0 0 0 0,1 0 0 0 0,0 1 0 0 0,-1-1 0 0 0,1 0 0 0 0,0 1 0 0 0,0 0 0 0 0,19 17 5093 0 0,-12-4-4945 0 0,2 18 168 0 0,-1-1 1 0 0,-2 1-1 0 0,-1 1 0 0 0,2 53 0 0 0,-2-27-395 0 0,29 158-354 0 0,-11-81-1193 0 0,-22-125 828 0 0,3 35-241 0 0,-9-21-5861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2.3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75 10138 0 0,'43'-15'2540'0'0,"117"-33"2696"0"0,-139 44-5934 0 0,40-3-1 0 0,-48 7-690 0 0,1 0 0 0 0,-1 1 0 0 0,26 4 0 0 0,-15 1-826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8:52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18436 0 0,'9'4'816'0'0,"-2"-1"168"0"0,0 0-792 0 0,-1-1-192 0 0,-3-1 0 0 0,-1 1 0 0 0,-1-1 560 0 0,2 1 73 0 0,3 1 7 0 0,2 1 8 0 0,-2-1-528 0 0,0 0-120 0 0,-3-1 0 0 0,-3 2 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19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12899 0 0,'-1'-12'957'0'0,"2"-3"3157"0"0,5 28-1561 0 0,11 46-1972 0 0,-2 0-1 0 0,-3 1 1 0 0,-3 0-1 0 0,3 92 1 0 0,-21 249-297 0 0,0-204 11 0 0,5-120-283 0 0,1 84 38 0 0,4-141-101 0 0,1 0 0 0 0,0 0 0 0 0,2 0 0 0 0,0 0 0 0 0,13 33 0 0 0,3-13-389 0 0,-19-37 302 0 0,1-1-1 0 0,-1 0 0 0 0,1 0 1 0 0,0 0-1 0 0,0 0 1 0 0,0 0-1 0 0,-1 0 0 0 0,2 0 1 0 0,-1-1-1 0 0,0 1 0 0 0,0-1 1 0 0,0 1-1 0 0,1-1 1 0 0,3 2-1 0 0,-1-4-1179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3681 0 0,'0'-1'134'0'0,"1"0"0"0"0,-1 0-1 0 0,0 1 1 0 0,1-1 0 0 0,-1 0 0 0 0,0 1 0 0 0,1-1 0 0 0,-1 0 0 0 0,1 1 0 0 0,-1-1 0 0 0,1 0-1 0 0,0 1 1 0 0,-1-1 0 0 0,1 1 0 0 0,0-1 0 0 0,-1 1 0 0 0,1 0 0 0 0,0-1 0 0 0,-1 1-1 0 0,1 0 1 0 0,0-1 0 0 0,0 1 0 0 0,0 0 0 0 0,0-1 0 0 0,29-10 1941 0 0,-26 10-1868 0 0,5-2 206 0 0,1 0 0 0 0,0 1 0 0 0,-1 0 0 0 0,1 0 0 0 0,0 1 1 0 0,0 1-1 0 0,0-1 0 0 0,0 2 0 0 0,-1-1 0 0 0,1 1 0 0 0,0 1 0 0 0,14 4 0 0 0,-19-5-295 0 0,1 1 0 0 0,-1 0 0 0 0,0 1-1 0 0,0-1 1 0 0,0 1 0 0 0,0 0 0 0 0,-1 0 0 0 0,1 1 0 0 0,-1-1-1 0 0,0 1 1 0 0,0 0 0 0 0,0 0 0 0 0,0 0 0 0 0,-1 1-1 0 0,0-1 1 0 0,0 1 0 0 0,0 0 0 0 0,0 0 0 0 0,-1 0-1 0 0,1 0 1 0 0,-2 0 0 0 0,1 0 0 0 0,1 9 0 0 0,0-1-14 0 0,-2 0 0 0 0,0 0 1 0 0,-1 0-1 0 0,0 0 0 0 0,0 0 1 0 0,-2 0-1 0 0,0 0 0 0 0,0 0 1 0 0,-1 0-1 0 0,-9 23 0 0 0,-4 3-34 0 0,-3-2-1 0 0,-24 39 0 0 0,22-40-11 0 0,2 0-1 0 0,-16 39 1 0 0,35-74-46 0 0,-1 0 0 0 0,1-1-1 0 0,-1 1 1 0 0,1 0 0 0 0,0 0-1 0 0,-1 0 1 0 0,1 0 0 0 0,0-1 0 0 0,0 1-1 0 0,0 0 1 0 0,-1 0 0 0 0,1 0 0 0 0,0 0-1 0 0,0 0 1 0 0,1 0 0 0 0,-1-1 0 0 0,0 1-1 0 0,0 0 1 0 0,0 0 0 0 0,0 0 0 0 0,1 0-1 0 0,-1 0 1 0 0,0-1 0 0 0,1 1-1 0 0,-1 0 1 0 0,1 0 0 0 0,-1 0 0 0 0,1 0-1 0 0,1 0-8 0 0,-1-1-1 0 0,0 1 1 0 0,1-1-1 0 0,-1 0 0 0 0,1 1 1 0 0,-1-1-1 0 0,0 0 1 0 0,1 0-1 0 0,-1 0 0 0 0,1 0 1 0 0,-1 0-1 0 0,1 0 1 0 0,-1 0-1 0 0,0-1 0 0 0,3 0 1 0 0,11-3-117 0 0,0-2 1 0 0,21-10 0 0 0,-27 12 34 0 0,65-31-277 0 0,88-36 548 0 0,-154 68-140 0 0,1 1 1 0 0,-1 0-1 0 0,1 0 0 0 0,0 1 1 0 0,-1 0-1 0 0,1 1 0 0 0,0 0 1 0 0,0 0-1 0 0,-1 1 0 0 0,1 0 1 0 0,0 0-1 0 0,-1 1 0 0 0,1 0 1 0 0,11 5-1 0 0,-16-6-5 0 0,-1 1 1 0 0,1 0-1 0 0,0 1 0 0 0,-1-1 1 0 0,0 0-1 0 0,1 1 0 0 0,-1 0 1 0 0,0 0-1 0 0,0 0 0 0 0,-1 0 1 0 0,1 0-1 0 0,0 0 0 0 0,-1 1 1 0 0,0-1-1 0 0,0 1 0 0 0,0 0 1 0 0,0 0-1 0 0,-1-1 0 0 0,0 1 1 0 0,1 0-1 0 0,-2 1 0 0 0,1-1 1 0 0,0 0-1 0 0,-1 0 0 0 0,1 0 1 0 0,-1 0-1 0 0,0 0 0 0 0,-1 1 1 0 0,1-1-1 0 0,-1 0 1 0 0,0 0-1 0 0,-1 4 0 0 0,-2 7 79 0 0,-1 1 0 0 0,-1-2-1 0 0,0 1 1 0 0,-1-1 0 0 0,-1 0-1 0 0,0 0 1 0 0,-1-1 0 0 0,0 0-1 0 0,-12 13 1 0 0,-18 17-11 0 0,-48 40 0 0 0,81-78-120 0 0,-55 49-309 0 0,-40 38-831 0 0,40-27-3271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6 212 8754 0 0,'0'0'72'0'0,"-1"0"0"0"0,1 0 0 0 0,0 0 0 0 0,0 0 0 0 0,-1 0-1 0 0,1 0 1 0 0,0 0 0 0 0,0 0 0 0 0,0 0 0 0 0,-1 0 0 0 0,1-1 0 0 0,0 1 0 0 0,0 0 0 0 0,0 0 0 0 0,-1 0 0 0 0,1 0 0 0 0,0 0 0 0 0,0-1 0 0 0,0 1 0 0 0,0 0-1 0 0,0 0 1 0 0,-1 0 0 0 0,1-1 0 0 0,0 1 0 0 0,0 0 0 0 0,0 0 0 0 0,0 0 0 0 0,0-1 0 0 0,0 1 0 0 0,0 0 0 0 0,0 0 0 0 0,0-1 0 0 0,0 1 0 0 0,0 0 0 0 0,0 0 0 0 0,0 0-1 0 0,0-1 1 0 0,0 1 0 0 0,0 0 0 0 0,0 0 0 0 0,0-1 0 0 0,0 1 0 0 0,0 0 0 0 0,0 0 0 0 0,1-1 0 0 0,11-6 2344 0 0,19 0 894 0 0,-25 7-3100 0 0,-1 1 1 0 0,1 0-1 0 0,0 0 1 0 0,-1 0-1 0 0,0 1 0 0 0,1 0 1 0 0,-1 0-1 0 0,0 0 0 0 0,0 0 1 0 0,0 1-1 0 0,0 0 0 0 0,0 0 1 0 0,-1 0-1 0 0,0 1 0 0 0,1-1 1 0 0,-1 1-1 0 0,0 0 0 0 0,-1 0 1 0 0,1 1-1 0 0,-1-1 0 0 0,0 1 1 0 0,5 9-1 0 0,4 10-113 0 0,-1 1 0 0 0,-1 0 0 0 0,11 41 0 0 0,-11-32 245 0 0,-1-13-251 0 0,-6-16-11 0 0,-1 0 0 0 0,0 0 0 0 0,0-1-1 0 0,-1 1 1 0 0,1 0 0 0 0,0 7-1 0 0,-14-116 1294 0 0,13 67-1590 0 0,2-1 0 0 0,1 1 0 0 0,2-1 0 0 0,2 1 0 0 0,1 1 0 0 0,2-1 1 0 0,17-38-1 0 0,-13 44-1760 0 0,1 3-5863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6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11979 0 0,'19'49'2607'0'0,"-1"2"1"0"0,-4 0 0 0 0,17 104 0 0 0,-27-119-2958 0 0,-2 44-1 0 0,-2-69-72 0 0,0-12 350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0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 8754 0 0,'1'-12'384'0'0,"1"3"88"0"0,1 0-376 0 0,-2 4-96 0 0,1 2 0 0 0,-1 2-536 0 0,2 1-120 0 0,2 1-24 0 0,1 7-8 0 0,1 8 527 0 0,1 7 161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1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259 530 9674 0 0,'-6'-11'292'0'0,"4"6"154"0"0,-1 0 1 0 0,0-1-1 0 0,-1 1 1 0 0,1 0 0 0 0,-1 1-1 0 0,-7-9 1 0 0,9 12-313 0 0,1 0 0 0 0,-1 1 1 0 0,1-1-1 0 0,-1 0 1 0 0,1 0-1 0 0,-1 1 0 0 0,0-1 1 0 0,1 1-1 0 0,-1-1 0 0 0,0 1 1 0 0,1 0-1 0 0,-1-1 0 0 0,0 1 1 0 0,0 0-1 0 0,1 0 0 0 0,-1 0 1 0 0,0 1-1 0 0,1-1 0 0 0,-1 0 1 0 0,0 1-1 0 0,0-1 1 0 0,1 1-1 0 0,-1-1 0 0 0,1 1 1 0 0,-1 0-1 0 0,1 0 0 0 0,-1-1 1 0 0,1 1-1 0 0,-2 2 0 0 0,-7 4 126 0 0,0 1-1 0 0,1 0 0 0 0,1 1 1 0 0,0 0-1 0 0,0 0 0 0 0,0 0 1 0 0,1 1-1 0 0,-6 12 1 0 0,-43 89 326 0 0,48-92-514 0 0,1 0 0 0 0,-9 32 0 0 0,15-47-86 0 0,0 1 0 0 0,0-1-1 0 0,1 0 1 0 0,-1 1 0 0 0,1-1 0 0 0,0 1 0 0 0,0-1 0 0 0,0 1-1 0 0,1-1 1 0 0,-1 0 0 0 0,1 1 0 0 0,0-1 0 0 0,0 0-1 0 0,1 1 1 0 0,-1-1 0 0 0,1 0 0 0 0,0 0 0 0 0,4 5 0 0 0,-5-7-43 0 0,0-1 1 0 0,0 1 0 0 0,1-1 0 0 0,-1 0 0 0 0,1 0 0 0 0,-1 0-1 0 0,0 0 1 0 0,1 0 0 0 0,0 0 0 0 0,-1 0 0 0 0,1 0 0 0 0,0 0 0 0 0,-1-1-1 0 0,1 1 1 0 0,0-1 0 0 0,0 1 0 0 0,-1-1 0 0 0,1 0 0 0 0,0 0-1 0 0,0 0 1 0 0,2 0 0 0 0,0 0-48 0 0,-1-1 0 0 0,1 0 0 0 0,-1 0 0 0 0,1 0 1 0 0,-1-1-1 0 0,0 1 0 0 0,1-1 0 0 0,-1 0 0 0 0,0 0 0 0 0,3-3 0 0 0,4-3-139 0 0,0-1 0 0 0,-1 0 0 0 0,0 0 0 0 0,14-22 0 0 0,-7 5 245 0 0,-2 0 1 0 0,-1-1-1 0 0,-1 0 1 0 0,-1-1-1 0 0,-1-1 1 0 0,-2 0-1 0 0,-1 0 1 0 0,-1 0-1 0 0,-1-1 1 0 0,0-42-1 0 0,-4 21 503 0 0,-2 0 0 0 0,-2 0 0 0 0,-3 1-1 0 0,-2-1 1 0 0,-18-63 0 0 0,25 112-472 0 0,-15-41 724 0 0,16 41-704 0 0,-1 1 0 0 0,1 0 0 0 0,-1-1 0 0 0,0 1 0 0 0,1 0 0 0 0,-1 0 0 0 0,0-1 0 0 0,0 1-1 0 0,0 0 1 0 0,0 0 0 0 0,0 0 0 0 0,0 0 0 0 0,0 0 0 0 0,0 0 0 0 0,-1 1 0 0 0,1-1 0 0 0,0 0 0 0 0,-1 1 0 0 0,1-1 0 0 0,0 1 0 0 0,-1-1 0 0 0,1 1 0 0 0,-1-1 0 0 0,1 1 0 0 0,0 0 0 0 0,-1 0 0 0 0,-2 0 0 0 0,3 0-10 0 0,-1 1 0 0 0,1 0 1 0 0,0-1-1 0 0,-1 1 0 0 0,1 0 1 0 0,0 0-1 0 0,0 0 0 0 0,0 0 1 0 0,-1 0-1 0 0,1 0 0 0 0,0 1 1 0 0,0-1-1 0 0,1 0 0 0 0,-1 0 1 0 0,0 1-1 0 0,0-1 0 0 0,1 1 1 0 0,-2 1-1 0 0,-8 29 230 0 0,4-2-186 0 0,2 1 0 0 0,1 0 0 0 0,1 0 0 0 0,2 0 0 0 0,1 0 0 0 0,9 54-1 0 0,54 186 4 0 0,-40-182-76 0 0,54 286-2517 0 0,-69-324-5076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1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273 167 2761 0 0,'2'-10'910'0'0,"-1"0"-1"0"0,0 0 1 0 0,0 0 0 0 0,-1 0 0 0 0,0 1 0 0 0,-1-1 0 0 0,0 0 0 0 0,-1 0 0 0 0,0 1 0 0 0,-4-13 0 0 0,5 19-699 0 0,0 1 1 0 0,0-1 0 0 0,-1 0 0 0 0,1 1-1 0 0,0-1 1 0 0,-1 1 0 0 0,0 0-1 0 0,0-1 1 0 0,1 1 0 0 0,-1 0-1 0 0,-1 0 1 0 0,1 0 0 0 0,0 0-1 0 0,0 0 1 0 0,-1 1 0 0 0,1-1-1 0 0,-1 1 1 0 0,1-1 0 0 0,-1 1-1 0 0,0 0 1 0 0,0 0 0 0 0,1 0 0 0 0,-1 1-1 0 0,0-1 1 0 0,0 1 0 0 0,0-1-1 0 0,0 1 1 0 0,0 0 0 0 0,0 0-1 0 0,0 0 1 0 0,1 1 0 0 0,-1-1-1 0 0,0 1 1 0 0,0-1 0 0 0,0 1-1 0 0,0 0 1 0 0,-4 2 0 0 0,-2 1-97 0 0,1 0 1 0 0,0 1 0 0 0,0 0-1 0 0,0 0 1 0 0,1 0-1 0 0,-1 1 1 0 0,1 0-1 0 0,1 1 1 0 0,-1-1 0 0 0,1 1-1 0 0,0 0 1 0 0,-7 12-1 0 0,1 1-78 0 0,1 0 1 0 0,0 1-1 0 0,-14 39 0 0 0,23-51-79 0 0,-1 0 1 0 0,1 1 0 0 0,0-1-1 0 0,1 1 1 0 0,0-1-1 0 0,1 1 1 0 0,0-1 0 0 0,0 1-1 0 0,1-1 1 0 0,0 1-1 0 0,4 13 1 0 0,-4-20-5 0 0,0 0 0 0 0,0 0 1 0 0,0 0-1 0 0,1 0 0 0 0,-1 0 0 0 0,1-1 0 0 0,-1 1 0 0 0,1 0 1 0 0,0-1-1 0 0,0 0 0 0 0,0 1 0 0 0,1-1 0 0 0,-1 0 0 0 0,1 0 1 0 0,4 3-1 0 0,-4-4-4 0 0,0 1 1 0 0,1-1 0 0 0,-1 0-1 0 0,0-1 1 0 0,1 1 0 0 0,-1-1 0 0 0,1 1-1 0 0,-1-1 1 0 0,1 0 0 0 0,-1 0-1 0 0,1 0 1 0 0,-1-1 0 0 0,1 1-1 0 0,-1-1 1 0 0,1 0 0 0 0,-1 0-1 0 0,5-2 1 0 0,-1 0 54 0 0,0 0 0 0 0,0 0 0 0 0,0-1 0 0 0,-1 0 0 0 0,1 0 0 0 0,-1-1 0 0 0,0 1 0 0 0,0-1 0 0 0,0-1 0 0 0,5-6 0 0 0,3-6 220 0 0,-1 0-1 0 0,12-23 1 0 0,18-24 408 0 0,-43 63-616 0 0,1 0 0 0 0,1 1 0 0 0,-1-1-1 0 0,0 1 1 0 0,0 0 0 0 0,1-1 0 0 0,-1 1 0 0 0,0 0 0 0 0,1 0 0 0 0,-1-1 0 0 0,1 1 0 0 0,0 1 0 0 0,-1-1 0 0 0,1 0 0 0 0,0 0 0 0 0,0 0 0 0 0,-1 1 0 0 0,1-1 0 0 0,0 1 0 0 0,0 0 0 0 0,0-1 0 0 0,0 1 0 0 0,2 0 0 0 0,-2 1-3 0 0,0 0 1 0 0,0 0-1 0 0,0-1 1 0 0,0 2-1 0 0,0-1 0 0 0,0 0 1 0 0,0 0-1 0 0,0 1 1 0 0,0-1-1 0 0,0 1 1 0 0,-1-1-1 0 0,1 1 1 0 0,-1 0-1 0 0,1-1 1 0 0,-1 1-1 0 0,2 2 0 0 0,4 9 48 0 0,0 1-1 0 0,-1-1 1 0 0,0 1-1 0 0,5 22 1 0 0,2 5 56 0 0,-3 1 0 0 0,-2 1 1 0 0,-1-1-1 0 0,0 47 0 0 0,-6-73-36 0 0,-1 0-1 0 0,-1 0 0 0 0,0 0 0 0 0,-1 0 0 0 0,-1 0 0 0 0,0 0 0 0 0,-2-1 0 0 0,1 1 1 0 0,-2-1-1 0 0,0 0 0 0 0,-1-1 0 0 0,0 1 0 0 0,-1-1 0 0 0,-11 13 0 0 0,14-20-74 0 0,-1 0 0 0 0,-1 0 0 0 0,1-1 1 0 0,-1 0-1 0 0,0-1 0 0 0,0 1 0 0 0,-1-1 0 0 0,0-1 0 0 0,0 1 0 0 0,0-1 0 0 0,0-1 0 0 0,-1 0 0 0 0,1 0 0 0 0,-1 0 1 0 0,0-1-1 0 0,0 0 0 0 0,0-1 0 0 0,-15 1 0 0 0,16-4-1639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0 551 3225 0 0,'3'0'275'0'0,"0"-1"1"0"0,0 0 0 0 0,0 0 0 0 0,0 0-1 0 0,0 0 1 0 0,0 0 0 0 0,-1-1 0 0 0,1 1-1 0 0,0-1 1 0 0,-1 1 0 0 0,1-1-1 0 0,2-3 1 0 0,32-29 3393 0 0,-27 23-2479 0 0,25-23 3082 0 0,55-74 0 0 0,-69 80-3975 0 0,-2-1-1 0 0,-1-1 1 0 0,-2-1 0 0 0,0 0 0 0 0,-3-1 0 0 0,13-40 0 0 0,-24 66-282 0 0,-1-1 0 0 0,0 0 1 0 0,1 0-1 0 0,-2 0 0 0 0,1 0 0 0 0,-1 0 0 0 0,-1-11 1 0 0,1 17-7 0 0,-1 0 1 0 0,1-1 0 0 0,0 1 0 0 0,-1 0-1 0 0,1 0 1 0 0,-1-1 0 0 0,1 1 0 0 0,-1 0-1 0 0,0 0 1 0 0,1 0 0 0 0,-1-1-1 0 0,0 1 1 0 0,0 0 0 0 0,0 0 0 0 0,0 0-1 0 0,0 0 1 0 0,0 1 0 0 0,-1-2 0 0 0,0 1 4 0 0,0 1 0 0 0,1-1 0 0 0,-1 1 1 0 0,0-1-1 0 0,0 1 0 0 0,1 0 0 0 0,-1 0 1 0 0,0 0-1 0 0,0 0 0 0 0,1 0 0 0 0,-1 0 0 0 0,0 0 1 0 0,0 1-1 0 0,1-1 0 0 0,-1 1 0 0 0,0-1 1 0 0,-3 2-1 0 0,-2 2-2 0 0,-1 0 1 0 0,1 1-1 0 0,-1-1 0 0 0,1 1 1 0 0,1 1-1 0 0,-1-1 0 0 0,1 1 1 0 0,0 0-1 0 0,0 1 0 0 0,1-1 1 0 0,-6 9-1 0 0,-1 4 13 0 0,0 0 0 0 0,2 0 0 0 0,-10 25 0 0 0,12-24-17 0 0,1 0 0 0 0,0 1-1 0 0,2 0 1 0 0,0 0 0 0 0,2 1 0 0 0,0-1 0 0 0,1 41 0 0 0,2-51-4 0 0,1 1 1 0 0,0-1 0 0 0,1 1-1 0 0,1-1 1 0 0,0 0-1 0 0,0 0 1 0 0,1 0 0 0 0,0-1-1 0 0,1 1 1 0 0,0-1 0 0 0,1 0-1 0 0,0 0 1 0 0,1-1-1 0 0,0 0 1 0 0,0 0 0 0 0,13 12-1 0 0,-8-11-116 0 0,-1-1-1 0 0,1-1 1 0 0,1 0-1 0 0,0 0 0 0 0,0-2 1 0 0,0 1-1 0 0,1-2 1 0 0,0 1-1 0 0,0-2 0 0 0,0 0 1 0 0,1-1-1 0 0,-1 0 1 0 0,1-1-1 0 0,0-1 1 0 0,-1 0-1 0 0,1-1 0 0 0,0-1 1 0 0,24-3-1 0 0,8-7-7483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26 3681 0 0,'-1'-1'220'0'0,"1"0"0"0"0,-1 0 0 0 0,1 0 0 0 0,-1 0 1 0 0,1 0-1 0 0,-1 0 0 0 0,1 0 0 0 0,-1 0 0 0 0,0 0 0 0 0,1 0 0 0 0,-1 0 1 0 0,0 1-1 0 0,0-1 0 0 0,0 0 0 0 0,0 1 0 0 0,0-1 0 0 0,0 0 1 0 0,0 1-1 0 0,0-1 0 0 0,0 1 0 0 0,0-1 0 0 0,0 1 0 0 0,0 0 1 0 0,0 0-1 0 0,0-1 0 0 0,0 1 0 0 0,-2 0 0 0 0,-33-5 3723 0 0,34 5-3616 0 0,-5-1 163 0 0,-1 1-1 0 0,1 0 1 0 0,-1 0-1 0 0,0 0 1 0 0,1 1 0 0 0,-1 1-1 0 0,1-1 1 0 0,0 1-1 0 0,-1 0 1 0 0,1 1-1 0 0,-11 5 1 0 0,11-4-388 0 0,0 1 0 0 0,0 0 1 0 0,1 1-1 0 0,-1 0 0 0 0,1 0 0 0 0,0 0 0 0 0,1 0 0 0 0,0 1 1 0 0,0 0-1 0 0,-6 10 0 0 0,4-2-87 0 0,-1 1 0 0 0,2 0 0 0 0,0 0 0 0 0,1 0-1 0 0,1 1 1 0 0,0 0 0 0 0,1 0 0 0 0,-1 21 0 0 0,2-5 78 0 0,2 0 0 0 0,1-1 1 0 0,7 46-1 0 0,-5-65-66 0 0,0-1 1 0 0,0 0 0 0 0,1 0 0 0 0,0 0-1 0 0,1-1 1 0 0,0 1 0 0 0,1-1 0 0 0,1 0-1 0 0,-1-1 1 0 0,2 0 0 0 0,-1 0-1 0 0,2 0 1 0 0,-1-1 0 0 0,15 12 0 0 0,-17-16-14 0 0,0 0 1 0 0,1-1-1 0 0,-1 0 0 0 0,1 0 1 0 0,0-1-1 0 0,0 0 1 0 0,0 0-1 0 0,0-1 0 0 0,0 0 1 0 0,1 0-1 0 0,-1 0 1 0 0,1-1-1 0 0,-1 0 0 0 0,1-1 1 0 0,0 1-1 0 0,-1-1 1 0 0,1-1-1 0 0,-1 0 0 0 0,1 0 1 0 0,-1 0-1 0 0,1-1 1 0 0,-1 0-1 0 0,0-1 0 0 0,14-5 1 0 0,-8 0-6 0 0,0 0 0 0 0,0-1 0 0 0,-1 0 1 0 0,0-1-1 0 0,0 0 0 0 0,-2 0 0 0 0,1-2 1 0 0,-1 1-1 0 0,-1-1 0 0 0,0-1 0 0 0,0 0 1 0 0,11-24-1 0 0,-9 14 13 0 0,-1-1-1 0 0,-1 0 1 0 0,-1 0 0 0 0,-2-1-1 0 0,0 0 1 0 0,4-48 0 0 0,-10 72-11 0 0,0 0 0 0 0,0 0 0 0 0,0 0 0 0 0,0 1 0 0 0,0-1 0 0 0,0 0 0 0 0,0 0 0 0 0,0 0 0 0 0,0 1 0 0 0,1-1 0 0 0,-1 0 0 0 0,0 0 0 0 0,0 0 0 0 0,1 1 0 0 0,-1-1 0 0 0,0 0 0 0 0,1 0 0 0 0,-1 1 1 0 0,1-1-1 0 0,-1 0 0 0 0,1 1 0 0 0,-1-1 0 0 0,1 1 0 0 0,0-1 0 0 0,0 0 0 0 0,0 1 2 0 0,0 1 0 0 0,-1-1 0 0 0,1 0 0 0 0,0 1 0 0 0,0-1 0 0 0,-1 0 0 0 0,1 1 0 0 0,0-1 0 0 0,0 1 0 0 0,-1-1 0 0 0,1 1 0 0 0,-1 0 0 0 0,1-1 0 0 0,0 1 0 0 0,-1 0 0 0 0,1-1 0 0 0,-1 1 0 0 0,1 1 0 0 0,22 42 257 0 0,-8-4-22 0 0,16 64 1 0 0,-23-71-228 0 0,1 0-1 0 0,2-1 1 0 0,25 54 0 0 0,-33-81-284 0 0,0 0 0 0 0,1 0-1 0 0,-1-1 1 0 0,1 1 0 0 0,-1-1-1 0 0,1 0 1 0 0,1 0 0 0 0,6 5-1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8754 0 0,'-3'3'776'0'0,"1"-1"-616"0"0,2 1-160 0 0,0 1 0 0 0,3-1 344 0 0,-1 2 40 0 0,-1 1 0 0 0,2 4 8 0 0,2 8-392 0 0,1 5 0 0 0,0 7-72 0 0,1-1 8 0 0,0 3 64 0 0,-3-1 0 0 0,-1 3 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3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12 227 5985 0 0,'-1'0'108'0'0,"0"-1"1"0"0,1 1-1 0 0,-1-1 0 0 0,0 1 0 0 0,1-1 1 0 0,-1 1-1 0 0,0-1 0 0 0,1 0 0 0 0,-1 1 0 0 0,1-1 1 0 0,-1 0-1 0 0,1 1 0 0 0,-1-1 0 0 0,1 0 0 0 0,-1 0 1 0 0,1 0-1 0 0,0 1 0 0 0,-1-1 0 0 0,1 0 0 0 0,0 0 1 0 0,0 0-1 0 0,0 0 0 0 0,0 0 0 0 0,-1 0 0 0 0,1 0 1 0 0,1 1-1 0 0,-1-1 0 0 0,0 0 0 0 0,0 0 0 0 0,0-1 1 0 0,2-1 393 0 0,0 0 1 0 0,0 1 0 0 0,0-1-1 0 0,0 1 1 0 0,0 0 0 0 0,0-1-1 0 0,5-2 1 0 0,-6 4-508 0 0,3-2 226 0 0,-1 0 1 0 0,1 0-1 0 0,-1 0 0 0 0,1 1 0 0 0,0-1 1 0 0,0 1-1 0 0,0 0 0 0 0,0 0 0 0 0,0 1 0 0 0,1-1 1 0 0,-1 1-1 0 0,1 0 0 0 0,-1 0 0 0 0,0 1 1 0 0,1-1-1 0 0,-1 1 0 0 0,1 0 0 0 0,0 0 1 0 0,-1 0-1 0 0,1 1 0 0 0,-1-1 0 0 0,0 1 1 0 0,1 0-1 0 0,-1 1 0 0 0,0-1 0 0 0,1 1 0 0 0,-1 0 1 0 0,0 0-1 0 0,0 0 0 0 0,0 0 0 0 0,-1 1 1 0 0,1 0-1 0 0,5 5 0 0 0,1 1-55 0 0,-1 0 1 0 0,0 0-1 0 0,-1 1 1 0 0,0 0-1 0 0,-1 1 1 0 0,0 0-1 0 0,0 0 1 0 0,-1 0-1 0 0,-1 1 0 0 0,8 22 1 0 0,-6-6-53 0 0,3 34 0 0 0,4 12 183 0 0,-22-115 104 0 0,3-1 0 0 0,1 0 0 0 0,3 0-1 0 0,1 0 1 0 0,9-69 0 0 0,-7 94-619 0 0,1 1 1 0 0,0 0 0 0 0,2 0-1 0 0,-1 0 1 0 0,11-20-1 0 0,-11 28-1193 0 0,0 1 1 0 0,0 0-1 0 0,1 0 0 0 0,6-7 0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4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172 133 4609 0 0,'0'-2'190'0'0,"1"1"0"0"0,-1 0 0 0 0,1 0 0 0 0,-1-1 1 0 0,0 1-1 0 0,0 0 0 0 0,1 0 0 0 0,-1-1 0 0 0,0 1 0 0 0,0 0 0 0 0,0-1 0 0 0,-1 1 0 0 0,1 0 1 0 0,0-1-1 0 0,0 1 0 0 0,-1 0 0 0 0,1 0 0 0 0,-1-1 0 0 0,1 1 0 0 0,-1 0 0 0 0,0 0 0 0 0,1 0 1 0 0,-1 0-1 0 0,0 0 0 0 0,0 0 0 0 0,1 0 0 0 0,-1 0 0 0 0,0 0 0 0 0,0 0 0 0 0,0 0 0 0 0,0 0 0 0 0,-1 0 1 0 0,1 1-1 0 0,0-1 0 0 0,0 1 0 0 0,0-1 0 0 0,0 1 0 0 0,-3-1 0 0 0,0-1 244 0 0,0 0 0 0 0,0 1 0 0 0,-1 0 0 0 0,1-1-1 0 0,0 2 1 0 0,-1-1 0 0 0,1 0 0 0 0,-1 1 0 0 0,1 0 0 0 0,-8 1 0 0 0,7 0-372 0 0,-1 1 0 0 0,1 1 0 0 0,0-1 0 0 0,0 1 0 0 0,0 0 0 0 0,0 0 0 0 0,1 0 0 0 0,-1 1 0 0 0,1 0 1 0 0,0 0-1 0 0,0 0 0 0 0,0 0 0 0 0,0 1 0 0 0,1-1 0 0 0,0 1 0 0 0,0 0 0 0 0,0 0 0 0 0,0 0 0 0 0,1 0 0 0 0,0 0 1 0 0,0 1-1 0 0,0-1 0 0 0,1 1 0 0 0,-1 6 0 0 0,0-7-17 0 0,1 0 0 0 0,0 0 0 0 0,1 0 0 0 0,-1 0 0 0 0,1 0 0 0 0,0 0 0 0 0,0 0 0 0 0,1 0 0 0 0,-1-1 0 0 0,1 1 0 0 0,0 0 0 0 0,0 0 0 0 0,1 0 0 0 0,-1-1 0 0 0,1 1 0 0 0,0 0-1 0 0,1-1 1 0 0,-1 0 0 0 0,1 0 0 0 0,0 0 0 0 0,0 0 0 0 0,0 0 0 0 0,0 0 0 0 0,1-1 0 0 0,-1 1 0 0 0,1-1 0 0 0,0 0 0 0 0,5 3 0 0 0,-1-3-46 0 0,1 1 0 0 0,-1-2 0 0 0,1 1 0 0 0,0-1 0 0 0,0-1 0 0 0,0 1-1 0 0,0-1 1 0 0,0-1 0 0 0,0 0 0 0 0,0 0 0 0 0,0-1 0 0 0,0 0 0 0 0,0-1 0 0 0,0 0 0 0 0,0 0 0 0 0,-1-1-1 0 0,1 0 1 0 0,-1 0 0 0 0,1-1 0 0 0,-1 0 0 0 0,9-7 0 0 0,-10 7 3 0 0,0-1-1 0 0,0 1 1 0 0,-1-2 0 0 0,0 1 0 0 0,0-1-1 0 0,0 0 1 0 0,-1 0 0 0 0,1 0-1 0 0,-2-1 1 0 0,1 0 0 0 0,-1 0 0 0 0,0 0-1 0 0,0 0 1 0 0,-1-1 0 0 0,0 0 0 0 0,0 1-1 0 0,-1-1 1 0 0,0 0 0 0 0,0 0 0 0 0,-1 0-1 0 0,0-1 1 0 0,-1 1 0 0 0,0-15 0 0 0,70 116 1909 0 0,-65-88-1933 0 0,1 0-1 0 0,0 0 1 0 0,0 0 0 0 0,0-1 0 0 0,1 0 0 0 0,-1 0 0 0 0,1-1 0 0 0,0 0 0 0 0,0 0 0 0 0,0 0 0 0 0,1-1 0 0 0,-1 0 0 0 0,1-1-1 0 0,-1 1 1 0 0,1-1 0 0 0,0-1 0 0 0,-1 0 0 0 0,1 0 0 0 0,-1 0 0 0 0,1-1 0 0 0,0 0 0 0 0,-1 0 0 0 0,1-1 0 0 0,8-3-1 0 0,-6 1-7 0 0,-1 0-1 0 0,1 0 0 0 0,-1-1 1 0 0,0 0-1 0 0,0-1 0 0 0,-1 0 1 0 0,1 0-1 0 0,-1-1 0 0 0,-1 0 1 0 0,1 0-1 0 0,-1-1 0 0 0,-1 0 1 0 0,0 0-1 0 0,0-1 0 0 0,0 0 1 0 0,-1 0-1 0 0,6-15 0 0 0,2-15 274 0 0,-12 31-160 0 0,1 0 0 0 0,1 0 0 0 0,-1 0 0 0 0,1 0 0 0 0,1 1 0 0 0,-1 0 0 0 0,1-1 0 0 0,1 1 0 0 0,4-6 0 0 0,-9 13-73 0 0,1-1 0 0 0,-1 1 1 0 0,0 0-1 0 0,0 0 1 0 0,0 0-1 0 0,0 0 0 0 0,1 0 1 0 0,-1 0-1 0 0,0 0 0 0 0,0 0 1 0 0,0-1-1 0 0,1 1 1 0 0,-1 0-1 0 0,0 0 0 0 0,0 0 1 0 0,1 0-1 0 0,-1 0 1 0 0,0 0-1 0 0,0 0 0 0 0,0 0 1 0 0,1 0-1 0 0,-1 0 0 0 0,0 0 1 0 0,0 0-1 0 0,1 1 1 0 0,-1-1-1 0 0,0 0 0 0 0,0 0 1 0 0,0 0-1 0 0,0 0 1 0 0,1 0-1 0 0,-1 0 0 0 0,0 0 1 0 0,0 1-1 0 0,0-1 0 0 0,1 0 1 0 0,-1 0-1 0 0,0 0 1 0 0,0 0-1 0 0,0 1 0 0 0,8 12 205 0 0,1 14-55 0 0,-5-11 16 0 0,1 1 0 0 0,1 0 0 0 0,0-1 1 0 0,1 0-1 0 0,1-1 0 0 0,0 0 0 0 0,15 20 0 0 0,-16-27-397 0 0,-1 0 0 0 0,1-1 1 0 0,1 0-1 0 0,0 0 0 0 0,14 10 0 0 0,-14-12-609 0 0,0-1 1 0 0,0 0-1 0 0,1 0 0 0 0,-1 0 0 0 0,1-1 1 0 0,0-1-1 0 0,10 2 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 7834 0 0,'-9'5'8298'0'0,"9"-4"-8085"0"0,-5 20 2957 0 0,2 22-1139 0 0,8 155-387 0 0,-1-79-1141 0 0,-3-96-1110 0 0,0 0 0 0 0,5 24-1 0 0,1-23-7228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43 10594 0 0,'-4'-15'472'0'0,"1"4"96"0"0,3 4-455 0 0,0 2-113 0 0,1 4 0 0 0,1-1 0 0 0,-1 2 352 0 0,2 0 40 0 0,2-1 16 0 0,1 2 0 0 0,2 5-496 0 0,-2 5-96 0 0,-2 4-16 0 0,4 3-8 0 0,-2 5 208 0 0,3-1 0 0 0,0 1 96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11058 0 0,'0'0'36'0'0,"0"-1"0"0"0,0 1 0 0 0,0-1 0 0 0,0 1 0 0 0,0 0-1 0 0,0-1 1 0 0,0 1 0 0 0,1-1 0 0 0,-1 1 0 0 0,0 0 0 0 0,0-1-1 0 0,1 1 1 0 0,-1 0 0 0 0,0-1 0 0 0,0 1 0 0 0,1 0 0 0 0,-1-1-1 0 0,0 1 1 0 0,1 0 0 0 0,-1 0 0 0 0,0-1 0 0 0,1 1 0 0 0,-1 0-1 0 0,0 0 1 0 0,1 0 0 0 0,-1 0 0 0 0,0-1 0 0 0,1 1 0 0 0,-1 0-1 0 0,1 0 1 0 0,-1 0 0 0 0,1 0 0 0 0,-1 0 0 0 0,0 0 0 0 0,1 0-1 0 0,13 11 1369 0 0,7 21 510 0 0,-13-14-1139 0 0,-2 0 0 0 0,0 0-1 0 0,-1 0 1 0 0,-1 1 0 0 0,-1-1 0 0 0,2 32 0 0 0,-5 121 862 0 0,-2-113-1386 0 0,7 217 422 0 0,-1-239-1287 0 0,1-1 0 0 0,2 1 0 0 0,1-1 0 0 0,2 0 0 0 0,23 53 0 0 0,-27-74-780 0 0,-3-4-199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0 148 9218 0 0,'2'-6'816'0'0,"1"1"-656"0"0,2 2-160 0 0,-1 0 0 0 0,2 2 624 0 0,2-2 88 0 0,5-3 25 0 0,8-3-1 0 0,11-5-48 0 0,6-1-8 0 0,6 0 0 0 0,-2 3 0 0 0,0 0-1056 0 0,1 0-208 0 0,0 3-48 0 0,3 0-8 0 0,3 1 480 0 0,0 2 160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25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0 17972 0 0,'8'5'1600'0'0,"-7"-4"-1280"0"0,1 1-256 0 0,-1-1-64 0 0,-1-2 104 0 0,-1 1 16 0 0,-1 0 0 0 0,-2 1 0 0 0,-2-1 312 0 0,-3 0 65 0 0,-3 0 15 0 0,-8 2-4321 0 0,0-4-856 0 0,5 2-168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5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2163 6913 0 0,'-16'13'3240'0'0,"28"-26"-424"0"0,247-344 4462 0 0,-225 301-6976 0 0,2 2 0 0 0,3 2 0 0 0,2 1 0 0 0,80-77 0 0 0,-109 118-302 0 0,0 1 0 0 0,24-15 0 0 0,-31 21 0 0 0,1 0 0 0 0,0 1 0 0 0,0-1 0 0 0,0 1 0 0 0,0 0 0 0 0,1 0 0 0 0,-1 1 0 0 0,0 0 0 0 0,9-1 0 0 0,-15 0 10 0 0,0 0 0 0 0,0 0 0 0 0,0-1 0 0 0,0 1 0 0 0,0 0 0 0 0,-1 0 0 0 0,1 0 0 0 0,-1 0 0 0 0,1-1 0 0 0,-1 1 0 0 0,0 0 0 0 0,0 0 0 0 0,-2-3 0 0 0,-21-51-34 0 0,19 45 36 0 0,-61-119-10 0 0,-16-38 5 0 0,74 147 26 0 0,2 1 0 0 0,-1-1 0 0 0,2 0 0 0 0,1 0 0 0 0,1 0 0 0 0,-1-35 0 0 0,3 53-22 0 0,1 0 0 0 0,0 0 0 0 0,0 0 0 0 0,1 0 0 0 0,-1 0 0 0 0,1 0 0 0 0,-1 0 1 0 0,1 0-1 0 0,0 0 0 0 0,0 0 0 0 0,0 0 0 0 0,0 0 0 0 0,1 1 0 0 0,-1-1 0 0 0,1 0 0 0 0,0 1 1 0 0,-1-1-1 0 0,1 1 0 0 0,4-4 0 0 0,-3 5-1 0 0,0-1 0 0 0,0 1 0 0 0,0 0 0 0 0,-1 0 0 0 0,1 0 1 0 0,0 0-1 0 0,0 1 0 0 0,0-1 0 0 0,1 1 0 0 0,-1 0 0 0 0,0 0 0 0 0,0 0 0 0 0,0 0 1 0 0,0 1-1 0 0,0-1 0 0 0,0 1 0 0 0,0 0 0 0 0,0-1 0 0 0,0 1 0 0 0,3 2 0 0 0,22 8 11 0 0,-1 1 0 0 0,1 1-1 0 0,-2 1 1 0 0,26 19-1 0 0,92 77 80 0 0,-123-93-97 0 0,-14-12-1 0 0,-1-1 1 0 0,0 1-1 0 0,1-1 1 0 0,-1-1-1 0 0,1 1 1 0 0,0-1-1 0 0,1-1 0 0 0,-1 1 1 0 0,0-1-1 0 0,1 0 1 0 0,7 0-1 0 0,-12-2 0 0 0,-1 1-1 0 0,1-1 0 0 0,0 0 1 0 0,0 0-1 0 0,-1-1 0 0 0,1 1 1 0 0,0-1-1 0 0,-1 1 0 0 0,1-1 1 0 0,0 0-1 0 0,-1 0 0 0 0,1 0 1 0 0,-1 0-1 0 0,1-1 0 0 0,-1 1 1 0 0,0 0-1 0 0,1-1 0 0 0,-1 0 1 0 0,0 0-1 0 0,0 1 0 0 0,0-1 1 0 0,-1 0-1 0 0,1-1 0 0 0,0 1 1 0 0,-1 0-1 0 0,1 0 0 0 0,-1-1 1 0 0,0 1-1 0 0,0-1 0 0 0,1 1 1 0 0,-2-1-1 0 0,1 1 0 0 0,1-5 1 0 0,0-4 28 0 0,0-1 0 0 0,-1 0 0 0 0,0 0 0 0 0,-1 1 0 0 0,0-1 0 0 0,-1 0 0 0 0,0 0 0 0 0,-3-11 0 0 0,-30-98 65 0 0,11 42-76 0 0,20 66-4 0 0,-9-35 3 0 0,-6-56 0 0 0,16 90-10 0 0,1-1-1 0 0,1 0 0 0 0,0 0 0 0 0,1 0 1 0 0,0 1-1 0 0,1-1 0 0 0,1 0 1 0 0,6-18-1 0 0,-8 31-5 0 0,-1-1 1 0 0,1 1-1 0 0,0 0 1 0 0,0 0-1 0 0,-1 0 1 0 0,1 0-1 0 0,1 1 1 0 0,-1-1-1 0 0,0 0 1 0 0,0 0-1 0 0,1 0 1 0 0,-1 1-1 0 0,1-1 1 0 0,-1 1-1 0 0,1-1 0 0 0,0 1 1 0 0,-1 0-1 0 0,1 0 1 0 0,0 0-1 0 0,0 0 1 0 0,0 0-1 0 0,0 0 1 0 0,0 0-1 0 0,0 0 1 0 0,0 1-1 0 0,0-1 1 0 0,1 1-1 0 0,-1 0 1 0 0,0-1-1 0 0,3 1 0 0 0,1 1 16 0 0,0 1 0 0 0,0-1 0 0 0,0 1-1 0 0,-1 0 1 0 0,1 0 0 0 0,0 1-1 0 0,-1 0 1 0 0,0 0 0 0 0,10 6-1 0 0,212 129 122 0 0,-218-133-144 0 0,25 12 15 0 0,-32-16-14 0 0,0 0 0 0 0,-1-1 0 0 0,1 1 0 0 0,0 0-1 0 0,0-1 1 0 0,0 0 0 0 0,0 1 0 0 0,0-1 0 0 0,1 0-1 0 0,-1 0 1 0 0,0 0 0 0 0,0 0 0 0 0,4-1 0 0 0,-5 0 0 0 0,0 0 0 0 0,-1 0 1 0 0,1 0-1 0 0,0 0 0 0 0,0 0 1 0 0,-1 0-1 0 0,1 0 0 0 0,-1-1 0 0 0,1 1 1 0 0,-1 0-1 0 0,1 0 0 0 0,-1 0 1 0 0,1-1-1 0 0,-1 1 0 0 0,0 0 0 0 0,0-1 1 0 0,0 1-1 0 0,0 0 0 0 0,0-1 1 0 0,0 1-1 0 0,0 0 0 0 0,-1-2 1 0 0,-3-32-55 0 0,-4-3 53 0 0,-40-229 62 0 0,47 259-57 0 0,-3-45 0 0 0,4 51 0 0 0,0 0 0 0 0,0 0 0 0 0,0 0 0 0 0,0 0 0 0 0,0 0 0 0 0,1 0 0 0 0,-1 0 0 0 0,1 0 0 0 0,-1 0 0 0 0,1 0 0 0 0,0 0 0 0 0,0 0 0 0 0,0 0 0 0 0,0 1 0 0 0,0-1 0 0 0,0 0 0 0 0,0 1 0 0 0,1-1 0 0 0,-1 1 0 0 0,3-3 0 0 0,-1 3 0 0 0,-1 0 0 0 0,0 1 0 0 0,0-1 0 0 0,0 1 0 0 0,0 0 0 0 0,1 0 0 0 0,-1 0 0 0 0,0 0 0 0 0,0 0 0 0 0,0 1 0 0 0,0-1 0 0 0,1 0 0 0 0,-1 1 0 0 0,0 0 0 0 0,0-1 0 0 0,0 1 0 0 0,0 0 0 0 0,3 2 0 0 0,39 24 0 0 0,-36-21 0 0 0,138 85-406 0 0,-121-77 278 0 0,1-2-1 0 0,0-1 1 0 0,0-1 0 0 0,31 8 0 0 0,-27-13-1654 0 0,-10-4-4488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5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1629 3225 0 0,'-1'-17'442'0'0,"0"16"-373"0"0,1 1 0 0 0,0 0-1 0 0,-1 0 1 0 0,1-1 0 0 0,0 1 0 0 0,0 0 0 0 0,-1 0 0 0 0,1-1-1 0 0,0 1 1 0 0,-1 0 0 0 0,1 0 0 0 0,0 0 0 0 0,-1 0-1 0 0,1 0 1 0 0,-1 0 0 0 0,1 0 0 0 0,0-1 0 0 0,-1 1 0 0 0,1 0-1 0 0,0 0 1 0 0,-1 0 0 0 0,1 1 0 0 0,0-1 0 0 0,-1 0-1 0 0,1 0 1 0 0,-1 0 0 0 0,-28 16 4153 0 0,23-12-3815 0 0,-30 22 7093 0 0,47-54-3683 0 0,28-44-2874 0 0,80-111 1 0 0,65-54-561 0 0,51-27-161 0 0,2-1-44 0 0,114-142-285 0 0,-284 332 46 0 0,-6 7-1111 0 0,-18 27-4999 0 0,-26 27-977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6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8290 0 0,'3'-8'7119'0'0,"-3"8"-7005"0"0,10 1 212 0 0,-1-1 1 0 0,0 1-1 0 0,0 1 0 0 0,0 0 0 0 0,0 0 0 0 0,0 1 0 0 0,0 0 1 0 0,-1 0-1 0 0,1 1 0 0 0,-1 0 0 0 0,0 1 0 0 0,9 6 0 0 0,17 13 376 0 0,45 42 0 0 0,-44-36-358 0 0,354 261 867 0 0,17 23-624 0 0,-384-294-568 0 0,175 158 26 0 0,-184-163-130 0 0,21 29 0 0 0,12 15-325 0 0,-42-55-160 0 0,1 1 0 0 0,-1-1 0 0 0,1 0 0 0 0,0 0 0 0 0,1-1 0 0 0,-1 0 0 0 0,1 0 0 0 0,-1 0 0 0 0,10 3 0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7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18 3681 0 0,'-4'1'457'0'0,"1"-1"1"0"0,0 1-1 0 0,0 0 0 0 0,0 0 1 0 0,0 0-1 0 0,0 1 0 0 0,1-1 1 0 0,-1 1-1 0 0,0-1 1 0 0,0 1-1 0 0,1 0 0 0 0,-5 4 1 0 0,6-5-237 0 0,-1 0 0 0 0,1 0 1 0 0,0 0-1 0 0,0 1 0 0 0,0-1 1 0 0,0 0-1 0 0,0 0 0 0 0,0 1 1 0 0,0-1-1 0 0,0 1 0 0 0,1-1 0 0 0,-1 1 1 0 0,0-1-1 0 0,1 1 0 0 0,-1-1 1 0 0,1 1-1 0 0,0 0 0 0 0,-1-1 1 0 0,1 1-1 0 0,0 0 0 0 0,0-1 1 0 0,0 1-1 0 0,0 0 0 0 0,0-1 0 0 0,1 1 1 0 0,-1-1-1 0 0,1 4 0 0 0,0-4-185 0 0,0-1-1 0 0,0 1 0 0 0,-1 0 0 0 0,1-1 0 0 0,0 1 0 0 0,0-1 0 0 0,0 1 0 0 0,0-1 0 0 0,0 0 1 0 0,0 1-1 0 0,0-1 0 0 0,0 0 0 0 0,0 0 0 0 0,0 0 0 0 0,0 0 0 0 0,0 0 0 0 0,0 0 1 0 0,0 0-1 0 0,0 0 0 0 0,0 0 0 0 0,0 0 0 0 0,0 0 0 0 0,0-1 0 0 0,0 1 0 0 0,0 0 1 0 0,0-1-1 0 0,0 1 0 0 0,1-1 0 0 0,33-15 365 0 0,-30 14-238 0 0,34-18 299 0 0,-26 13-349 0 0,0-1 1 0 0,1 2-1 0 0,0 0 1 0 0,0 1-1 0 0,0 0 0 0 0,1 1 1 0 0,18-3-1 0 0,-32 7-90 0 0,0 0 0 0 0,0 0-1 0 0,1 0 1 0 0,-1 0 0 0 0,0 0 0 0 0,1 0-1 0 0,-1 1 1 0 0,0-1 0 0 0,0 0 0 0 0,1 1-1 0 0,-1-1 1 0 0,0 1 0 0 0,0-1 0 0 0,0 1-1 0 0,0 0 1 0 0,0-1 0 0 0,0 1 0 0 0,0 0 0 0 0,0 0-1 0 0,0 0 1 0 0,0-1 0 0 0,2 3 0 0 0,-2 0 13 0 0,0-1 1 0 0,0 1 0 0 0,1-1 0 0 0,-2 1 0 0 0,1-1 0 0 0,0 1-1 0 0,0 0 1 0 0,-1-1 0 0 0,1 1 0 0 0,-1 3 0 0 0,0 7 136 0 0,0 0 1 0 0,-1-1 0 0 0,-5 20-1 0 0,6-32-171 0 0,-47 172 598 0 0,6-30-255 0 0,40-138-348 0 0,0-1 1 0 0,1 1 0 0 0,-1-1 0 0 0,1 1 0 0 0,0-1 0 0 0,0 1-1 0 0,0-1 1 0 0,0 1 0 0 0,0-1 0 0 0,1 1 0 0 0,0-1 0 0 0,1 6 0 0 0,-1-8-2 0 0,0 0 1 0 0,0 1 0 0 0,0-1 0 0 0,0 0-1 0 0,0 0 1 0 0,0 0 0 0 0,0 0 0 0 0,0 0 0 0 0,0 0-1 0 0,0 0 1 0 0,1 0 0 0 0,-1 0 0 0 0,0-1-1 0 0,1 1 1 0 0,-1 0 0 0 0,1-1 0 0 0,-1 1-1 0 0,1-1 1 0 0,-1 0 0 0 0,1 1 0 0 0,-1-1 0 0 0,1 0-1 0 0,-1 0 1 0 0,1 0 0 0 0,-1 0 0 0 0,1 0-1 0 0,-1 0 1 0 0,1-1 0 0 0,-1 1 0 0 0,3-1 0 0 0,7-1-46 0 0,1-1 0 0 0,-1 0 0 0 0,1-1 1 0 0,-1-1-1 0 0,0 1 0 0 0,13-9 0 0 0,60-44-608 0 0,4-1-23 0 0,-78 52 642 0 0,0 1 1 0 0,0 1-1 0 0,0 0 0 0 0,1 0 1 0 0,-1 1-1 0 0,1 1 1 0 0,14-3-1 0 0,-23 5 48 0 0,0 0 0 0 0,0 0 0 0 0,0 0 0 0 0,-1 0 0 0 0,1 0 0 0 0,0 0 0 0 0,0 1 0 0 0,0-1 0 0 0,-1 0 0 0 0,1 1 0 0 0,0 0 0 0 0,0-1 0 0 0,-1 1 0 0 0,1 0 0 0 0,0 0 0 0 0,-1 0 0 0 0,1 0 0 0 0,-1 0 0 0 0,0 0 0 0 0,1 0 0 0 0,-1 1 0 0 0,0-1 0 0 0,1 1 1 0 0,-1-1-1 0 0,0 0 0 0 0,0 1 0 0 0,0 0 0 0 0,-1-1 0 0 0,1 1 0 0 0,0 0 0 0 0,0-1 0 0 0,-1 1 0 0 0,1 0 0 0 0,-1 0 0 0 0,0 0 0 0 0,1-1 0 0 0,-1 1 0 0 0,0 0 0 0 0,0 0 0 0 0,-1 2 0 0 0,2 9 84 0 0,-2-1-1 0 0,0 1 1 0 0,0 0 0 0 0,-5 17 0 0 0,-52 179 755 0 0,8-33-521 0 0,47-166-283 0 0,1-1 0 0 0,0 1 0 0 0,1 0 1 0 0,0 0-1 0 0,1 0 0 0 0,1 10 0 0 0,-1-18-39 0 0,0-1 0 0 0,0 1 0 0 0,1-1 0 0 0,-1 0 0 0 0,1 1 0 0 0,-1-1-1 0 0,1 1 1 0 0,-1-1 0 0 0,1 0 0 0 0,0 1 0 0 0,-1-1 0 0 0,1 0 0 0 0,0 0 0 0 0,0 0-1 0 0,0 1 1 0 0,0-1 0 0 0,0 0 0 0 0,0 0 0 0 0,2 1 0 0 0,-1-2-27 0 0,0 1 0 0 0,0-1 1 0 0,0 1-1 0 0,0-1 1 0 0,0 0-1 0 0,0 0 0 0 0,0 0 1 0 0,0 0-1 0 0,0 0 0 0 0,0 0 1 0 0,0 0-1 0 0,0-1 0 0 0,0 1 1 0 0,0-1-1 0 0,0 0 0 0 0,0 1 1 0 0,0-1-1 0 0,3-2 1 0 0,22-12-532 0 0,-2-1 1 0 0,1-1 0 0 0,30-27 0 0 0,37-25 77 0 0,-87 66 523 0 0,3-3-116 0 0,0 0-1 0 0,1 1 1 0 0,0 0-1 0 0,-1 1 1 0 0,14-4-1 0 0,-21 7 57 0 0,0 1 0 0 0,0-1 0 0 0,0 1 0 0 0,0 0 0 0 0,-1-1 0 0 0,1 1 0 0 0,0 0 0 0 0,0 0 0 0 0,0 1 0 0 0,0-1 0 0 0,0 0-1 0 0,0 1 1 0 0,0-1 0 0 0,-1 1 0 0 0,1-1 0 0 0,0 1 0 0 0,0 0 0 0 0,-1 0 0 0 0,1 0 0 0 0,0 0 0 0 0,-1 0 0 0 0,1 0 0 0 0,-1 0 0 0 0,1 1 0 0 0,-1-1 0 0 0,0 0-1 0 0,1 1 1 0 0,-1-1 0 0 0,0 1 0 0 0,0-1 0 0 0,0 1 0 0 0,0 0 0 0 0,-1 0 0 0 0,1-1 0 0 0,0 1 0 0 0,0 4 0 0 0,1-2 266 0 0,0 0-1 0 0,0 1 1 0 0,0-1 0 0 0,0 0 0 0 0,0 0-1 0 0,1 0 1 0 0,0 0 0 0 0,0-1 0 0 0,0 1-1 0 0,0-1 1 0 0,1 0 0 0 0,-1 0 0 0 0,1 0-1 0 0,0 0 1 0 0,0 0 0 0 0,0-1 0 0 0,0 0 0 0 0,8 3-1 0 0,7 6 575 0 0,-6-1-581 0 0,0 0 0 0 0,0 2 0 0 0,-1-1 0 0 0,0 2 0 0 0,-1-1 0 0 0,16 25 0 0 0,-8-12-57 0 0,45 60 61 0 0,-12-16-134 0 0,101 105-1 0 0,190 146 866 0 0,-315-293-941 0 0,-2 2 1 0 0,-2 1 0 0 0,0 1 0 0 0,35 63-1 0 0,-8-14-675 0 0,-43-68 252 0 0,18 28 7 0 0,-10-12-2842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8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85 3225 0 0,'-30'-32'2835'0'0,"20"20"-855"0"0,-1 1 0 0 0,0 0 0 0 0,-17-8 4986 0 0,49 44-6197 0 0,50 36-276 0 0,3-4 1 0 0,83 49-1 0 0,7 5-15 0 0,161 100 269 0 0,-157-106-518 0 0,35 28 80 0 0,-163-108-207 0 0,-1 1 0 0 0,-2 3 0 0 0,0 0 0 0 0,38 43 0 0 0,-47-41-736 0 0,38 58 1 0 0,-55-71-271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4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47 2304 0 0,'-6'5'822'0'0,"-1"-1"-1"0"0,1 1 1 0 0,0 0-1 0 0,1 1 1 0 0,-1-1-1 0 0,1 1 0 0 0,0 0 1 0 0,0 1-1 0 0,1-1 1 0 0,-1 1-1 0 0,2 0 0 0 0,-1 0 1 0 0,-4 12-1 0 0,8-19-770 0 0,0 0-1 0 0,0 1 0 0 0,0-1 0 0 0,0 0 1 0 0,0 0-1 0 0,0 1 0 0 0,0-1 0 0 0,0 0 1 0 0,0 0-1 0 0,0 1 0 0 0,0-1 0 0 0,0 0 1 0 0,0 0-1 0 0,0 1 0 0 0,0-1 1 0 0,0 0-1 0 0,0 0 0 0 0,0 1 0 0 0,0-1 1 0 0,0 0-1 0 0,0 0 0 0 0,0 1 0 0 0,1-1 1 0 0,-1 0-1 0 0,0 0 0 0 0,0 0 0 0 0,0 1 1 0 0,0-1-1 0 0,1 0 0 0 0,-1 0 0 0 0,0 0 1 0 0,0 0-1 0 0,0 1 0 0 0,1-1 1 0 0,-1 0-1 0 0,0 0 0 0 0,1 0 0 0 0,11-2 810 0 0,16-14-370 0 0,-24 13-238 0 0,133-71 1301 0 0,-112 62-1381 0 0,0 2-1 0 0,1 1 0 0 0,45-11 1 0 0,-67 19-138 0 0,0 0 0 0 0,0 1 0 0 0,0-1 0 0 0,1 1-1 0 0,-1 0 1 0 0,0 0 0 0 0,0 0 0 0 0,0 0 0 0 0,0 1 0 0 0,0 0 0 0 0,0-1 0 0 0,0 2 0 0 0,5 1 0 0 0,-7-2-25 0 0,0 1 1 0 0,0-1 0 0 0,-1 1 0 0 0,1-1-1 0 0,-1 1 1 0 0,1 0 0 0 0,-1-1-1 0 0,0 1 1 0 0,0 0 0 0 0,1 0 0 0 0,-2 0-1 0 0,1 0 1 0 0,0 0 0 0 0,0 0 0 0 0,0 1-1 0 0,-1-1 1 0 0,1 0 0 0 0,-1 0-1 0 0,0 0 1 0 0,0 1 0 0 0,0-1 0 0 0,0 0-1 0 0,0 0 1 0 0,0 1 0 0 0,-1-1 0 0 0,0 2-1 0 0,-2 19 39 0 0,-1-1-1 0 0,-1 0 0 0 0,-1 0 1 0 0,-1 0-1 0 0,-10 20 0 0 0,-57 104 474 0 0,5-11-261 0 0,56-107-202 0 0,-18 47 377 0 0,28-67-385 0 0,0 1-1 0 0,1-1 0 0 0,0 1 1 0 0,0 0-1 0 0,1-1 0 0 0,0 16 0 0 0,1-22-38 0 0,0-1-1 0 0,0 1 1 0 0,1 0-1 0 0,-1-1 1 0 0,0 1 0 0 0,0 0-1 0 0,1 0 1 0 0,-1-1-1 0 0,1 1 1 0 0,0-1-1 0 0,-1 1 1 0 0,1-1-1 0 0,0 1 1 0 0,0-1-1 0 0,0 1 1 0 0,0-1-1 0 0,0 0 1 0 0,0 1-1 0 0,1-1 1 0 0,-1 0-1 0 0,0 0 1 0 0,2 1-1 0 0,-1-1-9 0 0,1 0-1 0 0,-1 0 0 0 0,1-1 0 0 0,-1 1 1 0 0,1 0-1 0 0,-1-1 0 0 0,1 0 0 0 0,-1 0 1 0 0,1 0-1 0 0,-1 0 0 0 0,1 0 0 0 0,-1 0 1 0 0,4-2-1 0 0,9-2-37 0 0,-1 0-1 0 0,0-1 0 0 0,0-1 1 0 0,14-8-1 0 0,-17 8 40 0 0,82-42-183 0 0,68-30-144 0 0,-154 75 325 0 0,1 0 0 0 0,0 1 1 0 0,0 0-1 0 0,1 1 0 0 0,-1 0 1 0 0,0 0-1 0 0,15 1 0 0 0,-20 0 0 0 0,-1 0 0 0 0,0 0-1 0 0,0 0 1 0 0,1 0-1 0 0,-1 1 1 0 0,0-1 0 0 0,0 1-1 0 0,0 0 1 0 0,0 0-1 0 0,0 0 1 0 0,0 0 0 0 0,0 0-1 0 0,0 0 1 0 0,0 0-1 0 0,0 0 1 0 0,-1 1 0 0 0,1-1-1 0 0,0 1 1 0 0,-1 0-1 0 0,1-1 1 0 0,-1 1 0 0 0,0 0-1 0 0,1 0 1 0 0,-1 0 0 0 0,0 0-1 0 0,0 0 1 0 0,0 0-1 0 0,-1 0 1 0 0,1 0 0 0 0,0 0-1 0 0,-1 0 1 0 0,1 0-1 0 0,-1 4 1 0 0,1 8-8 0 0,-1 0 0 0 0,-1-1 0 0 0,0 1 0 0 0,-1 0 0 0 0,-1-1 1 0 0,-6 23-1 0 0,-36 80 23 0 0,29-81 224 0 0,-17 59 1 0 0,31-86-194 0 0,0 0 1 0 0,0 0-1 0 0,1 0 0 0 0,0 0 1 0 0,1 0-1 0 0,1 15 1 0 0,-1-22-45 0 0,0 1 1 0 0,0-1-1 0 0,1 1 1 0 0,-1-1-1 0 0,1 1 1 0 0,-1-1-1 0 0,1 1 1 0 0,-1-1-1 0 0,1 1 1 0 0,0-1-1 0 0,0 1 1 0 0,0-1-1 0 0,0 0 1 0 0,0 0-1 0 0,0 0 1 0 0,0 1-1 0 0,0-1 1 0 0,0 0-1 0 0,1 0 1 0 0,-1 0 0 0 0,0-1-1 0 0,1 1 1 0 0,-1 0-1 0 0,0 0 1 0 0,1-1-1 0 0,-1 1 1 0 0,1-1-1 0 0,-1 1 1 0 0,1-1-1 0 0,0 0 1 0 0,-1 1-1 0 0,1-1 1 0 0,-1 0-1 0 0,1 0 1 0 0,0 0-1 0 0,-1 0 1 0 0,1-1-1 0 0,-1 1 1 0 0,1 0-1 0 0,2-2 1 0 0,5 0-70 0 0,0-1 0 0 0,0-1 1 0 0,-1 0-1 0 0,1 0 0 0 0,-1 0 1 0 0,0-1-1 0 0,0 0 0 0 0,11-11 0 0 0,-13 11-334 0 0,0 0-1 0 0,0 0 0 0 0,0 1 0 0 0,1-1 0 0 0,-1 1 0 0 0,1 1 0 0 0,0 0 0 0 0,1 0 0 0 0,-1 0 0 0 0,0 1 0 0 0,1 0 1 0 0,14-2-1 0 0,-20 3 103 0 0,0 1 0 0 0,0 1 0 0 0,0-1 1 0 0,0 0-1 0 0,0 0 0 0 0,0 1 1 0 0,0-1-1 0 0,0 1 0 0 0,0 0 0 0 0,0 0 1 0 0,0 0-1 0 0,0 0 0 0 0,0 0 1 0 0,0 0-1 0 0,0 0 0 0 0,-1 0 1 0 0,1 1-1 0 0,-1-1 0 0 0,1 1 0 0 0,2 3 1 0 0,-2-2-65 0 0,0 1 0 0 0,0-1 0 0 0,-1 1 0 0 0,1 0 1 0 0,-1 0-1 0 0,0-1 0 0 0,0 1 0 0 0,0 0 0 0 0,0 0 0 0 0,-1 6 1 0 0,0 7-209 0 0,0-1 1 0 0,-2 1-1 0 0,0 0 1 0 0,-4 17-1 0 0,4-28 145 0 0,1-3 1116 0 0,0 0 0 0 0,1 0 1 0 0,-1 0-1 0 0,1 1 0 0 0,0-1 0 0 0,-1 0 0 0 0,1 0 0 0 0,1 6 1 0 0,0-7-89 0 0,0 0 1 0 0,0 0-1 0 0,1 0 1 0 0,-1 0 0 0 0,0-1-1 0 0,1 1 1 0 0,-1 0 0 0 0,1-1-1 0 0,-1 1 1 0 0,1-1-1 0 0,0 0 1 0 0,0 1 0 0 0,0-1-1 0 0,3 1 1 0 0,18 14 597 0 0,-1 1 0 0 0,0 1 0 0 0,27 29 0 0 0,54 69-874 0 0,-51-55 276 0 0,38 42-103 0 0,186 164-1 0 0,-159-157-57 0 0,-40-34-237 0 0,-45-48-121 0 0,-14-13 28 0 0,-1 1 0 0 0,19 23 0 0 0,-36-39-267 0 0,0 1-1 0 0,1 0 1 0 0,-1-1 0 0 0,0 1 0 0 0,0 0 0 0 0,0-1 0 0 0,0 1 0 0 0,0 0 0 0 0,1-1 0 0 0,-1 1 0 0 0,-1 0-1 0 0,1-1 1 0 0,0 1 0 0 0,0 0 0 0 0,0-1 0 0 0,0 1 0 0 0,0 0 0 0 0,-1-1 0 0 0,1 2 0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1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2293 6449 0 0,'-9'14'1699'0'0,"14"-7"-52"0"0,-3-6-1448 0 0,0-1 0 0 0,0 0-1 0 0,0 0 1 0 0,0 0 0 0 0,0 0 0 0 0,0 0 0 0 0,0 0 0 0 0,0 0 0 0 0,-1-1 0 0 0,1 1 0 0 0,0-1 0 0 0,0 1 0 0 0,0-1 0 0 0,2-1 0 0 0,6-3 230 0 0,0-1 0 0 0,0-1 0 0 0,-1 1 1 0 0,0-2-1 0 0,0 1 0 0 0,0-1 0 0 0,11-14 0 0 0,47-69 1008 0 0,-52 70-1066 0 0,31-47 468 0 0,130-178 1020 0 0,-122 177-1513 0 0,90-88 0 0 0,-143 156-343 0 0,260-233 285 0 0,-192 179-289 0 0,-42 31-4 0 0,2 1-1 0 0,0 2 1 0 0,45-25-1 0 0,-41 37-1757 0 0,-28 8 1577 0 0,-1 0 1 0 0,0 1-1 0 0,0-2 0 0 0,0 1 0 0 0,0 0 0 0 0,0-1 0 0 0,-1 1 0 0 0,8-5 1 0 0,-4 1-428 0 0,-6 5 518 0 0,0 0 0 0 0,0-1 0 0 0,0 1 0 0 0,0-1 0 0 0,0 1 0 0 0,0-1 0 0 0,0 0 0 0 0,0 1 0 0 0,0-1 0 0 0,-1 0 0 0 0,1 1 0 0 0,0-1 0 0 0,0 0 0 0 0,-1 0 0 0 0,1 0 0 0 0,0 0 0 0 0,-1 0 0 0 0,1 0 0 0 0,-1 0 0 0 0,1-1 0 0 0,-10-3 1656 0 0,-77-91 2174 0 0,50 52-3427 0 0,3-2 1 0 0,2-2-1 0 0,-40-78 1 0 0,66 114-237 0 0,0 1 1 0 0,0-1-1 0 0,1 0 1 0 0,0 0-1 0 0,1-1 1 0 0,1 1-1 0 0,-2-13 1 0 0,4 24-69 0 0,0 1 1 0 0,0-1 0 0 0,0 1-1 0 0,0 0 1 0 0,0-1 0 0 0,0 1-1 0 0,0-1 1 0 0,1 1 0 0 0,-1 0-1 0 0,0-1 1 0 0,0 1-1 0 0,0-1 1 0 0,0 1 0 0 0,0 0-1 0 0,1-1 1 0 0,-1 1 0 0 0,0 0-1 0 0,0-1 1 0 0,0 1 0 0 0,1 0-1 0 0,-1 0 1 0 0,0-1-1 0 0,1 1 1 0 0,-1 0 0 0 0,0 0-1 0 0,1-1 1 0 0,-1 1 0 0 0,0 0-1 0 0,1 0 1 0 0,-1 0-1 0 0,0-1 1 0 0,1 1 0 0 0,-1 0-1 0 0,0 0 1 0 0,1 0 0 0 0,-1 0-1 0 0,1 0 1 0 0,20 5 34 0 0,15 16-50 0 0,1 6 11 0 0,2-1 0 0 0,1-2 0 0 0,0-2 0 0 0,2-2 0 0 0,59 20 0 0 0,-46-22 0 0 0,-67-56 13 0 0,0 6 57 0 0,2-1 0 0 0,1 0 0 0 0,-8-57-1 0 0,5 20-65 0 0,7 50 13 0 0,1-1-1 0 0,1 0 1 0 0,1 0 0 0 0,0 0-1 0 0,2 0 1 0 0,0 0 0 0 0,7-39-1 0 0,-7 59-5 0 0,0-1 0 0 0,1 0-1 0 0,-1 0 1 0 0,1 0 0 0 0,-1 0-1 0 0,1 0 1 0 0,0 1 0 0 0,0-1-1 0 0,0 0 1 0 0,0 1 0 0 0,0-1-1 0 0,0 1 1 0 0,0-1 0 0 0,0 1-1 0 0,0-1 1 0 0,1 1 0 0 0,-1 0-1 0 0,1-1 1 0 0,-1 1 0 0 0,1 0-1 0 0,-1 0 1 0 0,1 0 0 0 0,0 0-1 0 0,0 1 1 0 0,-1-1 0 0 0,1 0-1 0 0,0 1 1 0 0,0-1 0 0 0,0 1-1 0 0,0 0 1 0 0,-1-1 0 0 0,1 1-1 0 0,0 0 1 0 0,0 0 0 0 0,0 0-1 0 0,0 1 1 0 0,0-1 0 0 0,0 0-1 0 0,0 1 1 0 0,-1-1 0 0 0,1 1-1 0 0,0-1 1 0 0,0 1 0 0 0,-1 0-1 0 0,3 1 1 0 0,10 6 12 0 0,-1-1 0 0 0,0 2 0 0 0,0-1 1 0 0,17 17-1 0 0,-20-16-11 0 0,38 32-109 0 0,39 31 11 0 0,-78-65 75 0 0,2 0 0 0 0,-1-1 0 0 0,1 0 1 0 0,-1-1-1 0 0,2-1 0 0 0,-1 0 0 0 0,14 4 1 0 0,-24-8 7 0 0,0 1 1 0 0,0-1-1 0 0,0 0 1 0 0,0 0-1 0 0,0 1 0 0 0,0-1 1 0 0,0 0-1 0 0,0 0 1 0 0,0 0-1 0 0,0 0 1 0 0,0 0-1 0 0,0 0 1 0 0,0 0-1 0 0,0 0 1 0 0,0-1-1 0 0,0 1 1 0 0,0 0-1 0 0,-1-1 0 0 0,1 1 1 0 0,0 0-1 0 0,0-1 1 0 0,0 1-1 0 0,0-1 1 0 0,0 0-1 0 0,-1 1 1 0 0,1-1-1 0 0,0 0 1 0 0,0 1-1 0 0,-1-1 1 0 0,1 0-1 0 0,0 0 0 0 0,-1 1 1 0 0,1-1-1 0 0,-1 0 1 0 0,1 0-1 0 0,-1 0 1 0 0,0 0-1 0 0,1 0 1 0 0,-1 0-1 0 0,0 0 1 0 0,1 0-1 0 0,-1 0 0 0 0,0 0 1 0 0,0 0-1 0 0,0 0 1 0 0,0 0-1 0 0,0 0 1 0 0,0 0-1 0 0,0 0 1 0 0,-1 0-1 0 0,1-1 1 0 0,-2-9-39 0 0,0 1 1 0 0,-1-1 0 0 0,-7-19 0 0 0,5 17 26 0 0,-26-70 18 0 0,16 45 2 0 0,1 0-1 0 0,-10-48 1 0 0,22 76-5 0 0,0 0 0 0 0,1-1-1 0 0,0 1 1 0 0,1-1 0 0 0,0 0 0 0 0,0 1 0 0 0,1-1-1 0 0,1 1 1 0 0,-1-1 0 0 0,2 1 0 0 0,-1 0-1 0 0,2 0 1 0 0,5-12 0 0 0,-8 19-3 0 0,0 0 0 0 0,1 0 0 0 0,0 1 0 0 0,-1-1 0 0 0,1 1 0 0 0,0-1 0 0 0,0 1 0 0 0,1 0-1 0 0,-1 0 1 0 0,0-1 0 0 0,1 2 0 0 0,0-1 0 0 0,-1 0 0 0 0,1 1 0 0 0,0-1 0 0 0,0 1 0 0 0,-1 0 0 0 0,1 0 0 0 0,0 0 0 0 0,0 0 0 0 0,0 0 0 0 0,1 1 0 0 0,-1-1 0 0 0,0 1 0 0 0,0 0-1 0 0,0 0 1 0 0,0 0 0 0 0,0 0 0 0 0,0 1 0 0 0,1-1 0 0 0,-1 1 0 0 0,0 0 0 0 0,5 2 0 0 0,10 4-16 0 0,0 1-1 0 0,-1 0 1 0 0,-1 1-1 0 0,24 17 1 0 0,-19-12 12 0 0,-9-5-192 0 0,1-1 1 0 0,0-1-1 0 0,0 0 0 0 0,1-1 0 0 0,-1 0 1 0 0,1-1-1 0 0,22 5 0 0 0,-17-7-725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1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1259 456 0 0,'-21'7'342'0'0,"19"-7"90"0"0,0 0 0 0 0,0 0 0 0 0,-1 0 0 0 0,1 0 0 0 0,0 0 1 0 0,0 0-1 0 0,-1 0 0 0 0,1-1 0 0 0,0 1 0 0 0,0-1 0 0 0,-3-1 0 0 0,4 2-231 0 0,0-1 0 0 0,0 0 0 0 0,0 0 0 0 0,-1 1 0 0 0,1-1 0 0 0,0 0 0 0 0,0 0 0 0 0,0 0 0 0 0,0 0 0 0 0,1 0 0 0 0,-1-1 0 0 0,0 1 0 0 0,0 0 1 0 0,1 0-1 0 0,-1-1 0 0 0,1 1 0 0 0,-1 0 0 0 0,1 0 0 0 0,-1-1 0 0 0,1 1 0 0 0,0-1 0 0 0,-1 1 0 0 0,1 0 0 0 0,0-1 0 0 0,0 1 0 0 0,0-1 0 0 0,0 1 0 0 0,1 0 0 0 0,-1-1 0 0 0,0 1 1 0 0,0 0-1 0 0,1-1 0 0 0,0-2 0 0 0,7-17 685 0 0,1 0-1 0 0,0 0 1 0 0,1 1 0 0 0,2 0 0 0 0,15-22 0 0 0,76-88 1395 0 0,-89 112-1973 0 0,204-204 1538 0 0,-75 81-1299 0 0,-27 28-277 0 0,180-136 0 0 0,-264 224-229 0 0,-2-2 0 0 0,-1-1 1 0 0,-1-1-1 0 0,24-34 0 0 0,-30 34-274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2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1511 5065 0 0,'-4'16'1043'0'0,"0"-1"0"0"0,-2 1 0 0 0,1-1 0 0 0,-16 28 0 0 0,20-88 3057 0 0,26-315 2368 0 0,-8 76-4692 0 0,5 59-1048 0 0,70-308 1 0 0,-88 519-708 0 0,10-54 223 0 0,-13 62-228 0 0,-1 1-1 0 0,1-1 1 0 0,-1 0-1 0 0,0 1 1 0 0,-1-1-1 0 0,1 0 1 0 0,-1 1-1 0 0,0-1 1 0 0,-4-8-1 0 0,5 13-14 0 0,-1-1 0 0 0,0 1 0 0 0,0-1 0 0 0,0 1 0 0 0,0 0 0 0 0,0 0 0 0 0,0-1 0 0 0,0 1 0 0 0,0 0 0 0 0,-1 0 0 0 0,1 0-1 0 0,0 0 1 0 0,-1 1 0 0 0,1-1 0 0 0,-1 0 0 0 0,1 1 0 0 0,-1-1 0 0 0,1 0 0 0 0,-1 1 0 0 0,1 0 0 0 0,-1-1 0 0 0,1 1 0 0 0,-1 0 0 0 0,0 0 0 0 0,1 0 0 0 0,-1 0 0 0 0,1 0-1 0 0,-1 0 1 0 0,0 0 0 0 0,-1 1 0 0 0,-23 8-1521 0 0,7 8-5034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3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248 226 920 0 0,'-33'-5'1939'0'0,"0"1"-1"0"0,0 2 1 0 0,-1 1 0 0 0,1 2-1 0 0,-48 6 1 0 0,321-43 4281 0 0,92-12-4996 0 0,438-58 986 0 0,-689 93-2098 0 0,1 3-1 0 0,0 3 1 0 0,98 5 0 0 0,-67 6-6 0 0,-34-4 13 0 0,0 5 0 0 0,102 18 0 0 0,-155-14-1146 0 0,-23-9 431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4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57 518 14283 0 0,'-32'-131'1994'0'0,"8"29"2451"0"0,44 170-3757 0 0,3 0 0 0 0,44 85 0 0 0,-51-121-774 0 0,2 0 0 0 0,1-1 0 0 0,2-1 0 0 0,1-1 0 0 0,1-1-1 0 0,44 42 1 0 0,-57-62 63 0 0,0-1 0 0 0,1 1-1 0 0,0-2 1 0 0,0 1 0 0 0,1-1-1 0 0,-1-1 1 0 0,25 7 0 0 0,-31-10 38 0 0,0 0 1 0 0,1-1 0 0 0,-1 0-1 0 0,1 0 1 0 0,-1-1 0 0 0,1 1-1 0 0,-1-1 1 0 0,1 0 0 0 0,-1-1 0 0 0,1 1-1 0 0,-1-1 1 0 0,0 0 0 0 0,1-1-1 0 0,-1 1 1 0 0,0-1 0 0 0,0 0-1 0 0,0 0 1 0 0,0-1 0 0 0,0 1-1 0 0,8-7 1 0 0,-10 5 40 0 0,0 1 0 0 0,0-1 0 0 0,0 0 0 0 0,-1 1 0 0 0,1-2 0 0 0,-1 1 1 0 0,0 0-1 0 0,0 0 0 0 0,-1 0 0 0 0,1-1 0 0 0,-1 1 0 0 0,0-1 0 0 0,0 1 0 0 0,-1-1 0 0 0,1-7 0 0 0,0-10 168 0 0,-2 0-1 0 0,-3-22 1 0 0,3 26-89 0 0,-6-55 338 0 0,-8-72-382 0 0,8-260 0 0 0,8 395-209 0 0,-1 5-5 0 0,0 0 1 0 0,1-1-1 0 0,-1 1 0 0 0,1 0 0 0 0,1 0 0 0 0,-1 0 1 0 0,4-8-1 0 0,-5 12 81 0 0,0 1 1 0 0,0 0-1 0 0,0 0 0 0 0,0 0 1 0 0,0-1-1 0 0,0 1 1 0 0,0 0-1 0 0,1 0 1 0 0,-1-1-1 0 0,0 1 0 0 0,0 0 1 0 0,0 0-1 0 0,0 0 1 0 0,0 0-1 0 0,1-1 1 0 0,-1 1-1 0 0,0 0 0 0 0,0 0 1 0 0,0 0-1 0 0,1 0 1 0 0,-1 0-1 0 0,0 0 1 0 0,0-1-1 0 0,1 1 0 0 0,-1 0 1 0 0,0 0-1 0 0,0 0 1 0 0,1 0-1 0 0,-1 0 1 0 0,0 0-1 0 0,0 0 0 0 0,1 0 1 0 0,-1 0-1 0 0,0 0 1 0 0,0 0-1 0 0,1 0 1 0 0,-1 0-1 0 0,0 0 0 0 0,0 0 1 0 0,0 1-1 0 0,1-1 1 0 0,-1 0-1 0 0,0 0 1 0 0,0 0-1 0 0,1 0 0 0 0,-1 0 1 0 0,0 0-1 0 0,0 1 1 0 0,0-1-1 0 0,0 0 0 0 0,1 0 1 0 0,-1 0-1 0 0,0 1 1 0 0,0-1-1 0 0,0 0 1 0 0,0 0-1 0 0,1 1 1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6913 0 0,'4'104'8017'0'0,"7"1"-3545"0"0,6-4-3104 0 0,32 110 0 0 0,-46-197-1912 0 0,6 20-716 0 0,0-18-3551 0 0,-9-16 4757 0 0,1 0 0 0 0,-1 0 0 0 0,0 0 0 0 0,1 0 0 0 0,-1 0 0 0 0,0 0 0 0 0,0 0-1 0 0,1 0 1 0 0,-1 0 0 0 0,0 0 0 0 0,1 0 0 0 0,-1 0 0 0 0,0 0 0 0 0,0 0 0 0 0,1 0 0 0 0,-1 0 0 0 0,0-1-1 0 0,0 1 1 0 0,1 0 0 0 0,-1 0 0 0 0,0 0 0 0 0,0 0 0 0 0,0-1 0 0 0,1 1 0 0 0,-1 0 0 0 0,0 0 0 0 0,0 0-1 0 0,0-1 1 0 0,1 1 0 0 0,-1 0 0 0 0,0 0 0 0 0,0-1 0 0 0,0 1 0 0 0,0 0 0 0 0,0 0 0 0 0,0-1-1 0 0,0 1 1 0 0,1 0 0 0 0,-1 0 0 0 0,0-1 0 0 0,0 1 0 0 0,0 0 0 0 0,0 0 0 0 0,0-1 0 0 0,0 0 0 0 0,3-14 180 0 0,-4-2-196 0 0,-2-3-2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28 184 456 0 0,'-16'-35'-11'0'0,"14"28"885"0"0,-1 0-1 0 0,2 0 0 0 0,-1 0 1 0 0,1 0-1 0 0,-2-14 1 0 0,3 18-443 0 0,1-1 0 0 0,-1 0 0 0 0,0 1 0 0 0,1-1 0 0 0,-1 1 0 0 0,1-1 0 0 0,0 1 0 0 0,1-1 0 0 0,-1 1 0 0 0,0 0 0 0 0,1-1 0 0 0,3-5 0 0 0,-2 6-361 0 0,-1 0 0 0 0,1 0 1 0 0,0 0-1 0 0,0 1 0 0 0,0-1 0 0 0,0 1 1 0 0,1-1-1 0 0,4-2 0 0 0,-2 3 139 0 0,-1-1-1 0 0,1 1 1 0 0,0 1 0 0 0,0-1-1 0 0,0 1 1 0 0,0-1 0 0 0,0 2-1 0 0,0-1 1 0 0,1 1-1 0 0,-1 0 1 0 0,0 0 0 0 0,0 1-1 0 0,0 0 1 0 0,0 0 0 0 0,1 0-1 0 0,-1 1 1 0 0,-1-1-1 0 0,1 2 1 0 0,0-1 0 0 0,0 1-1 0 0,-1-1 1 0 0,0 2 0 0 0,1-1-1 0 0,-1 0 1 0 0,6 7-1 0 0,-3-4-54 0 0,-1 0 0 0 0,1 1-1 0 0,-2 0 1 0 0,1 1-1 0 0,-1-1 1 0 0,0 1 0 0 0,0 1-1 0 0,-1-1 1 0 0,0 1-1 0 0,-1 0 1 0 0,0 0 0 0 0,0 0-1 0 0,-1 0 1 0 0,0 1-1 0 0,2 11 1 0 0,-4-6-66 0 0,-1 0-1 0 0,0 0 1 0 0,-1 0 0 0 0,-1 0 0 0 0,0 0-1 0 0,-1 0 1 0 0,-1-1 0 0 0,0 1 0 0 0,-8 18 0 0 0,-10 17 385 0 0,-36 59 0 0 0,12-25-243 0 0,26-44-2101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62 3193 0 0,'-16'-61'20016'0'0,"4"63"-19273"0"0,-9 1-356 0 0,25 1-297 0 0,4 6-84 0 0,0 0-1 0 0,-1 1 1 0 0,-1 0-1 0 0,1 0 1 0 0,-2 0-1 0 0,0 1 1 0 0,7 19 0 0 0,20 97-70 0 0,-23-90 99 0 0,-1-4 1 0 0,3 20-142 0 0,2 0-1 0 0,3-2 0 0 0,34 76 0 0 0,-42-107-207 0 0,-7-21 239 0 0,-1 1-1 0 0,0 0 1 0 0,1-1 0 0 0,-1 1 0 0 0,0 0-1 0 0,1 0 1 0 0,-1-1 0 0 0,0 1 0 0 0,0 0 0 0 0,0 0-1 0 0,0-1 1 0 0,1 1 0 0 0,-1 0 0 0 0,0 0-1 0 0,-1 0 1 0 0,1-1 0 0 0,0 1 0 0 0,0 0-1 0 0,0 0 1 0 0,0-1 0 0 0,-1 2 0 0 0,-4-1-797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5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1 105 920 0 0,'0'-6'363'0'0,"0"1"-1"0"0,1 0 0 0 0,0-1 0 0 0,0 1 1 0 0,0 0-1 0 0,1 0 0 0 0,0-1 1 0 0,0 1-1 0 0,0 0 0 0 0,0 1 1 0 0,1-1-1 0 0,0 0 0 0 0,0 1 1 0 0,7-8-1 0 0,-8 10-168 0 0,0 0 1 0 0,0 0 0 0 0,0 0-1 0 0,0 0 1 0 0,0 1-1 0 0,0-1 1 0 0,1 1-1 0 0,-1 0 1 0 0,1 0 0 0 0,-1 0-1 0 0,1 0 1 0 0,-1 0-1 0 0,1 0 1 0 0,0 1-1 0 0,-1-1 1 0 0,1 1 0 0 0,0-1-1 0 0,-1 1 1 0 0,1 0-1 0 0,0 0 1 0 0,0 1-1 0 0,-1-1 1 0 0,1 1 0 0 0,0-1-1 0 0,-1 1 1 0 0,1 0-1 0 0,-1 0 1 0 0,1 0 0 0 0,-1 0-1 0 0,5 2 1 0 0,6 6 146 0 0,0 0 0 0 0,-1 1 1 0 0,0 0-1 0 0,-1 1 1 0 0,0 1-1 0 0,0-1 0 0 0,-1 2 1 0 0,-1-1-1 0 0,0 1 1 0 0,0 1-1 0 0,-2 0 1 0 0,0 0-1 0 0,0 0 0 0 0,-1 1 1 0 0,-1 0-1 0 0,-1 0 1 0 0,0 0-1 0 0,-1 1 0 0 0,0-1 1 0 0,-1 1-1 0 0,-1 0 1 0 0,-1 24-1 0 0,-3-20-30 0 0,-1 1 1 0 0,0-1-1 0 0,-2 0 0 0 0,0 0 0 0 0,-12 26 1 0 0,-55 90-1395 0 0,41-85-6402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7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68 5065 0 0,'-1'-4'670'0'0,"-1"0"1"0"0,1 0-1 0 0,-1 0 1 0 0,1 0-1 0 0,-1 0 0 0 0,0 0 1 0 0,-1 1-1 0 0,1-1 1 0 0,-1 1-1 0 0,0-1 0 0 0,1 1 1 0 0,-2 0-1 0 0,1 0 1 0 0,0 0-1 0 0,0 1 0 0 0,-1-1 1 0 0,0 1-1 0 0,-7-4 0 0 0,10 6-506 0 0,1 0-1 0 0,-1 1 0 0 0,0-1 0 0 0,1 1 1 0 0,-1-1-1 0 0,0 1 0 0 0,1-1 0 0 0,-1 1 0 0 0,1-1 1 0 0,-1 1-1 0 0,1 0 0 0 0,-1-1 0 0 0,1 1 1 0 0,0 0-1 0 0,-1 0 0 0 0,1-1 0 0 0,0 1 0 0 0,-1 0 1 0 0,1 0-1 0 0,0-1 0 0 0,0 1 0 0 0,0 0 1 0 0,0 0-1 0 0,0 0 0 0 0,0-1 0 0 0,0 1 1 0 0,0 0-1 0 0,0 0 0 0 0,0 0 0 0 0,0 1 0 0 0,0 40-828 0 0,1-30 1073 0 0,51 712 968 0 0,-27-483-1352 0 0,49 394 77 0 0,-62-566 117 0 0,-6-40 120 0 0,-2-1 1 0 0,0 1-1 0 0,-1 54 0 0 0,-2-58-172 0 0,0-21-154 0 0,-1-1 1 0 0,1 0-1 0 0,-1 1 0 0 0,0-1 0 0 0,0 1 1 0 0,0-1-1 0 0,-1 0 0 0 0,1 1 0 0 0,-1-1 0 0 0,-1 4 1 0 0,-4-25-1539 0 0,8 5 935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8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5017 0 0,'2'0'0'0'0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11 335 3225 0 0,'-3'-11'-227'0'0,"1"0"0"0"0,0 0 0 0 0,0-1 0 0 0,1 1 0 0 0,0-1 0 0 0,2-18 0 0 0,2 2-51 0 0,9-40 0 0 0,-11 63 251 0 0,0-1 0 0 0,1 0 0 0 0,0 0 0 0 0,0 1 0 0 0,0-1 0 0 0,0 1 0 0 0,6-8-1 0 0,-7 12 55 0 0,0-1 0 0 0,1 1 0 0 0,-1-1 0 0 0,1 1 0 0 0,-1 0 0 0 0,1-1 0 0 0,-1 1 0 0 0,1 0 0 0 0,0 0 0 0 0,-1 0 0 0 0,1 1 0 0 0,0-1 0 0 0,0 0 0 0 0,0 1 0 0 0,0-1 0 0 0,0 1 0 0 0,0-1 0 0 0,0 1 0 0 0,0 0 0 0 0,0 0 0 0 0,0 0 0 0 0,0 0-1 0 0,0 0 1 0 0,0 0 0 0 0,2 1 0 0 0,4 2 974 0 0,-24-8-753 0 0,16 4-310 0 0,-7-18-108 0 0,7 18 164 0 0,-1 0 0 0 0,0 1 0 0 0,1-1-1 0 0,-1 0 1 0 0,1 0 0 0 0,-1 0 0 0 0,1 0 0 0 0,0-1 0 0 0,-1 1 0 0 0,1 0 0 0 0,0 0 0 0 0,0 0 0 0 0,-1 0 0 0 0,1 0 0 0 0,0 0 0 0 0,0 0 0 0 0,0-1-1 0 0,0 1 1 0 0,1 0 0 0 0,-1 0 0 0 0,0 0 0 0 0,0 0 0 0 0,1 0 0 0 0,-1 0 0 0 0,1 0 0 0 0,-1 0 0 0 0,1 0 0 0 0,-1 0 0 0 0,1 0 0 0 0,1-1 0 0 0,5-10 87 0 0,-7 7 6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35 6913 0 0,'-10'-6'2608'0'0,"10"6"-2552"0"0,0 0-1 0 0,-1 0 1 0 0,1-1-1 0 0,0 1 1 0 0,0 0-1 0 0,0 0 1 0 0,0 0-1 0 0,0-1 1 0 0,-1 1-1 0 0,1 0 1 0 0,0 0-1 0 0,0-1 0 0 0,0 1 1 0 0,0 0-1 0 0,0 0 1 0 0,0-1-1 0 0,0 1 1 0 0,0 0-1 0 0,0 0 1 0 0,0-1-1 0 0,0 1 1 0 0,0 0-1 0 0,0 0 1 0 0,0-1-1 0 0,0 1 1 0 0,0 0-1 0 0,0 0 1 0 0,0-1-1 0 0,0 1 1 0 0,1 0-1 0 0,-1 0 1 0 0,0-1-1 0 0,0 1 1 0 0,0 0-1 0 0,0 0 0 0 0,0 0 1 0 0,1 0-1 0 0,-1-1 1 0 0,0 1-1 0 0,0 0 1 0 0,0 0-1 0 0,1 0 1 0 0,-1 0-1 0 0,0-1 1 0 0,0 1-1 0 0,1 0 1 0 0,-1 0-1 0 0,0 0 1 0 0,0 0-1 0 0,1 0 1 0 0,9-4 132 0 0,1 1 1 0 0,-1 0-1 0 0,1 0 1 0 0,0 1-1 0 0,0 1 1 0 0,0 0-1 0 0,0 0 1 0 0,11 1-1 0 0,100 10 1756 0 0,-90-6-1669 0 0,202 14 2010 0 0,-114-11-1916 0 0,164 30-1 0 0,-271-34-1404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17 10138 0 0,'-1'-1'380'0'0,"-21"-10"1929"0"0,22 11-2193 0 0,0-1-1 0 0,0 1 0 0 0,0 0 1 0 0,0 0-1 0 0,-1-1 0 0 0,1 1 1 0 0,0 0-1 0 0,0-1 1 0 0,0 1-1 0 0,0 0 0 0 0,0-1 1 0 0,0 1-1 0 0,0 0 0 0 0,0-1 1 0 0,3 2 263 0 0,-1 0 0 0 0,1-1 0 0 0,-1 1 0 0 0,0 1-1 0 0,0-1 1 0 0,1 0 0 0 0,-1 0 0 0 0,0 1 0 0 0,0-1 0 0 0,0 1 0 0 0,2 2 0 0 0,-2-2-119 0 0,43 33 336 0 0,-2 3-1 0 0,-1 2 0 0 0,-2 1 0 0 0,63 85 0 0 0,-92-110-693 0 0,4 5-1460 0 0,1 0 0 0 0,1-1-1 0 0,21 19 1 0 0,-13-18-5322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4:59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93 2761 0 0,'2'-6'-738'0'0,"1"-5"1832"0"0,0-1 0 0 0,2-22-1 0 0,-5 33-733 0 0,0-1-1 0 0,0 0 0 0 0,0 1 0 0 0,0-1 0 0 0,0 0 0 0 0,0 1 0 0 0,-1-1 0 0 0,1 0 1 0 0,-1 1-1 0 0,1-1 0 0 0,-1 1 0 0 0,-1-3 0 0 0,2 3-160 0 0,-1 1 1 0 0,1-1-1 0 0,-1 1 1 0 0,1-1-1 0 0,-1 1 1 0 0,0-1-1 0 0,1 1 1 0 0,-1 0-1 0 0,0-1 0 0 0,1 1 1 0 0,-1 0-1 0 0,0-1 1 0 0,0 1-1 0 0,1 0 1 0 0,-1 0-1 0 0,0 0 0 0 0,0 0 1 0 0,1 0-1 0 0,-1 0 1 0 0,0 0-1 0 0,0 0 1 0 0,1 0-1 0 0,-1 0 1 0 0,0 0-1 0 0,0 0 0 0 0,1 1 1 0 0,-1-1-1 0 0,-1 1 1 0 0,-7 3 267 0 0,0 2 1 0 0,1-1 0 0 0,-1 1-1 0 0,1 0 1 0 0,0 1-1 0 0,0 0 1 0 0,1 0 0 0 0,0 1-1 0 0,-7 9 1 0 0,2-3-9 0 0,-53 64-20 0 0,3 3-1 0 0,4 3 1 0 0,-67 127-1 0 0,106-173-1001 0 0,4-4-163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0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11 127 9218 0 0,'7'-54'1347'0'0,"1"-18"5140"0"0,-17 134-2375 0 0,0-14-3979 0 0,5-11-98 0 0,2 1 0 0 0,1 0 0 0 0,2-1 0 0 0,1 1 0 0 0,2-1 0 0 0,13 55 0 0 0,-12-75-30 0 0,1 1 0 0 0,0-1 1 0 0,2 0-1 0 0,0-1 0 0 0,0 1 0 0 0,18 23 0 0 0,-18-30 8 0 0,0-1 0 0 0,0 1 1 0 0,1-1-1 0 0,1-1 0 0 0,-1 0 0 0 0,1 0 0 0 0,1-1 1 0 0,-1 0-1 0 0,1-1 0 0 0,18 8 0 0 0,-24-12 1 0 0,0 0 1 0 0,1 0-1 0 0,-1-1 0 0 0,0 1 0 0 0,0-1 0 0 0,1 0 1 0 0,-1 0-1 0 0,1-1 0 0 0,-1 0 0 0 0,8 0 0 0 0,-62-20-648 0 0,41 17 572 0 0,0 0 0 0 0,1 0 1 0 0,0-1-1 0 0,-1-1 0 0 0,1 1 1 0 0,1-1-1 0 0,-1 0 0 0 0,1-1 1 0 0,0 1-1 0 0,0-1 0 0 0,0-1 1 0 0,1 1-1 0 0,-9-14 1 0 0,11 14 84 0 0,0-1 0 0 0,1 0 1 0 0,-1 0-1 0 0,1 1 1 0 0,1-1-1 0 0,-1-1 1 0 0,1 1-1 0 0,1 0 1 0 0,-1 0-1 0 0,1 0 1 0 0,0 0-1 0 0,1-1 1 0 0,0 1-1 0 0,0 0 1 0 0,0 0-1 0 0,4-10 0 0 0,-3 10-26 0 0,1 0-1 0 0,0 1 0 0 0,0 0 0 0 0,1-1 0 0 0,-1 1 1 0 0,1 1-1 0 0,1-1 0 0 0,-1 0 0 0 0,1 1 0 0 0,0 0 1 0 0,0 0-1 0 0,0 1 0 0 0,11-8 0 0 0,-7 7 50 0 0,1-1-1 0 0,0 1 1 0 0,0 0-1 0 0,0 1 1 0 0,1 0-1 0 0,-1 1 1 0 0,1 0 0 0 0,18-2-1 0 0,-19 3 14 0 0,-1 2 0 0 0,0-1 0 0 0,0 1 0 0 0,1 1-1 0 0,-1 0 1 0 0,0 0 0 0 0,0 1 0 0 0,0 0 0 0 0,0 0 0 0 0,12 6 0 0 0,-15-6-20 0 0,-1 1-1 0 0,0 0 1 0 0,0 0 0 0 0,0 1 0 0 0,0-1 0 0 0,0 1 0 0 0,-1 0-1 0 0,0 0 1 0 0,0 1 0 0 0,0-1 0 0 0,0 1 0 0 0,-1 0-1 0 0,1 0 1 0 0,-1 0 0 0 0,-1 0 0 0 0,5 11 0 0 0,-2 3 88 0 0,0-1 0 0 0,-2 1 0 0 0,0 0 0 0 0,0 38 0 0 0,-3-34-251 0 0,2-1 1 0 0,0 0 0 0 0,7 26-1 0 0,-9-47 29 0 0,0 0 0 0 0,1 0 0 0 0,-1-1 0 0 0,0 1 0 0 0,0 0 1 0 0,1 0-1 0 0,-1 0 0 0 0,0-1 0 0 0,1 1 0 0 0,-1 0 0 0 0,1-1 0 0 0,-1 1 0 0 0,1 0 0 0 0,0-1 0 0 0,-1 1 0 0 0,1 0 0 0 0,0-1 0 0 0,-1 1 0 0 0,1-1 0 0 0,1 1 0 0 0,3-1-1245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0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44 10426 0 0,'-2'-28'288'0'0,"-7"13"5550"0"0,9 15-5762 0 0,-2 6 332 0 0,0 0 0 0 0,0-1 1 0 0,1 1-1 0 0,0 0 1 0 0,0 0-1 0 0,0 0 1 0 0,1 0-1 0 0,0 0 1 0 0,0 0-1 0 0,2 11 0 0 0,-1-1 102 0 0,3 59-197 0 0,3-1 0 0 0,4 1 0 0 0,2-2-1 0 0,33 100 1 0 0,-45-171-347 0 0,7 25 136 0 0,21 42-1 0 0,-26-63-350 0 0,0 0 0 0 0,0-1 0 0 0,0 1 0 0 0,1-1 0 0 0,0 0 0 0 0,0 0 0 0 0,0 0 0 0 0,1 0 0 0 0,0-1 0 0 0,0 1-1 0 0,0-1 1 0 0,0-1 0 0 0,10 6 0 0 0,-7-6-2298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124 766 456 0 0,'-3'-70'1262'0'0,"-3"-1"-1"0"0,-26-117 1 0 0,31 183-1068 0 0,-4-21 422 0 0,-17-45-1 0 0,-1 26 1605 0 0,20 41-1577 0 0,1 1 1 0 0,-1 0-1 0 0,0 0 0 0 0,0 0 0 0 0,0 0 0 0 0,-12-7 5661 0 0,33 23-4821 0 0,134 109 1284 0 0,-13-8-2033 0 0,-116-98-647 0 0,1 0-1 0 0,1-2 1 0 0,0-1 0 0 0,33 13-1 0 0,-56-25-66 0 0,0 0 0 0 0,-1 0 1 0 0,1-1-1 0 0,0 1 0 0 0,0-1 0 0 0,-1 1 0 0 0,1-1 0 0 0,0 0 0 0 0,0 0 0 0 0,0 0 0 0 0,-1 0 0 0 0,1 0 0 0 0,0 0 0 0 0,0 0 0 0 0,0 0 0 0 0,2-2 0 0 0,-3 2 2 0 0,0-1 0 0 0,-1 1 0 0 0,1-1 0 0 0,-1 1-1 0 0,1-1 1 0 0,-1 0 0 0 0,1 1 0 0 0,-1-1 0 0 0,1 0-1 0 0,-1 0 1 0 0,0 1 0 0 0,1-1 0 0 0,-1 0-1 0 0,0 0 1 0 0,0 1 0 0 0,0-1 0 0 0,1 0 0 0 0,-1 0-1 0 0,0 0 1 0 0,0 0 0 0 0,0 1 0 0 0,0-1-1 0 0,-1 0 1 0 0,1 0 0 0 0,0-1 0 0 0,-3-8 238 0 0,0 0 1 0 0,0 0 0 0 0,-1 1-1 0 0,-7-15 1 0 0,5 12 12 0 0,-21-50-34 0 0,-27-89 0 0 0,46 122-650 0 0,1 0 0 0 0,2 0 0 0 0,0 0 0 0 0,2-1 0 0 0,1-47 0 0 0,7 41-1785 0 0,3 6-5727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12443 0 0,'0'0'99'0'0,"0"-1"0"0"0,0 1 0 0 0,1-1 0 0 0,-1 1 0 0 0,0 0 0 0 0,0-1 0 0 0,0 1 0 0 0,0-1 0 0 0,1 1 0 0 0,-1 0 0 0 0,0-1 0 0 0,0 1 0 0 0,1 0 0 0 0,-1-1 0 0 0,0 1 0 0 0,1 0 0 0 0,-1 0 0 0 0,0-1 0 0 0,1 1 0 0 0,-1 0 0 0 0,0 0 0 0 0,1 0 0 0 0,-1-1 0 0 0,0 1 0 0 0,1 0 0 0 0,-1 0 0 0 0,1 0 0 0 0,-1 0 0 0 0,0 0 0 0 0,1 0 0 0 0,-1 0 0 0 0,1 0 0 0 0,-1 0 0 0 0,1 0 0 0 0,-1 0 0 0 0,0 0 0 0 0,1 0 0 0 0,-1 0 0 0 0,1 0 0 0 0,-1 0 0 0 0,1 1 0 0 0,16 4 1224 0 0,-11-1-1012 0 0,1 1 0 0 0,-1 0 1 0 0,0 0-1 0 0,-1 1 0 0 0,1 0 1 0 0,-1 0-1 0 0,0 0 0 0 0,7 13 1 0 0,31 62 490 0 0,-38-70-661 0 0,33 77 461 0 0,38 139 0 0 0,28 65-5504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1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0 165 10594 0 0,'1'-7'64'0'0,"0"1"1"0"0,0-1-1 0 0,1 0 0 0 0,0 1 0 0 0,0-1 0 0 0,0 1 0 0 0,1 0 0 0 0,0 0 0 0 0,0 0 0 0 0,0 0 1 0 0,1 0-1 0 0,0 1 0 0 0,0-1 0 0 0,1 1 0 0 0,-1 0 0 0 0,1 0 0 0 0,0 1 0 0 0,0 0 1 0 0,1 0-1 0 0,10-7 0 0 0,-7 6 112 0 0,0 0 0 0 0,0 0 0 0 0,1 0 0 0 0,-1 1 0 0 0,1 1 0 0 0,0 0 0 0 0,0 0 0 0 0,0 1 0 0 0,1 0 0 0 0,-1 1 1 0 0,0 0-1 0 0,1 0 0 0 0,11 2 0 0 0,-8 1 73 0 0,0 1 0 0 0,1 0 0 0 0,-1 1 1 0 0,-1 1-1 0 0,1 0 0 0 0,-1 1 0 0 0,0 0 1 0 0,0 1-1 0 0,0 0 0 0 0,-1 1 0 0 0,-1 1 0 0 0,1 0 1 0 0,-1 0-1 0 0,-1 1 0 0 0,1 1 0 0 0,12 18 1 0 0,-13-15-71 0 0,0 0 0 0 0,-1 1 0 0 0,-1 0 0 0 0,-1 1 0 0 0,0 0 0 0 0,-1 0 0 0 0,-1 0 0 0 0,0 1 0 0 0,-1 0 0 0 0,-1 0 0 0 0,-1 0 0 0 0,0 0 0 0 0,-1 29 0 0 0,-5-8-50 0 0,-2-1 0 0 0,-1-1 0 0 0,-2 1 0 0 0,-2-1 0 0 0,-1-1 0 0 0,-1 0 0 0 0,-23 40 0 0 0,11-20-345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3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121 495 1376 0 0,'-5'0'815'0'0,"1"0"1"0"0,-1 1-1 0 0,1-1 0 0 0,-1 1 0 0 0,1 1 0 0 0,-7 1 1 0 0,-40 25 652 0 0,19-9 1002 0 0,64-30 4511 0 0,43-9-5769 0 0,-19 6-462 0 0,14-1-445 0 0,1 3 0 0 0,129-6 0 0 0,-127 15-170 0 0,0-4 0 0 0,114-25 1 0 0,112-56 637 0 0,199-45 455 0 0,-93 81 17 0 0,-388 51-1199 0 0,1-1 1 0 0,-1-1 0 0 0,26-9-1 0 0,-75-12-838 0 0,13 10 653 0 0,10 7-204 0 0,0 0 1 0 0,-1 1-1 0 0,1 0 0 0 0,-1 1 1 0 0,-12-5-1 0 0,19 8 204 0 0,0 2 1 0 0,0-1-1 0 0,-1 0 0 0 0,1 1 0 0 0,0 0 1 0 0,0-1-1 0 0,-1 1 0 0 0,1 0 0 0 0,0 1 1 0 0,0-1-1 0 0,-1 1 0 0 0,1-1 0 0 0,0 1 0 0 0,0 0 1 0 0,0 0-1 0 0,0 0 0 0 0,0 1 0 0 0,0-1 1 0 0,0 1-1 0 0,0 0 0 0 0,-4 3 0 0 0,-9 7 5 0 0,-44 35 478 0 0,55-43-239 0 0,1 0 1 0 0,0 1-1 0 0,0-1 1 0 0,1 1-1 0 0,-1 0 1 0 0,1 0-1 0 0,0 0 1 0 0,0 0-1 0 0,1 0 0 0 0,-3 7 1 0 0,4-9-72 0 0,1 1 0 0 0,0-1 0 0 0,0 0 1 0 0,1 1-1 0 0,-1-1 0 0 0,1 0 0 0 0,-1 1 0 0 0,1-1 1 0 0,0 0-1 0 0,0 0 0 0 0,0 1 0 0 0,1-1 0 0 0,-1 0 0 0 0,1 0 1 0 0,0 0-1 0 0,0-1 0 0 0,0 1 0 0 0,0 0 0 0 0,0-1 0 0 0,1 1 1 0 0,-1-1-1 0 0,1 0 0 0 0,3 3 0 0 0,3 3 60 0 0,1-1 0 0 0,1 0 0 0 0,-1 0 0 0 0,1-1 0 0 0,12 5 0 0 0,-18-9-60 0 0,1 0-1 0 0,-1 0 0 0 0,1 0 0 0 0,-1-1 1 0 0,0 0-1 0 0,1-1 0 0 0,0 1 0 0 0,-1-1 1 0 0,1 0-1 0 0,-1 0 0 0 0,1-1 0 0 0,0 1 1 0 0,-1-1-1 0 0,1-1 0 0 0,-1 1 0 0 0,0-1 1 0 0,1 0-1 0 0,-1 0 0 0 0,0 0 0 0 0,0-1 1 0 0,6-4-1 0 0,-4 2-11 0 0,-1 0 0 0 0,1-1 1 0 0,-1 0-1 0 0,0 0 0 0 0,-1 0 0 0 0,1-1 1 0 0,-1 0-1 0 0,0 0 0 0 0,-1 0 0 0 0,0-1 0 0 0,0 1 1 0 0,-1-1-1 0 0,4-13 0 0 0,-5 15-1 0 0,-1 0-1 0 0,0-1 1 0 0,-1 1 0 0 0,1 0-1 0 0,-1-1 1 0 0,0 1 0 0 0,-1-1-1 0 0,0 1 1 0 0,0 0 0 0 0,0-1-1 0 0,-1 1 1 0 0,0 0 0 0 0,0 0-1 0 0,0 0 1 0 0,-1 0 0 0 0,0 0-1 0 0,0 1 1 0 0,-6-9 0 0 0,6 10 25 0 0,0-1 0 0 0,-1 1 0 0 0,1 1 0 0 0,-1-1 0 0 0,1 0 0 0 0,-1 1 0 0 0,0 0 0 0 0,-1 0 0 0 0,1 0 0 0 0,0 0 0 0 0,-1 1 0 0 0,0-1 0 0 0,1 1 0 0 0,-1 1 0 0 0,0-1 0 0 0,0 1 1 0 0,0-1-1 0 0,0 1 0 0 0,0 1 0 0 0,0-1 0 0 0,0 1 0 0 0,-1 0 0 0 0,-6 0 0 0 0,9 1-52 0 0,0 1 1 0 0,0-1-1 0 0,0 1 0 0 0,0-1 1 0 0,1 1-1 0 0,-1 0 1 0 0,0 0-1 0 0,1 0 0 0 0,-1 0 1 0 0,1 1-1 0 0,0-1 1 0 0,0 1-1 0 0,0-1 0 0 0,0 1 1 0 0,0 0-1 0 0,0 0 1 0 0,1 0-1 0 0,-1 0 0 0 0,1 0 1 0 0,0 0-1 0 0,-1 3 0 0 0,-3 8-106 0 0,1-1-1 0 0,1 1 0 0 0,-3 22 0 0 0,5-30 83 0 0,0 0 0 0 0,1 0 0 0 0,0-1 0 0 0,1 1 0 0 0,-1 0 1 0 0,1 0-1 0 0,0-1 0 0 0,1 1 0 0 0,-1-1 0 0 0,1 1 0 0 0,0-1 0 0 0,0 1 0 0 0,1-1 0 0 0,0 0 0 0 0,0 0 0 0 0,0 0 1 0 0,0-1-1 0 0,1 1 0 0 0,0-1 0 0 0,8 8 0 0 0,-9-9 9 0 0,1-1 1 0 0,0 1-1 0 0,0-1 0 0 0,0 0 1 0 0,0 0-1 0 0,1 0 1 0 0,-1 0-1 0 0,0-1 0 0 0,1 0 1 0 0,-1 0-1 0 0,1 0 1 0 0,0 0-1 0 0,-1-1 1 0 0,1 0-1 0 0,-1 0 0 0 0,1 0 1 0 0,0 0-1 0 0,-1-1 1 0 0,1 0-1 0 0,-1 0 0 0 0,1 0 1 0 0,-1 0-1 0 0,0-1 1 0 0,1 0-1 0 0,-1 0 0 0 0,6-3 1 0 0,-6 3 38 0 0,-1-1-1 0 0,1 1 1 0 0,-1-1 0 0 0,1 1 0 0 0,-1-1-1 0 0,0 0 1 0 0,0-1 0 0 0,0 1 0 0 0,-1 0-1 0 0,1-1 1 0 0,-1 1 0 0 0,1-1 0 0 0,-1 0-1 0 0,-1 0 1 0 0,1 0 0 0 0,0 0 0 0 0,-1 0-1 0 0,0 0 1 0 0,0-1 0 0 0,0 1 0 0 0,-1 0-1 0 0,1 0 1 0 0,-1-1 0 0 0,0 1 0 0 0,0 0-1 0 0,0-1 1 0 0,-2-6 0 0 0,0 0 33 0 0,-1 0 1 0 0,0 0-1 0 0,-1 1 1 0 0,0 0-1 0 0,-1-1 1 0 0,0 1-1 0 0,0 1 1 0 0,-1-1-1 0 0,-12-15 1 0 0,17 24-48 0 0,1 0 0 0 0,-1 0 0 0 0,1 1 0 0 0,-1-1 0 0 0,0 0 0 0 0,1 0 0 0 0,-1 0 0 0 0,0 1 0 0 0,1-1 0 0 0,-1 0-1 0 0,0 1 1 0 0,0-1 0 0 0,0 0 0 0 0,0 1 0 0 0,0-1 0 0 0,0 1 0 0 0,1-1 0 0 0,-1 1 0 0 0,0 0 0 0 0,0-1 0 0 0,0 1 0 0 0,-1 0 0 0 0,1 0 0 0 0,0 0 0 0 0,0 0 0 0 0,0 0 0 0 0,0 0 0 0 0,0 0 0 0 0,-1 0 0 0 0,1 1-3 0 0,0 0 1 0 0,0 0 0 0 0,-1 1 0 0 0,1-1 0 0 0,0 0-1 0 0,1 1 1 0 0,-1-1 0 0 0,0 0 0 0 0,0 1 0 0 0,1-1-1 0 0,-1 1 1 0 0,0-1 0 0 0,1 1 0 0 0,-1-1-1 0 0,1 1 1 0 0,0 2 0 0 0,-2 8-46 0 0,0 1-1 0 0,1-1 1 0 0,2 21 0 0 0,0-19-34 0 0,0 0 0 0 0,2 0 0 0 0,0 0 0 0 0,6 17 0 0 0,-8-27 62 0 0,0-1 0 0 0,1 1 0 0 0,-1-1-1 0 0,1 1 1 0 0,0-1 0 0 0,0 0 0 0 0,0 0 0 0 0,0 0 0 0 0,0 0 0 0 0,1 0 0 0 0,-1-1 0 0 0,1 1 0 0 0,0-1 0 0 0,0 1-1 0 0,0-1 1 0 0,0 0 0 0 0,0 0 0 0 0,0 0 0 0 0,1-1 0 0 0,-1 1 0 0 0,7 1 0 0 0,-9-3 28 0 0,0 1 0 0 0,0-1-1 0 0,0 0 1 0 0,0 0 0 0 0,0 1 0 0 0,1-1 0 0 0,-1 0 0 0 0,0 0 0 0 0,0 0 0 0 0,0-1-1 0 0,0 1 1 0 0,1 0 0 0 0,-1 0 0 0 0,0-1 0 0 0,0 1 0 0 0,0 0 0 0 0,0-1 0 0 0,0 0-1 0 0,0 1 1 0 0,0-1 0 0 0,0 1 0 0 0,0-1 0 0 0,0 0 0 0 0,0 0 0 0 0,0 1-1 0 0,-1-1 1 0 0,1 0 0 0 0,0 0 0 0 0,0 0 0 0 0,-1 0 0 0 0,1 0 0 0 0,-1 0 0 0 0,1 0-1 0 0,-1 0 1 0 0,1 0 0 0 0,-1 0 0 0 0,0 0 0 0 0,1-1 0 0 0,-1 1 0 0 0,0 0 0 0 0,0 0-1 0 0,0 0 1 0 0,0 0 0 0 0,0-1 0 0 0,0-1 0 0 0,0-1 40 0 0,-1 0 0 0 0,1-1-1 0 0,-1 1 1 0 0,0 0 0 0 0,0 0 0 0 0,0-1 0 0 0,0 1 0 0 0,-1 0 0 0 0,1 0-1 0 0,-1 0 1 0 0,-4-4 0 0 0,2 3 5 0 0,-1 0 0 0 0,1 0 1 0 0,-1 0-1 0 0,-1 1 0 0 0,1 0 0 0 0,-1 0 0 0 0,-11-6 1 0 0,13 8-210 0 0,1 0 1 0 0,-1 1 0 0 0,0-1-1 0 0,0 1 1 0 0,0 0 0 0 0,1 0-1 0 0,-1 0 1 0 0,0 1 0 0 0,0-1-1 0 0,0 1 1 0 0,-1 0 0 0 0,1 0-1 0 0,0 0 1 0 0,-6 2 0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1756 17 4145 0 0,'1'-1'333'0'0,"1"0"0"0"0,-1 0 0 0 0,0 0 0 0 0,0 1 0 0 0,18-2 7825 0 0,-32 11-5330 0 0,-28 5 1527 0 0,-27-6-2839 0 0,17-3-1230 0 0,-247 24 158 0 0,22-3-84 0 0,14 23-494 0 0,-86 10-113 0 0,323-58-11 0 0,0-1 1 0 0,0-1 0 0 0,0-1-1 0 0,1-1 1 0 0,-1-1-1 0 0,-29-10 1 0 0,58 28-2016 0 0,-9-29-375 0 0,1 3 2673 0 0,2 3 155 0 0,-1 1 0 0 0,0 0 0 0 0,0 0 0 0 0,-1 0 1 0 0,-9-14-1 0 0,11 19-131 0 0,0 1 1 0 0,0 0 0 0 0,-1 0 0 0 0,1 0 0 0 0,-1 0-1 0 0,1 0 1 0 0,-1 0 0 0 0,0 0 0 0 0,0 1-1 0 0,0 0 1 0 0,0-1 0 0 0,0 1 0 0 0,0 0 0 0 0,0 1-1 0 0,0-1 1 0 0,0 0 0 0 0,0 1 0 0 0,-1 0-1 0 0,1 0 1 0 0,-4 0 0 0 0,1 0 13 0 0,0 1-1 0 0,0 0 1 0 0,0 1 0 0 0,0 0-1 0 0,0 0 1 0 0,0 0 0 0 0,0 0-1 0 0,0 1 1 0 0,1 0 0 0 0,0 0-1 0 0,-1 1 1 0 0,1-1 0 0 0,0 1 0 0 0,1 0-1 0 0,-1 0 1 0 0,1 1 0 0 0,-7 8-1 0 0,9-11-32 0 0,0 1-1 0 0,0 0 1 0 0,0-1-1 0 0,0 1 1 0 0,1 0-1 0 0,-1 0 1 0 0,1 0-1 0 0,-1 0 1 0 0,1 0-1 0 0,0 0 1 0 0,1 1-1 0 0,-1-1 1 0 0,0 0-1 0 0,1 0 1 0 0,0 1-1 0 0,0-1 1 0 0,0 0-1 0 0,0 1 1 0 0,0-1-1 0 0,1 0 1 0 0,-1 0-1 0 0,1 1 1 0 0,0-1-1 0 0,0 0 1 0 0,0 0-1 0 0,0 0 1 0 0,1 0-1 0 0,-1 0 1 0 0,1 0-1 0 0,0 0 0 0 0,0-1 1 0 0,0 1-1 0 0,0 0 1 0 0,4 3-1 0 0,0-2-2 0 0,0 0 0 0 0,0 0 0 0 0,1 0 0 0 0,-1-1 0 0 0,1 0 0 0 0,0 0 0 0 0,0-1-1 0 0,0 0 1 0 0,0 0 0 0 0,0-1 0 0 0,1 0 0 0 0,-1 0 0 0 0,0 0 0 0 0,1-1-1 0 0,-1 0 1 0 0,0-1 0 0 0,1 1 0 0 0,-1-2 0 0 0,0 1 0 0 0,13-5 0 0 0,-14 5 0 0 0,1-1 0 0 0,-1 0 0 0 0,0 0 0 0 0,0-1 0 0 0,0 0 1 0 0,0 0-1 0 0,-1 0 0 0 0,1-1 0 0 0,-1 1 0 0 0,0-1 1 0 0,0-1-1 0 0,0 1 0 0 0,0-1 0 0 0,-1 0 0 0 0,0 0 0 0 0,0 0 1 0 0,0-1-1 0 0,-1 1 0 0 0,1-1 0 0 0,-1 0 0 0 0,-1 0 0 0 0,1 0 1 0 0,2-10-1 0 0,-5 10 8 0 0,0 0 0 0 0,0-1 0 0 0,-1 1 0 0 0,0 0 0 0 0,0 0 0 0 0,0-1 0 0 0,-1 1 0 0 0,0 0-1 0 0,0 0 1 0 0,0 0 0 0 0,-1 1 0 0 0,0-1 0 0 0,0 0 0 0 0,0 1 0 0 0,-1 0 0 0 0,0 0 0 0 0,-8-9 0 0 0,8 10-17 0 0,0-1-1 0 0,0 1 1 0 0,-1 0 0 0 0,1 0-1 0 0,-1 0 1 0 0,0 1 0 0 0,0 0-1 0 0,-1 0 1 0 0,1 0-1 0 0,-1 0 1 0 0,1 1 0 0 0,-1 0-1 0 0,0 0 1 0 0,0 1-1 0 0,0-1 1 0 0,0 1 0 0 0,0 0-1 0 0,-10 1 1 0 0,12 1-21 0 0,0 0 0 0 0,-1 1 0 0 0,1-1 0 0 0,0 1 0 0 0,0 0 1 0 0,0 0-1 0 0,0 1 0 0 0,0-1 0 0 0,1 1 0 0 0,-1 0 0 0 0,1 0 0 0 0,-1 0 0 0 0,1 0 0 0 0,0 0 1 0 0,0 1-1 0 0,1 0 0 0 0,-1-1 0 0 0,1 1 0 0 0,0 0 0 0 0,-3 6 0 0 0,0 1-96 0 0,0 1-1 0 0,0-1 1 0 0,1 1 0 0 0,1 1-1 0 0,0-1 1 0 0,-1 14 0 0 0,3-24 64 0 0,1 1 1 0 0,0-1-1 0 0,0 1 1 0 0,0-1 0 0 0,0 1-1 0 0,0-1 1 0 0,0 1-1 0 0,1-1 1 0 0,0 0-1 0 0,-1 1 1 0 0,1-1 0 0 0,0 0-1 0 0,0 1 1 0 0,0-1-1 0 0,0 0 1 0 0,0 0-1 0 0,1 0 1 0 0,-1 0 0 0 0,1 0-1 0 0,-1 0 1 0 0,1 0-1 0 0,0 0 1 0 0,-1-1-1 0 0,1 1 1 0 0,0-1 0 0 0,3 2-1 0 0,-1-1 3 0 0,0 0 0 0 0,0-1 0 0 0,0 1 0 0 0,0-1 0 0 0,0 0 1 0 0,1 0-1 0 0,-1-1 0 0 0,0 1 0 0 0,1-1 0 0 0,-1 0 0 0 0,0 0 0 0 0,1-1 0 0 0,-1 1 0 0 0,5-2 0 0 0,-5 1 50 0 0,1 0 1 0 0,-1 0-1 0 0,1-1 0 0 0,-1 1 0 0 0,0-1 1 0 0,0 0-1 0 0,1 0 0 0 0,-1-1 0 0 0,-1 1 1 0 0,1-1-1 0 0,0 0 0 0 0,-1 0 0 0 0,5-5 1 0 0,-6 6 32 0 0,-1 0-1 0 0,1 0 1 0 0,-1-1 0 0 0,0 1 0 0 0,1 0 0 0 0,-1-1 0 0 0,0 1 0 0 0,-1-1 0 0 0,1 0 0 0 0,0 1 0 0 0,-1-1 0 0 0,1 1 0 0 0,-1-1 0 0 0,0 0 0 0 0,0 1-1 0 0,0-1 1 0 0,0 0 0 0 0,0 1 0 0 0,-1-1 0 0 0,1 0 0 0 0,-1 1 0 0 0,0-1 0 0 0,0 1 0 0 0,-1-5 0 0 0,-2 1 20 0 0,1-1 0 0 0,-1 1 0 0 0,0 0 0 0 0,-1 0 0 0 0,1 0 0 0 0,-1 1 0 0 0,0-1 0 0 0,-11-7 0 0 0,15 11-59 0 0,0 1-1 0 0,-1 0 1 0 0,1 0 0 0 0,0 0-1 0 0,-1 0 1 0 0,1 0 0 0 0,-1 1-1 0 0,1-1 1 0 0,-1 0 0 0 0,1 1-1 0 0,-1-1 1 0 0,0 1 0 0 0,1-1-1 0 0,-1 1 1 0 0,0 0 0 0 0,1 0-1 0 0,-1-1 1 0 0,0 1 0 0 0,1 0-1 0 0,-1 1 1 0 0,0-1 0 0 0,1 0-1 0 0,-1 0 1 0 0,0 1 0 0 0,1-1-1 0 0,-1 1 1 0 0,1 0-1 0 0,-1-1 1 0 0,1 1 0 0 0,-1 0-1 0 0,1 0 1 0 0,-1 0 0 0 0,1 0-1 0 0,0 0 1 0 0,-1 0 0 0 0,1 0-1 0 0,0 0 1 0 0,0 1 0 0 0,0-1-1 0 0,0 0 1 0 0,0 1 0 0 0,0-1-1 0 0,0 2 1 0 0,-4 6 3 0 0,1 0 1 0 0,0 0-1 0 0,0 1 1 0 0,1-1-1 0 0,-2 15 1 0 0,4-19-19 0 0,0-1 0 0 0,0 1 0 0 0,1-1 0 0 0,0 1 0 0 0,0 0 0 0 0,0-1 0 0 0,0 1 1 0 0,1-1-1 0 0,0 1 0 0 0,0-1 0 0 0,0 1 0 0 0,0-1 0 0 0,1 0 0 0 0,2 6 0 0 0,2-3-109 0 0,3-2-153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5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59 359 6449 0 0,'-2'0'235'0'0,"-1"1"0"0"0,0-1 0 0 0,0 1 0 0 0,1 0 0 0 0,-1-1 0 0 0,0 1-1 0 0,1 0 1 0 0,-1 1 0 0 0,1-1 0 0 0,-4 3 0 0 0,4-3 127 0 0,0 0 0 0 0,0 0 0 0 0,0 0 1 0 0,0 0-1 0 0,0 0 0 0 0,-1 0 0 0 0,1 0 0 0 0,0-1 1 0 0,-5 1-1 0 0,31 21 3272 0 0,0 1-2662 0 0,38 47 0 0 0,-47-51-845 0 0,0 0 0 0 0,2-1 0 0 0,0-1 1 0 0,1-1-1 0 0,29 20 0 0 0,-20-18-118 0 0,45 19 0 0 0,-64-33 29 0 0,1 0 0 0 0,-1-1 0 0 0,1 0 0 0 0,0-1 0 0 0,0 0 0 0 0,0 0 0 0 0,0-1 0 0 0,0 0 0 0 0,1-1 0 0 0,10 0 0 0 0,-17-1 39 0 0,0 1-1 0 0,0-1 1 0 0,0 0 0 0 0,-1 0-1 0 0,1 0 1 0 0,0 0-1 0 0,-1-1 1 0 0,1 1 0 0 0,-1-1-1 0 0,1 0 1 0 0,-1 1-1 0 0,0-1 1 0 0,0 0 0 0 0,0 0-1 0 0,0 0 1 0 0,0-1 0 0 0,0 1-1 0 0,-1 0 1 0 0,1-1-1 0 0,-1 1 1 0 0,1-1 0 0 0,-1 0-1 0 0,0 1 1 0 0,0-1-1 0 0,0 0 1 0 0,0 0 0 0 0,-1 1-1 0 0,1-1 1 0 0,-1 0-1 0 0,0-5 1 0 0,1-9 178 0 0,-1 0 0 0 0,0 1 0 0 0,-2-1 0 0 0,-3-17 0 0 0,3 24-180 0 0,-15-91 718 0 0,-12-88 29 0 0,26 158-788 0 0,2 1 0 0 0,1-1 0 0 0,1 0 0 0 0,7-36-1 0 0,-1 41 390 0 0,0 14-1707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9218 0 0,'-13'-1'1660'0'0,"22"6"1019"0"0,7 5-1053 0 0,81 68 4016 0 0,41 48-3557 0 0,-44-39-2054 0 0,-71-66-351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66 6913 0 0,'-8'-31'732'0'0,"-5"-3"11245"0"0,13 34-11874 0 0,-8 12 1630 0 0,-5 16-1373 0 0,12-27-88 0 0,-23 53-64 0 0,-73 163 1780 0 0,38-72-8973 0 0,39-91-450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6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52 456 0 0,'1'-3'0'0'0,"1"1"0"0"0,-2 1 0 0 0,1-2 0 0 0,1 1 256 0 0,-2 1 0 0 0,1-2 8 0 0,2-2 0 0 0,2-2-264 0 0,1-1 0 0 0,2 0 0 0 0,2 4 0 0 0,1 1 64 0 0,-2 1-64 0 0,-3 2 72 0 0,0 2-72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7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65 184 9674 0 0,'-17'-9'642'0'0,"13"6"28"0"0,-1 1 0 0 0,0-1 0 0 0,1 1 0 0 0,-1 0 0 0 0,0 1 0 0 0,0-1-1 0 0,-9-1 1 0 0,16 4-359 0 0,0 1 0 0 0,0 0-1 0 0,0 0 1 0 0,0-1 0 0 0,0 1-1 0 0,0 0 1 0 0,-1 1 0 0 0,3 2-1 0 0,0 0 19 0 0,116 130 683 0 0,-101-117-929 0 0,1 0 1 0 0,1-1 0 0 0,0-1 0 0 0,43 23 0 0 0,-58-36-15 0 0,0 0 1 0 0,0 0-1 0 0,0-1 0 0 0,0 0 0 0 0,1 0 1 0 0,0 0-1 0 0,-1-1 0 0 0,1 0 0 0 0,0-1 1 0 0,-1 1-1 0 0,1-1 0 0 0,0 0 0 0 0,12-3 1 0 0,-15 2-11 0 0,-1 0 1 0 0,1 0-1 0 0,-1 0 1 0 0,0-1-1 0 0,0 0 1 0 0,0 1-1 0 0,0-1 1 0 0,0 0-1 0 0,0-1 0 0 0,0 1 1 0 0,0 0-1 0 0,-1-1 1 0 0,1 0-1 0 0,-1 1 1 0 0,0-1-1 0 0,0 0 1 0 0,0 0-1 0 0,0 0 1 0 0,-1 0-1 0 0,1-1 1 0 0,-1 1-1 0 0,1 0 1 0 0,-1-1-1 0 0,0 1 1 0 0,-1-1-1 0 0,1 1 1 0 0,0-6-1 0 0,0-10 105 0 0,-1 0-1 0 0,-1-1 0 0 0,0 1 1 0 0,-2 0-1 0 0,-5-21 0 0 0,-4-50-20 0 0,11 71-246 0 0,-1 4-228 0 0,2 0 0 0 0,-1 0-1 0 0,2 0 1 0 0,0 0 0 0 0,1 0 0 0 0,4-15-1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8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112 128 4145 0 0,'-56'-64'4993'0'0,"23"25"-747"0"0,10 14 1894 0 0,31 32-5473 0 0,0-1 0 0 0,0 0 0 0 0,16 7 0 0 0,5 5-596 0 0,18 14 81 0 0,-16-9-53 0 0,2-1-1 0 0,0-2 1 0 0,48 21-1 0 0,-63-33-527 0 0,22 8 1105 0 0,-14-9-7851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9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90 5985 0 0,'-6'-47'4756'0'0,"6"44"-4208"0"0,-1-1 1 0 0,1 1 0 0 0,-1 0 0 0 0,-1-1-1 0 0,1 1 1 0 0,0 0 0 0 0,-1 0-1 0 0,1 0 1 0 0,-1 0 0 0 0,0 0-1 0 0,-4-4 1 0 0,6 7-448 0 0,-1 0-1 0 0,0 0 1 0 0,1 0-1 0 0,-1 0 1 0 0,0 0-1 0 0,1 0 1 0 0,-1 0-1 0 0,0 0 1 0 0,0 0-1 0 0,1 0 1 0 0,-1 1-1 0 0,0-1 1 0 0,1 0-1 0 0,-1 0 1 0 0,1 1-1 0 0,-1-1 1 0 0,0 0-1 0 0,1 1 1 0 0,-1-1-1 0 0,1 1 1 0 0,-1-1-1 0 0,1 1 1 0 0,-1-1-1 0 0,1 1 1 0 0,-1-1-1 0 0,1 1 1 0 0,-1-1-1 0 0,1 1 1 0 0,0-1-1 0 0,-1 1 1 0 0,1 0-1 0 0,0-1 1 0 0,0 1-1 0 0,-1 0 1 0 0,-13 25 485 0 0,-41 125-414 0 0,27-47-4773 0 0,25-89-1661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09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2761 0 0,'-5'4'2091'0'0,"5"-4"-1859"0"0,0 1 1 0 0,-1-1-1 0 0,1 1 1 0 0,0 0-1 0 0,0-1 0 0 0,-1 1 1 0 0,1-1-1 0 0,0 1 1 0 0,0 0-1 0 0,0-1 0 0 0,0 1 1 0 0,0 0-1 0 0,0-1 1 0 0,0 1-1 0 0,0 0 0 0 0,0-1 1 0 0,0 1-1 0 0,0 1 0 0 0,2 26 2039 0 0,-2-23-1541 0 0,4 41 2560 0 0,11 48 0 0 0,-10-68-2696 0 0,2 0 0 0 0,1 0-1 0 0,14 30 1 0 0,-7-27-652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0,'1'6'5964'0'0,"16"34"-4632"0"0,141 247-184 0 0,-8-15-934 0 0,-142-257-374 0 0,2 6 258 0 0,1-1 1 0 0,16 21-1 0 0,-25-37-276 0 0,1 0-1 0 0,0-1 1 0 0,0 1-1 0 0,0-1 1 0 0,0 1-1 0 0,1-1 1 0 0,-1 0 0 0 0,1-1-1 0 0,0 1 1 0 0,0-1-1 0 0,0 1 1 0 0,0-1 0 0 0,0 0-1 0 0,1-1 1 0 0,-1 1-1 0 0,9 1 1 0 0,-12-2 29 0 0,0-1 1 0 0,0 0-1 0 0,0 0 1 0 0,0 0-1 0 0,0-1 1 0 0,0 1-1 0 0,0 0 1 0 0,0 0-1 0 0,0 0 1 0 0,0-1-1 0 0,0 1 0 0 0,0 0 1 0 0,0-1-1 0 0,0 1 1 0 0,-1-1-1 0 0,1 1 1 0 0,0-1-1 0 0,0 0 1 0 0,0 1-1 0 0,-1-1 1 0 0,1 0-1 0 0,0 1 1 0 0,-1-1-1 0 0,2-1 0 0 0,-1 0-12 0 0,0-1-1 0 0,0 1 1 0 0,0 0-1 0 0,0-1 0 0 0,-1 1 1 0 0,1-1-1 0 0,-1 1 0 0 0,1-1 1 0 0,-1-3-1 0 0,0 1 125 0 0,0-1 1 0 0,0 1-1 0 0,0 0 0 0 0,-1-1 1 0 0,0 1-1 0 0,0 0 0 0 0,-1 0 1 0 0,-3-10-1 0 0,-17-20-84 0 0,8 15 110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48 399 456 0 0,'-10'-27'1130'0'0,"1"0"1"0"0,1 0-1 0 0,1-1 0 0 0,2 0 0 0 0,1 0 1 0 0,1 0-1 0 0,1-30 0 0 0,3 51-743 0 0,0 0 0 0 0,0 1 0 0 0,0-1 0 0 0,1 1 0 0 0,0 0 1 0 0,1-1-1 0 0,-1 1 0 0 0,1 0 0 0 0,0 0 0 0 0,1 1 0 0 0,-1-1 0 0 0,1 1 0 0 0,0 0 0 0 0,1 0 0 0 0,-1 0 0 0 0,1 0 1 0 0,7-5-1 0 0,-6 5-183 0 0,0 1 1 0 0,0 0 0 0 0,0 0-1 0 0,1 1 1 0 0,-1 0 0 0 0,1 0-1 0 0,0 0 1 0 0,0 1 0 0 0,0 0-1 0 0,0 1 1 0 0,0-1 0 0 0,0 1-1 0 0,1 0 1 0 0,-1 1 0 0 0,13 1-1 0 0,-16-1-153 0 0,0 1 0 0 0,0 0 0 0 0,0 1-1 0 0,0-1 1 0 0,0 1 0 0 0,0 0 0 0 0,0 0 0 0 0,-1 0-1 0 0,1 0 1 0 0,-1 0 0 0 0,1 1 0 0 0,-1 0-1 0 0,0 0 1 0 0,0 0 0 0 0,0 0 0 0 0,0 0 0 0 0,-1 0-1 0 0,1 1 1 0 0,-1 0 0 0 0,0-1 0 0 0,0 1 0 0 0,0 0-1 0 0,-1 0 1 0 0,1 0 0 0 0,-1 0 0 0 0,0 0-1 0 0,1 6 1 0 0,1 7-1 0 0,0-1 1 0 0,-2 0-1 0 0,0 1 0 0 0,0-1 0 0 0,-4 30 0 0 0,-2-15-188 0 0,0 1 1 0 0,-3-1-1 0 0,-17 48 0 0 0,-45 85-636 0 0,26-67 1492 0 0,44-97-708 0 0,0 0 0 0 0,-1 1 0 0 0,1-1 0 0 0,0 0 0 0 0,0 1 0 0 0,-1-1 0 0 0,1 1-1 0 0,0-1 1 0 0,0 0 0 0 0,0 1 0 0 0,0-1 0 0 0,0 1 0 0 0,-1-1 0 0 0,1 1 0 0 0,0-1-1 0 0,0 0 1 0 0,0 1 0 0 0,0-1 0 0 0,0 1 0 0 0,0-1 0 0 0,0 1 0 0 0,1-1-1 0 0,-1 0 1 0 0,0 1 0 0 0,0-1 0 0 0,0 1 0 0 0,0-1 0 0 0,0 1 0 0 0,1-1 0 0 0,-1 0-1 0 0,0 1 1 0 0,0-1 0 0 0,1 0 0 0 0,-1 1 0 0 0,0-1 0 0 0,1 0 0 0 0,-1 1 0 0 0,0-1-1 0 0,1 0 1 0 0,-1 0 0 0 0,0 1 0 0 0,1-1 0 0 0,-1 0 0 0 0,1 0 0 0 0,-1 0 0 0 0,1 1-1 0 0,2-1 81 0 0,0 0-1 0 0,0 0 1 0 0,0 0-1 0 0,0-1 1 0 0,0 1-1 0 0,0-1 0 0 0,0 0 1 0 0,3-1-1 0 0,56-24 1015 0 0,-62 26-1104 0 0,205-92-2938 0 0,-163 77 2086 0 0,1 1-1 0 0,0 2 1 0 0,46-7 0 0 0,-49 13 325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0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11979 0 0,'-1'6'3714'0'0,"-2"27"-1670"0"0,3 17-497 0 0,2 0 0 0 0,2 1-1 0 0,19 89 1 0 0,3-45-3133 0 0,9-6-3872 0 0,-13-43-1796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1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17972 0 0,'45'47'746'0'0,"-2"3"0"0"0,-3 1 1 0 0,-2 2-1 0 0,-2 2 0 0 0,-3 1 0 0 0,28 66 1 0 0,55 180-1706 0 0,-115-299 707 0 0,3 18-1941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1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10594 0 0,'6'-8'621'0'0,"1"0"0"0"0,0 1 0 0 0,1 0 0 0 0,0 0 0 0 0,10-7 0 0 0,-14 11-262 0 0,1 0 1 0 0,-1 1-1 0 0,1-1 1 0 0,-1 1-1 0 0,1 0 1 0 0,0 0-1 0 0,0 0 1 0 0,0 1-1 0 0,0 0 0 0 0,0 0 1 0 0,10-1-1 0 0,-13 2-298 0 0,0 1 0 0 0,-1-1 0 0 0,1 1 0 0 0,-1 0 0 0 0,0 0 0 0 0,1-1 0 0 0,-1 1 0 0 0,0 0 0 0 0,1 0 0 0 0,-1 0-1 0 0,0 1 1 0 0,0-1 0 0 0,0 0 0 0 0,0 0 0 0 0,0 1 0 0 0,0-1 0 0 0,0 0 0 0 0,0 1 0 0 0,0-1 0 0 0,-1 1 0 0 0,1-1 0 0 0,-1 1 0 0 0,1-1-1 0 0,-1 1 1 0 0,1-1 0 0 0,-1 1 0 0 0,0 0 0 0 0,0-1 0 0 0,0 3 0 0 0,1 53 195 0 0,-1-54-253 0 0,-25 197-505 0 0,1-8 2387 0 0,24-191-1815 0 0,0 1-1 0 0,-1 0 0 0 0,1-1 1 0 0,0 1-1 0 0,0 0 1 0 0,1 0-1 0 0,-1-1 0 0 0,0 1 1 0 0,1 0-1 0 0,-1-1 0 0 0,1 1 1 0 0,-1 0-1 0 0,1-1 0 0 0,0 1 1 0 0,-1-1-1 0 0,1 1 0 0 0,2 1 1 0 0,-2-2-36 0 0,-1-1 1 0 0,1 1-1 0 0,0 0 0 0 0,0-1 1 0 0,0 1-1 0 0,0-1 0 0 0,0 0 1 0 0,0 1-1 0 0,0-1 1 0 0,1 0-1 0 0,-1 0 0 0 0,0 0 1 0 0,0 1-1 0 0,0-1 1 0 0,0 0-1 0 0,0-1 0 0 0,0 1 1 0 0,0 0-1 0 0,0 0 0 0 0,2-1 1 0 0,6-2 75 0 0,1 0 0 0 0,-1-1 0 0 0,0-1-1 0 0,16-10 1 0 0,-9 5-2 0 0,22-11-13 0 0,-17 7-94 0 0,1 2 1 0 0,1 0-1 0 0,0 2 1 0 0,0 0-1 0 0,36-8 1 0 0,-56 17-175 0 0,0 1 0 0 0,0-1 0 0 0,0 1 0 0 0,0 0 0 0 0,0 0 0 0 0,0 0 0 0 0,0 1 0 0 0,0-1 0 0 0,0 1 0 0 0,0 0 0 0 0,0-1 0 0 0,0 1 0 0 0,0 0 0 0 0,-1 1 0 0 0,1-1 0 0 0,0 0 0 0 0,-1 1 0 0 0,1 0 0 0 0,3 2 0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2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75 5529 0 0,'-1'-2'296'0'0,"-1"1"-1"0"0,1 0 1 0 0,0-1 0 0 0,0 0-1 0 0,0 1 1 0 0,0-1 0 0 0,1 0-1 0 0,-1 1 1 0 0,0-1 0 0 0,1 0-1 0 0,-1 0 1 0 0,1 0 0 0 0,-1 1-1 0 0,1-1 1 0 0,0 0 0 0 0,0 0-1 0 0,0 0 1 0 0,0 0-1 0 0,0 0 1 0 0,1 0 0 0 0,-1 1-1 0 0,0-1 1 0 0,1 0 0 0 0,-1 0-1 0 0,1 0 1 0 0,0 1 0 0 0,0-1-1 0 0,-1 0 1 0 0,1 1 0 0 0,2-3-1 0 0,-2 3-202 0 0,0-1-1 0 0,0 1 1 0 0,0 0 0 0 0,0 0-1 0 0,0-1 1 0 0,0 1-1 0 0,1 0 1 0 0,-1 0 0 0 0,0 0-1 0 0,1 0 1 0 0,-1 0-1 0 0,1 0 1 0 0,-1 1 0 0 0,1-1-1 0 0,0 0 1 0 0,-1 1-1 0 0,1 0 1 0 0,0-1 0 0 0,-1 1-1 0 0,1 0 1 0 0,0 0-1 0 0,-1-1 1 0 0,1 1 0 0 0,0 1-1 0 0,0-1 1 0 0,-1 0-1 0 0,1 0 1 0 0,0 1 0 0 0,-1-1-1 0 0,1 1 1 0 0,0-1-1 0 0,-1 1 1 0 0,3 1-1 0 0,5 4-38 0 0,-1 0-1 0 0,-1 0 0 0 0,1 1 1 0 0,-1 0-1 0 0,0 0 0 0 0,0 1 1 0 0,-1 0-1 0 0,0 0 0 0 0,-1 0 0 0 0,1 1 1 0 0,-2 0-1 0 0,1 0 0 0 0,4 15 1 0 0,3 10 144 0 0,-2-1 0 0 0,8 55 0 0 0,-13-47 334 0 0,-4-29-168 0 0,0 0-1 0 0,1 0 1 0 0,0-1 0 0 0,1 1-1 0 0,0-1 1 0 0,8 18 0 0 0,-11-29-325 0 0,0 1 1 0 0,0-1-1 0 0,0 1 1 0 0,1-1-1 0 0,-1 0 1 0 0,0 1-1 0 0,1-1 1 0 0,-1 1-1 0 0,0-1 1 0 0,1 0-1 0 0,-1 0 1 0 0,1 1 0 0 0,-1-1-1 0 0,0 0 1 0 0,1 0-1 0 0,-1 1 1 0 0,1-1-1 0 0,-1 0 1 0 0,1 0-1 0 0,-1 0 1 0 0,1 0-1 0 0,-1 1 1 0 0,1-1-1 0 0,-1 0 1 0 0,0 0-1 0 0,1 0 1 0 0,-1 0-1 0 0,1 0 1 0 0,-1 0-1 0 0,1-1 1 0 0,-1 1-1 0 0,1 0 1 0 0,0 0-1 0 0,17-13 594 0 0,10-21-121 0 0,24-62 181 0 0,-18 28-2541 0 0,-12 31-6567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3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24 10594 0 0,'-9'-10'4015'0'0,"7"8"-3012"0"0,0 0 1 0 0,-1 1 0 0 0,0-1-1 0 0,1 0 1 0 0,-1 1-1 0 0,-4-3 1 0 0,5 4-874 0 0,1 1 0 0 0,-1-1 0 0 0,1 0 0 0 0,-1 1 1 0 0,1-1-1 0 0,-1 1 0 0 0,1-1 0 0 0,-1 1 0 0 0,1 0 0 0 0,0-1 0 0 0,-1 1 1 0 0,1 0-1 0 0,0 0 0 0 0,0 0 0 0 0,0 0 0 0 0,-1 0 0 0 0,1 0 0 0 0,0 0 1 0 0,1 1-1 0 0,-1-1 0 0 0,0 0 0 0 0,0 0 0 0 0,-1 3 0 0 0,-37 57-130 0 0,37-60 0 0 0,1 0 5 0 0,-1-1-1 0 0,0 1 0 0 0,0-1 1 0 0,1 0-1 0 0,-1 0 0 0 0,0 1 1 0 0,0-1-1 0 0,0 0 1 0 0,1 0-1 0 0,-1-1 0 0 0,0 1 1 0 0,0 0-1 0 0,1 0 0 0 0,-3-2 1 0 0,3 1 7 0 0,1 0 0 0 0,0 0-1 0 0,-1 0 1 0 0,1 0 0 0 0,0 0 0 0 0,0 0 0 0 0,-1 0 0 0 0,1 0 0 0 0,0 0 0 0 0,0-1 0 0 0,0 1 0 0 0,1 0 0 0 0,-1 0 0 0 0,0 0 0 0 0,0 0 0 0 0,0 0 0 0 0,1-2 0 0 0,0 2 2 0 0,-1-1 1 0 0,1 0-1 0 0,-1 0 1 0 0,0 1 0 0 0,0-1-1 0 0,1 0 1 0 0,-1 0 0 0 0,-1 0-1 0 0,1 1 1 0 0,0-1 0 0 0,-1-3-1 0 0,1 3-30 0 0,-5-16-67 0 0,4 18 85 0 0,1-1 0 0 0,0 1 1 0 0,-1-1-1 0 0,1 1 1 0 0,0-1-1 0 0,0 1 0 0 0,0-1 1 0 0,-1 1-1 0 0,1-1 1 0 0,0 1-1 0 0,0-1 0 0 0,0 1 1 0 0,0-1-1 0 0,0 1 1 0 0,0-1-1 0 0,0 1 0 0 0,0-1 1 0 0,0 1-1 0 0,0-1 1 0 0,0 1-1 0 0,0-1 0 0 0,0 1 1 0 0,1-1-1 0 0,-1 0 1 0 0,0 1-1 0 0,0 0 0 0 0,1-1 1 0 0,-1 1-1 0 0,0-1 1 0 0,0 1-1 0 0,1-1 0 0 0,-1 1 1 0 0,1 0-1 0 0,-1-1 1 0 0,1 0-1 0 0,-1 1-4 0 0,1 1 1 0 0,0-1-1 0 0,-1 0 0 0 0,1 0 1 0 0,0 0-1 0 0,-1 0 0 0 0,1 1 1 0 0,-1-1-1 0 0,1 0 0 0 0,-1 1 1 0 0,1-1-1 0 0,-1 0 0 0 0,1 1 1 0 0,-1-1-1 0 0,1 1 0 0 0,-1-1 1 0 0,1 1-1 0 0,-1-1 0 0 0,0 1 1 0 0,1-1-1 0 0,-1 1 0 0 0,0-1 1 0 0,1 1-1 0 0,-1-1 0 0 0,0 2 1 0 0,11 16-23 0 0,14 41-5 0 0,36 120-1 0 0,-46-126 11 0 0,1-2 0 0 0,3 0 0 0 0,41 76-1 0 0,-53-115-296 0 0,2 1 0 0 0,-1-1 0 0 0,2 0 0 0 0,-1-1 0 0 0,2 0 0 0 0,17 15 0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3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1 150 4609 0 0,'0'-7'461'0'0,"2"-1"1"0"0,-1 0-1 0 0,1 1 1 0 0,0-1-1 0 0,0 1 1 0 0,1-1-1 0 0,0 1 0 0 0,0 0 1 0 0,1 0-1 0 0,0 0 1 0 0,0 1-1 0 0,1-1 1 0 0,-1 1-1 0 0,1 0 1 0 0,1 1-1 0 0,-1-1 0 0 0,11-7 1 0 0,-13 11-166 0 0,0-1-1 0 0,0 1 1 0 0,1 0 0 0 0,-1 1 0 0 0,1-1-1 0 0,-1 0 1 0 0,1 1 0 0 0,-1 0-1 0 0,1 0 1 0 0,0 0 0 0 0,0 0 0 0 0,-1 1-1 0 0,1-1 1 0 0,0 1 0 0 0,7 1 0 0 0,-8-1-169 0 0,1 1 0 0 0,-1 1 0 0 0,1-1 0 0 0,-1 0 0 0 0,1 1 0 0 0,-1 0 0 0 0,0 0 0 0 0,0 0 0 0 0,0 0 0 0 0,0 0 0 0 0,0 1 0 0 0,0-1 0 0 0,-1 1 0 0 0,1 0 0 0 0,-1 0 0 0 0,0 0 0 0 0,0 0 0 0 0,0 0 0 0 0,2 4 0 0 0,1 2-14 0 0,-1 0-1 0 0,0 0 1 0 0,-1 0-1 0 0,0 0 1 0 0,-1 0 0 0 0,0 1-1 0 0,0 0 1 0 0,-1-1-1 0 0,0 1 1 0 0,0 0 0 0 0,-1-1-1 0 0,-2 16 1 0 0,-3 8 91 0 0,-2 0 1 0 0,-13 42-1 0 0,-2 6 385 0 0,22-81-568 0 0,0 0 1 0 0,-1 1-1 0 0,1-1 1 0 0,0 1-1 0 0,0-1 1 0 0,0 1-1 0 0,0-1 1 0 0,0 0-1 0 0,-1 1 1 0 0,1-1-1 0 0,0 1 1 0 0,0-1-1 0 0,0 1 1 0 0,0-1-1 0 0,0 1 1 0 0,0-1-1 0 0,1 1 1 0 0,-1-1-1 0 0,0 1 1 0 0,0-1-1 0 0,0 0 1 0 0,0 1-1 0 0,0-1 1 0 0,1 1-1 0 0,-1-1 1 0 0,0 0-1 0 0,0 1 1 0 0,1-1-1 0 0,-1 1 1 0 0,0-1-1 0 0,1 0 1 0 0,-1 1-1 0 0,0-1 1 0 0,1 0-1 0 0,-1 0 1 0 0,1 1-1 0 0,17-7 525 0 0,23-25-35 0 0,-39 29-491 0 0,22-19 173 0 0,82-66-82 0 0,-88 75-404 0 0,0 0 1 0 0,1 1-1 0 0,0 1 1 0 0,27-10-1 0 0,-12 9-484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14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17 104 8290 0 0,'-1'-2'178'0'0,"-1"1"1"0"0,1-1-1 0 0,-1 0 0 0 0,1 1 1 0 0,0-1-1 0 0,0 0 1 0 0,0 0-1 0 0,0 0 1 0 0,0 0-1 0 0,0 1 0 0 0,0-1 1 0 0,1-1-1 0 0,-1 1 1 0 0,1 0-1 0 0,-1 0 1 0 0,1 0-1 0 0,0 0 0 0 0,0 0 1 0 0,0 0-1 0 0,0 0 1 0 0,0-4-1 0 0,1 3 217 0 0,0 0 0 0 0,0 1 0 0 0,0-1 0 0 0,1 0 0 0 0,-1 0 1 0 0,1 1-1 0 0,-1-1 0 0 0,1 1 0 0 0,0-1 0 0 0,0 1 0 0 0,0 0 0 0 0,0 0 0 0 0,1 0 0 0 0,4-3 0 0 0,-4 2-256 0 0,0 1 0 0 0,0 0 0 0 0,1 1 0 0 0,-1-1 0 0 0,1 0 0 0 0,-1 1 0 0 0,1 0 0 0 0,-1 0 0 0 0,1 0 0 0 0,0 1 0 0 0,0-1 0 0 0,0 1 0 0 0,-1-1 0 0 0,1 1 0 0 0,0 1 0 0 0,0-1 0 0 0,0 0 0 0 0,-1 1 0 0 0,1 0 0 0 0,0 0 0 0 0,-1 0 0 0 0,1 0 0 0 0,6 4 0 0 0,-5-3-112 0 0,-1 1 0 0 0,0 0-1 0 0,0 0 1 0 0,0 0 0 0 0,0 0-1 0 0,-1 0 1 0 0,1 1-1 0 0,-1 0 1 0 0,0-1 0 0 0,0 1-1 0 0,0 0 1 0 0,0 1 0 0 0,-1-1-1 0 0,0 0 1 0 0,0 1-1 0 0,0 0 1 0 0,2 8 0 0 0,-2 1-27 0 0,-1 0-1 0 0,0 0 1 0 0,-1 0 0 0 0,-2 22 0 0 0,0-26 1 0 0,1 0 1 0 0,0 0-1 0 0,1 1 1 0 0,0-1-1 0 0,1 0 0 0 0,0 0 1 0 0,0 0-1 0 0,1 0 1 0 0,1 0-1 0 0,3 10 0 0 0,-4-17 25 0 0,0-1-1 0 0,-1 0 1 0 0,1 0-1 0 0,0 1 1 0 0,0-2-1 0 0,0 1 1 0 0,0 0-1 0 0,1 0 1 0 0,-1-1-1 0 0,0 1 1 0 0,1-1-1 0 0,-1 1 1 0 0,1-1-1 0 0,0 0 1 0 0,-1 0-1 0 0,1-1 1 0 0,0 1-1 0 0,-1 0 1 0 0,5 0-1 0 0,10 1 69 0 0,-1-1 0 0 0,22-1 0 0 0,-2 0 79 0 0,-27 1-103 0 0,-1 0 1 0 0,0 0-1 0 0,1 1 1 0 0,-1 0 0 0 0,0 0-1 0 0,0 1 1 0 0,14 7-1 0 0,-20-9-63 0 0,0 1 0 0 0,0-1-1 0 0,0 0 1 0 0,0 1-1 0 0,0-1 1 0 0,-1 1 0 0 0,1 0-1 0 0,-1 0 1 0 0,1-1-1 0 0,-1 1 1 0 0,0 0 0 0 0,0 0-1 0 0,1 0 1 0 0,-1 1 0 0 0,-1-1-1 0 0,1 0 1 0 0,0 0-1 0 0,0 0 1 0 0,-1 1 0 0 0,0-1-1 0 0,1 0 1 0 0,-1 1-1 0 0,0-1 1 0 0,0 0 0 0 0,0 1-1 0 0,0-1 1 0 0,-1 0-1 0 0,1 0 1 0 0,0 1 0 0 0,-1-1-1 0 0,0 0 1 0 0,0 0-1 0 0,-1 3 1 0 0,-7 18-378 0 0,-2 0 1 0 0,-19 29-1 0 0,12-22-29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8290 0 0,'0'-6'160'0'0,"2"-29"1770"0"0,-2 34-1755 0 0,0 0-1 0 0,0 0 0 0 0,0 0 0 0 0,0 0 0 0 0,0 0 0 0 0,1 0 0 0 0,-1 0 0 0 0,0 0 0 0 0,1 0 1 0 0,-1 0-1 0 0,1 1 0 0 0,-1-1 0 0 0,1 0 0 0 0,-1 0 0 0 0,1 0 0 0 0,-1 1 0 0 0,1-1 1 0 0,0 0-1 0 0,-1 1 0 0 0,1-1 0 0 0,0 1 0 0 0,0-1 0 0 0,0 1 0 0 0,-1-1 0 0 0,1 1 0 0 0,0-1 1 0 0,0 1-1 0 0,0 0 0 0 0,0-1 0 0 0,2 1 0 0 0,-2 0-27 0 0,0 0 0 0 0,0 1 0 0 0,1-1 0 0 0,-1 1-1 0 0,0-1 1 0 0,0 1 0 0 0,0-1 0 0 0,0 1 0 0 0,0 0 0 0 0,0-1 0 0 0,0 1-1 0 0,0 0 1 0 0,0 0 0 0 0,0 0 0 0 0,0 0 0 0 0,-1 0 0 0 0,1 0 0 0 0,0 0 0 0 0,0 1-1 0 0,14 26 933 0 0,-13-22-855 0 0,42 98 681 0 0,-4 2 1 0 0,30 134 0 0 0,3 12-2695 0 0,-64-230-333 0 0,-1-3-4787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3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53 4609 0 0,'6'-28'2150'0'0,"8"3"3720"0"0,-12 67-3792 0 0,-5-33-1912 0 0,1 0 1 0 0,-2 0-1 0 0,1-1 0 0 0,-1 1 1 0 0,0-1-1 0 0,0 0 0 0 0,-1 0 0 0 0,-1-1 1 0 0,1 1-1 0 0,-13 12 0 0 0,6-8 542 0 0,0 0 0 0 0,-1-1 0 0 0,-1 0 0 0 0,-28 17 0 0 0,24-20 702 0 0,28-16-562 0 0,28-16-524 0 0,-4 7-268 0 0,1 1 0 0 0,1 2-1 0 0,58-14 1 0 0,-70 22 5 0 0,1 1 0 0 0,0 2-1 0 0,-1 0 1 0 0,1 2 0 0 0,0 1 0 0 0,38 4-1 0 0,-59-4-37 0 0,-1 1-1 0 0,1 0 0 0 0,-1 0 0 0 0,0 0 0 0 0,1 0 1 0 0,-1 1-1 0 0,0-1 0 0 0,0 1 0 0 0,0 0 0 0 0,0-1 1 0 0,0 2-1 0 0,-1-1 0 0 0,1 0 0 0 0,0 0 0 0 0,-1 1 1 0 0,0 0-1 0 0,1-1 0 0 0,-1 1 0 0 0,0 0 0 0 0,0 0 1 0 0,-1 0-1 0 0,1 0 0 0 0,-1 0 0 0 0,1 1 0 0 0,-1-1 1 0 0,1 5-1 0 0,2 10 41 0 0,-2-1-1 0 0,1 1 1 0 0,-2 0 0 0 0,-1 22 0 0 0,0-23-52 0 0,0 0 0 0 0,5 25 0 0 0,-1-28-25 0 0,2 13 128 0 0,-6-26-106 0 0,-1 1 0 0 0,1-1 0 0 0,-1 0 0 0 0,1 1 0 0 0,-1-1 0 0 0,1 0 0 0 0,-1 0 0 0 0,0 0 0 0 0,0 0 0 0 0,0 0 0 0 0,0 0 0 0 0,0 0 0 0 0,0 0 0 0 0,-2 2 0 0 0,2-2 10 0 0,-6 7 11 0 0,0 0-1 0 0,0-1 1 0 0,-1 1 0 0 0,0-2 0 0 0,0 1 0 0 0,-1-1 0 0 0,0-1 0 0 0,0 1 0 0 0,0-2 0 0 0,-11 5 0 0 0,-11 3-51 0 0,-57 13 0 0 0,75-22 38 0 0,10-2-16 0 0,0 0 0 0 0,0-1 0 0 0,0 1 0 0 0,0-1-1 0 0,0 1 1 0 0,0-1 0 0 0,0 0 0 0 0,-4-1 0 0 0,6 1-3 0 0,1 0 0 0 0,0 0 1 0 0,0 0-1 0 0,0 0 1 0 0,-1 0-1 0 0,1-1 0 0 0,0 1 1 0 0,0 0-1 0 0,0 0 1 0 0,-1 0-1 0 0,1 0 0 0 0,0 0 1 0 0,0 0-1 0 0,0-1 0 0 0,0 1 1 0 0,-1 0-1 0 0,1 0 1 0 0,0 0-1 0 0,0 0 0 0 0,0-1 1 0 0,0 1-1 0 0,0 0 0 0 0,0 0 1 0 0,0 0-1 0 0,0-1 1 0 0,0 1-1 0 0,0 0 0 0 0,0 0 1 0 0,0-1-1 0 0,0 1 0 0 0,0 0 1 0 0,0 0-1 0 0,0 0 1 0 0,0-1-1 0 0,0 1 0 0 0,0 0 1 0 0,0-1-1 0 0,10-13-288 0 0,-5 8 282 0 0,1 1-1 0 0,-1 0 1 0 0,1 0-1 0 0,0 1 0 0 0,0 0 1 0 0,1 0-1 0 0,-1 0 1 0 0,10-3-1 0 0,-10 5 8 0 0,-1 1-1 0 0,0 0 0 0 0,0 0 1 0 0,1 0-1 0 0,-1 1 0 0 0,0 0 1 0 0,1 0-1 0 0,-1 0 1 0 0,0 1-1 0 0,1 0 0 0 0,-1 0 1 0 0,9 3-1 0 0,30 12-52 0 0,-1 2 0 0 0,0 2-1 0 0,77 50 1 0 0,-37-21-73 0 0,-61-36-222 0 0,-10-6-1296 0 0,1 1-3324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4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11 2761 0 0,'-15'-11'17599'0'0,"17"19"-17917"0"0,5 20 815 0 0,1-1 0 0 0,1 0 0 0 0,1 0 0 0 0,23 41 0 0 0,-28-61-432 0 0,0 1 0 0 0,0-1 0 0 0,1-1 0 0 0,-1 1-1 0 0,2-1 1 0 0,-1 0 0 0 0,1 0 0 0 0,-1 0 0 0 0,2-1-1 0 0,-1 0 1 0 0,1-1 0 0 0,-1 1 0 0 0,1-2 0 0 0,0 1 0 0 0,1-1-1 0 0,-1 0 1 0 0,0-1 0 0 0,1 0 0 0 0,12 2 0 0 0,-7-4-160 0 0,0 1 1 0 0,0-2 0 0 0,0 0-1 0 0,0-1 1 0 0,0 0 0 0 0,0-1-1 0 0,-1 0 1 0 0,1-1 0 0 0,-1-1-1 0 0,13-6 1 0 0,1-2-1559 0 0,0-1-1 0 0,-1-2 1 0 0,39-29 0 0 0,-48 31-212 0 0,-3 1-3449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44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35 3225 0 0,'-6'-4'336'0'0,"1"0"-1"0"0,-1 1 1 0 0,0-1 0 0 0,0 1 0 0 0,0 1 0 0 0,0-1-1 0 0,-13-2 1 0 0,11 3 989 0 0,1 0 1 0 0,-1 1-1 0 0,0 0 0 0 0,0 1 0 0 0,1 0 0 0 0,-14 1 0 0 0,20-1-1169 0 0,1 0-1 0 0,-1 1 0 0 0,1-1 1 0 0,-1 0-1 0 0,0 1 0 0 0,1-1 1 0 0,-1 1-1 0 0,1-1 0 0 0,-1 1 1 0 0,1-1-1 0 0,-1 1 1 0 0,1-1-1 0 0,-1 1 0 0 0,1-1 1 0 0,-1 1-1 0 0,1 0 0 0 0,0-1 1 0 0,0 1-1 0 0,-1 0 0 0 0,1-1 1 0 0,0 1-1 0 0,0 0 0 0 0,-1-1 1 0 0,1 1-1 0 0,0 0 0 0 0,0-1 1 0 0,0 1-1 0 0,0 0 1 0 0,0-1-1 0 0,0 1 0 0 0,0 0 1 0 0,1 0-1 0 0,-1-1 0 0 0,0 1 1 0 0,0 0-1 0 0,0-1 0 0 0,1 2 1 0 0,10 33 841 0 0,-8-28-662 0 0,103 396 2336 0 0,-44-143-2031 0 0,-50-220-655 0 0,1 0-347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17.7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3173 0 9218 0 0,'-3'0'288'0'0,"1"1"1"0"0,-24 13 3460 0 0,23-11-3461 0 0,-7 5 56 0 0,-68 30 3534 0 0,59-30-3287 0 0,-1 1-1 0 0,1 1 1 0 0,-29 21-1 0 0,-157 112 550 0 0,109-80-1155 0 0,52-34 119 0 0,2 3 0 0 0,0 1 0 0 0,-56 59 0 0 0,72-60 44 0 0,2 1 0 0 0,-22 42 0 0 0,1-4-8 0 0,-21 18-119 0 0,-3-2 0 0 0,-125 118 1 0 0,98-106-9 0 0,31-30 12 0 0,-115 95 1 0 0,93-90 2 0 0,3 5 1 0 0,-92 112-1 0 0,-35 34 15 0 0,-27 47-16 0 0,172-189-15 0 0,-4-3 1 0 0,-90 82-1 0 0,117-124-12 0 0,2 2 0 0 0,1 2 0 0 0,3 1 0 0 0,1 2 0 0 0,2 2 0 0 0,3 1 0 0 0,1 1 0 0 0,-27 64 0 0 0,21-18 59 0 0,5 1 1 0 0,-30 159-1 0 0,35-139-37 0 0,21-89-22 0 0,2 0 1 0 0,0 0-1 0 0,2 1 0 0 0,1-1 0 0 0,2 1 1 0 0,0-1-1 0 0,8 35 0 0 0,57 188 61 0 0,-61-229-49 0 0,19 48 164 0 0,50 95 0 0 0,-28-65-14 0 0,-38-80-160 0 0,1-1-1 0 0,0 0 0 0 0,2-1 0 0 0,0 0 0 0 0,18 19 1 0 0,79 67 45 0 0,-102-96-38 0 0,154 155 105 0 0,-65-62-70 0 0,-45-47-31 0 0,3-2 0 0 0,2-2 1 0 0,100 66-1 0 0,-102-79-46 0 0,76 67 0 0 0,-26-18 51 0 0,21 20 18 0 0,-76-62-74 0 0,99 68 0 0 0,-99-82 20 0 0,0 2 1 0 0,-3 2-1 0 0,-1 3 1 0 0,58 56-1 0 0,-54-42 18 0 0,3-2 0 0 0,1-3 0 0 0,3-2 0 0 0,102 60 0 0 0,-111-71 84 0 0,-1 2-1 0 0,47 45 1 0 0,61 45-119 0 0,92 55 99 0 0,-217-159 16 0 0,0-2 0 0 0,43 19 1 0 0,-52-28-26 0 0,0 1 0 0 0,-1 0 1 0 0,0 2-1 0 0,0 0 0 0 0,-1 1 1 0 0,-1 1-1 0 0,0 0 1 0 0,19 22-1 0 0,-22-17 47 0 0,-1 1 0 0 0,-1 0 0 0 0,11 27 0 0 0,-12-25-26 0 0,-9-24 125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7:22.21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239 78 1840 0 0,'0'-4'63'0'0,"2"-2"134"0"0,-1 0 0 0 0,0 0 0 0 0,0 0 0 0 0,-1 0 0 0 0,1-1 0 0 0,-2-10-1 0 0,1 16-173 0 0,-1 0-1 0 0,1 0 1 0 0,0 0-1 0 0,-1 0 1 0 0,1 1-1 0 0,0-1 1 0 0,-1 0-1 0 0,1 0 1 0 0,-1 0-1 0 0,0 0 1 0 0,1 0-1 0 0,-1 1 1 0 0,0-1-1 0 0,1 0 1 0 0,-1 1-1 0 0,0-1 0 0 0,0 0 1 0 0,0 1-1 0 0,0-1 1 0 0,-1 0-38 0 0,0 0 1 0 0,0 1 0 0 0,0 0-1 0 0,0-1 1 0 0,0 1-1 0 0,0 0 1 0 0,0 0-1 0 0,0 0 1 0 0,0 0 0 0 0,0 0-1 0 0,0 0 1 0 0,0 1-1 0 0,-2 0 1 0 0,-20 4 340 0 0,0 2 1 0 0,1 1 0 0 0,0 0 0 0 0,0 2-1 0 0,-32 18 1 0 0,53-26-66 0 0,-1 1 0 0 0,1-1-1 0 0,-1 1 1 0 0,1-1 0 0 0,0 1 0 0 0,0 0-1 0 0,0 0 1 0 0,0 0 0 0 0,1 0 0 0 0,-1 0 0 0 0,1 0-1 0 0,0 1 1 0 0,-1-1 0 0 0,2 0 0 0 0,-1 1-1 0 0,0-1 1 0 0,1 1 0 0 0,-1-1 0 0 0,1 1-1 0 0,0 4 1 0 0,0-3 41 0 0,1-1 0 0 0,-1 1 1 0 0,1-1-1 0 0,-1 0 0 0 0,1 1 0 0 0,0-1 0 0 0,1 0 0 0 0,-1 0 0 0 0,1 0 1 0 0,0 0-1 0 0,0 0 0 0 0,0 0 0 0 0,0 0 0 0 0,1-1 0 0 0,4 7 0 0 0,3-3 189 0 0,-1 1 0 0 0,1-1 0 0 0,0-1 0 0 0,1 0 0 0 0,0 0 0 0 0,16 5 0 0 0,74 20 1126 0 0,-6-3-623 0 0,-22 5-714 0 0,-2 3-1 0 0,-2 3 0 0 0,70 51 1 0 0,0 0-80 0 0,-6-21-91 0 0,-99-54-105 0 0,0 2-1 0 0,-1 1 1 0 0,-1 1 0 0 0,45 37 0 0 0,111 135-1 0 0,-126-123 44 0 0,124 104 0 0 0,-155-146-8 0 0,-1 1-1 0 0,44 53 1 0 0,43 71-299 0 0,-19-24 307 0 0,34 19 81 0 0,-108-122-104 0 0,2-2 0 0 0,1-1 1 0 0,51 31-1 0 0,-37-26-11 0 0,-1 3 0 0 0,-1 1-1 0 0,-2 3 1 0 0,61 66-1 0 0,-86-87 51 0 0,82 83 286 0 0,56 59-721 0 0,-25-26 450 0 0,-34-38-119 0 0,-76-72 28 0 0,0 0 0 0 0,-2 1 1 0 0,0 0-1 0 0,-1 1 0 0 0,-1 1 0 0 0,16 42 0 0 0,33 138-94 0 0,-56-181 107 0 0,-2 0 0 0 0,0 0 0 0 0,-1 1 0 0 0,-1-1 0 0 0,0 1 0 0 0,-2-1 0 0 0,-1 0 0 0 0,0 0 0 0 0,-8 26 0 0 0,-11 23 0 0 0,-35 80 0 0 0,57-148 0 0 0,-28 63 16 0 0,-2-1 0 0 0,-3-2 0 0 0,-45 62 0 0 0,-39 66 35 0 0,76-119-20 0 0,-2-2 0 0 0,-59 72 0 0 0,12-44-33 0 0,54-59 5 0 0,1 2 0 0 0,2 0 1 0 0,-35 55-1 0 0,-66 111 55 0 0,102-163-60 0 0,-1-2 1 0 0,-65 60-1 0 0,-170 172 2 0 0,-25 13 21 0 0,187-189-28 0 0,-144 167 1 0 0,-62 141-311 0 0,173-194 304 0 0,54-76 15 0 0,73-116 19 0 0,-3 1 94 0 0,2 2 1 0 0,0-1 0 0 0,2 2 0 0 0,0-1 0 0 0,1 2 0 0 0,-8 29 0 0 0,16-45-37 0 0,-1 0-1 0 0,0 1 1 0 0,-1-1 0 0 0,1 0-1 0 0,-1-1 1 0 0,0 1-1 0 0,-1-1 1 0 0,0 0-1 0 0,0 0 1 0 0,0 0 0 0 0,-10 8-1 0 0,13-12-67 0 0,-8 15 199 0 0,7-13-382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2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264 261 11522 0 0,'-111'19'2848'0'0,"80"-12"-1704"0"0,-1-1 0 0 0,-57 3 0 0 0,121-10 893 0 0,35-7-1 0 0,106-23-1812 0 0,-32 5-102 0 0,244-33 406 0 0,493-10 0 0 0,-292 42 5 0 0,-341 7-350 0 0,92-5 173 0 0,192 23 403 0 0,-527 2-758 0 0,36 3 50 0 0,0-2 0 0 0,72-8-1 0 0,-110 7-101 0 0,1 0 0 0 0,0-1-1 0 0,-1 1 1 0 0,1-1-1 0 0,0 1 1 0 0,-1-1-1 0 0,1 1 1 0 0,0-1 0 0 0,-1 1-1 0 0,1-1 1 0 0,-1 1-1 0 0,1-1 1 0 0,-1 0-1 0 0,1 1 1 0 0,-1-1 0 0 0,1 0-1 0 0,-1 1 1 0 0,0-1-1 0 0,0 0 1 0 0,1 0-1 0 0,-1 1 1 0 0,0-1 0 0 0,0 0-1 0 0,0 0 1 0 0,0 1-1 0 0,1-1 1 0 0,-1 0-1 0 0,-1-1 1 0 0,4-9-2162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3.3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90 9386 0 0,'1'-3'329'0'0,"-1"0"0"0"0,1-1 0 0 0,-1 1 1 0 0,0-1-1 0 0,0 1 0 0 0,0 0 0 0 0,0-1 0 0 0,-1 1 0 0 0,1 0 0 0 0,-1-1 0 0 0,0 1 1 0 0,0 0-1 0 0,0 0 0 0 0,0-1 0 0 0,-1 1 0 0 0,1 0 0 0 0,-1 0 0 0 0,0 1 1 0 0,-3-6-1 0 0,2 6-60 0 0,0 0 0 0 0,1 0 1 0 0,-1 0-1 0 0,0 0 1 0 0,0 0-1 0 0,0 1 0 0 0,-1 0 1 0 0,1-1-1 0 0,0 1 1 0 0,0 0-1 0 0,-1 0 0 0 0,1 1 1 0 0,0-1-1 0 0,-1 1 1 0 0,1 0-1 0 0,-1 0 0 0 0,1 0 1 0 0,-1 0-1 0 0,-5 2 1 0 0,-1-1 156 0 0,3-1-241 0 0,1 1 0 0 0,-1-1 1 0 0,1 1-1 0 0,-1 1 0 0 0,1 0 1 0 0,0-1-1 0 0,0 2 0 0 0,0-1 0 0 0,0 1 1 0 0,-11 6-1 0 0,16-8-171 0 0,1 0 1 0 0,0 0-1 0 0,-1 0 0 0 0,1 0 1 0 0,0 0-1 0 0,0 0 0 0 0,0-1 1 0 0,-1 1-1 0 0,1 0 0 0 0,0 0 0 0 0,0 0 1 0 0,0 0-1 0 0,1 0 0 0 0,-1 0 1 0 0,0 0-1 0 0,0 0 0 0 0,0 0 1 0 0,1-1-1 0 0,-1 1 0 0 0,0 0 1 0 0,1 0-1 0 0,-1 0 0 0 0,1-1 1 0 0,-1 1-1 0 0,1 0 0 0 0,0 0 0 0 0,-1-1 1 0 0,1 1-1 0 0,-1 0 0 0 0,1-1 1 0 0,0 1-1 0 0,0-1 0 0 0,-1 1 1 0 0,1-1-1 0 0,1 1 0 0 0,31 23-40 0 0,-31-22 41 0 0,25 17-15 0 0,-1 1 0 0 0,-1 1 0 0 0,-1 2 0 0 0,-1 0 0 0 0,-2 1 0 0 0,0 2 0 0 0,-1 0 0 0 0,-1 1 0 0 0,21 42 0 0 0,-38-65 12 0 0,1 1 0 0 0,-1 0 0 0 0,0 0 0 0 0,0 0 0 0 0,0 0 0 0 0,-1 0 0 0 0,0 0-1 0 0,0 0 1 0 0,0 1 0 0 0,-1-1 0 0 0,1 0 0 0 0,-1 0 0 0 0,-2 10 0 0 0,1-10 21 0 0,0-1-1 0 0,-1 0 1 0 0,0 0 0 0 0,0 0-1 0 0,0 1 1 0 0,0-2 0 0 0,-1 1 0 0 0,0 0-1 0 0,0-1 1 0 0,0 1 0 0 0,0-1-1 0 0,0 0 1 0 0,-1 0 0 0 0,1 0 0 0 0,-1 0-1 0 0,-5 2 1 0 0,-14 10 312 0 0,-1-2-1 0 0,0 0 1 0 0,-49 16-1 0 0,-80 14-125 0 0,98-29-378 0 0,29-6-2210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4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16 10594 0 0,'-18'-16'8965'0'0,"19"31"-4623"0"0,1-5-5455 0 0,45 202 1767 0 0,-13-69-347 0 0,-20-76-298 0 0,32 130 71 0 0,-37-167-72 0 0,1 1 1 0 0,2-1-1 0 0,1-1 0 0 0,22 35 1 0 0,-35-64-35 0 0,3 6-12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5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6273 0 0,'0'-7'282'0'0,"1"0"0"0"0,0 0-1 0 0,0 1 1 0 0,1-1 0 0 0,0 0-1 0 0,0 1 1 0 0,1-1 0 0 0,0 1-1 0 0,0 0 1 0 0,0 0-1 0 0,1 0 1 0 0,-1 1 0 0 0,2-1-1 0 0,-1 1 1 0 0,0 0 0 0 0,1 0-1 0 0,0 0 1 0 0,11-8 0 0 0,-7 7 338 0 0,-1 0 1 0 0,1 1 0 0 0,0 0 0 0 0,1 0-1 0 0,-1 1 1 0 0,1 0 0 0 0,0 0 0 0 0,0 1-1 0 0,0 1 1 0 0,0-1 0 0 0,19 0-1 0 0,-11 2 59 0 0,0 2-1 0 0,0 0 1 0 0,20 4-1 0 0,-32-4-595 0 0,-1 0 0 0 0,1 1 0 0 0,-1-1 0 0 0,1 1 0 0 0,-1 0 0 0 0,0 0 0 0 0,0 1 0 0 0,0-1 0 0 0,0 1 0 0 0,0 1 0 0 0,-1-1 0 0 0,1 0 0 0 0,7 9 0 0 0,-11-10-82 0 0,0 0 0 0 0,1 1-1 0 0,-1 0 1 0 0,0-1 0 0 0,0 1 0 0 0,-1 0 0 0 0,1-1 0 0 0,-1 1 0 0 0,1 0-1 0 0,-1 0 1 0 0,0-1 0 0 0,0 1 0 0 0,0 0 0 0 0,0 0 0 0 0,-1-1 0 0 0,1 1 0 0 0,-1 0-1 0 0,1 0 1 0 0,-1-1 0 0 0,0 1 0 0 0,0 0 0 0 0,0-1 0 0 0,-1 1 0 0 0,1-1-1 0 0,-3 4 1 0 0,-5 8 8 0 0,-1 0 0 0 0,0-1 0 0 0,-13 13 0 0 0,15-18 17 0 0,-51 52 57 0 0,-15 16 207 0 0,66-67-205 0 0,0 1 1 0 0,1 0 0 0 0,0 0-1 0 0,1 1 1 0 0,0 0-1 0 0,-5 14 1 0 0,10-24-69 0 0,1 0 0 0 0,-1 0 0 0 0,1 0-1 0 0,0 0 1 0 0,0 0 0 0 0,-1 0 0 0 0,1 1 0 0 0,0-1 0 0 0,0 0-1 0 0,0 0 1 0 0,0 0 0 0 0,0 0 0 0 0,0 0 0 0 0,1 0 0 0 0,-1 1-1 0 0,0-1 1 0 0,0 0 0 0 0,1 0 0 0 0,-1 0 0 0 0,1 0-1 0 0,-1 0 1 0 0,1 0 0 0 0,1 1 0 0 0,-1 0 11 0 0,1-1 0 0 0,-1 0 0 0 0,1 1 0 0 0,0-1 0 0 0,-1 0 0 0 0,1 0-1 0 0,0 0 1 0 0,0-1 0 0 0,0 1 0 0 0,0 0 0 0 0,0-1 0 0 0,3 1 0 0 0,7 1 100 0 0,1-1 0 0 0,-1-1 0 0 0,21-1 0 0 0,-22 0-64 0 0,45 0-299 0 0,0 3 0 0 0,0 3-1 0 0,0 1 1 0 0,61 17 0 0 0,-51-8-1924 0 0,-34-6-5763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5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34 5065 0 0,'-13'-10'12973'0'0,"58"-1"-9281"0"0,7 5-3320 0 0,1 1-1 0 0,-1 3 1 0 0,1 3-1 0 0,85 11 1 0 0,-113-6-944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5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 8290 0 0,'-1'0'82'0'0,"1"-1"1"0"0,-1 1-1 0 0,1 0 1 0 0,-1 0-1 0 0,1 0 0 0 0,-1 0 1 0 0,1-1-1 0 0,-1 1 1 0 0,1 0-1 0 0,-1 0 1 0 0,1 0-1 0 0,-1 0 0 0 0,1 0 1 0 0,-1 0-1 0 0,1 0 1 0 0,-1 0-1 0 0,1 1 1 0 0,-1-1-1 0 0,1 0 0 0 0,-1 0 1 0 0,1 0-1 0 0,-1 0 1 0 0,1 1-1 0 0,-1-1 1 0 0,1 0-1 0 0,-1 1 0 0 0,1-1 1 0 0,-1 1-1 0 0,1 14 3662 0 0,1-3-2982 0 0,15 142 6389 0 0,0-11-5715 0 0,-16-127-1364 0 0,2 29 44 0 0,2 0 0 0 0,1 0-1 0 0,3-1 1 0 0,15 54 0 0 0,-17-81-623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6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287 1 11522 0 0,'0'0'887'0'0,"-26"3"4018"0"0,17 1-4513 0 0,1 0 0 0 0,0 1 0 0 0,0 0-1 0 0,0 1 1 0 0,1-1 0 0 0,-1 1-1 0 0,1 1 1 0 0,1-1 0 0 0,-1 1 0 0 0,1 1-1 0 0,-6 8 1 0 0,-5 11-45 0 0,-28 55 0 0 0,26-44-262 0 0,3 2 0 0 0,1-1 0 0 0,2 2 0 0 0,1 0 1 0 0,3 0-1 0 0,1 1 0 0 0,-4 83 0 0 0,12-95-29 0 0,0 0 1 0 0,3 0-1 0 0,0-1 0 0 0,2 1 1 0 0,1-1-1 0 0,2 0 0 0 0,0-1 1 0 0,2 0-1 0 0,1 0 0 0 0,1-1 1 0 0,2 0-1 0 0,19 29 0 0 0,-7-21 44 0 0,1-1-1 0 0,2-2 0 0 0,1 0 0 0 0,38 30 0 0 0,-1-8 162 0 0,81 49 1 0 0,-117-84-234 0 0,1-2-1 0 0,0-1 1 0 0,1-2-1 0 0,1-1 1 0 0,43 11-1 0 0,-20-11-1299 0 0,0-2 0 0 0,87 4 0 0 0,-109-13-6503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6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15667 0 0,'-3'2'2976'0'0,"3"-2"-2926"0"0,11 8 1732 0 0,33 17-471 0 0,-4-3-567 0 0,-18-6-616 0 0,0 0 1 0 0,-2 2-1 0 0,0 0 0 0 0,-1 1 0 0 0,-1 1 0 0 0,-1 1 1 0 0,-1 1-1 0 0,0 0 0 0 0,-2 1 0 0 0,13 27 0 0 0,-3 2-9 0 0,-1 0-1 0 0,-4 2 1 0 0,24 96 0 0 0,-13-14 180 0 0,20 212 0 0 0,-48-309 33 0 0,-1 0-1 0 0,-3-1 1 0 0,-11 76-1 0 0,10-94 5 0 0,-2-1 0 0 0,-1 1 0 0 0,0-1 0 0 0,-2 0 0 0 0,0 0 0 0 0,-1-1 0 0 0,-1 0-1 0 0,0-1 1 0 0,-17 21 0 0 0,26-36-293 0 0,-6 5 153 0 0,1 1-1 0 0,1 0 1 0 0,-1 0-1 0 0,1 0 0 0 0,-6 14 1 0 0,11-21-244 0 0,-1 1 1 0 0,1-1-1 0 0,-1 1 1 0 0,1-1-1 0 0,-1 1 1 0 0,1 0-1 0 0,0-1 0 0 0,0 1 1 0 0,0 0-1 0 0,0-1 1 0 0,0 1-1 0 0,0 0 1 0 0,0-1-1 0 0,1 1 1 0 0,-1-1-1 0 0,1 1 1 0 0,-1 0-1 0 0,1-1 0 0 0,-1 1 1 0 0,1-1-1 0 0,0 1 1 0 0,0-1-1 0 0,0 0 1 0 0,0 1-1 0 0,0-1 1 0 0,0 0-1 0 0,0 0 1 0 0,0 1-1 0 0,0-1 0 0 0,1 0 1 0 0,-1 0-1 0 0,0 0 1 0 0,1 0-1 0 0,-1-1 1 0 0,1 1-1 0 0,-1 0 1 0 0,1-1-1 0 0,-1 1 0 0 0,1-1 1 0 0,-1 1-1 0 0,4-1 1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8.3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94 13363 0 0,'-5'-12'936'0'0,"0"3"157"0"0,1 0-1 0 0,0-1 1 0 0,1 1 0 0 0,0-1 0 0 0,1 0 0 0 0,-2-12 0 0 0,4 22-1079 0 0,0 0-1 0 0,0-1 1 0 0,0 1 0 0 0,1 0 0 0 0,-1 0 0 0 0,0 0 0 0 0,0 0 0 0 0,0 0 0 0 0,0 0 0 0 0,1-1-1 0 0,-1 1 1 0 0,0 0 0 0 0,0 0 0 0 0,0 0 0 0 0,1 0 0 0 0,-1 0 0 0 0,0 0 0 0 0,0 0-1 0 0,0 0 1 0 0,1 0 0 0 0,-1 0 0 0 0,0 0 0 0 0,0 0 0 0 0,0 0 0 0 0,1 0 0 0 0,-1 0 0 0 0,0 0-1 0 0,0 0 1 0 0,0 0 0 0 0,1 0 0 0 0,-1 0 0 0 0,0 1 0 0 0,0-1 0 0 0,0 0 0 0 0,1 0-1 0 0,-1 0 1 0 0,0 0 0 0 0,0 0 0 0 0,0 0 0 0 0,0 1 0 0 0,0-1 0 0 0,1 0 0 0 0,-1 0 0 0 0,0 0-1 0 0,0 0 1 0 0,0 1 0 0 0,0-1 0 0 0,0 0 0 0 0,0 0 0 0 0,0 0 0 0 0,0 1 0 0 0,11 9 124 0 0,3 8-26 0 0,-1 1 0 0 0,0 0 0 0 0,-1 1 1 0 0,-1 1-1 0 0,-1-1 0 0 0,-1 2 0 0 0,-1-1 0 0 0,-1 1 1 0 0,-1 1-1 0 0,0-1 0 0 0,-2 1 0 0 0,2 44 0 0 0,-4 16-82 0 0,-4-1 0 0 0,-16 107 0 0 0,4-57-830 0 0,7-10-4234 0 0,4-107 3499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8.7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1 151 9674 0 0,'0'-4'18'0'0,"1"1"-1"0"0,0 0 1 0 0,0 0 0 0 0,0-1-1 0 0,0 1 1 0 0,1 0 0 0 0,-1 0-1 0 0,1 0 1 0 0,-1 1 0 0 0,1-1-1 0 0,0 0 1 0 0,1 1 0 0 0,-1-1-1 0 0,0 1 1 0 0,1-1 0 0 0,-1 1-1 0 0,5-3 1 0 0,53-35-1184 0 0,-50 35 1582 0 0,4-4 106 0 0,0 2 0 0 0,1 0-1 0 0,-1 1 1 0 0,1 0 0 0 0,1 1 0 0 0,25-4 0 0 0,-36 8-315 0 0,0 0 1 0 0,0 1 0 0 0,0 0 0 0 0,0 0-1 0 0,0 0 1 0 0,0 1 0 0 0,0 0 0 0 0,0 0-1 0 0,0 0 1 0 0,0 0 0 0 0,5 3 0 0 0,-7-2-101 0 0,0 0 1 0 0,0-1 0 0 0,0 2-1 0 0,0-1 1 0 0,0 0-1 0 0,-1 0 1 0 0,1 1 0 0 0,-1 0-1 0 0,0-1 1 0 0,0 1 0 0 0,0 0-1 0 0,0 0 1 0 0,0 0-1 0 0,0 0 1 0 0,-1 1 0 0 0,1-1-1 0 0,0 5 1 0 0,0 1-107 0 0,0-1 1 0 0,-1 1-1 0 0,0 0 0 0 0,-1 0 1 0 0,0 0-1 0 0,0 0 0 0 0,-1-1 1 0 0,0 1-1 0 0,0 0 0 0 0,-1-1 1 0 0,-4 13-1 0 0,-4 7-310 0 0,0-1-1 0 0,-17 28 1 0 0,-7 6-458 0 0,19-34 617 0 0,0 0 0 0 0,-12 35 1 0 0,26-62 166 0 0,1 1 0 0 0,-1 0 0 0 0,1-1 0 0 0,-1 1 0 0 0,1 0 0 0 0,0-1 0 0 0,-1 1 0 0 0,1 0 1 0 0,0-1-1 0 0,0 1 0 0 0,0 0 0 0 0,0 0 0 0 0,0 0 0 0 0,-1-1 0 0 0,1 1 0 0 0,0 0 0 0 0,1 0 0 0 0,-1-1 1 0 0,0 1-1 0 0,0 0 0 0 0,0 0 0 0 0,0-1 0 0 0,1 1 0 0 0,-1 0 0 0 0,0 0 0 0 0,1-1 0 0 0,-1 1 0 0 0,0 0 1 0 0,1-1-1 0 0,-1 1 0 0 0,1-1 0 0 0,-1 1 0 0 0,1 0 0 0 0,-1-1 0 0 0,1 1 0 0 0,0-1 0 0 0,-1 1 0 0 0,1-1 1 0 0,-1 0-1 0 0,1 1 0 0 0,0-1 0 0 0,0 0 0 0 0,-1 1 0 0 0,1-1 0 0 0,0 0 0 0 0,0 0 0 0 0,-1 0 1 0 0,1 1-1 0 0,0-1 0 0 0,0 0 0 0 0,-1 0 0 0 0,1 0 0 0 0,0 0 0 0 0,0 0 0 0 0,-1-1 0 0 0,1 1 0 0 0,0 0 1 0 0,0 0-1 0 0,-1 0 0 0 0,1-1 0 0 0,1 0 0 0 0,10-2-34 0 0,0 0 0 0 0,0-1 0 0 0,12-7 0 0 0,-11 6 63 0 0,9-3 108 0 0,1 0-1 0 0,0 2 0 0 0,0 0 0 0 0,1 2 0 0 0,-1 1 0 0 0,47-1 0 0 0,-62 4-85 0 0,0 0 1 0 0,1 1-1 0 0,-1 0 1 0 0,0 0-1 0 0,0 1 0 0 0,0 0 1 0 0,0 0-1 0 0,0 1 0 0 0,0 0 1 0 0,0 0-1 0 0,-1 1 1 0 0,0 0-1 0 0,0 0 0 0 0,0 1 1 0 0,0 0-1 0 0,-1 0 0 0 0,1 1 1 0 0,-1 0-1 0 0,-1 0 1 0 0,1 0-1 0 0,-1 1 0 0 0,0-1 1 0 0,5 11-1 0 0,-7-11 30 0 0,-1 1-1 0 0,0 0 1 0 0,0 0-1 0 0,-1 0 1 0 0,1 0-1 0 0,-1 0 1 0 0,-1 1 0 0 0,0-1-1 0 0,0 0 1 0 0,0 0-1 0 0,-1 0 1 0 0,0 1-1 0 0,0-1 1 0 0,-1 0 0 0 0,0 0-1 0 0,0 0 1 0 0,0-1-1 0 0,-1 1 1 0 0,0 0-1 0 0,-1-1 1 0 0,-4 8-1 0 0,-3 3 199 0 0,-1 0 0 0 0,0-1 0 0 0,-1 0 0 0 0,-1 0-1 0 0,0-2 1 0 0,-22 17 0 0 0,-31 18-3262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9.0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8290 0 0,'4'0'413'0'0,"0"1"0"0"0,0-1 0 0 0,0 1 1 0 0,0 0-1 0 0,0 1 0 0 0,0-1 0 0 0,0 1 0 0 0,-1-1 1 0 0,1 1-1 0 0,-1 0 0 0 0,1 1 0 0 0,-1-1 1 0 0,4 4-1 0 0,41 41 3097 0 0,-34-31-2182 0 0,7 8-247 0 0,-2 0 0 0 0,29 48 0 0 0,4 7 296 0 0,-55-85-1159 0 0,-1-1 0 0 0,1 0 0 0 0,0 0 0 0 0,1 0 0 0 0,-1 0-1 0 0,1 0 1 0 0,1 0 0 0 0,0-1 0 0 0,-1-8 0 0 0,-2-73-62 0 0,5 69-423 0 0,0 1 0 0 0,1-1 0 0 0,9-30 0 0 0,2 5-7129 0 0,-6 26-94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9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11979 0 0,'6'31'2622'0'0,"11"34"1"0"0,1 3 164 0 0,-14-46-1852 0 0,4 11-402 0 0,-2 0 1 0 0,3 54-1 0 0,-10-83-1286 0 0,0-1-228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9.3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48 920 0 0,'-10'-34'10514'0'0,"11"30"-9217"0"0,1 1-297 0 0,-1-3 872 0 0,-1 7-2104 0 0,-3 28-368 0 0,2-11 600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49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258 464 12899 0 0,'-2'-2'193'0'0,"0"1"0"0"0,0 0 0 0 0,0 0 0 0 0,0 0 0 0 0,0 0 0 0 0,0 1 0 0 0,-1-1 0 0 0,1 1 0 0 0,0-1 0 0 0,0 1 0 0 0,0-1 0 0 0,-1 1 0 0 0,1 0 0 0 0,0 0 0 0 0,-1 0 0 0 0,1 1 0 0 0,0-1 0 0 0,0 0 1 0 0,0 1-1 0 0,-1 0 0 0 0,1-1 0 0 0,0 1 0 0 0,-2 1 0 0 0,-8 3 310 0 0,0 1 0 0 0,0 0-1 0 0,1 1 1 0 0,0 0 0 0 0,1 1 0 0 0,0 0 0 0 0,-16 17 0 0 0,14-14-410 0 0,2 2-1 0 0,-1 0 0 0 0,2 0 1 0 0,0 0-1 0 0,0 1 1 0 0,2 1-1 0 0,-1-1 1 0 0,2 1-1 0 0,-10 31 0 0 0,15-40-75 0 0,0-1 0 0 0,1 1 0 0 0,-1-1 0 0 0,1 1 0 0 0,0 0-1 0 0,1-1 1 0 0,-1 1 0 0 0,1-1 0 0 0,0 1 0 0 0,1-1-1 0 0,-1 0 1 0 0,1 1 0 0 0,0-1 0 0 0,0 0 0 0 0,1 0 0 0 0,-1 0-1 0 0,1 0 1 0 0,0-1 0 0 0,4 5 0 0 0,-5-6-63 0 0,0-1 1 0 0,0 0 0 0 0,0 0-1 0 0,1 0 1 0 0,-1-1 0 0 0,1 1-1 0 0,-1-1 1 0 0,1 1-1 0 0,-1-1 1 0 0,1 0 0 0 0,0 0-1 0 0,0 0 1 0 0,0 0-1 0 0,0 0 1 0 0,-1-1 0 0 0,1 1-1 0 0,0-1 1 0 0,0 0 0 0 0,0 0-1 0 0,0 0 1 0 0,0 0-1 0 0,0 0 1 0 0,0-1 0 0 0,0 1-1 0 0,0-1 1 0 0,0 0-1 0 0,0 0 1 0 0,-1 0 0 0 0,1 0-1 0 0,0-1 1 0 0,-1 1-1 0 0,1-1 1 0 0,-1 1 0 0 0,1-1-1 0 0,-1 0 1 0 0,3-3 0 0 0,6-4-172 0 0,-2-1 0 0 0,1-1 0 0 0,-1 1 0 0 0,-1-1 1 0 0,0-1-1 0 0,0 0 0 0 0,-1 0 0 0 0,-1 0 1 0 0,0-1-1 0 0,-1 0 0 0 0,0 0 0 0 0,-1 0 0 0 0,4-21 1 0 0,1-18-450 0 0,-2-1-1 0 0,0-61 1 0 0,-6 100 560 0 0,-2-351 3044 0 0,-7 338-927 0 0,5 25-594 0 0,2 18-888 0 0,11 68-36 0 0,3 0 1 0 0,47 155 0 0 0,8 36-363 0 0,-66-263-321 0 0,18 78-851 0 0,-18-83 291 0 0,1 1 0 0 0,0 0 0 0 0,0-1 0 0 0,1 0-1 0 0,0 0 1 0 0,0 0 0 0 0,0 0 0 0 0,11 11 0 0 0,-2-8-1281 0 0,0-5 1215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0.3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110 105 6913 0 0,'4'-6'303'0'0,"0"0"-1"0"0,-1 0 0 0 0,1 0 0 0 0,-1-1 0 0 0,-1 1 1 0 0,3-10-1 0 0,-4 15-92 0 0,0-1 1 0 0,-1 0-1 0 0,1 1 1 0 0,-1-1-1 0 0,1 1 1 0 0,-1-1 0 0 0,0 0-1 0 0,1 0 1 0 0,-1 1-1 0 0,0-1 1 0 0,0 0-1 0 0,0 1 1 0 0,-1-1-1 0 0,1 0 1 0 0,0 1-1 0 0,-1-1 1 0 0,1 0-1 0 0,-1 1 1 0 0,1-1 0 0 0,-1 1-1 0 0,0-1 1 0 0,0 1-1 0 0,0-1 1 0 0,0 1-1 0 0,0-1 1 0 0,0 1-1 0 0,0 0 1 0 0,0-1-1 0 0,0 1 1 0 0,-1 0-1 0 0,-1-2 1 0 0,0 3-53 0 0,1 0 0 0 0,0-1 0 0 0,0 1 0 0 0,0 0 1 0 0,0 0-1 0 0,-1 0 0 0 0,1 0 0 0 0,0 1 0 0 0,0-1 0 0 0,0 0 0 0 0,0 1 0 0 0,0 0 0 0 0,0-1 0 0 0,0 1 1 0 0,0 0-1 0 0,0 0 0 0 0,0 0 0 0 0,0 1 0 0 0,0-1 0 0 0,0 0 0 0 0,1 1 0 0 0,-1-1 0 0 0,1 1 0 0 0,-3 2 1 0 0,-4 4 204 0 0,1 0 1 0 0,0 1-1 0 0,-8 13 1 0 0,-10 29 546 0 0,23-47-886 0 0,1 0 0 0 0,0 0 1 0 0,0 0-1 0 0,0 0 0 0 0,0 0 1 0 0,1 0-1 0 0,-1 0 0 0 0,1 1 0 0 0,0-1 1 0 0,0 0-1 0 0,2 6 0 0 0,-3-10-37 0 0,2 0 0 0 0,-1 1 0 0 0,0-1 0 0 0,0 1 0 0 0,0-1-1 0 0,0 0 1 0 0,0 1 0 0 0,0-1 0 0 0,0 1 0 0 0,0-1 0 0 0,1 0 0 0 0,-1 1 0 0 0,0-1 0 0 0,0 0-1 0 0,1 1 1 0 0,-1-1 0 0 0,0 0 0 0 0,0 1 0 0 0,1-1 0 0 0,-1 0 0 0 0,0 0 0 0 0,1 1-1 0 0,-1-1 1 0 0,0 0 0 0 0,1 0 0 0 0,-1 0 0 0 0,0 1 0 0 0,1-1 0 0 0,-1 0 0 0 0,1 0 0 0 0,-1 0-1 0 0,0 0 1 0 0,1 0 0 0 0,-1 0 0 0 0,1 0 0 0 0,-1 0 0 0 0,1 0 0 0 0,14-10-262 0 0,10-22-208 0 0,-25 32 458 0 0,20-32-185 0 0,-14 22 268 0 0,0 0 1 0 0,0 0-1 0 0,1 0 1 0 0,0 1-1 0 0,1 0 0 0 0,0 0 1 0 0,0 1-1 0 0,14-10 1 0 0,-21 16-14 0 0,1 1 1 0 0,0 0-1 0 0,0 0 1 0 0,1 0 0 0 0,-1 0-1 0 0,0 1 1 0 0,0-1-1 0 0,0 0 1 0 0,1 1 0 0 0,-1 0-1 0 0,0-1 1 0 0,0 1-1 0 0,1 0 1 0 0,-1 0-1 0 0,0 0 1 0 0,1 1 0 0 0,-1-1-1 0 0,0 0 1 0 0,5 2-1 0 0,-3 0 9 0 0,0 0 0 0 0,0 0 0 0 0,0 1 0 0 0,0-1 0 0 0,0 1 0 0 0,-1 0-1 0 0,1 0 1 0 0,-1 0 0 0 0,5 6 0 0 0,1 3 135 0 0,0 1 0 0 0,-1 0 1 0 0,0 0-1 0 0,12 29 0 0 0,-12-20-137 0 0,-1 1 0 0 0,0 0-1 0 0,-2 1 1 0 0,-1-1 0 0 0,0 1 0 0 0,-1 45-1 0 0,-3-53-41 0 0,-1-1 0 0 0,0 1 0 0 0,-1 0 0 0 0,-1-1-1 0 0,0 1 1 0 0,-2-1 0 0 0,1 0 0 0 0,-2 0 0 0 0,0 0 0 0 0,-1-1-1 0 0,-12 20 1 0 0,14-28 8 0 0,0 0 0 0 0,0-1 1 0 0,-1 1-1 0 0,0-1 0 0 0,0 0 0 0 0,-1-1 0 0 0,1 1 0 0 0,-1-1 0 0 0,0 0 0 0 0,0-1 1 0 0,-13 5-1 0 0,17-7-47 0 0,0 0 1 0 0,1 0-1 0 0,-1 0 1 0 0,0 0-1 0 0,0-1 1 0 0,0 1-1 0 0,0-1 1 0 0,0 0-1 0 0,0 1 1 0 0,0-1-1 0 0,0-1 0 0 0,0 1 1 0 0,0 0-1 0 0,0-1 1 0 0,0 0-1 0 0,0 0 1 0 0,0 1-1 0 0,0-2 1 0 0,0 1-1 0 0,1 0 1 0 0,-1 0-1 0 0,0-1 1 0 0,1 0-1 0 0,0 1 1 0 0,-1-1-1 0 0,1 0 1 0 0,0 0-1 0 0,0-1 1 0 0,0 1-1 0 0,0 0 1 0 0,0-1-1 0 0,0 1 1 0 0,-1-4-1 0 0,2 4-90 0 0,0 0 0 0 0,0-1 0 0 0,1 1 1 0 0,-1 0-1 0 0,1-1 0 0 0,-1 1 0 0 0,1-1 0 0 0,0 1 0 0 0,0 0 0 0 0,0-1 0 0 0,0 1 0 0 0,0-1 1 0 0,2-3-1 0 0,3-10-481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0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34 359 5529 0 0,'6'-5'445'0'0,"0"0"1"0"0,0-1-1 0 0,0 1 0 0 0,-1-1 0 0 0,0-1 1 0 0,-1 1-1 0 0,1-1 0 0 0,-1 1 1 0 0,0-1-1 0 0,-1-1 0 0 0,4-8 0 0 0,4-15 2451 0 0,10-42 0 0 0,-16 53-2347 0 0,1 1 327 0 0,9-45 1152 0 0,-15 61-1926 0 0,1 0-1 0 0,-1 0 0 0 0,0-1 0 0 0,0 1 0 0 0,0 0 1 0 0,0 0-1 0 0,0-1 0 0 0,-1 1 0 0 0,1 0 0 0 0,-1 0 1 0 0,0 0-1 0 0,0-1 0 0 0,-1 1 0 0 0,1 0 0 0 0,-4-5 1 0 0,5 7-72 0 0,-1 0 0 0 0,0 0 0 0 0,1 1 0 0 0,-1-1 1 0 0,0 0-1 0 0,0 0 0 0 0,0 1 0 0 0,0-1 0 0 0,0 0 1 0 0,0 1-1 0 0,0-1 0 0 0,0 1 0 0 0,0-1 0 0 0,0 1 1 0 0,0 0-1 0 0,0-1 0 0 0,0 1 0 0 0,0 0 0 0 0,-1 0 0 0 0,1 0 1 0 0,0 0-1 0 0,0 0 0 0 0,-2 0 0 0 0,0 1-4 0 0,1-1-1 0 0,-1 1 1 0 0,1 0-1 0 0,0 0 1 0 0,-1 0-1 0 0,1 1 0 0 0,0-1 1 0 0,0 1-1 0 0,-1-1 1 0 0,-1 3-1 0 0,-3 2 18 0 0,1 1 1 0 0,0 0-1 0 0,0 0 0 0 0,-10 15 0 0 0,9-10 18 0 0,1 0 1 0 0,0 1-1 0 0,0-1 1 0 0,1 1-1 0 0,1 0 1 0 0,0 0-1 0 0,1 1 1 0 0,-3 27-1 0 0,5-36-27 0 0,1 1 0 0 0,1-1 1 0 0,-1 1-1 0 0,1-1 0 0 0,-1 1 0 0 0,2-1 0 0 0,-1 1 1 0 0,1-1-1 0 0,-1 0 0 0 0,1 1 0 0 0,1-1 0 0 0,-1 0 1 0 0,1 0-1 0 0,0-1 0 0 0,0 1 0 0 0,0-1 1 0 0,1 1-1 0 0,0-1 0 0 0,-1 0 0 0 0,1 0 0 0 0,1-1 1 0 0,-1 1-1 0 0,1-1 0 0 0,8 5 0 0 0,-7-5-11 0 0,1 0 0 0 0,-1 0 0 0 0,1-1-1 0 0,-1 1 1 0 0,1-2 0 0 0,0 1 0 0 0,-1-1 0 0 0,1 0-1 0 0,0 0 1 0 0,0-1 0 0 0,0 0 0 0 0,7-1 0 0 0,-2-1-394 0 0,-1 0 0 0 0,1 0 0 0 0,0-1 0 0 0,-1-1 1 0 0,0 0-1 0 0,14-7 0 0 0,4-5-7588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1.2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8754 0 0,'25'8'6050'0'0,"-20"-4"-5468"0"0,-1 1 0 0 0,1-1-1 0 0,-1 1 1 0 0,0 0-1 0 0,0 0 1 0 0,0 1-1 0 0,-1-1 1 0 0,0 1 0 0 0,0 0-1 0 0,4 10 1 0 0,18 68 896 0 0,-20-62-1109 0 0,1 0-235 0 0,2 5-320 0 0,-2 0 0 0 0,4 35 0 0 0,-9-52-618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1.4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 12443 0 0,'2'-4'1104'0'0,"-2"1"-880"0"0,1 1-224 0 0,1 1 0 0 0,-1 1 456 0 0,1 0 56 0 0,1 0 0 0 0,1 1 8 0 0,4 1-440 0 0,0 2-80 0 0,-1 4 0 0 0,-1 2 0 0 0,0 4-1576 0 0,-1 3-256 0 0,-1-1-57 0 0,1 1 1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1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121 1 7370 0 0,'-6'1'362'0'0,"1"1"0"0"0,-1 0 0 0 0,1 1 1 0 0,0-1-1 0 0,0 1 0 0 0,0 0 0 0 0,0 0 0 0 0,0 1 1 0 0,0-1-1 0 0,-3 5 0 0 0,6-7-179 0 0,1 1 0 0 0,0-1 0 0 0,0 1 0 0 0,0-1 0 0 0,0 1 0 0 0,0-1 0 0 0,0 1 0 0 0,0 0 0 0 0,0-1 0 0 0,1 1-1 0 0,-1 0 1 0 0,1 0 0 0 0,-1-1 0 0 0,1 1 0 0 0,0 0 0 0 0,0 0 0 0 0,-1 0 0 0 0,1 0 0 0 0,1 0 0 0 0,-1-1 0 0 0,0 1 0 0 0,0 0 0 0 0,1 0 0 0 0,-1 0 0 0 0,1-1-1 0 0,-1 1 1 0 0,1 0 0 0 0,0 0 0 0 0,0-1 0 0 0,0 1 0 0 0,0-1 0 0 0,0 1 0 0 0,0-1 0 0 0,0 1 0 0 0,2 1 0 0 0,12 13 252 0 0,28 23 1 0 0,-29-28-72 0 0,-2 0 1 0 0,0 1-1 0 0,14 17 0 0 0,-23-24-305 0 0,1 0-1 0 0,-1 1 1 0 0,0 0-1 0 0,0 0 1 0 0,0-1-1 0 0,-1 2 1 0 0,0-1-1 0 0,0 0 1 0 0,0 0-1 0 0,-1 1 1 0 0,0-1-1 0 0,0 9 0 0 0,-1-10-6 0 0,0 0 0 0 0,0 0 0 0 0,-1 0 0 0 0,1 0-1 0 0,-1 0 1 0 0,0 0 0 0 0,-1 0 0 0 0,1 0 0 0 0,-1 0-1 0 0,0 0 1 0 0,0-1 0 0 0,-1 1 0 0 0,1-1-1 0 0,-1 0 1 0 0,0 0 0 0 0,0 0 0 0 0,0 0 0 0 0,-1 0-1 0 0,1 0 1 0 0,-1-1 0 0 0,0 0 0 0 0,0 0 0 0 0,0 0-1 0 0,-6 3 1 0 0,3-3-120 0 0,0 1 1 0 0,-1-1-1 0 0,0-1 0 0 0,0 1 0 0 0,1-1 1 0 0,-1 0-1 0 0,0-1 0 0 0,-1 0 1 0 0,1 0-1 0 0,0-1 0 0 0,0 0 0 0 0,0-1 1 0 0,0 1-1 0 0,-13-4 0 0 0,1-2-7564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2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9674 0 0,'1'-1'139'0'0,"-1"1"0"0"0,0-1 0 0 0,0 0 1 0 0,0 0-1 0 0,0 1 0 0 0,0-1 0 0 0,1 0 0 0 0,-1 0 0 0 0,0 0 0 0 0,1 1 1 0 0,-1-1-1 0 0,0 0 0 0 0,1 1 0 0 0,-1-1 0 0 0,1 0 0 0 0,-1 1 0 0 0,1-1 1 0 0,0 1-1 0 0,-1-1 0 0 0,1 1 0 0 0,-1-1 0 0 0,1 1 0 0 0,0-1 0 0 0,0 1 1 0 0,-1 0-1 0 0,1-1 0 0 0,0 1 0 0 0,-1 0 0 0 0,1 0 0 0 0,0-1 0 0 0,0 1 1 0 0,0 0-1 0 0,-1 0 0 0 0,1 0 0 0 0,0 0 0 0 0,0 0 0 0 0,0 0 0 0 0,-1 0 1 0 0,1 0-1 0 0,0 0 0 0 0,1 1 0 0 0,0-1 83 0 0,0 0 0 0 0,1 1 0 0 0,-1-1 0 0 0,0 1 0 0 0,1 0 0 0 0,-1 0 0 0 0,0 0 0 0 0,0 0 0 0 0,0 0 0 0 0,0 0 1 0 0,0 1-1 0 0,0-1 0 0 0,3 3 0 0 0,6 12 404 0 0,0 0 1 0 0,-1 0 0 0 0,-1 1 0 0 0,9 23-1 0 0,15 28-149 0 0,-32-68-477 0 0,9 19 10 0 0,1 0-1 0 0,2-1 1 0 0,-1-1-1 0 0,27 27 1 0 0,-36-40-10 0 0,0-1 1 0 0,1 0 0 0 0,-1 0-1 0 0,1-1 1 0 0,0 1-1 0 0,0-1 1 0 0,0 0-1 0 0,0 0 1 0 0,0 0-1 0 0,0 0 1 0 0,0-1-1 0 0,1 0 1 0 0,-1 1 0 0 0,1-2-1 0 0,-1 1 1 0 0,1 0-1 0 0,-1-1 1 0 0,1 0-1 0 0,-1 0 1 0 0,1 0-1 0 0,-1-1 1 0 0,1 0-1 0 0,-1 1 1 0 0,0-2 0 0 0,1 1-1 0 0,-1 0 1 0 0,0-1-1 0 0,8-4 1 0 0,-3 1-54 0 0,-2 0 0 0 0,1 0 0 0 0,0-1 0 0 0,-1 0 0 0 0,0 0 0 0 0,-1-1 0 0 0,0 0 0 0 0,0 0 0 0 0,0-1 0 0 0,-1 0 0 0 0,9-15 0 0 0,-2-5-342 0 0,0 0-1 0 0,10-40 1 0 0,-14 40 175 0 0,1 1 1 0 0,21-43-1 0 0,-30 69 224 0 0,0 1 0 0 0,0-1 0 0 0,0 1 0 0 0,0-1 0 0 0,0 1 0 0 0,0 0 0 0 0,1-1 0 0 0,-1 1 0 0 0,0-1 0 0 0,0 1 0 0 0,1-1 0 0 0,-1 1 0 0 0,0 0 0 0 0,0-1 0 0 0,1 1 0 0 0,-1 0 0 0 0,0-1 0 0 0,1 1 0 0 0,-1 0 0 0 0,1-1 0 0 0,-1 1 0 0 0,0 0 0 0 0,1 0 0 0 0,-1 0 0 0 0,1-1 0 0 0,-1 1 0 0 0,1 0 0 0 0,-1 0 0 0 0,0 0 0 0 0,1 0 0 0 0,-1 0 0 0 0,1 0 0 0 0,-1 0 0 0 0,1 0 0 0 0,-1 0 0 0 0,1 0 0 0 0,6 17 336 0 0,-2 36 292 0 0,-5-50-602 0 0,0 9-21 0 0,0 11-62 0 0,2-1-1 0 0,0 1 1 0 0,6 23 0 0 0,-7-41 42 0 0,0 0 1 0 0,0-1-1 0 0,1 1 0 0 0,0-1 0 0 0,0 1 1 0 0,0-1-1 0 0,0 0 0 0 0,0 0 0 0 0,1 1 1 0 0,0-2-1 0 0,0 1 0 0 0,0 0 0 0 0,0-1 1 0 0,1 1-1 0 0,-1-1 0 0 0,1 0 0 0 0,0 0 1 0 0,0 0-1 0 0,0-1 0 0 0,8 5 0 0 0,-9-7 11 0 0,-1 1 0 0 0,1-1 0 0 0,0 0 0 0 0,-1 0 0 0 0,1 0 0 0 0,0 0-1 0 0,-1 0 1 0 0,1-1 0 0 0,0 1 0 0 0,-1-1 0 0 0,1 1 0 0 0,0-1-1 0 0,-1 0 1 0 0,1 0 0 0 0,-1 0 0 0 0,1-1 0 0 0,-1 1 0 0 0,0-1 0 0 0,0 1-1 0 0,0-1 1 0 0,1 0 0 0 0,-1 1 0 0 0,-1-1 0 0 0,1 0 0 0 0,2-4 0 0 0,7-7 3 0 0,0-1 0 0 0,15-28 1 0 0,-17 27 5 0 0,14-23 108 0 0,22-35 141 0 0,-41 67-179 0 0,1 0 1 0 0,0 0-1 0 0,0 1 0 0 0,1-1 0 0 0,-1 1 1 0 0,1 0-1 0 0,0 1 0 0 0,11-7 1 0 0,-15 10-55 0 0,-1 1 0 0 0,1-1 1 0 0,0 0-1 0 0,-1 0 0 0 0,1 1 1 0 0,0-1-1 0 0,0 1 0 0 0,0 0 1 0 0,-1 0-1 0 0,1-1 0 0 0,0 1 1 0 0,0 0-1 0 0,0 0 0 0 0,0 1 1 0 0,0-1-1 0 0,-1 0 0 0 0,1 1 1 0 0,0-1-1 0 0,0 1 0 0 0,-1-1 1 0 0,4 3-1 0 0,-2-1 6 0 0,0 0 0 0 0,0 0 0 0 0,0 1 0 0 0,-1-1 0 0 0,0 1 0 0 0,1 0 0 0 0,-1-1 1 0 0,0 1-1 0 0,0 0 0 0 0,2 6 0 0 0,2 4 15 0 0,-1 0 1 0 0,0 1 0 0 0,-1-1-1 0 0,3 24 1 0 0,-5-25-21 0 0,1 0-1 0 0,0 0 1 0 0,5 13 0 0 0,-7-21-21 0 0,0-1 0 0 0,1 0 0 0 0,-1 0 0 0 0,1 0 0 0 0,0-1 0 0 0,0 1 0 0 0,0 0 0 0 0,0-1 0 0 0,0 1 0 0 0,0-1 0 0 0,1 1 0 0 0,-1-1 0 0 0,1 0 0 0 0,0 0 0 0 0,-1 0 0 0 0,6 2 0 0 0,-6-4-5 0 0,-1 0 0 0 0,1 0 0 0 0,-1 0 0 0 0,1 0 0 0 0,-1 0 0 0 0,1 0 0 0 0,-1 0 0 0 0,1 0 0 0 0,-1-1 0 0 0,0 1 0 0 0,1 0 0 0 0,-1-1 0 0 0,1 0 0 0 0,-1 1 0 0 0,0-1 0 0 0,1 0 0 0 0,-1 1 0 0 0,0-1 0 0 0,0 0 0 0 0,0 0 0 0 0,1 0 0 0 0,-1 0 0 0 0,0 0 0 0 0,0-1 0 0 0,1-1 0 0 0,25-38 0 0 0,-22 33 0 0 0,6-9 13 0 0,38-59 241 0 0,-43 68-219 0 0,1 0 1 0 0,0 0-1 0 0,0 1 0 0 0,0 0 0 0 0,1 0 0 0 0,14-9 0 0 0,-21 15-15 0 0,1 0-1 0 0,-1 0 1 0 0,1 0-1 0 0,0 0 1 0 0,-1 1-1 0 0,1-1 1 0 0,0 0-1 0 0,0 1 1 0 0,0-1-1 0 0,-1 1 1 0 0,1-1-1 0 0,0 1 1 0 0,0 0-1 0 0,0 0 1 0 0,0 0-1 0 0,0 0 1 0 0,0 0-1 0 0,-1 0 1 0 0,1 1-1 0 0,0-1 1 0 0,0 1-1 0 0,0-1 1 0 0,0 1-1 0 0,-1 0 1 0 0,1-1-1 0 0,0 1 1 0 0,-1 0-1 0 0,1 0 0 0 0,-1 0 1 0 0,1 0-1 0 0,-1 1 1 0 0,1-1-1 0 0,0 2 1 0 0,4 4-65 0 0,0 1-1 0 0,-1 0 1 0 0,0 0 0 0 0,-1 1-1 0 0,6 14 1 0 0,7 13-1131 0 0,-7-20 144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3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 8290 0 0,'3'-3'561'0'0,"0"0"1"0"0,1 0-1 0 0,-1 0 0 0 0,1 0 1 0 0,-1 1-1 0 0,1 0 0 0 0,0 0 1 0 0,0 0-1 0 0,0 0 1 0 0,0 0-1 0 0,1 1 0 0 0,-1 0 1 0 0,0 0-1 0 0,0 0 0 0 0,9-1 1 0 0,-10 2-461 0 0,-1 0-1 0 0,0 0 1 0 0,0 0 0 0 0,0-1 0 0 0,0 2 0 0 0,0-1-1 0 0,0 0 1 0 0,0 0 0 0 0,0 1 0 0 0,0-1 0 0 0,1 1-1 0 0,-1 0 1 0 0,-1-1 0 0 0,1 1 0 0 0,0 0 0 0 0,0 0-1 0 0,0 0 1 0 0,0 1 0 0 0,-1-1 0 0 0,1 0 0 0 0,0 1-1 0 0,-1-1 1 0 0,0 1 0 0 0,1-1 0 0 0,-1 1 0 0 0,0 0-1 0 0,1-1 1 0 0,-1 1 0 0 0,0 0 0 0 0,-1 0 0 0 0,1 0-1 0 0,0 0 1 0 0,0 0 0 0 0,-1 0 0 0 0,1 2-1 0 0,-6 15 316 0 0,3-11 44 0 0,6-13-303 0 0,-3 3-157 0 0,0 0 0 0 0,-1 1 1 0 0,1-1-1 0 0,-1 0 0 0 0,0 0 0 0 0,0 0 1 0 0,1 0-1 0 0,-1 0 0 0 0,0 1 0 0 0,-1-1 1 0 0,1 0-1 0 0,0 0 0 0 0,0 0 1 0 0,-1 0-1 0 0,1 0 0 0 0,-1 1 0 0 0,0-1 1 0 0,0 0-1 0 0,1 1 0 0 0,-1-1 0 0 0,0 0 1 0 0,0 1-1 0 0,0-1 0 0 0,-1 1 1 0 0,1-1-1 0 0,0 1 0 0 0,-2-2 0 0 0,-2-2-16 0 0,0 0 1 0 0,0 0-1 0 0,0 1 0 0 0,0-1 0 0 0,-12-6 0 0 0,17 11 6 0 0,-15-1-321 0 0,10 4 145 0 0,10 5 105 0 0,-5-8 77 0 0,15 11-2058 0 0,-14-11 1937 0 0,-1 1 1 0 0,0-1 0 0 0,1 1-1 0 0,-1-1 1 0 0,1 0 0 0 0,-1 0-1 0 0,1 1 1 0 0,-1-1-1 0 0,1 0 1 0 0,-1 0 0 0 0,1 0-1 0 0,-1 1 1 0 0,1-1 0 0 0,-1 0-1 0 0,1 0 1 0 0,0 0-1 0 0,-1 0 1 0 0,1 0 0 0 0,-1 0-1 0 0,1 0 1 0 0,-1 0 0 0 0,1 0-1 0 0,-1 0 1 0 0,1-1 0 0 0,-1 1-1 0 0,1 0 1 0 0,-1 0-1 0 0,1 0 1 0 0,-1-1 0 0 0,1 1-1 0 0,-1 0 1 0 0,1 0 0 0 0,-1-1-1 0 0,1 1 1 0 0,-1-1-1 0 0,1 1 1 0 0,-1 0 0 0 0,1-1-1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3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36 8754 0 0,'-5'-9'173'0'0,"-11"-18"7811"0"0,22 41-3602 0 0,12 25-3581 0 0,-1 1 0 0 0,17 69 1 0 0,10 90 566 0 0,-29-121-948 0 0,3-1 0 0 0,40 109 1 0 0,-48-160-376 0 0,-7-15-36 0 0,1 0-1 0 0,1 0 0 0 0,0 0 1 0 0,0 0-1 0 0,1-1 0 0 0,13 17 1 0 0,-19-27-39 0 0,0 0 0 0 0,1 0 0 0 0,-1 0 1 0 0,0 0-1 0 0,0 0 0 0 0,0 0 0 0 0,0-1 1 0 0,1 1-1 0 0,-1 0 0 0 0,0 0 0 0 0,0 0 1 0 0,0 0-1 0 0,0 0 0 0 0,1 0 0 0 0,-1-1 0 0 0,0 1 1 0 0,0 0-1 0 0,0 0 0 0 0,0 0 0 0 0,0 0 1 0 0,0-1-1 0 0,0 1 0 0 0,1 0 0 0 0,-1 0 1 0 0,0 0-1 0 0,0-1 0 0 0,0 1 0 0 0,0 0 1 0 0,0 0-1 0 0,0 0 0 0 0,0-1 0 0 0,0 1 1 0 0,0 0-1 0 0,0 0 0 0 0,0 0 0 0 0,0-1 0 0 0,0 1 1 0 0,0 0-1 0 0,-1 0 0 0 0,1 0 0 0 0,0-1 1 0 0,0 1-1 0 0,0 0 0 0 0,0 0 0 0 0,0 0 1 0 0,0 0-1 0 0,0-1 0 0 0,-1 1 0 0 0,1 0 1 0 0,0 0-1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4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5985 0 0,'0'-1'68'0'0,"1"0"-1"0"0,0 1 1 0 0,0-1-1 0 0,0 0 0 0 0,0 1 1 0 0,0-1-1 0 0,0 0 1 0 0,0 1-1 0 0,0-1 1 0 0,1 1-1 0 0,-1 0 1 0 0,0-1-1 0 0,0 1 0 0 0,0 0 1 0 0,0 0-1 0 0,1 0 1 0 0,-1-1-1 0 0,2 2 1 0 0,30-1 1690 0 0,-21 1-1204 0 0,188 9 6469 0 0,-168-6-6058 0 0,0 2 0 0 0,-1 1-1 0 0,1 1 1 0 0,35 15 0 0 0,-60-20-868 0 0,0 1 0 0 0,0-1 0 0 0,0 1 0 0 0,-1 0-1 0 0,0 0 1 0 0,1 1 0 0 0,-1 0 0 0 0,5 6 0 0 0,-9-9-91 0 0,-1 0 1 0 0,1 0-1 0 0,-1 0 1 0 0,1 0-1 0 0,-1 0 0 0 0,0 0 1 0 0,0 1-1 0 0,0-1 0 0 0,0 0 1 0 0,0 1-1 0 0,0-1 1 0 0,-1 1-1 0 0,1-1 0 0 0,-1 1 1 0 0,0-1-1 0 0,0 1 1 0 0,0-1-1 0 0,0 1 0 0 0,0-1 1 0 0,0 1-1 0 0,-1-1 0 0 0,1 1 1 0 0,-1-1-1 0 0,0 1 1 0 0,0-1-1 0 0,0 0 0 0 0,-2 4 1 0 0,-3 5 15 0 0,-2 0-1 0 0,1-1 1 0 0,-1 0 0 0 0,-1-1-1 0 0,0 1 1 0 0,0-2 0 0 0,0 1 0 0 0,-19 11-1 0 0,-94 52-340 0 0,101-61 143 0 0,-13 8-352 0 0,-4 2-859 0 0,13-8-2622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4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182 7 4609 0 0,'-1'-1'345'0'0,"-1"0"0"0"0,1 0-1 0 0,0 1 1 0 0,-1-1 0 0 0,1 1 0 0 0,-1-1-1 0 0,1 1 1 0 0,-1-1 0 0 0,1 1 0 0 0,-1 0 0 0 0,1 0-1 0 0,-1 0 1 0 0,1-1 0 0 0,-1 2 0 0 0,1-1 0 0 0,-1 0-1 0 0,1 0 1 0 0,-1 0 0 0 0,1 1 0 0 0,-1-1-1 0 0,1 1 1 0 0,-1-1 0 0 0,1 1 0 0 0,0-1 0 0 0,-3 2-1 0 0,-32 21 3581 0 0,26-15-3421 0 0,0 0-1 0 0,1 2 1 0 0,0-1-1 0 0,0 1 1 0 0,1 0-1 0 0,0 1 0 0 0,1 0 1 0 0,-7 12-1 0 0,11-17-472 0 0,0 0 0 0 0,0 0 1 0 0,0 1-1 0 0,1-1 0 0 0,0 1 0 0 0,0-1 0 0 0,1 1 0 0 0,0-1 0 0 0,0 1 0 0 0,0 0 0 0 0,1 0 0 0 0,0 0 0 0 0,1-1 0 0 0,-1 1 1 0 0,1 0-1 0 0,0-1 0 0 0,3 10 0 0 0,-4-15-78 0 0,1 1 0 0 0,-1-1 0 0 0,1 1 1 0 0,-1-1-1 0 0,1 1 0 0 0,0-1 0 0 0,-1 1 1 0 0,1-1-1 0 0,0 0 0 0 0,0 1 0 0 0,0-1 0 0 0,0 0 1 0 0,0 0-1 0 0,0 0 0 0 0,0 1 0 0 0,0-1 1 0 0,1 0-1 0 0,-1-1 0 0 0,0 1 0 0 0,1 0 0 0 0,-1 0 1 0 0,1-1-1 0 0,-1 1 0 0 0,1 0 0 0 0,-1-1 0 0 0,1 0 1 0 0,-1 1-1 0 0,1-1 0 0 0,-1 0 0 0 0,1 0 1 0 0,-1 0-1 0 0,1 0 0 0 0,0 0 0 0 0,-1 0 0 0 0,1 0 1 0 0,-1 0-1 0 0,1-1 0 0 0,-1 1 0 0 0,1-1 0 0 0,-1 1 1 0 0,1-1-1 0 0,-1 1 0 0 0,1-1 0 0 0,-1 0 1 0 0,0 0-1 0 0,1 0 0 0 0,1-2 0 0 0,4-2-94 0 0,-1 0-1 0 0,0-1 1 0 0,0 0-1 0 0,0 0 0 0 0,-1-1 1 0 0,0 0-1 0 0,7-12 1 0 0,7-19 143 0 0,-11 19 348 0 0,1 1 0 0 0,12-19 0 0 0,-18 34-216 0 0,-1-1-1 0 0,1 1 1 0 0,-1-1 0 0 0,1 1-1 0 0,0 0 1 0 0,0 0 0 0 0,1 0 0 0 0,-1 1-1 0 0,1-1 1 0 0,-1 1 0 0 0,1-1-1 0 0,0 1 1 0 0,0 1 0 0 0,-1-1-1 0 0,7-2 1 0 0,-8 4-97 0 0,0 0 1 0 0,0 0-1 0 0,0 0 0 0 0,0 0 1 0 0,0 0-1 0 0,0 0 0 0 0,0 0 0 0 0,0 0 1 0 0,0 1-1 0 0,0-1 0 0 0,0 1 0 0 0,0 0 1 0 0,0-1-1 0 0,-1 1 0 0 0,1 0 1 0 0,0 0-1 0 0,-1 0 0 0 0,1 0 0 0 0,0 1 1 0 0,-1-1-1 0 0,1 0 0 0 0,-1 1 1 0 0,0-1-1 0 0,1 1 0 0 0,-1-1 0 0 0,0 1 1 0 0,0-1-1 0 0,1 3 0 0 0,4 7 26 0 0,-1 0 0 0 0,0 0 0 0 0,6 22 0 0 0,2 3-186 0 0,14 9-800 0 0,-15-33 143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4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43 8754 0 0,'0'-2'286'0'0,"0"0"-1"0"0,1 0 1 0 0,-1 1 0 0 0,0-1 0 0 0,1 0-1 0 0,-1 0 1 0 0,1 0 0 0 0,-1 1 0 0 0,1-1-1 0 0,0 0 1 0 0,0 1 0 0 0,-1-1 0 0 0,1 1-1 0 0,0-1 1 0 0,1 1 0 0 0,-1-1 0 0 0,0 1-1 0 0,0 0 1 0 0,1 0 0 0 0,-1-1 0 0 0,0 1-1 0 0,1 0 1 0 0,-1 0 0 0 0,1 0 0 0 0,0 1-1 0 0,-1-1 1 0 0,1 0 0 0 0,0 0 0 0 0,-1 1-1 0 0,1-1 1 0 0,0 1 0 0 0,0 0 0 0 0,0 0-1 0 0,2-1 1 0 0,-1 2-96 0 0,0-1 1 0 0,0 1-1 0 0,0 0 0 0 0,0 0 0 0 0,0 0 1 0 0,0 1-1 0 0,0-1 0 0 0,-1 1 0 0 0,1-1 0 0 0,0 1 1 0 0,-1 0-1 0 0,1 0 0 0 0,-1 0 0 0 0,0 0 0 0 0,0 0 1 0 0,0 1-1 0 0,0-1 0 0 0,0 1 0 0 0,3 4 0 0 0,8 18 97 0 0,-1 1 0 0 0,0 0 0 0 0,-2 1 0 0 0,-1 0 0 0 0,-1 1 0 0 0,4 34 0 0 0,-1 15-1566 0 0,1 82 0 0 0,-10-125-6664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5.4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25 6913 0 0,'0'-2'355'0'0,"0"1"0"0"0,-1 0 0 0 0,0-1-1 0 0,1 1 1 0 0,-1 0 0 0 0,0-1-1 0 0,0 1 1 0 0,1 0 0 0 0,-1 0-1 0 0,0 0 1 0 0,0 0 0 0 0,0 0-1 0 0,-1 0 1 0 0,1 0 0 0 0,0 0-1 0 0,0 0 1 0 0,0 1 0 0 0,-1-1-1 0 0,1 0 1 0 0,0 1 0 0 0,-1-1 0 0 0,1 1-1 0 0,0-1 1 0 0,-1 1 0 0 0,1 0-1 0 0,-1-1 1 0 0,1 1 0 0 0,-1 0-1 0 0,1 0 1 0 0,-3 0 0 0 0,1 2-116 0 0,0-1 0 0 0,0 0 0 0 0,0 1 1 0 0,0-1-1 0 0,0 1 0 0 0,0 0 1 0 0,0 0-1 0 0,1 0 0 0 0,-1 1 0 0 0,1-1 1 0 0,-1 0-1 0 0,-2 6 0 0 0,-5 4-101 0 0,1 0 0 0 0,1 1 1 0 0,0 1-1 0 0,1-1 0 0 0,0 1 0 0 0,1 0 0 0 0,1 1 0 0 0,-4 16 1 0 0,7-24-157 0 0,1 1 1 0 0,0-1-1 0 0,0 0 1 0 0,1 1 0 0 0,0-1-1 0 0,0 1 1 0 0,1-1-1 0 0,1 11 1 0 0,0-14-42 0 0,-1 1 1 0 0,0-1-1 0 0,1 0 0 0 0,0 0 1 0 0,0 0-1 0 0,0 0 0 0 0,1 0 1 0 0,-1 0-1 0 0,1-1 0 0 0,0 1 1 0 0,0-1-1 0 0,0 0 0 0 0,0 1 1 0 0,7 4-1 0 0,-7-7-40 0 0,0 1 0 0 0,0 0 1 0 0,0-1-1 0 0,0 0 0 0 0,0 1 0 0 0,0-1 1 0 0,1 0-1 0 0,-1-1 0 0 0,0 1 0 0 0,0-1 1 0 0,1 1-1 0 0,-1-1 0 0 0,0 0 0 0 0,1 0 1 0 0,-1 0-1 0 0,0-1 0 0 0,1 1 0 0 0,-1-1 1 0 0,0 0-1 0 0,0 0 0 0 0,0 0 0 0 0,1 0 0 0 0,-1-1 1 0 0,0 1-1 0 0,-1-1 0 0 0,1 1 0 0 0,0-1 1 0 0,0 0-1 0 0,-1 0 0 0 0,1-1 0 0 0,2-2 1 0 0,9-9-167 0 0,-1 0 0 0 0,0-1 1 0 0,-1-1-1 0 0,11-18 0 0 0,-13 19 272 0 0,16-22 403 0 0,1 1 1 0 0,38-38-1 0 0,-64 73-322 0 0,0-1 0 0 0,0 1 0 0 0,1-1 0 0 0,-1 1 0 0 0,1 0 0 0 0,0 0 0 0 0,-1 0 0 0 0,1 0 0 0 0,0 0 0 0 0,-1 0 0 0 0,1 0 0 0 0,0 0 0 0 0,0 1 0 0 0,0-1 0 0 0,2 0 1 0 0,-3 2-13 0 0,0-1 1 0 0,0 0 0 0 0,-1 1 0 0 0,1-1 0 0 0,0 1 0 0 0,0-1 0 0 0,-1 1 0 0 0,1-1 0 0 0,0 1 0 0 0,-1 0 0 0 0,1-1 0 0 0,-1 1 0 0 0,1 0 0 0 0,-1-1 0 0 0,1 1 0 0 0,-1 0 0 0 0,1 0 0 0 0,-1 0 0 0 0,0-1-1 0 0,1 1 1 0 0,-1 0 0 0 0,0 0 0 0 0,0 0 0 0 0,0 0 0 0 0,1 0 0 0 0,-1-1 0 0 0,0 1 0 0 0,0 0 0 0 0,0 0 0 0 0,-1 0 0 0 0,1 0 0 0 0,0 0 0 0 0,0 1 0 0 0,0 14 85 0 0,0 1-1 0 0,2-1 1 0 0,0 0 0 0 0,1 0 0 0 0,0 0 0 0 0,6 16-1 0 0,-6-24-176 0 0,0-1-1 0 0,1 1 0 0 0,0-1 1 0 0,0 0-1 0 0,0 0 0 0 0,1 0 1 0 0,0-1-1 0 0,0 1 0 0 0,1-1 1 0 0,0 0-1 0 0,0-1 0 0 0,0 0 1 0 0,1 0-1 0 0,7 5 0 0 0,-12-9 4 0 0,0 1 0 0 0,0-1-1 0 0,0 0 1 0 0,1 0-1 0 0,-1 0 1 0 0,0-1 0 0 0,1 1-1 0 0,-1 0 1 0 0,0-1 0 0 0,1 0-1 0 0,-1 1 1 0 0,1-1 0 0 0,-1 0-1 0 0,1 0 1 0 0,-1 0 0 0 0,0-1-1 0 0,1 1 1 0 0,-1 0-1 0 0,1-1 1 0 0,-1 0 0 0 0,0 0-1 0 0,1 1 1 0 0,-1-1 0 0 0,0-1-1 0 0,0 1 1 0 0,0 0 0 0 0,0 0-1 0 0,0-1 1 0 0,0 1 0 0 0,0-1-1 0 0,2-2 1 0 0,5-6 10 0 0,-1-1-1 0 0,-1 1 1 0 0,1-1 0 0 0,10-23 0 0 0,5-6 55 0 0,-16 30-26 0 0,0-1 0 0 0,1 2 0 0 0,1-1 0 0 0,-1 1-1 0 0,2 0 1 0 0,10-7 0 0 0,-18 14-24 0 0,1 0 0 0 0,0 0-1 0 0,-1 1 1 0 0,1-1-1 0 0,0 1 1 0 0,0 0 0 0 0,0 0-1 0 0,0 0 1 0 0,0 0-1 0 0,0 1 1 0 0,0-1 0 0 0,1 1-1 0 0,-1 0 1 0 0,0-1-1 0 0,0 1 1 0 0,0 1 0 0 0,0-1-1 0 0,1 1 1 0 0,-1-1-1 0 0,0 1 1 0 0,0 0 0 0 0,0 0-1 0 0,0 0 1 0 0,0 0-1 0 0,0 1 1 0 0,-1-1 0 0 0,1 1-1 0 0,0 0 1 0 0,3 2 0 0 0,3 4 25 0 0,0 1 0 0 0,-1 0 0 0 0,0 0 1 0 0,-1 1-1 0 0,10 15 0 0 0,-11-15-5 0 0,1 0 1 0 0,0 0-1 0 0,1-1 1 0 0,0 0-1 0 0,0 0 1 0 0,10 7-1 0 0,-14-14-23 0 0,-1 1 0 0 0,0-1 0 0 0,1 1 0 0 0,0-1 0 0 0,-1-1 0 0 0,1 1 0 0 0,0 0 0 0 0,0-1 0 0 0,0 0 0 0 0,0 0 0 0 0,0 0 0 0 0,0 0 0 0 0,0-1 0 0 0,1 1 0 0 0,6-1 0 0 0,-6-1 0 0 0,-1-1 0 0 0,1 1 0 0 0,0-1 0 0 0,0 0 0 0 0,-1 0 0 0 0,1 0 0 0 0,-1 0 0 0 0,0-1 0 0 0,1 0 0 0 0,-1 0 0 0 0,-1 0 0 0 0,7-6 0 0 0,12-12 44 0 0,40-35 301 0 0,-56 51-312 0 0,1 0-1 0 0,0 1 0 0 0,0 0 1 0 0,0 0-1 0 0,1 0 0 0 0,0 1 1 0 0,12-4-1 0 0,-18 7-24 0 0,0-1 1 0 0,0 1-1 0 0,0 0 0 0 0,1-1 1 0 0,-1 1-1 0 0,0 0 0 0 0,0 0 1 0 0,0 1-1 0 0,1-1 0 0 0,-1 0 0 0 0,0 1 1 0 0,0-1-1 0 0,0 1 0 0 0,0 0 1 0 0,0 0-1 0 0,0 0 0 0 0,0 0 1 0 0,0 0-1 0 0,0 0 0 0 0,2 2 1 0 0,1 2-113 0 0,0-1 0 0 0,-1 2 0 0 0,0-1 0 0 0,0 0 0 0 0,4 8 0 0 0,5 7-1934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5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166 165 920 0 0,'3'-8'-487'0'0,"6"-17"1814"0"0,-4 11 1874 0 0,-1-1 1 0 0,0 0-1 0 0,2-15 0 0 0,-6-1-365 0 0,0 30-2736 0 0,0 0 0 0 0,0 0-1 0 0,0 0 1 0 0,0 0 0 0 0,0 0 0 0 0,0 0 0 0 0,-1 0 0 0 0,1-1-1 0 0,0 1 1 0 0,-1 0 0 0 0,1 0 0 0 0,0 0 0 0 0,-1 0-1 0 0,0 1 1 0 0,1-1 0 0 0,-1 0 0 0 0,1 0 0 0 0,-1 0 0 0 0,0 0-1 0 0,0 1 1 0 0,0-1 0 0 0,1 0 0 0 0,-1 0 0 0 0,0 1-1 0 0,0-1 1 0 0,0 1 0 0 0,0-1 0 0 0,0 1 0 0 0,-2-1-1 0 0,1 1 5 0 0,-1 0-1 0 0,1 0 0 0 0,-1 0 1 0 0,1 0-1 0 0,0 1 0 0 0,-1-1 0 0 0,1 1 1 0 0,0 0-1 0 0,-1 0 0 0 0,1 0 1 0 0,0 0-1 0 0,-4 2 0 0 0,-5 4 93 0 0,0 1 1 0 0,0 0-1 0 0,-16 16 0 0 0,18-15-177 0 0,0 0-1 0 0,1 1 0 0 0,1 0 0 0 0,-1 1 0 0 0,2-1 1 0 0,-1 2-1 0 0,2-1 0 0 0,-1 0 0 0 0,2 1 0 0 0,-1 0 1 0 0,-2 17-1 0 0,5-24-29 0 0,1 1 1 0 0,1 0-1 0 0,-1 0 1 0 0,1 0-1 0 0,0 0 1 0 0,1 0 0 0 0,-1 0-1 0 0,1-1 1 0 0,0 1-1 0 0,1 0 1 0 0,-1 0-1 0 0,1-1 1 0 0,0 1-1 0 0,1-1 1 0 0,-1 0-1 0 0,1 1 1 0 0,0-1 0 0 0,0 0-1 0 0,1-1 1 0 0,0 1-1 0 0,-1-1 1 0 0,2 1-1 0 0,-1-1 1 0 0,0 0-1 0 0,1-1 1 0 0,7 6-1 0 0,-7-6-332 0 0,0 0 0 0 0,1 0 0 0 0,-1-1-1 0 0,1 1 1 0 0,0-1 0 0 0,6 1-1 0 0,5-1-6893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6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7 814 14747 0 0,'-1'0'48'0'0,"1"0"-1"0"0,0 1 0 0 0,-1-1 1 0 0,1 0-1 0 0,-1 0 1 0 0,1 1-1 0 0,0-1 0 0 0,0 0 1 0 0,-1 1-1 0 0,1-1 1 0 0,0 0-1 0 0,-1 1 0 0 0,1-1 1 0 0,0 0-1 0 0,0 1 1 0 0,0-1-1 0 0,-1 1 0 0 0,1-1 1 0 0,0 0-1 0 0,0 1 1 0 0,0-1-1 0 0,0 1 0 0 0,0-1 1 0 0,0 1-1 0 0,0-1 0 0 0,0 0 1 0 0,0 1-1 0 0,0-1 1 0 0,0 1-1 0 0,0-1 0 0 0,0 1 1 0 0,0-1-1 0 0,0 0 1 0 0,0 1-1 0 0,1-1 0 0 0,-1 1 1 0 0,0-1-1 0 0,0 0 1 0 0,0 1-1 0 0,1-1 0 0 0,-1 1 1 0 0,0-1-1 0 0,1 0 1 0 0,-1 1-1 0 0,0-1 0 0 0,1 0 1 0 0,-1 0-1 0 0,0 1 1 0 0,1-1-1 0 0,-1 0 0 0 0,0 0 1 0 0,1 0-1 0 0,0 1 1 0 0,26-1 1328 0 0,-17-2-1283 0 0,0 0 1 0 0,-1 0-1 0 0,1-1 1 0 0,-1-1 0 0 0,0 1-1 0 0,0-2 1 0 0,0 1-1 0 0,-1-1 1 0 0,1 0-1 0 0,-1-1 1 0 0,0 0 0 0 0,-1 0-1 0 0,1-1 1 0 0,-1 0-1 0 0,-1 0 1 0 0,1-1 0 0 0,-1 0-1 0 0,9-16 1 0 0,-9 13 3 0 0,1 0 1 0 0,-2-1-1 0 0,0 1 1 0 0,0-1 0 0 0,-1-1-1 0 0,0 1 1 0 0,-1-1-1 0 0,-1 1 1 0 0,0-1 0 0 0,-1 0-1 0 0,0 0 1 0 0,-1 0-1 0 0,0 0 1 0 0,-2-13 0 0 0,1 22-126 0 0,0 0 0 0 0,-1 0 1 0 0,1 0-1 0 0,-1 0 0 0 0,0 0 1 0 0,0 0-1 0 0,0 1 1 0 0,0-1-1 0 0,-1 1 0 0 0,1-1 1 0 0,-1 1-1 0 0,0 0 0 0 0,0 0 1 0 0,0 0-1 0 0,0 1 0 0 0,-1-1 1 0 0,1 1-1 0 0,-1-1 0 0 0,0 1 1 0 0,1 0-1 0 0,-1 1 1 0 0,0-1-1 0 0,-7-2 0 0 0,8 4 6 0 0,0-1 0 0 0,-1 0 0 0 0,1 1 0 0 0,0-1 0 0 0,0 1 0 0 0,0 0-1 0 0,-1 0 1 0 0,1 0 0 0 0,0 1 0 0 0,0-1 0 0 0,-1 1 0 0 0,1 0 0 0 0,0 0 0 0 0,0 0 0 0 0,0 0-1 0 0,0 0 1 0 0,0 1 0 0 0,0-1 0 0 0,1 1 0 0 0,-1 0 0 0 0,0 0 0 0 0,1 0 0 0 0,-1 0 0 0 0,1 0-1 0 0,0 0 1 0 0,0 1 0 0 0,0-1 0 0 0,0 1 0 0 0,0 0 0 0 0,0-1 0 0 0,-2 6 0 0 0,3-5 11 0 0,0 0 1 0 0,0 0-1 0 0,0 0 1 0 0,0 1-1 0 0,0-1 0 0 0,1 0 1 0 0,-1 0-1 0 0,1 1 1 0 0,0-1-1 0 0,0 0 1 0 0,0 1-1 0 0,0-1 1 0 0,0 0-1 0 0,1 1 1 0 0,0-1-1 0 0,1 5 1 0 0,1-2 6 0 0,0 0 1 0 0,-1-1 0 0 0,2 0-1 0 0,-1 0 1 0 0,1 0 0 0 0,-1 0 0 0 0,1 0-1 0 0,8 6 1 0 0,0 0-173 0 0,1-1 1 0 0,1 0-1 0 0,0-1 0 0 0,1-1 0 0 0,28 13 1 0 0,-23-14-465 0 0,0 0 0 0 0,1-2 0 0 0,0 0 0 0 0,0-2 0 0 0,0 0 0 0 0,1-1 0 0 0,-1-1 1 0 0,39-4-1 0 0,8-5-294 0 0,93-25 1 0 0,-82 16 1303 0 0,-52 11-426 0 0,-1 0 0 0 0,42-18 1 0 0,-61 22 37 0 0,0-1 1 0 0,-1 0 0 0 0,1-1 0 0 0,-1 0 0 0 0,0 0 0 0 0,0 0-1 0 0,0-1 1 0 0,-1 1 0 0 0,0-1 0 0 0,0-1 0 0 0,0 1 0 0 0,0-1 0 0 0,-1 0-1 0 0,0 0 1 0 0,4-7 0 0 0,-8 11-16 0 0,1 1-1 0 0,0-1 1 0 0,-1 1 0 0 0,1-1-1 0 0,-1 0 1 0 0,0 1 0 0 0,1-1-1 0 0,-1 0 1 0 0,0 1 0 0 0,0-1-1 0 0,0 0 1 0 0,0-2 0 0 0,-1 3 183 0 0,1 0 0 0 0,0 0 0 0 0,-1 0 1 0 0,1 0-1 0 0,-1 0 0 0 0,1 0 0 0 0,-1 0 0 0 0,0 1 1 0 0,1-1-1 0 0,-1 0 0 0 0,0 0 0 0 0,0 1 1 0 0,1-1-1 0 0,-1 1 0 0 0,0-1 0 0 0,0 0 0 0 0,0 1 1 0 0,0 0-1 0 0,1-1 0 0 0,-1 1 0 0 0,0-1 0 0 0,0 1 1 0 0,0 0-1 0 0,0 0 0 0 0,-1-1 0 0 0,-3 1 327 0 0,1 0 0 0 0,-1-1-1 0 0,1 2 1 0 0,-1-1-1 0 0,1 0 1 0 0,-1 1 0 0 0,1 0-1 0 0,-1 0 1 0 0,1 0 0 0 0,-6 3-1 0 0,-16 7-208 0 0,1 2 0 0 0,0 0 0 0 0,1 2 0 0 0,0 1 0 0 0,2 0 0 0 0,0 2 0 0 0,0 0 0 0 0,2 2 0 0 0,-33 40 0 0 0,51-57-347 0 0,0 0 1 0 0,0 1-1 0 0,0-1 1 0 0,1 1-1 0 0,-1-1 1 0 0,1 1-1 0 0,0 0 1 0 0,0 0 0 0 0,0-1-1 0 0,1 1 1 0 0,-1 8-1 0 0,1-11 23 0 0,0 0 0 0 0,0 0 0 0 0,0 0 0 0 0,0 0 0 0 0,1 0 0 0 0,-1 0 0 0 0,0 0 0 0 0,1 0 0 0 0,-1 0 0 0 0,1 0 0 0 0,-1 0 0 0 0,1 0 0 0 0,0 0 0 0 0,-1 0 0 0 0,1 0 0 0 0,0-1 0 0 0,-1 1 0 0 0,1 0 0 0 0,0 0 0 0 0,0-1 0 0 0,0 1 0 0 0,0 0 0 0 0,0-1 0 0 0,0 1 0 0 0,0-1 0 0 0,0 0 0 0 0,0 1 0 0 0,0-1 0 0 0,0 0 0 0 0,0 1 0 0 0,0-1 0 0 0,0 0 0 0 0,0 0 0 0 0,0 0 0 0 0,0 0 0 0 0,0 0 0 0 0,0 0 0 0 0,0 0 0 0 0,1 0 0 0 0,-1-1 0 0 0,0 1 0 0 0,0 0 0 0 0,0-1 0 0 0,2 0 0 0 0,11-3-345 0 0,0-1 1 0 0,-1 0 0 0 0,1-1 0 0 0,-1 0-1 0 0,0-1 1 0 0,0-1 0 0 0,19-15 0 0 0,-13 8-280 0 0,-2-1 0 0 0,1 0 0 0 0,-2-2 0 0 0,15-19 0 0 0,-20 21 556 0 0,-1-1 0 0 0,0 0 1 0 0,-2 0-1 0 0,0-1 0 0 0,-1 0 0 0 0,-1-1 0 0 0,0 0 1 0 0,-1 0-1 0 0,-2 0 0 0 0,4-35 0 0 0,-6 27 409 0 0,0 1-1 0 0,-2-1 0 0 0,-1 0 1 0 0,-1 1-1 0 0,-2-1 1 0 0,0 1-1 0 0,-12-34 1 0 0,12 48 86 0 0,0 0 1 0 0,0 1 0 0 0,-1-1-1 0 0,-13-18 1 0 0,17 27-122 0 0,0 0-1 0 0,-1 0 1 0 0,1 0 0 0 0,-1 0 0 0 0,0 0 0 0 0,0 0-1 0 0,0 1 1 0 0,0-1 0 0 0,0 1 0 0 0,-1 0-1 0 0,1 0 1 0 0,-1 0 0 0 0,1 0 0 0 0,-1 1-1 0 0,0 0 1 0 0,0-1 0 0 0,0 1 0 0 0,0 1-1 0 0,-5-2 1 0 0,7 3-184 0 0,1-1-1 0 0,-1 0 1 0 0,0 1-1 0 0,1-1 1 0 0,-1 1-1 0 0,0 0 1 0 0,1-1-1 0 0,-1 1 0 0 0,1 0 1 0 0,-1 0-1 0 0,1 0 1 0 0,-1 0-1 0 0,1 0 1 0 0,0 0-1 0 0,0 1 1 0 0,-1-1-1 0 0,1 0 1 0 0,0 1-1 0 0,0-1 1 0 0,0 0-1 0 0,0 1 1 0 0,1 0-1 0 0,-1-1 1 0 0,0 1-1 0 0,1-1 1 0 0,-1 1-1 0 0,1 0 1 0 0,-1-1-1 0 0,1 1 1 0 0,0 0-1 0 0,0 0 1 0 0,0 2-1 0 0,-2 8-37 0 0,1 1 0 0 0,1-1 0 0 0,2 16 0 0 0,-2-24 30 0 0,4 34 57 0 0,2 1-1 0 0,1-2 0 0 0,2 1 0 0 0,21 55 1 0 0,73 144 188 0 0,-43-108-342 0 0,-42-88-1188 0 0,0-1-4202 0 0,1 1-1963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6.7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12899 0 0,'2'0'1264'0'0,"-1"2"-1128"0"0,1-2-64 0 0,-2 1-8 0 0,0 1-64 0 0,0-1 96 0 0,0 4-1552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8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63 302 9218 0 0,'-60'-134'11758'0'0,"59"134"-11706"0"0,1-1-1 0 0,0 1 0 0 0,0 0 0 0 0,-1-1 1 0 0,1 1-1 0 0,0 0 0 0 0,0-1 0 0 0,0 1 0 0 0,0 0 1 0 0,0-1-1 0 0,0 1 0 0 0,-1 0 0 0 0,1-1 0 0 0,0 1 1 0 0,0 0-1 0 0,0-1 0 0 0,0 1 0 0 0,0 0 0 0 0,0-1 1 0 0,0 1-1 0 0,0 0 0 0 0,0-1 0 0 0,1 1 1 0 0,-1 0-1 0 0,0-1 0 0 0,0 1 0 0 0,0 0 0 0 0,0-1 1 0 0,0 1-1 0 0,1 0 0 0 0,-1-1 0 0 0,0 1 0 0 0,11 4 487 0 0,12 16-362 0 0,-12-5-155 0 0,-1 0 0 0 0,-1 0 0 0 0,0 1 0 0 0,-1 1 0 0 0,9 26 0 0 0,23 93 82 0 0,-27-84-91 0 0,17 68-1 0 0,19 66 27 0 0,-39-157-33 0 0,1 0-1 0 0,2 0 1 0 0,0-1-1 0 0,19 28 1 0 0,-26-48 14 0 0,1 1 0 0 0,0-1-1 0 0,1 0 1 0 0,-1 0 0 0 0,1-1 0 0 0,1 0-1 0 0,0-1 1 0 0,0 1 0 0 0,0-2 0 0 0,0 1 0 0 0,1-1-1 0 0,13 4 1 0 0,-18-7-8 0 0,-1 0 0 0 0,0-1 0 0 0,1 0 0 0 0,-1 0 0 0 0,1 0-1 0 0,-1-1 1 0 0,1 1 0 0 0,-1-1 0 0 0,1 0 0 0 0,-1 0 0 0 0,1-1 0 0 0,0 1 0 0 0,-1-1-1 0 0,1 0 1 0 0,-1 0 0 0 0,0-1 0 0 0,1 1 0 0 0,-1-1 0 0 0,0 0 0 0 0,0 0 0 0 0,0-1-1 0 0,0 1 1 0 0,0-1 0 0 0,-1 1 0 0 0,1-1 0 0 0,-1-1 0 0 0,0 1 0 0 0,0 0 0 0 0,0-1-1 0 0,0 1 1 0 0,3-7 0 0 0,1-2 103 0 0,-2 1-1 0 0,0-1 1 0 0,0 0-1 0 0,-1 0 1 0 0,5-23 0 0 0,4-69 378 0 0,-7 56-298 0 0,16-78-19 0 0,68-214 0 0 0,-74 288-140 0 0,-4 11-108 0 0,2-9-380 0 0,2 1 0 0 0,24-51-1 0 0,-31 89-400 0 0,-9 11 785 0 0,0 0 1 0 0,0 0-1 0 0,1 0 1 0 0,-1 0-1 0 0,0 0 1 0 0,1 0-1 0 0,-1 1 1 0 0,0-1-1 0 0,0 0 0 0 0,1 0 1 0 0,-1 0-1 0 0,0 0 1 0 0,0 1-1 0 0,1-1 1 0 0,-1 0-1 0 0,0 0 1 0 0,0 0-1 0 0,0 1 1 0 0,0-1-1 0 0,1 0 0 0 0,-1 0 1 0 0,0 1-1 0 0,0-1 1 0 0,0 0-1 0 0,0 1 1 0 0,0-1-1 0 0,0 0 1 0 0,0 0-1 0 0,1 1 0 0 0,-1-1 1 0 0,0 0-1 0 0,0 1 1 0 0,0-1-1 0 0,0 0 1 0 0,0 1-1 0 0,0-1 1 0 0,-1 0-1 0 0,1 0 1 0 0,0 1-1 0 0,0-1 0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8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15 13363 0 0,'-7'-14'6952'0'0,"11"16"-6248"0"0,12 6-379 0 0,0 1-1 0 0,0 0 1 0 0,-2 1-1 0 0,1 1 0 0 0,-1 0 1 0 0,16 17-1 0 0,77 89 573 0 0,-75-79-600 0 0,69 68 237 0 0,-53-58-2093 0 0,47 62-1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59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434 35 9218 0 0,'-1'-2'469'0'0,"1"0"-1"0"0,-1-1 1 0 0,0 1 0 0 0,0 0-1 0 0,0 0 1 0 0,0 1 0 0 0,0-1-1 0 0,0 0 1 0 0,0 0 0 0 0,-1 0-1 0 0,1 1 1 0 0,-1-1 0 0 0,1 1-1 0 0,-1-1 1 0 0,1 1 0 0 0,-4-2-1 0 0,4 2-261 0 0,-1 1 0 0 0,1 0 0 0 0,-1-1 0 0 0,1 1 0 0 0,-1 0 0 0 0,1-1 0 0 0,0 1-1 0 0,-1 0 1 0 0,1 0 0 0 0,-1 1 0 0 0,1-1 0 0 0,-1 0 0 0 0,1 0 0 0 0,-1 1 0 0 0,1-1-1 0 0,-1 0 1 0 0,1 1 0 0 0,-2 1 0 0 0,-3 1-15 0 0,0 1-1 0 0,0 0 1 0 0,1 0-1 0 0,-1 1 1 0 0,1 0-1 0 0,0 0 1 0 0,1 0-1 0 0,-8 11 1 0 0,-21 35 256 0 0,-50 110 0 0 0,57-106-459 0 0,-35 64-46 0 0,-10 23-543 0 0,29-46-2862 0 0,32-68-3717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00.0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64 9218 0 0,'3'5'4522'0'0,"-3"-5"-4449"0"0,17 1 2964 0 0,18-4-231 0 0,83-24 511 0 0,35-5-3584 0 0,-129 29-1420 0 0,1-2-5865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00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15 333 15203 0 0,'-14'1'3373'0'0,"29"3"322"0"0,2 1-3851 0 0,1 1 284 0 0,-1 2 0 0 0,0 1 0 0 0,0 0 0 0 0,-1 1-1 0 0,0 0 1 0 0,-1 1 0 0 0,24 23 0 0 0,-4 3 164 0 0,46 62 0 0 0,-36-42-276 0 0,-38-47 0 0 0,26 29-30 0 0,-30-37 22 0 0,-1 0 1 0 0,0 0-1 0 0,1 1 0 0 0,-1-2 1 0 0,1 1-1 0 0,0 0 1 0 0,-1 0-1 0 0,1-1 0 0 0,0 1 1 0 0,0-1-1 0 0,0 0 1 0 0,5 1-1 0 0,-7-2 13 0 0,0 0 0 0 0,0 0 0 0 0,0-1 0 0 0,0 1 0 0 0,0 0 0 0 0,0 0-1 0 0,1-1 1 0 0,-1 1 0 0 0,0-1 0 0 0,0 1 0 0 0,0-1 0 0 0,0 0 0 0 0,0 1 0 0 0,-1-1 0 0 0,1 0 0 0 0,0 1-1 0 0,0-1 1 0 0,0 0 0 0 0,-1 0 0 0 0,1 0 0 0 0,0 0 0 0 0,-1 0 0 0 0,1 0 0 0 0,-1 0 0 0 0,1 0 0 0 0,-1 0-1 0 0,1 0 1 0 0,-1 0 0 0 0,0 0 0 0 0,1 0 0 0 0,-1 0 0 0 0,0-1 0 0 0,0 0 0 0 0,5-45 567 0 0,-5 37-499 0 0,6-75 572 0 0,28-144 0 0 0,-26 193-1003 0 0,1 2 0 0 0,2 0 0 0 0,1 0 0 0 0,2 1 0 0 0,2 0 0 0 0,34-55 0 0 0,-38 72-362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01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1 103 11867 0 0,'0'-10'1209'0'0,"0"1"1"0"0,1-1 0 0 0,0 0 0 0 0,3-13 0 0 0,13 53 1038 0 0,-11-12-2111 0 0,0-1 0 0 0,2-1 0 0 0,0 0 0 0 0,1 0-1 0 0,1 0 1 0 0,13 17 0 0 0,-18-28-91 0 0,-1 1-1 0 0,1-1 1 0 0,1 1-1 0 0,-1-1 1 0 0,1-1 0 0 0,-1 1-1 0 0,1-1 1 0 0,0 0 0 0 0,1 0-1 0 0,-1-1 1 0 0,1 0-1 0 0,0 0 1 0 0,0-1 0 0 0,-1 1-1 0 0,2-1 1 0 0,-1-1-1 0 0,0 1 1 0 0,10-1 0 0 0,-10-1 8 0 0,0-1-1 0 0,0-1 1 0 0,0 1 0 0 0,0-1 0 0 0,-1-1 0 0 0,1 1-1 0 0,-1-1 1 0 0,0 0 0 0 0,1 0 0 0 0,-1-1 0 0 0,-1 0 0 0 0,1 0-1 0 0,0 0 1 0 0,-1-1 0 0 0,0 1 0 0 0,7-10 0 0 0,-2 3-23 0 0,-1-1 0 0 0,0 0 0 0 0,0-1 0 0 0,-1 0 0 0 0,-1 0 0 0 0,9-24 0 0 0,-11 22-5 0 0,-1 0 1 0 0,3-23-1 0 0,-2 8-102 0 0,-6 28-367 0 0,-5 6-303 0 0,-3 6-2332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02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 2304 0 0,'3'-21'4737'0'0,"8"25"46"0"0,-10-3-4582 0 0,5 12 241 0 0,2 22 1634 0 0,-2 2 1 0 0,-2-1-1 0 0,0 59 1 0 0,-4-56-1648 0 0,2-1 0 0 0,2 0 0 0 0,10 46 0 0 0,-8-64-705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0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59 103 12443 0 0,'-37'11'1374'0'0,"15"-3"5443"0"0,34-9-6566 0 0,515-87 2877 0 0,-463 76-3443 0 0,1 3 0 0 0,109-2 0 0 0,-45 16-7132 0 0,-96-2 708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0.7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67 2304 0 0,'-12'7'-608'0'0,"0"1"4344"0"0,28-8 1976 0 0,117-18 2881 0 0,117-12-5010 0 0,-123 15-3280 0 0,27-1-447 0 0,-50 13-3107 0 0,-81 4-4110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1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298 98 12443 0 0,'-1'-5'400'0'0,"1"1"0"0"0,0-1 0 0 0,1 1 1 0 0,-1-1-1 0 0,1 0 0 0 0,0 1 0 0 0,0-1 1 0 0,0 1-1 0 0,1 0 0 0 0,-1-1 1 0 0,1 1-1 0 0,0 0 0 0 0,0 0 0 0 0,1 0 1 0 0,-1 0-1 0 0,1 1 0 0 0,0-1 0 0 0,0 1 1 0 0,0-1-1 0 0,0 1 0 0 0,1 0 0 0 0,4-3 1 0 0,-8 6-375 0 0,1-1 0 0 0,-1 1 0 0 0,0 0 0 0 0,0 0 0 0 0,0 0 0 0 0,1 0 0 0 0,-1 0 0 0 0,0 0 0 0 0,1-1 0 0 0,-1 1 0 0 0,0 0 0 0 0,0 0 1 0 0,1 0-1 0 0,-1 0 0 0 0,0 0 0 0 0,0 0 0 0 0,1 0 0 0 0,-1 0 0 0 0,0 0 0 0 0,1 0 0 0 0,-1 0 0 0 0,0 1 0 0 0,0-1 0 0 0,1 0 0 0 0,-1 0 0 0 0,0 0 0 0 0,0 0 1 0 0,1 0-1 0 0,-1 0 0 0 0,0 1 0 0 0,0-1 0 0 0,1 0 0 0 0,-1 0 0 0 0,0 0 0 0 0,0 1 0 0 0,0-1 0 0 0,0 0 0 0 0,1 0 0 0 0,-1 0 0 0 0,0 1 0 0 0,5 16 403 0 0,-2 18-122 0 0,-7 32 227 0 0,-22 112-1 0 0,-30 67-73 0 0,42-188-387 0 0,-72 263 208 0 0,-57 273-242 0 0,135-517 284 0 0,1 88 0 0 0,4-52-1602 0 0,-6-1-5480 0 0,4-86-964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1.7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394 167 12899 0 0,'0'-3'164'0'0,"-1"1"1"0"0,1 0-1 0 0,-1-1 0 0 0,1 1 1 0 0,-1 0-1 0 0,0-1 0 0 0,1 1 1 0 0,-1 0-1 0 0,0 0 1 0 0,-1 0-1 0 0,1 0 0 0 0,0 0 1 0 0,-1 0-1 0 0,1 0 0 0 0,-1 1 1 0 0,1-1-1 0 0,-1 0 1 0 0,0 1-1 0 0,0-1 0 0 0,1 1 1 0 0,-1 0-1 0 0,0-1 1 0 0,-4 0-1 0 0,3 1 41 0 0,0 0 0 0 0,0 0 1 0 0,-1 1-1 0 0,1-1 0 0 0,0 1 0 0 0,-1 0 0 0 0,1 0 1 0 0,0 0-1 0 0,-1 0 0 0 0,1 1 0 0 0,0-1 0 0 0,-1 1 1 0 0,1 0-1 0 0,0 0 0 0 0,0 0 0 0 0,-5 3 0 0 0,-3 2-8 0 0,1 0 0 0 0,-1 1 0 0 0,1 0 0 0 0,1 1 0 0 0,-1 0 0 0 0,1 1 1 0 0,1 0-1 0 0,0 0 0 0 0,-12 17 0 0 0,-5 12-110 0 0,-25 51 0 0 0,49-86-77 0 0,-22 42 7 0 0,3 1-1 0 0,-29 94 0 0 0,42-111-12 0 0,0 0 0 0 0,2 1 0 0 0,1 0 1 0 0,1 1-1 0 0,2-1 0 0 0,3 36 0 0 0,-1-55-6 0 0,1 0 0 0 0,0 0-1 0 0,1 0 1 0 0,0 0 0 0 0,1-1 0 0 0,0 1 0 0 0,1-1 0 0 0,0 0 0 0 0,1 0 0 0 0,-1 0 0 0 0,2-1-1 0 0,13 15 1 0 0,-10-12-4 0 0,2-1-1 0 0,0-1 0 0 0,0 0 0 0 0,1-1 1 0 0,0 0-1 0 0,1-1 0 0 0,-1-1 1 0 0,26 10-1 0 0,-21-10 1 0 0,0-1 1 0 0,1-1-1 0 0,0-1 1 0 0,0 0-1 0 0,0-1 1 0 0,1-1-1 0 0,-1-1 1 0 0,0-1-1 0 0,1-1 1 0 0,-1 0-1 0 0,0-2 1 0 0,0 0-1 0 0,0-1 1 0 0,0-1-1 0 0,27-10 1 0 0,-35 10 33 0 0,-1-1 0 0 0,0 1 0 0 0,0-2 0 0 0,-1 1 0 0 0,0-1 0 0 0,0-1 0 0 0,0 0 0 0 0,-1 0 0 0 0,0-1 0 0 0,-1 1 0 0 0,0-2 0 0 0,8-13 0 0 0,-7 8 73 0 0,-1 0 0 0 0,0-1-1 0 0,-1 1 1 0 0,-1-2 0 0 0,-1 1 0 0 0,0-1 0 0 0,3-28-1 0 0,-5 6 75 0 0,-2 0-1 0 0,-2-1 0 0 0,-1 1 1 0 0,-2 0-1 0 0,-1 1 1 0 0,-18-60-1 0 0,11 59-132 0 0,0 0 1 0 0,-3 1-1 0 0,-1 0 1 0 0,-38-59-1 0 0,40 73-366 0 0,-2 2-1 0 0,0 0 1 0 0,-1 2 0 0 0,-2-1-1 0 0,0 2 1 0 0,-1 1-1 0 0,-46-31 1 0 0,26 25-7726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3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137 258 21661 0 0,'-27'5'1756'0'0,"14"-1"-3230"0"0,-1 1 1 0 0,1 0-1 0 0,-25 14 0 0 0,12 0 2703 0 0,25-19-1223 0 0,1 0 0 0 0,0 0 1 0 0,-1 1-1 0 0,1-1 1 0 0,0 0-1 0 0,-1 0 0 0 0,1 1 1 0 0,0-1-1 0 0,-1 0 1 0 0,1 1-1 0 0,0-1 0 0 0,0 0 1 0 0,0 1-1 0 0,-1-1 1 0 0,1 0-1 0 0,0 1 0 0 0,0-1 1 0 0,0 1-1 0 0,0-1 1 0 0,0 0-1 0 0,-1 1 0 0 0,1-1 1 0 0,0 1-1 0 0,0-1 1 0 0,0 0-1 0 0,0 1 0 0 0,0-1 1 0 0,0 1-1 0 0,0-1 1 0 0,1 1-1 0 0,-1-1 0 0 0,0 0 1 0 0,0 1-1 0 0,0-1 1 0 0,0 1-1 0 0,0-1 0 0 0,1 0 1 0 0,-1 1-1 0 0,19 8-59 0 0,26-2-160 0 0,-44-7 218 0 0,284 5-146 0 0,-157-5 308 0 0,624-27 888 0 0,-125-15-177 0 0,787-42 101 0 0,-437 40-730 0 0,516-19-276 0 0,-1447 61 48 0 0,1933-58 224 0 0,-104 35 21 0 0,-1845 24-224 0 0,-3 0 93 0 0,35 3-1 0 0,-62-2-111 0 0,1 0 0 0 0,-1 0 0 0 0,1 0 0 0 0,0 1 0 0 0,-1-1 0 0 0,1 0 0 0 0,-1 0 0 0 0,1 1 0 0 0,-1-1 0 0 0,1 1 0 0 0,-1-1 0 0 0,1 0 0 0 0,-1 1 0 0 0,1-1 0 0 0,-1 1 0 0 0,1-1 0 0 0,-1 1 0 0 0,0-1 0 0 0,1 1 0 0 0,-1 0 0 0 0,0-1 0 0 0,0 1 0 0 0,1-1 0 0 0,-1 1 0 0 0,0 0 0 0 0,0-1 0 0 0,0 1 0 0 0,0 0 0 0 0,0-1 0 0 0,0 1 0 0 0,0 0 0 0 0,0-1 0 0 0,0 1 0 0 0,0 0 0 0 0,-4 30 266 0 0,1-16-140 0 0,-12 154 5 0 0,-2 43 108 0 0,19-85-39 0 0,6 0 0 0 0,5-1 0 0 0,30 124 0 0 0,3-58-527 0 0,87 227 0 0 0,159 317 1968 0 0,-265-671-1506 0 0,224 647 660 0 0,-97-255-947 0 0,-148-438 7 0 0,4 5 189 0 0,-1 1-1 0 0,-2 0 1 0 0,-1 0 0 0 0,6 42-1 0 0,-12-64-55 0 0,0 0-1 0 0,0 1 0 0 0,0-1 1 0 0,0 1-1 0 0,-1-1 1 0 0,0 0-1 0 0,1 0 0 0 0,-1 1 1 0 0,0-1-1 0 0,-1 0 1 0 0,1 0-1 0 0,0 0 0 0 0,-1 0 1 0 0,0 0-1 0 0,0 0 1 0 0,0 0-1 0 0,-2 2 0 0 0,0-2 9 0 0,1 1 0 0 0,-1-1-1 0 0,0 0 1 0 0,-1-1-1 0 0,1 1 1 0 0,0-1 0 0 0,-1 0-1 0 0,1 0 1 0 0,-1 0 0 0 0,-7 1-1 0 0,-8 1-4 0 0,0-1 0 0 0,-1 0-1 0 0,1-2 1 0 0,-30-2 0 0 0,46 1-31 0 0,-500-27-634 0 0,49 1 113 0 0,18 10 491 0 0,-368-7-53 0 0,681 21 114 0 0,-385 3-169 0 0,-487 40-281 0 0,-305 53 93 0 0,785-53-39 0 0,-1395 136 374 0 0,1602-146 272 0 0,-419 32 5 0 0,-344 38-514 0 0,333 28-955 0 0,699-120 952 0 0,4-2-160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0:13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1 183 5985 0 0,'15'-89'1739'0'0,"-11"74"-367"0"0,0 0-1 0 0,1 1 1 0 0,13-27 0 0 0,-18 41-1286 0 0,0-1 0 0 0,0 1 0 0 0,1-1 0 0 0,-1 1 0 0 0,0 0 0 0 0,0-1 0 0 0,0 1 0 0 0,0 0 0 0 0,1-1 0 0 0,-1 1 0 0 0,0-1 0 0 0,0 1 0 0 0,1 0 0 0 0,-1 0 0 0 0,0-1 0 0 0,1 1 0 0 0,-1 0 0 0 0,0-1 0 0 0,1 1 0 0 0,-1 0 0 0 0,0 0 0 0 0,1 0 0 0 0,-1-1 0 0 0,1 1 0 0 0,-1 0 0 0 0,0 0 0 0 0,1 0 0 0 0,-1 0 0 0 0,1 0 0 0 0,-1 0 0 0 0,0 0 0 0 0,1 0 0 0 0,-1 0 0 0 0,1 0 0 0 0,-1 0 0 0 0,1 0 0 0 0,-1 0 0 0 0,1 0 0 0 0,10 16 1560 0 0,2 28-489 0 0,-13-43-1084 0 0,13 77 973 0 0,5 124-1 0 0,-8-74-711 0 0,92 741 538 0 0,-56-598-590 0 0,95 312-1 0 0,-130-547-280 0 0,154 547 895 0 0,-124-407-259 0 0,25 244-1 0 0,28 294 650 0 0,-51-420-1893 0 0,-37-259 440 0 0,1-6-251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3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25 360 11979 0 0,'-7'-4'1869'0'0,"-6"-1"2325"0"0,12 6-4101 0 0,1 0-1 0 0,-1 0 1 0 0,1-1 0 0 0,-1 1-1 0 0,1 0 1 0 0,0 0 0 0 0,-1 0-1 0 0,1-1 1 0 0,0 1 0 0 0,0 0-1 0 0,0 0 1 0 0,-1 0 0 0 0,1 0-1 0 0,0 0 1 0 0,0 0 0 0 0,0-1 0 0 0,0 1-1 0 0,0 0 1 0 0,1 0 0 0 0,-1 2-1 0 0,2 11 226 0 0,0 1 0 0 0,1-1 0 0 0,1 0 0 0 0,0 0 1 0 0,8 17-1 0 0,34 65-217 0 0,-35-76-83 0 0,1 0 0 0 0,1-1 1 0 0,0-1-1 0 0,18 19 0 0 0,-21-27-1 0 0,0 0-1 0 0,0 0 1 0 0,1-1-1 0 0,0-1 0 0 0,1 0 1 0 0,0-1-1 0 0,25 12 1 0 0,-36-18-1 0 0,1-1 0 0 0,0 1 1 0 0,-1 0-1 0 0,1-1 0 0 0,0 0 1 0 0,0 1-1 0 0,-1-1 0 0 0,1 0 1 0 0,0 0-1 0 0,0 0 0 0 0,0 0 1 0 0,0 0-1 0 0,-1 0 0 0 0,1-1 1 0 0,0 1-1 0 0,0 0 0 0 0,-1-1 1 0 0,1 0-1 0 0,0 1 0 0 0,-1-1 1 0 0,1 0-1 0 0,2-1 0 0 0,-1-1 28 0 0,-1 1 0 0 0,1-1 0 0 0,-1 1-1 0 0,0-1 1 0 0,0 0 0 0 0,0 0-1 0 0,0 0 1 0 0,0 0 0 0 0,-1 0 0 0 0,3-7-1 0 0,1-6 151 0 0,-1-1 0 0 0,0 1 0 0 0,2-31 0 0 0,-6 43-171 0 0,11-146 681 0 0,7-57-308 0 0,-11 163-395 0 0,1-1 0 0 0,22-67 0 0 0,-27 103-35 0 0,0 1 0 0 0,1 0 1 0 0,0 0-1 0 0,5-8 1 0 0,-8 15-3 0 0,-1 0 0 0 0,0 0 0 0 0,1 1 0 0 0,-1-1 0 0 0,1 0 0 0 0,-1 0 0 0 0,1 0 1 0 0,-1 1-1 0 0,1-1 0 0 0,0 0 0 0 0,-1 1 0 0 0,1-1 0 0 0,0 0 0 0 0,0 1 0 0 0,-1-1 1 0 0,1 1-1 0 0,0-1 0 0 0,0 1 0 0 0,0 0 0 0 0,0-1 0 0 0,-1 1 0 0 0,1 0 0 0 0,0-1 1 0 0,0 1-1 0 0,0 0 0 0 0,0 0 0 0 0,0 0 0 0 0,0 0 0 0 0,0 0 0 0 0,0 0 0 0 0,0 0 1 0 0,0 0-1 0 0,0 0 0 0 0,-1 1 0 0 0,1-1 0 0 0,0 0 0 0 0,0 1 0 0 0,0-1 0 0 0,0 0 1 0 0,0 1-1 0 0,-1-1 0 0 0,1 1 0 0 0,0-1 0 0 0,0 1 0 0 0,-1 0 0 0 0,1-1 0 0 0,0 1 1 0 0,-1 0-1 0 0,1-1 0 0 0,0 2 0 0 0,8 11-1038 0 0,2 4-229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4.1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56 5529 0 0,'31'-38'8635'0'0,"-26"35"-8148"0"0,1 1 0 0 0,0 0 0 0 0,-1-1 0 0 0,1 2 0 0 0,0-1 0 0 0,0 1 0 0 0,0 0 0 0 0,0 0 0 0 0,0 0 0 0 0,0 1 0 0 0,0 0 0 0 0,0 0 0 0 0,0 0 0 0 0,0 1 0 0 0,8 2 0 0 0,12 3-135 0 0,0 1 1 0 0,27 12-1 0 0,-43-15-151 0 0,104 51 204 0 0,-86-40-490 0 0,0-1 0 0 0,1-1 0 0 0,39 12-1 0 0,-28-19-1041 0 0,-15-9-3671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4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204 54 7858 0 0,'-2'-11'164'0'0,"-4"-14"1758"0"0,-4 7 3295 0 0,9 18-5082 0 0,1 0 0 0 0,-1 0 0 0 0,1 0 0 0 0,-1 0 0 0 0,1 0 1 0 0,-1 0-1 0 0,1 0 0 0 0,-1 0 0 0 0,1 1 0 0 0,-1-1 0 0 0,1 0 1 0 0,-1 0-1 0 0,1 0 0 0 0,-1 1 0 0 0,1-1 0 0 0,-1 0 0 0 0,1 0 1 0 0,0 1-1 0 0,-1-1 0 0 0,1 0 0 0 0,-1 1 0 0 0,1-1 0 0 0,0 0 1 0 0,-1 1-1 0 0,1-1 0 0 0,0 1 0 0 0,-1-1 0 0 0,1 1 0 0 0,0-1 0 0 0,0 0 1 0 0,0 1-1 0 0,-1-1 0 0 0,1 2 0 0 0,-11 19 839 0 0,9-17-632 0 0,-81 193 1859 0 0,31-71-2162 0 0,51-123-101 0 0,-3 5-278 0 0,1 0 1 0 0,-1 0-1 0 0,2 0 1 0 0,-1 0-1 0 0,1 0 0 0 0,0 1 1 0 0,1-1-1 0 0,-1 10 1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4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54 5529 0 0,'-14'12'257'0'0,"10"-9"565"0"0,1-1 0 0 0,0 1 0 0 0,0 0 0 0 0,0 0 0 0 0,0 0 0 0 0,0 0 1 0 0,-1 13 4032 0 0,4-16-4757 0 0,13 1 1649 0 0,12-4-354 0 0,-25 2-1208 0 0,151-39 3115 0 0,-107 26-4463 0 0,57-30-1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5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6 348 4609 0 0,'-6'-4'8544'0'0,"27"7"-3355"0"0,0 5-5302 0 0,-1 0 1121 0 0,-1 1 1 0 0,-1 1 0 0 0,23 16 0 0 0,-3-2-557 0 0,6 4-85 0 0,-31-18-261 0 0,0-1 0 0 0,0-1 0 0 0,1 0 0 0 0,0-1 0 0 0,1-1 0 0 0,0 0 0 0 0,-1-1 0 0 0,22 5 0 0 0,-33-10-74 0 0,-1 1-1 0 0,1-1 1 0 0,-1 0 0 0 0,0 0 0 0 0,1-1-1 0 0,-1 1 1 0 0,1 0 0 0 0,-1-1-1 0 0,0 1 1 0 0,1-1 0 0 0,-1 0-1 0 0,0 0 1 0 0,1 0 0 0 0,-1 0-1 0 0,0 0 1 0 0,0 0 0 0 0,0-1-1 0 0,2-1 1 0 0,-1 0 17 0 0,0-1 0 0 0,0 1 0 0 0,0-1 0 0 0,-1 1 0 0 0,1-1 0 0 0,-1 0 0 0 0,0 0 0 0 0,0 0 0 0 0,1-6 0 0 0,2-8 72 0 0,-1 0-1 0 0,0 0 1 0 0,0-35 0 0 0,-3 44-120 0 0,0 2-38 0 0,18-173 345 0 0,-15 158-955 0 0,1 0 0 0 0,0 0 1 0 0,2 1-1 0 0,1 0 0 0 0,20-40 0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6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58 6913 0 0,'-1'0'240'0'0,"0"0"-1"0"0,1 0 1 0 0,-1 1-1 0 0,0-1 1 0 0,1 0-1 0 0,-1 1 1 0 0,-3 2 1676 0 0,3-2-1677 0 0,1-1 1 0 0,-1 1 0 0 0,1 0-1 0 0,-1-1 1 0 0,1 1-1 0 0,0 0 1 0 0,0-1-1 0 0,-1 1 1 0 0,1 0-1 0 0,0-1 1 0 0,0 1-1 0 0,0 0 1 0 0,0 0-1 0 0,0-1 1 0 0,0 1-1 0 0,0 0 1 0 0,0-1-1 0 0,0 1 1 0 0,0 0-1 0 0,0 0 1 0 0,0-1-1 0 0,1 2 1 0 0,3 25 2246 0 0,-1-19-2159 0 0,0-1 0 0 0,0 1-1 0 0,1-1 1 0 0,-1 0-1 0 0,1 0 1 0 0,1-1 0 0 0,0 1-1 0 0,0-1 1 0 0,10 11-1 0 0,-8-10-281 0 0,0-1 0 0 0,1 0 0 0 0,-1 0 0 0 0,1-1-1 0 0,1 0 1 0 0,-1 0 0 0 0,0-1 0 0 0,1 0-1 0 0,0 0 1 0 0,0-1 0 0 0,0 0 0 0 0,0-1-1 0 0,12 2 1 0 0,-18-4-42 0 0,1 0 0 0 0,-1-1 0 0 0,0 1 0 0 0,0-1-1 0 0,1 0 1 0 0,-1 1 0 0 0,0-1 0 0 0,0-1 0 0 0,0 1 0 0 0,0 0-1 0 0,0-1 1 0 0,0 0 0 0 0,-1 1 0 0 0,1-1 0 0 0,0 0 0 0 0,-1-1-1 0 0,1 1 1 0 0,-1 0 0 0 0,0-1 0 0 0,0 1 0 0 0,0-1 0 0 0,0 0 0 0 0,0 1-1 0 0,-1-1 1 0 0,1 0 0 0 0,1-5 0 0 0,4-8-148 0 0,-1-1 0 0 0,0 0 0 0 0,4-27 0 0 0,-8 35 8 0 0,5-17 3 0 0,-4 14 182 0 0,0 0 1 0 0,0 0-1 0 0,1-23 192 0 0,2 63 652 0 0,15 71-224 0 0,9 55-7 0 0,-27-130-604 0 0,-2 0-1 0 0,0 0 1 0 0,-2 0 0 0 0,-5 39-1 0 0,2-41-73 0 0,-1 0 0 0 0,-1 0 0 0 0,-1 0 0 0 0,-1-1 0 0 0,-1 0 0 0 0,-15 26 0 0 0,17-35-888 0 0,-1 0 1 0 0,-1-1 0 0 0,-15 17-1 0 0,20-24-655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6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11058 0 0,'6'12'3626'0'0,"6"26"-711"0"0,8 42 0 0 0,-13-49-2698 0 0,1 0 1 0 0,21 54-1 0 0,-19-70-2416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6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0 7370 0 0,'-4'8'5130'0'0,"2"24"-1311"0"0,3-26-3971 0 0,1 1-1 0 0,-1-1 1 0 0,2 0-1 0 0,-1 1 1 0 0,0-1-1 0 0,1 0 1 0 0,6 9-1 0 0,10 22-3006 0 0,-14-19 2717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27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 6449 0 0,'-5'-1'333'0'0,"0"1"-1"0"0,1 0 1 0 0,-1 0-1 0 0,0 1 0 0 0,0-1 1 0 0,0 1-1 0 0,1 0 1 0 0,-1 0-1 0 0,0 1 1 0 0,1-1-1 0 0,-1 1 0 0 0,1 0 1 0 0,0 1-1 0 0,-1-1 1 0 0,1 1-1 0 0,-7 5 0 0 0,0 1 591 0 0,-1 0 0 0 0,2 1 1 0 0,-1 0-1 0 0,-12 16 0 0 0,19-20-648 0 0,0-1 0 0 0,0 1 1 0 0,1 0-1 0 0,0 0 0 0 0,0 1 1 0 0,0-1-1 0 0,1 1 0 0 0,0-1 1 0 0,0 1-1 0 0,0 0 0 0 0,1 0 1 0 0,0-1-1 0 0,1 1 0 0 0,-1 0 0 0 0,2 12 1 0 0,0-12-211 0 0,0 0 1 0 0,1 0-1 0 0,0 0 0 0 0,0 0 1 0 0,1 0-1 0 0,-1-1 1 0 0,2 1-1 0 0,-1-1 1 0 0,1 0-1 0 0,-1 0 0 0 0,2 0 1 0 0,-1 0-1 0 0,1-1 1 0 0,0 0-1 0 0,5 6 0 0 0,12 4-50 0 0,-18-13-15 0 0,0 0 0 0 0,0 1-1 0 0,-1-1 1 0 0,1 1 0 0 0,0 0 0 0 0,-1 0 0 0 0,0 1 0 0 0,1-1 0 0 0,-1 1 0 0 0,0-1 0 0 0,-1 1 0 0 0,1 0 0 0 0,2 5 0 0 0,-5-7-1 0 0,0-1 0 0 0,0 1 1 0 0,-1-1-1 0 0,1 1 1 0 0,0-1-1 0 0,-1 0 0 0 0,1 1 1 0 0,-1-1-1 0 0,1 0 1 0 0,-1 1-1 0 0,0-1 0 0 0,1 0 1 0 0,-1 0-1 0 0,0 1 0 0 0,0-1 1 0 0,0 0-1 0 0,0 0 1 0 0,0 0-1 0 0,0 0 0 0 0,-3 1 1 0 0,-28 19-28 0 0,19-15 15 0 0,-37 20-889 0 0,34-20-71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33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1 697 2304 0 0,'60'-39'-778'0'0,"-29"27"3220"0"0,0 1 0 0 0,0 2 1 0 0,45-7-1 0 0,5-2-1742 0 0,44-8-130 0 0,144-11 0 0 0,-49 8-622 0 0,276-53 83 0 0,156-23 257 0 0,201-22 457 0 0,-705 104-698 0 0,730-98 274 0 0,-456 83-369 0 0,-399 36 270 0 0,-1 0 0 0 0,40 4 0 0 0,-52-1-221 0 0,1 0 1 0 0,-1 1 0 0 0,1 0-1 0 0,-1 1 1 0 0,0 0 0 0 0,0 1-1 0 0,18 9 1 0 0,-18-7 654 0 0,-1 1 0 0 0,1 0 0 0 0,-2 0 0 0 0,1 1 0 0 0,-1 0 0 0 0,0 0 0 0 0,-1 1 0 0 0,12 18 0 0 0,-10-11-391 0 0,-1-1-1 0 0,0 1 0 0 0,-1 1 1 0 0,-1-1-1 0 0,4 21 0 0 0,1 17-598 0 0,-3 0 0 0 0,1 98-1 0 0,-6-86 903 0 0,2 21-553 0 0,4 0 0 0 0,3-1 0 0 0,40 143 0 0 0,-23-143-39 0 0,21 81 131 0 0,-45-144-87 0 0,-1 1 0 0 0,-1 1-1 0 0,-1-1 1 0 0,-1 0-1 0 0,-3 31 1 0 0,-2-6 5 0 0,-2 0 1 0 0,-2 0-1 0 0,-2-1 0 0 0,-28 78 1 0 0,35-120 0 0 0,0 1-1 0 0,-1-1 1 0 0,1 0 0 0 0,-1 0 0 0 0,-1 0 0 0 0,1-1 0 0 0,-1 0-1 0 0,0 1 1 0 0,0-1 0 0 0,-1-1 0 0 0,1 1 0 0 0,-1-1 0 0 0,0 0-1 0 0,0-1 1 0 0,0 1 0 0 0,-1-1 0 0 0,1 0 0 0 0,-10 2-1 0 0,-10 2 49 0 0,-1-1-1 0 0,1-1 0 0 0,-45 1 0 0 0,-11 3-12 0 0,-824 110 711 0 0,405-75-945 0 0,-158 10-111 0 0,-443 53-1719 0 0,594-73 1929 0 0,186-21 224 0 0,221-4 170 0 0,-107 23 0 0 0,204-31-413 0 0,-41 5 658 0 0,43-6-658 0 0,1 0 0 0 0,0 0-1 0 0,-1 0 1 0 0,1 0 0 0 0,-1 0-1 0 0,1 0 1 0 0,-1-1-1 0 0,1 1 1 0 0,0 0 0 0 0,-1-1-1 0 0,1 1 1 0 0,0-1 0 0 0,-1 1-1 0 0,1-1 1 0 0,0 0-1 0 0,0 0 1 0 0,-1 1 0 0 0,1-1-1 0 0,0 0 1 0 0,0 0 0 0 0,0 0-1 0 0,0 0 1 0 0,0 0-1 0 0,0 0 1 0 0,1-1 0 0 0,-2-1-1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34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12 2761 0 0,'-5'-3'-459'0'0,"-24"-5"9893"0"0,32 24-7936 0 0,27 60 3294 0 0,-15-41-3167 0 0,17 59 1 0 0,0 39-994 0 0,94 242 0 0 0,-105-327-627 0 0,108 261 48 0 0,-101-230 82 0 0,-3 0 1 0 0,14 86-1 0 0,-3 64-1610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3.6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8 8754 0 0,'-25'-8'10274'0'0,"30"19"-9268"0"0,3 7-736 0 0,-1 0 1 0 0,0 0 0 0 0,-1 1-1 0 0,-2-1 1 0 0,0 1 0 0 0,3 34-1 0 0,-2-20-145 0 0,4 31-111 0 0,-3-15-17 0 0,19 74 0 0 0,-21-110 1 0 0,0 0 1 0 0,0-1-1 0 0,1 0 1 0 0,1 0-1 0 0,0 0 1 0 0,1-1 0 0 0,0 0-1 0 0,0 0 1 0 0,1 0-1 0 0,17 15 1 0 0,-23-23 21 0 0,0-1 0 0 0,1 0-1 0 0,-1 0 1 0 0,1 0 0 0 0,-1-1 0 0 0,1 1 0 0 0,0 0 0 0 0,0-1 0 0 0,0 0 0 0 0,0 1 0 0 0,0-1 0 0 0,0-1 0 0 0,0 1 0 0 0,0 0 0 0 0,0-1 0 0 0,0 1-1 0 0,1-1 1 0 0,-1 0 0 0 0,0 0 0 0 0,0 0 0 0 0,0-1 0 0 0,0 1 0 0 0,1-1 0 0 0,3-1 0 0 0,-2 0 21 0 0,0-1 0 0 0,0 0 0 0 0,0 0 0 0 0,0 0 0 0 0,-1-1 0 0 0,1 0 0 0 0,-1 0 1 0 0,0 0-1 0 0,0 0 0 0 0,0-1 0 0 0,-1 1 0 0 0,6-9 0 0 0,0-2-246 0 0,0-1 1 0 0,-1 0-1 0 0,-1-1 1 0 0,0 0-1 0 0,6-28 1 0 0,-9 26-834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3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0 166 14283 0 0,'4'-3'462'0'0,"0"-1"0"0"0,0 0 0 0 0,0 1 0 0 0,1 0 0 0 0,-1 0 0 0 0,1 0 0 0 0,0 1 0 0 0,0-1 0 0 0,0 1 0 0 0,0 0 0 0 0,10-2-1 0 0,5-3 124 0 0,67-30 1532 0 0,77-35-4642 0 0,-139 58 1446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4.3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6449 0 0,'-1'1'346'0'0,"1"0"-1"0"0,0 0 0 0 0,-1 0 0 0 0,1-1 0 0 0,0 1 0 0 0,0 0 0 0 0,0 0 1 0 0,0 0-1 0 0,0 0 0 0 0,0 0 0 0 0,0 0 0 0 0,0 0 0 0 0,0 0 1 0 0,0 0-1 0 0,0-1 0 0 0,1 1 0 0 0,-1 0 0 0 0,0 0 0 0 0,0 0 1 0 0,2 2 1034 0 0,0-1-1035 0 0,18 28 3114 0 0,-9-13-1900 0 0,5 16 67 0 0,17 48-1 0 0,-23-53-1467 0 0,1-1 1 0 0,1-1 0 0 0,20 33-1 0 0,-31-56-183 0 0,0-1 1 0 0,1 0-1 0 0,-1 0 0 0 0,1 0 1 0 0,-1 0-1 0 0,1 0 0 0 0,0 0 1 0 0,0 0-1 0 0,0 0 0 0 0,0-1 1 0 0,0 1-1 0 0,1-1 0 0 0,-1 1 1 0 0,0-1-1 0 0,1 0 0 0 0,-1 0 0 0 0,0 0 1 0 0,1 0-1 0 0,0-1 0 0 0,3 2 1 0 0,-4-3-13 0 0,1 1 1 0 0,-1-1-1 0 0,1 0 1 0 0,-1 0-1 0 0,0 1 1 0 0,0-2 0 0 0,1 1-1 0 0,-1 0 1 0 0,0 0-1 0 0,0-1 1 0 0,0 1-1 0 0,0-1 1 0 0,0 1-1 0 0,0-1 1 0 0,-1 0 0 0 0,1 0-1 0 0,-1 0 1 0 0,1 0-1 0 0,-1 0 1 0 0,0 0-1 0 0,3-4 1 0 0,8-19-22 0 0,-1 0 1 0 0,0-1-1 0 0,8-35 1 0 0,-10 31 501 0 0,24-56-1 0 0,-32 85-435 0 0,-1 0-1 0 0,0 0 0 0 0,1 1 1 0 0,-1-1-1 0 0,1 0 0 0 0,-1 0 1 0 0,1 1-1 0 0,-1-1 1 0 0,1 0-1 0 0,0 0 0 0 0,-1 1 1 0 0,1-1-1 0 0,0 1 0 0 0,-1-1 1 0 0,1 0-1 0 0,0 1 0 0 0,0 0 1 0 0,0-1-1 0 0,-1 1 1 0 0,1-1-1 0 0,0 1 0 0 0,0 0 1 0 0,0 0-1 0 0,0-1 0 0 0,0 1 1 0 0,0 0-1 0 0,0 0 0 0 0,1 0 1 0 0,0 1 21 0 0,0-1-1 0 0,0 1 1 0 0,0 0 0 0 0,0 0 0 0 0,0 0-1 0 0,-1 0 1 0 0,1 0 0 0 0,0 0 0 0 0,0 0-1 0 0,-1 0 1 0 0,1 1 0 0 0,1 1 0 0 0,4 5 24 0 0,-1 0 0 0 0,0 0 0 0 0,0 0 0 0 0,6 13 0 0 0,-3 1-105 0 0,-1 1 0 0 0,-1 0 0 0 0,-1 0 0 0 0,-1 0 0 0 0,2 35 0 0 0,7 26-2401 0 0,-10-64-5254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4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6449 0 0,'4'-12'12406'0'0,"1"16"-12135"0"0,0 0 1 0 0,-1 0-1 0 0,1 0 1 0 0,-1 0-1 0 0,0 1 1 0 0,0 0 0 0 0,0 0-1 0 0,0 0 1 0 0,-1 0-1 0 0,0 1 1 0 0,0-1-1 0 0,0 1 1 0 0,-1 0-1 0 0,0-1 1 0 0,3 13-1 0 0,4 16-42 0 0,6 50-1 0 0,-14-81-166 0 0,1 10 27 0 0,-2-7-102 0 0,0 0 0 0 0,1 0-1 0 0,0 0 1 0 0,0-1 0 0 0,1 1-1 0 0,0 0 1 0 0,0-1 0 0 0,0 1 0 0 0,1-1-1 0 0,2 6 1 0 0,-4-11 5 0 0,-1 0 0 0 0,1 0-1 0 0,-1 0 1 0 0,1 0 0 0 0,-1 0 0 0 0,1 0-1 0 0,-1 0 1 0 0,0 0 0 0 0,1 0-1 0 0,-1 0 1 0 0,1-1 0 0 0,-1 1 0 0 0,1 0-1 0 0,-1 0 1 0 0,1 0 0 0 0,-1 0 0 0 0,0-1-1 0 0,1 1 1 0 0,-1 0 0 0 0,1-1 0 0 0,-1 1-1 0 0,0 0 1 0 0,1 0 0 0 0,-1-1 0 0 0,0 1-1 0 0,0-1 1 0 0,1 1 0 0 0,-1 0 0 0 0,0-1-1 0 0,0 1 1 0 0,1-1 0 0 0,-1 1-1 0 0,0 0 1 0 0,0-1 0 0 0,0 1 0 0 0,0-1-1 0 0,0 1 1 0 0,0-1 0 0 0,1 1 0 0 0,-1-1-1 0 0,7-20-196 0 0,3-14 83 0 0,1 0 0 0 0,26-55 1 0 0,-37 88 135 0 0,1 0 1 0 0,0 0 0 0 0,0 0-1 0 0,0 0 1 0 0,0 0 0 0 0,1 1 0 0 0,-1-1-1 0 0,0 0 1 0 0,1 1 0 0 0,-1-1 0 0 0,1 1-1 0 0,0-1 1 0 0,-1 1 0 0 0,1 0-1 0 0,0-1 1 0 0,0 1 0 0 0,0 0 0 0 0,0 0-1 0 0,0 1 1 0 0,0-1 0 0 0,0 0 0 0 0,0 1-1 0 0,0-1 1 0 0,0 1 0 0 0,1-1-1 0 0,-1 1 1 0 0,0 0 0 0 0,3 0 0 0 0,-1 1 25 0 0,1 1 1 0 0,-1-1 0 0 0,0 1 0 0 0,0 0 0 0 0,0 0-1 0 0,0 0 1 0 0,0 1 0 0 0,0-1 0 0 0,-1 1 0 0 0,1 0-1 0 0,-1 0 1 0 0,6 7 0 0 0,9 9-331 0 0,-1 0 0 0 0,-1 2 0 0 0,0 0 0 0 0,15 29 0 0 0,-22-34-732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5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193 436 6449 0 0,'7'-18'694'0'0,"-6"-14"5515"0"0,-1 31-5955 0 0,-1 0 1 0 0,1 0 0 0 0,0 0 0 0 0,0 1-1 0 0,0-1 1 0 0,-1 0 0 0 0,1 0-1 0 0,-1 0 1 0 0,1 0 0 0 0,-1 1 0 0 0,1-1-1 0 0,-1 0 1 0 0,1 0 0 0 0,-1 1 0 0 0,1-1-1 0 0,-1 0 1 0 0,0 1 0 0 0,1-1-1 0 0,-1 1 1 0 0,-1-1 0 0 0,1 0-201 0 0,-1 1 0 0 0,1 0 0 0 0,0 0 1 0 0,0 0-1 0 0,-1 0 0 0 0,1 0 0 0 0,0 0 0 0 0,0 0 0 0 0,-1 0 1 0 0,1 0-1 0 0,0 1 0 0 0,0-1 0 0 0,-1 0 0 0 0,1 1 0 0 0,0-1 1 0 0,0 1-1 0 0,0-1 0 0 0,0 1 0 0 0,-2 1 0 0 0,-8 5 217 0 0,1 2 0 0 0,-1-1 0 0 0,1 1 1 0 0,1 0-1 0 0,0 1 0 0 0,0 0 0 0 0,1 1 0 0 0,-8 12 0 0 0,-1 5-318 0 0,1 0-1 0 0,-14 35 1 0 0,28-59 42 0 0,1 0 1 0 0,0 0-1 0 0,0-1 0 0 0,0 1 1 0 0,0 0-1 0 0,1 0 1 0 0,-1 0-1 0 0,1 1 0 0 0,0 5 1 0 0,0-10-13 0 0,0 1 1 0 0,0-1-1 0 0,1 0 1 0 0,-1 1 0 0 0,0-1-1 0 0,0 1 1 0 0,0-1 0 0 0,0 1-1 0 0,0-1 1 0 0,1 1-1 0 0,-1-1 1 0 0,0 0 0 0 0,0 1-1 0 0,1-1 1 0 0,-1 0-1 0 0,0 1 1 0 0,1-1 0 0 0,-1 0-1 0 0,0 1 1 0 0,1-1-1 0 0,-1 0 1 0 0,0 1 0 0 0,1-1-1 0 0,-1 0 1 0 0,1 0 0 0 0,-1 0-1 0 0,1 1 1 0 0,-1-1-1 0 0,0 0 1 0 0,1 0 0 0 0,1 0-42 0 0,0 0 1 0 0,-1-1-1 0 0,1 1 0 0 0,-1-1 1 0 0,1 1-1 0 0,-1-1 1 0 0,0 0-1 0 0,1 0 1 0 0,-1 1-1 0 0,0-1 1 0 0,1 0-1 0 0,-1 0 1 0 0,0 0-1 0 0,2-2 0 0 0,8-9-245 0 0,0-1-1 0 0,0 0 1 0 0,-1 0-1 0 0,9-17 0 0 0,-10 14 448 0 0,1 1-1 0 0,1 1 0 0 0,13-15 0 0 0,-23 28-85 0 0,1-1 1 0 0,-1 0 0 0 0,1 1-1 0 0,0-1 1 0 0,-1 1-1 0 0,1 0 1 0 0,0-1-1 0 0,0 1 1 0 0,0 0 0 0 0,0 0-1 0 0,0 0 1 0 0,0 1-1 0 0,0-1 1 0 0,0 0-1 0 0,0 1 1 0 0,1-1 0 0 0,-1 1-1 0 0,0 0 1 0 0,0 0-1 0 0,1 0 1 0 0,-1 0-1 0 0,0 0 1 0 0,0 0 0 0 0,0 1-1 0 0,1-1 1 0 0,-1 1-1 0 0,3 0 1 0 0,2 3 96 0 0,0 0 0 0 0,0 1 0 0 0,0 0 0 0 0,-1 0 0 0 0,1 0 0 0 0,6 8 0 0 0,-10-9-141 0 0,1 0 0 0 0,0 0 0 0 0,0 0 0 0 0,0-1 0 0 0,0 1 0 0 0,1-1 0 0 0,0 0-1 0 0,-1 0 1 0 0,1-1 0 0 0,0 1 0 0 0,0-1 0 0 0,1 0 0 0 0,-1-1 0 0 0,7 2 0 0 0,-8-3-38 0 0,1 0 0 0 0,0-1 0 0 0,0 0-1 0 0,0 0 1 0 0,0 0 0 0 0,-1 0 0 0 0,1-1 0 0 0,-1 0 0 0 0,1 0 0 0 0,-1 0 0 0 0,0 0 0 0 0,1-1 0 0 0,-1 1 0 0 0,0-1-1 0 0,-1 0 1 0 0,1-1 0 0 0,0 1 0 0 0,-1-1 0 0 0,0 1 0 0 0,0-1 0 0 0,0 0 0 0 0,0 0 0 0 0,-1 0 0 0 0,1-1-1 0 0,1-4 1 0 0,0 0-115 0 0,0-1-1 0 0,-1 0 0 0 0,-1 0 0 0 0,1 1 1 0 0,-1-2-1 0 0,-1 1 0 0 0,0 0 1 0 0,0 0-1 0 0,-1 0 0 0 0,-1 0 0 0 0,-1-12 1 0 0,-23-111-447 0 0,-4-29 2544 0 0,22 109 69 0 0,6 93-1936 0 0,3 0 0 0 0,1 0 0 0 0,2 0-1 0 0,18 73 1 0 0,-19-99-74 0 0,1 0 0 0 0,1 0 0 0 0,0-1 0 0 0,0 1 0 0 0,1-1 1 0 0,1-1-1 0 0,0 1 0 0 0,1-2 0 0 0,0 1 0 0 0,1-1 0 0 0,1 0 0 0 0,-1-1 0 0 0,1 0 0 0 0,1-1 0 0 0,0-1 0 0 0,21 13 0 0 0,-28-19-21 0 0,-1 0-1 0 0,1-1 1 0 0,0 1 0 0 0,0-1-1 0 0,0 0 1 0 0,0 0-1 0 0,0-1 1 0 0,0 1 0 0 0,-1-1-1 0 0,1 0 1 0 0,0 0-1 0 0,0-1 1 0 0,0 0 0 0 0,0 0-1 0 0,0 0 1 0 0,0 0 0 0 0,0-1-1 0 0,-1 1 1 0 0,1-1-1 0 0,-1-1 1 0 0,1 1 0 0 0,-1-1-1 0 0,0 1 1 0 0,0-1-1 0 0,0 0 1 0 0,7-7 0 0 0,-2 1-7 0 0,0-1 1 0 0,0 0 0 0 0,-1 0-1 0 0,0 0 1 0 0,0-1 0 0 0,-1-1 0 0 0,-1 1-1 0 0,0-1 1 0 0,5-14 0 0 0,-10 23 29 0 0,0 0 0 0 0,-1 0 1 0 0,1 0-1 0 0,0 0 0 0 0,-1-1 0 0 0,0 1 0 0 0,0 0 1 0 0,0 0-1 0 0,0-1 0 0 0,-1 1 0 0 0,1 0 0 0 0,-1 0 1 0 0,1 0-1 0 0,-1 0 0 0 0,0 0 0 0 0,-1 0 1 0 0,-2-5-1 0 0,3 6-118 0 0,0 0 0 0 0,0 1 0 0 0,0-1 0 0 0,-1 0 0 0 0,1 1 0 0 0,-1 0 0 0 0,1-1 0 0 0,-1 1 0 0 0,1 0 0 0 0,-1 0-1 0 0,0 0 1 0 0,0 0 0 0 0,0 0 0 0 0,1 0 0 0 0,-1 0 0 0 0,0 1 0 0 0,0-1 0 0 0,0 1 0 0 0,0-1 0 0 0,0 1 0 0 0,0 0 0 0 0,0 0 0 0 0,0 0 0 0 0,0 0 0 0 0,0 0 0 0 0,0 0 0 0 0,0 1 0 0 0,-4 0 0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5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7 11522 0 0,'-1'-1'174'0'0,"0"0"-1"0"0,-1 1 1 0 0,1-1-1 0 0,0 0 1 0 0,0 1-1 0 0,0-1 1 0 0,-1 1-1 0 0,1-1 1 0 0,0 1-1 0 0,0 0 1 0 0,-1 0-1 0 0,1-1 1 0 0,0 1-1 0 0,-1 0 1 0 0,1 0-1 0 0,0 0 1 0 0,-1 0-1 0 0,1 1 1 0 0,0-1-1 0 0,-1 0 1 0 0,1 0-1 0 0,0 1 1 0 0,-1-1-1 0 0,1 1 1 0 0,0-1-1 0 0,-1 2 1 0 0,0-1 141 0 0,0 1 0 0 0,0 0 0 0 0,1 0 0 0 0,-1 0 0 0 0,1 0 0 0 0,0 0 0 0 0,-1 0 0 0 0,1 0 0 0 0,0 0 0 0 0,0 1 0 0 0,0-1 0 0 0,1 0 0 0 0,-1 1 0 0 0,0 2 0 0 0,0 9-5 0 0,0-1 0 0 0,1 1-1 0 0,1-1 1 0 0,0 0 0 0 0,1 1-1 0 0,0-1 1 0 0,1 0 0 0 0,5 14-1 0 0,1 5 24 0 0,17 97 492 0 0,23 90-563 0 0,-44-205-2056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6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1 214 4609 0 0,'0'1'198'0'0,"1"0"-1"0"0,-1 1 1 0 0,1-1 0 0 0,0 0-1 0 0,0 0 1 0 0,-1 0 0 0 0,1 0-1 0 0,0 0 1 0 0,0-1 0 0 0,0 1-1 0 0,0 0 1 0 0,0 0 0 0 0,0 0 0 0 0,0-1-1 0 0,1 1 1 0 0,-1-1 0 0 0,0 1-1 0 0,0-1 1 0 0,0 1 0 0 0,1-1-1 0 0,-1 0 1 0 0,2 1 0 0 0,30 6 4236 0 0,-26-6-3736 0 0,0 0 1 0 0,0-1 0 0 0,0 0 0 0 0,0-1 0 0 0,1 1 0 0 0,-2-1 0 0 0,1-1-1 0 0,0 0 1 0 0,11-3 0 0 0,-10 1-415 0 0,0 0-1 0 0,0 0 1 0 0,0 0 0 0 0,-1-1-1 0 0,0 0 1 0 0,0 0 0 0 0,10-10-1 0 0,-12 9-277 0 0,1 1-1 0 0,-1-1 1 0 0,-1 0-1 0 0,1 0 1 0 0,-1-1-1 0 0,0 1 1 0 0,-1-1-1 0 0,1 0 1 0 0,-1 0-1 0 0,-1 0 1 0 0,1-1-1 0 0,-1 1 1 0 0,-1 0-1 0 0,1-1 1 0 0,-1 1-1 0 0,-1-1 0 0 0,1 0 1 0 0,-1 1-1 0 0,-2-15 1 0 0,2 20-12 0 0,0 1 1 0 0,0-1-1 0 0,0 1 0 0 0,-1-1 1 0 0,1 1-1 0 0,0-1 0 0 0,-1 1 1 0 0,1 0-1 0 0,-1-1 1 0 0,1 1-1 0 0,-1 0 0 0 0,0-1 1 0 0,0 1-1 0 0,0 0 0 0 0,1 0 1 0 0,-1 0-1 0 0,0 0 0 0 0,0 0 1 0 0,-1 0-1 0 0,1 0 0 0 0,0 0 1 0 0,0 0-1 0 0,0 0 1 0 0,-3-1-1 0 0,2 2-11 0 0,0 0 1 0 0,0 0 0 0 0,1 0-1 0 0,-1 0 1 0 0,0 1-1 0 0,0-1 1 0 0,0 0 0 0 0,1 1-1 0 0,-1-1 1 0 0,0 1-1 0 0,0 0 1 0 0,1-1-1 0 0,-1 1 1 0 0,0 0 0 0 0,1 0-1 0 0,-3 2 1 0 0,-4 3-50 0 0,0 1 0 0 0,0 1 0 0 0,0-1 0 0 0,1 1 0 0 0,-9 14 0 0 0,11-15 7 0 0,1 0 0 0 0,-1 1 0 0 0,2 0 0 0 0,-1 0 0 0 0,1 0 0 0 0,1 0 1 0 0,-1 0-1 0 0,1 1 0 0 0,1-1 0 0 0,0 1 0 0 0,0-1 0 0 0,0 1 0 0 0,1 0 0 0 0,1-1 0 0 0,-1 1 1 0 0,1-1-1 0 0,3 11 0 0 0,-2-12-143 0 0,0 0 0 0 0,1-1 1 0 0,0 1-1 0 0,0 0 0 0 0,0-1 0 0 0,1 0 1 0 0,0 0-1 0 0,0 0 0 0 0,0 0 0 0 0,1-1 1 0 0,0 0-1 0 0,0 0 0 0 0,0 0 0 0 0,1 0 1 0 0,0-1-1 0 0,0 0 0 0 0,0 0 0 0 0,0 0 0 0 0,0-1 1 0 0,1 0-1 0 0,7 2 0 0 0,7 1-6958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1:46.2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 20276 0 0,'-1'3'1801'0'0,"-1"0"-1441"0"0,4-2-288 0 0,-1-1-72 0 0,1 0 376 0 0,-1 0 56 0 0,2 0 16 0 0,2-1 0 0 0,1-4-448 0 0,3-4-104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5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17 283 5985 0 0,'-1'0'55'0'0,"1"0"-1"0"0,-1 0 0 0 0,0 0 1 0 0,1 0-1 0 0,-1 0 0 0 0,1 0 1 0 0,-1 0-1 0 0,0-1 0 0 0,1 1 1 0 0,-1 0-1 0 0,1 0 0 0 0,-1 0 1 0 0,0-1-1 0 0,1 1 0 0 0,-1 0 1 0 0,1-1-1 0 0,-1 1 1 0 0,1 0-1 0 0,-1-1 0 0 0,1 1 1 0 0,-1-1-1 0 0,1 1 0 0 0,-1-1 1 0 0,1 1-1 0 0,0-1 0 0 0,-1 1 1 0 0,1-1-1 0 0,0 1 0 0 0,0-1 1 0 0,-1 0-1 0 0,1 0 0 0 0,0-2 107 0 0,-1 1 0 0 0,1 0 0 0 0,0 0 0 0 0,0-1 1 0 0,1 1-1 0 0,-1 0 0 0 0,0-1 0 0 0,1 1 0 0 0,0-3 0 0 0,23-48 1448 0 0,-9 28-1329 0 0,1 1 1 0 0,22-25 0 0 0,15-13-3708 0 0,-22 29-163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7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14747 0 0,'3'6'660'0'0,"-1"-1"-1"0"0,1 1 1 0 0,0-1-1 0 0,0 0 0 0 0,7 9 1 0 0,24 40 1130 0 0,-20-24-1274 0 0,-2 1 1 0 0,0 1 0 0 0,-2 0-1 0 0,11 66 1 0 0,0 134 274 0 0,-12-100-726 0 0,9 12-1833 0 0,-19-137-1144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8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67 456 0 0,'32'-12'1601'0'0,"0"0"0"0"0,1 2 0 0 0,1 1 1 0 0,0 2-1 0 0,0 2 0 0 0,47-3 0 0 0,-55 6-402 0 0,-1 1 0 0 0,28 2 0 0 0,-46 0-975 0 0,-1-1 1 0 0,0 1-1 0 0,0 0 1 0 0,0 0-1 0 0,1 1 0 0 0,-1 0 1 0 0,-1 0-1 0 0,1 0 0 0 0,0 1 1 0 0,0 0-1 0 0,-1 0 1 0 0,0 1-1 0 0,1-1 0 0 0,5 6 1 0 0,-10-7-175 0 0,1 0 1 0 0,0 0 0 0 0,-1 0 0 0 0,0 0-1 0 0,1 0 1 0 0,-1 1 0 0 0,0-1 0 0 0,0 0-1 0 0,0 0 1 0 0,-1 1 0 0 0,1-1 0 0 0,-1 1-1 0 0,1-1 1 0 0,-1 1 0 0 0,0-1-1 0 0,1 5 1 0 0,-2-2 30 0 0,0 0 0 0 0,0 0 0 0 0,0 0 0 0 0,0 0-1 0 0,-1 0 1 0 0,1 0 0 0 0,-5 8 0 0 0,-5 4 192 0 0,0 1 1 0 0,-1-2-1 0 0,-17 20 0 0 0,19-25-44 0 0,-94 102 208 0 0,69-79-232 0 0,2 1 0 0 0,1 2 0 0 0,-35 54 1 0 0,66-90-186 0 0,0 1 1 0 0,1-1-1 0 0,-1 0 1 0 0,1 0 0 0 0,-1 0-1 0 0,1 0 1 0 0,-1 0-1 0 0,1 1 1 0 0,-1-1 0 0 0,1 0-1 0 0,0 0 1 0 0,0 1 0 0 0,0-1-1 0 0,0 0 1 0 0,0 0-1 0 0,0 1 1 0 0,0-1 0 0 0,0 0-1 0 0,0 1 1 0 0,1-1 0 0 0,-1 0-1 0 0,0 0 1 0 0,1 0-1 0 0,-1 1 1 0 0,1-1 0 0 0,0 0-1 0 0,0 1 1 0 0,1 1 22 0 0,1-1 1 0 0,-1 0-1 0 0,1 0 1 0 0,-1 0-1 0 0,1 0 0 0 0,-1 0 1 0 0,1-1-1 0 0,0 1 0 0 0,0-1 1 0 0,5 2-1 0 0,8 1 78 0 0,-1 0 0 0 0,0-1-1 0 0,24 2 1 0 0,341 31-852 0 0,-340-31-1160 0 0,-1-2-5913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8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81 4609 0 0,'0'-1'240'0'0,"0"0"0"0"0,0 0 0 0 0,1 0 0 0 0,-1 1 1 0 0,0-1-1 0 0,1 0 0 0 0,-1 0 0 0 0,1 1 0 0 0,-1-1 0 0 0,0 0 0 0 0,1 0 0 0 0,0 1 0 0 0,-1-1 1 0 0,1 0-1 0 0,-1 1 0 0 0,1-1 0 0 0,0 1 0 0 0,-1-1 0 0 0,1 1 0 0 0,0-1 0 0 0,0 1 1 0 0,-1 0-1 0 0,1-1 0 0 0,0 1 0 0 0,1-1 0 0 0,25-12 3115 0 0,-5 4-1400 0 0,2 1-1 0 0,24-5 0 0 0,54-3 481 0 0,-41 12-1763 0 0,80 4 0 0 0,-115 1-575 0 0,0 2-1 0 0,0 1 0 0 0,43 12 1 0 0,-8 5-3749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8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5329 0 0,'1'0'125'0'0,"1"-1"0"0"0,-1 1 0 0 0,0-1 0 0 0,1 1 0 0 0,-1 0 0 0 0,0 0 0 0 0,1-1-1 0 0,-1 1 1 0 0,1 0 0 0 0,-1 0 0 0 0,0 0 0 0 0,1 1 0 0 0,-1-1 0 0 0,0 0 0 0 0,1 0 0 0 0,-1 1 0 0 0,0-1 0 0 0,1 1 0 0 0,-1-1-1 0 0,0 1 1 0 0,0 0 0 0 0,2 0 0 0 0,27 18 5351 0 0,-26-15-4912 0 0,0 0 1 0 0,0 0 0 0 0,-1 1-1 0 0,0 0 1 0 0,0 0 0 0 0,0 0-1 0 0,0 0 1 0 0,-1 0-1 0 0,1 0 1 0 0,-1 1 0 0 0,-1-1-1 0 0,1 1 1 0 0,-1-1 0 0 0,1 10-1 0 0,0 10-166 0 0,0 1-1 0 0,-3 27 1 0 0,0 10 411 0 0,9-3-750 0 0,1 0 0 0 0,3-1-1 0 0,3-1 1 0 0,3 0 0 0 0,25 57-1 0 0,-39-105-434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1.9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421 288 7370 0 0,'-13'-25'1223'0'0,"-1"1"1"0"0,-28-39 0 0 0,35 55-721 0 0,1 1 1 0 0,-1-1-1 0 0,0 1 1 0 0,0 0-1 0 0,-1 0 1 0 0,0 1-1 0 0,0 0 1 0 0,0 1 0 0 0,-1 0-1 0 0,-17-8 1 0 0,23 12-442 0 0,0 1 0 0 0,0-1 1 0 0,-1 1-1 0 0,1-1 0 0 0,0 1 1 0 0,0 0-1 0 0,0 1 0 0 0,0-1 1 0 0,0 0-1 0 0,0 1 0 0 0,0 0 1 0 0,0-1-1 0 0,0 1 0 0 0,0 1 1 0 0,0-1-1 0 0,0 0 0 0 0,1 1 1 0 0,-1-1-1 0 0,0 1 0 0 0,1 0 1 0 0,0 0-1 0 0,-1 0 0 0 0,1 0 1 0 0,0 0-1 0 0,0 0 0 0 0,0 1 1 0 0,0-1-1 0 0,-2 4 0 0 0,-6 9 113 0 0,1 0 0 0 0,0 1 0 0 0,-11 27 0 0 0,15-31-85 0 0,-19 42 95 0 0,2 1 0 0 0,2 1 0 0 0,-23 114 0 0 0,40-145-196 0 0,0-1-1 0 0,2 1 1 0 0,1 0 0 0 0,1-1-1 0 0,4 28 1 0 0,-2-35 23 0 0,0 0 0 0 0,2-1 1 0 0,0 0-1 0 0,1 1 0 0 0,0-2 0 0 0,2 1 0 0 0,-1-1 1 0 0,14 18-1 0 0,-15-24 20 0 0,0 0 0 0 0,1-1 0 0 0,0 0 1 0 0,1-1-1 0 0,-1 0 0 0 0,1 0 0 0 0,1 0 0 0 0,-1-1 0 0 0,1 0 0 0 0,0-1 1 0 0,1 0-1 0 0,-1-1 0 0 0,1 1 0 0 0,0-2 0 0 0,0 0 0 0 0,0 0 1 0 0,1 0-1 0 0,-1-1 0 0 0,13 0 0 0 0,-8-2-30 0 0,0 0-1 0 0,0-1 1 0 0,0 0 0 0 0,0-2 0 0 0,0 0-1 0 0,0 0 1 0 0,-1-2 0 0 0,1 1 0 0 0,-1-2-1 0 0,0 0 1 0 0,-1-1 0 0 0,25-16-1 0 0,-19 10-29 0 0,-1-1 0 0 0,-1 0-1 0 0,0-2 1 0 0,-1 0 0 0 0,0-1-1 0 0,-2 0 1 0 0,20-31 0 0 0,-17 19 12 0 0,-1-1 1 0 0,-1 0-1 0 0,-2-1 0 0 0,14-48 1 0 0,-5-16 399 0 0,-4-1 0 0 0,9-150 0 0 0,-22 194-51 0 0,-5 47-275 0 0,2-14 121 0 0,0-1 0 0 0,-2 1 0 0 0,-2-24 0 0 0,12 152 936 0 0,12 74-1070 0 0,4 20 15 0 0,-20-171-54 0 0,2 0 0 0 0,1 0 0 0 0,1-1 0 0 0,16 32 0 0 0,-26-63-6 0 0,22 40-33 0 0,-21-38 31 0 0,0 0-1 0 0,1 0 0 0 0,-1 0 0 0 0,0-1 1 0 0,1 1-1 0 0,-1-1 0 0 0,1 1 0 0 0,-1-1 0 0 0,1 1 1 0 0,0-1-1 0 0,-1 0 0 0 0,1 0 0 0 0,0 0 1 0 0,0 0-1 0 0,0 0 0 0 0,0 0 0 0 0,0-1 1 0 0,3 2-1 0 0,-4-3-9 0 0,0 1 1 0 0,0 0 0 0 0,0-1-1 0 0,0 1 1 0 0,1-1 0 0 0,-1 1-1 0 0,0-1 1 0 0,0 0 0 0 0,-1 1-1 0 0,1-1 1 0 0,0 0 0 0 0,0 0 0 0 0,0 1-1 0 0,0-1 1 0 0,-1 0 0 0 0,1 0-1 0 0,0 0 1 0 0,-1 0 0 0 0,1 0-1 0 0,0-2 1 0 0,12-26-165 0 0,-10 22 146 0 0,29-79-88 0 0,10-21 96 0 0,-36 94 8 0 0,1 0 1 0 0,0 0-1 0 0,1 0 0 0 0,1 1 0 0 0,13-16 0 0 0,-20 26 28 0 0,-1 0 1 0 0,1 0-1 0 0,0 0 0 0 0,0 1 0 0 0,0-1 1 0 0,0 0-1 0 0,0 1 0 0 0,1-1 1 0 0,-1 1-1 0 0,0 0 0 0 0,1 0 1 0 0,-1 0-1 0 0,1 0 0 0 0,-1 0 0 0 0,1 0 1 0 0,0 1-1 0 0,-1-1 0 0 0,1 1 1 0 0,5 0-1 0 0,-6 0 6 0 0,1 1 0 0 0,0 0 0 0 0,-1 0 0 0 0,1 0 0 0 0,-1 0 0 0 0,1 0 0 0 0,-1 1 0 0 0,1-1 0 0 0,-1 1 0 0 0,0 0 0 0 0,0-1 0 0 0,0 1 0 0 0,0 0 0 0 0,0 0 0 0 0,3 5 0 0 0,4 7 61 0 0,0 1 0 0 0,-1 0 1 0 0,-1 1-1 0 0,10 29 0 0 0,-14-38-77 0 0,79 190-1404 0 0,-73-174 584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2.6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280 142 3225 0 0,'12'-31'15'0'0,"-10"25"677"0"0,-1 0 0 0 0,0 0 0 0 0,0 0 0 0 0,0 0 0 0 0,-1 0 1 0 0,0-10-1 0 0,0 13-387 0 0,0 0 0 0 0,-1 1 0 0 0,1-1 0 0 0,-1 1 0 0 0,1-1 0 0 0,-1 1 0 0 0,0-1 0 0 0,0 1 0 0 0,0 0 0 0 0,0-1 0 0 0,0 1 0 0 0,-1 0 0 0 0,1 0 0 0 0,-1 0 0 0 0,1 0 0 0 0,-1 0 0 0 0,0 0 0 0 0,0 0 0 0 0,0 0 0 0 0,0 1 0 0 0,0-1 0 0 0,0 1 0 0 0,0 0 0 0 0,-1-1 0 0 0,1 1 0 0 0,0 0 0 0 0,-1 0 0 0 0,1 1 0 0 0,-1-1 0 0 0,1 0 0 0 0,-4 1 0 0 0,3-1-191 0 0,-1 1 1 0 0,1 0-1 0 0,-1 1 0 0 0,1-1 1 0 0,-1 1-1 0 0,1-1 0 0 0,0 1 1 0 0,-1 0-1 0 0,1 0 0 0 0,0 1 0 0 0,0-1 1 0 0,0 1-1 0 0,0-1 0 0 0,0 1 1 0 0,0 0-1 0 0,0 0 0 0 0,1 0 1 0 0,-1 1-1 0 0,-4 4 0 0 0,-4 6 0 0 0,1 0-1 0 0,-17 26 1 0 0,20-27-88 0 0,-14 21-39 0 0,3 0 0 0 0,-25 62 0 0 0,34-73 4 0 0,1 1 0 0 0,2 0 0 0 0,0 0 0 0 0,2 0-1 0 0,-3 38 1 0 0,7-57-34 0 0,0 0-1 0 0,0 0 1 0 0,0 1-1 0 0,1-1 1 0 0,-1 0-1 0 0,1 0 1 0 0,0 0-1 0 0,0 1 0 0 0,1-1 1 0 0,-1 0-1 0 0,1-1 1 0 0,0 1-1 0 0,0 0 1 0 0,0 0-1 0 0,1-1 1 0 0,-1 1-1 0 0,6 5 1 0 0,-6-8 5 0 0,1 1 0 0 0,-1 0 0 0 0,1-1 0 0 0,-1 0 0 0 0,1 1 0 0 0,0-1 0 0 0,-1 0 0 0 0,1 0 0 0 0,0 0 0 0 0,0-1 0 0 0,0 1 0 0 0,0-1 0 0 0,0 0 0 0 0,0 1 0 0 0,-1-1 0 0 0,1 0 0 0 0,0-1 0 0 0,0 1 0 0 0,0-1 0 0 0,0 1 0 0 0,0-1 0 0 0,0 0 0 0 0,-1 0 0 0 0,1 0 0 0 0,0 0 0 0 0,4-3 0 0 0,1-1-26 0 0,0 0 0 0 0,0-1 0 0 0,0 0 0 0 0,0-1 0 0 0,-1 1 0 0 0,0-1 1 0 0,0-1-1 0 0,-1 1 0 0 0,0-1 0 0 0,0 0 0 0 0,7-16 0 0 0,5-12 785 0 0,21-62 1 0 0,-12 27 582 0 0,-20 54-1043 0 0,-5 11-128 0 0,0-1 1 0 0,0 1 0 0 0,1-1 0 0 0,0 1 0 0 0,1 0-1 0 0,-1 0 1 0 0,1 0 0 0 0,0 1 0 0 0,1-1 0 0 0,4-4-1 0 0,-8 10-121 0 0,-1 0 0 0 0,1 0-1 0 0,-1 0 1 0 0,1 0 0 0 0,0 0-1 0 0,-1 1 1 0 0,1-1-1 0 0,-1 0 1 0 0,0 0 0 0 0,1 0-1 0 0,-1 1 1 0 0,1-1 0 0 0,-1 0-1 0 0,1 1 1 0 0,-1-1-1 0 0,1 0 1 0 0,-1 1 0 0 0,0-1-1 0 0,1 1 1 0 0,-1-1 0 0 0,0 0-1 0 0,1 1 1 0 0,-1-1 0 0 0,0 1-1 0 0,0-1 1 0 0,0 1-1 0 0,1-1 1 0 0,-1 1 0 0 0,0-1-1 0 0,0 1 1 0 0,0-1 0 0 0,0 1-1 0 0,0 0 1 0 0,0-1-1 0 0,0 1 1 0 0,0 0 0 0 0,5 24 358 0 0,-5-25-369 0 0,2 14 16 0 0,0 0 0 0 0,1 0 0 0 0,1 0 1 0 0,0-1-1 0 0,7 15 0 0 0,-7-20-9 0 0,0 0 1 0 0,1-1-1 0 0,0 1 1 0 0,0-1-1 0 0,1 0 1 0 0,0 0-1 0 0,0-1 1 0 0,1 0-1 0 0,8 6 1 0 0,-6-4-58 0 0,-5-5-1 0 0,0 1 0 0 0,0-1 1 0 0,0 0-1 0 0,0 0 0 0 0,0-1 0 0 0,1 1 0 0 0,-1-1 0 0 0,1 0 0 0 0,0 0 0 0 0,5 1 1 0 0,-7-6 77 0 0,0 0 0 0 0,0 0 0 0 0,-1 0 0 0 0,0-1 1 0 0,1 1-1 0 0,-1-1 0 0 0,0 0 0 0 0,-1 0 1 0 0,1 0-1 0 0,1-5 0 0 0,0 2-97 0 0,49-95 147 0 0,-45 90-56 0 0,0 1 0 0 0,1 0 0 0 0,0 1 0 0 0,1 0 0 0 0,0 0 0 0 0,16-13 0 0 0,-23 22-13 0 0,1 0 0 0 0,-1 0 0 0 0,0 0 0 0 0,1 0 1 0 0,-1 0-1 0 0,0 0 0 0 0,1 0 0 0 0,-1 1 0 0 0,1-1 0 0 0,-1 1 0 0 0,1 0 0 0 0,-1 0 1 0 0,1 0-1 0 0,-1 0 0 0 0,1 0 0 0 0,-1 0 0 0 0,1 1 0 0 0,-1-1 0 0 0,1 1 0 0 0,-1 0 1 0 0,1 0-1 0 0,-1 0 0 0 0,0 0 0 0 0,1 0 0 0 0,-1 0 0 0 0,0 0 0 0 0,0 1 0 0 0,0-1 1 0 0,0 1-1 0 0,0 0 0 0 0,2 3 0 0 0,3 1 33 0 0,0 2-1 0 0,0-1 1 0 0,-1 1 0 0 0,-1-1 0 0 0,1 2-1 0 0,8 16 1 0 0,7 27-42 0 0,-15-35 0 0 0,0 0 0 0 0,2 0 0 0 0,0-1 0 0 0,1 0 0 0 0,0-1 0 0 0,13 16 0 0 0,-21-30 3 0 0,0 0-1 0 0,0 0 1 0 0,0 1-1 0 0,0-1 1 0 0,1 0-1 0 0,-1 0 1 0 0,0-1 0 0 0,1 1-1 0 0,-1 0 1 0 0,1 0-1 0 0,-1-1 1 0 0,1 1-1 0 0,-1 0 1 0 0,1-1-1 0 0,0 0 1 0 0,-1 1 0 0 0,1-1-1 0 0,-1 0 1 0 0,1 0-1 0 0,0 0 1 0 0,-1 0-1 0 0,1 0 1 0 0,0 0-1 0 0,-1-1 1 0 0,1 1 0 0 0,-1 0-1 0 0,1-1 1 0 0,0 1-1 0 0,-1-1 1 0 0,1 0-1 0 0,-1 1 1 0 0,0-1-1 0 0,1 0 1 0 0,-1 0 0 0 0,0 0-1 0 0,1 0 1 0 0,-1 0-1 0 0,2-2 1 0 0,5-6 25 0 0,0 1 0 0 0,0-1 0 0 0,-1-1 0 0 0,8-13 0 0 0,-7 12-15 0 0,22-36 2 0 0,-15 23 76 0 0,0 1 0 0 0,2 0 0 0 0,0 1 0 0 0,23-21 0 0 0,-38 41-84 0 0,-1 1 0 0 0,1-1-1 0 0,0 1 1 0 0,0-1 0 0 0,0 1 0 0 0,0 0 0 0 0,0 0 0 0 0,0 0-1 0 0,0 0 1 0 0,0 0 0 0 0,0 0 0 0 0,1 0 0 0 0,-1 1 0 0 0,0-1-1 0 0,4 1 1 0 0,-5 0-1 0 0,1 0 0 0 0,0 0 0 0 0,-1 1 0 0 0,1-1-1 0 0,-1 1 1 0 0,1-1 0 0 0,-1 1 0 0 0,1 0 0 0 0,-1-1 0 0 0,1 1-1 0 0,-1 0 1 0 0,1 0 0 0 0,-1 0 0 0 0,0 0 0 0 0,0 0 0 0 0,1 0-1 0 0,0 2 1 0 0,4 6-11 0 0,0 0 0 0 0,-1 0 0 0 0,0 1 0 0 0,0-1 0 0 0,5 18 0 0 0,6 12-308 0 0,12 3-1977 0 0,-12-21-5672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3.0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281 289 5065 0 0,'5'-7'320'0'0,"0"1"0"0"0,-1-1 0 0 0,0 0 0 0 0,0 0 0 0 0,-1-1 0 0 0,0 1 0 0 0,0-1 0 0 0,0 0 0 0 0,-1 0 0 0 0,-1 1 0 0 0,1-1 0 0 0,-1 0 0 0 0,0-1 0 0 0,-1 1 0 0 0,0 0 0 0 0,-2-15 0 0 0,1 14 232 0 0,1-1 0 0 0,-2 1 0 0 0,1 0-1 0 0,-2 0 1 0 0,1-1 0 0 0,-1 1 0 0 0,0 1 0 0 0,-1-1 0 0 0,0 0 0 0 0,-9-13-1 0 0,11 19-428 0 0,0 1-1 0 0,0-1 0 0 0,0 1 1 0 0,0 0-1 0 0,-1 0 0 0 0,1 0 1 0 0,0 0-1 0 0,-1 0 0 0 0,0 1 0 0 0,1-1 1 0 0,-1 1-1 0 0,0-1 0 0 0,0 1 1 0 0,0 0-1 0 0,0 0 0 0 0,0 0 1 0 0,0 1-1 0 0,0-1 0 0 0,0 1 0 0 0,0 0 1 0 0,0 0-1 0 0,0 0 0 0 0,0 0 1 0 0,0 0-1 0 0,0 1 0 0 0,0-1 1 0 0,0 1-1 0 0,0 0 0 0 0,0 0 0 0 0,0 0 1 0 0,0 0-1 0 0,0 0 0 0 0,1 1 1 0 0,-1-1-1 0 0,0 1 0 0 0,-3 2 1 0 0,-7 6 36 0 0,1-1 1 0 0,0 1 0 0 0,0 1 0 0 0,0 0 0 0 0,2 1 0 0 0,-1 0 0 0 0,-12 21 0 0 0,11-14-110 0 0,0 1 0 0 0,2 0 1 0 0,0 0-1 0 0,-12 39 1 0 0,20-50-43 0 0,0 0 0 0 0,0 1 1 0 0,1-1-1 0 0,1 1 1 0 0,-1-1-1 0 0,1 1 1 0 0,1 0-1 0 0,0-1 1 0 0,0 0-1 0 0,5 17 1 0 0,-5-23-49 0 0,0 0 0 0 0,0 0 0 0 0,0 0 1 0 0,0 0-1 0 0,0 0 0 0 0,1-1 0 0 0,0 1 1 0 0,-1 0-1 0 0,1-1 0 0 0,0 1 0 0 0,0-1 1 0 0,0 0-1 0 0,0 0 0 0 0,1 0 0 0 0,-1 0 1 0 0,1 0-1 0 0,-1 0 0 0 0,1-1 0 0 0,-1 1 1 0 0,1-1-1 0 0,0 0 0 0 0,0 1 0 0 0,0-1 1 0 0,0-1-1 0 0,0 1 0 0 0,0 0 0 0 0,0-1 1 0 0,0 1-1 0 0,0-1 0 0 0,0 0 0 0 0,0 0 1 0 0,0 0-1 0 0,0-1 0 0 0,0 1 0 0 0,0-1 1 0 0,5-1-1 0 0,-2 0-5 0 0,-1 0 1 0 0,1-1 0 0 0,-1 1-1 0 0,0-1 1 0 0,0 0-1 0 0,-1-1 1 0 0,1 1-1 0 0,-1-1 1 0 0,1 0-1 0 0,-1 0 1 0 0,0 0 0 0 0,0-1-1 0 0,-1 1 1 0 0,0-1-1 0 0,1 0 1 0 0,3-9-1 0 0,5-10 306 0 0,-2 0-1 0 0,11-35 0 0 0,-15 41-14 0 0,1-6 108 0 0,-4 12-197 0 0,1 0 1 0 0,0 0-1 0 0,1 1 0 0 0,0-1 0 0 0,0 1 1 0 0,1 0-1 0 0,12-15 0 0 0,-18 26-145 0 0,0-1-1 0 0,1 1 1 0 0,-1-1 0 0 0,1 1 0 0 0,-1 0-1 0 0,0-1 1 0 0,1 1 0 0 0,-1-1-1 0 0,1 1 1 0 0,-1 0 0 0 0,1 0 0 0 0,-1-1-1 0 0,1 1 1 0 0,-1 0 0 0 0,1 0-1 0 0,0-1 1 0 0,-1 1 0 0 0,1 0 0 0 0,-1 0-1 0 0,1 0 1 0 0,0 0 0 0 0,-1 0 0 0 0,1 0-1 0 0,-1 0 1 0 0,1 0 0 0 0,-1 0-1 0 0,1 0 1 0 0,0 0 0 0 0,-1 1 0 0 0,1-1-1 0 0,-1 0 1 0 0,1 0 0 0 0,0 1-1 0 0,1 0 13 0 0,-1 1 0 0 0,1-1 0 0 0,-1 1 0 0 0,1-1 0 0 0,-1 1 0 0 0,0 0 0 0 0,1-1-1 0 0,-1 1 1 0 0,2 4 0 0 0,16 48 234 0 0,-18-49-225 0 0,27 95 54 0 0,-5 2 1 0 0,-5 1-1 0 0,-4 0 0 0 0,1 138 0 0 0,-16-223-65 0 0,0 1 0 0 0,-1 0 0 0 0,-1-1 0 0 0,0 1-1 0 0,-2-1 1 0 0,0 0 0 0 0,-1 0 0 0 0,-11 22 0 0 0,13-31-11 0 0,0-1-1 0 0,0 0 1 0 0,-1-1 0 0 0,0 1 0 0 0,-1-1 0 0 0,0 0 0 0 0,0-1 0 0 0,0 1 0 0 0,-1-1 0 0 0,0 0 0 0 0,0-1 0 0 0,0 1 0 0 0,-1-2-1 0 0,0 1 1 0 0,0-1 0 0 0,0 0 0 0 0,-1 0 0 0 0,1-1 0 0 0,-12 2 0 0 0,17-4-18 0 0,0-1 1 0 0,-1 0-1 0 0,1 1 0 0 0,0-1 1 0 0,-1-1-1 0 0,1 1 1 0 0,0 0-1 0 0,-1-1 0 0 0,1 0 1 0 0,0 0-1 0 0,0 0 0 0 0,0 0 1 0 0,0 0-1 0 0,0-1 1 0 0,0 1-1 0 0,0-1 0 0 0,0 0 1 0 0,0 0-1 0 0,-2-2 0 0 0,2 1-254 0 0,0 1 0 0 0,1-1-1 0 0,-1 0 1 0 0,1 0-1 0 0,-1-1 1 0 0,1 1-1 0 0,0 0 1 0 0,0-1-1 0 0,1 1 1 0 0,-2-5-1 0 0,-4-14-7682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3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1 515 9218 0 0,'34'-19'4501'0'0,"-12"0"-3037"0"0,-1 0 0 0 0,0-2 0 0 0,-2 0 1 0 0,29-40-1 0 0,-31 36-1290 0 0,-2-1 1 0 0,0 0 0 0 0,-2-1-1 0 0,0-1 1 0 0,-2 0 0 0 0,-2 0-1 0 0,12-52 1 0 0,-20 75-165 0 0,0-1 0 0 0,-1 1 0 0 0,1 0 0 0 0,-1-1 0 0 0,0 1 0 0 0,-1 0 1 0 0,1-1-1 0 0,-1 1 0 0 0,0 0 0 0 0,-4-10 0 0 0,5 14-5 0 0,-1-1 1 0 0,1 1-1 0 0,-1 0 1 0 0,0 0-1 0 0,0 0 1 0 0,0 0-1 0 0,1 0 0 0 0,-1 0 1 0 0,0 0-1 0 0,0 0 1 0 0,0 0-1 0 0,-1 0 0 0 0,1 1 1 0 0,0-1-1 0 0,0 0 1 0 0,0 1-1 0 0,0-1 1 0 0,-3 0-1 0 0,2 1 8 0 0,0-1 0 0 0,-1 1 0 0 0,1 0 0 0 0,0 0 0 0 0,-1 0 0 0 0,1 1 0 0 0,0-1-1 0 0,-1 1 1 0 0,1-1 0 0 0,0 1 0 0 0,0 0 0 0 0,-1-1 0 0 0,1 1 0 0 0,-3 2 0 0 0,0 1-7 0 0,-1-1 0 0 0,1 1 0 0 0,0 0 0 0 0,0 1 0 0 0,0-1 0 0 0,1 1 0 0 0,-1 0 1 0 0,1 0-1 0 0,0 1 0 0 0,1-1 0 0 0,-1 1 0 0 0,1 0 0 0 0,0 0 0 0 0,1 0 0 0 0,-1 0 0 0 0,1 0 0 0 0,0 1 0 0 0,1-1 1 0 0,0 1-1 0 0,0-1 0 0 0,0 1 0 0 0,1 7 0 0 0,-1 3 6 0 0,1 0 1 0 0,1 0-1 0 0,0 0 1 0 0,2-1-1 0 0,0 1 1 0 0,1-1-1 0 0,9 27 1 0 0,-3-20-1 0 0,1 1 1 0 0,2-1-1 0 0,0-1 1 0 0,1 0-1 0 0,2-1 1 0 0,0-1-1 0 0,32 32 1 0 0,-32-36-17 0 0,1-2-1 0 0,0 0 1 0 0,1-1-1 0 0,1 0 1 0 0,0-2 0 0 0,0 0-1 0 0,1-1 1 0 0,1-1-1 0 0,29 9 1 0 0,-15-10-396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3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11979 0 0,'1'-1'159'0'0,"-1"0"0"0"0,1 0 0 0 0,-1 0 0 0 0,1 1 1 0 0,0-1-1 0 0,-1 0 0 0 0,1 1 0 0 0,0-1 0 0 0,-1 0 1 0 0,1 1-1 0 0,0-1 0 0 0,0 1 0 0 0,0-1 0 0 0,-1 1 1 0 0,1-1-1 0 0,0 1 0 0 0,0 0 0 0 0,0-1 0 0 0,0 1 1 0 0,0 0-1 0 0,0 0 0 0 0,0 0 0 0 0,0-1 1 0 0,0 1-1 0 0,0 0 0 0 0,0 0 0 0 0,0 1 0 0 0,1-1 1 0 0,0 1 111 0 0,1 0 1 0 0,-1 0-1 0 0,0 0 1 0 0,0 0-1 0 0,1 1 1 0 0,-1-1 0 0 0,0 1-1 0 0,0-1 1 0 0,0 1-1 0 0,2 3 1 0 0,3 4 178 0 0,0 0 0 0 0,-1 0 1 0 0,0 0-1 0 0,6 14 0 0 0,7 21 11 0 0,-3 2 1 0 0,15 66-1 0 0,10 100 807 0 0,8 31-1094 0 0,-1-52-2793 0 0,-45-175 1326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4.3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0 187 6449 0 0,'0'-4'77'0'0,"0"0"-1"0"0,0 0 0 0 0,1 1 0 0 0,-1-1 0 0 0,1 0 0 0 0,0 1 1 0 0,0-1-1 0 0,0 1 0 0 0,0-1 0 0 0,0 1 0 0 0,1-1 1 0 0,0 1-1 0 0,0 0 0 0 0,0 0 0 0 0,0 0 0 0 0,0 0 0 0 0,0 0 1 0 0,1 0-1 0 0,0 0 0 0 0,-1 1 0 0 0,1-1 0 0 0,0 1 1 0 0,5-3-1 0 0,20-15 1338 0 0,0 1 0 0 0,43-20 1 0 0,-62 34-910 0 0,1 1 1 0 0,0 0-1 0 0,1 0 1 0 0,-1 1-1 0 0,1 1 1 0 0,-1-1-1 0 0,1 2 1 0 0,0-1-1 0 0,0 2 1 0 0,0-1-1 0 0,17 3 1 0 0,-25-2-423 0 0,0 1 1 0 0,0-1 0 0 0,-1 1 0 0 0,1 0-1 0 0,-1 0 1 0 0,1 0 0 0 0,-1 0 0 0 0,1 0-1 0 0,-1 1 1 0 0,1-1 0 0 0,-1 1 0 0 0,0 0-1 0 0,0-1 1 0 0,0 1 0 0 0,0 0 0 0 0,0 0-1 0 0,0 1 1 0 0,2 3 0 0 0,-2-2-35 0 0,0 0 0 0 0,-1 0 0 0 0,1 1 0 0 0,-1-1 0 0 0,1 1 1 0 0,-1 0-1 0 0,-1-1 0 0 0,1 1 0 0 0,-1 0 0 0 0,0 5 0 0 0,-1 7 12 0 0,-1 1-1 0 0,-1 0 1 0 0,0-1-1 0 0,-10 28 0 0 0,-28 66 383 0 0,-5-1 0 0 0,-79 136 0 0 0,123-243-388 0 0,0 1 1 0 0,1-1-1 0 0,-1 0 0 0 0,1 0 1 0 0,0 1-1 0 0,0-1 1 0 0,0 1-1 0 0,0-1 1 0 0,0 1-1 0 0,1-1 0 0 0,-1 5 1 0 0,2-6-27 0 0,-1-1 0 0 0,1 0-1 0 0,-1 1 1 0 0,1-1 0 0 0,0 0 0 0 0,-1 0 0 0 0,1 0 0 0 0,0 0 0 0 0,0 1 0 0 0,0-1 0 0 0,0 0 0 0 0,0 0-1 0 0,0-1 1 0 0,0 1 0 0 0,0 0 0 0 0,0 0 0 0 0,0 0 0 0 0,1-1 0 0 0,-1 1 0 0 0,0-1 0 0 0,0 1-1 0 0,1-1 1 0 0,-1 1 0 0 0,1-1 0 0 0,-1 0 0 0 0,0 0 0 0 0,1 1 0 0 0,-1-1 0 0 0,0 0 0 0 0,1 0 0 0 0,1-1-1 0 0,22 1 74 0 0,0-1-1 0 0,0-1 0 0 0,0-1 0 0 0,0-2 0 0 0,0 0 0 0 0,33-13 1 0 0,36-7-213 0 0,-68 20-374 0 0,-1 1 0 0 0,1 2 0 0 0,48 0-1 0 0,-42 4-424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4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72 6705 0 0,'-2'-8'140'0'0,"0"0"0"0"0,1 0 0 0 0,0 0 1 0 0,0-10-1 0 0,1-3 4953 0 0,1 42 1509 0 0,0 4-4339 0 0,3 37-1240 0 0,-4-36-839 0 0,1 0 0 0 0,1 0-1 0 0,1 0 1 0 0,2 0 0 0 0,1 0-1 0 0,0-1 1 0 0,2 0 0 0 0,18 38-1 0 0,-22-54-154 0 0,1 1 0 0 0,0-2-1 0 0,1 1 1 0 0,0-1 0 0 0,0 0 0 0 0,1 0-1 0 0,0 0 1 0 0,1-1 0 0 0,-1 0 0 0 0,1-1-1 0 0,1 0 1 0 0,-1 0 0 0 0,1 0 0 0 0,0-1-1 0 0,0-1 1 0 0,1 0 0 0 0,-1 0-1 0 0,1 0 1 0 0,0-1 0 0 0,0-1 0 0 0,0 0-1 0 0,0 0 1 0 0,0-1 0 0 0,17 0 0 0 0,-10-2-374 0 0,1-2 0 0 0,-1 0 0 0 0,0 0 0 0 0,-1-2 0 0 0,1 0 0 0 0,-1 0 0 0 0,31-17 0 0 0,-29 14-778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4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11058 0 0,'-16'4'9537'0'0,"16"2"-8417"0"0,3 393 2802 0 0,16-170-4983 0 0,-16-195 450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5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10 10594 0 0,'-1'-1'159'0'0,"0"0"-1"0"0,1 1 1 0 0,-1-1-1 0 0,1 0 1 0 0,-1 1-1 0 0,0-1 1 0 0,0 0-1 0 0,0 1 1 0 0,1-1-1 0 0,-1 1 1 0 0,0 0-1 0 0,0-1 0 0 0,0 1 1 0 0,0 0-1 0 0,0-1 1 0 0,0 1-1 0 0,1 0 1 0 0,-1 0-1 0 0,0 0 1 0 0,0 0-1 0 0,0 0 1 0 0,0 0-1 0 0,0 0 1 0 0,0 0-1 0 0,-2 0 1 0 0,2 1-9 0 0,-1 0 0 0 0,1 0-1 0 0,0 0 1 0 0,0 0 0 0 0,-1 0 0 0 0,1 0 0 0 0,0 0 0 0 0,0 0 0 0 0,0 1 0 0 0,0-1 0 0 0,0 0 0 0 0,0 1 0 0 0,-1 2 0 0 0,-1 3 87 0 0,0 0 0 0 0,1 0 0 0 0,0 0 0 0 0,0 1 0 0 0,-1 9 0 0 0,1 4-53 0 0,1 0 0 0 0,2 0 1 0 0,0 0-1 0 0,0-1 0 0 0,2 1 0 0 0,1-1 1 0 0,0 1-1 0 0,2-1 0 0 0,0 0 0 0 0,1-1 1 0 0,13 24-1 0 0,-16-34-153 0 0,1-1 1 0 0,0 1 0 0 0,1-1 0 0 0,0 0-1 0 0,0 0 1 0 0,1-1 0 0 0,0 0-1 0 0,0 0 1 0 0,0 0 0 0 0,1-1 0 0 0,0-1-1 0 0,1 1 1 0 0,-1-1 0 0 0,1 0-1 0 0,0-1 1 0 0,0 0 0 0 0,0-1 0 0 0,1 1-1 0 0,-1-2 1 0 0,1 0 0 0 0,0 0-1 0 0,-1 0 1 0 0,1-1 0 0 0,0-1-1 0 0,15 0 1 0 0,-20-1-60 0 0,1 1 0 0 0,-1-1 0 0 0,1 0 0 0 0,0-1 0 0 0,-1 1 0 0 0,0-1 0 0 0,1 0 0 0 0,-1 0-1 0 0,0-1 1 0 0,0 0 0 0 0,0 1 0 0 0,-1-2 0 0 0,1 1 0 0 0,-1 0 0 0 0,0-1 0 0 0,0 0 0 0 0,0 0 0 0 0,0 0 0 0 0,0-1-1 0 0,-1 1 1 0 0,0-1 0 0 0,4-7 0 0 0,3-9 29 0 0,-2-1 0 0 0,0 0 0 0 0,-1 0 0 0 0,5-30 0 0 0,11-32 580 0 0,-17 64-490 0 0,-5 15-68 0 0,0 0 0 0 0,0 0 0 0 0,1 1-1 0 0,0-1 1 0 0,0 0 0 0 0,0 1 0 0 0,5-8 0 0 0,2 42-10 0 0,-5-12 18 0 0,1-1 1 0 0,1 0-1 0 0,0 0 0 0 0,1 0 1 0 0,1-1-1 0 0,0 0 1 0 0,2-1-1 0 0,0 0 0 0 0,23 27 1 0 0,-26-34-1 0 0,0 0 0 0 0,0-1 1 0 0,1 1-1 0 0,1-2 1 0 0,-1 1-1 0 0,1-1 0 0 0,0-1 1 0 0,0 0-1 0 0,1 0 0 0 0,-1-1 1 0 0,1 0-1 0 0,0 0 0 0 0,0-1 1 0 0,1 0-1 0 0,-1-1 0 0 0,1-1 1 0 0,-1 1-1 0 0,14-1 0 0 0,-21-1-2 0 0,1 0-1 0 0,0-1 1 0 0,-1 1-1 0 0,1-1 1 0 0,0 0-1 0 0,-1 1 1 0 0,1-2-1 0 0,-1 1 1 0 0,1 0-1 0 0,-1-1 1 0 0,0 1-1 0 0,0-1 1 0 0,0 0-1 0 0,0 0 1 0 0,0 0-1 0 0,0-1 1 0 0,0 1-1 0 0,4-6 1 0 0,-4 4-2 0 0,-1-1 1 0 0,1 1-1 0 0,-1-1 0 0 0,0 1 1 0 0,0-1-1 0 0,-1 0 1 0 0,1 0-1 0 0,-1 0 1 0 0,0 0-1 0 0,0 0 1 0 0,-1 0-1 0 0,1-6 0 0 0,-2-3-55 0 0,0-1 0 0 0,-1 1-1 0 0,0-1 1 0 0,-1 1 0 0 0,0 0-1 0 0,-2 0 1 0 0,1 0 0 0 0,-11-19-1 0 0,4 13-1218 0 0,-2 1-4062 0 0,-1 2-1791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6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9218 0 0,'2'0'310'0'0,"-1"0"0"0"0,1 0 0 0 0,0 0 0 0 0,0 0 0 0 0,-1 1 0 0 0,1-1 0 0 0,0 1 0 0 0,-1-1 0 0 0,1 1 0 0 0,0 0 1 0 0,-1-1-1 0 0,1 1 0 0 0,-1 0 0 0 0,1 0 0 0 0,-1 0 0 0 0,0 0 0 0 0,1 1 0 0 0,-1-1 0 0 0,0 0 0 0 0,2 3 0 0 0,-1-1 120 0 0,0 1-1 0 0,0 0 1 0 0,0 0 0 0 0,-1-1-1 0 0,1 1 1 0 0,-1 0 0 0 0,0 0-1 0 0,1 7 1 0 0,-1 4 238 0 0,0 1 0 0 0,-1-1 1 0 0,-3 29-1 0 0,-5 12-274 0 0,0-6 191 0 0,0 61 0 0 0,8-95-1049 0 0,0 0 0 0 0,1-1 0 0 0,1 1 0 0 0,1 0 0 0 0,0-1 0 0 0,1 0 0 0 0,1 1 0 0 0,7 15 1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6.1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12899 0 0,'0'-1'1264'0'0,"2"1"-1128"0"0,-1 1-136 0 0,1 1 0 0 0,-1 1 0 0 0,2 2 0 0 0,0 2 64 0 0,3 8-64 0 0,2 8 0 0 0,-1 4-1192 0 0,2 5-297 0 0,-1 2-55 0 0,-2 0-16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6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4 11058 0 0,'0'-1'77'0'0,"0"1"0"0"0,-1 0-1 0 0,1 0 1 0 0,-1-1-1 0 0,1 1 1 0 0,0 0-1 0 0,-1 0 1 0 0,1-1 0 0 0,-1 1-1 0 0,1 0 1 0 0,-1 0-1 0 0,1 0 1 0 0,-1 0-1 0 0,1 0 1 0 0,-1 0 0 0 0,1-1-1 0 0,-1 1 1 0 0,1 0-1 0 0,0 1 1 0 0,-1-1-1 0 0,1 0 1 0 0,-1 0 0 0 0,1 0-1 0 0,-1 0 1 0 0,1 0-1 0 0,-1 0 1 0 0,1 0-1 0 0,-1 1 1 0 0,1-1 0 0 0,-1 0-1 0 0,1 0 1 0 0,0 1-1 0 0,-1-1 1 0 0,1 0 0 0 0,0 1-1 0 0,-1-1 1 0 0,1 0-1 0 0,0 1 1 0 0,-1-1-1 0 0,1 1 1 0 0,5 21 3835 0 0,-1-12-3526 0 0,35 101 3479 0 0,-11-38-3259 0 0,17 81 0 0 0,8 150-2686 0 0,-48-254-5650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6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1 296 5065 0 0,'130'-39'2958'0'0,"35"-14"136"0"0,252-122-2236 0 0,-402 168-453 0 0,-9 4-50 0 0,0-1 1 0 0,0 1 0 0 0,0 1-1 0 0,0-1 1 0 0,0 1-1 0 0,1 1 1 0 0,9-3 0 0 0,-15 6-168 0 0,-1 0 1 0 0,1 0 0 0 0,-1 0 0 0 0,1 0-1 0 0,-1 0 1 0 0,0 0 0 0 0,0 1 0 0 0,0-1 0 0 0,0 0-1 0 0,0 0 1 0 0,-1 0 0 0 0,0 4 0 0 0,0 1 461 0 0,2 20 492 0 0,1 0 0 0 0,2 0 0 0 0,12 51 0 0 0,33 73-1047 0 0,-14-48-1649 0 0,-31-92 88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9:37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6 173 5065 0 0,'-1'-1'202'0'0,"0"-1"-1"0"0,1 1 1 0 0,-1 0 0 0 0,1 0-1 0 0,-1 0 1 0 0,1 0-1 0 0,-1-1 1 0 0,1 1 0 0 0,0 0-1 0 0,-1-1 1 0 0,1 1-1 0 0,0 0 1 0 0,0 0 0 0 0,0-1-1 0 0,0 1 1 0 0,0 0-1 0 0,1-1 1 0 0,-1 1 0 0 0,0 0-1 0 0,0 0 1 0 0,1-1 0 0 0,-1 1-1 0 0,1 0 1 0 0,-1 0-1 0 0,1 0 1 0 0,0-1 0 0 0,-1 1-1 0 0,2-1 1 0 0,24-32 2391 0 0,-23 30-2192 0 0,8-7 345 0 0,0 0 1 0 0,0 0 0 0 0,1 1 0 0 0,1 0-1 0 0,25-14 1 0 0,-33 21-624 0 0,0 0-1 0 0,0 1 1 0 0,0-1-1 0 0,0 1 0 0 0,0 1 1 0 0,1-1-1 0 0,-1 1 1 0 0,1 0-1 0 0,0 0 1 0 0,-1 0-1 0 0,1 1 1 0 0,-1 0-1 0 0,1 0 0 0 0,0 0 1 0 0,-1 1-1 0 0,1 0 1 0 0,-1 0-1 0 0,1 0 1 0 0,8 4-1 0 0,-10-3-37 0 0,0 0-1 0 0,0 1 1 0 0,-1 0-1 0 0,1 0 0 0 0,-1 0 1 0 0,0 1-1 0 0,1-1 1 0 0,-1 1-1 0 0,-1-1 1 0 0,1 1-1 0 0,0 0 1 0 0,-1 0-1 0 0,0 0 1 0 0,0 1-1 0 0,0-1 1 0 0,2 9-1 0 0,1 7 120 0 0,-1 0-1 0 0,4 31 1 0 0,-6-32-114 0 0,2 18-457 0 0,9 56 1198 0 0,1-32-7610 0 0,-7-39-380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8.0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13363 0 0,'1'0'128'0'0,"-1"0"0"0"0,1 0 0 0 0,0 1 0 0 0,-1-1 0 0 0,1 0 0 0 0,-1 0-1 0 0,1 1 1 0 0,-1-1 0 0 0,0 1 0 0 0,1-1 0 0 0,-1 0 0 0 0,1 1 0 0 0,-1-1 0 0 0,0 1 0 0 0,1-1 0 0 0,-1 1 0 0 0,0-1 0 0 0,1 1 0 0 0,-1-1 0 0 0,0 1 0 0 0,0-1 0 0 0,1 1 0 0 0,-1 0-1 0 0,0-1 1 0 0,0 1 0 0 0,0-1 0 0 0,0 1 0 0 0,0 0 0 0 0,0 0 0 0 0,7 24 1034 0 0,-2 5-462 0 0,-2-1 0 0 0,-1 1 1 0 0,-1 0-1 0 0,-3 31 1 0 0,-21 123-79 0 0,7-65-397 0 0,15-109-303 0 0,-14 171 718 0 0,15-155-879 0 0,1-1 1 0 0,1 0-1 0 0,1 1 1 0 0,1-1 0 0 0,7 27-1 0 0,0-24-1420 0 0,1-14-2290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8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0 272 11835 0 0,'4'-43'801'0'0,"1"1"1"0"0,2-1-1 0 0,22-69 1 0 0,-28 110-705 0 0,-1 1 1 0 0,0-1 0 0 0,1 1 0 0 0,-1-1 0 0 0,1 1 0 0 0,-1-1 0 0 0,1 1 0 0 0,0-1 0 0 0,0 1 0 0 0,0-1 0 0 0,0 1 0 0 0,0 0 0 0 0,0 0 0 0 0,0-1 0 0 0,0 1 0 0 0,0 0 0 0 0,0 0 0 0 0,1 0 0 0 0,-1 0-1 0 0,0 0 1 0 0,1 1 0 0 0,-1-1 0 0 0,1 0 0 0 0,1 0 0 0 0,-1 1 27 0 0,0 0 0 0 0,0 1 0 0 0,0-1-1 0 0,0 1 1 0 0,0 0 0 0 0,0-1 0 0 0,0 1 0 0 0,-1 0-1 0 0,1 0 1 0 0,0 0 0 0 0,0 0 0 0 0,-1 0-1 0 0,1 1 1 0 0,-1-1 0 0 0,1 1 0 0 0,-1-1 0 0 0,1 1-1 0 0,1 2 1 0 0,88 116 2142 0 0,-46-57-1887 0 0,-4 0-241 0 0,-2 2 0 0 0,-3 2 0 0 0,37 97 0 0 0,10 17-3330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8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61 8290 0 0,'-39'-20'5086'0'0,"59"13"-4095"0"0,82-9 235 0 0,3 2-5626 0 0,-74 10 2769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8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7834 0 0,'2'1'313'0'0,"-1"0"1"0"0,1-1-1 0 0,-1 1 0 0 0,1 0 1 0 0,-1-1-1 0 0,0 1 1 0 0,1 0-1 0 0,-1 0 1 0 0,0 0-1 0 0,0 0 0 0 0,1 0 1 0 0,-1 1-1 0 0,0-1 1 0 0,0 0-1 0 0,0 0 1 0 0,-1 1-1 0 0,1-1 0 0 0,1 3 1 0 0,12 24 3141 0 0,-11-16-3094 0 0,0 1-1 0 0,-1-1 1 0 0,0 0 0 0 0,-1 1 0 0 0,0-1 0 0 0,-1 1 0 0 0,0-1 0 0 0,-4 22-1 0 0,2-18 5 0 0,0-1 1 0 0,2 1-1 0 0,0-1 0 0 0,4 28 0 0 0,-5-42-366 0 0,1-1 1 0 0,0 0-1 0 0,0 1 0 0 0,0-1 1 0 0,0 1-1 0 0,0-1 1 0 0,0 0-1 0 0,0 1 0 0 0,0-1 1 0 0,0 0-1 0 0,0 1 1 0 0,1-1-1 0 0,-1 0 0 0 0,0 1 1 0 0,0-1-1 0 0,0 0 1 0 0,0 1-1 0 0,0-1 0 0 0,1 0 1 0 0,-1 1-1 0 0,0-1 1 0 0,0 0-1 0 0,0 1 0 0 0,1-1 1 0 0,-1 0-1 0 0,0 0 1 0 0,1 0-1 0 0,-1 1 1 0 0,0-1-1 0 0,0 0 0 0 0,1 0 1 0 0,-1 0-1 0 0,0 1 1 0 0,1-1-1 0 0,-1 0 0 0 0,1 0 1 0 0,-1 0-1 0 0,0 0 1 0 0,1 0-1 0 0,-1 0 0 0 0,0 0 1 0 0,1 0-1 0 0,0 0 1 0 0,11-15-63 0 0,7-26-71 0 0,-5 2-195 0 0,25-62-429 0 0,-34 92 754 0 0,0-1-1 0 0,0 0 1 0 0,1 1 0 0 0,1 0-1 0 0,-1 0 1 0 0,1 1 0 0 0,11-10-1 0 0,-17 16 28 0 0,1 1-1 0 0,-1-1 1 0 0,1 1-1 0 0,0 0 0 0 0,-1-1 1 0 0,1 1-1 0 0,0 0 1 0 0,0 0-1 0 0,0 0 0 0 0,-1 1 1 0 0,1-1-1 0 0,0 0 1 0 0,0 1-1 0 0,0-1 0 0 0,0 1 1 0 0,0 0-1 0 0,0-1 1 0 0,0 1-1 0 0,1 0 0 0 0,-1 0 1 0 0,0 0-1 0 0,0 1 1 0 0,0-1-1 0 0,0 0 0 0 0,0 1 1 0 0,0 0-1 0 0,0-1 1 0 0,0 1-1 0 0,-1 0 0 0 0,1 0 1 0 0,0 0-1 0 0,0 0 1 0 0,0 0-1 0 0,-1 0 0 0 0,1 1 1 0 0,-1-1-1 0 0,1 1 1 0 0,-1-1-1 0 0,2 3 0 0 0,2 3 25 0 0,0 0 0 0 0,0 0 0 0 0,-1 1-1 0 0,0-1 1 0 0,0 1 0 0 0,-1 0-1 0 0,5 16 1 0 0,-3-1-66 0 0,-1-5 38 0 0,1-1-1 0 0,14 34 1 0 0,-17-47-39 0 0,0 0 1 0 0,0-1-1 0 0,0 1 1 0 0,0-1-1 0 0,0 1 0 0 0,1-1 1 0 0,0 0-1 0 0,-1 0 1 0 0,1 0-1 0 0,0 0 1 0 0,1-1-1 0 0,-1 1 1 0 0,0-1-1 0 0,1 0 1 0 0,-1 0-1 0 0,1 0 0 0 0,0 0 1 0 0,7 2-1 0 0,-9-4 12 0 0,0 0 0 0 0,0 0 0 0 0,0 0 0 0 0,0 0 0 0 0,0-1 0 0 0,0 1 0 0 0,0 0-1 0 0,0-1 1 0 0,0 0 0 0 0,0 1 0 0 0,0-1 0 0 0,0 0 0 0 0,0 0 0 0 0,0 0 0 0 0,-1 0 0 0 0,1 0-1 0 0,0 0 1 0 0,-1-1 0 0 0,1 1 0 0 0,-1-1 0 0 0,1 1 0 0 0,-1-1 0 0 0,1 1 0 0 0,-1-1 0 0 0,0 0-1 0 0,0 0 1 0 0,0 1 0 0 0,1-3 0 0 0,4-9 110 0 0,0 1 0 0 0,-1-1 0 0 0,4-14 0 0 0,-5 16-25 0 0,0-1-39 0 0,2-7 191 0 0,18-37-1 0 0,-22 52-208 0 0,0 0 0 0 0,0 1 0 0 0,0-1 0 0 0,1 1 0 0 0,-1-1 0 0 0,1 1 0 0 0,0 0 0 0 0,0 0 0 0 0,0 0 0 0 0,0 0 1 0 0,1 1-1 0 0,-1-1 0 0 0,1 1 0 0 0,0 0 0 0 0,7-3 0 0 0,-10 4-21 0 0,1 1 1 0 0,0 0-1 0 0,0 0 1 0 0,0 0-1 0 0,0 0 1 0 0,0 0-1 0 0,-1 0 1 0 0,1 1-1 0 0,0-1 1 0 0,0 0-1 0 0,0 1 1 0 0,-1 0-1 0 0,1-1 1 0 0,0 1-1 0 0,-1 0 1 0 0,1 0-1 0 0,0 0 1 0 0,-1 0-1 0 0,1 0 1 0 0,-1 0-1 0 0,0 0 1 0 0,1 1-1 0 0,-1-1 1 0 0,0 0-1 0 0,0 1 1 0 0,0-1-1 0 0,0 1 1 0 0,2 3-1 0 0,3 6-22 0 0,0 0 0 0 0,-1 0 0 0 0,5 16-1 0 0,-3-9-45 0 0,19 36-2595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9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 4609 0 0,'-1'0'321'0'0,"0"0"1"0"0,0 0-1 0 0,0 0 0 0 0,0 0 1 0 0,0 0-1 0 0,-1 1 1 0 0,1-1-1 0 0,0 0 0 0 0,0 1 1 0 0,0-1-1 0 0,0 1 0 0 0,0-1 1 0 0,0 1-1 0 0,1-1 0 0 0,-1 1 1 0 0,0-1-1 0 0,0 1 0 0 0,0 0 1 0 0,0 0-1 0 0,1 0 1 0 0,-1-1-1 0 0,0 1 0 0 0,0 1 1 0 0,0 1 116 0 0,0-1 0 0 0,0 1 0 0 0,0-1 0 0 0,0 1 0 0 0,1-1 0 0 0,-1 1 0 0 0,1 0 0 0 0,-1-1 0 0 0,1 5 0 0 0,1 6 372 0 0,0 0 1 0 0,1 0 0 0 0,4 14-1 0 0,-5-23-631 0 0,116 448 1967 0 0,-116-447-2228 0 0,8 31-1621 0 0,-9-14-2572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9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11 402 2673 0 0,'-4'-43'7'0'0,"1"24"38"0"0,1 0 1 0 0,1 0-1 0 0,1 0 1 0 0,0 0-1 0 0,6-32 1 0 0,-1 30 595 0 0,1-1 0 0 0,1 1 1 0 0,0 1-1 0 0,2-1 1 0 0,12-21-1 0 0,-18 38-399 0 0,0-1-1 0 0,0 1 1 0 0,0-1 0 0 0,0 1-1 0 0,1 0 1 0 0,0 0 0 0 0,0 0-1 0 0,0 1 1 0 0,0 0 0 0 0,0-1-1 0 0,1 1 1 0 0,-1 1 0 0 0,1-1-1 0 0,0 1 1 0 0,0-1-1 0 0,0 2 1 0 0,0-1 0 0 0,0 0-1 0 0,0 1 1 0 0,1 0 0 0 0,-1 0-1 0 0,0 1 1 0 0,1-1 0 0 0,-1 1-1 0 0,0 0 1 0 0,7 1 0 0 0,8 3 349 0 0,0 1 1 0 0,-1 0-1 0 0,1 1 1 0 0,-1 1-1 0 0,-1 1 1 0 0,0 1 0 0 0,0 0-1 0 0,0 1 1 0 0,-1 1-1 0 0,-1 1 1 0 0,24 21-1 0 0,-37-31-502 0 0,-1 1 0 0 0,0 0 0 0 0,0-1 0 0 0,0 1 0 0 0,0 0 0 0 0,0 0 0 0 0,-1 0-1 0 0,1 0 1 0 0,-1 0 0 0 0,0 1 0 0 0,0-1 0 0 0,0 0 0 0 0,0 1 0 0 0,-1-1 0 0 0,1 1-1 0 0,-1-1 1 0 0,0 6 0 0 0,-1-3-22 0 0,0 0 0 0 0,0-1 0 0 0,0 0-1 0 0,-1 1 1 0 0,0-1 0 0 0,0 0 0 0 0,0 0 0 0 0,-1 0 0 0 0,0 0-1 0 0,-3 4 1 0 0,-7 8-272 0 0,-1-1 0 0 0,0-1-1 0 0,-1 0 1 0 0,-28 21 0 0 0,14-15-5071 0 0,1 2-1795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9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9218 0 0,'12'8'408'0'0,"-6"-4"80"0"0,0 2-392 0 0,-3-3-96 0 0,-2 0 0 0 0,-1 2-1792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4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78 11058 0 0,'-4'-21'1401'0'0,"4"16"-838"0"0,-1 0 1 0 0,0 0-1 0 0,0 0 0 0 0,0 0 0 0 0,-1 0 1 0 0,1 1-1 0 0,-1-1 0 0 0,0 0 1 0 0,-6-7-1 0 0,8 13-443 0 0,-1-1-1 0 0,0 1 1 0 0,0 0 0 0 0,0 0-1 0 0,1 1 1 0 0,-1-1 0 0 0,0 0-1 0 0,1 0 1 0 0,-1 0 0 0 0,1 0-1 0 0,-1 0 1 0 0,1 1 0 0 0,0-1-1 0 0,0 0 1 0 0,-1 0 0 0 0,1 3-1 0 0,0-4-83 0 0,-14 75 612 0 0,-7 145 0 0 0,19 79-444 0 0,61 762-125 0 0,-26-745 55 0 0,99 424 1 0 0,-63-426 615 0 0,48 546-1 0 0,-115-826-732 0 0,4 106 126 0 0,-7-121-127 0 0,0-1 0 0 0,-1 0 0 0 0,-1 0 0 0 0,-1 0 0 0 0,-8 26 0 0 0,11-40-48 0 0,-1 0 0 0 0,0 0-1 0 0,0-1 1 0 0,0 1 0 0 0,0 0 0 0 0,-1-1-1 0 0,1 1 1 0 0,-5 3 0 0 0,6-6-46 0 0,0 0 1 0 0,0 0-1 0 0,1-1 1 0 0,-1 1-1 0 0,0 0 0 0 0,0-1 1 0 0,-1 1-1 0 0,1-1 1 0 0,0 1-1 0 0,0-1 0 0 0,0 1 1 0 0,0-1-1 0 0,0 0 1 0 0,-1 1-1 0 0,1-1 0 0 0,0 0 1 0 0,0 0-1 0 0,0 0 1 0 0,-1 0-1 0 0,1 0 0 0 0,0 0 1 0 0,0-1-1 0 0,0 1 0 0 0,-1 0 1 0 0,1 0-1 0 0,0-1 1 0 0,0 1-1 0 0,0-1 0 0 0,0 1 1 0 0,0-1-1 0 0,0 0 1 0 0,0 1-1 0 0,-2-2 0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5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7 456 0 0,'-44'-6'1647'0'0,"37"5"-625"0"0,0 1 0 0 0,1 1 0 0 0,-1-1 1 0 0,0 1-1 0 0,0 0 0 0 0,1 0 0 0 0,-1 1 0 0 0,1 0 0 0 0,-1 0 0 0 0,1 1 0 0 0,0 0 0 0 0,-12 6 0 0 0,-10 17-881 0 0,27-24-57 0 0,0 0 0 0 0,0-1 1 0 0,0 1-1 0 0,1 0 0 0 0,-1 0 0 0 0,1 0 0 0 0,-1 0 0 0 0,1-1 0 0 0,0 1 0 0 0,-1 0 0 0 0,1 0 0 0 0,0 0 0 0 0,0 0 0 0 0,1 0 0 0 0,-1 0 0 0 0,0 0 0 0 0,0-1 0 0 0,1 1 1 0 0,-1 0-1 0 0,1 0 0 0 0,0 0 0 0 0,0-1 0 0 0,-1 1 0 0 0,1 0 0 0 0,0-1 0 0 0,1 1 0 0 0,0 1 0 0 0,6 8 99 0 0,0 0-1 0 0,17 17 1 0 0,-17-19 4 0 0,133 138 963 0 0,254 206-1 0 0,542 335-895 0 0,-533-424-287 0 0,59 37-6 0 0,216 143 1444 0 0,-662-433-1367 0 0,-1 1 0 0 0,0 0 1 0 0,-1 1-1 0 0,-1 1 0 0 0,19 22 0 0 0,-30-33-33 0 0,0 1 1 0 0,0 0-1 0 0,-1-1 1 0 0,1 1-1 0 0,-1 1 0 0 0,0-1 1 0 0,0 0-1 0 0,-1 0 1 0 0,1 1-1 0 0,-1-1 0 0 0,0 1 1 0 0,0-1-1 0 0,0 1 1 0 0,-1 0-1 0 0,0-1 0 0 0,0 1 1 0 0,0 0-1 0 0,0-1 1 0 0,-1 1-1 0 0,0-1 0 0 0,1 1 1 0 0,-2 0-1 0 0,1-1 1 0 0,-1 0-1 0 0,1 1 0 0 0,-1-1 1 0 0,0 0-1 0 0,-6 8 1 0 0,-6 7 24 0 0,-1 0 0 0 0,-2-2 0 0 0,1 0 1 0 0,-23 17-1 0 0,-80 55-29 0 0,111-83 0 0 0,-57 35-20 0 0,-2-3 0 0 0,-86 35 1 0 0,-45 25 10 0 0,-505 369 720 0 0,561-368-519 0 0,59-43 82 0 0,3 4 0 0 0,-92 86 0 0 0,-119 173 707 0 0,278-302-1358 0 0,1 1-1 0 0,1 0 1 0 0,0 1-1 0 0,2 1 1 0 0,0-1-1 0 0,1 1 0 0 0,-9 37 1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5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63 9218 0 0,'-8'-20'774'0'0,"-9"-23"2481"0"0,27 70 1114 0 0,3 27-2763 0 0,-3-15-928 0 0,86 468 2145 0 0,-60-285-2841 0 0,-20-156-272 0 0,-11-49-232 0 0,-1 1 0 0 0,0-1-1 0 0,-1 1 1 0 0,-1 0 0 0 0,0 21-1 0 0,-4-30-1600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6.2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10 157 3225 0 0,'-1'-4'196'0'0,"-1"1"1"0"0,1 0 0 0 0,0 0 0 0 0,0-1 0 0 0,0 1 0 0 0,0-1-1 0 0,1 1 1 0 0,-1-1 0 0 0,1 1 0 0 0,0-1 0 0 0,0 1-1 0 0,0-1 1 0 0,1-5 0 0 0,1 6 123 0 0,-1-1 0 0 0,1 0 0 0 0,0 1-1 0 0,0 0 1 0 0,1-1 0 0 0,-1 1 0 0 0,1 0 0 0 0,-1 0 0 0 0,1 0 0 0 0,0 0-1 0 0,0 1 1 0 0,4-3 0 0 0,3-3 156 0 0,1 1 1 0 0,0 1-1 0 0,1 0 0 0 0,0 0 1 0 0,0 1-1 0 0,0 0 0 0 0,0 1 0 0 0,1 1 1 0 0,-1 0-1 0 0,1 0 0 0 0,0 2 1 0 0,0-1-1 0 0,0 2 0 0 0,0 0 0 0 0,0 0 1 0 0,0 1-1 0 0,0 1 0 0 0,21 5 0 0 0,-22-5-347 0 0,-1 1-1 0 0,0 0 0 0 0,0 1 0 0 0,0 1 0 0 0,0 0 1 0 0,-1 0-1 0 0,0 1 0 0 0,0 0 0 0 0,0 1 0 0 0,-1 0 0 0 0,0 0 1 0 0,0 1-1 0 0,-1 1 0 0 0,0-1 0 0 0,0 1 0 0 0,-1 0 1 0 0,0 1-1 0 0,-1 0 0 0 0,0 0 0 0 0,8 20 0 0 0,-9-14-101 0 0,-1 1-1 0 0,-1 0 0 0 0,-1 0 0 0 0,0 0 1 0 0,-2 0-1 0 0,1 0 0 0 0,-2 0 1 0 0,0 0-1 0 0,-2 0 0 0 0,1 0 0 0 0,-2-1 1 0 0,0 1-1 0 0,-1-1 0 0 0,-12 26 1 0 0,1-7 18 0 0,-2 0 1 0 0,-1 0 0 0 0,-1-2 0 0 0,-2-1 0 0 0,-35 39 0 0 0,37-48 119 0 0,-1-1-1 0 0,-34 27 1 0 0,47-42-455 0 0,-1 0 0 0 0,1-1 0 0 0,-2-1 0 0 0,1 1 0 0 0,-1-2 0 0 0,1 1 0 0 0,-1-1 0 0 0,0-1 0 0 0,-1 0 1 0 0,-14 3-1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6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14283 0 0,'1'0'142'0'0,"1"0"1"0"0,-1-1-1 0 0,0 1 1 0 0,0 0-1 0 0,0 0 0 0 0,1 0 1 0 0,-1 0-1 0 0,0 0 1 0 0,0 0-1 0 0,1 0 0 0 0,-1 0 1 0 0,0 0-1 0 0,0 1 1 0 0,0-1-1 0 0,1 1 0 0 0,-1-1 1 0 0,0 1-1 0 0,0-1 1 0 0,0 1-1 0 0,0-1 0 0 0,0 1 1 0 0,0 0-1 0 0,1 1 1 0 0,1 0 89 0 0,-1 1 0 0 0,1 0 0 0 0,-1 0 0 0 0,0 0 0 0 0,0 0 0 0 0,0 1 1 0 0,3 5-1 0 0,0 4 281 0 0,-1 1 1 0 0,0-1 0 0 0,2 19 0 0 0,1 21 117 0 0,-2 60 1 0 0,-1-17-3073 0 0,-3-77-4927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6.6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31 5065 0 0,'-8'-14'448'0'0,"5"7"-352"0"0,-1-2 3289 0 0,5 13-2625 0 0,-1 4-24 0 0,3 2-8 0 0,-1 6 1 0 0,-1 2-609 0 0,1 3-120 0 0,1 3 0 0 0,-3 3 0 0 0,3 2 0 0 0,-5-3 0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6.8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23 9218 0 0,'0'-2'185'0'0,"-1"1"-1"0"0,0 0 1 0 0,0-1 0 0 0,1 1-1 0 0,-1 0 1 0 0,0-1 0 0 0,-1 1-1 0 0,1 0 1 0 0,0 0 0 0 0,0 0-1 0 0,0 0 1 0 0,-1 0 0 0 0,1 0-1 0 0,0 0 1 0 0,-1 0 0 0 0,1 1-1 0 0,-1-1 1 0 0,1 0 0 0 0,-1 1-1 0 0,1-1 1 0 0,-1 1 0 0 0,1 0-1 0 0,-1-1 1 0 0,0 1 0 0 0,1 0-1 0 0,-1 0 1 0 0,1 0 0 0 0,-4 1 0 0 0,1-1 169 0 0,0 0 0 0 0,0 1 0 0 0,0 0 0 0 0,1-1 0 0 0,-1 2 0 0 0,0-1 0 0 0,0 0 0 0 0,1 1 0 0 0,-1-1 0 0 0,-5 5 0 0 0,0 2-70 0 0,1 0-1 0 0,1 0 1 0 0,-1 1 0 0 0,1 0-1 0 0,1 1 1 0 0,0-1-1 0 0,0 1 1 0 0,1 0 0 0 0,0 1-1 0 0,-5 16 1 0 0,0 4-199 0 0,1 0-1 0 0,-6 49 1 0 0,11-55-64 0 0,2 0 0 0 0,1 1 0 0 0,1-1 0 0 0,1 1 0 0 0,1-1 0 0 0,2 0 0 0 0,0 0 0 0 0,2 0 0 0 0,0 0 0 0 0,2-1 0 0 0,1 0 1 0 0,0 0-1 0 0,2-1 0 0 0,1-1 0 0 0,0 0 0 0 0,2 0 0 0 0,24 28 0 0 0,7-1-124 0 0,-6-9-1662 0 0,-17-11-3789 0 0,-12-14-827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7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22 241 2761 0 0,'-4'-5'-546'0'0,"2"3"822"0"0,0 0-1 0 0,0 0 1 0 0,0-1 0 0 0,1 1 0 0 0,-1 0 0 0 0,1-1 0 0 0,-1 1 0 0 0,-1-5 0 0 0,3 6-48 0 0,0 0-1 0 0,0-1 1 0 0,0 1-1 0 0,0 0 1 0 0,0 0-1 0 0,0 0 1 0 0,1 0 0 0 0,-1 0-1 0 0,0 0 1 0 0,1 0-1 0 0,-1-1 1 0 0,1 1-1 0 0,-1 0 1 0 0,1 0 0 0 0,-1 1-1 0 0,1-1 1 0 0,0 0-1 0 0,0 0 1 0 0,-1 0-1 0 0,1 0 1 0 0,0 0-1 0 0,0 1 1 0 0,0-1 0 0 0,0 0-1 0 0,0 1 1 0 0,1-1-1 0 0,9-7 736 0 0,0 1 0 0 0,1 0 1 0 0,21-9-1 0 0,83-21-547 0 0,-50 18-1325 0 0,-59 17 803 0 0,56-19-80 0 0,69-32-1 0 0,-104 38 187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7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6 9218 0 0,'-2'0'159'0'0,"1"-1"0"0"0,-1 0-1 0 0,1 0 1 0 0,-1 1 0 0 0,1-1 0 0 0,-1 1 0 0 0,1-1-1 0 0,-1 1 1 0 0,1-1 0 0 0,-1 1 0 0 0,0 0 0 0 0,1 0 0 0 0,-1 0-1 0 0,0 0 1 0 0,1 0 0 0 0,-1 0 0 0 0,0 1 0 0 0,1-1-1 0 0,-1 0 1 0 0,1 1 0 0 0,-3 0 0 0 0,1 1 203 0 0,0 0 1 0 0,1-1-1 0 0,-1 1 1 0 0,1 0-1 0 0,-1 1 1 0 0,1-1-1 0 0,0 0 1 0 0,0 1 0 0 0,0-1-1 0 0,-3 5 1 0 0,1-1 63 0 0,1 0 0 0 0,0 0 0 0 0,0 1 0 0 0,1-1 0 0 0,0 1 0 0 0,0 0 1 0 0,0-1-1 0 0,1 1 0 0 0,0 0 0 0 0,-1 8 0 0 0,8 43-35 0 0,3 0-1 0 0,2-1 0 0 0,34 104 1 0 0,-1-33-768 0 0,-9-46-3300 0 0,-23-57-3263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7.4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8 265 5529 0 0,'-2'-8'389'0'0,"0"-1"0"0"0,0 1 0 0 0,0-17-1 0 0,2 19 271 0 0,1 0 1 0 0,-1 0-1 0 0,1 1 0 0 0,0-1 0 0 0,0 0 0 0 0,1 0 0 0 0,-1 1 0 0 0,1-1 0 0 0,1 1 0 0 0,-1 0 0 0 0,1-1 0 0 0,0 1 1 0 0,0 0-1 0 0,0 0 0 0 0,1 1 0 0 0,-1-1 0 0 0,9-6 0 0 0,100-81-532 0 0,-85 72-614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27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13827 0 0,'-2'12'608'0'0,"2"-4"128"0"0,2-1-584 0 0,-4-2-152 0 0,2-2 0 0 0,0 0 800 0 0,0 0 137 0 0,0 3 23 0 0,-1 0 8 0 0,1-1-496 0 0,0-2-104 0 0,0-5-16 0 0,1-4-8 0 0,4-6-344 0 0,-5-5 0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0.2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0 106 10594 0 0,'59'-16'3130'0'0,"94"-23"2210"0"0,33-8-5056 0 0,-164 43-7221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1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 9674 0 0,'32'-2'2894'0'0,"54"-9"0"0"0,-58 6-2126 0 0,0 1 0 0 0,50 0 0 0 0,-74 5-1592 0 0,1-1 0 0 0,0 1 1 0 0,-1 0-1 0 0,1 0 0 0 0,0 0 0 0 0,8 4 0 0 0,-3 0-1405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2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16 4145 0 0,'-20'-11'1660'0'0,"19"10"-1586"0"0,0 1 0 0 0,0-1 0 0 0,0 1 0 0 0,0 0-1 0 0,0-1 1 0 0,0 1 0 0 0,0 0 0 0 0,0-1 0 0 0,-1 1-1 0 0,1 0 1 0 0,0 0 0 0 0,0 0 0 0 0,0 0 0 0 0,0 0-1 0 0,0 0 1 0 0,-4 3 1695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3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97 1376 0 0,'-21'-4'2272'0'0,"20"4"-2147"0"0,1 0 0 0 0,0-1 0 0 0,-1 1 1 0 0,1 0-1 0 0,-1 0 0 0 0,1-1 0 0 0,0 1 1 0 0,-1-1-1 0 0,1 1 0 0 0,0 0 0 0 0,0-1 1 0 0,-1 1-1 0 0,1 0 0 0 0,0-1 0 0 0,0 1 1 0 0,-1-1-1 0 0,1 1 0 0 0,0-1 1 0 0,0 1-1 0 0,0-1 0 0 0,0 1 0 0 0,0-1 1 0 0,0 1-1 0 0,0-1 0 0 0,0 0 45 0 0,1-1 0 0 0,-1 1 0 0 0,1 0 1 0 0,-1 0-1 0 0,1-1 0 0 0,0 1 0 0 0,-1 0 0 0 0,1 0 0 0 0,0 0 1 0 0,0 0-1 0 0,0 0 0 0 0,0 0 0 0 0,0 0 0 0 0,0 0 0 0 0,0 0 0 0 0,0 1 1 0 0,0-1-1 0 0,0 0 0 0 0,0 1 0 0 0,1-1 0 0 0,1 0 0 0 0,27-10 1380 0 0,1 1 1 0 0,0 1-1 0 0,49-6 0 0 0,98 0 1849 0 0,-173 15-3462 0 0,36 0 385 0 0,-39 0-614 0 0,1 0 0 0 0,-1 0 1 0 0,1 0-1 0 0,-1 1 0 0 0,0-1 1 0 0,1 1-1 0 0,-1 0 0 0 0,0-1 1 0 0,1 1-1 0 0,-1 0 0 0 0,0 1 1 0 0,4 1-1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3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4 2304 0 0,'-17'-3'12203'0'0,"22"9"-10692"0"0,3 8-547 0 0,-1 1 0 0 0,0-1 0 0 0,-1 1 0 0 0,8 29-1 0 0,9 68 52 0 0,-12-52-608 0 0,-6-34-489 0 0,1 0 0 0 0,2 0 0 0 0,0-1 0 0 0,1 0 0 0 0,2 0 0 0 0,19 33 0 0 0,-11-31 82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5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1 254 5529 0 0,'56'-32'5015'0'0,"-20"12"-1441"0"0,64-47 0 0 0,42-45-4300 0 0,-111 90-909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5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1 803 2304 0 0,'93'-64'203'0'0,"-47"33"473"0"0,2 2-1 0 0,60-27 1 0 0,-70 37-350 0 0,380-150 7254 0 0,-269 115-7325 0 0,38-9-3644 0 0,35-13 182 0 0,-177 57 3106 0 0,1 2 0 0 0,1 2 0 0 0,0 2 1 0 0,1 2-1 0 0,0 2 0 0 0,50-2 0 0 0,-31 4 713 0 0,0-2 0 0 0,-1-3 0 0 0,106-34 0 0 0,-85 22 106 0 0,62-6 1082 0 0,-82 19-2492 0 0,-35 4-2742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6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0 429 968 0 0,'151'-34'418'0'0,"38"-7"1496"0"0,-74 14 1154 0 0,227-22-1 0 0,273 14 1092 0 0,-347 3-1803 0 0,-51 4-1975 0 0,510-59-493 0 0,-590 68 8 0 0,406-23 275 0 0,-192 45-250 0 0,-120 1 27 0 0,-108-3 1131 0 0,207-27 0 0 0,-256 15-1654 0 0,-24 6-4064 0 0,-36 4-322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6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 5985 0 0,'22'-7'2806'0'0,"-20"7"-2548"0"0,0 0-1 0 0,0-1 0 0 0,0 1 1 0 0,0-1-1 0 0,0 1 0 0 0,0-1 1 0 0,0 0-1 0 0,-1 1 1 0 0,1-1-1 0 0,0 0 0 0 0,0 0 1 0 0,1-2-1 0 0,10 0-593 0 0,-7 0 410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8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4609 2304 0 0,'-2'3'294'0'0,"0"-1"-1"0"0,0 1 1 0 0,0-1-1 0 0,0 0 1 0 0,-1 0-1 0 0,1 0 1 0 0,-1 0-1 0 0,1 0 0 0 0,-1 0 1 0 0,0-1-1 0 0,0 1 1 0 0,0-1-1 0 0,-5 2 1 0 0,7-3-130 0 0,0 0 1 0 0,0 1 0 0 0,-1-1-1 0 0,1 0 1 0 0,0 0 0 0 0,-1 0 0 0 0,1 0-1 0 0,0 0 1 0 0,-1 0 0 0 0,1 0-1 0 0,0 0 1 0 0,-1-1 0 0 0,1 1 0 0 0,0 0-1 0 0,0-1 1 0 0,0 1 0 0 0,-1-1-1 0 0,1 1 1 0 0,0-1 0 0 0,0 0-1 0 0,0 0 1 0 0,0 1 0 0 0,0-1 0 0 0,0 0-1 0 0,0 0 1 0 0,0 0 0 0 0,0 0-1 0 0,0 0 1 0 0,1 0 0 0 0,-1 0-1 0 0,0 0 1 0 0,1-1 0 0 0,-1 1 0 0 0,0-2-1 0 0,-5-16 59 0 0,1 0 0 0 0,0-1-1 0 0,2 1 1 0 0,0-1 0 0 0,1 1-1 0 0,1-1 1 0 0,1 0 0 0 0,1 0-1 0 0,3-20 1 0 0,8-32-395 0 0,23-79 1 0 0,-12 62 113 0 0,17-71 128 0 0,8 1 0 0 0,7 3 0 0 0,121-242 0 0 0,-127 309-212 0 0,117-158-1 0 0,85-63-225 0 0,-245 303 365 0 0,221-229-833 0 0,18 18 777 0 0,-100 91-110 0 0,-39 41-70 0 0,155-96 0 0 0,-178 126 125 0 0,69-50-24 0 0,-55 36 1 0 0,150-81 1 0 0,-71 60 122 0 0,258-126-7 0 0,-259 133-212 0 0,250-102-617 0 0,-217 109 956 0 0,151-49 478 0 0,55-30 610 0 0,9-2-1029 0 0,-365 141-195 0 0,283-72 730 0 0,-157 42-397 0 0,-13 2-107 0 0,-138 39 321 0 0,-1 1 0 0 0,1 2 0 0 0,47 1-1 0 0,-37 5 26 0 0,-26-2-441 0 0,-1 0 0 0 0,1 0 0 0 0,-1-1 0 0 0,0-2 1 0 0,22-3-1 0 0,-9-6 1109 0 0,-13 0-4573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8.7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39 1376 0 0,'-15'2'11648'0'0,"11"12"-9391"0"0,4-14-2235 0 0,0 0 0 0 0,0 1-1 0 0,1-1 1 0 0,-1 0 0 0 0,0 1 0 0 0,0-1 0 0 0,1 0 0 0 0,-1 1 0 0 0,0-1 0 0 0,0 0 0 0 0,1 0-1 0 0,-1 1 1 0 0,0-1 0 0 0,1 0 0 0 0,-1 0 0 0 0,0 0 0 0 0,1 1 0 0 0,-1-1 0 0 0,1 0 0 0 0,-1 0-1 0 0,0 0 1 0 0,1 0 0 0 0,-1 0 0 0 0,0 0 0 0 0,1 0 0 0 0,-1 0 0 0 0,1 0 0 0 0,-1 0 0 0 0,0 0-1 0 0,1 0 1 0 0,-1 0 0 0 0,1 0 0 0 0,-1 0 0 0 0,0 0 0 0 0,1-1 0 0 0,3 0 97 0 0,-1 0 0 0 0,1 0 0 0 0,-1-1 0 0 0,1 0 0 0 0,-1 0 0 0 0,0 0 0 0 0,0 0 0 0 0,0 0 0 0 0,0-1 0 0 0,-1 1 0 0 0,1-1 0 0 0,3-4 0 0 0,-3 3 19 0 0,1 1 0 0 0,0-1 0 0 0,0 1 0 0 0,0-1 0 0 0,7-3 0 0 0,-6 4-138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39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78 464 3681 0 0,'-78'-3'4797'0'0,"122"1"246"0"0,32-5-4708 0 0,-24 1-52 0 0,181-28 248 0 0,-22 1-82 0 0,694-54 2707 0 0,-650 61-2630 0 0,589-65 1230 0 0,-5-32-754 0 0,-775 111-998 0 0,8-3-313 0 0,2 4-1 0 0,91-2 1 0 0,-150 13 200 0 0,-7 2-1216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1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2251 3225 0 0,'0'20'1190'0'0,"1"0"0"0"0,5 24 0 0 0,-4-35-27 0 0,0 0 0 0 0,0 0 0 0 0,9 12 6040 0 0,-12-69-4222 0 0,-50-510-1686 0 0,-3-33-69 0 0,34-224-1226 0 0,11 601 276 0 0,8 196-239 0 0,1 0 1 0 0,3-29-1 0 0,-3 42-35 0 0,1 1 0 0 0,-1-1 0 0 0,1 0-1 0 0,1 1 1 0 0,-1-1 0 0 0,0 1-1 0 0,1-1 1 0 0,0 1 0 0 0,0 0 0 0 0,1-1-1 0 0,-1 1 1 0 0,1 1 0 0 0,-1-1 0 0 0,1 0-1 0 0,5-4 1 0 0,-7 8-10 0 0,-1 0-1 0 0,1 0 1 0 0,-1 0-1 0 0,1 0 1 0 0,-1 0-1 0 0,1 0 1 0 0,-1 0 0 0 0,1 0-1 0 0,-1 0 1 0 0,1 1-1 0 0,-1-1 1 0 0,1 0-1 0 0,-1 0 1 0 0,0 1 0 0 0,1-1-1 0 0,-1 0 1 0 0,1 0-1 0 0,-1 1 1 0 0,1-1-1 0 0,-1 0 1 0 0,0 1 0 0 0,1-1-1 0 0,-1 1 1 0 0,0-1-1 0 0,0 0 1 0 0,1 1-1 0 0,-1-1 1 0 0,0 1 0 0 0,0-1-1 0 0,1 1 1 0 0,-1-1-1 0 0,0 1 1 0 0,0 0-1 0 0,9 19-727 0 0,-8-19 583 0 0,9 29-5138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1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78 317 4609 0 0,'-6'1'189'0'0,"-1"0"-1"0"0,1 1 1 0 0,0 0 0 0 0,0 0 0 0 0,0 0-1 0 0,0 1 1 0 0,0 0 0 0 0,1 0-1 0 0,-1 0 1 0 0,1 0 0 0 0,-7 7-1 0 0,55-20 3741 0 0,-15 4-3433 0 0,487-98 113 0 0,4 23-1 0 0,537-14 0 0 0,-904 88-702 0 0,458-35-3164 0 0,-474 37 2955 0 0,-44 4-1190 0 0,-78 0-1425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2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0 349 456 0 0,'8'-8'1031'0'0,"-1"1"0"0"0,0-1 1 0 0,0 0-1 0 0,-1-1 0 0 0,0 1 0 0 0,-1-1 0 0 0,5-11 1 0 0,-3 8-216 0 0,8-18 1374 0 0,18-49 0 0 0,-25 57-1670 0 0,1 0 1 0 0,0 1-1 0 0,2 0 0 0 0,20-31 1 0 0,-30 51-502 0 0,-1 0 1 0 0,1 0 0 0 0,-1 0 0 0 0,1 1-1 0 0,-1-1 1 0 0,1 0 0 0 0,-1 1 0 0 0,1-1 0 0 0,0 0-1 0 0,-1 1 1 0 0,1-1 0 0 0,0 1 0 0 0,0-1 0 0 0,-1 1-1 0 0,1-1 1 0 0,0 1 0 0 0,0 0 0 0 0,0-1 0 0 0,0 1-1 0 0,-1 0 1 0 0,1 0 0 0 0,0 0 0 0 0,0-1 0 0 0,0 1-1 0 0,0 0 1 0 0,0 0 0 0 0,0 0 0 0 0,1 1 0 0 0,-1 0-3 0 0,1-1 0 0 0,-1 1 1 0 0,0 0-1 0 0,0 1 0 0 0,1-1 1 0 0,-1 0-1 0 0,0 0 1 0 0,0 0-1 0 0,0 1 0 0 0,-1-1 1 0 0,1 0-1 0 0,0 1 0 0 0,0-1 1 0 0,0 3-1 0 0,4 10 27 0 0,-1 0 0 0 0,4 25 0 0 0,-7-32-12 0 0,0-3-24 0 0,7 41 22 0 0,20 64 0 0 0,-24-96-46 0 0,1 0 0 0 0,0 0-1 0 0,1-1 1 0 0,1 0 0 0 0,0 0 0 0 0,1 0-1 0 0,0-1 1 0 0,1 0 0 0 0,13 13 0 0 0,-21-23 15 0 0,0 0 0 0 0,0 0 0 0 0,1 0 0 0 0,-1 0 1 0 0,1 0-1 0 0,-1 0 0 0 0,1 0 0 0 0,-1 0 0 0 0,1-1 1 0 0,-1 1-1 0 0,1 0 0 0 0,0-1 0 0 0,-1 1 0 0 0,1-1 1 0 0,0 0-1 0 0,-1 0 0 0 0,1 0 0 0 0,0 1 0 0 0,0-2 0 0 0,-1 1 1 0 0,1 0-1 0 0,3-1 0 0 0,-1 0 40 0 0,-1-1 0 0 0,0 1-1 0 0,0-1 1 0 0,0 0 0 0 0,0 0 0 0 0,0 0 0 0 0,0 0-1 0 0,0 0 1 0 0,-1-1 0 0 0,5-4 0 0 0,2-6 212 0 0,1 0 0 0 0,-2 0 0 0 0,14-28 0 0 0,10-34 378 0 0,-22 50-363 0 0,0 0-1 0 0,2 1 0 0 0,0 1 0 0 0,28-40 0 0 0,-39 62-228 0 0,0-1 0 0 0,1 1 0 0 0,-1-1 0 0 0,0 1 0 0 0,0 0 0 0 0,1 0 0 0 0,-1-1 0 0 0,1 1 0 0 0,-1 0 0 0 0,1 0 1 0 0,-1 0-1 0 0,1 0 0 0 0,0 1 0 0 0,0-1 0 0 0,-1 0 0 0 0,1 1 0 0 0,0-1 0 0 0,0 1 0 0 0,0 0 0 0 0,0-1 0 0 0,3 1 0 0 0,-3 1-15 0 0,1 0 1 0 0,-1-1-1 0 0,0 1 1 0 0,0 0-1 0 0,1 0 1 0 0,-1 0-1 0 0,0 1 0 0 0,0-1 1 0 0,0 0-1 0 0,0 1 1 0 0,-1 0-1 0 0,1-1 1 0 0,0 1-1 0 0,2 3 0 0 0,5 8 1 0 0,-1 1-1 0 0,0-1 1 0 0,-1 1-1 0 0,7 18 0 0 0,-10-22 14 0 0,21 49 9 0 0,34 72-106 0 0,-51-115-25 0 0,2 0-1 0 0,0-1 1 0 0,0 0 0 0 0,2-1 0 0 0,22 23 0 0 0,-33-36 63 0 0,0-1 1 0 0,0 1 0 0 0,0 0-1 0 0,0 0 1 0 0,0-1 0 0 0,0 1 0 0 0,0 0-1 0 0,1-1 1 0 0,-1 1 0 0 0,0-1-1 0 0,0 0 1 0 0,1 1 0 0 0,-1-1 0 0 0,0 0-1 0 0,0 0 1 0 0,1 0 0 0 0,-1 0 0 0 0,0 0-1 0 0,1 0 1 0 0,-1 0 0 0 0,0 0-1 0 0,1 0 1 0 0,-1-1 0 0 0,0 1 0 0 0,0-1-1 0 0,1 1 1 0 0,-1-1 0 0 0,0 1-1 0 0,0-1 1 0 0,0 1 0 0 0,0-1 0 0 0,0 0-1 0 0,0 0 1 0 0,0 0 0 0 0,0 0-1 0 0,0 0 1 0 0,0 0 0 0 0,0 0 0 0 0,0 0-1 0 0,1-2 1 0 0,5-7 29 0 0,0 0-1 0 0,-1-1 1 0 0,9-18 0 0 0,-6 9 15 0 0,14-23 33 0 0,-16 27-30 0 0,0 1 0 0 0,2 0 0 0 0,-1 1 0 0 0,2 0 0 0 0,0 1 0 0 0,0-1 0 0 0,1 2 0 0 0,16-15 0 0 0,-25 26-18 0 0,0-1 0 0 0,1 0-1 0 0,-1 1 1 0 0,0 0 0 0 0,1-1-1 0 0,-1 1 1 0 0,1 0-1 0 0,-1 0 1 0 0,1 1 0 0 0,0-1-1 0 0,-1 1 1 0 0,1-1 0 0 0,0 1-1 0 0,0 0 1 0 0,-1 0 0 0 0,1 0-1 0 0,0 0 1 0 0,-1 0-1 0 0,6 1 1 0 0,-5 1 15 0 0,1-1 1 0 0,0 1-1 0 0,-1 0 1 0 0,1 0-1 0 0,-1 0 1 0 0,0 1-1 0 0,0-1 0 0 0,0 1 1 0 0,0-1-1 0 0,0 1 1 0 0,0 0-1 0 0,2 4 1 0 0,3 6 47 0 0,0 0 1 0 0,0 0 0 0 0,-2 1-1 0 0,1 0 1 0 0,7 26 0 0 0,-5-7-225 0 0,-2-7-126 0 0,1-1 0 0 0,14 29 0 0 0,-18-45-377 0 0,1-1 0 0 0,0 1 0 0 0,1-1 0 0 0,0 0 0 0 0,10 11 0 0 0,2-4-5578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2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0 245 2040 0 0,'4'-4'107'0'0,"1"-1"-1"0"0,-1 1 0 0 0,0 0 0 0 0,1 1 1 0 0,0-1-1 0 0,0 1 0 0 0,0 0 0 0 0,6-3 0 0 0,-2 1 276 0 0,35-19 2406 0 0,1 2 0 0 0,92-31 1 0 0,103-12-1359 0 0,-125 41-2119 0 0,-38 12-3827 0 0,-56 8 1077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3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0 968 0 0,'8'4'-417'0'0,"1"-1"1584"0"0,0 1 0 0 0,0 1 1 0 0,0-1-1 0 0,9 8 0 0 0,-14-9-555 0 0,-1 0 1 0 0,0 1-1 0 0,0-1 1 0 0,0 1 0 0 0,0-1-1 0 0,0 1 1 0 0,-1 0-1 0 0,0 0 1 0 0,0 0-1 0 0,0 1 1 0 0,3 7 0 0 0,13 50 1775 0 0,19 113 0 0 0,-7 70-1730 0 0,-22-171-290 0 0,17 123 368 0 0,62 238-1 0 0,22-34 395 0 0,-54-206-483 0 0,0 68-267 0 0,-12-45-435 0 0,-39-201-592 0 0,-1 0 1 0 0,-1 0 0 0 0,0 25-1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3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5529 0 0,'21'35'13308'0'0,"-13"-47"-13483"0"0,-3 4-1167 0 0,3-2-727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5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73 5529 0 0,'-12'18'735'0'0,"1"0"1"0"0,1 1-1 0 0,0 1 0 0 0,2-1 1 0 0,-12 41-1 0 0,15-37 463 0 0,4-18 534 0 0,-2-15-509 0 0,1 1-1122 0 0,-9-27 548 0 0,-1 0-1 0 0,-2 0 0 0 0,-23-41 1 0 0,36 74-569 0 0,0 1 0 0 0,0 0 0 0 0,0 0 0 0 0,-1 0 0 0 0,1 0 0 0 0,-1 0-1 0 0,1 1 1 0 0,-1-1 0 0 0,1 0 0 0 0,-1 1 0 0 0,0-1 0 0 0,0 1 0 0 0,0-1 0 0 0,0 1 0 0 0,-4-2 0 0 0,6 3-61 0 0,-1 0 0 0 0,1 0 0 0 0,-1 0 1 0 0,1 0-1 0 0,-1 0 0 0 0,1 0 0 0 0,-1 0 0 0 0,1 0 1 0 0,-1 0-1 0 0,1 0 0 0 0,0 0 0 0 0,-1 1 1 0 0,1-1-1 0 0,-1 0 0 0 0,1 0 0 0 0,-1 0 0 0 0,1 1 1 0 0,0-1-1 0 0,-1 0 0 0 0,1 1 0 0 0,-1-1 0 0 0,1 0 1 0 0,0 1-1 0 0,0-1 0 0 0,-1 0 0 0 0,0 1 0 0 0,-5 23 26 0 0,6-17-89 0 0,0-1-1 0 0,0 0 1 0 0,1 1 0 0 0,0-1 0 0 0,0 1 0 0 0,0-1 0 0 0,1 0 0 0 0,0 0 0 0 0,0 0 0 0 0,0 0 0 0 0,1 0 0 0 0,0 0 0 0 0,0-1-1 0 0,0 1 1 0 0,1-1 0 0 0,0 0 0 0 0,0 0 0 0 0,8 7 0 0 0,-9-9 66 0 0,1 0 0 0 0,0 0 0 0 0,0 0 0 0 0,0-1 0 0 0,1 1 0 0 0,-1-1 0 0 0,0 0 0 0 0,1 0 1 0 0,0-1-1 0 0,-1 0 0 0 0,1 1 0 0 0,0-2 0 0 0,0 1 0 0 0,-1 0 0 0 0,1-1 0 0 0,0 0 0 0 0,0 0 0 0 0,0 0 0 0 0,0-1 0 0 0,0 0 0 0 0,-1 0 0 0 0,1 0 0 0 0,0 0 0 0 0,-1-1 1 0 0,6-2-1 0 0,-5 2 81 0 0,0 0 1 0 0,0-1 0 0 0,0 0 0 0 0,0 0 0 0 0,0 0 0 0 0,-1-1 0 0 0,0 0 0 0 0,1 0-1 0 0,-1 0 1 0 0,-1 0 0 0 0,1 0 0 0 0,0-1 0 0 0,-1 0 0 0 0,0 0 0 0 0,0 0 0 0 0,-1 0-1 0 0,3-6 1 0 0,-4 8-35 0 0,0-1 0 0 0,0 0 0 0 0,-1 1 0 0 0,0-1 0 0 0,1 0 0 0 0,-1 1-1 0 0,0-1 1 0 0,-1 0 0 0 0,1 1 0 0 0,-1-1 0 0 0,0 0 0 0 0,1 1 0 0 0,-2-1 0 0 0,1 1-1 0 0,0-1 1 0 0,-1 1 0 0 0,1 0 0 0 0,-1-1 0 0 0,0 1 0 0 0,0 0 0 0 0,0 0 0 0 0,-1 0-1 0 0,1 1 1 0 0,-1-1 0 0 0,0 0 0 0 0,1 1 0 0 0,-6-4 0 0 0,6 5-59 0 0,0-1 1 0 0,0 1-1 0 0,0-1 1 0 0,0 1-1 0 0,-1 0 1 0 0,1 0-1 0 0,0 0 1 0 0,-1 0-1 0 0,1 0 0 0 0,-1 0 1 0 0,1 1-1 0 0,-1-1 1 0 0,1 1-1 0 0,-1 0 1 0 0,0 0-1 0 0,1 0 1 0 0,-1 0-1 0 0,1 0 1 0 0,-1 0-1 0 0,-2 2 1 0 0,0-1 83 0 0,1 1 0 0 0,0-1 1 0 0,0 1-1 0 0,0 1 1 0 0,1-1-1 0 0,-1 0 1 0 0,0 1-1 0 0,1 0 0 0 0,-1 0 1 0 0,-5 6-1 0 0,3-1-314 0 0,-1 0 0 0 0,1 1 0 0 0,1-1 0 0 0,-6 13 0 0 0,7-13-1020 0 0,0 0 1 0 0,1 0-1 0 0,0 1 0 0 0,-2 10 1 0 0,3 3-5700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6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28 356 6449 0 0,'-20'-47'3493'0'0,"18"43"-3061"0"0,1 1 0 0 0,0-1 1 0 0,0 0-1 0 0,0 1 0 0 0,1-1 0 0 0,-1 0 0 0 0,1 0 1 0 0,0 0-1 0 0,0 0 0 0 0,0 1 0 0 0,1-6 1 0 0,-1 9-372 0 0,0 0 0 0 0,0-1 0 0 0,0 1 0 0 0,0 0 0 0 0,0-1 0 0 0,1 1 0 0 0,-1 0 0 0 0,0 0 0 0 0,0-1 0 0 0,0 1 0 0 0,0 0 0 0 0,1-1 0 0 0,-1 1 0 0 0,0 0 0 0 0,0 0 0 0 0,1-1 0 0 0,-1 1 0 0 0,0 0 0 0 0,0 0 0 0 0,1 0 0 0 0,-1 0 0 0 0,0-1 0 0 0,1 1 0 0 0,-1 0 0 0 0,0 0 0 0 0,1 0 0 0 0,-1 0 0 0 0,0 0 0 0 0,1 0 0 0 0,-1 0 0 0 0,0 0 0 0 0,1 0 0 0 0,-1 0 0 0 0,0 0 0 0 0,1 0 0 0 0,-1 0 0 0 0,1 0 0 0 0,13 9 703 0 0,8 18-323 0 0,-1 10 12 0 0,-2 1 1 0 0,26 70-1 0 0,11 23-190 0 0,-37-94-233 0 0,1-1 1 0 0,40 55-1 0 0,-53-82 14 0 0,1 1 0 0 0,0-2 0 0 0,0 1 1 0 0,1-1-1 0 0,0 0 0 0 0,0-1 0 0 0,1 0 0 0 0,0-1 0 0 0,0 0 0 0 0,0 0 0 0 0,1-1 0 0 0,0-1 0 0 0,0 0 0 0 0,12 3 0 0 0,-19-6 16 0 0,-1 0 0 0 0,1-1 0 0 0,0 0-1 0 0,0 0 1 0 0,-1 0 0 0 0,1 0 0 0 0,0 0-1 0 0,0-1 1 0 0,-1 1 0 0 0,1-1 0 0 0,0 0 0 0 0,-1-1-1 0 0,1 1 1 0 0,-1 0 0 0 0,1-1 0 0 0,-1 0 0 0 0,0 0-1 0 0,0 0 1 0 0,0 0 0 0 0,0-1 0 0 0,0 1 0 0 0,0-1-1 0 0,0 1 1 0 0,-1-1 0 0 0,0 0 0 0 0,1 0-1 0 0,-1 0 1 0 0,0 0 0 0 0,0-1 0 0 0,-1 1 0 0 0,3-5-1 0 0,4-13 53 0 0,-1 1 0 0 0,0-1 0 0 0,-2-1 0 0 0,4-27 0 0 0,-3 17 153 0 0,25-228 336 0 0,-25 184-572 0 0,2 0 0 0 0,21-80 0 0 0,-27 147-107 0 0,-1 4-6 0 0,0-1 0 0 0,1 0-1 0 0,-1 1 1 0 0,1-1 0 0 0,0 1-1 0 0,0 0 1 0 0,1-1 0 0 0,0 1 0 0 0,0 0-1 0 0,0 1 1 0 0,7-9 0 0 0,-10 13 10 0 0,1 0 0 0 0,-1-1 1 0 0,1 1-1 0 0,-1 0 1 0 0,0-1-1 0 0,1 1 1 0 0,-1 0-1 0 0,1 0 0 0 0,-1 0 1 0 0,1 0-1 0 0,-1-1 1 0 0,1 1-1 0 0,-1 0 0 0 0,1 0 1 0 0,-1 0-1 0 0,1 0 1 0 0,-1 0-1 0 0,1 0 0 0 0,-1 0 1 0 0,1 0-1 0 0,-1 0 1 0 0,1 1-1 0 0,-1-1 0 0 0,1 0 1 0 0,-1 0-1 0 0,1 0 1 0 0,-1 0-1 0 0,0 1 0 0 0,1-1 1 0 0,-1 0-1 0 0,1 0 1 0 0,0 1-1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7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11 6449 0 0,'0'0'65'0'0,"-1"-1"-1"0"0,1 1 0 0 0,0-1 0 0 0,-1 1 1 0 0,1 0-1 0 0,-1-1 0 0 0,1 1 0 0 0,-1 0 1 0 0,1-1-1 0 0,-1 1 0 0 0,1 0 0 0 0,-1-1 1 0 0,0 1-1 0 0,1 0 0 0 0,-1 0 0 0 0,1 0 1 0 0,-1 0-1 0 0,0 0 0 0 0,1 0 0 0 0,-1-1 1 0 0,1 1-1 0 0,-1 0 0 0 0,0 1 0 0 0,1-1 1 0 0,-1 0-1 0 0,1 0 0 0 0,-1 0 0 0 0,0 0 1 0 0,1 0-1 0 0,-1 1 0 0 0,1-1 0 0 0,-2 1 1 0 0,1 0 91 0 0,-1 0 0 0 0,1 1 1 0 0,-1-1-1 0 0,1 1 1 0 0,0-1-1 0 0,0 1 0 0 0,0 0 1 0 0,-1-1-1 0 0,2 1 1 0 0,-2 2-1 0 0,-14 47 2197 0 0,12-32-1987 0 0,1-1 1 0 0,1 1-1 0 0,1-1 1 0 0,1 1-1 0 0,1-1 1 0 0,0 1-1 0 0,1 0 1 0 0,5 19 0 0 0,-5-29-232 0 0,1 1 1 0 0,0-1 0 0 0,0 0 0 0 0,1 1 0 0 0,0-1 0 0 0,0-1 0 0 0,1 1 0 0 0,0-1 0 0 0,1 0 0 0 0,0 0-1 0 0,0 0 1 0 0,1-1 0 0 0,-1 0 0 0 0,2 0 0 0 0,-1-1 0 0 0,17 11 0 0 0,-21-15-82 0 0,-1 0 0 0 0,1-1 1 0 0,0 1-1 0 0,0-1 0 0 0,1 1 1 0 0,-1-1-1 0 0,0 0 0 0 0,0 0 1 0 0,1-1-1 0 0,-1 1 0 0 0,0-1 0 0 0,1 1 1 0 0,-1-1-1 0 0,0 0 0 0 0,1 0 1 0 0,-1-1-1 0 0,1 1 0 0 0,-1-1 0 0 0,0 0 1 0 0,0 1-1 0 0,1-1 0 0 0,-1-1 1 0 0,0 1-1 0 0,0 0 0 0 0,0-1 0 0 0,0 0 1 0 0,0 0-1 0 0,0 0 0 0 0,-1 0 1 0 0,1 0-1 0 0,4-5 0 0 0,-3 2 43 0 0,0-1 0 0 0,0 0 0 0 0,-1 0 0 0 0,1-1 0 0 0,-1 1 0 0 0,-1-1 0 0 0,1 1 0 0 0,-1-1 0 0 0,0 0 0 0 0,-1 0-1 0 0,1 0 1 0 0,-2 0 0 0 0,1 0 0 0 0,-1-11 0 0 0,0-1 29 0 0,-2 0-1 0 0,0 0 1 0 0,-1 0-1 0 0,-1 1 1 0 0,-1-1-1 0 0,0 1 1 0 0,-2 0-1 0 0,0 0 0 0 0,0 0 1 0 0,-2 1-1 0 0,-18-27 1 0 0,23 40-269 0 0,1 0 0 0 0,-1 0 1 0 0,0 1-1 0 0,0-1 0 0 0,0 1 0 0 0,0 0 0 0 0,-1 0 1 0 0,1 1-1 0 0,-1-1 0 0 0,0 1 0 0 0,1 0 0 0 0,-1 0 1 0 0,-7-1-1 0 0,-14-1-7388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7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 3681 0 0,'4'2'966'0'0,"-1"1"0"0"0,0 0 1 0 0,0-1-1 0 0,-1 1 0 0 0,1 0 1 0 0,-1 0-1 0 0,1 1 0 0 0,-1-1 0 0 0,2 4 1 0 0,15 43 3604 0 0,3 73-3850 0 0,-5-25-454 0 0,-16-92-368 0 0,1 0 1 0 0,0-1 0 0 0,0 0-1 0 0,0 1 1 0 0,1-1-1 0 0,-1 0 1 0 0,1 0 0 0 0,1 0-1 0 0,-1 0 1 0 0,1-1 0 0 0,5 6-1 0 0,-7-8 56 0 0,0-1 0 0 0,0 1 0 0 0,0-1 0 0 0,0 0-1 0 0,0 1 1 0 0,1-1 0 0 0,-1 0 0 0 0,0 0 0 0 0,1-1-1 0 0,-1 1 1 0 0,1 0 0 0 0,-1-1 0 0 0,1 1 0 0 0,-1-1-1 0 0,1 0 1 0 0,-1 0 0 0 0,1 0 0 0 0,-1 0 0 0 0,1-1-1 0 0,-1 1 1 0 0,1-1 0 0 0,-1 1 0 0 0,1-1 0 0 0,-1 0-1 0 0,1 0 1 0 0,-1 0 0 0 0,4-2 0 0 0,0-1 5 0 0,1 0 1 0 0,-1 0-1 0 0,-1-1 0 0 0,1 0 1 0 0,-1 0-1 0 0,0 0 0 0 0,0-1 1 0 0,0 1-1 0 0,0-1 1 0 0,-1 0-1 0 0,0-1 0 0 0,-1 1 1 0 0,5-10-1 0 0,2-12 269 0 0,0 1-1 0 0,6-34 1 0 0,6-15 221 0 0,-20 69-386 0 0,23-54 365 0 0,-23 57-362 0 0,1-1 1 0 0,-1 1 0 0 0,1 0 0 0 0,0 0-1 0 0,0 0 1 0 0,0 0 0 0 0,1 0 0 0 0,-1 1-1 0 0,1-1 1 0 0,6-3 0 0 0,-9 6-43 0 0,0 1 1 0 0,0-1-1 0 0,0 1 1 0 0,0 0-1 0 0,-1 0 1 0 0,1-1-1 0 0,0 1 0 0 0,0 0 1 0 0,0 0-1 0 0,0 0 1 0 0,0 0-1 0 0,0 0 1 0 0,0 0-1 0 0,0 0 0 0 0,0 1 1 0 0,0-1-1 0 0,0 0 1 0 0,0 0-1 0 0,0 1 1 0 0,-1-1-1 0 0,1 1 1 0 0,0-1-1 0 0,0 1 0 0 0,0-1 1 0 0,-1 1-1 0 0,1-1 1 0 0,0 1-1 0 0,0 0 1 0 0,-1-1-1 0 0,1 1 0 0 0,0 0 1 0 0,-1-1-1 0 0,1 1 1 0 0,-1 0-1 0 0,1 0 1 0 0,-1 0-1 0 0,0 0 0 0 0,1-1 1 0 0,-1 3-1 0 0,17 44 415 0 0,-13-34-378 0 0,-3-10-73 0 0,8 26 33 0 0,2-1-1 0 0,1-1 1 0 0,17 30-1 0 0,-25-51-363 0 0,-1 0-1 0 0,1 0 0 0 0,0 0 1 0 0,1-1-1 0 0,-1 1 0 0 0,1-1 0 0 0,0 0 1 0 0,1-1-1 0 0,-1 1 0 0 0,1-1 1 0 0,0 0-1 0 0,0 0 0 0 0,0-1 0 0 0,0 0 1 0 0,1 0-1 0 0,-1 0 0 0 0,1-1 1 0 0,0 0-1 0 0,10 1 0 0 0,-14-2-19 0 0,1-1 1 0 0,-1 0-1 0 0,1 0 0 0 0,-1-1 0 0 0,0 1 1 0 0,1-1-1 0 0,-1 1 0 0 0,0-1 0 0 0,0 0 1 0 0,1-1-1 0 0,2 0 0 0 0,5-7-2984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7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0 255 5497 0 0,'23'-70'210'0'0,"14"-39"1738"0"0,-9 43 4643 0 0,-28 65-6417 0 0,0 1 1 0 0,0-1-1 0 0,1 1 1 0 0,-1-1 0 0 0,0 1-1 0 0,1-1 1 0 0,-1 1-1 0 0,0-1 1 0 0,1 1-1 0 0,-1-1 1 0 0,0 1-1 0 0,1-1 1 0 0,-1 1 0 0 0,1 0-1 0 0,-1-1 1 0 0,1 1-1 0 0,-1 0 1 0 0,1-1-1 0 0,-1 1 1 0 0,1 0 0 0 0,-1 0-1 0 0,2-1 1 0 0,5 9 1930 0 0,3 30-928 0 0,-7-23-765 0 0,84 368 1118 0 0,-38-140-2010 0 0,-25-167-791 0 0,-13-45 53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7.9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0 5985 0 0,'-8'3'81'0'0,"1"-1"119"0"0,0 0-1 0 0,0 1 1 0 0,1-1-1 0 0,-9 6 1 0 0,15-8-103 0 0,-1 1 1 0 0,0-1-1 0 0,0 0 0 0 0,1 1 0 0 0,-1-1 1 0 0,0 1-1 0 0,1-1 0 0 0,-1 1 0 0 0,1 0 1 0 0,-1-1-1 0 0,1 1 0 0 0,-1-1 1 0 0,1 1-1 0 0,-1 0 0 0 0,1-1 0 0 0,-1 1 1 0 0,1 0-1 0 0,0 0 0 0 0,0-1 1 0 0,-1 1-1 0 0,1 0 0 0 0,0 0 0 0 0,0 0 1 0 0,0-1-1 0 0,0 1 0 0 0,0 0 0 0 0,0 0 1 0 0,0 0-1 0 0,0-1 0 0 0,0 1 1 0 0,0 0-1 0 0,0 0 0 0 0,0 0 0 0 0,1-1 1 0 0,-1 1-1 0 0,0 0 0 0 0,1 0 0 0 0,-1-1 1 0 0,0 1-1 0 0,1 0 0 0 0,-1-1 1 0 0,1 1-1 0 0,-1 0 0 0 0,1-1 0 0 0,-1 1 1 0 0,1-1-1 0 0,1 2 0 0 0,0-1 187 0 0,1 1 0 0 0,-1 0 0 0 0,1-1 0 0 0,-1 1 0 0 0,1-1 0 0 0,0 0-1 0 0,0 0 1 0 0,0 0 0 0 0,0 0 0 0 0,0-1 0 0 0,0 1 0 0 0,0-1 0 0 0,0 0 0 0 0,0 0-1 0 0,4 0 1 0 0,52-6 1340 0 0,-47 4-1239 0 0,200-34-2105 0 0,-175 30 1640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8.2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24 11979 0 0,'-15'6'1297'0'0,"31"-6"-716"0"0,29-7-622 0 0,-2-1 5 0 0,50-5 0 0 0,-73 12 47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7 123 6913 0 0,'-5'3'305'0'0,"4"-2"63"0"0,1 1-296 0 0,1-2-72 0 0,2 0 376 0 0,2-3 56 0 0,4 0 16 0 0,6-5 0 0 0,5-2-288 0 0,2-4-48 0 0,4 0-16 0 0,0-1 0 0 0,3 0-96 0 0,1-1 64 0 0,3 0-64 0 0,-1 1 0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8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 36 5065 0 0,'6'-35'12347'0'0,"-10"50"-10251"0"0,-52 328 64 0 0,27-145-1359 0 0,22-160-803 0 0,-21 163-51 0 0,25-166 43 0 0,2 0 0 0 0,2-1-1 0 0,8 64 1 0 0,-5-77 12 0 0,1 5 16 0 0,1 34 0 0 0,-5-53-16 0 0,-1-1 0 0 0,0 1 1 0 0,-1-1-1 0 0,1 1 0 0 0,-1-1 1 0 0,-1 1-1 0 0,1-1 1 0 0,-1 0-1 0 0,0 1 0 0 0,-5 8 1 0 0,7-14-23 0 0,0-1 0 0 0,0 0 0 0 0,0 1 0 0 0,-1-1 0 0 0,1 1 0 0 0,0-1 0 0 0,0 0 0 0 0,0 1 0 0 0,-1-1 0 0 0,1 0 0 0 0,0 1 0 0 0,0-1 0 0 0,-1 0 0 0 0,1 0 0 0 0,0 1 0 0 0,0-1 0 0 0,-1 0 0 0 0,1 0 0 0 0,0 1 0 0 0,-1-1 0 0 0,1 0 0 0 0,0 0 0 0 0,-1 0 1 0 0,1 0-1 0 0,0 0 0 0 0,-1 1 0 0 0,1-1 0 0 0,-1 0 0 0 0,1 0 0 0 0,0 0 0 0 0,-1 0 0 0 0,1 0 0 0 0,-1 0 0 0 0,1 0 0 0 0,0 0 0 0 0,-1 0 0 0 0,1-1 0 0 0,0 1 0 0 0,-1 0 0 0 0,1 0 0 0 0,-1 0 0 0 0,1-1 0 0 0,-12-17-2065 0 0,-1-29-2817 0 0,12 27-607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9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8754 0 0,'12'-8'9190'0'0,"-5"13"-8763"0"0,0 1 1 0 0,0 0-1 0 0,0 0 1 0 0,-1 1-1 0 0,-1 0 1 0 0,1 0-1 0 0,6 11 1 0 0,35 66 532 0 0,-18-30-742 0 0,4 2-177 0 0,3-1 1 0 0,3-2-1 0 0,1-2 1 0 0,3-2-1 0 0,1-1 0 0 0,71 56 1 0 0,-83-78-23 0 0,81 70 44 0 0,-97-81-56 0 0,-1 1 0 0 0,-1 1 0 0 0,0 0 0 0 0,18 32 0 0 0,-31-48-14 0 0,0 0-1 0 0,0 1 1 0 0,-1-1 0 0 0,1 0 0 0 0,-1 0 0 0 0,1 1-1 0 0,-1-1 1 0 0,1 1 0 0 0,-1-1 0 0 0,0 0 0 0 0,0 1-1 0 0,0-1 1 0 0,0 3 0 0 0,0-3-5 0 0,0 0 0 0 0,0-1 0 0 0,-1 1 0 0 0,1-1 0 0 0,0 1 0 0 0,0-1 0 0 0,-1 1 0 0 0,1 0 0 0 0,0-1 0 0 0,-1 0 0 0 0,1 1 0 0 0,-1-1 0 0 0,1 1 0 0 0,0-1 0 0 0,-1 1 0 0 0,1-1 0 0 0,-1 0 0 0 0,0 1 0 0 0,1-1 0 0 0,-1 0 0 0 0,1 0 0 0 0,-2 1 0 0 0,-16 1-2228 0 0,-3-7-3757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49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92 5985 0 0,'-15'2'13457'0'0,"28"-5"-13229"0"0,167-51 2839 0 0,-90 24-4690 0 0,-68 24-5952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1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 5985 0 0,'0'0'464'0'0,"1"0"-250"0"0,-1-1 0 0 0,1 0-1 0 0,-1 1 1 0 0,1-1 0 0 0,0 1-1 0 0,-1-1 1 0 0,1 1 0 0 0,0-1-1 0 0,-1 1 1 0 0,1-1 0 0 0,0 1-1 0 0,0 0 1 0 0,-1-1 0 0 0,1 1-1 0 0,0 0 1 0 0,0 0-1 0 0,0 0 1 0 0,0 0 0 0 0,-1 0-1 0 0,1-1 1 0 0,0 1 0 0 0,0 1-1 0 0,1-1 1 0 0,20 0 3376 0 0,-20 0-3425 0 0,0 0-1 0 0,-1 0 0 0 0,1 0 1 0 0,0 1-1 0 0,-1-1 1 0 0,1 1-1 0 0,0-1 0 0 0,-1 1 1 0 0,1 0-1 0 0,-1 0 0 0 0,1 0 1 0 0,-1 0-1 0 0,1 0 1 0 0,-1 0-1 0 0,1 0 0 0 0,-1 0 1 0 0,0 0-1 0 0,0 1 1 0 0,0-1-1 0 0,2 3 0 0 0,-3-3-101 0 0,1 0 0 0 0,-1 0 0 0 0,0 0 0 0 0,0 0 0 0 0,0 0 0 0 0,0 0 0 0 0,0 1 0 0 0,0-1 0 0 0,0 0 0 0 0,0 0 0 0 0,-1 0 0 0 0,1 0 0 0 0,0 0 0 0 0,-1 0 0 0 0,1 0 0 0 0,0 0 0 0 0,-1 0 0 0 0,0 0 0 0 0,1-1 0 0 0,-1 1 0 0 0,1 0 0 0 0,-1 0 0 0 0,0 0 0 0 0,0-1 0 0 0,1 1 0 0 0,-1 0 0 0 0,0-1 0 0 0,0 1 0 0 0,0 0 0 0 0,0-1 0 0 0,0 1 0 0 0,0-1 0 0 0,0 0 0 0 0,0 1 0 0 0,-1-1 0 0 0,2 1 8 0 0,-1-1 0 0 0,0 0-1 0 0,1 0 1 0 0,-1 0 0 0 0,1 0 0 0 0,-1 0-1 0 0,1 0 1 0 0,-1 0 0 0 0,1-1-1 0 0,-1 1 1 0 0,1 0 0 0 0,-1 0 0 0 0,1 0-1 0 0,-1-1 1 0 0,1 1 0 0 0,-1 0 0 0 0,1 0-1 0 0,-1-1 1 0 0,1 1 0 0 0,-1 0 0 0 0,1-1-1 0 0,0 1 1 0 0,-1 0 0 0 0,0-2 0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1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25 8754 0 0,'-4'-14'1376'0'0,"1"4"2798"0"0,-4 23-2225 0 0,-3 20-1219 0 0,2 2-1 0 0,1-1 1 0 0,2 1 0 0 0,-1 43 0 0 0,1-25-353 0 0,-34 657 941 0 0,39-671-1293 0 0,2 1 0 0 0,1-1 0 0 0,2 0 0 0 0,2-1 0 0 0,15 51 0 0 0,-16-72 4 0 0,1 0 1 0 0,0 0-1 0 0,1 0 0 0 0,1-1 0 0 0,0 0 1 0 0,1-1-1 0 0,1 0 0 0 0,0-1 0 0 0,1 0 1 0 0,1 0-1 0 0,0-1 0 0 0,1-1 0 0 0,23 16 1 0 0,-13-13 8 0 0,1-1 0 0 0,1-1 0 0 0,0-1-1 0 0,1-2 1 0 0,0-1 0 0 0,0 0 0 0 0,1-2 0 0 0,0-2 0 0 0,1 0 0 0 0,-1-2 0 0 0,1-1 0 0 0,0-1 0 0 0,-1-1 0 0 0,1-2 0 0 0,0-1 0 0 0,-1-1 0 0 0,0-2 0 0 0,0-1 0 0 0,49-18 0 0 0,-44 14-1204 0 0,-28 10 196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2.4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0 110 8754 0 0,'5'-17'7421'0'0,"-5"16"-7270"0"0,1 0 0 0 0,0 1 0 0 0,-1-1 0 0 0,1 1 0 0 0,0-1 0 0 0,-1 1 1 0 0,1-1-1 0 0,0 1 0 0 0,0-1 0 0 0,-1 1 0 0 0,1-1 0 0 0,0 1 0 0 0,0 0 0 0 0,0 0 0 0 0,-1-1 0 0 0,1 1 1 0 0,0 0-1 0 0,0 0 0 0 0,0 0 0 0 0,0 0 0 0 0,1 0 0 0 0,0 0-62 0 0,0 1 0 0 0,0-1 0 0 0,0 1-1 0 0,0-1 1 0 0,0 1 0 0 0,-1 0 0 0 0,1-1 0 0 0,0 1 0 0 0,0 0 0 0 0,-1 0-1 0 0,1 0 1 0 0,-1 0 0 0 0,1 1 0 0 0,-1-1 0 0 0,1 0 0 0 0,-1 1-1 0 0,0-1 1 0 0,2 4 0 0 0,10 20 266 0 0,-1 1 0 0 0,14 45 0 0 0,-16-41-335 0 0,25 51 1 0 0,-23-58-39 0 0,2-1 0 0 0,0-1 0 0 0,35 40 0 0 0,-42-53 12 0 0,0-1 1 0 0,1 1-1 0 0,0-1 1 0 0,1-1-1 0 0,-1 0 1 0 0,1 0-1 0 0,1 0 0 0 0,-1-1 1 0 0,1-1-1 0 0,0 0 1 0 0,0 0-1 0 0,14 3 1 0 0,-21-6 20 0 0,1-1 0 0 0,-1 1 1 0 0,1-1-1 0 0,-1 0 0 0 0,1 0 1 0 0,-1 0-1 0 0,1-1 0 0 0,-1 1 1 0 0,1-1-1 0 0,-1 0 0 0 0,1 0 1 0 0,-1 0-1 0 0,0 0 0 0 0,1 0 1 0 0,-1-1-1 0 0,5-3 0 0 0,-3 2 45 0 0,-1-1-1 0 0,0 0 0 0 0,-1 0 1 0 0,1 0-1 0 0,-1 0 0 0 0,1 0 0 0 0,-1-1 1 0 0,0 1-1 0 0,4-11 0 0 0,1-6 152 0 0,-1-1-1 0 0,-1 0 1 0 0,-1 0-1 0 0,3-27 0 0 0,-6 37-179 0 0,11-101 329 0 0,-8 60-912 0 0,17-70 0 0 0,-12 92-894 0 0,-4 19 283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3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11058 0 0,'6'1'712'0'0,"1"1"0"0"0,-1 0 0 0 0,0 0 0 0 0,1 1 0 0 0,-1 0 0 0 0,0 0-1 0 0,7 5 1 0 0,4 1 228 0 0,12 7 278 0 0,0 0 0 0 0,30 24 0 0 0,-35-21-1135 0 0,-2 0 0 0 0,0 2 0 0 0,-1 0 0 0 0,32 45 0 0 0,-48-60-125 0 0,64 85-4521 0 0,-55-75-1792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3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6 11522 0 0,'-7'-6'1981'0'0,"15"25"4122"0"0,-7-8-5799 0 0,-1 0 0 0 0,0 0 0 0 0,-1 0 0 0 0,0 0 0 0 0,-1 0 0 0 0,0-1 0 0 0,-1 1 0 0 0,0-1 0 0 0,-7 17 0 0 0,-52 97-169 0 0,42-85-110 0 0,-42 79-1484 0 0,47-81 892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4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 5529 0 0,'11'-6'5694'0'0,"16"-3"-1578"0"0,48-4 506 0 0,1 7-6256 0 0,-54 5-4978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4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49 164 2304 0 0,'-6'-12'-67'0'0,"-20"-35"2658"0"0,10 3 9513 0 0,44 73-10469 0 0,73 110 402 0 0,-69-90-1566 0 0,69 77 0 0 0,-97-121-440 0 0,0-1 1 0 0,0 0-1 0 0,1-1 1 0 0,-1 1-1 0 0,1-1 1 0 0,0 1-1 0 0,0-2 1 0 0,0 1-1 0 0,0 0 1 0 0,6 1-1 0 0,-9-4 0 0 0,0 1 0 0 0,0-1 0 0 0,0 0 0 0 0,-1 0 0 0 0,1 0 1 0 0,0 0-1 0 0,0 0 0 0 0,0 0 0 0 0,-1-1 0 0 0,1 1 0 0 0,0 0 0 0 0,0-1 0 0 0,-1 0 0 0 0,1 1 0 0 0,0-1 1 0 0,-1 0-1 0 0,1 0 0 0 0,-1 0 0 0 0,1 0 0 0 0,-1 0 0 0 0,1 0 0 0 0,-1 0 0 0 0,0 0 0 0 0,0-1 0 0 0,1 1 1 0 0,-1-1-1 0 0,0 1 0 0 0,0-1 0 0 0,0 1 0 0 0,-1-1 0 0 0,1 1 0 0 0,0-1 0 0 0,0 0 0 0 0,-1 0 0 0 0,1-1 1 0 0,10-33 233 0 0,-1 0 1 0 0,-2-1 0 0 0,-2 0 0 0 0,3-54-1 0 0,-2 15-293 0 0,-5 61-168 0 0,-1 3-245 0 0,1-1 0 0 0,0 0 0 0 0,8-22-1 0 0,-7 25-560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4.8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7834 0 0,'5'3'414'0'0,"0"0"1"0"0,1 0-1 0 0,0 0 0 0 0,0-1 1 0 0,0 0-1 0 0,0 0 1 0 0,0-1-1 0 0,0 1 0 0 0,0-2 1 0 0,0 1-1 0 0,1 0 1 0 0,-1-1-1 0 0,0 0 0 0 0,1-1 1 0 0,-1 0-1 0 0,0 1 1 0 0,0-2-1 0 0,11-3 1 0 0,10-4 1509 0 0,-1-1 1 0 0,49-26-1 0 0,-44 20-1832 0 0,-21 9-169 0 0,11-4-631 0 0,-10 8-2968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5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93 4609 0 0,'-1'-1'265'0'0,"0"0"-1"0"0,0 1 1 0 0,0-1-1 0 0,0 1 1 0 0,0-1 0 0 0,0 1-1 0 0,0-1 1 0 0,0 1 0 0 0,0 0-1 0 0,-1-1 1 0 0,1 1-1 0 0,0 0 1 0 0,0 0 0 0 0,0 0-1 0 0,0 0 1 0 0,0 0 0 0 0,0 0-1 0 0,-3 0 1 0 0,4 1-146 0 0,0-1 0 0 0,-1 0-1 0 0,1 0 1 0 0,-1 0 0 0 0,1 0 0 0 0,-1 0 0 0 0,1 1 0 0 0,0-1 0 0 0,-1 0-1 0 0,1 0 1 0 0,0 1 0 0 0,-1-1 0 0 0,1 0 0 0 0,0 0 0 0 0,-1 1 0 0 0,1-1 0 0 0,0 0-1 0 0,-1 1 1 0 0,1-1 0 0 0,0 1 0 0 0,0-1 0 0 0,0 0 0 0 0,-1 1 0 0 0,1-1 0 0 0,0 1-1 0 0,0-1 1 0 0,0 0 0 0 0,0 1 0 0 0,0-1 0 0 0,0 1 0 0 0,0-1 0 0 0,0 1 0 0 0,0-1-1 0 0,0 0 1 0 0,0 1 0 0 0,0-1 0 0 0,0 1 0 0 0,0-1 0 0 0,0 1 0 0 0,0-1 0 0 0,0 0-1 0 0,1 1 1 0 0,-1-1 0 0 0,0 1 0 0 0,0-1 0 0 0,1 0 0 0 0,-1 1 0 0 0,0-1 0 0 0,0 0-1 0 0,1 1 1 0 0,5 11 1002 0 0,-1 0 0 0 0,0 0 0 0 0,4 15 0 0 0,-6-17-1004 0 0,0 0 1 0 0,1 0-1 0 0,0 0 0 0 0,0-1 0 0 0,1 1 0 0 0,7 10 0 0 0,-10-18-83 0 0,0 1 0 0 0,1-1 0 0 0,-1 0 0 0 0,1 0 0 0 0,0 0 0 0 0,-1 0 0 0 0,1 0 0 0 0,0 0 0 0 0,0-1 0 0 0,0 1 0 0 0,0-1 0 0 0,0 0 0 0 0,1 0 0 0 0,-1 0 0 0 0,0-1 0 0 0,0 1 0 0 0,1-1 0 0 0,-1 1 0 0 0,0-1 0 0 0,1 0 0 0 0,-1 0 0 0 0,1-1 0 0 0,-1 1 0 0 0,4-2 0 0 0,0 0 52 0 0,0 0 0 0 0,0-1 1 0 0,0 1-1 0 0,0-2 0 0 0,-1 1 1 0 0,0-1-1 0 0,0 0 0 0 0,0 0 1 0 0,0 0-1 0 0,0-1 1 0 0,-1 0-1 0 0,0 0 0 0 0,0-1 1 0 0,0 0-1 0 0,-1 1 0 0 0,0-1 1 0 0,6-11-1 0 0,1-4-91 0 0,0 0 1 0 0,-1-1-1 0 0,-2 0 0 0 0,8-27 1 0 0,-9 7-1291 0 0,-7 35 411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5.7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 9186 0 0,'9'-13'297'0'0,"7"-2"4312"0"0,-15 15-4421 0 0,-1-1 0 0 0,1 1 0 0 0,-1 0 1 0 0,1 0-1 0 0,-1 0 0 0 0,1-1 0 0 0,-1 1 0 0 0,1 0 0 0 0,-1 0 1 0 0,1 0-1 0 0,-1 0 0 0 0,1 0 0 0 0,-1 0 0 0 0,1 0 0 0 0,0 0 0 0 0,-1 0 1 0 0,1 0-1 0 0,-1 0 0 0 0,1 0 0 0 0,-1 1 0 0 0,1-1 0 0 0,-1 0 0 0 0,1 1 1 0 0,0-1-41 0 0,0 1 1 0 0,0 0 0 0 0,0 0 0 0 0,0 1-1 0 0,0-1 1 0 0,0 0 0 0 0,0 0-1 0 0,-1 0 1 0 0,1 0 0 0 0,0 1 0 0 0,-1-1-1 0 0,1 0 1 0 0,0 3 0 0 0,4 17 168 0 0,-1 0 0 0 0,-1 1 1 0 0,-1 0-1 0 0,-1 0 0 0 0,-3 43 1 0 0,1 10-1439 0 0,2-52 60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6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26 6913 0 0,'0'-1'177'0'0,"0"0"0"0"0,1-1-1 0 0,-1 1 1 0 0,1 0-1 0 0,0 0 1 0 0,-1 0-1 0 0,1-1 1 0 0,0 1 0 0 0,0 0-1 0 0,0 0 1 0 0,-1 0-1 0 0,1 0 1 0 0,0 0-1 0 0,0 1 1 0 0,1-1 0 0 0,-1 0-1 0 0,0 0 1 0 0,0 1-1 0 0,0-1 1 0 0,0 0-1 0 0,3 0 1 0 0,0 0 214 0 0,-1 0 0 0 0,1 0 0 0 0,0 1 0 0 0,0-1 0 0 0,0 1 0 0 0,0 0 0 0 0,7 1 0 0 0,0 0 429 0 0,0 1 0 0 0,0 0-1 0 0,-1 1 1 0 0,21 8 0 0 0,-22-7-549 0 0,-1 1 0 0 0,1 0 0 0 0,-1 0 0 0 0,0 1 0 0 0,0 0 0 0 0,0 0 0 0 0,-1 1 0 0 0,0 0 0 0 0,0 1 0 0 0,8 11 0 0 0,-7-7-90 0 0,-1 1 0 0 0,0 0 0 0 0,0 1 1 0 0,-1-1-1 0 0,-1 1 0 0 0,5 20 1 0 0,-4-3-82 0 0,-1 0 0 0 0,-1 0 0 0 0,-2 1 0 0 0,-1-1 0 0 0,-6 62 1 0 0,-5-29-81 0 0,-3 0 1 0 0,-3 0 0 0 0,-2-2 0 0 0,-3 0-1 0 0,-3-1 1 0 0,-56 101 0 0 0,50-106 220 0 0,-3-2 1 0 0,-2-1-1 0 0,-45 51 0 0 0,68-93-338 0 0,8-10-3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6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884 141 10594 0 0,'69'-71'506'0'0,"0"1"5790"0"0,-76 79-5741 0 0,1 1 1 0 0,0 0 0 0 0,0 0 0 0 0,1 1-1 0 0,-3 10 1 0 0,-7 11-314 0 0,-66 151 24 0 0,-71 238-1 0 0,104-277-273 0 0,-36 126-260 0 0,13 4 0 0 0,-44 332 0 0 0,66-314 539 0 0,-13-4 0 0 0,-125 357 1 0 0,98-322 724 0 0,80-305-885 0 0,9-18-120 0 0,0 0 1 0 0,-1 0-1 0 0,1 0 0 0 0,0 0 0 0 0,-1 0 0 0 0,1 0 0 0 0,0 0 0 0 0,0 0 0 0 0,-1 0 0 0 0,1 0 1 0 0,0 0-1 0 0,-1-1 0 0 0,1 1 0 0 0,0 0 0 0 0,0 0 0 0 0,-1 0 0 0 0,1-1 0 0 0,0 1 0 0 0,0 0 0 0 0,-1 0 1 0 0,1-1-1 0 0,0 1 0 0 0,0 0 0 0 0,0 0 0 0 0,0-1 0 0 0,-1 1 0 0 0,1 0 0 0 0,0 0 0 0 0,0-1 1 0 0,0 1-1 0 0,0 0 0 0 0,0-1 0 0 0,0 1 0 0 0,-10-40-1563 0 0,5 9 166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7.4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160 169 3681 0 0,'-24'9'626'0'0,"-37"17"0"0"0,53-21-243 0 0,0-1 1 0 0,0 1 0 0 0,0 1 0 0 0,0-1 0 0 0,1 1-1 0 0,0 1 1 0 0,-10 11 0 0 0,17-18-340 0 0,0 0 1 0 0,-1 0-1 0 0,1 1 0 0 0,0-1 1 0 0,-1 0-1 0 0,1 0 0 0 0,0 1 1 0 0,0-1-1 0 0,0 0 1 0 0,-1 1-1 0 0,1-1 0 0 0,0 0 1 0 0,0 0-1 0 0,0 1 0 0 0,0-1 1 0 0,-1 0-1 0 0,1 1 0 0 0,0-1 1 0 0,0 1-1 0 0,0-1 0 0 0,0 0 1 0 0,0 1-1 0 0,0-1 0 0 0,0 0 1 0 0,0 1-1 0 0,0-1 0 0 0,0 0 1 0 0,0 1-1 0 0,1-1 0 0 0,-1 0 1 0 0,0 1-1 0 0,0-1 0 0 0,0 0 1 0 0,0 1-1 0 0,0-1 0 0 0,1 0 1 0 0,-1 1-1 0 0,0-1 1 0 0,0 0-1 0 0,0 0 0 0 0,1 1 1 0 0,18 2 1090 0 0,24-9 107 0 0,29-12 676 0 0,-1-3 1 0 0,95-42 0 0 0,-72 19-804 0 0,102-64 1 0 0,-194 107-1141 0 0,26-13 815 0 0,-28 14-768 0 0,1 0-1 0 0,-1 0 0 0 0,0 0 1 0 0,0 0-1 0 0,1 0 1 0 0,-1 0-1 0 0,0 0 1 0 0,1 0-1 0 0,-1 0 1 0 0,0 0-1 0 0,0 0 1 0 0,1 0-1 0 0,-1 1 0 0 0,0-1 1 0 0,0 0-1 0 0,1 0 1 0 0,-1 0-1 0 0,0 0 1 0 0,0 0-1 0 0,1 1 1 0 0,-1-1-1 0 0,0 0 1 0 0,0 0-1 0 0,0 0 0 0 0,1 1 1 0 0,-1-1-1 0 0,0 0 1 0 0,0 0-1 0 0,0 1 1 0 0,0-1-1 0 0,1 0 1 0 0,-2 18 293 0 0,-12 28-36 0 0,-20 52 0 0 0,-7 17-2304 0 0,32-83-5342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8.2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208 194 10594 0 0,'17'-24'646'0'0,"17"-34"0"0"0,-29 49-163 0 0,-1-1 1 0 0,0 1-1 0 0,0-1 1 0 0,-1 0-1 0 0,0 0 1 0 0,-1 0-1 0 0,2-11 1 0 0,-4 20-425 0 0,0 0-1 0 0,0 1 1 0 0,0-1-1 0 0,0 0 1 0 0,1 1 0 0 0,-1-1-1 0 0,0 0 1 0 0,0 1 0 0 0,0-1-1 0 0,0 0 1 0 0,-1 0-1 0 0,1 1 1 0 0,0-1 0 0 0,0 0-1 0 0,0 1 1 0 0,0-1-1 0 0,-1 0 1 0 0,1 1 0 0 0,0-1-1 0 0,-1 1 1 0 0,1-1-1 0 0,-1 0 1 0 0,1 1 0 0 0,0-1-1 0 0,-1 1 1 0 0,1-1-1 0 0,-1 1 1 0 0,1-1 0 0 0,-1 1-1 0 0,0 0 1 0 0,1-1 0 0 0,-1 1-1 0 0,1-1 1 0 0,-1 1-1 0 0,0 0 1 0 0,1 0 0 0 0,-1-1-1 0 0,0 1 1 0 0,1 0-1 0 0,-1 0 1 0 0,0 0 0 0 0,0 0-1 0 0,1 0 1 0 0,-1 0-1 0 0,0 0 1 0 0,1 0 0 0 0,-1 0-1 0 0,0 0 1 0 0,1 0 0 0 0,-1 1-1 0 0,0-1 1 0 0,1 0-1 0 0,-1 0 1 0 0,0 1 0 0 0,1-1-1 0 0,-1 0 1 0 0,-1 1-1 0 0,-3 2 120 0 0,0 0 0 0 0,0 0-1 0 0,0 0 1 0 0,0 0-1 0 0,-6 7 1 0 0,-9 13-67 0 0,1 0-1 0 0,1 2 1 0 0,1 1 0 0 0,1 0 0 0 0,-21 50-1 0 0,21-44-161 0 0,1-2-73 0 0,2 0 0 0 0,1 1-1 0 0,2 0 1 0 0,0 1 0 0 0,-8 57-1 0 0,16-76 18 0 0,1 0 1 0 0,0 0-1 0 0,1 0 0 0 0,0 1 0 0 0,1-1 0 0 0,1 0 0 0 0,0 0 0 0 0,0 0 0 0 0,2 0 1 0 0,-1-1-1 0 0,2 1 0 0 0,0-1 0 0 0,0 0 0 0 0,1 0 0 0 0,0-1 0 0 0,1 1 0 0 0,10 12 1 0 0,-13-20 19 0 0,1 1 0 0 0,-1-1 1 0 0,1 0-1 0 0,0 0 0 0 0,0 0 1 0 0,0-1-1 0 0,1 1 0 0 0,-1-1 1 0 0,1-1-1 0 0,-1 1 0 0 0,1-1 1 0 0,0 0-1 0 0,0 0 0 0 0,0-1 1 0 0,0 1-1 0 0,1-1 0 0 0,10 0 1 0 0,-8-1 85 0 0,0-1 1 0 0,0 0 0 0 0,0 0 0 0 0,0-1 0 0 0,-1 0 0 0 0,1-1 0 0 0,0 0-1 0 0,-1 0 1 0 0,0-1 0 0 0,0 0 0 0 0,13-8 0 0 0,-13 7 55 0 0,-2 0 1 0 0,1-1 0 0 0,0 1-1 0 0,-1-1 1 0 0,0-1-1 0 0,-1 1 1 0 0,1-1 0 0 0,-1 0-1 0 0,-1 0 1 0 0,1 0 0 0 0,-1-1-1 0 0,4-9 1 0 0,-6 11-24 0 0,0 0 0 0 0,-1 0 1 0 0,0 1-1 0 0,0-1 1 0 0,0 0-1 0 0,-1 0 0 0 0,1 0 1 0 0,-1 0-1 0 0,-1 0 0 0 0,1-1 1 0 0,-1 2-1 0 0,0-1 0 0 0,-1 0 1 0 0,1 0-1 0 0,-1 0 0 0 0,0 0 1 0 0,-1 1-1 0 0,-3-8 1 0 0,-2 2 72 0 0,1 1 0 0 0,-1 0 1 0 0,-1 1-1 0 0,1 0 1 0 0,-13-10-1 0 0,14 14-20 0 0,0-1 1 0 0,0 0-1 0 0,1-1 0 0 0,0 0 0 0 0,0 0 0 0 0,0 0 0 0 0,1 0 1 0 0,0-1-1 0 0,1 0 0 0 0,-6-13 0 0 0,9 19-86 0 0,1 1 1 0 0,0-1-1 0 0,0 0 0 0 0,0 1 0 0 0,-1-1 0 0 0,1 0 1 0 0,1 1-1 0 0,-1-1 0 0 0,0 1 0 0 0,0-1 0 0 0,1 0 1 0 0,-1 1-1 0 0,0-1 0 0 0,1 1 0 0 0,0-1 0 0 0,-1 1 1 0 0,1-1-1 0 0,0 1 0 0 0,1-3 0 0 0,1 1-25 0 0,0 0 0 0 0,0 0 0 0 0,0 0 0 0 0,0 0 0 0 0,0 1 0 0 0,1-1 0 0 0,4-2 0 0 0,6-2-62 0 0,-1 1 0 0 0,1 0 0 0 0,17-4 0 0 0,-2 1 9 0 0,0 1 0 0 0,1 2 0 0 0,-1 0 1 0 0,1 2-1 0 0,0 2 0 0 0,45 1 0 0 0,-73 1 96 0 0,1 0 0 0 0,-1 0-1 0 0,1 1 1 0 0,-1-1 0 0 0,0 1 0 0 0,1 0 0 0 0,-1-1-1 0 0,1 1 1 0 0,-1 0 0 0 0,0 0 0 0 0,0 1 0 0 0,0-1 0 0 0,1 0-1 0 0,-1 1 1 0 0,-1-1 0 0 0,1 1 0 0 0,0 0 0 0 0,0 0-1 0 0,0-1 1 0 0,-1 1 0 0 0,1 0 0 0 0,-1 0 0 0 0,0 1 0 0 0,0-1-1 0 0,1 0 1 0 0,-1 0 0 0 0,0 1 0 0 0,-1-1 0 0 0,1 0-1 0 0,0 1 1 0 0,-1-1 0 0 0,0 1 0 0 0,1-1 0 0 0,-1 1 0 0 0,0 2-1 0 0,-1 10 161 0 0,0-1 1 0 0,0 1-1 0 0,-2 0 0 0 0,-7 26 0 0 0,5-23-84 0 0,-4 19 174 0 0,0-4-165 0 0,1 0 1 0 0,2 1 0 0 0,1-1 0 0 0,-1 48-1 0 0,6-76-132 0 0,1 0 0 0 0,-1-1 0 0 0,1 1-1 0 0,0-1 1 0 0,0 1 0 0 0,0 0 0 0 0,1-1 0 0 0,-1 0-1 0 0,4 6 1 0 0,-4-9-81 0 0,-1 0 0 0 0,1 0-1 0 0,0 0 1 0 0,0 1 0 0 0,0-1 0 0 0,0 0 0 0 0,0 0 0 0 0,0 0-1 0 0,0 0 1 0 0,1-1 0 0 0,-1 1 0 0 0,0 0 0 0 0,0 0-1 0 0,1-1 1 0 0,-1 1 0 0 0,1-1 0 0 0,-1 1 0 0 0,0-1 0 0 0,1 1-1 0 0,-1-1 1 0 0,1 0 0 0 0,-1 0 0 0 0,1 0 0 0 0,-1 0-1 0 0,1 0 1 0 0,-1 0 0 0 0,0 0 0 0 0,1 0 0 0 0,-1-1-1 0 0,1 1 1 0 0,-1-1 0 0 0,2 0 0 0 0,12-4-6044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8.7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33 6449 0 0,'2'-6'-314'0'0,"3"-20"4449"0"0,-17 36-2094 0 0,-7 10-326 0 0,-68 80 2351 0 0,74-84-3883 0 0,1 0 0 0 0,1 1 0 0 0,1 1 0 0 0,-12 27 0 0 0,20-40-191 0 0,1 1 0 0 0,-1 0 1 0 0,1-1-1 0 0,0 1 1 0 0,1 0-1 0 0,0 0 0 0 0,0 0 1 0 0,1 6-1 0 0,-2-11-22 0 0,1 0 0 0 0,0 0 0 0 0,0 0 0 0 0,1 0 0 0 0,-1 0 0 0 0,0 0 0 0 0,0 0 0 0 0,0 0 1 0 0,1 0-1 0 0,-1 0 0 0 0,0 0 0 0 0,1 0 0 0 0,-1 0 0 0 0,1 0 0 0 0,-1 0 0 0 0,1-1 0 0 0,-1 1 0 0 0,1 0 0 0 0,0 0 0 0 0,-1-1 0 0 0,1 1 0 0 0,0 0 0 0 0,0-1 1 0 0,0 1-1 0 0,-1-1 0 0 0,1 1 0 0 0,0-1 0 0 0,0 1 0 0 0,0-1 0 0 0,0 0 0 0 0,0 1 0 0 0,0-1 0 0 0,0 0 0 0 0,0 0 0 0 0,0 1 0 0 0,0-1 0 0 0,0 0 1 0 0,0 0-1 0 0,0 0 0 0 0,0 0 0 0 0,0-1 0 0 0,0 1 0 0 0,0 0 0 0 0,0 0 0 0 0,0-1 0 0 0,-1 1 0 0 0,1 0 0 0 0,0-1 0 0 0,0 1 0 0 0,0-1 0 0 0,0 1 0 0 0,0-1 1 0 0,-1 1-1 0 0,3-2 0 0 0,12-10-60 0 0,1 1 0 0 0,-1-2 0 0 0,-1 0 0 0 0,-1-1 0 0 0,1 0 0 0 0,-2-1 0 0 0,0 0 0 0 0,13-25 0 0 0,30-35 2524 0 0,-55 75-2397 0 0,0 0 1 0 0,0 0-1 0 0,1 0 0 0 0,-1 0 0 0 0,0 0 0 0 0,0-1 1 0 0,0 1-1 0 0,0 0 0 0 0,0 0 0 0 0,0 0 1 0 0,0 0-1 0 0,1 0 0 0 0,-1 0 0 0 0,0 0 1 0 0,0 0-1 0 0,0 0 0 0 0,0 0 0 0 0,0 0 0 0 0,1-1 1 0 0,-1 1-1 0 0,0 0 0 0 0,0 0 0 0 0,0 0 1 0 0,0 0-1 0 0,1 0 0 0 0,-1 0 0 0 0,0 0 1 0 0,0 0-1 0 0,0 0 0 0 0,0 0 0 0 0,0 1 0 0 0,1-1 1 0 0,-1 0-1 0 0,0 0 0 0 0,0 0 0 0 0,0 0 1 0 0,0 0-1 0 0,0 0 0 0 0,1 0 0 0 0,-1 0 1 0 0,0 0-1 0 0,0 0 0 0 0,0 1 0 0 0,5 9 621 0 0,2 17-554 0 0,-6-23 7 0 0,-1-1-120 0 0,7 25 48 0 0,0 0 0 0 0,2 0 0 0 0,12 29 1 0 0,-18-51-206 0 0,-1 0 1 0 0,1-1-1 0 0,0 1 0 0 0,1-1 1 0 0,-1 1-1 0 0,1-1 1 0 0,0 0-1 0 0,0 0 0 0 0,1-1 1 0 0,0 1-1 0 0,-1-1 1 0 0,1 0-1 0 0,1 0 0 0 0,-1-1 1 0 0,1 1-1 0 0,-1-1 1 0 0,1-1-1 0 0,0 1 0 0 0,0-1 1 0 0,10 3-1 0 0,-13-5-102 0 0,1 0-1 0 0,-1 0 0 0 0,0 0 1 0 0,1 0-1 0 0,-1 0 1 0 0,0-1-1 0 0,1 0 1 0 0,-1 1-1 0 0,0-1 0 0 0,0-1 1 0 0,0 1-1 0 0,0 0 1 0 0,0-1-1 0 0,0 1 1 0 0,0-1-1 0 0,0 0 0 0 0,0 0 1 0 0,-1 0-1 0 0,1-1 1 0 0,-1 1-1 0 0,0 0 1 0 0,1-1-1 0 0,-1 0 0 0 0,0 1 1 0 0,-1-1-1 0 0,3-4 1 0 0,5-9-233 0 0,-1-1 1 0 0,0 0 0 0 0,8-30-1 0 0,-5 17 1292 0 0,-3 6 352 0 0,-7 17-567 0 0,1 1 1 0 0,0 0-1 0 0,0 0 1 0 0,0 0 0 0 0,1 0-1 0 0,0 0 1 0 0,0 0 0 0 0,0 1-1 0 0,1-1 1 0 0,0 1-1 0 0,4-5 1 0 0,-7 12-369 0 0,0 0-1 0 0,0-1 0 0 0,0 1 1 0 0,0 0-1 0 0,0 0 0 0 0,0 0 1 0 0,0 0-1 0 0,-1 1 1 0 0,1-1-1 0 0,-1 0 0 0 0,0 0 1 0 0,0 0-1 0 0,0 3 1 0 0,1-3-79 0 0,3 34 299 0 0,1-3-6 0 0,9 40 0 0 0,-12-65-580 0 0,1 1-1 0 0,0-1 1 0 0,0 0-1 0 0,1 0 1 0 0,-1 0 0 0 0,2-1-1 0 0,-1 1 1 0 0,1-1-1 0 0,11 12 1 0 0,-15-18-8 0 0,0 0 1 0 0,0 0 0 0 0,0 0 0 0 0,0 0-1 0 0,0 0 1 0 0,0 0 0 0 0,1-1-1 0 0,-1 1 1 0 0,0 0 0 0 0,1-1-1 0 0,-1 1 1 0 0,1-1 0 0 0,-1 1 0 0 0,0-1-1 0 0,1 0 1 0 0,-1 0 0 0 0,3 1-1 0 0,5-4-1433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8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18 223 1840 0 0,'-2'-49'-473'0'0,"-1"-41"5320"0"0,1 68 136 0 0,-9-40 2766 0 0,12 68-7489 0 0,0 0-1 0 0,0-1 1 0 0,0 1 0 0 0,1 0 0 0 0,4 8-1 0 0,11 10-1984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4:59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5065 0 0,'0'0'111'0'0,"0"0"0"0"0,1-1 0 0 0,-1 1 1 0 0,0-1-1 0 0,1 1 0 0 0,-1 0 0 0 0,1-1 0 0 0,-1 1 0 0 0,1 0 0 0 0,-1 0 0 0 0,0-1 0 0 0,1 1 0 0 0,-1 0 1 0 0,1 0-1 0 0,-1 0 0 0 0,1-1 0 0 0,-1 1 0 0 0,1 0 0 0 0,-1 0 0 0 0,1 0 0 0 0,0 0 0 0 0,-1 0 1 0 0,1 0-1 0 0,-1 0 0 0 0,1 0 0 0 0,-1 0 0 0 0,1 0 0 0 0,-1 1 0 0 0,1-1 0 0 0,-1 0 0 0 0,1 0 1 0 0,-1 0-1 0 0,1 1 0 0 0,0-1 0 0 0,21 19 2940 0 0,14 29 554 0 0,-12 11-2056 0 0,-21-50-1628 0 0,0 0 1 0 0,0 0-1 0 0,1 0 1 0 0,0 0-1 0 0,0-1 0 0 0,1 0 1 0 0,11 15-1 0 0,-15-22 46 0 0,0 0 0 0 0,0-1-1 0 0,-1 1 1 0 0,1 0 0 0 0,0-1-1 0 0,0 1 1 0 0,0-1 0 0 0,0 1-1 0 0,0-1 1 0 0,0 0 0 0 0,0 1-1 0 0,0-1 1 0 0,0 0 0 0 0,0 0-1 0 0,0 1 1 0 0,0-1 0 0 0,0 0-1 0 0,0 0 1 0 0,0 0 0 0 0,0 0-1 0 0,0 0 1 0 0,0-1 0 0 0,0 1-1 0 0,1 0 1 0 0,0-1-36 0 0,1 0 0 0 0,-1-1 0 0 0,1 1 1 0 0,-1 0-1 0 0,0-1 0 0 0,1 0 0 0 0,-1 1 0 0 0,4-5 0 0 0,1-2-187 0 0,0 0-1 0 0,0-1 1 0 0,7-13-1 0 0,18-43-484 0 0,-26 50 1517 0 0,1-1-1 0 0,1 1 0 0 0,16-24 1 0 0,-23 38-699 0 0,-1 1 0 0 0,1-1 0 0 0,-1 1 0 0 0,1-1 1 0 0,-1 1-1 0 0,1 0 0 0 0,-1-1 0 0 0,1 1 0 0 0,0 0 1 0 0,-1-1-1 0 0,1 1 0 0 0,0 0 0 0 0,-1 0 1 0 0,1 0-1 0 0,0 0 0 0 0,-1 0 0 0 0,1-1 0 0 0,0 1 1 0 0,-1 0-1 0 0,1 1 0 0 0,0-1 0 0 0,-1 0 0 0 0,1 0 1 0 0,0 0-1 0 0,-1 0 0 0 0,1 0 0 0 0,0 1 1 0 0,-1-1-1 0 0,1 0 0 0 0,0 0 0 0 0,-1 1 0 0 0,1-1 1 0 0,-1 1-1 0 0,1-1 0 0 0,-1 0 0 0 0,1 1 0 0 0,-1-1 1 0 0,1 1-1 0 0,-1-1 0 0 0,1 1 0 0 0,-1 0 1 0 0,0-1-1 0 0,1 1 0 0 0,-1-1 0 0 0,1 2 0 0 0,20 33 621 0 0,-19-30-572 0 0,14 25 8 0 0,2-1 0 0 0,32 42 0 0 0,-41-61-2220 0 0,0 0 0 0 0,19 15 0 0 0,-10-12-4339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2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37 6449 0 0,'-1'-4'3077'0'0,"0"4"-3025"0"0,10-6 2094 0 0,-5 5-1658 0 0,19-7 278 0 0,-14 4-569 0 0,0 1 0 0 0,-1 0 0 0 0,1 1-1 0 0,0 0 1 0 0,15-1 0 0 0,-21 3-205 0 0,-1 0-1 0 0,1 0 1 0 0,-1 0 0 0 0,1 1-1 0 0,-1-1 1 0 0,1 1 0 0 0,-1 0-1 0 0,1-1 1 0 0,-1 1 0 0 0,1 0 0 0 0,-1 1-1 0 0,0-1 1 0 0,0 0 0 0 0,0 1-1 0 0,0-1 1 0 0,0 1 0 0 0,0-1-1 0 0,0 1 1 0 0,0 0 0 0 0,0 0-1 0 0,-1 0 1 0 0,1 0 0 0 0,-1 0 0 0 0,0 0-1 0 0,3 5 1 0 0,2 7-119 0 0,-1 1 1 0 0,0 0-1 0 0,-2 0 1 0 0,5 27-1 0 0,-6-29 110 0 0,0 0 1 0 0,0 0 0 0 0,2 0-1 0 0,0 0 1 0 0,0-1-1 0 0,12 23 1 0 0,-16-34 13 0 0,1 1 0 0 0,0-1 0 0 0,0 0 0 0 0,0 0 0 0 0,-1 0-1 0 0,1 0 1 0 0,0 0 0 0 0,1 0 0 0 0,-1 0 0 0 0,0 0 0 0 0,0 0 0 0 0,0 0 0 0 0,0 0 0 0 0,1-1 0 0 0,-1 1 0 0 0,0 0 0 0 0,1-1 0 0 0,-1 1 0 0 0,0-1 0 0 0,1 0 0 0 0,-1 1 0 0 0,1-1 0 0 0,-1 0-1 0 0,1 0 1 0 0,-1 0 0 0 0,0 0 0 0 0,1 0 0 0 0,-1 0 0 0 0,1 0 0 0 0,-1-1 0 0 0,1 1 0 0 0,-1-1 0 0 0,0 1 0 0 0,1-1 0 0 0,-1 1 0 0 0,0-1 0 0 0,1 0 0 0 0,-1 1 0 0 0,0-1 0 0 0,0 0 0 0 0,0 0-1 0 0,2-1 1 0 0,5-5-18 0 0,0-1-1 0 0,0 0 0 0 0,0 0 0 0 0,8-13 0 0 0,-9 13-17 0 0,3-6-79 0 0,3-2 269 0 0,0 0-1 0 0,19-18 1 0 0,-29 31-107 0 0,0 0 1 0 0,0 1 0 0 0,1-1-1 0 0,-1 1 1 0 0,1-1-1 0 0,-1 1 1 0 0,1 0-1 0 0,0 0 1 0 0,0 1 0 0 0,0-1-1 0 0,0 1 1 0 0,0 0-1 0 0,0 0 1 0 0,0 0-1 0 0,0 0 1 0 0,0 1-1 0 0,6 0 1 0 0,-7 0-15 0 0,-1 1 0 0 0,0 0-1 0 0,0 0 1 0 0,0 0 0 0 0,0 0-1 0 0,0 0 1 0 0,0 1 0 0 0,0-1 0 0 0,0 0-1 0 0,-1 1 1 0 0,1 0 0 0 0,0-1 0 0 0,-1 1-1 0 0,0 0 1 0 0,1 0 0 0 0,-1 0 0 0 0,0 0-1 0 0,0 0 1 0 0,0 0 0 0 0,0 0 0 0 0,0 0-1 0 0,0 0 1 0 0,-1 0 0 0 0,1 1 0 0 0,-1-1-1 0 0,1 3 1 0 0,2 10 56 0 0,-2 0-1 0 0,1 27 1 0 0,-2-35-103 0 0,-5 85 190 0 0,2-69-870 0 0,1 1 1 0 0,1-1-1 0 0,3 36 0 0 0,1-46-3893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3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7834 0 0,'-2'4'1474'0'0,"2"-3"-1519"0"0,0-1 1 0 0,0 1-1 0 0,0 0 0 0 0,0-1 0 0 0,0 1 1 0 0,0-1-1 0 0,0 1 0 0 0,0-1 0 0 0,0 1 1 0 0,0-1-1 0 0,0 1 0 0 0,0 0 0 0 0,1-1 1 0 0,-1 1-1 0 0,0-1 0 0 0,0 1 0 0 0,1-1 1 0 0,-1 1-1 0 0,0-1 0 0 0,1 0 0 0 0,-1 1 1 0 0,0-1-1 0 0,1 1 0 0 0,-1-1 0 0 0,1 0 1 0 0,-1 1-1 0 0,1-1 0 0 0,-1 0 0 0 0,1 1 1 0 0,-1-1-1 0 0,1 0 0 0 0,-1 0 0 0 0,1 1 0 0 0,-1-1 1 0 0,1 0-1 0 0,-1 0 0 0 0,1 0 0 0 0,-1 0 1 0 0,1 0-1 0 0,0 0 0 0 0,-1 0 0 0 0,1 0 1 0 0,-1 0-1 0 0,1 0 0 0 0,-1 0 0 0 0,1 0 1 0 0,-1 0-1 0 0,1 0 0 0 0,0-1 0 0 0,-1 1 1 0 0,1 0-1 0 0,0-1 0 0 0,7-4-58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3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3681 0 0,'1'-6'481'0'0,"0"1"1"0"0,0-1-1 0 0,1 0 1 0 0,0 0-1 0 0,1 1 0 0 0,-1 0 1 0 0,1-1-1 0 0,0 1 1 0 0,0 0-1 0 0,0 0 1 0 0,1 0-1 0 0,0 1 0 0 0,0-1 1 0 0,0 1-1 0 0,0 0 1 0 0,10-7-1 0 0,-13 11-445 0 0,0 0 1 0 0,-1 0-1 0 0,1 0 0 0 0,0 0 0 0 0,0 1 0 0 0,0-1 1 0 0,-1 0-1 0 0,1 0 0 0 0,0 0 0 0 0,0 1 0 0 0,-1-1 1 0 0,1 0-1 0 0,0 1 0 0 0,0-1 0 0 0,-1 1 0 0 0,1-1 1 0 0,-1 1-1 0 0,1-1 0 0 0,0 1 0 0 0,-1-1 1 0 0,1 1-1 0 0,-1-1 0 0 0,1 1 0 0 0,-1 0 0 0 0,1-1 1 0 0,-1 1-1 0 0,0 0 0 0 0,1 0 0 0 0,-1-1 0 0 0,0 1 1 0 0,0 0-1 0 0,1 0 0 0 0,-1-1 0 0 0,0 1 0 0 0,0 0 1 0 0,0 0-1 0 0,0 0 0 0 0,0 0 0 0 0,5 40-632 0 0,-4-36 614 0 0,-1-5-22 0 0,0 9-61 0 0,1-1 0 0 0,0 0 0 0 0,1 0 1 0 0,0 0-1 0 0,0 0 0 0 0,4 10 0 0 0,-5-16 68 0 0,0-1 0 0 0,0 1 0 0 0,0-1 0 0 0,0 1 0 0 0,0-1 0 0 0,0 0-1 0 0,1 1 1 0 0,-1-1 0 0 0,0 0 0 0 0,1 0 0 0 0,-1 0 0 0 0,1 0-1 0 0,0 0 1 0 0,-1 0 0 0 0,1 0 0 0 0,-1-1 0 0 0,1 1 0 0 0,0-1 0 0 0,0 1-1 0 0,-1-1 1 0 0,1 1 0 0 0,0-1 0 0 0,0 0 0 0 0,0 0 0 0 0,0 0 0 0 0,-1 0-1 0 0,1 0 1 0 0,0-1 0 0 0,0 1 0 0 0,-1 0 0 0 0,1-1 0 0 0,0 1 0 0 0,0-1-1 0 0,2-1 1 0 0,28-11 612 0 0,-22 8-366 0 0,-1 1 0 0 0,1 1 0 0 0,0-1 0 0 0,0 1 0 0 0,12-1 0 0 0,-20 4-209 0 0,0 0 0 0 0,0-1-1 0 0,0 1 1 0 0,0 0 0 0 0,0 1 0 0 0,0-1 0 0 0,0 0-1 0 0,0 1 1 0 0,0-1 0 0 0,0 1 0 0 0,0-1-1 0 0,0 1 1 0 0,0 0 0 0 0,-1 0 0 0 0,1 0 0 0 0,0 0-1 0 0,0 0 1 0 0,-1 0 0 0 0,1 1 0 0 0,-1-1 0 0 0,1 1-1 0 0,-1-1 1 0 0,1 1 0 0 0,-1-1 0 0 0,0 1-1 0 0,0 0 1 0 0,0-1 0 0 0,0 1 0 0 0,0 0 0 0 0,1 4-1 0 0,2 5 116 0 0,0 1 0 0 0,-2 0-1 0 0,1 0 1 0 0,-1 0-1 0 0,-1 1 1 0 0,0 15 0 0 0,-8 76 58 0 0,3-52-1549 0 0,3-33-4297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38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1 456 0 0,'-21'20'511'0'0,"0"2"-1"0"0,-28 38 1 0 0,32-37 1293 0 0,-1-1 0 0 0,-41 37 1189 0 0,105-137-116 0 0,-42 71-3002 0 0,1 1-1 0 0,0 0 0 0 0,0 0 0 0 0,1 0 0 0 0,0 1 0 0 0,0 0 0 0 0,0 0 0 0 0,1 0 0 0 0,-1 1 0 0 0,1 0 0 0 0,10-4 0 0 0,-8 5-3524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39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71 775 6913 0 0,'0'0'13'0'0,"0"-1"0"0"0,0 0-1 0 0,0 1 1 0 0,0-1-1 0 0,0 1 1 0 0,0-1-1 0 0,0 1 1 0 0,0-1-1 0 0,0 0 1 0 0,0 1-1 0 0,1-1 1 0 0,-1 1 0 0 0,0-1-1 0 0,0 1 1 0 0,0-1-1 0 0,1 1 1 0 0,-1-1-1 0 0,0 1 1 0 0,1-1-1 0 0,-1 1 1 0 0,0-1-1 0 0,1 1 1 0 0,-1-1-1 0 0,1 1 1 0 0,-1 0 0 0 0,1-1-1 0 0,-1 1 1 0 0,1 0-1 0 0,-1-1 1 0 0,1 1-1 0 0,-1 0 1 0 0,1 0-1 0 0,-1-1 1 0 0,1 1-1 0 0,-1 0 1 0 0,1 0 0 0 0,0 0-1 0 0,-1 0 1 0 0,1 0-1 0 0,-1 0 1 0 0,1 0-1 0 0,-1 0 1 0 0,1 0-1 0 0,0 0 1 0 0,-1 0-1 0 0,1 0 1 0 0,-1 0 0 0 0,1 1-1 0 0,-1-1 1 0 0,1 0-1 0 0,-1 0 1 0 0,1 1-1 0 0,-1-1 1 0 0,1 0-1 0 0,-1 1 1 0 0,1-1-1 0 0,-1 0 1 0 0,1 1-1 0 0,0 0 1 0 0,39 28 943 0 0,-27-21 184 0 0,-13-8-1110 0 0,-8-8-680 0 0,6 7 490 0 0,0 0 1 0 0,0-1-1 0 0,0 1 0 0 0,-1 1 1 0 0,1-1-1 0 0,0 0 0 0 0,-1 0 1 0 0,1 1-1 0 0,0 0 0 0 0,-1-1 1 0 0,1 1-1 0 0,0 0 1 0 0,-1 0-1 0 0,1 0 0 0 0,-1 0 1 0 0,1 1-1 0 0,0-1 0 0 0,-1 1 1 0 0,1-1-1 0 0,0 1 0 0 0,-1 0 1 0 0,1 0-1 0 0,0 0 0 0 0,0 0 1 0 0,0 0-1 0 0,0 0 0 0 0,0 1 1 0 0,0-1-1 0 0,0 1 1 0 0,-2 2-1 0 0,-39 27-1858 0 0,43-30 2257 0 0,-1-1 0 0 0,0 0 0 0 0,0 0 0 0 0,0 1 0 0 0,0-1 0 0 0,0 0 0 0 0,0 0 1 0 0,0 0-1 0 0,0 0 0 0 0,0 0 0 0 0,0 0 0 0 0,0-1 0 0 0,0 1 0 0 0,0 0 0 0 0,0 0 0 0 0,0-1 0 0 0,1 1 0 0 0,-1-1 0 0 0,0 1 0 0 0,0 0 0 0 0,0-1 0 0 0,-1-1 0 0 0,2 2-163 0 0,-1 0 0 0 0,1-1 0 0 0,0 1-1 0 0,-1 0 1 0 0,1-1 0 0 0,0 1 0 0 0,0-1-1 0 0,-1 1 1 0 0,1-1 0 0 0,0 1 0 0 0,0-1-1 0 0,0 1 1 0 0,-1-1 0 0 0,1 1-1 0 0,0-1 1 0 0,0 1 0 0 0,0-1 0 0 0,0 1-1 0 0,0-1 1 0 0,0 1 0 0 0,0-1 0 0 0,0 1-1 0 0,0-1 1 0 0,0 1 0 0 0,1-1 0 0 0,-1 1-1 0 0,0-1 1 0 0,0 1 0 0 0,0-1 0 0 0,1 1-1 0 0,-1-1 1 0 0,0 1 0 0 0,0-1 0 0 0,1 1-1 0 0,-1 0 1 0 0,0-1 0 0 0,1 1 0 0 0,-1 0-1 0 0,1-1 1 0 0,-1 1 0 0 0,0 0 0 0 0,1-1-1 0 0,-1 1 1 0 0,1 0 0 0 0,-1 0 0 0 0,1-1-1 0 0,0 1 1 0 0,6-5 192 0 0,-1-1-1 0 0,0 0 1 0 0,11-12-1 0 0,5-6 275 0 0,102-98 543 0 0,-92 103-1140 0 0,-28 18-33 0 0,-1-1 0 0 0,0 1-1 0 0,1-1 1 0 0,-1 1 0 0 0,0-1 0 0 0,0 0-1 0 0,0 0 1 0 0,0 0 0 0 0,0-1 0 0 0,0 1-1 0 0,-1-1 1 0 0,1 0 0 0 0,-1 1 0 0 0,0-1-1 0 0,0 0 1 0 0,0 0 0 0 0,3-6 0 0 0,-34-22 608 0 0,10 9 467 0 0,15 18-798 0 0,0 0 0 0 0,0-1 0 0 0,0 1 0 0 0,1-1 0 0 0,-1 1 0 0 0,1-1 0 0 0,0 0 0 0 0,1 0 0 0 0,-1 0 0 0 0,1-1 0 0 0,0 1 0 0 0,0 0 0 0 0,-2-11 0 0 0,7 17-121 0 0,-1-1 0 0 0,0 1 0 0 0,0 0 0 0 0,1 0 0 0 0,-1 0 0 0 0,0 0 0 0 0,0 0 0 0 0,0 1 0 0 0,0-1 0 0 0,0 0 0 0 0,1 3 0 0 0,5 2-62 0 0,0 1 1 0 0,0-2 0 0 0,0 1-1 0 0,1-1 1 0 0,14 6 0 0 0,-22-10-7 0 0,1-1 0 0 0,-1 1 1 0 0,1-1-1 0 0,-1 1 0 0 0,1-1 1 0 0,-1 0-1 0 0,1 0 0 0 0,-1 0 1 0 0,1 1-1 0 0,-1-1 1 0 0,1-1-1 0 0,-1 1 0 0 0,1 0 1 0 0,-1 0-1 0 0,1 0 0 0 0,-1-1 1 0 0,1 1-1 0 0,-1-1 0 0 0,0 1 1 0 0,1-1-1 0 0,-1 0 0 0 0,0 0 1 0 0,1 1-1 0 0,-1-1 0 0 0,0 0 1 0 0,0 0-1 0 0,0 0 0 0 0,0 0 1 0 0,0 0-1 0 0,0-1 0 0 0,0 1 1 0 0,0 0-1 0 0,0 0 1 0 0,0-1-1 0 0,-1 1 0 0 0,1 0 1 0 0,0-1-1 0 0,-1 1 0 0 0,1-1 1 0 0,-1 1-1 0 0,0-1 0 0 0,1 1 1 0 0,-1-1-1 0 0,0 1 0 0 0,0-4 1 0 0,2-16 111 0 0,-1 0 0 0 0,0 0-1 0 0,-2 0 1 0 0,-3-24 0 0 0,2 25 3 0 0,1-1 0 0 0,0 0 0 0 0,1 0-1 0 0,4-23 1 0 0,-4 42-111 0 0,0-1 0 0 0,1 1 0 0 0,-1 0 0 0 0,1-1 0 0 0,0 1 0 0 0,0 0 0 0 0,0-1 0 0 0,0 1 0 0 0,0 0 0 0 0,0 0 0 0 0,0 0 0 0 0,1 0 0 0 0,-1 0 0 0 0,1 0 0 0 0,-1 0 0 0 0,4-2 0 0 0,-3 3 2 0 0,-1 0 1 0 0,1 1-1 0 0,-1-1 1 0 0,1 1-1 0 0,-1-1 1 0 0,1 1-1 0 0,0-1 1 0 0,-1 1-1 0 0,1 0 1 0 0,0 0-1 0 0,-1 0 1 0 0,1 0-1 0 0,0 0 1 0 0,-1 0-1 0 0,1 1 1 0 0,-1-1-1 0 0,1 0 1 0 0,2 2-1 0 0,6 2 24 0 0,-1 1 0 0 0,1 0 0 0 0,-1 0 0 0 0,0 1 0 0 0,14 13 0 0 0,-21-18-30 0 0,3 3-3 0 0,3 3-19 0 0,0-1 0 0 0,0 0 0 0 0,1 0-1 0 0,0-1 1 0 0,11 6 0 0 0,-40-54 124 0 0,16 31-76 0 0,-24-64 82 0 0,26 68-96 0 0,1 1 0 0 0,-1 0 0 0 0,1-1 0 0 0,1 1 0 0 0,-1-1 0 0 0,1 1 0 0 0,0-1 0 0 0,3-13 0 0 0,-3 20-12 0 0,0 0-1 0 0,0 0 0 0 0,0 0 1 0 0,1 0-1 0 0,-1 0 1 0 0,1-1-1 0 0,-1 1 1 0 0,1 0-1 0 0,-1 0 1 0 0,1 0-1 0 0,-1 0 1 0 0,1 0-1 0 0,0 0 1 0 0,0 1-1 0 0,-1-1 1 0 0,1 0-1 0 0,0 0 1 0 0,0 0-1 0 0,0 1 1 0 0,0-1-1 0 0,0 0 1 0 0,0 1-1 0 0,0-1 0 0 0,0 1 1 0 0,0-1-1 0 0,0 1 1 0 0,0 0-1 0 0,1 0 1 0 0,-1-1-1 0 0,0 1 1 0 0,0 0-1 0 0,0 0 1 0 0,0 0-1 0 0,1 0 1 0 0,-1 0-1 0 0,0 0 1 0 0,0 0-1 0 0,0 1 1 0 0,0-1-1 0 0,2 1 1 0 0,5 1-7 0 0,0 1 0 0 0,1 1 0 0 0,-1 0 0 0 0,12 7 0 0 0,3 2-1 0 0,-7-7-148 0 0,-1-1 0 0 0,1 0-1 0 0,0-1 1 0 0,0-1 0 0 0,31 2 0 0 0,-45-5 42 0 0,-1 0 1 0 0,0-1-1 0 0,0 1 1 0 0,0 0 0 0 0,0-1-1 0 0,0 1 1 0 0,0-1 0 0 0,1 1-1 0 0,-1-1 1 0 0,0 1 0 0 0,0-1-1 0 0,0 0 1 0 0,-1 0 0 0 0,1 1-1 0 0,0-1 1 0 0,0 0-1 0 0,0 0 1 0 0,0 0 0 0 0,-1 0-1 0 0,1 0 1 0 0,-1 0 0 0 0,1 0-1 0 0,0 0 1 0 0,-1-2 0 0 0,12-31-2883 0 0,-10 25 1665 0 0,2-6-2798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0 715 2761 0 0,'0'-7'1453'0'0,"1"-1"0"0"0,0 1 0 0 0,0 0 0 0 0,1-1 0 0 0,3-8 0 0 0,19-40 1939 0 0,44-54-2102 0 0,-50 85-71 0 0,25-37-111 0 0,3 3 1 0 0,76-77 0 0 0,-75 87-1264 0 0,49-48-897 0 0,-27 41-3899 0 0,-51 44-531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0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66 9674 0 0,'-1'-3'209'0'0,"0"0"-1"0"0,1 0 1 0 0,-1 1 0 0 0,0-1-1 0 0,1 0 1 0 0,0 0 0 0 0,0 0-1 0 0,-1 0 1 0 0,2 1 0 0 0,-1-1-1 0 0,0 0 1 0 0,1 0 0 0 0,-1 0 0 0 0,2-3-1 0 0,-2 5-108 0 0,0 0-1 0 0,1 0 1 0 0,-1 0-1 0 0,0 0 1 0 0,1 0-1 0 0,-1 0 1 0 0,0 1-1 0 0,1-1 1 0 0,0 0-1 0 0,-1 0 1 0 0,1 0-1 0 0,-1 0 1 0 0,1 1-1 0 0,0-1 1 0 0,0 0-1 0 0,-1 0 1 0 0,1 1 0 0 0,0-1-1 0 0,0 1 1 0 0,0-1-1 0 0,0 1 1 0 0,0-1-1 0 0,0 1 1 0 0,0-1-1 0 0,0 1 1 0 0,0 0-1 0 0,0 0 1 0 0,0-1-1 0 0,0 1 1 0 0,0 0-1 0 0,0 0 1 0 0,0 0-1 0 0,0 0 1 0 0,0 0-1 0 0,0 0 1 0 0,0 1-1 0 0,0-1 1 0 0,0 0-1 0 0,2 1 1 0 0,5 3 123 0 0,0 0 0 0 0,0 0 1 0 0,0 1-1 0 0,-1 0 0 0 0,1 0 0 0 0,12 13 1 0 0,38 47 188 0 0,-13-14-64 0 0,22 14-199 0 0,2-4 1 0 0,119 82-1 0 0,-70-59-4218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1.2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11 119 2761 0 0,'-1'0'95'0'0,"0"-1"0"0"0,0 0 1 0 0,0 0-1 0 0,0 1 0 0 0,1-1 1 0 0,-1 0-1 0 0,0 0 0 0 0,1 0 1 0 0,-1 0-1 0 0,1 0 0 0 0,-1 0 1 0 0,1 0-1 0 0,-1 0 1 0 0,1 0-1 0 0,0 0 0 0 0,0 0 1 0 0,-1 0-1 0 0,1 0 0 0 0,0 0 1 0 0,0 0-1 0 0,0 0 0 0 0,0-1 1 0 0,0 1-1 0 0,1-1 0 0 0,-1-30 2139 0 0,1 28-1965 0 0,1 0 1 0 0,-1 1 0 0 0,1-1 0 0 0,0 0-1 0 0,0 0 1 0 0,0 1 0 0 0,0-1 0 0 0,0 1-1 0 0,1 0 1 0 0,0-1 0 0 0,0 1 0 0 0,0 1-1 0 0,4-5 1 0 0,-6 6-218 0 0,0 0 0 0 0,1 0 1 0 0,-1 0-1 0 0,0 1 0 0 0,0-1 0 0 0,1 0 1 0 0,-1 0-1 0 0,1 1 0 0 0,-1-1 0 0 0,1 1 1 0 0,-1-1-1 0 0,1 1 0 0 0,-1 0 0 0 0,1 0 0 0 0,-1-1 1 0 0,1 1-1 0 0,-1 0 0 0 0,1 0 0 0 0,0 1 1 0 0,-1-1-1 0 0,1 0 0 0 0,-1 0 0 0 0,1 1 1 0 0,-1-1-1 0 0,1 1 0 0 0,-1-1 0 0 0,1 1 0 0 0,-1 0 1 0 0,0 0-1 0 0,1-1 0 0 0,-1 1 0 0 0,0 0 1 0 0,0 0-1 0 0,0 0 0 0 0,1 0 0 0 0,-1 1 1 0 0,1 1-1 0 0,1 1-35 0 0,-2-1 0 0 0,1 1 1 0 0,0-1-1 0 0,-1 1 0 0 0,1 0 1 0 0,-1-1-1 0 0,0 1 0 0 0,0 0 1 0 0,-1 0-1 0 0,1 0 0 0 0,-1 7 1 0 0,-3 48 42 0 0,1-41-5 0 0,-7 42 52 0 0,5-45 124 0 0,2 1 0 0 0,0-1 0 0 0,1 1-1 0 0,0 19 1 0 0,1-35-224 0 0,0 1 0 0 0,0-1 0 0 0,0 0-1 0 0,0 0 1 0 0,0 0 0 0 0,0 1 0 0 0,0-1-1 0 0,0 0 1 0 0,0 0 0 0 0,0 0 0 0 0,0 1 0 0 0,0-1-1 0 0,0 0 1 0 0,0 0 0 0 0,0 0 0 0 0,0 1 0 0 0,0-1-1 0 0,1 0 1 0 0,-1 0 0 0 0,0 0 0 0 0,0 0 0 0 0,0 1-1 0 0,0-1 1 0 0,0 0 0 0 0,0 0 0 0 0,1 0-1 0 0,-1 0 1 0 0,0 1 0 0 0,0-1 0 0 0,0 0 0 0 0,0 0-1 0 0,1 0 1 0 0,-1 0 0 0 0,0 0 0 0 0,0 0 0 0 0,0 0-1 0 0,0 0 1 0 0,1 0 0 0 0,-1 0 0 0 0,0 0-1 0 0,0 0 1 0 0,0 1 0 0 0,1-1 0 0 0,-1 0 0 0 0,0-1-1 0 0,0 1 1 0 0,0 0 0 0 0,1 0 0 0 0,-1 0 0 0 0,12-10 82 0 0,15-28-153 0 0,-21 29 114 0 0,0-1 67 0 0,1 1 0 0 0,0 0 0 0 0,1 1 0 0 0,0-1 0 0 0,15-11 0 0 0,-22 19-113 0 0,1 0 1 0 0,-1 0 0 0 0,1 0-1 0 0,-1 0 1 0 0,1 0-1 0 0,0 0 1 0 0,0 0-1 0 0,-1 1 1 0 0,1-1-1 0 0,0 1 1 0 0,0-1-1 0 0,0 1 1 0 0,-1 0-1 0 0,1-1 1 0 0,0 1-1 0 0,0 0 1 0 0,0 0-1 0 0,0 0 1 0 0,0 1-1 0 0,-1-1 1 0 0,1 0-1 0 0,0 1 1 0 0,0-1-1 0 0,0 1 1 0 0,-1 0-1 0 0,1 0 1 0 0,0-1-1 0 0,-1 1 1 0 0,1 0-1 0 0,0 0 1 0 0,-1 1-1 0 0,1-1 1 0 0,-1 0-1 0 0,0 0 1 0 0,1 1-1 0 0,-1-1 1 0 0,0 1-1 0 0,0-1 1 0 0,0 1-1 0 0,0-1 1 0 0,0 1-1 0 0,0 0 1 0 0,0 2-1 0 0,5 9-30 0 0,-1 0 1 0 0,0 0-1 0 0,-1 0 0 0 0,-1 1 0 0 0,0-1 0 0 0,2 21 1 0 0,9 41-118 0 0,-14-75 132 0 0,1 1-1 0 0,-1 0 1 0 0,0-1 0 0 0,0 1-1 0 0,1-1 1 0 0,-1 1-1 0 0,1 0 1 0 0,-1-1-1 0 0,1 1 1 0 0,-1-1-1 0 0,0 1 1 0 0,1-1 0 0 0,0 0-1 0 0,-1 1 1 0 0,1-1-1 0 0,-1 1 1 0 0,1-1-1 0 0,-1 0 1 0 0,1 0 0 0 0,0 1-1 0 0,-1-1 1 0 0,1 0-1 0 0,0 0 1 0 0,-1 0-1 0 0,1 1 1 0 0,0-1-1 0 0,-1 0 1 0 0,1 0 0 0 0,0 0-1 0 0,0 0 1 0 0,-1 0-1 0 0,1-1 1 0 0,0 1-1 0 0,-1 0 1 0 0,1 0-1 0 0,0 0 1 0 0,-1-1 0 0 0,1 1-1 0 0,-1 0 1 0 0,1 0-1 0 0,0-1 1 0 0,-1 1-1 0 0,1-1 1 0 0,-1 1-1 0 0,2-1 1 0 0,32-25-1333 0 0,-24 18 867 0 0,-10 7 431 0 0,1 1-1 0 0,0-1 0 0 0,0 0 1 0 0,0 1-1 0 0,0-1 1 0 0,-1 1-1 0 0,1-1 1 0 0,0 1-1 0 0,0-1 1 0 0,0 1-1 0 0,0-1 0 0 0,0 1 1 0 0,0 0-1 0 0,0 0 1 0 0,0 0-1 0 0,0-1 1 0 0,0 1-1 0 0,0 0 0 0 0,1 0 1 0 0,-1 0-1 0 0,0 1 1 0 0,0-1-1 0 0,0 0 1 0 0,0 0-1 0 0,1 1 0 0 0,0 0-248 0 0,-1 1 1 0 0,0-1-1 0 0,1 1 0 0 0,-1-1 0 0 0,0 1 0 0 0,0-1 0 0 0,0 1 0 0 0,0-1 0 0 0,0 1 0 0 0,1 2 0 0 0,9 15-2201 0 0,-9-19 2328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1.5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0,'4'6'5574'0'0,"10"9"-3264"0"0,171 176 5381 0 0,-109-110-5829 0 0,68 80-288 0 0,-76-82-2440 0 0,2-2-3308 0 0,-59-65 2733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2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25 5529 0 0,'-4'-3'476'0'0,"1"0"0"0"0,-1 0 0 0 0,0 0-1 0 0,0 0 1 0 0,0 1 0 0 0,0 0 0 0 0,0 0 0 0 0,-5-2-1 0 0,20 8 512 0 0,0 0-1 0 0,0 1 0 0 0,0 0 0 0 0,0 0 0 0 0,-1 2 0 0 0,17 11 0 0 0,59 56-375 0 0,-66-56-158 0 0,232 238 340 0 0,-28-26-256 0 0,-120-128-1203 0 0,-43-40-538 0 0,90 69 0 0 0,-145-125 747 0 0,1-1 0 0 0,1-1-1 0 0,-1 0 1 0 0,1 0 0 0 0,0 0-1 0 0,0-1 1 0 0,0 0 0 0 0,0 0 0 0 0,0-1-1 0 0,1 0 1 0 0,-1 0 0 0 0,1-1 0 0 0,-1 0-1 0 0,1-1 1 0 0,-1 0 0 0 0,17-2-1 0 0,-10 0-2633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2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40 105 1840 0 0,'-3'1'625'0'0,"0"0"-1"0"0,0-1 0 0 0,0 2 0 0 0,1-1 0 0 0,-1 0 0 0 0,1 0 0 0 0,-1 1 0 0 0,1 0 1 0 0,-1-1-1 0 0,1 1 0 0 0,0 0 0 0 0,0 0 0 0 0,0 0 0 0 0,-3 4 0 0 0,28-37 1786 0 0,-12 17-1924 0 0,1-4-68 0 0,22-29 156 0 0,-32 45-549 0 0,0 1-1 0 0,0-1 1 0 0,-1 0-1 0 0,1 1 1 0 0,0-1-1 0 0,0 1 1 0 0,1-1-1 0 0,-1 1 1 0 0,0 0-1 0 0,0 0 0 0 0,1 0 1 0 0,-1 0-1 0 0,0 1 1 0 0,1-1-1 0 0,-1 1 1 0 0,1-1-1 0 0,-1 1 1 0 0,5 0-1 0 0,-5 0-16 0 0,-1 1-1 0 0,1-1 1 0 0,-1 1-1 0 0,1 0 1 0 0,-1 0-1 0 0,1 0 1 0 0,-1 0-1 0 0,0 0 1 0 0,1 0-1 0 0,-1 0 1 0 0,0 0-1 0 0,0 0 1 0 0,0 0-1 0 0,0 1 1 0 0,0-1-1 0 0,0 0 1 0 0,0 1-1 0 0,-1-1 1 0 0,1 1-1 0 0,0-1 1 0 0,-1 1-1 0 0,1-1 1 0 0,-1 1-1 0 0,1 2 1 0 0,7 44-77 0 0,-8-43 21 0 0,2 84-747 0 0,-3-60 583 0 0,4 36 1 0 0,-3-64 190 0 0,0 0-1 0 0,0 0 0 0 0,0 0 0 0 0,0 0 0 0 0,0 1 1 0 0,0-1-1 0 0,1 0 0 0 0,-1 0 0 0 0,0 0 0 0 0,1 0 0 0 0,-1 0 1 0 0,1 0-1 0 0,-1 0 0 0 0,1 0 0 0 0,0 0 0 0 0,-1 0 1 0 0,1 0-1 0 0,0 0 0 0 0,-1 0 0 0 0,1 0 0 0 0,0-1 0 0 0,0 1 1 0 0,0 0-1 0 0,0 0 0 0 0,0-1 0 0 0,0 1 0 0 0,0-1 1 0 0,1 1-1 0 0,1-1-34 0 0,-1 0 1 0 0,0 0-1 0 0,0 0 1 0 0,0 0-1 0 0,0-1 1 0 0,0 1-1 0 0,0-1 1 0 0,0 1-1 0 0,0-1 1 0 0,0 0-1 0 0,0 0 1 0 0,0 0-1 0 0,0 0 1 0 0,2-1-1 0 0,6-6 71 0 0,1 0 1 0 0,-1-1-1 0 0,16-16 0 0 0,-18 16 79 0 0,-7 6-72 0 0,1 1 1 0 0,0-1-1 0 0,-1 1 1 0 0,1 0-1 0 0,0 0 1 0 0,1 0-1 0 0,-1 0 1 0 0,0 0-1 0 0,1 0 1 0 0,-1 0-1 0 0,1 1 0 0 0,-1-1 1 0 0,1 1-1 0 0,5-2 1 0 0,-8 3-19 0 0,0 1-1 0 0,1-1 1 0 0,-1 0 0 0 0,1 1-1 0 0,-1-1 1 0 0,0 1 0 0 0,1-1 0 0 0,-1 1-1 0 0,0-1 1 0 0,1 1 0 0 0,-1-1-1 0 0,0 1 1 0 0,0 0 0 0 0,1-1 0 0 0,-1 1-1 0 0,0-1 1 0 0,0 1 0 0 0,0-1-1 0 0,0 1 1 0 0,0 0 0 0 0,0-1 0 0 0,0 1-1 0 0,0-1 1 0 0,0 1 0 0 0,0 0 0 0 0,0-1-1 0 0,0 1 1 0 0,-1-1 0 0 0,1 1-1 0 0,0-1 1 0 0,-1 2 0 0 0,-4 23 162 0 0,4-22-151 0 0,-1 5-103 0 0,-3 10-1182 0 0,1-1 0 0 0,1 1 0 0 0,-2 29 0 0 0,5-38 161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3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20 3225 0 0,'-1'0'282'0'0,"0"0"-163"0"0,19-8 5964 0 0,4-3-3388 0 0,-17 11-2372 0 0,0 0-1 0 0,0 0 1 0 0,0 1 0 0 0,0-1 0 0 0,0 1-1 0 0,-1 0 1 0 0,1 1 0 0 0,0-1 0 0 0,0 1-1 0 0,-1 0 1 0 0,1 0 0 0 0,-1 0-1 0 0,1 1 1 0 0,-1 0 0 0 0,0 0 0 0 0,0 0-1 0 0,0 0 1 0 0,4 5 0 0 0,9 10 97 0 0,-1 0 0 0 0,21 29 1 0 0,-30-38-196 0 0,26 37-244 0 0,2-1 0 0 0,2-2 1 0 0,1-2-1 0 0,56 46 0 0 0,-52-53-2663 0 0,-31-25 1039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3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0 892 8754 0 0,'4'-1'265'0'0,"0"0"0"0"0,-1-1 0 0 0,1 1-1 0 0,-1-1 1 0 0,1 0 0 0 0,-1 0 0 0 0,0-1 0 0 0,0 1 0 0 0,0 0 0 0 0,0-1 0 0 0,2-3 0 0 0,5-3 250 0 0,133-116 2675 0 0,160-202-1920 0 0,-219 218-780 0 0,23-25-5065 0 0,-91 117 2777 0 0,1 0-1 0 0,0 2 1 0 0,1 0-1 0 0,1 1 1 0 0,29-17-1 0 0,-35 25 1799 0 0,-4 1-2 0 0,1 0 0 0 0,-1-1 0 0 0,0 0 0 0 0,13-12 0 0 0,-16 13-52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4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64 416 4681 0 0,'-5'-4'184'0'0,"0"0"0"0"0,1 0 0 0 0,0-1 0 0 0,0 1 0 0 0,0-1 0 0 0,0 0 1 0 0,1 0-1 0 0,0-1 0 0 0,-5-9 0 0 0,-4-6 989 0 0,4-7 5195 0 0,25 38-5883 0 0,23 29 726 0 0,-28-26-1105 0 0,0-1-1 0 0,18 13 1 0 0,-26-22-138 0 0,-1-1 0 0 0,0 0-1 0 0,1 0 1 0 0,-1 0-1 0 0,1 0 1 0 0,-1-1 0 0 0,1 1-1 0 0,0-1 1 0 0,0 0-1 0 0,0 0 1 0 0,0-1 0 0 0,0 1-1 0 0,0-1 1 0 0,0 1-1 0 0,4-2 1 0 0,-7 1 14 0 0,0-1 0 0 0,0 1 1 0 0,0-1-1 0 0,1 1 0 0 0,-1-1 0 0 0,0 0 0 0 0,0 1 1 0 0,0-1-1 0 0,0 0 0 0 0,0 0 0 0 0,0 0 1 0 0,-1 0-1 0 0,1 0 0 0 0,0 0 0 0 0,0 0 0 0 0,-1 0 1 0 0,1 0-1 0 0,-1 0 0 0 0,1-1 0 0 0,-1 1 0 0 0,1 0 1 0 0,-1 0-1 0 0,1-1 0 0 0,-1 1 0 0 0,0 0 0 0 0,0 0 1 0 0,0-1-1 0 0,0 1 0 0 0,0 0 0 0 0,0-1 1 0 0,0 1-1 0 0,0 0 0 0 0,-1 0 0 0 0,1-2 0 0 0,-10-47-237 0 0,-8-6-124 0 0,9 33 74 0 0,-8-38 0 0 0,16 58 296 0 0,1 1 1 0 0,-1 0-1 0 0,1-1 1 0 0,0 1-1 0 0,-1-1 1 0 0,1 1-1 0 0,0 0 1 0 0,1-1-1 0 0,-1 1 1 0 0,0-1-1 0 0,1 1 0 0 0,-1 0 1 0 0,1-1-1 0 0,0 1 1 0 0,-1 0-1 0 0,1 0 1 0 0,0-1-1 0 0,1 1 1 0 0,-1 0-1 0 0,2-3 1 0 0,-1 3 34 0 0,0 1 0 0 0,0 0 0 0 0,1-1 0 0 0,-1 1 0 0 0,0 0 0 0 0,0 0 0 0 0,1 0 0 0 0,-1 0 0 0 0,0 0 0 0 0,1 1 0 0 0,-1-1 0 0 0,1 1 0 0 0,-1-1 0 0 0,1 1 0 0 0,-1 0 0 0 0,4 0 0 0 0,5 1 192 0 0,-1 1 0 0 0,1 0 0 0 0,-1 0 1 0 0,0 1-1 0 0,0 0 0 0 0,0 0 0 0 0,0 1 0 0 0,10 7 0 0 0,-9-5-128 0 0,29 18-143 0 0,-38-23 34 0 0,0 0 0 0 0,0 1-1 0 0,-1-1 1 0 0,1 0 0 0 0,-1 1-1 0 0,0 0 1 0 0,1-1 0 0 0,-1 1-1 0 0,0-1 1 0 0,0 1 0 0 0,0 0 0 0 0,0 0-1 0 0,0 0 1 0 0,0 0 0 0 0,0 0-1 0 0,-1 0 1 0 0,1 0 0 0 0,0 2-1 0 0,-22-43-1989 0 0,17 27 1591 0 0,-4-8-113 0 0,-10-41 0 0 0,17 57 510 0 0,-1-2 0 0 0,2 1 0 0 0,-1 0 0 0 0,1 0 1 0 0,0 0-1 0 0,0 0 0 0 0,0 0 0 0 0,0 0 0 0 0,1 0 1 0 0,0 0-1 0 0,0 0 0 0 0,1 0 0 0 0,3-9 1 0 0,-4 13 65 0 0,-1-1 1 0 0,1 1 0 0 0,0 0 0 0 0,0 0 0 0 0,0-1 0 0 0,0 1 0 0 0,0 0 0 0 0,0 0 0 0 0,0 0 0 0 0,0 0 0 0 0,0 1-1 0 0,1-1 1 0 0,-1 0 0 0 0,0 0 0 0 0,0 1 0 0 0,1-1 0 0 0,-1 1 0 0 0,1-1 0 0 0,-1 1 0 0 0,0-1 0 0 0,1 1 0 0 0,-1 0 0 0 0,1 0-1 0 0,-1 0 1 0 0,1 0 0 0 0,-1 0 0 0 0,1 0 0 0 0,-1 0 0 0 0,1 0 0 0 0,-1 1 0 0 0,3-1 0 0 0,4 3 112 0 0,0 1-1 0 0,1-1 1 0 0,-1 1 0 0 0,11 7 0 0 0,17 7-3419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4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24 931 3681 0 0,'-23'25'6241'0'0,"29"-38"-4833"0"0,27-38 342 0 0,1 1-1 0 0,75-82 0 0 0,102-71 2185 0 0,117-65-3744 0 0,-291 239-1082 0 0,62-68 1 0 0,-19 2-4618 0 0,-66 77 469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5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3225 0 0,'0'0'57'0'0,"0"1"0"0"0,-1-1 0 0 0,1 0 0 0 0,0 0 0 0 0,0 0 0 0 0,0 1 0 0 0,0-1 0 0 0,-1 0 0 0 0,1 0 0 0 0,0 1 0 0 0,0-1 1 0 0,0 0-1 0 0,0 1 0 0 0,0-1 0 0 0,0 0 0 0 0,0 0 0 0 0,0 1 0 0 0,0-1 0 0 0,0 0 0 0 0,0 0 0 0 0,0 1 0 0 0,0-1 0 0 0,0 0 0 0 0,0 1 0 0 0,0-1 0 0 0,0 0 1 0 0,0 0-1 0 0,0 1 0 0 0,0-1 0 0 0,0 0 0 0 0,0 0 0 0 0,1 1 0 0 0,-1-1 0 0 0,0 0 0 0 0,0 0 0 0 0,0 1 0 0 0,0-1 0 0 0,1 0 0 0 0,-1 0 0 0 0,0 0 0 0 0,0 0 1 0 0,1 1-1 0 0,-1-1 0 0 0,0 0 0 0 0,0 0 0 0 0,0 0 0 0 0,1 0 0 0 0,-1 0 0 0 0,0 0 0 0 0,1 1 0 0 0,-1-1 0 0 0,0 0 0 0 0,0 0 0 0 0,1 0 0 0 0,-1 0 1 0 0,0 0-1 0 0,1 0 0 0 0,-1 0 0 0 0,0 0 0 0 0,0 0 0 0 0,1-1 0 0 0,-1 1 0 0 0,19 1 1365 0 0,9-5-705 0 0,0 0 1 0 0,1 2 0 0 0,-1 1-1 0 0,1 1 1 0 0,-1 1 0 0 0,48 9 0 0 0,34 10-541 0 0,132 15-35 0 0,-211-33-389 0 0,0-1-1 0 0,0-2 0 0 0,0-1 0 0 0,-1-2 0 0 0,61-14 1 0 0,-44-2-1863 0 0,-27 10-1614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5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2 3225 0 0,'-1'-1'96'0'0,"-1"1"0"0"0,0 0 0 0 0,0 0 0 0 0,0 0 0 0 0,0 0 0 0 0,0 0 0 0 0,0 0 0 0 0,0 1 0 0 0,1-1 0 0 0,-1 1 0 0 0,0-1 0 0 0,0 1 0 0 0,0 0 0 0 0,1-1 0 0 0,-1 1 0 0 0,0 0 0 0 0,1 0 0 0 0,-1 0 0 0 0,1 1 0 0 0,-1-1 0 0 0,1 0 0 0 0,-1 0 0 0 0,1 1 0 0 0,0-1 0 0 0,0 1 0 0 0,0-1 0 0 0,0 1 0 0 0,0 0 0 0 0,0-1 0 0 0,0 1 0 0 0,0 0 0 0 0,1 0 0 0 0,-1 0 0 0 0,1-1 0 0 0,-1 1 0 0 0,1 0 0 0 0,0 0 0 0 0,0 0 0 0 0,0 0 1 0 0,0 0-1 0 0,0 3 0 0 0,0 7 222 0 0,0 0 0 0 0,1 1 0 0 0,0-1 0 0 0,1 0 0 0 0,1 0 1 0 0,5 19-1 0 0,-6-26-290 0 0,0 0 0 0 0,0 0 0 0 0,0-1 0 0 0,0 1 0 0 0,1 0 0 0 0,0-1 0 0 0,0 0 0 0 0,0 1 0 0 0,1-1 0 0 0,-1 0 0 0 0,1-1 0 0 0,0 1 0 0 0,0-1 0 0 0,0 0 0 0 0,0 0 0 0 0,1 0 0 0 0,7 4 0 0 0,-8-6 69 0 0,-1 1 0 0 0,1-1 0 0 0,0 0 0 0 0,0 0 0 0 0,0 0 1 0 0,0 0-1 0 0,0-1 0 0 0,0 1 0 0 0,0-1 0 0 0,0 0 0 0 0,0-1 0 0 0,0 1 1 0 0,0-1-1 0 0,0 1 0 0 0,7-3 0 0 0,-8 1 35 0 0,-1 0 0 0 0,1 1 0 0 0,0-1 0 0 0,0 0 1 0 0,-1 0-1 0 0,1-1 0 0 0,-1 1 0 0 0,0 0 0 0 0,0-1 0 0 0,0 0 0 0 0,0 1 1 0 0,0-1-1 0 0,0 0 0 0 0,-1 0 0 0 0,1 0 0 0 0,-1 0 0 0 0,0 0 0 0 0,0 0 1 0 0,1-6-1 0 0,0 1 24 0 0,-1 1-1 0 0,-1-1 1 0 0,1 0 0 0 0,-1 1 0 0 0,0-1 0 0 0,-1 0 0 0 0,0 1 0 0 0,0-1 0 0 0,-1 0 0 0 0,0 1-1 0 0,0-1 1 0 0,-6-11 0 0 0,7 16-154 0 0,0 0 0 0 0,0 1 0 0 0,-1-1 0 0 0,1 0 0 0 0,-1 0 0 0 0,0 1 0 0 0,0-1 0 0 0,0 1-1 0 0,0-1 1 0 0,0 1 0 0 0,-1 0 0 0 0,1 0 0 0 0,-1 0 0 0 0,1 0 0 0 0,-1 0 0 0 0,0 0 0 0 0,0 1 0 0 0,0 0 0 0 0,1-1 0 0 0,-2 1-1 0 0,1 0 1 0 0,0 0 0 0 0,0 1 0 0 0,0-1 0 0 0,0 1 0 0 0,0 0 0 0 0,-1-1 0 0 0,1 1 0 0 0,0 1 0 0 0,0-1 0 0 0,0 0 0 0 0,-7 2-1 0 0,8-1-122 0 0,0-1-1 0 0,0 1 0 0 0,0 0 0 0 0,0 0 0 0 0,0 0 0 0 0,0 0 0 0 0,1 0 0 0 0,-1 0 0 0 0,0 0 0 0 0,0 1 1 0 0,1-1-1 0 0,-1 1 0 0 0,1-1 0 0 0,-1 1 0 0 0,1 0 0 0 0,0-1 0 0 0,-1 1 0 0 0,1 0 0 0 0,0 0 1 0 0,0 0-1 0 0,1 0 0 0 0,-1 0 0 0 0,0 0 0 0 0,0 0 0 0 0,1 0 0 0 0,0 0 0 0 0,-1 0 0 0 0,1 0 0 0 0,0 1 1 0 0,0-1-1 0 0,0 3 0 0 0,1 5-7 0 0,0-1 1 0 0,1 0 0 0 0,0 0 0 0 0,1 0-1 0 0,6 16 1 0 0,-2-7 222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28 202 3225 0 0,'-1'1'150'0'0,"0"0"1"0"0,-1-1-1 0 0,1 1 1 0 0,0 0-1 0 0,-1-1 1 0 0,1 1-1 0 0,0-1 1 0 0,-1 1-1 0 0,1-1 1 0 0,-1 1-1 0 0,1-1 1 0 0,-1 0-1 0 0,-8 2 3471 0 0,26 8-2063 0 0,15 8-733 0 0,-2 0-505 0 0,2-1 1 0 0,54 21 0 0 0,-84-38-288 0 0,0 0 1 0 0,-1 1-1 0 0,1-1 0 0 0,0 1 1 0 0,0-1-1 0 0,0 0 1 0 0,0 0-1 0 0,-1 0 1 0 0,1 1-1 0 0,0-1 1 0 0,0 0-1 0 0,0 0 1 0 0,0 0-1 0 0,0 0 1 0 0,0 0-1 0 0,0 0 1 0 0,-1-1-1 0 0,1 1 1 0 0,0 0-1 0 0,0 0 1 0 0,0-1-1 0 0,0 1 1 0 0,-1 0-1 0 0,1-1 0 0 0,0 1 1 0 0,0-1-1 0 0,-1 1 1 0 0,2-2-1 0 0,-1 1 47 0 0,0-1-1 0 0,-1 1 1 0 0,0-1-1 0 0,1 1 1 0 0,-1-1-1 0 0,0 1 0 0 0,0-1 1 0 0,0 1-1 0 0,0-1 1 0 0,0 1-1 0 0,0-1 0 0 0,0 1 1 0 0,0-1-1 0 0,-1 1 1 0 0,0-3-1 0 0,-3-8 482 0 0,0-1-1 0 0,-12-21 0 0 0,15 32-554 0 0,-31-58 723 0 0,-13-27-771 0 0,23 28-5238 0 0,18 44 327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6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3225 0 0,'0'10'167'0'0,"-1"3"293"0"0,1 0 0 0 0,1-1 0 0 0,0 1 0 0 0,4 20 0 0 0,-5-31-372 0 0,1 0 0 0 0,-1 0 0 0 0,1 0 0 0 0,-1 0-1 0 0,1 0 1 0 0,0 0 0 0 0,0 0 0 0 0,0 0 0 0 0,0-1-1 0 0,0 1 1 0 0,0 0 0 0 0,0-1 0 0 0,1 1 0 0 0,-1 0-1 0 0,0-1 1 0 0,1 0 0 0 0,0 1 0 0 0,-1-1 0 0 0,1 0-1 0 0,0 0 1 0 0,-1 0 0 0 0,1 0 0 0 0,0 0 0 0 0,0 0-1 0 0,0 0 1 0 0,0-1 0 0 0,0 1 0 0 0,0-1 0 0 0,0 1-1 0 0,0-1 1 0 0,0 0 0 0 0,0 0 0 0 0,0 0 0 0 0,0 0-1 0 0,0 0 1 0 0,0 0 0 0 0,1 0 0 0 0,2-2 0 0 0,-3 2 77 0 0,0-1 0 0 0,0 0 1 0 0,0 1-1 0 0,1-1 1 0 0,-1 0-1 0 0,0 0 0 0 0,-1 0 1 0 0,1-1-1 0 0,0 1 0 0 0,0 0 1 0 0,0-1-1 0 0,-1 1 1 0 0,1-1-1 0 0,-1 1 0 0 0,1-1 1 0 0,-1 0-1 0 0,1 0 0 0 0,-1 0 1 0 0,1-2-1 0 0,0 0 20 0 0,-1 0-1 0 0,0 1 1 0 0,0-1-1 0 0,0 0 1 0 0,-1 0-1 0 0,1 0 1 0 0,-1 1-1 0 0,0-1 1 0 0,0 0-1 0 0,-1-5 1 0 0,-1-3 39 0 0,-1 1 1 0 0,1 0 0 0 0,-2-1-1 0 0,0 1 1 0 0,0 1-1 0 0,-8-16 1 0 0,10 24-241 0 0,-19-31 522 0 0,19 32-586 0 0,1-1-1 0 0,0 1 1 0 0,0 0 0 0 0,0 0-1 0 0,-1-1 1 0 0,1 1 0 0 0,-1 0 0 0 0,1 0-1 0 0,-1 0 1 0 0,1 0 0 0 0,-1 1-1 0 0,0-1 1 0 0,1 0 0 0 0,-1 1-1 0 0,0-1 1 0 0,1 1 0 0 0,-1-1-1 0 0,0 1 1 0 0,-2 0 0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7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1566 28 3225 0 0,'0'-1'20'0'0,"0"0"1"0"0,0 0 0 0 0,0 0 0 0 0,0 0-1 0 0,0 0 1 0 0,0 0 0 0 0,0 0-1 0 0,0 0 1 0 0,0-1 0 0 0,-1 1 0 0 0,1 0-1 0 0,0 0 1 0 0,-1 0 0 0 0,1 0 0 0 0,-1 1-1 0 0,1-1 1 0 0,-1 0 0 0 0,1 0-1 0 0,-1 0 1 0 0,0 0 0 0 0,0 0 0 0 0,1 1-1 0 0,-1-1 1 0 0,0 0 0 0 0,0 1 0 0 0,0-1-1 0 0,-1 0 1 0 0,0 0 173 0 0,0 1-1 0 0,0 0 1 0 0,1 0 0 0 0,-1-1-1 0 0,0 1 1 0 0,0 1 0 0 0,0-1-1 0 0,0 0 1 0 0,0 0 0 0 0,0 1-1 0 0,0-1 1 0 0,0 1 0 0 0,-3 1-1 0 0,-4 2 653 0 0,0 1-1 0 0,0 0 1 0 0,0 1-1 0 0,-13 10 1 0 0,6-3-508 0 0,-1-1 0 0 0,-1-1 1 0 0,0 0-1 0 0,-1-1 0 0 0,-26 9 1 0 0,-105 30 2246 0 0,100-34-2317 0 0,3-4-187 0 0,0-2 0 0 0,0-2-1 0 0,-53 1 1 0 0,-19 2 68 0 0,-127 7 1242 0 0,93-9-1211 0 0,113-3-345 0 0,-62 16-1 0 0,70-13 127 0 0,0-1-1 0 0,0-2 1 0 0,-43 2 0 0 0,73-7 46 0 0,0 0 1 0 0,-1 0-1 0 0,1 0 0 0 0,0-1 0 0 0,-1 1 0 0 0,1-1 0 0 0,0 1 0 0 0,0-1 1 0 0,-1 0-1 0 0,1 0 0 0 0,0 1 0 0 0,0-2 0 0 0,0 1 0 0 0,0 0 0 0 0,0 0 0 0 0,0-1 1 0 0,1 1-1 0 0,-1-1 0 0 0,0 1 0 0 0,1-1 0 0 0,-1 0 0 0 0,1 0 0 0 0,-1 1 1 0 0,1-1-1 0 0,-2-3 0 0 0,-5-22-4208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8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19 4145 0 0,'-6'8'513'0'0,"0"-1"1"0"0,0 1-1 0 0,0 0 1 0 0,1 0-1 0 0,0 1 1 0 0,1-1-1 0 0,0 1 1 0 0,0 0-1 0 0,1 0 1 0 0,0 0-1 0 0,-2 13 1 0 0,4-17-510 0 0,0 0 0 0 0,0 0 0 0 0,1 0 0 0 0,0-1 0 0 0,0 1 0 0 0,0 0 0 0 0,0 0 0 0 0,1 0 0 0 0,0 0 0 0 0,0 0 0 0 0,0-1 0 0 0,0 1 0 0 0,1-1 0 0 0,0 1 0 0 0,0-1 0 0 0,0 1 0 0 0,0-1 0 0 0,1 0 0 0 0,0 0 0 0 0,-1 0 0 0 0,2 0 0 0 0,-1 0 0 0 0,0-1 1 0 0,5 4-1 0 0,-6-5 33 0 0,-1-1 0 0 0,1 0 0 0 0,0 1 1 0 0,0-1-1 0 0,0 0 0 0 0,0 0 1 0 0,0 0-1 0 0,0 0 0 0 0,0-1 1 0 0,0 1-1 0 0,0-1 0 0 0,0 1 1 0 0,0-1-1 0 0,0 1 0 0 0,1-1 0 0 0,-1 0 1 0 0,0 0-1 0 0,0 0 0 0 0,0 0 1 0 0,0-1-1 0 0,1 1 0 0 0,-1-1 1 0 0,0 1-1 0 0,0-1 0 0 0,0 0 1 0 0,0 1-1 0 0,0-1 0 0 0,0 0 0 0 0,0-1 1 0 0,0 1-1 0 0,-1 0 0 0 0,1 0 1 0 0,0-1-1 0 0,-1 1 0 0 0,1-1 1 0 0,-1 1-1 0 0,1-1 0 0 0,-1 0 1 0 0,0 0-1 0 0,2-3 0 0 0,1-2 164 0 0,0 0 0 0 0,-1 0 1 0 0,1 0-1 0 0,-2 0 0 0 0,1-1 0 0 0,-1 1 0 0 0,0-1 0 0 0,-1 1 0 0 0,0-1 1 0 0,0-9-1 0 0,-1 8-91 0 0,-1 1 0 0 0,0-1 0 0 0,0 0-1 0 0,-1 1 1 0 0,-1-1 0 0 0,1 1 0 0 0,-6-11 0 0 0,6 14-65 0 0,0 0-1 0 0,0 0 1 0 0,-1 0-1 0 0,0 1 0 0 0,0 0 1 0 0,0-1-1 0 0,-1 1 1 0 0,1 0-1 0 0,-1 1 1 0 0,0-1-1 0 0,0 1 0 0 0,-1 0 1 0 0,-5-4-1 0 0,9 6-83 0 0,0 1-1 0 0,0-1 0 0 0,0 1 1 0 0,0-1-1 0 0,0 1 0 0 0,0 0 1 0 0,-1 0-1 0 0,1-1 0 0 0,0 1 1 0 0,0 0-1 0 0,0 0 0 0 0,0 0 1 0 0,0 0-1 0 0,0 1 0 0 0,0-1 1 0 0,0 0-1 0 0,0 0 0 0 0,0 1 1 0 0,-1-1-1 0 0,1 0 0 0 0,0 1 0 0 0,0-1 1 0 0,-1 2-1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9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1256 5065 0 0,'-1'-1'185'0'0,"0"1"0"0"0,-1-1-1 0 0,1 1 1 0 0,0-1 0 0 0,0 0-1 0 0,0 1 1 0 0,0-1 0 0 0,0 0-1 0 0,0 0 1 0 0,0 0 0 0 0,0 0 0 0 0,0 0-1 0 0,0 0 1 0 0,1 0 0 0 0,-1 0-1 0 0,0 0 1 0 0,1 0 0 0 0,-1-1 0 0 0,1 1-1 0 0,-2-2 1 0 0,-8-28 1515 0 0,1-24-70 0 0,3 0-1 0 0,2-1 1 0 0,4-77 0 0 0,0 18-781 0 0,-3-34-48 0 0,-26-481 141 0 0,26 620-3061 0 0,1 26-394 0 0,2 3 1041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0 6449 0 0,'-6'7'670'0'0,"1"0"0"0"0,0-1 0 0 0,1 2-1 0 0,0-1 1 0 0,0 0 0 0 0,0 1 0 0 0,1 0 0 0 0,0 0-1 0 0,0 0 1 0 0,1 0 0 0 0,-2 15 0 0 0,0 10 758 0 0,-1 52 1 0 0,5-80-1329 0 0,10 607 3660 0 0,-4-402-3509 0 0,14 8-612 0 0,5-75-3291 0 0,-25-142 3642 0 0,12 75-4054 0 0,-15-27-1596 0 0,0-32 2281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59 3225 0 0,'-6'3'5041'0'0,"21"-12"-2410"0"0,27-15 51 0 0,-26 18-2441 0 0,0 1 0 0 0,0 0 0 0 0,0 1 0 0 0,1 1 0 0 0,0 0 0 0 0,-1 2 0 0 0,1 0 0 0 0,19 1 0 0 0,11 4 926 0 0,73 16-1 0 0,-67-10-963 0 0,-26-5-1006 0 0,-1-1 0 0 0,0-2 0 0 0,1 0 1 0 0,0-2-1 0 0,-1-1 0 0 0,1-1 0 0 0,-1-1 0 0 0,36-10 0 0 0,-56 12-189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 6913 0 0,'0'0'31'0'0,"0"0"-1"0"0,0 0 0 0 0,1 0 0 0 0,-1 0 0 0 0,0 0 0 0 0,0 0 0 0 0,1 0 0 0 0,-1-1 0 0 0,0 1 1 0 0,0 0-1 0 0,0 0 0 0 0,1 0 0 0 0,-1 0 0 0 0,0-1 0 0 0,0 1 0 0 0,0 0 0 0 0,0 0 1 0 0,0-1-1 0 0,0 1 0 0 0,1 0 0 0 0,-1 0 0 0 0,0 0 0 0 0,0-1 0 0 0,0 1 0 0 0,0 0 0 0 0,0 0 1 0 0,0-1-1 0 0,0 1 0 0 0,0 0 0 0 0,0 0 0 0 0,0-1 0 0 0,0 1 0 0 0,0 0 0 0 0,0 0 0 0 0,0-1 1 0 0,0 1-1 0 0,0 0 0 0 0,0 0 0 0 0,-1-1 0 0 0,1 1 0 0 0,0 0 0 0 0,0 0 0 0 0,0-1 0 0 0,0 1 1 0 0,0 0-1 0 0,-1 0 0 0 0,1 0 0 0 0,0-1 0 0 0,0 1 0 0 0,0 0 0 0 0,-1 0 0 0 0,1 0 0 0 0,0 0 1 0 0,0 0-1 0 0,0 0 0 0 0,-1-1 0 0 0,1 1 0 0 0,0 0 0 0 0,0 0 0 0 0,-1 0 0 0 0,1 0 0 0 0,0 0 1 0 0,0 0-1 0 0,-1 0 0 0 0,2-1 165 0 0,1 1 1 0 0,0-1 0 0 0,-1 1-1 0 0,1-1 1 0 0,-1 1 0 0 0,1 0-1 0 0,-1-1 1 0 0,1 1 0 0 0,0 0-1 0 0,-1 0 1 0 0,1 0 0 0 0,2 1-1 0 0,2 2 206 0 0,1 0 1 0 0,-1 0-1 0 0,0 1 0 0 0,0 0 0 0 0,0 0 0 0 0,0 0 0 0 0,-1 1 0 0 0,0 0 0 0 0,6 6 0 0 0,43 57 489 0 0,-31-36-577 0 0,13 11-1242 0 0,56 53 1 0 0,-80-84-4425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1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30 3201 0 0,'20'-30'312'0'0,"-16"53"760"0"0,-6-7 223 0 0,-1-1 0 0 0,-1-1 0 0 0,-7 23 0 0 0,-44 82 2222 0 0,44-97-3032 0 0,-44 77 877 0 0,28-58-5530 0 0,17-25-536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2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48 2761 0 0,'-10'-5'373'0'0,"0"1"0"0"0,0 0 1 0 0,-1 1-1 0 0,1 0 1 0 0,-1 0-1 0 0,0 1 0 0 0,1 1 1 0 0,-1 0-1 0 0,0 0 1 0 0,0 1-1 0 0,-19 3 1 0 0,10-1 989 0 0,1 0 1 0 0,-39 12 0 0 0,85-21-793 0 0,-1 1 0 0 0,1 2 0 0 0,28-2 1 0 0,110-2 488 0 0,-94 5-575 0 0,334-5 1191 0 0,-308 12-1528 0 0,0 4 0 0 0,112 23 1 0 0,-126-6-223 0 0,-66-19-24 0 0,1 0 0 0 0,0-1 1 0 0,-1-1-1 0 0,1 0 0 0 0,1-2 0 0 0,-1 0 0 0 0,20 0 1 0 0,-23-5-3892 0 0,1-1-1360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5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1 1376 0 0,'-3'3'18'0'0,"-1"0"0"0"0,1 0 0 0 0,0 1-1 0 0,-1 0 1 0 0,1-1 0 0 0,-3 8 0 0 0,4-8 4 0 0,-1 1 0 0 0,1-1 0 0 0,0 0 1 0 0,-1 0-1 0 0,0 1 0 0 0,0-2 0 0 0,0 1 1 0 0,0 0-1 0 0,-5 3 0 0 0,4-5 27 0 0,-1 0 1 0 0,0 1-1 0 0,0-1 0 0 0,1-1 1 0 0,-10 1-1 0 0,-9 2-52 0 0,19-2-3 0 0,-1 0 1 0 0,1 0-1 0 0,-1-1 0 0 0,0 1 0 0 0,0-1 0 0 0,1 0 0 0 0,-1 0 0 0 0,0-1 0 0 0,1 0 0 0 0,-1 0 0 0 0,0 0 0 0 0,-7-3 0 0 0,5 0 37 0 0,0 0 1 0 0,0 0-1 0 0,0-1 0 0 0,1 0 0 0 0,0 0 1 0 0,-29-19 11384 0 0,210 23-7535 0 0,28 2-2548 0 0,343 27-142 0 0,-414-29-977 0 0,7-1 556 0 0,223 25 1 0 0,-335-18-801 0 0,-21-3-50 0 0,0 0 0 0 0,1-1 0 0 0,-1 0 1 0 0,1 0-1 0 0,0 0 0 0 0,-1-1 0 0 0,1 0 0 0 0,-1-1 0 0 0,1 1 1 0 0,0-1-1 0 0,-1 0 0 0 0,9-3 0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6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24 3225 0 0,'-7'-3'575'0'0,"0"-1"1"0"0,-1 1 0 0 0,0 0-1 0 0,1 1 1 0 0,-1-1 0 0 0,0 2-1 0 0,0-1 1 0 0,-15 0 0 0 0,18 2-195 0 0,0 1 1 0 0,0-1-1 0 0,0 1 1 0 0,0 0 0 0 0,0 1-1 0 0,0-1 1 0 0,0 1-1 0 0,1 0 1 0 0,-1 0 0 0 0,0 0-1 0 0,1 1 1 0 0,0 0-1 0 0,0 0 1 0 0,0 0 0 0 0,-6 5-1 0 0,5-3 87 0 0,-1 0-101 0 0,1-1 0 0 0,-1 1 0 0 0,1 0-1 0 0,0 1 1 0 0,1-1 0 0 0,-1 1 0 0 0,1 0 0 0 0,0 0 0 0 0,1 0 0 0 0,-1 1 0 0 0,-2 8-1 0 0,6-13-331 0 0,0-1 0 0 0,1 0 0 0 0,-1 0-1 0 0,0 0 1 0 0,1 1 0 0 0,-1-1 0 0 0,1 0-1 0 0,0 0 1 0 0,-1 0 0 0 0,1 0 0 0 0,0 0-1 0 0,0 0 1 0 0,-1 0 0 0 0,1 0 0 0 0,0 0-1 0 0,0 0 1 0 0,0-1 0 0 0,0 1 0 0 0,0 0-1 0 0,0-1 1 0 0,0 1 0 0 0,1-1-1 0 0,-1 1 1 0 0,0-1 0 0 0,2 1 0 0 0,32 11 24 0 0,78 1-87 0 0,13 2-112 0 0,-99-12 131 0 0,-22-2 10 0 0,1-1 1 0 0,0 1-1 0 0,0 0 1 0 0,-1 0-1 0 0,1 0 1 0 0,-1 1-1 0 0,1 0 1 0 0,5 3-1 0 0,-11-1 50 0 0,-1-1 0 0 0,1 1 0 0 0,-1 0 0 0 0,0 0-1 0 0,0 0 1 0 0,-1-1 0 0 0,1 1 0 0 0,-1-1 0 0 0,1 1-1 0 0,-5 5 1 0 0,2-2-2 0 0,-14 35-181 0 0,-3-1-1 0 0,-1-1 1 0 0,-2-1 0 0 0,-1-1-1 0 0,-35 38 1 0 0,48-62-63 0 0,-25 30 958 0 0,35-41-1206 0 0,0 0 0 0 0,0 0 0 0 0,1 0 0 0 0,-1 0 0 0 0,1 0 0 0 0,0 0 0 0 0,0 0 0 0 0,0 1 0 0 0,0-1 0 0 0,0 0 0 0 0,1 1 0 0 0,0-1 0 0 0,0 7 0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05:35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362 294 456 0 0,'-10'-7'388'0'0,"-1"2"-1"0"0,1-1 1 0 0,-1 2 0 0 0,0-1-1 0 0,0 2 1 0 0,0-1 0 0 0,-1 1-1 0 0,-16-1 1 0 0,22 3-289 0 0,0 1 1 0 0,-1 0-1 0 0,1 0 1 0 0,-1 1-1 0 0,1-1 1 0 0,0 1-1 0 0,-1 1 0 0 0,1-1 1 0 0,0 1-1 0 0,0 0 1 0 0,0 1-1 0 0,0-1 0 0 0,1 1 1 0 0,-1 1-1 0 0,1-1 1 0 0,-1 1-1 0 0,-4 4 1 0 0,3-1-188 0 0,1 0 0 0 0,0 0 0 0 0,0 1 0 0 0,1 0 0 0 0,0 0 0 0 0,0 0 0 0 0,1 1 0 0 0,0 0 0 0 0,0 0 0 0 0,-3 12 0 0 0,-3 17-322 0 0,-6 47-1 0 0,11-57 250 0 0,-1 6-16 0 0,-29 224-152 0 0,33-229 376 0 0,2 0 0 0 0,1 0 1 0 0,1 0-1 0 0,1-1 0 0 0,1 1 0 0 0,17 53 0 0 0,-19-74-25 0 0,1 0 0 0 0,1-1 0 0 0,-1 1 0 0 0,1-1 0 0 0,0 0 0 0 0,1 0-1 0 0,0 0 1 0 0,0-1 0 0 0,1 1 0 0 0,-1-1 0 0 0,1-1 0 0 0,0 1 0 0 0,1-1 0 0 0,0 0 0 0 0,-1 0 0 0 0,16 7 0 0 0,-11-8 48 0 0,1 0 1 0 0,-1 0-1 0 0,1-1 0 0 0,0-1 0 0 0,0 0 1 0 0,0-1-1 0 0,0 0 0 0 0,0-1 0 0 0,0 0 1 0 0,1-1-1 0 0,12-2 0 0 0,4-2-7 0 0,-1-2 0 0 0,-1-1 0 0 0,0-2 0 0 0,0 0 0 0 0,-1-1 0 0 0,0-2 0 0 0,-1-1 0 0 0,0-1 0 0 0,-1-1 0 0 0,-1-1 0 0 0,-1-1 0 0 0,0-1 0 0 0,-1-1 0 0 0,-1 0 0 0 0,-1-2 0 0 0,-1 0 0 0 0,-1-1 0 0 0,-1-1 0 0 0,-1-1 0 0 0,-2 0 0 0 0,0-1 0 0 0,-1 0 0 0 0,13-47 0 0 0,-19 44 253 0 0,-1 0-1 0 0,-2-1 1 0 0,-1 1-1 0 0,-1-1 1 0 0,-1 0-1 0 0,-2 0 1 0 0,-1 1 0 0 0,-2-1-1 0 0,0 1 1 0 0,-13-36-1 0 0,6 26 45 0 0,-2 1 1 0 0,-2 1-1 0 0,-2 1 0 0 0,-1 0 1 0 0,-1 1-1 0 0,-2 1 0 0 0,-27-32 1 0 0,43 59-297 0 0,-1-1 0 0 0,0 1 0 0 0,0 0 0 0 0,0 1 0 0 0,-1 0 0 0 0,-15-9 0 0 0,19 13-293 0 0,0 0 0 0 0,0 0 1 0 0,0 0-1 0 0,0 1 0 0 0,0 0 0 0 0,0 0 0 0 0,-1 0 0 0 0,1 0 0 0 0,-1 1 0 0 0,1 0 0 0 0,0 0 0 0 0,-1 0 0 0 0,1 0 0 0 0,-1 1 0 0 0,1-1 0 0 0,0 1 0 0 0,-6 2 0 0 0,-20 10-3652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7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56 4145 0 0,'-10'-4'597'0'0,"-1"1"0"0"0,1-2 0 0 0,0 0 0 0 0,-12-7 0 0 0,12 6 621 0 0,-1 1 0 0 0,1 0 0 0 0,-16-5 1 0 0,25 10-1100 0 0,1 0 1 0 0,-1 1 0 0 0,0-1-1 0 0,1 0 1 0 0,-1 1 0 0 0,1-1-1 0 0,-1 1 1 0 0,1-1 0 0 0,0 1-1 0 0,-1-1 1 0 0,1 1-1 0 0,-1-1 1 0 0,1 1 0 0 0,0-1-1 0 0,-1 1 1 0 0,1 0 0 0 0,0-1-1 0 0,0 1 1 0 0,-1-1 0 0 0,1 1-1 0 0,0 0 1 0 0,0-1 0 0 0,0 1-1 0 0,0 0 1 0 0,0-1 0 0 0,0 1-1 0 0,0 0 1 0 0,0-1 0 0 0,0 1-1 0 0,0 0 1 0 0,1 0 0 0 0,-1 30 690 0 0,0-28-543 0 0,16 201 1662 0 0,-1-36-1459 0 0,-8 8-476 0 0,13 165-2742 0 0,-19-328-1401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80 120 3641 0 0,'-1'-2'106'0'0,"0"0"0"0"0,1-1 0 0 0,-1 1 0 0 0,0 0 0 0 0,1-1 0 0 0,0 1-1 0 0,0-1 1 0 0,-1 1 0 0 0,2-1 0 0 0,-1 1 0 0 0,0-1 0 0 0,0 1 0 0 0,1 0 0 0 0,-1-1 0 0 0,1 1 0 0 0,0-1 0 0 0,0 1 0 0 0,-1 0 0 0 0,2 0 0 0 0,-1-1 0 0 0,0 1 0 0 0,0 0 0 0 0,1 0 0 0 0,-1 0 0 0 0,1 0 0 0 0,0 1 0 0 0,-1-1 0 0 0,1 0-1 0 0,0 1 1 0 0,0-1 0 0 0,4-1 0 0 0,4-5 781 0 0,0 2 0 0 0,1 0 0 0 0,0 0-1 0 0,21-8 1 0 0,-27 12-717 0 0,0 1-1 0 0,0-1 1 0 0,-1 1-1 0 0,1 0 0 0 0,0 0 1 0 0,0 1-1 0 0,0-1 1 0 0,0 1-1 0 0,0 0 1 0 0,0 1-1 0 0,0-1 1 0 0,0 1-1 0 0,0 0 1 0 0,0 0-1 0 0,0 0 0 0 0,0 1 1 0 0,-1 0-1 0 0,1 0 1 0 0,-1 0-1 0 0,8 5 1 0 0,-6-2-90 0 0,0-1 0 0 0,-1 2-1 0 0,0-1 1 0 0,0 0 0 0 0,0 1 0 0 0,-1 0 0 0 0,1 0 0 0 0,-1 0 0 0 0,-1 1 0 0 0,1-1-1 0 0,-1 1 1 0 0,-1 0 0 0 0,4 11 0 0 0,0 6-46 0 0,-2-1-1 0 0,0 1 0 0 0,-2 0 1 0 0,-1 0-1 0 0,0 0 1 0 0,-2 0-1 0 0,-1 0 0 0 0,-1 0 1 0 0,-6 23-1 0 0,4-22-101 0 0,-2 0 1 0 0,-1 0-1 0 0,-1-1 1 0 0,-1 0-1 0 0,-1 0 0 0 0,-1-1 1 0 0,-1-1-1 0 0,-19 26 0 0 0,20-33 32 0 0,-1-1 0 0 0,-1 0-1 0 0,0-1 1 0 0,-31 23-1 0 0,40-32 29 0 0,-1 0 0 0 0,0 0 0 0 0,0-1 0 0 0,0 0 0 0 0,0 0 0 0 0,-1-1 0 0 0,1 1-1 0 0,-1-1 1 0 0,0-1 0 0 0,1 1 0 0 0,-1-1 0 0 0,0 0 0 0 0,0-1 0 0 0,0 0 0 0 0,0 0 0 0 0,0 0-1 0 0,-9-2 1 0 0,15 2 23 0 0,0-1-1 0 0,0 1 1 0 0,0 0-1 0 0,-1-1 1 0 0,1 1-1 0 0,0-1 1 0 0,0 1-1 0 0,0-1 1 0 0,0 1-1 0 0,0-1 1 0 0,0 0-1 0 0,0 0 1 0 0,0 1-1 0 0,0-1 1 0 0,1 0-1 0 0,-1 0 0 0 0,0 0 1 0 0,0 0-1 0 0,1 0 1 0 0,-1 0-1 0 0,1 0 1 0 0,-1 0-1 0 0,1 0 1 0 0,-2-3-1 0 0,2 2 48 0 0,0 0 1 0 0,0 0-1 0 0,0 0 0 0 0,0-1 0 0 0,1 1 0 0 0,-1 0 0 0 0,0 0 0 0 0,1 0 0 0 0,0 0 1 0 0,-1-1-1 0 0,1 1 0 0 0,2-3 0 0 0,0-1 80 0 0,0 1 1 0 0,1-1-1 0 0,0 1 1 0 0,0 0-1 0 0,0 0 0 0 0,1 0 1 0 0,-1 1-1 0 0,9-7 1 0 0,-7 7-130 0 0,1 0 0 0 0,-1 1 0 0 0,1 0 0 0 0,0 0 0 0 0,0 0 1 0 0,0 1-1 0 0,0 0 0 0 0,0 0 0 0 0,1 1 0 0 0,-1 0 0 0 0,0 1 1 0 0,1-1-1 0 0,-1 1 0 0 0,1 0 0 0 0,-1 1 0 0 0,1 0 0 0 0,-1 0 1 0 0,0 1-1 0 0,0 0 0 0 0,0 0 0 0 0,0 1 0 0 0,0-1 0 0 0,0 2 1 0 0,0-1-1 0 0,-1 1 0 0 0,0 0 0 0 0,0 0 0 0 0,0 1 0 0 0,0-1 1 0 0,0 1-1 0 0,8 11 0 0 0,54 57-591 0 0,162 165-4176 0 0,-212-221 3267 0 0,-5-3 888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75 5065 0 0,'47'-11'3127'0'0,"180"-40"2752"0"0,-182 45-7882 0 0,65 0 1 0 0,-89 6-2327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4145 0 0,'2'-2'3302'0'0,"-3"2"-3237"0"0,6 10 2588 0 0,2 12-227 0 0,-1 42 439 0 0,-1 73 0 0 0,-5-81-3378 0 0,15 110 1 0 0,-5-116-2098 0 0,-5-26-2810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9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4145 0 0,'23'-1'1388'0'0,"0"-2"0"0"0,1 0 1 0 0,-1-2-1 0 0,33-10 0 0 0,38-8-1648 0 0,-74 20-3621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9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1 118 10594 0 0,'183'-94'1267'0'0,"-159"79"-2376"0"0,-17 6 895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7834 0 0,'-1'0'96'0'0,"0"0"-1"0"0,0 0 1 0 0,0 0 0 0 0,0 1 0 0 0,0-1 0 0 0,0 0 0 0 0,0 1 0 0 0,0-1 0 0 0,0 1-1 0 0,0-1 1 0 0,0 1 0 0 0,0-1 0 0 0,1 1 0 0 0,-1 0 0 0 0,0-1 0 0 0,0 1 0 0 0,1 0-1 0 0,-1 0 1 0 0,0 0 0 0 0,1-1 0 0 0,-1 1 0 0 0,1 0 0 0 0,-1 0 0 0 0,1 0 0 0 0,-1 0-1 0 0,1 0 1 0 0,0 0 0 0 0,-1 0 0 0 0,1 0 0 0 0,0 0 0 0 0,0 0 0 0 0,0 0 0 0 0,0 1-1 0 0,-1 44 2339 0 0,2-30-1746 0 0,34 504 3493 0 0,-34-512-4188 0 0,19 121-1596 0 0,-15-110 963 0 0,0 0 1 0 0,1 0 0 0 0,1 0 0 0 0,13 25 0 0 0,-12-29-4445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1 129 5065 0 0,'8'-13'571'0'0,"1"1"0"0"0,1 0 0 0 0,0 0-1 0 0,1 1 1 0 0,0 0 0 0 0,21-14 0 0 0,-28 21-300 0 0,1 0 1 0 0,0 1-1 0 0,0 0 1 0 0,0 0 0 0 0,1 0-1 0 0,-1 1 1 0 0,0 0-1 0 0,1 0 1 0 0,0 0-1 0 0,0 0 1 0 0,-1 1-1 0 0,1 0 1 0 0,0 1-1 0 0,0-1 1 0 0,0 1-1 0 0,0 0 1 0 0,0 0 0 0 0,0 1-1 0 0,0 0 1 0 0,5 1-1 0 0,-6 1-193 0 0,-1-1-1 0 0,1 0 1 0 0,-1 1 0 0 0,0 0-1 0 0,0 0 1 0 0,-1 0-1 0 0,1 1 1 0 0,0-1 0 0 0,-1 1-1 0 0,0 0 1 0 0,0 0 0 0 0,0 0-1 0 0,-1 0 1 0 0,1 0-1 0 0,-1 1 1 0 0,0-1 0 0 0,0 1-1 0 0,0-1 1 0 0,-1 1-1 0 0,0 0 1 0 0,0 0 0 0 0,0 0-1 0 0,0 8 1 0 0,1 2-143 0 0,-2 0 1 0 0,0 0 0 0 0,0 1-1 0 0,-2-1 1 0 0,1-1 0 0 0,-8 24-1 0 0,4-20-169 0 0,-2 0 0 0 0,0-1-1 0 0,-1 0 1 0 0,-1-1-1 0 0,0 0 1 0 0,-1 0-1 0 0,-24 27 1 0 0,18-25 194 0 0,-1-1 0 0 0,0 0 1 0 0,-1-2-1 0 0,-1 0 0 0 0,-36 22 1 0 0,38-31 872 0 0,17-6-799 0 0,0-1 0 0 0,-1 1 1 0 0,1 0-1 0 0,0 0 0 0 0,0 0 0 0 0,0 0 0 0 0,0-1 1 0 0,-1 1-1 0 0,1 0 0 0 0,0 0 0 0 0,0 0 0 0 0,0-1 1 0 0,0 1-1 0 0,0 0 0 0 0,0 0 0 0 0,0 0 0 0 0,0-1 1 0 0,0 1-1 0 0,-1 0 0 0 0,1 0 0 0 0,0 0 0 0 0,0-1 1 0 0,0 1-1 0 0,0 0 0 0 0,0 0 0 0 0,1-1 0 0 0,-1 1 1 0 0,0 0-1 0 0,0 0 0 0 0,0 0 0 0 0,0-1 0 0 0,0 1 1 0 0,0 0-1 0 0,0 0 0 0 0,0 0 0 0 0,0-1 0 0 0,0 1 1 0 0,1 0-1 0 0,0-3 84 0 0,1 0 1 0 0,-1 1-1 0 0,1 0 1 0 0,0-1-1 0 0,0 1 0 0 0,0 0 1 0 0,0 0-1 0 0,0 0 1 0 0,1 0-1 0 0,2-2 1 0 0,2 0-90 0 0,1-1 0 0 0,0 2 0 0 0,1-1 0 0 0,-1 1 0 0 0,1 0 1 0 0,-1 1-1 0 0,1-1 0 0 0,0 2 0 0 0,0-1 0 0 0,0 2 0 0 0,0-1 0 0 0,0 1 0 0 0,0 0 1 0 0,0 1-1 0 0,0 0 0 0 0,-1 0 0 0 0,18 6 0 0 0,1 3-36 0 0,0 1 0 0 0,-1 2 0 0 0,0 1 0 0 0,28 19 0 0 0,-4-2-466 0 0,-30-20-391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0 3193 0 0,'-4'1'379'0'0,"0"0"-1"0"0,-1 0 1 0 0,1 0 0 0 0,0 0 0 0 0,0 0 0 0 0,0 1 0 0 0,1 0 0 0 0,-1 0 0 0 0,0 0 0 0 0,1 0 0 0 0,-1 0-1 0 0,1 1 1 0 0,-1 0 0 0 0,1 0 0 0 0,0 0 0 0 0,0 0 0 0 0,1 0 0 0 0,-4 4 0 0 0,2-1-42 0 0,0 0 0 0 0,0-1 0 0 0,1 1 0 0 0,0 0 0 0 0,0 1 0 0 0,0-1 0 0 0,1 0 0 0 0,-1 1 0 0 0,2 0 0 0 0,-3 9 0 0 0,4-9-305 0 0,0 0-1 0 0,0 1 1 0 0,0-1 0 0 0,1 0 0 0 0,0 0-1 0 0,0-1 1 0 0,0 1 0 0 0,1 0 0 0 0,0 0-1 0 0,1-1 1 0 0,0 1 0 0 0,0-1-1 0 0,5 9 1 0 0,-4-10-19 0 0,-1-1 0 0 0,1 0 0 0 0,0 0 1 0 0,0 0-1 0 0,0 0 0 0 0,0 0 0 0 0,1-1 0 0 0,0 0 0 0 0,-1 0 0 0 0,1 0 0 0 0,0-1 0 0 0,0 0 1 0 0,1 0-1 0 0,-1 0 0 0 0,0 0 0 0 0,1-1 0 0 0,8 1 0 0 0,-4-1 16 0 0,0 0 0 0 0,0-1 0 0 0,0 0 0 0 0,-1-1 0 0 0,1 0 0 0 0,0-1 0 0 0,-1 0 0 0 0,1-1 0 0 0,-1 1-1 0 0,0-2 1 0 0,1 1 0 0 0,-2-2 0 0 0,1 1 0 0 0,0-1 0 0 0,-1 0 0 0 0,0-1 0 0 0,0 0 0 0 0,-1 0 0 0 0,1 0 0 0 0,-1-1 0 0 0,-1 0 0 0 0,11-15 0 0 0,-15 19 13 0 0,0 0 1 0 0,0 0 0 0 0,0 0 0 0 0,-1-1 0 0 0,1 1-1 0 0,-1-1 1 0 0,0 1 0 0 0,0-1 0 0 0,0 0-1 0 0,0 1 1 0 0,-1-1 0 0 0,1 0 0 0 0,-1 0 0 0 0,0 1-1 0 0,0-1 1 0 0,-1 0 0 0 0,1 0 0 0 0,-2-4-1 0 0,0 3 88 0 0,1 0-1 0 0,-2 0 0 0 0,1 0 0 0 0,0 1 0 0 0,-1-1 0 0 0,0 1 0 0 0,0 0 1 0 0,-1 0-1 0 0,1 0 0 0 0,-1 0 0 0 0,1 0 0 0 0,-6-2 0 0 0,2 0-159 0 0,-1 0-1 0 0,0 1 1 0 0,-1 0-1 0 0,1 1 0 0 0,-1 0 1 0 0,-13-4-1 0 0,15 6-577 0 0,0 0 0 0 0,0 0-1 0 0,0 1 1 0 0,-1 0 0 0 0,1 0 0 0 0,-1 1-1 0 0,-14 0 1 0 0,-2 5-4918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1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329 5 5065 0 0,'0'-5'1306'0'0,"-7"9"80"0"0,-10 10 203 0 0,-8 20-925 0 0,2 0 0 0 0,2 1 0 0 0,1 1 0 0 0,-28 75 0 0 0,-37 163-102 0 0,56-164-200 0 0,-15 124 0 0 0,39-192-315 0 0,2 0-1 0 0,1 0 1 0 0,3 0-1 0 0,1 0 1 0 0,2-1-1 0 0,12 57 1 0 0,-12-83-38 0 0,1 1 0 0 0,0-1 0 0 0,1 0 0 0 0,1-1 0 0 0,0 1 0 0 0,1-1 0 0 0,0-1 0 0 0,2 0 0 0 0,-1 0 1 0 0,1 0-1 0 0,1-1 0 0 0,20 17 0 0 0,-14-16 36 0 0,1 0 1 0 0,0-2 0 0 0,1 0 0 0 0,0-1-1 0 0,1 0 1 0 0,0-2 0 0 0,0 0-1 0 0,37 8 1 0 0,-29-10 37 0 0,176 35-447 0 0,-182-38-620 0 0,0-1-1 0 0,0-1 0 0 0,1-1 0 0 0,-1-1 0 0 0,0-1 1 0 0,0-1-1 0 0,25-6 0 0 0,-19 0-1062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4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0 162 1376 0 0,'14'-55'85'0'0,"-12"43"-95"0"0,1 0 0 0 0,0 1-1 0 0,0-1 1 0 0,1 1 0 0 0,1 0 0 0 0,0 0-1 0 0,9-15 1 0 0,-14 26 9 0 0,0 0-1 0 0,0 0 1 0 0,0 1 0 0 0,0-1 0 0 0,0 0 0 0 0,0 1-1 0 0,0-1 1 0 0,0 0 0 0 0,0 1 0 0 0,0-1-1 0 0,1 0 1 0 0,-1 0 0 0 0,0 1 0 0 0,0-1-1 0 0,0 0 1 0 0,0 0 0 0 0,0 1 0 0 0,1-1-1 0 0,-1 0 1 0 0,0 0 0 0 0,0 1 0 0 0,1-1-1 0 0,-1 0 1 0 0,0 0 0 0 0,0 0 0 0 0,1 0 0 0 0,-1 1-1 0 0,0-1 1 0 0,0 0 0 0 0,1 0 0 0 0,-1 0-1 0 0,0 0 1 0 0,0 0 0 0 0,1 0 0 0 0,-1 0-1 0 0,0 0 1 0 0,1 0 0 0 0,-1 0 0 0 0,0 0-1 0 0,1 0 1 0 0,-1 0 0 0 0,0 0 0 0 0,0 0-1 0 0,1 0 1 0 0,-1 0 0 0 0,0 0 0 0 0,1 0 0 0 0,-1 0-1 0 0,0-1 1 0 0,0 1 0 0 0,1 0 0 0 0,-1 0-1 0 0,0 0 1 0 0,0 0 0 0 0,1-1 0 0 0,-1 1-1 0 0,0 0 1 0 0,0 0 0 0 0,0 0 0 0 0,1-1-1 0 0,-1 1 1 0 0,0-1 0 0 0,4 35 2752 0 0,3-37-3404 0 0,-7 3 626 0 0,0 0 0 0 0,0 0 0 0 0,0-1 0 0 0,0 1 0 0 0,0 0 0 0 0,0 0 0 0 0,0 0-1 0 0,0 0 1 0 0,1 0 0 0 0,-1-1 0 0 0,0 1 0 0 0,0 0 0 0 0,0 0 0 0 0,0 0 0 0 0,0 0 0 0 0,0 0 0 0 0,-1-1 0 0 0,1 1-1 0 0,0 0 1 0 0,0 0 0 0 0,0 0 0 0 0,0 0 0 0 0,0 0 0 0 0,0-1 0 0 0,0 1 0 0 0,0 0 0 0 0,0 0 0 0 0,0 0-1 0 0,0 0 1 0 0,0 0 0 0 0,0 0 0 0 0,-1 0 0 0 0,1-1 0 0 0,0 1 0 0 0,0 0 0 0 0,0 0 0 0 0,0 0 0 0 0,0 0-1 0 0,0 0 1 0 0,-1 0 0 0 0,1 0 0 0 0,0 0 0 0 0,0 0 0 0 0,0 0 0 0 0,0 0 0 0 0,0 0 0 0 0,-1 0 0 0 0,1 0-1 0 0,0 0 1 0 0,0 0 0 0 0,0 0 0 0 0,0 0 0 0 0,0 0 0 0 0,-1 0 0 0 0,1 0 0 0 0,-4-1 1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6.2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696 1 3681 0 0,'3'30'1613'0'0,"-6"0"-1147"0"0,-1 1-1 0 0,-1-1 1 0 0,-2 0-1 0 0,-1 0 1 0 0,-1 0-1 0 0,-2-1 1 0 0,0-1-1 0 0,-23 38 1 0 0,14-31-521 0 0,-2 0 0 0 0,-1-2 0 0 0,-2-1 0 0 0,-1-1 0 0 0,-57 53 0 0 0,57-62-11 0 0,-2-1 0 0 0,-56 33 0 0 0,64-43 141 0 0,1-2-1 0 0,-2 0 0 0 0,1-1 0 0 0,-1-1 1 0 0,-36 7-1 0 0,53-13-41 0 0,1 0 0 0 0,-1-1-1 0 0,0 0 1 0 0,1 0 0 0 0,-1 0 0 0 0,0 0 0 0 0,0 0-1 0 0,1-1 1 0 0,-1 1 0 0 0,1-1 0 0 0,-1 0-1 0 0,0 0 1 0 0,1-1 0 0 0,0 1 0 0 0,-1-1 0 0 0,1 0-1 0 0,0 1 1 0 0,0-1 0 0 0,-5-4 0 0 0,5 2-60 0 0,0 0 0 0 0,-1 0 0 0 0,1 0 0 0 0,0 0 0 0 0,1-1 1 0 0,-1 1-1 0 0,1-1 0 0 0,0 0 0 0 0,0 0 0 0 0,1 1 0 0 0,-1-1 1 0 0,0-9-1 0 0,0 3-49 0 0,1-1 0 0 0,0 1 0 0 0,1-1 0 0 0,0 1 0 0 0,1-1 0 0 0,0 1 0 0 0,1 0 0 0 0,0-1 0 0 0,1 1 0 0 0,0 0 0 0 0,10-21 0 0 0,-11 28 115 0 0,0 0 0 0 0,0 1 0 0 0,0-1 0 0 0,1 0 0 0 0,0 1 0 0 0,0-1 1 0 0,0 1-1 0 0,0 0 0 0 0,0 0 0 0 0,1 0 0 0 0,-1 0 0 0 0,1 0 1 0 0,0 1-1 0 0,0 0 0 0 0,0 0 0 0 0,0 0 0 0 0,0 0 0 0 0,0 1 1 0 0,7-2-1 0 0,0 2 175 0 0,0 0 0 0 0,-1 1 0 0 0,1 0 0 0 0,-1 1 1 0 0,1 1-1 0 0,-1-1 0 0 0,12 5 0 0 0,29 5 581 0 0,22 5 45 0 0,0 2-1 0 0,111 45 0 0 0,-146-45-1162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6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5 1840 0 0,'-1'-1'199'0'0,"0"0"-1"0"0,0 1 0 0 0,-1-1 0 0 0,1 1 1 0 0,0-1-1 0 0,0 1 0 0 0,-1 0 0 0 0,1 0 0 0 0,0-1 1 0 0,0 1-1 0 0,-1 0 0 0 0,1 0 0 0 0,0 0 1 0 0,-1 0-1 0 0,1 1 0 0 0,0-1 0 0 0,-1 0 0 0 0,1 0 1 0 0,0 1-1 0 0,0-1 0 0 0,-1 1 0 0 0,1-1 1 0 0,-1 2-1 0 0,0 0 160 0 0,0 0 1 0 0,0 0-1 0 0,1 0 0 0 0,-1 1 1 0 0,1-1-1 0 0,0 0 0 0 0,0 1 1 0 0,0-1-1 0 0,0 1 1 0 0,0-1-1 0 0,0 5 0 0 0,-10 42 1511 0 0,2 1 0 0 0,-3 96 0 0 0,8-83-1242 0 0,-28 192 606 0 0,11-108-2326 0 0,20-130-1124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2 456 0 0,'-1'0'151'0'0,"1"-1"1"0"0,-1 1-1 0 0,0 0 1 0 0,1 0-1 0 0,-1 0 0 0 0,0 0 1 0 0,1-1-1 0 0,-1 1 1 0 0,1 0-1 0 0,-1 0 0 0 0,0 0 1 0 0,1 0-1 0 0,-1 1 1 0 0,0-1-1 0 0,1 0 0 0 0,-1 0 1 0 0,0 0-1 0 0,1 0 1 0 0,-1 1-1 0 0,1-1 0 0 0,-1 0 1 0 0,1 1-1 0 0,-1-1 0 0 0,0 0 1 0 0,1 1-1 0 0,-1 0 1 0 0,17 6 6756 0 0,12 7-4822 0 0,-10 1-1156 0 0,0 2 1 0 0,-1 0 0 0 0,26 35-1 0 0,37 66 596 0 0,3 4-693 0 0,-64-99-1036 0 0,23 33 520 0 0,-39-52-766 0 0,0 1 0 0 0,-1 0 0 0 0,0-1 0 0 0,0 1 0 0 0,0 0 0 0 0,0 0 1 0 0,-1 0-1 0 0,0 0 0 0 0,0 1 0 0 0,1 7 0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92 5065 0 0,'72'-21'6371'0'0,"218"-45"-5748"0"0,-267 62-623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0 8754 0 0,'-2'26'2854'0'0,"-9"64"152"0"0,-3 44-1253 0 0,13-105-2774 0 0,1 0 0 0 0,6 50 0 0 0,-1-35-3338 0 0,-2-25 2119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2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40 4609 0 0,'-3'2'1261'0'0,"9"1"-187"0"0,23 1 626 0 0,41-1 730 0 0,16-9-228 0 0,145-30-1 0 0,-208 32-2567 0 0,-5 1-1139 0 0,-2 0-3483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8290 0 0,'-2'4'313'0'0,"0"1"1"0"0,1 0-1 0 0,-1 0 0 0 0,1 0 1 0 0,0 0-1 0 0,1 0 1 0 0,-1 0-1 0 0,1 0 0 0 0,0 0 1 0 0,0 0-1 0 0,1 7 1 0 0,-1 10 462 0 0,-5 44 1219 0 0,-4 86 2790 0 0,14-77-5346 0 0,-2-58-1005 0 0,0 0-1 0 0,8 21 1 0 0,-5-18-4603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1 10138 0 0,'-4'35'5598'0'0,"-14"21"-3475"0"0,6-22-1249 0 0,-54 216 493 0 0,28-82-6128 0 0,34-151 4657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1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6449 0 0,'3'4'511'0'0,"-1"1"-1"0"0,1-1 1 0 0,-1 1-1 0 0,0 0 0 0 0,-1 0 1 0 0,1 0-1 0 0,-1 0 0 0 0,0 0 1 0 0,0 0-1 0 0,0 9 1 0 0,2 5 572 0 0,11 74 842 0 0,-5 1 0 0 0,-2 99 0 0 0,-6-170-1854 0 0,-1 15-210 0 0,3 41-476 0 0,5-28-2850 0 0,-6-46 2197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1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1 148 944 0 0,'1'-2'81'0'0,"0"-1"0"0"0,1 0 0 0 0,-1 0-1 0 0,1 1 1 0 0,0-1 0 0 0,0 1 0 0 0,-1 0-1 0 0,2-1 1 0 0,-1 1 0 0 0,0 0 0 0 0,3-2 0 0 0,0 0 159 0 0,12-15 1072 0 0,2 2 0 0 0,31-24 0 0 0,-45 37-1011 0 0,0 0 1 0 0,1 0-1 0 0,0 1 1 0 0,0-1-1 0 0,0 2 1 0 0,0-1-1 0 0,0 1 1 0 0,1-1 0 0 0,-1 2-1 0 0,1-1 1 0 0,-1 1-1 0 0,1 0 1 0 0,0 0-1 0 0,13 1 1 0 0,-19 0-220 0 0,1 0 1 0 0,-1 1-1 0 0,0-1 1 0 0,1 1-1 0 0,-1-1 1 0 0,0 1-1 0 0,1-1 0 0 0,-1 1 1 0 0,0 0-1 0 0,1 0 1 0 0,-1-1-1 0 0,0 1 1 0 0,0 0-1 0 0,0 0 0 0 0,0 0 1 0 0,0 0-1 0 0,0 0 1 0 0,0 1-1 0 0,0-1 1 0 0,-1 0-1 0 0,2 2 0 0 0,-1 0 22 0 0,0 0 0 0 0,0 1 0 0 0,0-1 0 0 0,0 0-1 0 0,-1 1 1 0 0,1-1 0 0 0,-1 0 0 0 0,0 7-1 0 0,-1 4 63 0 0,-1 0 0 0 0,0-1 0 0 0,-6 18 0 0 0,8-30-164 0 0,-13 40 52 0 0,-1 0 1 0 0,-2-1 0 0 0,-2 0-1 0 0,-27 44 1 0 0,104-116-1671 0 0,-58 31 1607 0 0,1 0 0 0 0,0 0 0 0 0,0 0 0 0 0,-1 1 0 0 0,1-1 0 0 0,0 1 0 0 0,0-1 0 0 0,0 1 0 0 0,0 0 1 0 0,0 0-1 0 0,0 0 0 0 0,0 0 0 0 0,0 0 0 0 0,-1 0 0 0 0,1 0 0 0 0,0 1 0 0 0,0-1 0 0 0,0 1 0 0 0,0 0 0 0 0,0-1 1 0 0,-1 1-1 0 0,1 0 0 0 0,2 1 0 0 0,-2 0 21 0 0,0 1 0 0 0,1-1 0 0 0,-1 0 0 0 0,0 1 0 0 0,-1-1 0 0 0,1 1 1 0 0,0 0-1 0 0,-1 0 0 0 0,0-1 0 0 0,1 1 0 0 0,-1 0 0 0 0,0 0 0 0 0,0 4 0 0 0,1 4 161 0 0,0 1 0 0 0,0 0 0 0 0,-2-1 0 0 0,1 1 0 0 0,-2 0-1 0 0,-2 19 1 0 0,0-13 125 0 0,-1-1 0 0 0,-1 0 0 0 0,-1-1 0 0 0,0 1 0 0 0,-1-1 0 0 0,-10 17 0 0 0,12-25-153 0 0,0 1-1 0 0,-1-1 0 0 0,0 0 1 0 0,-1-1-1 0 0,1 1 1 0 0,-1-1-1 0 0,-1-1 1 0 0,0 1-1 0 0,1-1 0 0 0,-2 0 1 0 0,1-1-1 0 0,-12 6 1 0 0,0-6-999 0 0,12-6-85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208 12 6449 0 0,'-5'-1'31'0'0,"-8"-2"406"0"0,1 0 0 0 0,-1 1 0 0 0,1 1 0 0 0,-18-1 0 0 0,27 2-319 0 0,0 1 0 0 0,1-1 0 0 0,-1 0 0 0 0,0 1-1 0 0,0 0 1 0 0,0-1 0 0 0,0 1 0 0 0,0 0 0 0 0,1 1 0 0 0,-1-1 0 0 0,0 0 0 0 0,1 1 0 0 0,-1-1 0 0 0,1 1 0 0 0,0 0 0 0 0,-1 0 0 0 0,1 0 0 0 0,0 0 0 0 0,0 0-1 0 0,0 0 1 0 0,1 1 0 0 0,-1-1 0 0 0,0 1 0 0 0,-1 2 0 0 0,-8 21 258 0 0,1 0 0 0 0,0 1-1 0 0,2 0 1 0 0,2 1 0 0 0,0-1-1 0 0,-3 56 1 0 0,8-77-299 0 0,1 0 1 0 0,0 0-1 0 0,1-1 0 0 0,0 1 0 0 0,0 0 0 0 0,0 0 1 0 0,0-1-1 0 0,1 1 0 0 0,0 0 0 0 0,0-1 1 0 0,1 0-1 0 0,-1 0 0 0 0,1 1 0 0 0,0-1 1 0 0,0-1-1 0 0,6 7 0 0 0,-3-5-4 0 0,0-1 1 0 0,0 0-1 0 0,1-1 0 0 0,-1 1 1 0 0,1-1-1 0 0,0-1 0 0 0,0 1 0 0 0,0-1 1 0 0,1-1-1 0 0,-1 1 0 0 0,15 2 1 0 0,2-1 27 0 0,0-1 0 0 0,0-2 0 0 0,0 0 0 0 0,0-1 0 0 0,0-2 0 0 0,0 0 0 0 0,0-2 0 0 0,0 0 0 0 0,-1-2 0 0 0,0 0 0 0 0,0-2 0 0 0,0 0 0 0 0,-1-2 0 0 0,-1 0 0 0 0,33-21 0 0 0,-2 0-697 0 0,-33 21-832 0 0,0-1 1 0 0,-1-1-1 0 0,0 0 0 0 0,32-30 0 0 0,-44 33 1305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3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15 5985 0 0,'0'0'36'0'0,"0"-1"0"0"0,-1 1 0 0 0,1-1-1 0 0,0 1 1 0 0,-1-1 0 0 0,1 1 0 0 0,0-1 0 0 0,0 0-1 0 0,0 1 1 0 0,0-1 0 0 0,0 1 0 0 0,0-1 0 0 0,0 1-1 0 0,0-1 1 0 0,0 1 0 0 0,0-1 0 0 0,0 0-1 0 0,0 1 1 0 0,0-1 0 0 0,0 1 0 0 0,0-1 0 0 0,0 1-1 0 0,1-1 1 0 0,-1 1 0 0 0,1-2 0 0 0,11 3 1705 0 0,19 16 760 0 0,-8 4-1573 0 0,-1 0 0 0 0,-1 1-1 0 0,-1 0 1 0 0,-1 2-1 0 0,19 31 1 0 0,-14-15-73 0 0,-2 0-1 0 0,31 78 1 0 0,-40-75-668 0 0,-1 0 1 0 0,-2 1-1 0 0,-2 0 0 0 0,-2 0 1 0 0,-2 1-1 0 0,-2-1 0 0 0,-2 1 1 0 0,-2 0-1 0 0,-1-1 0 0 0,-16 69 1 0 0,1-32-691 0 0,-4 0 1 0 0,-4-2-1 0 0,-3 0 1 0 0,-68 128-1 0 0,57-132-6314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0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 74 9218 0 0,'-6'-33'1778'0'0,"5"27"-440"0"0,0-1-1 0 0,0 1 0 0 0,0-1 0 0 0,-10-7 4195 0 0,3 53-5014 0 0,-121 721-561 0 0,102-624-672 0 0,24-120-92 0 0,0 0 0 0 0,2 0 0 0 0,0 0 0 0 0,2 23 0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0.6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30 6449 0 0,'-1'-29'3808'0'0,"9"39"-485"0"0,0 2-2459 0 0,1 0-1 0 0,0-1 0 0 0,0 0 0 0 0,1-1 1 0 0,18 14-1 0 0,11 13-99 0 0,-7-1-393 0 0,-3 2 1 0 0,0 0-1 0 0,44 83 0 0 0,48 136 80 0 0,-119-252-448 0 0,0 0-301 0 0,1 0-1 0 0,-1 0 0 0 0,1 0 0 0 0,0-1 1 0 0,0 1-1 0 0,0-1 0 0 0,1 1 0 0 0,-1-1 1 0 0,1 0-1 0 0,7 6 0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1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5 133 9674 0 0,'-5'7'5724'0'0,"27"-16"-3832"0"0,32-17-994 0 0,109-61-818 0 0,-127 69-6585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1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193 114 456 0 0,'-1'-12'450'0'0,"-1"1"-1"0"0,0 0 1 0 0,-1 0 0 0 0,-5-16 0 0 0,7 24-204 0 0,0 1 1 0 0,1 0 0 0 0,-1 0 0 0 0,0 0 0 0 0,0 0 0 0 0,0 0 0 0 0,0 0 0 0 0,-1 0 0 0 0,1 0 0 0 0,-1 0-1 0 0,1 0 1 0 0,-1 1 0 0 0,1-1 0 0 0,-1 0 0 0 0,0 1 0 0 0,0 0 0 0 0,0-1 0 0 0,0 1 0 0 0,0 0 0 0 0,0 0-1 0 0,0 0 1 0 0,0 0 0 0 0,0 1 0 0 0,-1-1 0 0 0,1 0 0 0 0,0 1 0 0 0,0 0 0 0 0,-1-1 0 0 0,-2 1-1 0 0,1 1 16 0 0,1 0-1 0 0,0 1 1 0 0,0-1-1 0 0,-1 1 1 0 0,1-1-1 0 0,0 1 1 0 0,1 0-1 0 0,-1 0 0 0 0,0 0 1 0 0,0 1-1 0 0,1-1 1 0 0,0 1-1 0 0,-1-1 1 0 0,1 1-1 0 0,0 0 1 0 0,0 0-1 0 0,0 0 0 0 0,-1 4 1 0 0,-6 9 292 0 0,2 1 0 0 0,-7 18 1 0 0,13-32-476 0 0,-8 27 240 0 0,0 0 1 0 0,2 0-1 0 0,-6 51 1 0 0,11-61-215 0 0,1 0 0 0 0,1 0 0 0 0,1 1 0 0 0,1-1 0 0 0,0 0-1 0 0,9 32 1 0 0,-9-45-177 0 0,0-1-1 0 0,1 0 0 0 0,-1 0 0 0 0,1 0 0 0 0,1 0 0 0 0,-1-1 1 0 0,1 1-1 0 0,0-1 0 0 0,0 0 0 0 0,1 0 0 0 0,0 0 0 0 0,-1 0 0 0 0,2-1 1 0 0,-1 0-1 0 0,0 0 0 0 0,1-1 0 0 0,0 1 0 0 0,0-1 0 0 0,0 0 1 0 0,0-1-1 0 0,0 1 0 0 0,0-1 0 0 0,1-1 0 0 0,-1 1 0 0 0,10 0 1 0 0,13-1-6050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1376 0 0,'1'4'8594'0'0,"2"87"-3740"0"0,-1 4-2526 0 0,-1-84-2217 0 0,0 0-1 0 0,1-1 1 0 0,1 1 0 0 0,-1-1 0 0 0,2 1 0 0 0,5 13 0 0 0,-7-20-186 0 0,0-1 0 0 0,1 1 1 0 0,-1-1-1 0 0,1 0 0 0 0,-1 0 0 0 0,1 0 1 0 0,0 0-1 0 0,0 0 0 0 0,0 0 0 0 0,1-1 1 0 0,-1 1-1 0 0,1-1 0 0 0,4 2 0 0 0,-3-2-524 0 0,0 0 0 0 0,0 0-1 0 0,0 0 1 0 0,0-1 0 0 0,10 1-1 0 0,3 0-4387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0,'10'5'8253'0'0,"0"8"-4470"0"0,8 23-2937 0 0,-7-15 507 0 0,22 35-134 0 0,-17-27-399 0 0,30 40 0 0 0,-39-59-1198 0 0,1-1 1 0 0,0-1-1 0 0,1 1 0 0 0,0-1 0 0 0,0 0 0 0 0,1-1 0 0 0,19 11 0 0 0,-19-13-1186 0 0,-3-1-293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3 187 6913 0 0,'-1'-1'72'0'0,"1"1"0"0"0,0-1-1 0 0,0 1 1 0 0,0 0-1 0 0,-1-1 1 0 0,1 1-1 0 0,0-1 1 0 0,0 1-1 0 0,0 0 1 0 0,0-1-1 0 0,0 1 1 0 0,0-1-1 0 0,0 1 1 0 0,0-1 0 0 0,0 1-1 0 0,0 0 1 0 0,0-1-1 0 0,0 1 1 0 0,0-1-1 0 0,0 1 1 0 0,1 0-1 0 0,-1-1 1 0 0,0 1-1 0 0,0-1 1 0 0,0 1-1 0 0,1 0 1 0 0,-1-1 0 0 0,0 1-1 0 0,0 0 1 0 0,1-1-1 0 0,-1 1 1 0 0,0 0-1 0 0,1-1 1 0 0,-1 1-1 0 0,0 0 1 0 0,1 0-1 0 0,-1-1 1 0 0,1 1-1 0 0,19-18 1136 0 0,-15 13-913 0 0,31-28 907 0 0,24-22-867 0 0,5 6-4090 0 0,-46 38 2327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1 110 6449 0 0,'19'23'6178'0'0,"-7"-10"-3915"0"0,14 27 415 0 0,29 63 0 0 0,17 25-2392 0 0,-58-101-733 0 0,-14-25 350 0 0,-1-4 93 0 0,-5-13 448 0 0,2 0-364 0 0,0 0 0 0 0,1 0-1 0 0,0 0 1 0 0,1-1 0 0 0,1 1-1 0 0,1 0 1 0 0,0-1 0 0 0,3-19-1 0 0,26-123-1586 0 0,-29 156 1477 0 0,22-76-5947 0 0,-11 45 100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0,'4'1'504'0'0,"0"1"0"0"0,1 0 0 0 0,-1 0 0 0 0,0 0 0 0 0,0 1 0 0 0,-1-1 0 0 0,1 1-1 0 0,0 0 1 0 0,-1 0 0 0 0,0 1 0 0 0,1-1 0 0 0,-1 0 0 0 0,2 5 0 0 0,4 1 300 0 0,6 8 165 0 0,0 1-1 0 0,0 0 0 0 0,-2 1 0 0 0,15 28 0 0 0,-24-40-980 0 0,0 0 0 0 0,-1 0 0 0 0,1 0-1 0 0,-2 1 1 0 0,1 0 0 0 0,-1-1-1 0 0,0 1 1 0 0,-1 0 0 0 0,0 0-1 0 0,0 0 1 0 0,-1 0 0 0 0,0 0-1 0 0,0 0 1 0 0,-1 0 0 0 0,0 0-1 0 0,-2 8 1 0 0,-8 4 153 0 0,11-20-122 0 0,0 0 0 0 0,-1 0 1 0 0,1 1-1 0 0,0-1 0 0 0,-1 0 0 0 0,1 0 1 0 0,0 0-1 0 0,-1 0 0 0 0,1 1 0 0 0,-1-1 0 0 0,1 0 1 0 0,0 0-1 0 0,-1 0 0 0 0,1 0 0 0 0,0 0 0 0 0,-1 0 1 0 0,1 0-1 0 0,-1 0 0 0 0,1 0 0 0 0,0 0 0 0 0,-1 0 1 0 0,1 0-1 0 0,0 0 0 0 0,-1-1 0 0 0,1 1 1 0 0,-1 0-1 0 0,1 0 0 0 0,0 0 0 0 0,-1-1 0 0 0,0 0 28 0 0,-1-1-1 0 0,1 1 0 0 0,0-1 1 0 0,0 1-1 0 0,0-1 0 0 0,0 0 0 0 0,0 1 1 0 0,0-1-1 0 0,1 0 0 0 0,-1 0 1 0 0,0 0-1 0 0,1 1 0 0 0,0-1 0 0 0,-1 0 1 0 0,1 0-1 0 0,0-4 0 0 0,0-18-160 0 0,1 0 0 0 0,1 1 0 0 0,1-1-1 0 0,1 0 1 0 0,10-30 0 0 0,8-17-5629 0 0,-7 29-295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1 337 5985 0 0,'0'0'80'0'0,"0"1"0"0"0,0-1 1 0 0,0 0-1 0 0,0 1 0 0 0,0-1 0 0 0,0 0 0 0 0,1 1 0 0 0,-1-1 0 0 0,0 0 0 0 0,0 1 0 0 0,0-1 0 0 0,1 0 0 0 0,-1 0 0 0 0,0 1 0 0 0,1-1 1 0 0,-1 0-1 0 0,0 0 0 0 0,0 1 0 0 0,1-1 0 0 0,-1 0 0 0 0,0 0 0 0 0,1 0 0 0 0,-1 0 0 0 0,0 0 0 0 0,1 0 0 0 0,-1 1 0 0 0,0-1 0 0 0,1 0 1 0 0,-1 0-1 0 0,1 0 0 0 0,-1 0 0 0 0,0 0 0 0 0,1 0 0 0 0,-1 0 0 0 0,0 0 0 0 0,1-1 0 0 0,16-8 2524 0 0,10-19 391 0 0,-18 15-2747 0 0,0-1 1 0 0,-1 0-1 0 0,0-1 0 0 0,-1 1 1 0 0,-1-2-1 0 0,0 1 0 0 0,-1 0 0 0 0,-1-1 1 0 0,0 0-1 0 0,-2 0 0 0 0,1-1 1 0 0,-2 1-1 0 0,0 0 0 0 0,-1-1 0 0 0,-1 1 1 0 0,-5-30-1 0 0,6 46-244 0 0,0-1 1 0 0,0 1-1 0 0,0-1 1 0 0,0 0-1 0 0,0 1 1 0 0,0-1-1 0 0,0 0 1 0 0,0 1-1 0 0,0-1 1 0 0,-1 0-1 0 0,1 1 1 0 0,0-1-1 0 0,-1 1 1 0 0,1-1-1 0 0,0 1 1 0 0,-1-1-1 0 0,1 1 1 0 0,-1-1-1 0 0,1 1 1 0 0,0-1-1 0 0,-1 1 0 0 0,1-1 1 0 0,-2 1-1 0 0,-7 6 106 0 0,-4 23-43 0 0,11-19-109 0 0,0 0 0 0 0,1 0 0 0 0,0 1 0 0 0,1-1 0 0 0,0 0-1 0 0,1 0 1 0 0,0 1 0 0 0,1-1 0 0 0,0 0 0 0 0,0 0 0 0 0,1 0 0 0 0,5 12 0 0 0,-5-16 6 0 0,0 0 0 0 0,0 0 0 0 0,1-1 0 0 0,0 1 1 0 0,0-1-1 0 0,1 0 0 0 0,-1 0 0 0 0,1 0 0 0 0,0-1 0 0 0,0 1 0 0 0,0-1 1 0 0,1 0-1 0 0,0-1 0 0 0,0 0 0 0 0,0 1 0 0 0,0-2 0 0 0,0 1 1 0 0,0-1-1 0 0,11 3 0 0 0,3-1-1383 0 0,2-1-4492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6449 0 0,'0'0'123'0'0,"0"-1"0"0"0,0 0 0 0 0,0 1 0 0 0,0-1 0 0 0,1 1 0 0 0,-1-1 0 0 0,0 1 0 0 0,0-1 0 0 0,1 0-1 0 0,-1 1 1 0 0,0-1 0 0 0,1 1 0 0 0,-1 0 0 0 0,1-1 0 0 0,-1 1 0 0 0,1-1 0 0 0,-1 1 0 0 0,0 0 0 0 0,1-1 0 0 0,-1 1 0 0 0,1 0-1 0 0,0-1 1 0 0,-1 1 0 0 0,1 0 0 0 0,-1 0 0 0 0,1-1 0 0 0,-1 1 0 0 0,1 0 0 0 0,0 0 0 0 0,-1 0 0 0 0,1 0 0 0 0,-1 0-1 0 0,1 0 1 0 0,0 0 0 0 0,-1 0 0 0 0,1 0 0 0 0,-1 0 0 0 0,1 0 0 0 0,0 1 0 0 0,-1-1 0 0 0,1 0 0 0 0,0 0 0 0 0,0 1 66 0 0,1-1 0 0 0,0 0 0 0 0,-1 1 0 0 0,1-1 0 0 0,-1 1 0 0 0,1 0 0 0 0,-1 0 1 0 0,1-1-1 0 0,-1 1 0 0 0,1 0 0 0 0,-1 0 0 0 0,0 0 0 0 0,0 0 0 0 0,1 0 1 0 0,-1 1-1 0 0,1 1 0 0 0,3 10 117 0 0,-1 1 0 0 0,0-1 1 0 0,-1 1-1 0 0,-1 0 0 0 0,0 0 0 0 0,-1 0 0 0 0,-1 26 1 0 0,2 17-85 0 0,-1-44-262 0 0,0 4-142 0 0,0-1 0 0 0,2 1 0 0 0,0-1 0 0 0,1 0 0 0 0,8 24 0 0 0,-12-39 144 0 0,0-1 0 0 0,1 1 0 0 0,-1-1-1 0 0,0 1 1 0 0,0-1 0 0 0,0 0 0 0 0,0 1-1 0 0,1-1 1 0 0,-1 1 0 0 0,0-1 0 0 0,0 0 0 0 0,1 1-1 0 0,-1-1 1 0 0,0 0 0 0 0,1 1 0 0 0,-1-1-1 0 0,0 0 1 0 0,1 0 0 0 0,-1 1 0 0 0,1-1 0 0 0,-1 0-1 0 0,0 0 1 0 0,1 0 0 0 0,-1 1 0 0 0,1-1-1 0 0,-1 0 1 0 0,0 0 0 0 0,1 0 0 0 0,-1 0 0 0 0,1 0-1 0 0,-1 0 1 0 0,1 0 0 0 0,-1 0 0 0 0,1 0-1 0 0,-1 0 1 0 0,0 0 0 0 0,1 0 0 0 0,-1 0 0 0 0,1-1-1 0 0,-1 1 1 0 0,1 0 0 0 0,-1 0 0 0 0,0 0-1 0 0,1 0 1 0 0,-1-1 0 0 0,1 1 0 0 0,-1 0 0 0 0,0-1-1 0 0,1 1 1 0 0,-1 0 0 0 0,0-1 0 0 0,1 1 0 0 0,-1 0-1 0 0,0-1 1 0 0,0 1 0 0 0,0 0 0 0 0,1-1-1 0 0,-1 1 1 0 0,0-1 0 0 0,0 1 0 0 0,1-1 0 0 0,14-30-486 0 0,-13 28 446 0 0,10-30-197 0 0,14-57-1 0 0,-22 67 259 0 0,2 1 0 0 0,1-1 0 0 0,0 2 0 0 0,2-1 0 0 0,1 1 0 0 0,17-29 0 0 0,-27 49 108 0 0,1 0 0 0 0,0 0 0 0 0,0 0 0 0 0,0 0 0 0 0,-1 0 0 0 0,1 1 0 0 0,0-1 1 0 0,0 0-1 0 0,0 0 0 0 0,0 1 0 0 0,0-1 0 0 0,1 1 0 0 0,-1-1 0 0 0,0 1 0 0 0,0-1 0 0 0,0 1 0 0 0,0 0 0 0 0,1-1 0 0 0,-1 1 0 0 0,0 0 0 0 0,0 0 0 0 0,0 0 0 0 0,1 0 0 0 0,-1 0 0 0 0,0 0 0 0 0,0 0 0 0 0,1 1 0 0 0,-1-1 0 0 0,0 0 0 0 0,0 1 0 0 0,0-1 0 0 0,0 0 0 0 0,1 1 0 0 0,-1 0 0 0 0,0-1 0 0 0,0 1 0 0 0,0 0 0 0 0,0-1 0 0 0,0 1 0 0 0,0 0 0 0 0,-1 0 0 0 0,2 1 0 0 0,7 7 235 0 0,-2-1-1 0 0,1 1 1 0 0,10 16-1 0 0,-10-13-357 0 0,15 19-1702 0 0,-11-16-4155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5529 0 0,'11'9'4981'0'0,"18"24"-2352"0"0,136 268 4503 0 0,-142-254-6760 0 0,8 17-702 0 0,-12-22-4809 0 0,-3-9-1369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1 257 5529 0 0,'224'-98'1520'0'0,"113"-45"1081"0"0,-297 128-2601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5.3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333 1350 6913 0 0,'-75'37'857'0'0,"-43"19"835"0"0,100-49-745 0 0,0-1-1 0 0,0-1 0 0 0,0 0 0 0 0,-32 3 1 0 0,49-7-861 0 0,1-1 0 0 0,-1 0 1 0 0,1 0-1 0 0,-1 0 1 0 0,1 0-1 0 0,-1 1 0 0 0,1-1 1 0 0,-1 0-1 0 0,1 0 1 0 0,-1 0-1 0 0,1 0 0 0 0,-1 0 1 0 0,1 0-1 0 0,-1 0 0 0 0,1 0 1 0 0,-1 0-1 0 0,1-1 1 0 0,-1 1-1 0 0,1 0 0 0 0,-1 0 1 0 0,1 0-1 0 0,-1-1 1 0 0,1 1-1 0 0,-1 0 0 0 0,1 0 1 0 0,0-1-1 0 0,-1 1 1 0 0,1 0-1 0 0,-1-1 0 0 0,1 1 1 0 0,0 0-1 0 0,-1-1 0 0 0,1 1 1 0 0,0-1-1 0 0,0 1 1 0 0,-1-1-1 0 0,12-17 1291 0 0,28-14-724 0 0,-7 11-751 0 0,2 1 1 0 0,0 2-1 0 0,1 1 0 0 0,56-19 1 0 0,153-32 39 0 0,-117 36 303 0 0,893-243 1522 0 0,-983 265-1764 0 0,837-224 80 0 0,8 25-156 0 0,1249-151 121 0 0,-1533 271-2599 0 0,-418 60-4122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5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25 8754 0 0,'-7'-8'2215'0'0,"-7"-8"731"0"0,7 17-1906 0 0,3 11-237 0 0,0 20 512 0 0,0 52 0 0 0,1-11-707 0 0,-13 107-1 0 0,-8 110 210 0 0,27-97-8064 0 0,-2-176 1564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50 141 8290 0 0,'2'-8'318'0'0,"0"0"0"0"0,1 0 0 0 0,0 1 0 0 0,0-1 0 0 0,1 1 0 0 0,0 0 0 0 0,0 0 0 0 0,1 0 0 0 0,0 1 0 0 0,0-1 0 0 0,0 1 0 0 0,1 0 0 0 0,0 1 0 0 0,0-1 0 0 0,1 1 0 0 0,-1 0 0 0 0,1 1 0 0 0,0 0 1 0 0,0 0-1 0 0,1 0 0 0 0,-1 1 0 0 0,16-4 0 0 0,-19 6-119 0 0,0 1-1 0 0,-1-1 1 0 0,1 1 0 0 0,-1 0 0 0 0,1 0 0 0 0,-1 1 0 0 0,1-1 0 0 0,0 1 0 0 0,-1 0-1 0 0,0 0 1 0 0,1 0 0 0 0,-1 0 0 0 0,1 1 0 0 0,-1-1 0 0 0,0 1 0 0 0,0 0 0 0 0,0 0-1 0 0,0 0 1 0 0,0 0 0 0 0,0 0 0 0 0,-1 1 0 0 0,1-1 0 0 0,3 7 0 0 0,6 5 2 0 0,-1 1 0 0 0,-1 1 0 0 0,11 23 0 0 0,-14-28-82 0 0,55 106-21 0 0,143 235 164 0 0,-200-345-289 0 0,7 14-447 0 0,-17-19 201 0 0,-12-7 118 0 0,7 2 151 0 0,-1 0 0 0 0,1 0 0 0 0,-1 1 0 0 0,0 1 0 0 0,0 0-1 0 0,1 0 1 0 0,-1 1 0 0 0,0 1 0 0 0,0 0 0 0 0,0 0 0 0 0,1 1 0 0 0,-1 0-1 0 0,1 1 1 0 0,-1 0 0 0 0,-12 6 0 0 0,-15 9 331 0 0,2 1 0 0 0,-61 42-1 0 0,18-10-190 0 0,61-41-625 0 0,0 0 1 0 0,-1-1-1 0 0,0-1 1 0 0,-1 0-1 0 0,-32 7 1 0 0,42-14-799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0,'1'0'498'0'0,"0"2"-66"0"0,0 0 0 0 0,1 0 1 0 0,-1 1-1 0 0,0-1 1 0 0,0 0-1 0 0,0 0 1 0 0,0 0-1 0 0,0 1 1 0 0,-1-1-1 0 0,1 1 0 0 0,-1-1 1 0 0,0 0-1 0 0,1 1 1 0 0,-1 2-1 0 0,0-3 28 0 0,7 74 3857 0 0,-5-41-3439 0 0,2 0 1 0 0,1 0 0 0 0,12 39 0 0 0,-15-65-927 0 0,1 0 0 0 0,1 0 0 0 0,0 0 1 0 0,0-1-1 0 0,0 1 0 0 0,1-1 1 0 0,1 0-1 0 0,-1-1 0 0 0,1 1 1 0 0,1-1-1 0 0,-1 0 0 0 0,1 0 0 0 0,0-1 1 0 0,1 0-1 0 0,0 0 0 0 0,10 6 1 0 0,-14-10-40 0 0,-1-1 1 0 0,0 1 0 0 0,1 0 0 0 0,0-1 0 0 0,-1 0 0 0 0,1 0 0 0 0,-1 0 0 0 0,1 0-1 0 0,0-1 1 0 0,0 1 0 0 0,0-1 0 0 0,-1 0 0 0 0,1 0 0 0 0,0 0 0 0 0,0-1 0 0 0,0 1-1 0 0,-1-1 1 0 0,1 0 0 0 0,0 0 0 0 0,5-3 0 0 0,-3 1-24 0 0,-1-1 1 0 0,1 1-1 0 0,-1-1 1 0 0,0-1-1 0 0,0 1 1 0 0,-1-1-1 0 0,1 0 1 0 0,-1 0-1 0 0,0 0 0 0 0,-1-1 1 0 0,5-7-1 0 0,6-15-1048 0 0,22-58 0 0 0,-27 60-26 0 0,1 0 1 0 0,27-46 0 0 0,-37 72 1231 0 0,0-1 1 0 0,0 1 0 0 0,0 0-1 0 0,0-1 1 0 0,1 1-1 0 0,-1 0 1 0 0,0-1 0 0 0,0 1-1 0 0,0 0 1 0 0,1-1-1 0 0,-1 1 1 0 0,0 0 0 0 0,1 0-1 0 0,-1-1 1 0 0,0 1-1 0 0,1 0 1 0 0,-1 0 0 0 0,0 0-1 0 0,1 0 1 0 0,-1-1-1 0 0,0 1 1 0 0,1 0 0 0 0,-1 0-1 0 0,0 0 1 0 0,1 0-1 0 0,-1 0 1 0 0,1 0 0 0 0,-1 0-1 0 0,0 0 1 0 0,1 0 0 0 0,-1 0-1 0 0,1 0 1 0 0,8 11 1916 0 0,2 27 1466 0 0,-9-30-2842 0 0,4 6-277 0 0,0-1 0 0 0,1 1 0 0 0,0-2-1 0 0,0 1 1 0 0,2-1 0 0 0,12 15 0 0 0,7 11-6562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 11979 0 0,'-7'-5'2169'0'0,"20"6"477"0"0,-6 3-2890 0 0,-1 0-1 0 0,1 1 1 0 0,-1-1-1 0 0,1 1 1 0 0,-2 1 0 0 0,1-1-1 0 0,0 1 1 0 0,-1 0-1 0 0,7 10 1 0 0,-1 0 217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7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67 6913 0 0,'1'-34'785'0'0,"-1"33"-593"0"0,0-1 0 0 0,0 1 0 0 0,0 0 0 0 0,0 0 0 0 0,0 0-1 0 0,0 0 1 0 0,-1-1 0 0 0,1 1 0 0 0,0 0 0 0 0,-1 0 0 0 0,1 0 0 0 0,-1 0 0 0 0,0 0 0 0 0,1 0 0 0 0,-1 0 0 0 0,0 0 0 0 0,1 0 0 0 0,-1 0 0 0 0,0 0 0 0 0,0 0-1 0 0,0 1 1 0 0,0-1 0 0 0,0 0 0 0 0,0 1 0 0 0,0-1 0 0 0,-2 0 0 0 0,2 1-19 0 0,1 0 0 0 0,-1 0-1 0 0,0 1 1 0 0,1-1 0 0 0,-1 0 0 0 0,0 1-1 0 0,1-1 1 0 0,-1 1 0 0 0,1-1-1 0 0,-1 1 1 0 0,1-1 0 0 0,-1 1 0 0 0,1-1-1 0 0,-1 1 1 0 0,1-1 0 0 0,-1 1 0 0 0,1 0-1 0 0,0-1 1 0 0,-1 1 0 0 0,1 0 0 0 0,0-1-1 0 0,-1 1 1 0 0,1 0 0 0 0,0 1-1 0 0,-8 22 345 0 0,7-20-149 0 0,-28 117 1092 0 0,27-109-1466 0 0,1 0 0 0 0,0 0 0 0 0,0 0 0 0 0,1 0 0 0 0,1 0 0 0 0,0 0 0 0 0,0 0 0 0 0,5 15 0 0 0,-6-25-72 0 0,1 0-1 0 0,-1-1 0 0 0,0 1 0 0 0,1 0 1 0 0,0-1-1 0 0,-1 1 0 0 0,1-1 0 0 0,0 1 1 0 0,0-1-1 0 0,-1 1 0 0 0,1-1 0 0 0,0 0 1 0 0,1 0-1 0 0,-1 1 0 0 0,0-1 0 0 0,0 0 1 0 0,0 0-1 0 0,1 0 0 0 0,-1 0 0 0 0,1 0 0 0 0,-1 0 1 0 0,1 0-1 0 0,-1-1 0 0 0,1 1 0 0 0,-1-1 1 0 0,4 2-1 0 0,-3-3-54 0 0,0 1 1 0 0,0-1 0 0 0,0 1-1 0 0,0-1 1 0 0,0 0-1 0 0,0 0 1 0 0,0 1 0 0 0,-1-1-1 0 0,1-1 1 0 0,0 1-1 0 0,0 0 1 0 0,-1 0-1 0 0,1-1 1 0 0,-1 1 0 0 0,1-1-1 0 0,-1 1 1 0 0,0-1-1 0 0,1 0 1 0 0,-1 1 0 0 0,0-1-1 0 0,1-2 1 0 0,9-13-201 0 0,3-8 637 0 0,28-32-1 0 0,-37 51-3 0 0,0 0-1 0 0,1 0 0 0 0,0 0 0 0 0,0 1 1 0 0,1 0-1 0 0,-1 0 0 0 0,1 1 1 0 0,0 0-1 0 0,14-7 0 0 0,-19 11-270 0 0,0-1-1 0 0,1 0 0 0 0,-1 1 1 0 0,0-1-1 0 0,0 1 1 0 0,0 0-1 0 0,0 0 0 0 0,0 0 1 0 0,1 0-1 0 0,-1 0 1 0 0,0 0-1 0 0,0 0 0 0 0,0 1 1 0 0,0-1-1 0 0,1 1 1 0 0,-1 0-1 0 0,0-1 0 0 0,0 1 1 0 0,3 2-1 0 0,-1 0 62 0 0,-1-1 0 0 0,0 1 0 0 0,0 0 0 0 0,0 0-1 0 0,0 0 1 0 0,0 1 0 0 0,-1-1 0 0 0,0 0 0 0 0,4 7 0 0 0,0 4 149 0 0,0 0 0 0 0,-1 0 1 0 0,0 0-1 0 0,4 26 0 0 0,-6-25-394 0 0,-1 0 1 0 0,0 0-1 0 0,-1 0 0 0 0,-1 0 0 0 0,0 0 0 0 0,-1 1 0 0 0,0-1 0 0 0,-2 0 0 0 0,0 0 0 0 0,0-1 0 0 0,-1 1 1 0 0,-9 19-1 0 0,13-34 154 0 0,0 0 0 0 0,0 0 0 0 0,0 1 0 0 0,0-1 0 0 0,0 0 1 0 0,0 0-1 0 0,0 0 0 0 0,0 0 0 0 0,0 1 0 0 0,0-1 0 0 0,0 0 1 0 0,0 0-1 0 0,0 0 0 0 0,0 0 0 0 0,0 1 0 0 0,0-1 0 0 0,-1 0 1 0 0,1 0-1 0 0,0 0 0 0 0,0 0 0 0 0,0 0 0 0 0,0 1 0 0 0,0-1 1 0 0,0 0-1 0 0,-1 0 0 0 0,1 0 0 0 0,0 0 0 0 0,0 0 0 0 0,0 0 1 0 0,0 0-1 0 0,-1 0 0 0 0,1 0 0 0 0,0 1 0 0 0,0-1 0 0 0,0 0 1 0 0,0 0-1 0 0,-1 0 0 0 0,1 0 0 0 0,0 0 0 0 0,0 0 0 0 0,0 0 0 0 0,-1 0 1 0 0,1 0-1 0 0,0-1 0 0 0,0 1 0 0 0,0 0 0 0 0,0 0 0 0 0,-1 0 1 0 0,1 0-1 0 0,0 0 0 0 0,0 0 0 0 0,-1 0 0 0 0,-3-13-76 0 0,1-18-287 0 0,8-9-61 0 0,2-1 0 0 0,1 1 0 0 0,2 0 0 0 0,2 1 0 0 0,31-70 0 0 0,-42 106 417 0 0,8-18-36 0 0,0 1 0 0 0,16-23 0 0 0,-23 38 95 0 0,1 1-1 0 0,-1 0 1 0 0,1 0-1 0 0,0 1 0 0 0,1-1 1 0 0,-1 0-1 0 0,1 1 1 0 0,0 0-1 0 0,-1 0 1 0 0,1 0-1 0 0,1 0 1 0 0,-1 1-1 0 0,0 0 0 0 0,1-1 1 0 0,-1 2-1 0 0,9-4 1 0 0,-10 5 74 0 0,-1 0 1 0 0,1 0 0 0 0,-1 1 0 0 0,1-1-1 0 0,-1 1 1 0 0,1-1 0 0 0,-1 1 0 0 0,1 0-1 0 0,-1 0 1 0 0,0 0 0 0 0,1 0 0 0 0,-1 0-1 0 0,0 1 1 0 0,0-1 0 0 0,0 0-1 0 0,0 1 1 0 0,0 0 0 0 0,0-1 0 0 0,0 1-1 0 0,-1 0 1 0 0,1 0 0 0 0,-1 0 0 0 0,1 0-1 0 0,-1 1 1 0 0,2 3 0 0 0,5 9 403 0 0,-1 0 1 0 0,9 30-1 0 0,-10-29-519 0 0,34 85-167 0 0,-7-37-3020 0 0,-23-47-3243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7.9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79 102 3681 0 0,'-2'-10'772'0'0,"-1"1"0"0"0,-1 0 0 0 0,0 0 0 0 0,0 0 1 0 0,0 0-1 0 0,-1 0 0 0 0,-1 1 0 0 0,1 0 0 0 0,-10-11 0 0 0,14 19-702 0 0,1 0-1 0 0,0 0 1 0 0,-1-1 0 0 0,1 1-1 0 0,0 0 1 0 0,0 0-1 0 0,-1 0 1 0 0,1-1-1 0 0,0 1 1 0 0,-1 0-1 0 0,1 0 1 0 0,-1 0-1 0 0,1 0 1 0 0,0 0-1 0 0,-1 0 1 0 0,1 0-1 0 0,0 0 1 0 0,-1 0-1 0 0,1 0 1 0 0,0 0 0 0 0,-1 0-1 0 0,1 0 1 0 0,-1 0-1 0 0,1 0 1 0 0,0 0-1 0 0,-1 1 1 0 0,1-1-1 0 0,0 0 1 0 0,-1 0-1 0 0,1 0 1 0 0,0 0-1 0 0,0 1 1 0 0,-1-1-1 0 0,1 0 1 0 0,0 0-1 0 0,-1 1 1 0 0,-7 16 1440 0 0,2 20 465 0 0,7-26-1759 0 0,0 0-1 0 0,1-1 1 0 0,0 0 0 0 0,1 1 0 0 0,0-1 0 0 0,1 0 0 0 0,8 17 0 0 0,39 64-468 0 0,-17-37-1651 0 0,-14-24-4263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8.2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3945 0 0,'18'-23'1597'0'0,"0"1"0"0"0,2 1-1 0 0,0 1 1 0 0,30-24 0 0 0,-47 42-1455 0 0,-1 0 0 0 0,1 0 0 0 0,0 0 0 0 0,0 0-1 0 0,0 1 1 0 0,0-1 0 0 0,0 1 0 0 0,0-1 0 0 0,0 1 0 0 0,1 0-1 0 0,-1 0 1 0 0,0 1 0 0 0,1-1 0 0 0,-1 1 0 0 0,0 0-1 0 0,1-1 1 0 0,-1 1 0 0 0,0 1 0 0 0,6 0 0 0 0,-4 0 44 0 0,-1 1 1 0 0,0 0-1 0 0,0 0 1 0 0,-1 0-1 0 0,1 1 1 0 0,0-1 0 0 0,-1 1-1 0 0,1 0 1 0 0,-1 0-1 0 0,0 0 1 0 0,0 1-1 0 0,0-1 1 0 0,0 1-1 0 0,3 5 1 0 0,12 23 326 0 0,-2 0 1 0 0,-1 1 0 0 0,-2 1 0 0 0,-1 0-1 0 0,12 57 1 0 0,-12-44-1671 0 0,2-1 0 0 0,27 62-1 0 0,-30-87-70 0 0,-3-1-11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8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8290 0 0,'2'3'354'0'0,"-1"-1"0"0"0,1 0 0 0 0,-1 0 0 0 0,0 1 0 0 0,1-1 0 0 0,-1 1 0 0 0,-1-1 0 0 0,1 1 0 0 0,0-1 0 0 0,0 1 0 0 0,-1 0 0 0 0,1 4 0 0 0,1 2 304 0 0,33 99 4310 0 0,37 47-1787 0 0,1-6-2295 0 0,-36-45-4499 0 0,-30-79-3324 0 0</inkml:trace>
  <inkml:trace contextRef="#ctx0" brushRef="#br0" timeOffset="1">11 523 6913 0 0,'1'-5'164'0'0,"0"1"0"0"0,0 0 0 0 0,1-1 0 0 0,0 1 0 0 0,0 0 0 0 0,0 0 0 0 0,0 0 0 0 0,0 0 0 0 0,1 0 0 0 0,0 1 0 0 0,4-6 0 0 0,42-36 2557 0 0,-33 31-2262 0 0,57-43 2160 0 0,83-52-1 0 0,-33 26-9311 0 0,-81 51 2873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9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7370 0 0,'32'-10'3158'0'0,"157"-74"229"0"0,-90 37-5289 0 0,-24 20-3270 0 0,-56 18 4524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9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0 234 13251 0 0,'17'-10'1448'0'0,"113"-97"506"0"0,-12 10-5736 0 0,-105 86 1712 0 0,-7 3-17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177 79 920 0 0,'-14'-25'2918'0'0,"-7"-9"84"0"0,20 32-2736 0 0,0 1 0 0 0,-1-1 0 0 0,1 1 1 0 0,0-1-1 0 0,-1 1 0 0 0,1 0 0 0 0,-1-1 1 0 0,1 1-1 0 0,-1 0 0 0 0,0 0 0 0 0,0 0 1 0 0,1 1-1 0 0,-1-1 0 0 0,0 0 0 0 0,-3 0 1 0 0,3 1-92 0 0,1 0 1 0 0,0 1 0 0 0,0-1-1 0 0,-1 0 1 0 0,1 1-1 0 0,0-1 1 0 0,0 1 0 0 0,0 0-1 0 0,0-1 1 0 0,0 1 0 0 0,0 0-1 0 0,0 0 1 0 0,0-1-1 0 0,0 1 1 0 0,0 0 0 0 0,0 0-1 0 0,0 0 1 0 0,0 0 0 0 0,1 0-1 0 0,-1 1 1 0 0,0-1-1 0 0,0 2 1 0 0,-16 32 635 0 0,14-28-439 0 0,-44 106 1056 0 0,42-98-1333 0 0,0 1-1 0 0,1-1 0 0 0,1 1 0 0 0,1 1 1 0 0,-2 22-1 0 0,4-37-93 0 0,0 1 1 0 0,0 0-1 0 0,1 0 0 0 0,-1-1 0 0 0,0 1 1 0 0,1 0-1 0 0,0-1 0 0 0,-1 1 1 0 0,1-1-1 0 0,0 1 0 0 0,1-1 0 0 0,-1 1 1 0 0,0-1-1 0 0,1 1 0 0 0,-1-1 1 0 0,1 0-1 0 0,-1 0 0 0 0,1 0 0 0 0,0 0 1 0 0,0 0-1 0 0,0 0 0 0 0,0-1 1 0 0,1 1-1 0 0,-1-1 0 0 0,0 1 0 0 0,1-1 1 0 0,-1 0-1 0 0,1 0 0 0 0,-1 0 1 0 0,1 0-1 0 0,3 1 0 0 0,8 0 3 0 0,1 0 0 0 0,-1-1 0 0 0,0 0 0 0 0,28-3 1 0 0,-1 1-3 0 0,-11 2-2 0 0,57 11 0 0 0,-76-10 0 0 0,0 0 0 0 0,-1 2 0 0 0,0-1 0 0 0,1 1 0 0 0,-1 0 0 0 0,-1 1 0 0 0,1 1 0 0 0,16 11 0 0 0,-23-14 8 0 0,1 0 0 0 0,-1 0 0 0 0,0 0-1 0 0,-1 1 1 0 0,1-1 0 0 0,-1 1 0 0 0,1 0 0 0 0,-1-1 0 0 0,0 1 0 0 0,0 0 0 0 0,-1 0-1 0 0,1 1 1 0 0,-1-1 0 0 0,0 0 0 0 0,1 5 0 0 0,-1-1 27 0 0,-1 0 0 0 0,0 1 0 0 0,0-1-1 0 0,0 0 1 0 0,-1 0 0 0 0,-1 0 0 0 0,-3 14 0 0 0,-1-4 25 0 0,-1 0 1 0 0,-1 0-1 0 0,-1-1 1 0 0,0 0-1 0 0,-1-1 1 0 0,-15 19-1 0 0,16-24-454 0 0,0 0 1 0 0,-1-2-1 0 0,-1 1 1 0 0,1-1-1 0 0,-2-1 0 0 0,-17 12 1 0 0,12-12-5610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5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478 149 5065 0 0,'0'-7'287'0'0,"-1"0"0"0"0,-1 0 0 0 0,1 0 0 0 0,-1 0-1 0 0,0 0 1 0 0,-1 1 0 0 0,1-1 0 0 0,-1 1 0 0 0,-1-1 0 0 0,1 1 0 0 0,-1 0 0 0 0,0 0-1 0 0,-1 1 1 0 0,1-1 0 0 0,-1 1 0 0 0,0 0 0 0 0,0 0 0 0 0,-1 1 0 0 0,1-1 0 0 0,-1 1-1 0 0,0 1 1 0 0,0-1 0 0 0,-1 1 0 0 0,1 0 0 0 0,-1 0 0 0 0,-7-2 0 0 0,1 4 87 0 0,1 0 1 0 0,-1 0-1 0 0,0 1 1 0 0,1 1-1 0 0,-1 0 1 0 0,1 1 0 0 0,-1 0-1 0 0,1 1 1 0 0,0 0-1 0 0,0 1 1 0 0,0 0-1 0 0,0 1 1 0 0,0 1-1 0 0,1-1 1 0 0,-20 15 0 0 0,18-11-202 0 0,1 1 0 0 0,-1 0 0 0 0,2 0 0 0 0,0 1 0 0 0,0 1 0 0 0,1 0 0 0 0,0 0 0 0 0,1 1 0 0 0,0 0 0 0 0,1 1-1 0 0,1-1 1 0 0,-9 24 0 0 0,15-34-169 0 0,0 0-1 0 0,0 0 0 0 0,0 1 0 0 0,1-1 1 0 0,-1 0-1 0 0,1 0 0 0 0,0 1 0 0 0,0-1 1 0 0,0 0-1 0 0,1 0 0 0 0,-1 1 0 0 0,1-1 1 0 0,-1 0-1 0 0,1 0 0 0 0,0 0 0 0 0,0 0 1 0 0,3 5-1 0 0,-1-4-2 0 0,0 1 0 0 0,0-1 1 0 0,1 0-1 0 0,-1 0 0 0 0,1 0 1 0 0,0 0-1 0 0,0-1 0 0 0,1 1 0 0 0,7 4 1 0 0,8 2-7 0 0,0-1 1 0 0,0 0-1 0 0,1-2 1 0 0,22 6-1 0 0,-37-11 5 0 0,23 6-64 0 0,38 11-42 0 0,75 32-1 0 0,-123-43 100 0 0,0 1-1 0 0,-1 1 1 0 0,0 0-1 0 0,0 2 0 0 0,-2 0 1 0 0,1 0-1 0 0,-2 2 1 0 0,23 24-1 0 0,-32-32 51 0 0,-1 1-1 0 0,0 0 0 0 0,0 0 1 0 0,-1 0-1 0 0,0 0 1 0 0,0 1-1 0 0,0 0 0 0 0,-1 0 1 0 0,0 0-1 0 0,-1 0 0 0 0,0 1 1 0 0,0-1-1 0 0,-1 1 0 0 0,0-1 1 0 0,0 1-1 0 0,-1-1 0 0 0,0 1 1 0 0,-1-1-1 0 0,0 1 0 0 0,0-1 1 0 0,-1 1-1 0 0,0-1 0 0 0,0 0 1 0 0,-1 1-1 0 0,0-1 1 0 0,0-1-1 0 0,-1 1 0 0 0,0 0 1 0 0,-1-1-1 0 0,1 0 0 0 0,-1 0 1 0 0,-1 0-1 0 0,1-1 0 0 0,-1 0 1 0 0,-1 0-1 0 0,1 0 0 0 0,-1-1 1 0 0,0 0-1 0 0,0 0 0 0 0,-8 4 1 0 0,2-2 11 0 0,1-2 0 0 0,-2 1 0 0 0,1-1 1 0 0,0-1-1 0 0,-1-1 0 0 0,0 0 0 0 0,-16 2 0 0 0,-10-3-506 0 0,-47-3 0 0 0,24 0-2255 0 0,55 1 1276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6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1 448 7258 0 0,'2'0'57'0'0,"0"-1"0"0"0,1 1 0 0 0,-1-1 1 0 0,0 0-1 0 0,1 0 0 0 0,-1 0 0 0 0,0 0 1 0 0,0 0-1 0 0,0 0 0 0 0,0 0 0 0 0,0-1 0 0 0,0 1 1 0 0,0-1-1 0 0,-1 0 0 0 0,4-3 0 0 0,25-34 909 0 0,-22 27-267 0 0,10-13 45 0 0,-1-1-1 0 0,-1-1 1 0 0,-2-1 0 0 0,12-29 0 0 0,-19 39-504 0 0,-1 0 1 0 0,0-1 0 0 0,-2 0 0 0 0,0 0 0 0 0,-1 0 0 0 0,-1-1-1 0 0,0-31 1 0 0,-2 49-239 0 0,0 0 0 0 0,0 0 0 0 0,-1 0 0 0 0,1 0 0 0 0,-1 0 0 0 0,1 0 0 0 0,-1 0 0 0 0,1 0 0 0 0,-1 0 0 0 0,-1-2 0 0 0,1 3-1 0 0,1 1-1 0 0,0 0 0 0 0,0-1 0 0 0,-1 1 0 0 0,1 0 0 0 0,0-1 0 0 0,-1 1 1 0 0,1 0-1 0 0,0 0 0 0 0,-1-1 0 0 0,1 1 0 0 0,-1 0 0 0 0,1 0 0 0 0,0 0 1 0 0,-1-1-1 0 0,1 1 0 0 0,-1 0 0 0 0,1 0 0 0 0,-1 0 0 0 0,1 0 1 0 0,0 0-1 0 0,-1 0 0 0 0,1 0 0 0 0,-1 0 0 0 0,1 0 0 0 0,-1 0 0 0 0,1 0 1 0 0,-1 0-1 0 0,1 1 0 0 0,-2 0-13 0 0,0 0 0 0 0,0 0 1 0 0,0 1-1 0 0,0-1 0 0 0,1 1 0 0 0,-1-1 0 0 0,1 1 1 0 0,-1 0-1 0 0,1 0 0 0 0,-1 0 0 0 0,1 0 1 0 0,0 0-1 0 0,0 0 0 0 0,0 0 0 0 0,0 0 0 0 0,0 4 1 0 0,-4 6-92 0 0,2 0 0 0 0,0 1 0 0 0,0-1 0 0 0,1 1 1 0 0,1 0-1 0 0,0 0 0 0 0,1-1 0 0 0,2 24 0 0 0,-1-29 116 0 0,1 1 0 0 0,0-1 0 0 0,0 1 0 0 0,1-1 0 0 0,-1 0 0 0 0,2 0 0 0 0,-1 0 0 0 0,1-1 0 0 0,0 1 0 0 0,0-1 0 0 0,1 0 0 0 0,-1 0 0 0 0,2 0 0 0 0,-1-1 0 0 0,0 0 0 0 0,7 5 0 0 0,-5-5 103 0 0,0 0 1 0 0,0 0 0 0 0,0 0-1 0 0,1-1 1 0 0,-1-1-1 0 0,1 1 1 0 0,0-1 0 0 0,0 0-1 0 0,1-1 1 0 0,-1 0 0 0 0,0 0-1 0 0,1-1 1 0 0,-1 0-1 0 0,18-1 1 0 0,-19 0-102 0 0,0-2 0 0 0,0 1 0 0 0,0-1 0 0 0,0 0 0 0 0,0-1 0 0 0,0 1 1 0 0,-1-1-1 0 0,1-1 0 0 0,-1 1 0 0 0,0-1 0 0 0,0 0 0 0 0,0-1 0 0 0,-1 1 0 0 0,1-1 0 0 0,-1 0 0 0 0,0-1 0 0 0,-1 1 0 0 0,5-7 1 0 0,32-51-9 0 0,-33 48 224 0 0,0 0 0 0 0,2 1 0 0 0,-1 0 1 0 0,2 1-1 0 0,0 0 0 0 0,18-16 0 0 0,-27 28-171 0 0,-1 0 0 0 0,0 0 0 0 0,1 0 0 0 0,0 0 0 0 0,-1 1 1 0 0,1-1-1 0 0,-1 0 0 0 0,1 1 0 0 0,0-1 0 0 0,-1 1 0 0 0,1 0 0 0 0,0-1 0 0 0,-1 1 0 0 0,1 0 0 0 0,0 0 0 0 0,0 0 0 0 0,-1 0 0 0 0,1 0 0 0 0,0 1 0 0 0,0-1 0 0 0,-1 0 0 0 0,1 1 0 0 0,0-1 0 0 0,-1 1 0 0 0,1 0 1 0 0,-1 0-1 0 0,1-1 0 0 0,-1 1 0 0 0,1 0 0 0 0,-1 0 0 0 0,3 2 0 0 0,4 4 105 0 0,-1 1 1 0 0,1 0-1 0 0,-1 0 1 0 0,7 12-1 0 0,6 5 82 0 0,11 8 1 0 0,41 41 212 0 0,-72-74-468 0 0,1 1 1 0 0,0 0 0 0 0,0-1-1 0 0,0 1 1 0 0,-1-1-1 0 0,1 0 1 0 0,0 1 0 0 0,0-1-1 0 0,0 0 1 0 0,0 1 0 0 0,0-1-1 0 0,0 0 1 0 0,0 0 0 0 0,0 0-1 0 0,0 0 1 0 0,0 0 0 0 0,0 0-1 0 0,0 0 1 0 0,0 0-1 0 0,0-1 1 0 0,0 1 0 0 0,0 0-1 0 0,0 0 1 0 0,0-1 0 0 0,0 1-1 0 0,-1-1 1 0 0,1 1 0 0 0,0-1-1 0 0,0 1 1 0 0,0-1-1 0 0,0 1 1 0 0,-1-1 0 0 0,1 0-1 0 0,0 1 1 0 0,-1-1 0 0 0,1 0-1 0 0,0 0 1 0 0,-1 1 0 0 0,1-1-1 0 0,0-2 1 0 0,23-42 70 0 0,-18 33-80 0 0,9-18 79 0 0,-7 11-43 0 0,2 1 0 0 0,20-30-1 0 0,-27 44-2 0 0,0 0 0 0 0,1-1 0 0 0,0 1-1 0 0,0 1 1 0 0,0-1 0 0 0,0 1-1 0 0,0-1 1 0 0,1 1 0 0 0,0 1-1 0 0,-1-1 1 0 0,1 1 0 0 0,0-1-1 0 0,0 1 1 0 0,1 1 0 0 0,6-3-1 0 0,-9 4 9 0 0,0 0 0 0 0,0 0 0 0 0,0 0-1 0 0,1 0 1 0 0,-1 1 0 0 0,0-1-1 0 0,0 1 1 0 0,0-1 0 0 0,0 1 0 0 0,0 0-1 0 0,0 0 1 0 0,0 1 0 0 0,-1-1 0 0 0,1 1-1 0 0,0-1 1 0 0,-1 1 0 0 0,1 0-1 0 0,-1 0 1 0 0,1 0 0 0 0,-1 0 0 0 0,0 0-1 0 0,0 1 1 0 0,0-1 0 0 0,0 1 0 0 0,0-1-1 0 0,2 5 1 0 0,4 8 35 0 0,-1 0 0 0 0,0 1 0 0 0,8 27-1 0 0,-10-27-77 0 0,42 103-2757 0 0,-38-98-4443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135 75 4609 0 0,'8'-8'312'0'0,"22"-23"2302"0"0,-28 29-2096 0 0,0 0 0 0 0,-1 0-1 0 0,1 0 1 0 0,-1 0 0 0 0,1-1 0 0 0,-1 1 0 0 0,0 0 0 0 0,0-1 0 0 0,0 1-1 0 0,0-1 1 0 0,0 1 0 0 0,-2-6 1120 0 0,1 8-1585 0 0,0-1 0 0 0,0 1 1 0 0,0 0-1 0 0,-1 0 0 0 0,1 0 1 0 0,0 0-1 0 0,0 0 0 0 0,-2 1 1067 0 0,1-1-1067 0 0,-11 8 1184 0 0,-10 9-301 0 0,4 0-626 0 0,1 1-1 0 0,0 1 1 0 0,2 1 0 0 0,0 0 0 0 0,1 1 0 0 0,1 0 0 0 0,1 1 0 0 0,-11 27-1 0 0,22-47-305 0 0,0 1-1 0 0,0-1 1 0 0,0 1-1 0 0,1-1 0 0 0,-1 1 1 0 0,1-1-1 0 0,-1 1 1 0 0,1-1-1 0 0,0 1 0 0 0,0-1 1 0 0,0 1-1 0 0,1-1 1 0 0,-1 1-1 0 0,0-1 0 0 0,1 1 1 0 0,0-1-1 0 0,-1 1 1 0 0,1-1-1 0 0,0 0 0 0 0,0 1 1 0 0,0-1-1 0 0,1 0 1 0 0,-1 0-1 0 0,1 0 0 0 0,-1 0 1 0 0,1 0-1 0 0,0 0 1 0 0,-1 0-1 0 0,1 0 0 0 0,0-1 1 0 0,0 1-1 0 0,0-1 0 0 0,0 1 1 0 0,1-1-1 0 0,-1 0 1 0 0,0 0-1 0 0,1 0 0 0 0,-1 0 1 0 0,5 1-1 0 0,5 1-57 0 0,1 0-1 0 0,0-1 0 0 0,0-1 1 0 0,0 0-1 0 0,0 0 0 0 0,17-2 1 0 0,22-6-71 0 0,-41 5 107 0 0,0 0 0 0 0,0 0 1 0 0,1 1-1 0 0,-1 1 0 0 0,0 0 1 0 0,1 1-1 0 0,-1 0 0 0 0,20 4 1 0 0,-29-5 13 0 0,-1 1 0 0 0,1 0 0 0 0,0 0 0 0 0,0 0 0 0 0,0-1 1 0 0,-1 1-1 0 0,1 1 0 0 0,-1-1 0 0 0,1 0 0 0 0,-1 0 1 0 0,1 1-1 0 0,-1-1 0 0 0,0 1 0 0 0,1-1 0 0 0,-1 1 0 0 0,0-1 1 0 0,0 1-1 0 0,0 0 0 0 0,0-1 0 0 0,1 5 0 0 0,-2-3-6 0 0,1 0 0 0 0,-1 1 0 0 0,1-1 0 0 0,-1 0 0 0 0,0 1 0 0 0,-1-1 0 0 0,1 1 0 0 0,0-1 0 0 0,-1 0 0 0 0,0 1 0 0 0,-1 2 0 0 0,-3 7-53 0 0,0 0 0 0 0,-1 0 0 0 0,-1-1 0 0 0,-14 20-1 0 0,3-8-244 0 0,-2-1-1 0 0,-42 40 0 0 0,14-22-3109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6.9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10594 0 0,'3'0'129'0'0,"-1"0"0"0"0,0-1-1 0 0,0 1 1 0 0,0 0 0 0 0,0 0-1 0 0,0 1 1 0 0,0-1 0 0 0,1 0-1 0 0,-1 1 1 0 0,0-1 0 0 0,0 1-1 0 0,0 0 1 0 0,0-1 0 0 0,0 1-1 0 0,0 0 1 0 0,0 0 0 0 0,-1 1-1 0 0,4 1 1 0 0,-1 2 471 0 0,1 0 0 0 0,-1 0 0 0 0,-1 0 0 0 0,1 1 0 0 0,3 6 0 0 0,-6-10-489 0 0,9 20 745 0 0,0 0 0 0 0,-2 0 1 0 0,-1 1-1 0 0,0 0 0 0 0,4 34 0 0 0,10 34-3200 0 0,-13-72 2088 0 0,-6-15 189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7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5 968 0 0,'-12'-5'10964'0'0,"9"60"-4120"0"0,4-36-6902 0 0,0 0 1 0 0,2 0 0 0 0,0 0 0 0 0,10 31-1 0 0,-4-24 45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42 9674 0 0,'-6'-11'978'0'0,"3"7"-275"0"0,1-1 0 0 0,-1 1-1 0 0,0 0 1 0 0,0-1 0 0 0,0 1 0 0 0,-8-1 2172 0 0,10 6-2795 0 0,1-1 1 0 0,0 0-1 0 0,0 0 1 0 0,0 0-1 0 0,0 0 1 0 0,0 1-1 0 0,0-1 1 0 0,0 0-1 0 0,0 0 1 0 0,0 0-1 0 0,0 1 1 0 0,0-1-1 0 0,0 0 1 0 0,0 0-1 0 0,0 0 0 0 0,0 1 1 0 0,0-1-1 0 0,0 0 1 0 0,1 0-1 0 0,-2 14 873 0 0,11 93 790 0 0,27 117 0 0 0,-19-122-1410 0 0,50 203-968 0 0,-53-244-1117 0 0,-9-33-6087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7.6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1 105 6913 0 0,'0'-1'114'0'0,"0"0"0"0"0,1 1 0 0 0,-1-1-1 0 0,1 0 1 0 0,-1 0 0 0 0,1 0-1 0 0,-1 1 1 0 0,1-1 0 0 0,-1 0-1 0 0,1 1 1 0 0,0-1 0 0 0,-1 1-1 0 0,1-1 1 0 0,0 0 0 0 0,0 1-1 0 0,-1-1 1 0 0,1 1 0 0 0,0 0-1 0 0,0-1 1 0 0,0 1 0 0 0,-1 0-1 0 0,1-1 1 0 0,1 1 0 0 0,29-12 1866 0 0,-27 11-1702 0 0,48-17 1731 0 0,0 3 0 0 0,60-9 0 0 0,1 9-3867 0 0,-1 10-3929 0 0,-106 5 5007 0 0,1 0 1 0 0,-1 1-1 0 0,0 0 0 0 0,1 0 1 0 0,7 3-1 0 0,-10-3 664 0 0,0 0 1 0 0,-1 1-1 0 0,1 0 0 0 0,-1 0 1 0 0,1 0-1 0 0,-1 0 0 0 0,6 5 0 0 0,-5-3 687 0 0,0 1-1 0 0,-1-1 0 0 0,1 1 0 0 0,-1 0 0 0 0,0 0 0 0 0,-1 0 0 0 0,1 0 0 0 0,-1 1 0 0 0,0-1 1 0 0,0 0-1 0 0,-1 1 0 0 0,0 0 0 0 0,1 6 0 0 0,15 67 6392 0 0,-10-53-7549 0 0,3-1-3889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7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44 12899 0 0,'-11'-44'1472'0'0,"1"60"1135"0"0,2 21-2495 0 0,6-25-1363 0 0,1 1 1 0 0,0-1-1 0 0,1 1 1 0 0,3 24-1 0 0,1-12 584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8.1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76 5065 0 0,'0'0'78'0'0,"0"1"0"0"0,-1-1-1 0 0,1 1 1 0 0,0-1 0 0 0,0 1 0 0 0,0-1-1 0 0,0 1 1 0 0,0-1 0 0 0,0 1 0 0 0,-1 0-1 0 0,1-1 1 0 0,0 1 0 0 0,1-1-1 0 0,-1 1 1 0 0,0-1 0 0 0,0 1 0 0 0,0-1-1 0 0,0 1 1 0 0,0-1 0 0 0,0 1 0 0 0,1-1-1 0 0,-1 1 1 0 0,0-1 0 0 0,0 1 0 0 0,1-1-1 0 0,-1 1 1 0 0,0-1 0 0 0,1 1 0 0 0,-1-1-1 0 0,1 0 1 0 0,-1 1 0 0 0,1 0 0 0 0,15 23 1364 0 0,-14-21-1188 0 0,21 32 2119 0 0,-3-3-580 0 0,2-1 0 0 0,1-1 0 0 0,1-1 0 0 0,29 26-1 0 0,-52-54-1740 0 0,-1 0 0 0 0,1 0-1 0 0,0 0 1 0 0,0 0-1 0 0,0 0 1 0 0,0-1-1 0 0,0 1 1 0 0,0 0-1 0 0,0-1 1 0 0,0 1-1 0 0,0 0 1 0 0,0-1 0 0 0,0 1-1 0 0,1-1 1 0 0,-1 0-1 0 0,0 1 1 0 0,0-1-1 0 0,0 0 1 0 0,1 0-1 0 0,-1 0 1 0 0,0 0 0 0 0,0 0-1 0 0,1 0 1 0 0,-1 0-1 0 0,0 0 1 0 0,0 0-1 0 0,1 0 1 0 0,-1-1-1 0 0,0 1 1 0 0,0-1 0 0 0,0 1-1 0 0,3-2 1 0 0,-3 0 27 0 0,1 0 0 0 0,-1 0 1 0 0,1-1-1 0 0,-1 1 1 0 0,0 0-1 0 0,0-1 1 0 0,0 1-1 0 0,0-1 0 0 0,0 0 1 0 0,0 1-1 0 0,-1-1 1 0 0,1 0-1 0 0,-1 1 1 0 0,0-5-1 0 0,2-114 1298 0 0,-3 78-1611 0 0,7-66 1 0 0,1 84-2159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8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7834 0 0,'9'17'2514'0'0,"-1"0"1"0"0,-1 0-1 0 0,8 28 1 0 0,20 82-461 0 0,-27-98-1878 0 0,-2-8-462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9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3 11979 0 0,'-7'-1'528'0'0,"4"-1"112"0"0,2 2-512 0 0,1 2-128 0 0,1-1 0 0 0,-1 1 0 0 0,2 1 0 0 0,1 3-128 0 0,2 4 32 0 0,2 4 0 0 0,4 4-496 0 0,-1 5-97 0 0,5 4-15 0 0,0-4-8 0 0,5-4 576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49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7834 0 0,'-8'3'4568'0'0,"8"-2"-4459"0"0,0 16 2404 0 0,13 25-698 0 0,-10-33-1357 0 0,49 161 2326 0 0,21 62-837 0 0,7-3-4320 0 0,-69-200-4743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0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0 203 6913 0 0,'0'-1'39'0'0,"0"0"-1"0"0,0-1 0 0 0,0 1 1 0 0,0 0-1 0 0,1-1 0 0 0,-1 1 1 0 0,0 0-1 0 0,1-1 0 0 0,-1 1 1 0 0,1 0-1 0 0,-1 0 0 0 0,1-1 0 0 0,-1 1 1 0 0,1 0-1 0 0,0 0 0 0 0,0 0 1 0 0,0 0-1 0 0,0 0 0 0 0,-1 0 1 0 0,1 0-1 0 0,1 0 0 0 0,-1 0 0 0 0,0 0 1 0 0,0 1-1 0 0,0-1 0 0 0,0 0 1 0 0,2 0-1 0 0,42-18 618 0 0,-28 13-365 0 0,323-113 7436 0 0,-336 118-7629 0 0,-1 0 1 0 0,0 0-1 0 0,0 0 1 0 0,0 1 0 0 0,1-1-1 0 0,-1 1 1 0 0,0-1-1 0 0,1 1 1 0 0,-1 0 0 0 0,0 0-1 0 0,4 1 1 0 0,-6 0-29 0 0,1 0-1 0 0,-1-1 1 0 0,0 1 0 0 0,0 0 0 0 0,0 0 0 0 0,0 0-1 0 0,0 0 1 0 0,0 0 0 0 0,0 0 0 0 0,0 0-1 0 0,0 0 1 0 0,0 0 0 0 0,-1 1 0 0 0,1-1-1 0 0,0 0 1 0 0,-1 0 0 0 0,1 1 0 0 0,-1-1-1 0 0,1 0 1 0 0,-1 1 0 0 0,0-1 0 0 0,0 1-1 0 0,0-1 1 0 0,0 0 0 0 0,0 1 0 0 0,0-1-1 0 0,0 2 1 0 0,1 23 519 0 0,0-7-367 0 0,0 1-1 0 0,1 0 0 0 0,1 0 0 0 0,6 22 1 0 0,-8-38-219 0 0,1 0 0 0 0,-1 1 0 0 0,1-1 0 0 0,0 0 0 0 0,0-1 0 0 0,0 1 0 0 0,0 0 0 0 0,0 0 0 0 0,1-1 0 0 0,0 0 0 0 0,0 1 0 0 0,0-1 0 0 0,0 0 0 0 0,0 0 0 0 0,1-1 0 0 0,-1 1 0 0 0,1-1 0 0 0,0 0 0 0 0,0 0 0 0 0,0 0 0 0 0,0 0 0 0 0,0-1 0 0 0,0 1 0 0 0,8 1 0 0 0,-7-3 45 0 0,0 0 0 0 0,0-1 0 0 0,0 1-1 0 0,-1-1 1 0 0,1 0 0 0 0,0 0 0 0 0,0 0 0 0 0,-1-1-1 0 0,1 0 1 0 0,-1 0 0 0 0,0 0 0 0 0,1 0 0 0 0,-1 0-1 0 0,0-1 1 0 0,0 0 0 0 0,0 0 0 0 0,-1 0 0 0 0,1-1-1 0 0,5-6 1 0 0,5-6 193 0 0,0-1-1 0 0,21-35 1 0 0,-10 8 2 0 0,-20 32-177 0 0,1 0 0 0 0,1 1 0 0 0,0 0 1 0 0,0 0-1 0 0,1 0 0 0 0,1 1 0 0 0,9-9 0 0 0,-17 18-61 0 0,0 0 1 0 0,0 0-1 0 0,1 0 0 0 0,-1 0 1 0 0,0 0-1 0 0,1 1 0 0 0,-1-1 1 0 0,0 0-1 0 0,1 1 0 0 0,-1-1 1 0 0,1 1-1 0 0,-1-1 0 0 0,1 1 1 0 0,-1 0-1 0 0,1 0 0 0 0,0 0 1 0 0,-1 0-1 0 0,1 0 0 0 0,-1 0 1 0 0,1 0-1 0 0,-1 0 0 0 0,3 1 1 0 0,-2 0 0 0 0,0 0 1 0 0,0 0-1 0 0,1 1 1 0 0,-2-1 0 0 0,1 1-1 0 0,0-1 1 0 0,0 1 0 0 0,0 0-1 0 0,-1 0 1 0 0,1-1 0 0 0,-1 1-1 0 0,1 0 1 0 0,0 3-1 0 0,5 8 24 0 0,-2 0 0 0 0,1 0 0 0 0,6 27 0 0 0,-10-32-19 0 0,14 53 54 0 0,-2 1 0 0 0,-3 0 0 0 0,-3 1 0 0 0,1 106 0 0 0,-10-131-33 0 0,-2 0-1 0 0,-1 1 1 0 0,-2-1 0 0 0,-2 0-1 0 0,-1-1 1 0 0,-2 0 0 0 0,-2-1 0 0 0,-33 67-1 0 0,42-96-49 0 0,-53 90 95 0 0,51-88-175 0 0,0-1 0 0 0,-1 0 0 0 0,0 0-1 0 0,0 0 1 0 0,0-1 0 0 0,-1 0-1 0 0,-1 0 1 0 0,-11 7 0 0 0,20-14 31 0 0,-1 1 0 0 0,1-1 0 0 0,0 0 0 0 0,-1 1 0 0 0,1-1 0 0 0,-1 0 0 0 0,1 0 0 0 0,0 1 0 0 0,-1-1 0 0 0,1 0 0 0 0,-1 0 0 0 0,1 0 0 0 0,-1 0 0 0 0,1 1 1 0 0,0-1-1 0 0,-1 0 0 0 0,1 0 0 0 0,-1 0 0 0 0,1 0 0 0 0,-1 0 0 0 0,1 0 0 0 0,-1 0 0 0 0,1 0 0 0 0,-1 0 0 0 0,1 0 0 0 0,-1 0 0 0 0,1-1 0 0 0,0 1 0 0 0,-1 0 0 0 0,1 0 0 0 0,-1 0 0 0 0,1-1 0 0 0,-1 1 0 0 0,1 0 0 0 0,0 0 0 0 0,-1-1 1 0 0,1 1-1 0 0,0 0 0 0 0,-1-1 0 0 0,1 1 0 0 0,0 0 0 0 0,-1-1 0 0 0,1 0 0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0.3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 10138 0 0,'1'3'5796'0'0,"13"-4"-2897"0"0,12-2-1965 0 0,-1-3-1056 0 0,20-3-1805 0 0,-16 11-2375 0 0,-21 0 2400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0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32 5985 0 0,'-1'2'190'0'0,"0"0"0"0"0,0 0 0 0 0,0 0 0 0 0,0 1 0 0 0,0-1 0 0 0,1 0 0 0 0,-1 1 0 0 0,1-1 0 0 0,0 0-1 0 0,0 1 1 0 0,0-1 0 0 0,0 0 0 0 0,0 1 0 0 0,1 4 0 0 0,-1-6 16 0 0,1 0 1 0 0,0 0-1 0 0,0 0 0 0 0,0-1 0 0 0,0 1 1 0 0,0 0-1 0 0,0 0 0 0 0,0 0 1 0 0,0-1-1 0 0,0 1 0 0 0,0-1 0 0 0,0 1 1 0 0,0-1-1 0 0,1 1 0 0 0,-1-1 0 0 0,0 0 1 0 0,0 1-1 0 0,1-1 0 0 0,-1 0 1 0 0,0 0-1 0 0,0 0 0 0 0,1 0 0 0 0,-1 0 1 0 0,0 0-1 0 0,0 0 0 0 0,1 0 0 0 0,-1-1 1 0 0,0 1-1 0 0,0 0 0 0 0,2-2 1 0 0,53-14 3191 0 0,27-21-3729 0 0,-63 27 527 0 0,11-7-196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1.6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59 7834 0 0,'2'-12'1028'0'0,"-2"7"207"0"0,1 0 1 0 0,0 0-1 0 0,0 0 1 0 0,0 0 0 0 0,0 0-1 0 0,1 0 1 0 0,3-7 0 0 0,0 34 1790 0 0,-1 19-2555 0 0,-3 0-1 0 0,-6 69 1 0 0,-20 82-174 0 0,23-180-254 0 0,-66 377-10 0 0,66-363 259 0 0,3-17-1893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2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0 5985 0 0,'-15'3'14815'0'0,"16"4"-13364"0"0,0 0-3958 0 0,1 0 2620 0 0,0 0-1 0 0,0-1 1 0 0,1 1-1 0 0,0 0 0 0 0,0-1 1 0 0,1 1-1 0 0,-1-1 1 0 0,1 0-1 0 0,8 9 1 0 0,0 0 53 0 0,56 79 6 0 0,4-4 0 0 0,3-2-1 0 0,116 102 1 0 0,-161-169-133 0 0,-25-17-8 0 0,0-1 0 0 0,1 1 0 0 0,-1 0 0 0 0,0 0 0 0 0,-1 0 0 0 0,1 1-1 0 0,-1-1 1 0 0,8 11 0 0 0,-12-13-18 0 0,1 0-1 0 0,-1 0 1 0 0,0 0-1 0 0,0 0 1 0 0,0 0 0 0 0,0 0-1 0 0,0 0 1 0 0,-1 0-1 0 0,1 0 1 0 0,0 0-1 0 0,-1 0 1 0 0,0 0-1 0 0,1 0 1 0 0,-1 0-1 0 0,0 0 1 0 0,0 0-1 0 0,0 0 1 0 0,0-1-1 0 0,0 1 1 0 0,-1 0-1 0 0,1-1 1 0 0,-3 3 0 0 0,-34 33 324 0 0,18-22-156 0 0,-1-1-1 0 0,-1-1 1 0 0,0 0 0 0 0,-1-2-1 0 0,0-1 1 0 0,-40 13 0 0 0,-152 26 899 0 0,166-40-918 0 0,32-5-160 0 0,12-2-43 0 0,-1-1 1 0 0,0 1-1 0 0,0-1 1 0 0,0-1-1 0 0,0 1 0 0 0,0-1 1 0 0,-7 0-1 0 0,12-2-443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3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123 134 3681 0 0,'0'-4'250'0'0,"1"0"1"0"0,-1 0-1 0 0,0 0 0 0 0,0 0 1 0 0,0 0-1 0 0,-1 0 1 0 0,1 0-1 0 0,-1 0 0 0 0,0 0 1 0 0,-2-4-1 0 0,-15-38 2454 0 0,17 43-2430 0 0,-1 0-1 0 0,1 0 1 0 0,-1 0-1 0 0,0 1 1 0 0,0-1 0 0 0,0 1-1 0 0,0-1 1 0 0,0 1-1 0 0,0 0 1 0 0,-1 0-1 0 0,1 0 1 0 0,-1 0-1 0 0,0 0 1 0 0,-5-2-1 0 0,7 3-157 0 0,0 1 1 0 0,0 0-1 0 0,0 0 0 0 0,0-1 0 0 0,0 1 0 0 0,0 0 0 0 0,1 0 0 0 0,-1 0 0 0 0,0 0 0 0 0,0 1 0 0 0,0-1 0 0 0,0 0 0 0 0,0 0 0 0 0,0 0 0 0 0,0 1 1 0 0,0-1-1 0 0,0 1 0 0 0,0-1 0 0 0,-1 1 0 0 0,0 1-7 0 0,1-1 1 0 0,-1 1 0 0 0,1-1-1 0 0,-1 1 1 0 0,1 0 0 0 0,0 0-1 0 0,-1-1 1 0 0,1 1-1 0 0,0 0 1 0 0,0 0 0 0 0,1 0-1 0 0,-2 3 1 0 0,-5 20 274 0 0,1 1 0 0 0,1 0 1 0 0,1 1-1 0 0,2-1 0 0 0,0 1 0 0 0,2-1 1 0 0,6 49-1 0 0,-5-66-339 0 0,0 0-1 0 0,1 0 1 0 0,1 0 0 0 0,-1 0-1 0 0,1 0 1 0 0,1-1-1 0 0,0 1 1 0 0,0-1 0 0 0,1 0-1 0 0,-1 0 1 0 0,2-1 0 0 0,-1 1-1 0 0,1-1 1 0 0,0-1 0 0 0,1 1-1 0 0,0-1 1 0 0,9 8 0 0 0,-10-11-17 0 0,-1 1 0 0 0,1-1 0 0 0,0 0 0 0 0,0 0 0 0 0,0-1 0 0 0,1 0 0 0 0,-1 0 0 0 0,0 0 0 0 0,1-1 0 0 0,0 0 0 0 0,-1 0 0 0 0,1-1 0 0 0,0 1 0 0 0,-1-2 0 0 0,1 1 0 0 0,-1-1 0 0 0,1 0 0 0 0,0 0 0 0 0,-1-1 0 0 0,1 1 0 0 0,-1-2 0 0 0,0 1 0 0 0,0-1 0 0 0,8-4 0 0 0,-8 4-21 0 0,0-1 0 0 0,-1 0-1 0 0,1 0 1 0 0,-1 0 0 0 0,0 0 0 0 0,0-1-1 0 0,-1 0 1 0 0,0 0 0 0 0,0 0-1 0 0,0-1 1 0 0,0 1 0 0 0,-1-1 0 0 0,0 0-1 0 0,5-10 1 0 0,-6 7 33 0 0,1 0 0 0 0,-1 0 0 0 0,-1 0 1 0 0,1 1-1 0 0,-2-1 0 0 0,1-1 0 0 0,-1 1 0 0 0,0 0 0 0 0,-1 0 0 0 0,-2-10 0 0 0,1 8-6 0 0,-1 1 0 0 0,1-1-1 0 0,-2 1 1 0 0,0 0 0 0 0,0 0-1 0 0,0 0 1 0 0,-1 1 0 0 0,-1 0-1 0 0,0 0 1 0 0,0 0 0 0 0,-1 0-1 0 0,0 1 1 0 0,0 0 0 0 0,-1 1-1 0 0,0 0 1 0 0,0 0 0 0 0,-1 0-1 0 0,-17-9 1 0 0,10 9 86 0 0,0 0 0 0 0,0 2 0 0 0,-1 0 0 0 0,-23-4 0 0 0,31 8-382 0 0,1 0 0 0 0,-1 0 0 0 0,1 1 1 0 0,-16 2-1 0 0,20-1-360 0 0,0-1 0 0 0,0 1 1 0 0,0 1-1 0 0,1-1 0 0 0,-1 0 0 0 0,0 1 1 0 0,0 0-1 0 0,1 0 0 0 0,-1 0 0 0 0,-5 4 1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4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 11522 0 0,'0'-1'119'0'0,"0"0"-1"0"0,0 1 1 0 0,0-1-1 0 0,0 0 0 0 0,0 0 1 0 0,0 0-1 0 0,0 0 0 0 0,1 0 1 0 0,-1 0-1 0 0,0 0 0 0 0,1 1 1 0 0,-1-1-1 0 0,1 0 1 0 0,-1 0-1 0 0,1 1 0 0 0,-1-1 1 0 0,1 0-1 0 0,-1 0 0 0 0,1 1 1 0 0,0-1-1 0 0,-1 1 1 0 0,1-1-1 0 0,0 1 0 0 0,0-1 1 0 0,-1 1-1 0 0,1-1 0 0 0,0 1 1 0 0,0-1-1 0 0,0 1 0 0 0,0 0 1 0 0,0 0-1 0 0,-1-1 1 0 0,1 1-1 0 0,0 0 0 0 0,0 0 1 0 0,0 0-1 0 0,0 0 0 0 0,1 0 1 0 0,0 0 21 0 0,0 0 0 0 0,0 1 0 0 0,0-1 0 0 0,0 0 0 0 0,0 1 0 0 0,0-1 0 0 0,-1 1 0 0 0,1 0 0 0 0,0 0 0 0 0,0-1 1 0 0,-1 1-1 0 0,1 0 0 0 0,-1 1 0 0 0,1-1 0 0 0,-1 0 0 0 0,1 0 0 0 0,-1 1 0 0 0,2 1 0 0 0,8 15 92 0 0,-1 1 0 0 0,8 22-1 0 0,-9-19 259 0 0,20 34-1 0 0,-25-50-439 0 0,0 0 0 0 0,0 0 0 0 0,1-1-1 0 0,0 1 1 0 0,0-1 0 0 0,0 0 0 0 0,0-1 0 0 0,1 1 0 0 0,11 6-1 0 0,-15-10-65 0 0,0 0-1 0 0,0 0 0 0 0,-1 0 0 0 0,1-1 0 0 0,0 1 0 0 0,0-1 0 0 0,0 1 1 0 0,0-1-1 0 0,0 0 0 0 0,0 1 0 0 0,0-1 0 0 0,0 0 0 0 0,0 0 0 0 0,0-1 0 0 0,0 1 1 0 0,0 0-1 0 0,0-1 0 0 0,0 1 0 0 0,0-1 0 0 0,4-1 0 0 0,-3 0-61 0 0,1 0 0 0 0,-1-1-1 0 0,0 1 1 0 0,0-1 0 0 0,0 0-1 0 0,0 1 1 0 0,0-1 0 0 0,-1-1-1 0 0,5-5 1 0 0,1-6-216 0 0,0-1-1 0 0,-1 1 1 0 0,9-30-1 0 0,-9 21 388 0 0,-6 17 30 0 0,1 1 0 0 0,-1-1 0 0 0,1 1 0 0 0,1 0-1 0 0,-1-1 1 0 0,1 1 0 0 0,0 0 0 0 0,1 0 0 0 0,-1 1 0 0 0,7-8 0 0 0,-10 13-77 0 0,1-1 1 0 0,0 0-1 0 0,-1 1 1 0 0,1-1-1 0 0,0 1 1 0 0,0-1-1 0 0,-1 1 1 0 0,1 0-1 0 0,0-1 1 0 0,0 1-1 0 0,0 0 1 0 0,0-1-1 0 0,-1 1 1 0 0,1 0-1 0 0,0 0 1 0 0,0 0-1 0 0,0 0 1 0 0,0 0-1 0 0,0 0 1 0 0,0 0-1 0 0,-1 0 1 0 0,1 0-1 0 0,0 0 1 0 0,0 1-1 0 0,1 0 1 0 0,0 0 11 0 0,0 0 1 0 0,0 0 0 0 0,0 0-1 0 0,0 1 1 0 0,0-1-1 0 0,-1 1 1 0 0,1-1 0 0 0,-1 1-1 0 0,3 4 1 0 0,1 1 22 0 0,0 1-1 0 0,-1 0 1 0 0,7 17-1 0 0,-3-2-59 0 0,0 1-51 0 0,0-1 0 0 0,2 1 0 0 0,13 21 0 0 0,-20-40-170 0 0,1 1-1 0 0,-1-1 1 0 0,1 0 0 0 0,0 0-1 0 0,0-1 1 0 0,0 1-1 0 0,1-1 1 0 0,0 0 0 0 0,0 0-1 0 0,0 0 1 0 0,0-1 0 0 0,1 1-1 0 0,-1-1 1 0 0,1-1-1 0 0,0 1 1 0 0,-1-1 0 0 0,10 2-1 0 0,4-1-1340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4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9218 0 0,'3'-62'3223'0'0,"6"81"2233"0"0,4 5-4108 0 0,52 158 2011 0 0,-44-112-3094 0 0,22 142-1 0 0,-33-76-322 0 0,3 14-5014 0 0,-9-128-1625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4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56 10138 0 0,'3'2'448'0'0,"0"-2"96"0"0,2 0-440 0 0,1 0-104 0 0,0 0 0 0 0,0-2 0 0 0,2 1 400 0 0,7-1 57 0 0,7-1 15 0 0,10-2 0 0 0,4 1-152 0 0,4-4-24 0 0,-1 2-8 0 0,0-1 0 0 0,-1 1-1656 0 0,0 0-329 0 0,-2 1-71 0 0,-6 2-16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4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8290 0 0,'4'0'599'0'0,"0"1"0"0"0,0-1 0 0 0,-1 1 0 0 0,1-1 0 0 0,0 1 1 0 0,0 0-1 0 0,0 1 0 0 0,-1-1 0 0 0,1 1 0 0 0,-1-1 0 0 0,1 1 0 0 0,5 4 0 0 0,-4-2-73 0 0,0 0 0 0 0,-1 1 0 0 0,0-1 0 0 0,0 1 0 0 0,0 0 1 0 0,0 0-1 0 0,4 8 0 0 0,-2 0-174 0 0,0-1 0 0 0,-1 1 0 0 0,-1 1 0 0 0,0-1 0 0 0,0 0 0 0 0,2 22 1 0 0,7 248-516 0 0,-15-267-981 0 0,-20-51-13908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5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1 300 4609 0 0,'2'-23'555'0'0,"1"1"0"0"0,2-1-1 0 0,0 1 1 0 0,2 0 0 0 0,16-40 0 0 0,-14 45 265 0 0,0 1-1 0 0,1 0 1 0 0,16-19 0 0 0,-24 32-587 0 0,1-1-1 0 0,-1 1 1 0 0,1 0-1 0 0,0 0 1 0 0,0 0-1 0 0,1 1 1 0 0,-1-1-1 0 0,0 1 0 0 0,1 0 1 0 0,0-1-1 0 0,-1 2 1 0 0,1-1-1 0 0,0 0 1 0 0,0 1-1 0 0,0 0 1 0 0,0 0-1 0 0,0 0 1 0 0,0 0-1 0 0,0 1 1 0 0,1-1-1 0 0,6 1 0 0 0,-9 1-121 0 0,0-1-1 0 0,0 1 0 0 0,0-1 0 0 0,1 1 0 0 0,-1 0 1 0 0,0 0-1 0 0,0 0 0 0 0,0 0 0 0 0,0 0 0 0 0,-1 0 0 0 0,1 1 1 0 0,0-1-1 0 0,0 1 0 0 0,-1-1 0 0 0,1 1 0 0 0,-1 0 1 0 0,1-1-1 0 0,-1 1 0 0 0,0 0 0 0 0,0 0 0 0 0,0 0 0 0 0,0 0 1 0 0,0 0-1 0 0,0 0 0 0 0,0 0 0 0 0,-1 1 0 0 0,1-1 0 0 0,-1 0 1 0 0,1 0-1 0 0,-1 0 0 0 0,0 1 0 0 0,0-1 0 0 0,0 0 1 0 0,0 0-1 0 0,0 1 0 0 0,-1-1 0 0 0,0 3 0 0 0,-1 6 111 0 0,0 1-1 0 0,-1-1 0 0 0,-1-1 1 0 0,1 1-1 0 0,-2 0 0 0 0,-4 9 1 0 0,-3 2 1 0 0,-1 0 0 0 0,-1-2-1 0 0,-20 25 1 0 0,26-36-581 0 0,-1 0 0 0 0,0 0 0 0 0,0-1 0 0 0,-1 0 0 0 0,0 0 0 0 0,-1-1-1 0 0,0-1 1 0 0,-15 8 0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5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6449 0 0,'2'1'164'0'0,"-1"-1"-1"0"0,1 1 0 0 0,-1-1 1 0 0,1 1-1 0 0,-1-1 0 0 0,1 1 1 0 0,-1 0-1 0 0,1 0 0 0 0,-1 0 1 0 0,0 0-1 0 0,0 0 0 0 0,0 0 1 0 0,1 0-1 0 0,-1 0 0 0 0,0 0 1 0 0,0 1-1 0 0,-1-1 0 0 0,1 0 0 0 0,0 1 1 0 0,0-1-1 0 0,-1 1 0 0 0,1-1 1 0 0,0 1-1 0 0,-1-1 0 0 0,0 1 1 0 0,1-1-1 0 0,-1 1 0 0 0,0-1 1 0 0,0 3-1 0 0,7 56 2956 0 0,-6-45-2545 0 0,-1-13-447 0 0,1 11 469 0 0,0 0 0 0 0,1 0-1 0 0,5 18 1 0 0,-6-29-511 0 0,0 1-1 0 0,0 0 0 0 0,0-1 0 0 0,1 1 0 0 0,-1-1 1 0 0,1 1-1 0 0,-1-1 0 0 0,1 0 0 0 0,0 0 0 0 0,2 2 1 0 0,-3-3-56 0 0,0 0 1 0 0,0 0 0 0 0,0-1 0 0 0,0 1 0 0 0,0 0-1 0 0,0-1 1 0 0,0 0 0 0 0,1 1 0 0 0,-1-1 0 0 0,0 1-1 0 0,0-1 1 0 0,0 0 0 0 0,1 0 0 0 0,-1 0 0 0 0,0 0-1 0 0,1 0 1 0 0,-1 0 0 0 0,0 0 0 0 0,0 0 0 0 0,1 0-1 0 0,-1-1 1 0 0,2 0 0 0 0,0 0-7 0 0,-1 0 1 0 0,0-1-1 0 0,1 1 1 0 0,-1-1-1 0 0,0 1 0 0 0,0-1 1 0 0,0 0-1 0 0,0 0 1 0 0,0 0-1 0 0,-1 0 0 0 0,1 0 1 0 0,0 0-1 0 0,-1 0 1 0 0,3-5-1 0 0,15-39 102 0 0,-11 24-94 0 0,-2 9-8 0 0,19-40 30 0 0,-23 50-49 0 0,0 0 0 0 0,-1 0 0 0 0,2 0 0 0 0,-1 0 0 0 0,0 0 0 0 0,1 1 0 0 0,-1-1 0 0 0,1 1 0 0 0,0-1 0 0 0,0 1 0 0 0,0 0 0 0 0,5-3 0 0 0,-6 5 14 0 0,-1 0 1 0 0,0-1-1 0 0,1 1 1 0 0,-1 0-1 0 0,1 0 0 0 0,-1 0 1 0 0,0 0-1 0 0,1 1 1 0 0,-1-1-1 0 0,0 0 0 0 0,1 0 1 0 0,-1 1-1 0 0,0-1 1 0 0,0 1-1 0 0,1-1 1 0 0,-1 1-1 0 0,0 0 0 0 0,0-1 1 0 0,0 1-1 0 0,0 0 1 0 0,0 0-1 0 0,0 0 0 0 0,2 1 1 0 0,24 30 39 0 0,-16-17-65 0 0,0-3 38 0 0,0-1-1 0 0,0-1 0 0 0,1 0 0 0 0,0-1 0 0 0,23 14 1 0 0,-26-18-281 0 0,-1-2 1 0 0,0 1 0 0 0,1-1-1 0 0,13 4 1 0 0,-15-6-482 0 0,-1 0 0 0 0,0 0-1 0 0,1-1 1 0 0,-1 0 0 0 0,1 0 0 0 0,-1 0 0 0 0,8-2 0 0 0,2-2-5037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5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66 4145 0 0,'13'-65'12945'0'0,"-10"78"-10291"0"0,-1 49-733 0 0,17 104-1 0 0,26 61-1521 0 0,-3-23-661 0 0,-35-161-1126 0 0,0-2-4022 0 0,0-3-1872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5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66 10594 0 0,'-12'-4'345'0'0,"8"4"-241"0"0,1-2-1 0 0,-1 1 0 0 0,0 0 1 0 0,0-1-1 0 0,0 1 0 0 0,1-1 1 0 0,-1 0-1 0 0,-5-4 0 0 0,9 6 4 0 0,0-1 0 0 0,0 1 0 0 0,0-1 0 0 0,0 1 0 0 0,0-1 0 0 0,0 1 0 0 0,0-1 0 0 0,0 1 0 0 0,1 0 0 0 0,-1-1 0 0 0,0 1 0 0 0,0-1 0 0 0,0 1 0 0 0,0-1 0 0 0,1 1 0 0 0,-1 0 0 0 0,0-1 0 0 0,0 1 0 0 0,1 0-1 0 0,-1-1 1 0 0,0 1 0 0 0,1 0 0 0 0,-1-1 0 0 0,0 1 0 0 0,1 0 0 0 0,-1 0 0 0 0,0-1 0 0 0,1 1 0 0 0,-1 0 0 0 0,1 0 0 0 0,-1 0 0 0 0,1 0 0 0 0,-1-1 0 0 0,0 1 0 0 0,1 0 0 0 0,-1 0 0 0 0,1 0 0 0 0,-1 0 0 0 0,1 0 0 0 0,20-6 1110 0 0,32-4 185 0 0,1 2 0 0 0,60 0-1 0 0,110 8-718 0 0,-36 11-925 0 0,-109-3-5860 0 0,-32-3-741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6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522 399 6913 0 0,'-144'-1'1814'0'0,"-234"7"5857"0"0,395-8-4342 0 0,107-15-2541 0 0,423-55-218 0 0,1139-46 558 0 0,-575 60-952 0 0,-502 21-98 0 0,427-23-23 0 0,2 32 9 0 0,258 22-1360 0 0,-1152 2-3826 0 0,-132 4 3963 0 0,52-2-5304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7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5 10594 0 0,'0'0'125'0'0,"1"-1"0"0"0,-1 1-1 0 0,0 0 1 0 0,1-1 0 0 0,-1 1-1 0 0,0 0 1 0 0,1-1 0 0 0,-1 1-1 0 0,1 0 1 0 0,-1 0 0 0 0,0-1-1 0 0,1 1 1 0 0,-1 0 0 0 0,1 0-1 0 0,-1 0 1 0 0,1 0 0 0 0,-1 0-1 0 0,1 0 1 0 0,-1-1 0 0 0,0 1-1 0 0,1 0 1 0 0,-1 0 0 0 0,1 0-1 0 0,-1 0 1 0 0,1 1 0 0 0,-1-1-1 0 0,1 0 1 0 0,-1 0 0 0 0,1 0-1 0 0,-1 0 1 0 0,1 0 0 0 0,-1 1-1 0 0,0-1 1 0 0,1 0 0 0 0,10 17 2188 0 0,-1 26-285 0 0,-7 15-1532 0 0,-3-1 1 0 0,-2 1-1 0 0,-12 70 0 0 0,-50 167 9 0 0,59-276-578 0 0,-9 36-433 0 0,-2 0 1 0 0,-36 79 0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7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57 200 6913 0 0,'-1'-17'543'0'0,"1"1"-1"0"0,1-1 0 0 0,0 0 1 0 0,6-29-1 0 0,-6 41-224 0 0,0 1 0 0 0,0-1 0 0 0,0 0 0 0 0,1 1 0 0 0,0-1 1 0 0,0 1-1 0 0,0 0 0 0 0,1 0 0 0 0,-1-1 0 0 0,1 2 0 0 0,0-1 0 0 0,0 0 0 0 0,1 0 1 0 0,-1 1-1 0 0,1 0 0 0 0,-1 0 0 0 0,1 0 0 0 0,0 0 0 0 0,0 1 0 0 0,1-1 0 0 0,5-2 1 0 0,-7 5-136 0 0,0-1 1 0 0,1 1-1 0 0,-1-1 1 0 0,1 1-1 0 0,-1 0 1 0 0,0 0-1 0 0,1 1 1 0 0,-1-1-1 0 0,0 1 1 0 0,1-1-1 0 0,-1 1 1 0 0,0 0 0 0 0,0 0-1 0 0,1 1 1 0 0,-1-1-1 0 0,0 1 1 0 0,5 3-1 0 0,6 4 256 0 0,-1 1 0 0 0,17 15 0 0 0,-24-20-273 0 0,48 47 41 0 0,-2 2 0 0 0,-3 2 0 0 0,-2 3 1 0 0,-3 1-1 0 0,52 92 0 0 0,-88-138-172 0 0,25 49-26 0 0,-32-60-10 0 0,1 0-1 0 0,-1 0 0 0 0,0 0 0 0 0,0 0 1 0 0,0 1-1 0 0,-1-1 0 0 0,1 0 1 0 0,-1 0-1 0 0,0 0 0 0 0,0 1 0 0 0,0-1 1 0 0,0 0-1 0 0,-1 0 0 0 0,1 1 0 0 0,-1-1 1 0 0,0 0-1 0 0,-1 5 0 0 0,0-6 12 0 0,0 0 0 0 0,0 1 0 0 0,0-1 0 0 0,0 0 0 0 0,0-1 0 0 0,0 1 0 0 0,-1 0 0 0 0,1-1 0 0 0,-1 1 0 0 0,1-1 0 0 0,-1 1 0 0 0,1-1 0 0 0,-6 1 0 0 0,-44 11 199 0 0,30-9-91 0 0,-119 35 74 0 0,49-13-197 0 0,-161 25 1 0 0,246-51-114 0 0,4 1-29 0 0,0 0 0 0 0,0-1 0 0 0,0 0-1 0 0,0 0 1 0 0,0 0 0 0 0,0 0 0 0 0,0 0-1 0 0,0 0 1 0 0,0-1 0 0 0,1 1 0 0 0,-7-3-1 0 0,12-2-1639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8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8754 0 0,'11'10'6014'0'0,"12"17"-2485"0"0,-10-2-2884 0 0,-2 0 0 0 0,-2 2 0 0 0,0-1 0 0 0,-1 1 0 0 0,7 50 0 0 0,-9-43-814 0 0,-3-2-901 0 0,-3-20 2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8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11058 0 0,'-2'0'1081'0'0,"4"2"-961"0"0,-1-1-120 0 0,4 1 0 0 0,-4-1 0 0 0,2 2 0 0 0,2 0 0 0 0,3 5 0 0 0,2 0-80 0 0,4 1-425 0 0,-1 3-79 0 0,2 1-24 0 0,0-2 0 0 0,1 1 512 0 0,-6-3 96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8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6449 0 0,'1'0'92'0'0,"-1"-1"-1"0"0,1 1 1 0 0,-1-1-1 0 0,1 1 0 0 0,-1 0 1 0 0,1-1-1 0 0,0 1 1 0 0,-1 0-1 0 0,1 0 1 0 0,0-1-1 0 0,-1 1 0 0 0,1 0 1 0 0,0 0-1 0 0,-1 0 1 0 0,1 0-1 0 0,0 0 0 0 0,0 0 1 0 0,-1 0-1 0 0,1 0 1 0 0,0 0-1 0 0,-1 0 1 0 0,1 0-1 0 0,0 0 0 0 0,-1 1 1 0 0,1-1-1 0 0,0 0 1 0 0,-1 0-1 0 0,1 1 0 0 0,0-1 1 0 0,22 20 2419 0 0,13 30 369 0 0,-32-40-2498 0 0,1 0 0 0 0,-1 1 0 0 0,4 17 0 0 0,-5-18-292 0 0,0 0 0 0 0,0 0 0 0 0,1 0 0 0 0,6 10 0 0 0,-10-20-80 0 0,0 0 0 0 0,0 0 0 0 0,0 1 0 0 0,0-1 0 0 0,0 0 0 0 0,0 0 0 0 0,0 0 0 0 0,1 0 0 0 0,-1 0 0 0 0,0 0 0 0 0,0 0 0 0 0,0 0 0 0 0,0 0 0 0 0,0 0 0 0 0,0 0 0 0 0,1 0 0 0 0,-1 0 0 0 0,0 0 0 0 0,0 0 0 0 0,0 0 0 0 0,0 0 0 0 0,0 0 0 0 0,0 0 0 0 0,1 0 0 0 0,-1 0 0 0 0,0 0 0 0 0,0 0 0 0 0,0 0 0 0 0,0 0 0 0 0,0 0 0 0 0,0 0 0 0 0,0 0 0 0 0,1 0 0 0 0,-1 0 0 0 0,0-1 0 0 0,0 1-1 0 0,0 0 1 0 0,0 0 0 0 0,0 0 0 0 0,0 0 0 0 0,0 0 0 0 0,0 0 0 0 0,0 0 0 0 0,0 0 0 0 0,1-1 0 0 0,-1 1 0 0 0,0 0 0 0 0,0 0 0 0 0,0 0 0 0 0,0 0 0 0 0,0-1 0 0 0,6-11 347 0 0,6-19 49 0 0,-11 28-352 0 0,4-10 73 0 0,0 0 0 0 0,1 0 0 0 0,0 1 1 0 0,1 0-1 0 0,1 0 0 0 0,16-20 0 0 0,-21 29-71 0 0,-1 0 1 0 0,1 1-1 0 0,0-1 0 0 0,0 1 1 0 0,0 0-1 0 0,0-1 1 0 0,1 2-1 0 0,-1-1 0 0 0,1 0 1 0 0,-1 1-1 0 0,1-1 1 0 0,-1 1-1 0 0,5-1 0 0 0,-5 2 10 0 0,0 0-1 0 0,0 0 0 0 0,0 0 1 0 0,0 0-1 0 0,0 1 0 0 0,0-1 0 0 0,0 1 1 0 0,0 0-1 0 0,0 0 0 0 0,-1 0 0 0 0,1 0 1 0 0,0 0-1 0 0,-1 1 0 0 0,1-1 0 0 0,-1 1 1 0 0,1 0-1 0 0,-1-1 0 0 0,0 1 1 0 0,3 3-1 0 0,47 50 787 0 0,-37-37-1203 0 0,1-2 0 0 0,31 28-1 0 0,-38-37-492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9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8754 0 0,'4'32'6826'0'0,"11"18"-3515"0"0,-2-5-1807 0 0,68 348 438 0 0,-80-388-2045 0 0,5 44-759 0 0,-6-46 485 0 0,0 0 0 0 0,-1-1 0 0 0,1 1 0 0 0,-1-1-1 0 0,1 1 1 0 0,-1-1 0 0 0,0 1 0 0 0,0-1 0 0 0,0 1 0 0 0,-1 2 0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5:59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9 266 6913 0 0,'-3'-22'155'0'0,"1"13"-101"0"0,1 1 0 0 0,0 0-1 0 0,0-1 1 0 0,1 0-1 0 0,-1 1 1 0 0,2-1-1 0 0,0 1 1 0 0,0-1 0 0 0,0 1-1 0 0,3-9 1 0 0,1 6 227 0 0,1 1 0 0 0,0 1 0 0 0,1-1 0 0 0,0 1 0 0 0,0 0 0 0 0,1 1 1 0 0,0-1-1 0 0,1 2 0 0 0,-1-1 0 0 0,1 1 0 0 0,1 0 0 0 0,11-5 0 0 0,-13 8-19 0 0,0 0 0 0 0,1 0-1 0 0,-1 1 1 0 0,1 1 0 0 0,0-1 0 0 0,0 1-1 0 0,0 1 1 0 0,0 0 0 0 0,0 0-1 0 0,0 1 1 0 0,0 0 0 0 0,0 0-1 0 0,0 1 1 0 0,0 0 0 0 0,15 4-1 0 0,-13-2 208 0 0,0 1-1 0 0,-1-1 1 0 0,1 2 0 0 0,-1-1-1 0 0,0 2 1 0 0,-1-1-1 0 0,1 1 1 0 0,16 14-1 0 0,-23-17-397 0 0,-1-1 0 0 0,1 1 0 0 0,-1 0 0 0 0,0-1-1 0 0,0 1 1 0 0,0 0 0 0 0,-1 0 0 0 0,1 1 0 0 0,-1-1-1 0 0,1 0 1 0 0,-1 0 0 0 0,0 1 0 0 0,0-1 0 0 0,-1 1-1 0 0,1-1 1 0 0,-1 1 0 0 0,0-1 0 0 0,0 1 0 0 0,0-1-1 0 0,0 1 1 0 0,0-1 0 0 0,-1 1 0 0 0,1-1 0 0 0,-1 0-1 0 0,0 1 1 0 0,0-1 0 0 0,-1 0 0 0 0,1 1 0 0 0,-1-1-1 0 0,1 0 1 0 0,-1 0 0 0 0,-2 3 0 0 0,-4 5-468 0 0,0 0-1 0 0,0-1 1 0 0,-1 0 0 0 0,-16 14 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00.1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5 448 4609 0 0,'-5'-41'13178'0'0,"19"59"-11967"0"0,-4-6-678 0 0,17 22 388 0 0,-18-25-804 0 0,-1 1-1 0 0,0 0 0 0 0,-1 0 0 0 0,0 0 0 0 0,-1 1 1 0 0,0 0-1 0 0,7 20 0 0 0,-10-39-528 0 0,-1 1 0 0 0,2-1 0 0 0,-1 1 1 0 0,1-1-1 0 0,0 1 0 0 0,0 1 0 0 0,8-10 0 0 0,-5 4 25 0 0,-5 9 424 0 0,-1 1 1 0 0,1-1-1 0 0,0 0 0 0 0,0 0 1 0 0,0 1-1 0 0,1-1 1 0 0,-1 1-1 0 0,0 0 1 0 0,1 0-1 0 0,0 0 0 0 0,-1 0 1 0 0,1 0-1 0 0,0 1 1 0 0,0-1-1 0 0,0 1 0 0 0,0-1 1 0 0,0 1-1 0 0,1 0 1 0 0,-1 1-1 0 0,0-1 0 0 0,0 0 1 0 0,1 1-1 0 0,-1 0 1 0 0,0 0-1 0 0,1 0 1 0 0,-1 0-1 0 0,0 0 0 0 0,0 1 1 0 0,1-1-1 0 0,5 3 1 0 0,-2-1 138 0 0,0 2 1 0 0,0-1-1 0 0,0 1 1 0 0,-1 0 0 0 0,1 1-1 0 0,-1-1 1 0 0,0 1-1 0 0,0 1 1 0 0,-1-1-1 0 0,1 1 1 0 0,-1 0 0 0 0,5 8-1 0 0,0 1-103 0 0,-6-7-32 0 0,1-1 0 0 0,1 1-1 0 0,9 10 1 0 0,-14-16-193 0 0,0-1 0 0 0,0 0 0 0 0,1 0 0 0 0,-1 0 0 0 0,0 0-1 0 0,0 0 1 0 0,1 0 0 0 0,-1-1 0 0 0,1 1 0 0 0,-1 0 0 0 0,0-1 0 0 0,1 1 0 0 0,-1-1-1 0 0,1 1 1 0 0,0-1 0 0 0,-1 0 0 0 0,1 0 0 0 0,-1 1 0 0 0,1-1 0 0 0,-1 0-1 0 0,1 0 1 0 0,0-1 0 0 0,-1 1 0 0 0,1 0 0 0 0,-1 0 0 0 0,3-2 0 0 0,-2 1-91 0 0,-1 0-1 0 0,1 0 1 0 0,-1 0 0 0 0,1 0 0 0 0,-1-1 0 0 0,0 1-1 0 0,0 0 1 0 0,0-1 0 0 0,0 1 0 0 0,0-1 0 0 0,0 1 0 0 0,0-1-1 0 0,0 0 1 0 0,0 1 0 0 0,0-4 0 0 0,8-31-1623 0 0,-6 23 1140 0 0,8-44-2188 0 0,6-69 0 0 0,-2 3 2326 0 0,-6 63 1155 0 0,-4 23 2042 0 0,2 0 0 0 0,12-40 0 0 0,-21 103 3879 0 0,6 11-4393 0 0,9 39-1326 0 0,5-11-249 0 0,2 0-1 0 0,34 73 1 0 0,-27-71-2005 0 0,33 118 0 0 0,-56-166-6008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00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67 13827 0 0,'22'-2'2651'0'0,"40"-11"-1"0"0,-11 2-1751 0 0,155-13-1210 0 0,-103 14 261 0 0,-50 4 116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00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11522 0 0,'-3'4'1025'0'0,"2"-1"-825"0"0,1 2-200 0 0,-2-2 0 0 0,2-2 312 0 0,2 1 16 0 0,-1 1 8 0 0,-1 0 0 0 0,0 1-272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49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553 82 3225 0 0,'2'-2'323'0'0,"-1"-1"0"0"0,0 1 1 0 0,0 0-1 0 0,0 0 0 0 0,0-1 0 0 0,0 1 1 0 0,0-1-1 0 0,-1 1 0 0 0,1-1 1 0 0,-1 1-1 0 0,0-1 0 0 0,0 1 1 0 0,0-1-1 0 0,0 1 0 0 0,0-1 0 0 0,0 1 1 0 0,-1-1-1 0 0,1 1 0 0 0,-1-1 1 0 0,0 1-1 0 0,0-1 0 0 0,0 1 0 0 0,0 0 1 0 0,0-1-1 0 0,0 1 0 0 0,0 0 1 0 0,-1 0-1 0 0,1 0 0 0 0,-1 0 1 0 0,-2-2-1 0 0,0 2-58 0 0,0 1 0 0 0,0 0 1 0 0,-1 0-1 0 0,1 1 0 0 0,0-1 1 0 0,-1 1-1 0 0,1 0 0 0 0,0 0 0 0 0,-1 0 1 0 0,1 1-1 0 0,0-1 0 0 0,-1 1 1 0 0,1 0-1 0 0,-6 3 0 0 0,-6 1 232 0 0,0 1-1 0 0,-19 11 1 0 0,12-4-195 0 0,1 1-1 0 0,1 1 1 0 0,0 1-1 0 0,1 1 1 0 0,1 1 0 0 0,1 1-1 0 0,-27 34 1 0 0,-1 9-151 0 0,-47 87 0 0 0,80-127-149 0 0,2 0-1 0 0,1 1 1 0 0,1 1 0 0 0,0 0-1 0 0,2 0 1 0 0,1 0-1 0 0,1 1 1 0 0,1-1 0 0 0,-1 35-1 0 0,4-46-2 0 0,2-1 0 0 0,0 0 0 0 0,0 0 0 0 0,1 0 0 0 0,1 0 0 0 0,0 0 0 0 0,1 0 0 0 0,0-1 0 0 0,7 15 0 0 0,-6-18 17 0 0,0 0 1 0 0,0-1-1 0 0,0 1 1 0 0,1-1-1 0 0,1 0 1 0 0,-1 0-1 0 0,1-1 1 0 0,0 0-1 0 0,0 0 0 0 0,1-1 1 0 0,0 0-1 0 0,0 0 1 0 0,12 5-1 0 0,-11-6 24 0 0,1-1-1 0 0,-1 1 0 0 0,1-2 0 0 0,0 1 1 0 0,0-2-1 0 0,0 1 0 0 0,0-1 0 0 0,0-1 1 0 0,1 0-1 0 0,-1 0 0 0 0,0-1 0 0 0,0 0 1 0 0,0-1-1 0 0,0 0 0 0 0,0-1 0 0 0,16-6 1 0 0,-12 3-16 0 0,0 0 1 0 0,-1-2-1 0 0,0 1 1 0 0,-1-2-1 0 0,1 0 1 0 0,-1 0 0 0 0,-1-1-1 0 0,0 0 1 0 0,-1-1-1 0 0,16-21 1 0 0,-24 30-58 0 0,0-1 0 0 0,0 0 1 0 0,0 0-1 0 0,0 0 0 0 0,-1 0 0 0 0,1 0 1 0 0,-1 0-1 0 0,0-1 0 0 0,0 1 1 0 0,0 0-1 0 0,0-1 0 0 0,-1 1 0 0 0,1 0 1 0 0,-1-1-1 0 0,0 1 0 0 0,0-1 0 0 0,0 1 1 0 0,0-1-1 0 0,-1 1 0 0 0,1 0 1 0 0,-1-1-1 0 0,0 1 0 0 0,0 0 0 0 0,0-1 1 0 0,-3-3-1 0 0,-2-3-285 0 0,-1 0 1 0 0,0 1-1 0 0,0 0 1 0 0,-1 0-1 0 0,0 1 0 0 0,-10-8 1 0 0,16 14 316 0 0,1 1 0 0 0,-1 0 0 0 0,1 0 0 0 0,0-1 1 0 0,-1 1-1 0 0,1-1 0 0 0,0 1 0 0 0,0-1 0 0 0,0 0 0 0 0,0 1 1 0 0,0-1-1 0 0,1 0 0 0 0,-1 0 0 0 0,1 0 0 0 0,-1 1 0 0 0,1-1 1 0 0,-1 0-1 0 0,1 0 0 0 0,0 0 0 0 0,0 0 0 0 0,0 0 0 0 0,0-2 1 0 0,1 1-3 0 0,0-1 1 0 0,0 1 0 0 0,0 0 0 0 0,1 1 0 0 0,-1-1 0 0 0,1 0 0 0 0,0 0-1 0 0,0 1 1 0 0,0-1 0 0 0,0 1 0 0 0,0-1 0 0 0,3-1 0 0 0,8-7 46 0 0,0 1 0 0 0,1 1 0 0 0,0 1 0 0 0,15-8 1 0 0,-28 16-39 0 0,27-14 329 0 0,1 1 0 0 0,39-11 0 0 0,-54 19-131 0 0,1 1 0 0 0,0 1 0 0 0,0 1 0 0 0,1 0 0 0 0,-1 1 0 0 0,27 1-1 0 0,-38 1-181 0 0,-1-1-1 0 0,0 1 0 0 0,0 0 1 0 0,0 0-1 0 0,0 0 0 0 0,0 1 0 0 0,0-1 1 0 0,0 1-1 0 0,0-1 0 0 0,-1 1 1 0 0,1 0-1 0 0,-1 0 0 0 0,1 0 0 0 0,-1 1 1 0 0,0-1-1 0 0,1 0 0 0 0,-1 1 1 0 0,-1 0-1 0 0,1-1 0 0 0,0 1 0 0 0,-1 0 1 0 0,1 0-1 0 0,-1 0 0 0 0,0 0 1 0 0,0 0-1 0 0,0 0 0 0 0,1 4 0 0 0,1 9 49 0 0,0 1 0 0 0,-1 0 0 0 0,0 32 0 0 0,-2-37-28 0 0,-2 125 257 0 0,-1-83-316 0 0,3-1 0 0 0,2 0 1 0 0,9 59-1 0 0,-3-85-1005 0 0,-4-17 92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49.4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7 139 9674 0 0,'-3'-12'844'0'0,"2"0"-1"0"0,-1 0 1 0 0,2-1 0 0 0,0 1-1 0 0,2-20 1 0 0,0-14 5468 0 0,-1 53-5946 0 0,0-1-1 0 0,0 0 0 0 0,0 0 0 0 0,1 1 1 0 0,3 6-1 0 0,4 17-43 0 0,76 549 865 0 0,-84-561-1217 0 0,1 13-212 0 0,1 1 0 0 0,1-1 0 0 0,11 39 1 0 0,-7-51-386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49.9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78 456 0 0,'-12'-32'1314'0'0,"11"28"-7"0"0,0-1-1 0 0,0 1 0 0 0,0 0 1 0 0,6-25 11089 0 0,7 63-10579 0 0,-1 0-1506 0 0,2 0 1 0 0,1-1 0 0 0,21 37 0 0 0,-29-59-235 0 0,1 0-1 0 0,0 0 1 0 0,1-1 0 0 0,0 0-1 0 0,0-1 1 0 0,1 1 0 0 0,1-2-1 0 0,-1 1 1 0 0,1-1 0 0 0,1-1 0 0 0,-1 0-1 0 0,18 8 1 0 0,-25-13-83 0 0,0-1 1 0 0,0 0-1 0 0,0 0 1 0 0,0 0-1 0 0,0-1 0 0 0,0 1 1 0 0,1-1-1 0 0,-1 1 0 0 0,0-1 1 0 0,0 0-1 0 0,0 0 1 0 0,1-1-1 0 0,-1 1 0 0 0,0-1 1 0 0,0 1-1 0 0,0-1 1 0 0,0 0-1 0 0,3-2 0 0 0,-1 1-15 0 0,-1-1 0 0 0,0 0 0 0 0,0 0-1 0 0,0 0 1 0 0,-1 0 0 0 0,1-1 0 0 0,-1 1 0 0 0,1-1-1 0 0,-1 0 1 0 0,4-7 0 0 0,3-8-44 0 0,0 0 0 0 0,-2-1 0 0 0,0 0 0 0 0,6-26 0 0 0,-12 40 69 0 0,4-19 103 0 0,9-28 92 0 0,-14 50-166 0 0,0 0 0 0 0,0 1-1 0 0,0-1 1 0 0,0 1 0 0 0,1-1 0 0 0,0 1-1 0 0,-1-1 1 0 0,1 1 0 0 0,0 0-1 0 0,0-1 1 0 0,0 1 0 0 0,0 0 0 0 0,1 1-1 0 0,3-4 1 0 0,-5 5-14 0 0,0 0 0 0 0,0 0-1 0 0,1-1 1 0 0,-1 1 0 0 0,0 0 0 0 0,1 0 0 0 0,-1 0-1 0 0,0 0 1 0 0,0 1 0 0 0,1-1 0 0 0,-1 0 0 0 0,0 0-1 0 0,0 1 1 0 0,1-1 0 0 0,-1 1 0 0 0,0-1 0 0 0,0 1-1 0 0,0-1 1 0 0,0 1 0 0 0,1 0 0 0 0,-1 0 0 0 0,0-1-1 0 0,-1 1 1 0 0,1 0 0 0 0,0 0 0 0 0,0 0 0 0 0,0 0-1 0 0,1 2 1 0 0,24 36 102 0 0,-21-31-93 0 0,40 80 179 0 0,-36-68-603 0 0,0 0 0 0 0,1-1 1 0 0,1 0-1 0 0,1-1 0 0 0,17 21 0 0 0,-11-21-7572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0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59 11522 0 0,'1'-3'520'0'0,"0"-1"-1"0"0,0 1 0 0 0,-1 0 0 0 0,1-1 0 0 0,-1 1 0 0 0,0-1 0 0 0,0 1 0 0 0,-1-1 1 0 0,1 1-1 0 0,-1-1 0 0 0,-1-5 0 0 0,2 8-350 0 0,-1 0 1 0 0,1 1-1 0 0,0-1 1 0 0,-1 0-1 0 0,1 1 1 0 0,-1-1-1 0 0,1 0 1 0 0,-1 1-1 0 0,1-1 1 0 0,-1 1-1 0 0,0-1 0 0 0,1 1 1 0 0,-1-1-1 0 0,0 1 1 0 0,1-1-1 0 0,-1 1 1 0 0,0 0-1 0 0,1-1 1 0 0,-1 1-1 0 0,0 0 1 0 0,-1-1-1 0 0,0 1-110 0 0,0 0 0 0 0,1 1-1 0 0,-1-1 1 0 0,0 0 0 0 0,0 0 0 0 0,0 1 0 0 0,0-1 0 0 0,1 1-1 0 0,-1 0 1 0 0,0-1 0 0 0,1 1 0 0 0,-1 0 0 0 0,-2 1-1 0 0,-2 3-4 0 0,-1 0 0 0 0,1 1-1 0 0,-1-1 1 0 0,2 1-1 0 0,-1 1 1 0 0,1-1-1 0 0,0 1 1 0 0,0 0-1 0 0,0 0 1 0 0,1 0 0 0 0,0 0-1 0 0,1 1 1 0 0,0 0-1 0 0,0 0 1 0 0,-3 14-1 0 0,2-7-41 0 0,2-1 0 0 0,0 1 0 0 0,0-1-1 0 0,1 1 1 0 0,1 0 0 0 0,0 0 0 0 0,2-1 0 0 0,2 18-1 0 0,-2-23-9 0 0,1 1 0 0 0,0 0 0 0 0,1-1 0 0 0,0 1 0 0 0,0-1 0 0 0,1 0-1 0 0,0-1 1 0 0,7 10 0 0 0,-9-14-38 0 0,0 0 0 0 0,1 0-1 0 0,0 0 1 0 0,0 0 0 0 0,0-1-1 0 0,0 1 1 0 0,0-1 0 0 0,1 0 0 0 0,-1 0-1 0 0,1-1 1 0 0,0 1 0 0 0,0-1-1 0 0,0 0 1 0 0,0 0 0 0 0,0-1-1 0 0,9 2 1 0 0,7-2-369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0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38 7370 0 0,'-1'0'219'0'0,"0"1"0"0"0,0-1 0 0 0,0 1 0 0 0,0-1 0 0 0,0 1 0 0 0,1-1 0 0 0,-1 1 0 0 0,0 0 0 0 0,0-1 1 0 0,1 1-1 0 0,-1 0 0 0 0,0 0 0 0 0,1 0 0 0 0,-1-1 0 0 0,1 1 0 0 0,-1 0 0 0 0,1 0 0 0 0,-1 0 0 0 0,1 0 0 0 0,0 0 1 0 0,0 0-1 0 0,-1 0 0 0 0,1 0 0 0 0,0 0 0 0 0,0 0 0 0 0,0 0 0 0 0,0 1 0 0 0,0 1 197 0 0,1 0 0 0 0,0 0 0 0 0,0-1 0 0 0,-1 1-1 0 0,2 0 1 0 0,-1-1 0 0 0,0 1 0 0 0,0-1 0 0 0,4 5 0 0 0,1 2 343 0 0,1-1 1 0 0,0-1-1 0 0,0 1 1 0 0,15 10 0 0 0,-3-4-216 0 0,1-1 0 0 0,35 18 0 0 0,-49-29-494 0 0,-1 1 1 0 0,1-1-1 0 0,0 0 1 0 0,0 0 0 0 0,0 0-1 0 0,0-1 1 0 0,0 0 0 0 0,0 0-1 0 0,0-1 1 0 0,0 1-1 0 0,0-1 1 0 0,0-1 0 0 0,1 1-1 0 0,-1-1 1 0 0,11-3-1 0 0,-16 4-40 0 0,1-1 0 0 0,0 0-1 0 0,-1 1 1 0 0,1-1 0 0 0,-1 0-1 0 0,1 0 1 0 0,-1 0 0 0 0,0 0-1 0 0,1 0 1 0 0,-1 0-1 0 0,0-1 1 0 0,0 1 0 0 0,0 0-1 0 0,0-1 1 0 0,0 1 0 0 0,0-1-1 0 0,0 1 1 0 0,0-1 0 0 0,0 1-1 0 0,-1-1 1 0 0,1 1 0 0 0,-1-1-1 0 0,1-2 1 0 0,-1 0 6 0 0,0 0 0 0 0,0 1 0 0 0,0-1 0 0 0,0 0 0 0 0,-1 0 0 0 0,1 1 0 0 0,-1-1 0 0 0,0 0 0 0 0,0 0 0 0 0,-2-3 0 0 0,-3-5 17 0 0,0 1 0 0 0,0 0 1 0 0,-1 0-1 0 0,0 0 0 0 0,-12-12 0 0 0,14 17-50 0 0,0 1 0 0 0,-1 0 1 0 0,0 0-1 0 0,0 1 0 0 0,0 0 0 0 0,0 0 0 0 0,-1 0 0 0 0,0 1 0 0 0,1 0 0 0 0,-1 0 0 0 0,-1 1 0 0 0,-12-4 0 0 0,15 6-95 0 0,1-1 0 0 0,-1 1 0 0 0,0-1-1 0 0,1 1 1 0 0,-1 1 0 0 0,0-1 0 0 0,0 1-1 0 0,1-1 1 0 0,-1 1 0 0 0,1 1-1 0 0,-1-1 1 0 0,1 1 0 0 0,-1 0 0 0 0,1 0-1 0 0,0 0 1 0 0,0 0 0 0 0,0 1-1 0 0,0-1 1 0 0,0 1 0 0 0,0 0 0 0 0,-3 5-1 0 0,-6 7-1134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0.9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 47 8290 0 0,'0'-2'274'0'0,"0"0"-1"0"0,0 1 1 0 0,0-1 0 0 0,0 0 0 0 0,0 0 0 0 0,0 1 0 0 0,0-1 0 0 0,-1 0 0 0 0,1 1-1 0 0,-1-1 1 0 0,1 0 0 0 0,-1 1 0 0 0,1-1 0 0 0,-1 1 0 0 0,0-1 0 0 0,0 1-1 0 0,0-1 1 0 0,0 1 0 0 0,0-1 0 0 0,0 1 0 0 0,0 0 0 0 0,-1 0 0 0 0,1 0-1 0 0,0 0 1 0 0,-1-1 0 0 0,1 2 0 0 0,-1-1 0 0 0,1 0 0 0 0,-1 0 0 0 0,1 0-1 0 0,-1 1 1 0 0,0-1 0 0 0,1 1 0 0 0,-1-1 0 0 0,-3 1 0 0 0,2 0-73 0 0,-1 0 0 0 0,0 0 0 0 0,1 1 0 0 0,-1-1 0 0 0,0 1 0 0 0,1 0 0 0 0,-1 0 0 0 0,1 0 1 0 0,0 1-1 0 0,-1-1 0 0 0,1 1 0 0 0,0 0 0 0 0,0 0 0 0 0,0 0 0 0 0,0 0 0 0 0,-4 4 0 0 0,1 0-144 0 0,0 0-1 0 0,0 0 1 0 0,1 1-1 0 0,0-1 0 0 0,0 1 1 0 0,0 1-1 0 0,1-1 1 0 0,0 1-1 0 0,1-1 1 0 0,-5 15-1 0 0,7-18-39 0 0,0-1-1 0 0,1 1 1 0 0,-1 0 0 0 0,1-1-1 0 0,0 1 1 0 0,0 0-1 0 0,0-1 1 0 0,1 1 0 0 0,-1 0-1 0 0,1-1 1 0 0,0 1 0 0 0,0-1-1 0 0,0 1 1 0 0,1-1-1 0 0,-1 1 1 0 0,1-1 0 0 0,0 0-1 0 0,0 0 1 0 0,0 0-1 0 0,0 0 1 0 0,0 0 0 0 0,1 0-1 0 0,-1 0 1 0 0,1-1 0 0 0,0 1-1 0 0,5 3 1 0 0,13 8-49 0 0,1-2 1 0 0,44 19-1 0 0,-37-18-49 0 0,37 22-1 0 0,-59-30 67 0 0,1 0 0 0 0,-1 0-1 0 0,0 1 1 0 0,-1-1 0 0 0,1 2-1 0 0,-1-1 1 0 0,0 1 0 0 0,-1 0-1 0 0,7 11 1 0 0,-10-15-25 0 0,0 1 0 0 0,0 0 0 0 0,-1 1 0 0 0,1-1 0 0 0,-1 0 0 0 0,0 0 0 0 0,0 1-1 0 0,-1-1 1 0 0,1 0 0 0 0,-1 1 0 0 0,0-1 0 0 0,0 1 0 0 0,0-1 0 0 0,-1 0 0 0 0,0 1 0 0 0,0-1 0 0 0,0 0 0 0 0,0 0 0 0 0,0 1 0 0 0,-1-1-1 0 0,0 0 1 0 0,0 0 0 0 0,0-1 0 0 0,0 1 0 0 0,-1 0 0 0 0,1-1 0 0 0,-1 1 0 0 0,0-1 0 0 0,-7 6 0 0 0,-2 2-174 0 0,-1 0 0 0 0,0-1 0 0 0,-1 0 0 0 0,0-1 0 0 0,-1-1 0 0 0,-24 11 0 0 0,12-9-6741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1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75 259 6449 0 0,'-5'4'489'0'0,"0"1"0"0"0,0-1 0 0 0,1 1-1 0 0,0-1 1 0 0,-1 1 0 0 0,2 0 0 0 0,-1 1 0 0 0,-4 8-1 0 0,-18 47 1992 0 0,25-60-2415 0 0,0 0-1 0 0,1 0 1 0 0,-1 0 0 0 0,1 0-1 0 0,-1 0 1 0 0,1 0-1 0 0,0 0 1 0 0,-1 0-1 0 0,1 1 1 0 0,0-1 0 0 0,0 0-1 0 0,0 0 1 0 0,0 0-1 0 0,0 0 1 0 0,0 1-1 0 0,0-1 1 0 0,0 0 0 0 0,1 0-1 0 0,-1 0 1 0 0,0 0-1 0 0,1 0 1 0 0,-1 1 0 0 0,1-1-1 0 0,-1 0 1 0 0,1 0-1 0 0,-1 0 1 0 0,1 0-1 0 0,0 0 1 0 0,-1-1 0 0 0,1 1-1 0 0,0 0 1 0 0,0 0-1 0 0,0 0 1 0 0,0-1 0 0 0,0 1-1 0 0,0 0 1 0 0,0-1-1 0 0,0 1 1 0 0,0-1-1 0 0,0 1 1 0 0,0-1 0 0 0,0 1-1 0 0,0-1 1 0 0,0 0-1 0 0,0 0 1 0 0,1 1 0 0 0,-1-1-1 0 0,0 0 1 0 0,0 0-1 0 0,0 0 1 0 0,0 0-1 0 0,2-1 1 0 0,4 1 352 0 0,0-1-1 0 0,0 0 1 0 0,0 0-1 0 0,0-1 0 0 0,0 1 1 0 0,0-2-1 0 0,9-3 1 0 0,-7 1-287 0 0,1-1 0 0 0,-1 0 0 0 0,-1 0-1 0 0,1-1 1 0 0,-1-1 0 0 0,0 1 0 0 0,0-1 0 0 0,-1 0 0 0 0,0-1 0 0 0,-1 1 0 0 0,0-2-1 0 0,0 1 1 0 0,-1 0 0 0 0,0-1 0 0 0,-1 0 0 0 0,0 0 0 0 0,5-21 0 0 0,-7 21-122 0 0,0 1 1 0 0,-1-1 0 0 0,0 1 0 0 0,0-1-1 0 0,-1 1 1 0 0,0-1 0 0 0,-1 1 0 0 0,0-1 0 0 0,-1 1-1 0 0,0-1 1 0 0,0 1 0 0 0,-1 0 0 0 0,0 0-1 0 0,-1 0 1 0 0,0 0 0 0 0,0 1 0 0 0,-1-1 0 0 0,0 1-1 0 0,0 0 1 0 0,-13-13 0 0 0,17 19-4 0 0,-1 0 0 0 0,0 0-1 0 0,0 0 1 0 0,0 0 0 0 0,0 0 0 0 0,-1 0 0 0 0,1 1 0 0 0,0-1 0 0 0,-1 1 0 0 0,1-1-1 0 0,-1 1 1 0 0,1 0 0 0 0,-1 0 0 0 0,0 0 0 0 0,0 1 0 0 0,1-1 0 0 0,-1 1 0 0 0,0-1-1 0 0,0 1 1 0 0,1 0 0 0 0,-1 0 0 0 0,-6 1 0 0 0,6 0-1 0 0,0 1 1 0 0,-1-1-1 0 0,1 1 1 0 0,0 0-1 0 0,0 0 1 0 0,0 0-1 0 0,0 0 0 0 0,0 0 1 0 0,1 1-1 0 0,-1 0 1 0 0,1-1-1 0 0,0 1 1 0 0,-1 0-1 0 0,1 0 1 0 0,0 0-1 0 0,1 0 0 0 0,-3 6 1 0 0,-2 2-10 0 0,1 1 1 0 0,1 0 0 0 0,-1 0-1 0 0,2 0 1 0 0,0 0-1 0 0,0 0 1 0 0,2 1-1 0 0,-1-1 1 0 0,1 1-1 0 0,1 0 1 0 0,0-1 0 0 0,1 1-1 0 0,1-1 1 0 0,0 1-1 0 0,6 23 1 0 0,-4-26 1 0 0,0 0 1 0 0,0-1-1 0 0,1 1 0 0 0,0-1 1 0 0,1 0-1 0 0,0-1 0 0 0,0 1 1 0 0,1-1-1 0 0,0 0 0 0 0,0-1 1 0 0,1 0-1 0 0,0 0 0 0 0,0 0 1 0 0,1-1-1 0 0,0-1 0 0 0,0 1 1 0 0,0-1-1 0 0,1-1 0 0 0,13 5 1 0 0,-10-4-4 0 0,1-1 1 0 0,-1-1-1 0 0,1 0 1 0 0,0-1-1 0 0,0-1 0 0 0,0 0 1 0 0,0 0-1 0 0,0-2 1 0 0,17-1-1 0 0,-12-2-419 0 0,0-1-1 0 0,0 0 1 0 0,0-1-1 0 0,0-1 1 0 0,33-18-1 0 0,-26 11-1641 0 0,-1 1-4544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2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19 11522 0 0,'0'-1'176'0'0,"0"1"-1"0"0,0-1 1 0 0,0 0-1 0 0,0 1 1 0 0,0-1-1 0 0,0 0 1 0 0,-1 0-1 0 0,1 1 0 0 0,0-1 1 0 0,0 1-1 0 0,-1-1 1 0 0,1 0-1 0 0,0 1 1 0 0,-1-1-1 0 0,1 1 1 0 0,-1-1-1 0 0,1 0 0 0 0,-1 1 1 0 0,1-1-1 0 0,-1 1 1 0 0,1 0-1 0 0,-1-1 1 0 0,0 1-1 0 0,1-1 1 0 0,-1 1-1 0 0,-1-1 0 0 0,-23-2 2128 0 0,19 4-1934 0 0,-1-1 1 0 0,0 1-1 0 0,0 1 0 0 0,0 0 0 0 0,-7 2 1 0 0,7-1-236 0 0,0 1 1 0 0,0 0-1 0 0,1 0 0 0 0,-1 1 1 0 0,1-1-1 0 0,0 1 1 0 0,0 0-1 0 0,1 1 0 0 0,0 0 1 0 0,0 0-1 0 0,0 0 0 0 0,-5 10 1 0 0,4-6-78 0 0,1 0 0 0 0,0 1 0 0 0,1 0 0 0 0,0 0 0 0 0,1 0 0 0 0,1 1 0 0 0,-3 19 0 0 0,3-12-63 0 0,2 0 0 0 0,0 0 0 0 0,1 0 1 0 0,0 0-1 0 0,2-1 0 0 0,1 1 0 0 0,0-1 0 0 0,1 1 0 0 0,1-1 1 0 0,8 18-1 0 0,-8-26-67 0 0,-1-1 0 0 0,2 0-1 0 0,-1 0 1 0 0,1 0 0 0 0,0-1 0 0 0,1 0 0 0 0,0-1 0 0 0,0 0 0 0 0,1 0-1 0 0,0 0 1 0 0,0-1 0 0 0,0-1 0 0 0,1 1 0 0 0,0-2 0 0 0,0 1-1 0 0,0-1 1 0 0,1-1 0 0 0,-1 0 0 0 0,1 0 0 0 0,0-1 0 0 0,0-1 0 0 0,-1 0-1 0 0,1 0 1 0 0,0-1 0 0 0,0 0 0 0 0,18-3 0 0 0,6-5-7442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2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14 6913 0 0,'-2'-1'408'0'0,"0"-1"0"0"0,0 1-1 0 0,-1-1 1 0 0,1 1-1 0 0,-1 0 1 0 0,1 0 0 0 0,-1 0-1 0 0,0 0 1 0 0,1 1 0 0 0,-1-1-1 0 0,0 1 1 0 0,1-1-1 0 0,-1 1 1 0 0,0 0 0 0 0,0 0-1 0 0,1 0 1 0 0,-1 0-1 0 0,0 1 1 0 0,0-1 0 0 0,1 1-1 0 0,-4 1 1 0 0,-2 0 133 0 0,1 0 1 0 0,0 1-1 0 0,-1 0 1 0 0,1 0-1 0 0,0 1 0 0 0,-8 5 1 0 0,9-4-477 0 0,0 0-1 0 0,1 0 1 0 0,0 1 0 0 0,0 0-1 0 0,0-1 1 0 0,1 1 0 0 0,-1 1-1 0 0,1-1 1 0 0,1 1 0 0 0,0 0-1 0 0,0-1 1 0 0,0 1 0 0 0,0 1-1 0 0,1-1 1 0 0,0 0 0 0 0,1 1-1 0 0,0-1 1 0 0,0 1 0 0 0,1-1-1 0 0,-1 1 1 0 0,2-1 0 0 0,-1 1 0 0 0,1-1-1 0 0,0 1 1 0 0,1-1 0 0 0,-1 0-1 0 0,1 1 1 0 0,1-1 0 0 0,0 0-1 0 0,0 0 1 0 0,0-1 0 0 0,1 1-1 0 0,0-1 1 0 0,0 1 0 0 0,0-1-1 0 0,1 0 1 0 0,0-1 0 0 0,0 1-1 0 0,1-1 1 0 0,-1 0 0 0 0,1 0-1 0 0,0-1 1 0 0,9 5 0 0 0,-5-4-22 0 0,-1 0-1 0 0,1-1 1 0 0,-1-1 0 0 0,1 0-1 0 0,0 0 1 0 0,0-1 0 0 0,1 0 0 0 0,-1-1-1 0 0,14 1 1 0 0,-21-2-33 0 0,1 0 0 0 0,0 0 0 0 0,-1 0 0 0 0,1-1 0 0 0,0 1 0 0 0,-1-1 0 0 0,1 0 0 0 0,-1 0 0 0 0,1 0 0 0 0,-1 0 0 0 0,1 0 0 0 0,-1-1 0 0 0,0 0 0 0 0,1 0 0 0 0,-1 0 0 0 0,0 0 1 0 0,0 0-1 0 0,-1 0 0 0 0,1-1 0 0 0,0 0 0 0 0,-1 1 0 0 0,0-1 0 0 0,1 0 0 0 0,-1 0 0 0 0,0 0 0 0 0,-1 0 0 0 0,1-1 0 0 0,0 1 0 0 0,1-6 0 0 0,-2 4-5 0 0,-1 0 0 0 0,0 0 0 0 0,0 0 0 0 0,0 0 0 0 0,0 0 1 0 0,-1 0-1 0 0,0 0 0 0 0,0 1 0 0 0,0-1 0 0 0,0 0 0 0 0,-1 0 0 0 0,0 1 0 0 0,0-1 0 0 0,0 0 0 0 0,-5-6 1 0 0,1 1 4 0 0,-1 0 0 0 0,0 1 1 0 0,-1-1-1 0 0,0 1 1 0 0,-12-11-1 0 0,13 15-59 0 0,0-1-1 0 0,0 1 1 0 0,-1 1-1 0 0,1 0 1 0 0,-1 0-1 0 0,0 0 1 0 0,-10-3 0 0 0,13 6-222 0 0,0 0 0 0 0,0-1 1 0 0,0 2-1 0 0,1-1 1 0 0,-1 1-1 0 0,0-1 0 0 0,0 1 1 0 0,0 1-1 0 0,0-1 1 0 0,0 1-1 0 0,0 0 0 0 0,0 0 1 0 0,1 0-1 0 0,-7 3 1 0 0,1 2-1296 0 0,3 4-16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2.7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15203 0 0,'9'11'4691'0'0,"-4"0"-4404"0"0,-1 0 0 0 0,-1 1 0 0 0,0-1 0 0 0,0 1 0 0 0,-1 0 0 0 0,-1 0 0 0 0,0-1 0 0 0,-1 17 0 0 0,5 35 473 0 0,10-5-794 0 0,-15-55 29 0 0,2 0 1 0 0,-1 0-1 0 0,0 0 0 0 0,1 0 1 0 0,-1 0-1 0 0,1 0 0 0 0,0 0 1 0 0,0 0-1 0 0,0-1 0 0 0,1 1 1 0 0,-1-1-1 0 0,0 1 0 0 0,1-1 1 0 0,5 4-1 0 0,-7-6-6 0 0,0 0-1 0 0,0 1 1 0 0,0-1 0 0 0,0 0 0 0 0,0 0 0 0 0,0 0-1 0 0,0 0 1 0 0,0 0 0 0 0,0 0 0 0 0,0 0-1 0 0,0 0 1 0 0,0 0 0 0 0,0-1 0 0 0,0 1-1 0 0,0 0 1 0 0,-1 0 0 0 0,1-1 0 0 0,0 1-1 0 0,0-1 1 0 0,0 1 0 0 0,0-1 0 0 0,0 1 0 0 0,-1-1-1 0 0,1 0 1 0 0,0 1 0 0 0,0-1 0 0 0,-1 0-1 0 0,1 0 1 0 0,-1 1 0 0 0,1-1 0 0 0,0 0-1 0 0,-1 0 1 0 0,1-1 0 0 0,17-37 0 0 0,-15 30-108 0 0,15-33-146 0 0,-4 6-129 0 0,31-55-1 0 0,-40 82 405 0 0,1 0-1 0 0,0 0 0 0 0,1 0 1 0 0,0 1-1 0 0,0 0 0 0 0,1 0 1 0 0,0 1-1 0 0,0 0 0 0 0,1 0 1 0 0,14-8-1 0 0,-22 14 35 0 0,1 1 0 0 0,-1-1 0 0 0,1 0 0 0 0,0 1 0 0 0,-1-1 0 0 0,1 1 0 0 0,0-1 0 0 0,-1 1 0 0 0,1 0 0 0 0,0 0 0 0 0,-1 0 0 0 0,1 0 0 0 0,0 0 0 0 0,0 0 0 0 0,-1 0 0 0 0,1 1 0 0 0,0-1 0 0 0,-1 0 0 0 0,1 1 0 0 0,0 0 0 0 0,-1-1 0 0 0,2 2 0 0 0,1 0 42 0 0,-1 0 0 0 0,0 1 1 0 0,0-1-1 0 0,0 1 0 0 0,0 0 1 0 0,-1 0-1 0 0,1 0 0 0 0,-1 0 0 0 0,3 5 1 0 0,3 8 83 0 0,0-1 1 0 0,-1 1-1 0 0,6 23 1 0 0,-13-39-171 0 0,11 35-67 0 0,26 73-2960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3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60 7834 0 0,'0'-2'405'0'0,"0"-1"1"0"0,0 1 0 0 0,0 0 0 0 0,0-1-1 0 0,-1 1 1 0 0,1 0 0 0 0,-1-1 0 0 0,0 1-1 0 0,1 0 1 0 0,-1 0 0 0 0,0 0 0 0 0,0 0-1 0 0,-1 0 1 0 0,1 0 0 0 0,0 0 0 0 0,-1 0 0 0 0,1 0-1 0 0,-1 0 1 0 0,-1-1 0 0 0,0 1-54 0 0,0 0 1 0 0,0 0 0 0 0,0 1-1 0 0,0-1 1 0 0,0 1 0 0 0,0 0-1 0 0,-1 0 1 0 0,1 0 0 0 0,0 0-1 0 0,-1 1 1 0 0,-6-1 0 0 0,3 0-131 0 0,0 1 1 0 0,-1 1 0 0 0,1-1 0 0 0,0 1 0 0 0,0 1-1 0 0,0-1 1 0 0,0 1 0 0 0,0 0 0 0 0,0 1 0 0 0,0 0-1 0 0,-10 6 1 0 0,11-5-161 0 0,1 0 0 0 0,0 1-1 0 0,0-1 1 0 0,0 1 0 0 0,1 0 0 0 0,0 0 0 0 0,0 1-1 0 0,0-1 1 0 0,0 1 0 0 0,1 0 0 0 0,0 0-1 0 0,-4 11 1 0 0,4-7-12 0 0,0 1 1 0 0,1-1-1 0 0,0 1 0 0 0,1-1 1 0 0,0 1-1 0 0,1-1 0 0 0,1 19 0 0 0,1-15-10 0 0,0-1 0 0 0,0 1 0 0 0,2-1-1 0 0,-1 0 1 0 0,2 0 0 0 0,0 0 0 0 0,0 0-1 0 0,1-1 1 0 0,1 0 0 0 0,0 0-1 0 0,0-1 1 0 0,18 21 0 0 0,-18-26-204 0 0,0 0 0 0 0,0 0 0 0 0,1 0 0 0 0,0-1 0 0 0,0 0 0 0 0,0-1 0 0 0,0 0 0 0 0,1 0 0 0 0,-1-1 0 0 0,1 0 1 0 0,0 0-1 0 0,0-1 0 0 0,0 0 0 0 0,18 1 0 0 0,-5-3-7814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3.2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7834 0 0,'4'1'1019'0'0,"1"0"0"0"0,-1 1-1 0 0,0-1 1 0 0,0 1 0 0 0,0 0 0 0 0,0 0 0 0 0,0 0 0 0 0,0 1 0 0 0,-1-1 0 0 0,1 1 0 0 0,-1 0 0 0 0,0 0 0 0 0,3 3 0 0 0,-4-4-876 0 0,-1-1 1 0 0,1 1 0 0 0,-1 0 0 0 0,0-1 0 0 0,0 1 0 0 0,0 0 0 0 0,0 0 0 0 0,0 0 0 0 0,0 0 0 0 0,0 0 0 0 0,-1 0 0 0 0,1 0 0 0 0,-1 0-1 0 0,0 0 1 0 0,1 0 0 0 0,-1 0 0 0 0,0 0 0 0 0,0 0 0 0 0,0 0 0 0 0,0 0 0 0 0,-1 0 0 0 0,1 0 0 0 0,-1 0 0 0 0,1 0 0 0 0,-1 0 0 0 0,1 0-1 0 0,-1 0 1 0 0,-2 4 0 0 0,-6 16-795 0 0,4-10 299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4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50 256 11058 0 0,'-3'0'385'0'0,"0"-1"0"0"0,0 1 0 0 0,1-1-1 0 0,-1 1 1 0 0,0-1 0 0 0,1 0 0 0 0,-1 0-1 0 0,1 0 1 0 0,-1 0 0 0 0,1 0 0 0 0,-1-1 0 0 0,1 1-1 0 0,0-1 1 0 0,-1 0 0 0 0,1 1 0 0 0,-2-4-1 0 0,3 5-316 0 0,1-1-1 0 0,0 1 0 0 0,-1 0 0 0 0,1-1 1 0 0,0 1-1 0 0,-1-1 0 0 0,1 1 1 0 0,0-1-1 0 0,0 1 0 0 0,0-1 0 0 0,-1 1 1 0 0,1-1-1 0 0,0 1 0 0 0,0-1 0 0 0,0 1 1 0 0,0-1-1 0 0,0 1 0 0 0,0-1 1 0 0,0 1-1 0 0,0-1 0 0 0,0 1 0 0 0,0-1 1 0 0,0 1-1 0 0,0-1 0 0 0,0 1 0 0 0,1-1 1 0 0,-1 1-1 0 0,0-1 0 0 0,0 1 1 0 0,1-1-1 0 0,0 0 16 0 0,1 0 1 0 0,-1 0-1 0 0,0 0 0 0 0,1 0 1 0 0,-1 0-1 0 0,1 1 1 0 0,-1-1-1 0 0,1 0 0 0 0,0 1 1 0 0,-1-1-1 0 0,1 1 1 0 0,0 0-1 0 0,-1 0 0 0 0,1-1 1 0 0,2 1-1 0 0,212-2 871 0 0,-8 1-604 0 0,126-33 160 0 0,-141 14-146 0 0,-13-1-82 0 0,138-10 24 0 0,391 15 224 0 0,-232 32-557 0 0,-471-15-60 0 0,1-2 1 0 0,-1 1-1 0 0,0-1 1 0 0,0 0-1 0 0,0 0 0 0 0,0 0 1 0 0,0-1-1 0 0,0 0 1 0 0,0 0-1 0 0,-1-1 1 0 0,10-4-1 0 0,-12 5-230 0 0,0 0 0 0 0,-1 0 0 0 0,1 0 0 0 0,-1 0 0 0 0,0 0 0 0 0,1-1 0 0 0,-1 1 0 0 0,0-1 0 0 0,0 1 0 0 0,0-1 0 0 0,-1 0 0 0 0,1 0 0 0 0,-1 0 0 0 0,1 0 0 0 0,-1 0 0 0 0,0 0 0 0 0,0 0 0 0 0,0 0 0 0 0,-1 0 0 0 0,1 0 0 0 0,-1-1 0 0 0,0 1 0 0 0,0-5 0 0 0,-1-3-1521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4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18 1840 0 0,'-23'-7'1391'0'0,"-13"0"6855"0"0,12 3-2921 0 0,57 13-592 0 0,21 11-3042 0 0,18 5-1220 0 0,-40-16-330 0 0,128 43 831 0 0,-145-46-904 0 0,0 1 1 0 0,-1 1-1 0 0,1 0 1 0 0,-1 1 0 0 0,-1 0-1 0 0,0 1 1 0 0,0 0-1 0 0,11 14 1 0 0,-20-20-41 0 0,-1 0 0 0 0,0 0 0 0 0,0 1 0 0 0,0-1 0 0 0,0 1 0 0 0,0 0 0 0 0,-1 0 1 0 0,0 0-1 0 0,0 0 0 0 0,-1 0 0 0 0,1 1 0 0 0,-1-1 0 0 0,0 0 0 0 0,0 9 0 0 0,-1-6 41 0 0,-1 0-1 0 0,0 0 1 0 0,0 0-1 0 0,0 0 0 0 0,-1 0 1 0 0,0 0-1 0 0,-1 0 1 0 0,-6 13-1 0 0,-4 2 187 0 0,-1 0 0 0 0,-1-1 0 0 0,-2 0 0 0 0,-32 34 0 0 0,19-26-47 0 0,0-2-1 0 0,-2-1 0 0 0,-44 27 1 0 0,-3-2-3506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5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0 13363 0 0,'-23'7'874'0'0,"2"1"0"0"0,-1 0 0 0 0,1 2 0 0 0,0 1 0 0 0,1 0 0 0 0,0 2 0 0 0,-23 18 0 0 0,27-17-719 0 0,1 0 0 0 0,0 1 0 0 0,1 0 1 0 0,0 1-1 0 0,2 0 0 0 0,0 2 0 0 0,1-1 0 0 0,0 1 0 0 0,2 1 1 0 0,0-1-1 0 0,1 2 0 0 0,1-1 0 0 0,-7 30 0 0 0,9-22-85 0 0,2 0 0 0 0,0 1 0 0 0,2-1-1 0 0,1 1 1 0 0,1 0 0 0 0,2-1-1 0 0,0 1 1 0 0,2-1 0 0 0,1 0-1 0 0,14 38 1 0 0,-7-29 86 0 0,2-1 0 0 0,1 0 0 0 0,2-1 0 0 0,2-1 0 0 0,0-1-1 0 0,3-1 1 0 0,25 29 0 0 0,-35-47-143 0 0,0-1-1 0 0,0 0 0 0 0,1 0 1 0 0,1-2-1 0 0,0 0 0 0 0,0 0 1 0 0,1-1-1 0 0,0-1 0 0 0,0-1 1 0 0,1 0-1 0 0,0-1 1 0 0,1-1-1 0 0,-1-1 0 0 0,1 0 1 0 0,0-2-1 0 0,0 0 0 0 0,21 0 1 0 0,-22-2-422 0 0,-1-1 1 0 0,1-1 0 0 0,0-1 0 0 0,0 0-1 0 0,-1-1 1 0 0,29-11 0 0 0,-15 1-7519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6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16 13827 0 0,'0'-1'56'0'0,"-1"1"0"0"0,1 0 0 0 0,0 0-1 0 0,0-1 1 0 0,0 1 0 0 0,0 0 0 0 0,0 0 0 0 0,0-1 0 0 0,0 1 0 0 0,0 0 0 0 0,0-1-1 0 0,0 1 1 0 0,0 0 0 0 0,0 0 0 0 0,0-1 0 0 0,0 1 0 0 0,0 0 0 0 0,0 0 0 0 0,0-1-1 0 0,0 1 1 0 0,0 0 0 0 0,1-1 0 0 0,-1 1 0 0 0,0 0 0 0 0,0 0 0 0 0,0 0 0 0 0,0-1-1 0 0,0 1 1 0 0,1 0 0 0 0,-1 0 0 0 0,0 0 0 0 0,0-1 0 0 0,1 1 0 0 0,-1 0 0 0 0,0 0-1 0 0,0 0 1 0 0,1-1 0 0 0,14-3 1582 0 0,17 3 293 0 0,-16 3-1493 0 0,1 0 1 0 0,-1 1-1 0 0,0 1 1 0 0,0 1-1 0 0,0 0 0 0 0,0 2 1 0 0,-1-1-1 0 0,0 2 1 0 0,0 0-1 0 0,26 19 1 0 0,2 6 56 0 0,77 77 0 0 0,-50-32-335 0 0,43 39-55 0 0,-102-107-181 0 0,1 0-1 0 0,0-1 1 0 0,1-1-1 0 0,0 0 1 0 0,0 0 0 0 0,0-1-1 0 0,1-1 1 0 0,18 6-1 0 0,-28-11-158 0 0,0 0 0 0 0,-1 0 1 0 0,1 0-1 0 0,-1-1 0 0 0,1 1 0 0 0,0-1 0 0 0,0 0 0 0 0,-1 0 0 0 0,1 0 0 0 0,0-1 0 0 0,0 1 0 0 0,5-2 0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6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443 1 14283 0 0,'-25'3'763'0'0,"15"-3"283"0"0,-1 2 0 0 0,1-1 0 0 0,0 1 0 0 0,-13 5-1 0 0,19-5-778 0 0,0 0-1 0 0,-1 0 1 0 0,1 0-1 0 0,1 1 1 0 0,-1 0-1 0 0,0 0 1 0 0,0 0-1 0 0,1 0 1 0 0,0 0-1 0 0,0 1 1 0 0,0-1-1 0 0,-5 8 1 0 0,-45 74 166 0 0,3 3 1 0 0,4 1 0 0 0,4 2 0 0 0,-51 162-1 0 0,89-239-477 0 0,1-7-30 0 0,1-1 0 0 0,-1 1 0 0 0,2 0 1 0 0,-1 0-1 0 0,1 1 0 0 0,0-1 0 0 0,0 0 0 0 0,1 0 1 0 0,0 1-1 0 0,2 13 0 0 0,-1-21 41 0 0,-1 1 0 0 0,0-1 0 0 0,0 1 1 0 0,1-1-1 0 0,-1 1 0 0 0,0-1 0 0 0,0 1 0 0 0,1-1 0 0 0,-1 0 0 0 0,1 1 0 0 0,-1-1 1 0 0,0 0-1 0 0,1 1 0 0 0,-1-1 0 0 0,1 0 0 0 0,-1 0 0 0 0,1 1 0 0 0,-1-1 0 0 0,0 0 1 0 0,1 0-1 0 0,-1 0 0 0 0,1 1 0 0 0,-1-1 0 0 0,1 0 0 0 0,-1 0 0 0 0,1 0 0 0 0,0 0 0 0 0,-1 0 1 0 0,1 0-1 0 0,-1 0 0 0 0,1 0 0 0 0,-1 0 0 0 0,1-1 0 0 0,-1 1 0 0 0,1 0 0 0 0,-1 0 1 0 0,1 0-1 0 0,-1 0 0 0 0,0-1 0 0 0,1 1 0 0 0,-1 0 0 0 0,1-1 0 0 0,-1 1 0 0 0,1 0 1 0 0,-1-1-1 0 0,12-8-518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6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21 6449 0 0,'-23'-16'3851'0'0,"21"15"-3110"0"0,1 1-1 0 0,-1-1 0 0 0,0 0 1 0 0,0 1-1 0 0,1 0 0 0 0,-1-1 0 0 0,0 1 1 0 0,0 0-1 0 0,0 0 0 0 0,0 0 1 0 0,0 0-1 0 0,-3 0 0 0 0,6 2-587 0 0,-1-1 0 0 0,1 0 0 0 0,-1 0 0 0 0,1 0 0 0 0,-1 0 0 0 0,1 0 0 0 0,-1 0 0 0 0,1 0 0 0 0,0 0 0 0 0,0 0 0 0 0,-1 0 0 0 0,1 0 0 0 0,2 1 0 0 0,-3-2-56 0 0,31 33 618 0 0,7 6-407 0 0,-1 2 0 0 0,-2 2-1 0 0,39 61 1 0 0,-48-57-197 0 0,-2 2 1 0 0,-2 0-1 0 0,-2 2 1 0 0,-2 0-1 0 0,-2 1 0 0 0,11 72 1 0 0,-21-83 98 0 0,-1 1 0 0 0,-2 0 0 0 0,-2 0 0 0 0,-2 0 1 0 0,-2 0-1 0 0,-1 0 0 0 0,-3-1 0 0 0,-19 71 0 0 0,22-99-51 0 0,-1 0-1 0 0,-1 0 0 0 0,1-1 1 0 0,-11 15-1 0 0,13-22-301 0 0,0 0 1 0 0,-1-1-1 0 0,0 1 0 0 0,0-1 1 0 0,0 0-1 0 0,0 0 0 0 0,-1 0 1 0 0,1-1-1 0 0,-1 1 0 0 0,0-1 1 0 0,0 0-1 0 0,-7 3 1 0 0,-11-1-9020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7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 1 5065 0 0,'-4'1'1061'0'0,"0"0"1"0"0,0 0-1 0 0,0 0 1 0 0,0-1-1 0 0,0 0 0 0 0,0 0 1 0 0,0 0-1 0 0,-1 0 0 0 0,-5-2 1 0 0,7 2-729 0 0,0-1 1 0 0,-1 0 0 0 0,1 1 0 0 0,0 0-1 0 0,0 0 1 0 0,0 0 0 0 0,-1 0-1 0 0,1 0 1 0 0,0 1 0 0 0,0-1-1 0 0,0 1 1 0 0,0 0 0 0 0,0 0 0 0 0,0 0-1 0 0,0 0 1 0 0,0 1 0 0 0,0-1-1 0 0,0 1 1 0 0,-4 3 0 0 0,1 2-233 0 0,1-1 0 0 0,-1 1 0 0 0,1 1 0 0 0,1-1 0 0 0,-1 1 1 0 0,1-1-1 0 0,0 1 0 0 0,1 1 0 0 0,0-1 0 0 0,1 0 0 0 0,-1 1 0 0 0,0 10 0 0 0,-2 15 96 0 0,-1 57 0 0 0,5-53-69 0 0,3 0-1 0 0,1 0 0 0 0,2 0 1 0 0,1 0-1 0 0,20 62 0 0 0,-17-73-28 0 0,0-2-1 0 0,2 0 0 0 0,1 0 1 0 0,1-1-1 0 0,0 0 1 0 0,2-1-1 0 0,1-1 0 0 0,32 35 1 0 0,-31-41 32 0 0,2 0 1 0 0,0-1-1 0 0,1-1 0 0 0,0 0 1 0 0,1-2-1 0 0,0 0 0 0 0,1-2 1 0 0,33 12-1 0 0,-34-16-402 0 0,1 0 1 0 0,-1-1 0 0 0,40 3-1 0 0,-44-7-923 0 0,1-1-1 0 0,-1-1 1 0 0,0 0 0 0 0,0-1 0 0 0,21-6-1 0 0,-6-1-6816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8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23 308 5065 0 0,'-22'-46'17461'0'0,"59"66"-16889"0"0,-3 1-15 0 0,1 0-1 0 0,74 29 1 0 0,-99-45-448 0 0,2-1 1 0 0,-1-1-1 0 0,0 0 1 0 0,1-1-1 0 0,-1 0 1 0 0,1 0-1 0 0,0-2 0 0 0,-1 1 1 0 0,1-1-1 0 0,0-1 1 0 0,0 0-1 0 0,-1-1 1 0 0,1 0-1 0 0,22-8 1 0 0,-30 8-50 0 0,1 0 1 0 0,0 0 0 0 0,-1-1-1 0 0,1 0 1 0 0,-1 0 0 0 0,0 0-1 0 0,0 0 1 0 0,0-1 0 0 0,0 0-1 0 0,0 0 1 0 0,-1 0 0 0 0,0 0-1 0 0,0 0 1 0 0,0-1-1 0 0,0 1 1 0 0,-1-1 0 0 0,0 0-1 0 0,0 1 1 0 0,0-1 0 0 0,0 0-1 0 0,-1-1 1 0 0,2-8 0 0 0,-1-8-9 0 0,-1 0 0 0 0,-1 0 0 0 0,-1 0 0 0 0,-6-29 0 0 0,4 25-644 0 0,0-37-1 0 0,10 9-2758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8.3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0,'1'8'954'0'0,"0"0"-1"0"0,1 0 1 0 0,0-1-1 0 0,0 1 1 0 0,7 12 0 0 0,-1 0 243 0 0,3 10 80 0 0,0-1 0 0 0,2 0-1 0 0,2-1 1 0 0,0-1 0 0 0,21 27-1 0 0,-31-45-1074 0 0,-5-7-248 0 0,1-1 1 0 0,0 1-1 0 0,-1-1 0 0 0,1 1 1 0 0,0-1-1 0 0,0 1 1 0 0,0-1-1 0 0,0 1 0 0 0,0-1 1 0 0,1 0-1 0 0,-1 0 1 0 0,0 1-1 0 0,0-1 0 0 0,1 0 1 0 0,1 1-1 0 0,0-5-546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6:58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 13827 0 0,'0'-2'166'0'0,"-1"0"-1"0"0,1 0 1 0 0,1-1 0 0 0,-1 1-1 0 0,0 0 1 0 0,0 0 0 0 0,1 0-1 0 0,-1-1 1 0 0,1 1 0 0 0,0 0-1 0 0,0 0 1 0 0,0 0 0 0 0,0 0-1 0 0,0 0 1 0 0,0 0 0 0 0,0 1-1 0 0,1-1 1 0 0,-1 0 0 0 0,3-2-1 0 0,-2 3-22 0 0,0 0 0 0 0,0 0 0 0 0,0 1-1 0 0,-1-1 1 0 0,1 1 0 0 0,0-1-1 0 0,0 1 1 0 0,0 0 0 0 0,0 0 0 0 0,0 0-1 0 0,0 0 1 0 0,0 0 0 0 0,0 0-1 0 0,0 0 1 0 0,0 1 0 0 0,0-1 0 0 0,0 1-1 0 0,-1-1 1 0 0,1 1 0 0 0,0 0 0 0 0,0 0-1 0 0,-1 0 1 0 0,4 2 0 0 0,18 11 451 0 0,0 1 0 0 0,0 1 1 0 0,-2 1-1 0 0,0 1 0 0 0,23 26 1 0 0,-2 3 2 0 0,42 62-1 0 0,-74-93-473 0 0,0 0 0 0 0,-1 1-1 0 0,-1 1 1 0 0,0-1-1 0 0,-2 1 1 0 0,0 0 0 0 0,0 1-1 0 0,-2 0 1 0 0,-1-1-1 0 0,0 1 1 0 0,-1 0-1 0 0,-1 1 1 0 0,-1-1 0 0 0,-3 26-1 0 0,-3 6-445 0 0,-3 0 0 0 0,-2-1 0 0 0,-3 0-1 0 0,-21 53 1 0 0,20-62-8821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1.9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54 163 1840 0 0,'17'-63'1292'0'0,"-13"51"-605"0"0,0 0 1 0 0,0-1 0 0 0,-2 1 0 0 0,1 0 0 0 0,0-17 0 0 0,-3 29-597 0 0,0 0 0 0 0,0-1 1 0 0,0 1-1 0 0,0 0 0 0 0,0-1 1 0 0,0 1-1 0 0,0 0 0 0 0,0 0 0 0 0,0-1 1 0 0,0 1-1 0 0,0 0 0 0 0,0-1 1 0 0,0 1-1 0 0,0 0 0 0 0,0-1 0 0 0,0 1 1 0 0,0 0-1 0 0,0-1 0 0 0,-1 1 1 0 0,1 0-1 0 0,0 0 0 0 0,0-1 0 0 0,0 1 1 0 0,0 0-1 0 0,-1 0 0 0 0,1-1 1 0 0,0 1-1 0 0,0 0 0 0 0,-1 0 0 0 0,1 0 1 0 0,0-1-1 0 0,0 1 0 0 0,-1 0 1 0 0,1 0-1 0 0,0 0 0 0 0,-1 0 1 0 0,1 0-1 0 0,-1 0 0 0 0,-11 6 2076 0 0,-9 19-288 0 0,12-7-1624 0 0,1 1 1 0 0,1 0 0 0 0,0 0 0 0 0,2 1 0 0 0,0 0 0 0 0,1 0 0 0 0,1 0 0 0 0,1 1 0 0 0,1-1-1 0 0,0 1 1 0 0,2-1 0 0 0,0 0 0 0 0,2 1 0 0 0,0-1 0 0 0,8 28 0 0 0,-9-43-254 0 0,1 1 0 0 0,-1 0 0 0 0,1-1 0 0 0,0 1 0 0 0,0-1 0 0 0,0 0 1 0 0,1 0-1 0 0,0 0 0 0 0,0-1 0 0 0,0 1 0 0 0,0-1 0 0 0,1 0 0 0 0,0 0 0 0 0,0-1 1 0 0,0 1-1 0 0,0-1 0 0 0,0 0 0 0 0,1 0 0 0 0,0-1 0 0 0,-1 0 0 0 0,12 3 0 0 0,6 0 10 0 0,1-1-1 0 0,0-2 0 0 0,0 0 0 0 0,32-2 0 0 0,36 3 4 0 0,-89-3-14 0 0,0 0 1 0 0,0 1-1 0 0,0-1 1 0 0,0 1-1 0 0,0 0 0 0 0,0 0 1 0 0,0 0-1 0 0,0 0 1 0 0,0 0-1 0 0,-1 1 0 0 0,1-1 1 0 0,0 1-1 0 0,-1-1 1 0 0,1 1-1 0 0,-1 0 0 0 0,0 0 1 0 0,0 1-1 0 0,0-1 1 0 0,0 0-1 0 0,2 4 0 0 0,-2-3 6 0 0,-1 1-1 0 0,0-1 1 0 0,0 1-1 0 0,0-1 1 0 0,-1 1-1 0 0,0-1 0 0 0,1 1 1 0 0,-1 0-1 0 0,0-1 1 0 0,0 1-1 0 0,-1-1 1 0 0,1 1-1 0 0,-1 0 0 0 0,0-1 1 0 0,0 1-1 0 0,-2 5 1 0 0,-4 8 81 0 0,-1-1 0 0 0,0 1 0 0 0,-1-1 0 0 0,-1-1-1 0 0,0 0 1 0 0,-1 0 0 0 0,-1-1 0 0 0,0 0 0 0 0,-1-1 0 0 0,0 0 0 0 0,-1-1 0 0 0,-1-1 0 0 0,1 0 0 0 0,-2-1 0 0 0,0-1 0 0 0,-27 12 0 0 0,25-14-7483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2.5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36 437 8290 0 0,'1'1'137'0'0,"1"-1"0"0"0,0 0-1 0 0,-1 1 1 0 0,1-1 0 0 0,-1 0 0 0 0,1 0 0 0 0,0 0 0 0 0,-1 0 0 0 0,1 0 0 0 0,-1 0-1 0 0,1 0 1 0 0,0-1 0 0 0,-1 1 0 0 0,1-1 0 0 0,-1 1 0 0 0,1-1 0 0 0,-1 0 0 0 0,1 1-1 0 0,2-3 1 0 0,-1 1 148 0 0,0 0 0 0 0,-1-1 0 0 0,1 0 0 0 0,-1 1 0 0 0,1-1 0 0 0,-1 0 0 0 0,0 0 0 0 0,3-6 0 0 0,-1 2 131 0 0,-1-1 1 0 0,0 1-1 0 0,0-1 1 0 0,0 0-1 0 0,-1 0 1 0 0,-1 0-1 0 0,2-12 1 0 0,-2 4 22 0 0,-2 0 0 0 0,0 0 1 0 0,-5-26-1 0 0,5 35-343 0 0,-1 1 1 0 0,0-1-1 0 0,0 0 0 0 0,0 1 1 0 0,-1-1-1 0 0,0 1 0 0 0,0 0 0 0 0,-1 0 1 0 0,0 0-1 0 0,-8-10 0 0 0,11 15-65 0 0,1 1 0 0 0,-1-1 0 0 0,0 0 0 0 0,1 0 0 0 0,-1 1 0 0 0,0-1-1 0 0,0 1 1 0 0,0-1 0 0 0,0 1 0 0 0,0-1 0 0 0,1 1 0 0 0,-1-1 0 0 0,0 1 0 0 0,0 0-1 0 0,0 0 1 0 0,0-1 0 0 0,0 1 0 0 0,0 0 0 0 0,0 0 0 0 0,0 0 0 0 0,0 0 0 0 0,0 0 0 0 0,0 0-1 0 0,0 0 1 0 0,0 1 0 0 0,-2-1 0 0 0,1 1-8 0 0,0 1-1 0 0,0-1 1 0 0,0 0-1 0 0,0 1 1 0 0,1-1 0 0 0,-1 1-1 0 0,1-1 1 0 0,-1 1-1 0 0,1 0 1 0 0,-1-1 0 0 0,-1 5-1 0 0,-1 1-37 0 0,0 0-1 0 0,1 1 0 0 0,0 0 0 0 0,0-1 1 0 0,-2 14-1 0 0,4-14-13 0 0,1 0 1 0 0,-1 0-1 0 0,2 0 0 0 0,-1 0 0 0 0,1 0 0 0 0,0 0 1 0 0,0-1-1 0 0,1 1 0 0 0,0 0 0 0 0,0-1 1 0 0,1 1-1 0 0,0-1 0 0 0,0 0 0 0 0,0 0 0 0 0,1 0 1 0 0,0 0-1 0 0,0 0 0 0 0,0-1 0 0 0,1 0 0 0 0,0 0 1 0 0,7 6-1 0 0,-8-7 40 0 0,0-1-1 0 0,1 0 1 0 0,-1 0 0 0 0,0-1 0 0 0,1 1 0 0 0,0-1-1 0 0,-1 0 1 0 0,1 0 0 0 0,0-1 0 0 0,0 1 0 0 0,0-1-1 0 0,0 0 1 0 0,0-1 0 0 0,0 1 0 0 0,0-1 0 0 0,0 0-1 0 0,1 0 1 0 0,-1 0 0 0 0,0-1 0 0 0,0 0 0 0 0,0 0-1 0 0,0 0 1 0 0,0-1 0 0 0,0 1 0 0 0,0-1 0 0 0,-1 0-1 0 0,1-1 1 0 0,-1 1 0 0 0,7-5 0 0 0,-4 1 15 0 0,0 0 1 0 0,-1 0-1 0 0,1 0 1 0 0,-1-1-1 0 0,0 0 1 0 0,-1 0 0 0 0,0-1-1 0 0,8-13 1 0 0,-2-3 148 0 0,14-42 0 0 0,0-2 89 0 0,-24 67-255 0 0,-1-1-1 0 0,0 1 0 0 0,1-1 0 0 0,-1 1 1 0 0,1 0-1 0 0,0-1 0 0 0,-1 1 1 0 0,1 0-1 0 0,0 0 0 0 0,0-1 0 0 0,0 1 1 0 0,0 0-1 0 0,0 0 0 0 0,0 0 1 0 0,0 0-1 0 0,0 0 0 0 0,0 0 1 0 0,1 0-1 0 0,-1 1 0 0 0,0-1 0 0 0,1 0 1 0 0,-1 1-1 0 0,0-1 0 0 0,1 1 1 0 0,-1-1-1 0 0,1 1 0 0 0,-1 0 0 0 0,0-1 1 0 0,1 1-1 0 0,-1 0 0 0 0,1 0 1 0 0,-1 0-1 0 0,1 0 0 0 0,-1 0 1 0 0,1 1-1 0 0,-1-1 0 0 0,1 0 0 0 0,-1 1 1 0 0,1-1-1 0 0,-1 1 0 0 0,0-1 1 0 0,1 1-1 0 0,-1 0 0 0 0,0-1 0 0 0,0 1 1 0 0,1 0-1 0 0,-1 0 0 0 0,0 0 1 0 0,2 2-1 0 0,7 6 90 0 0,-1 1-1 0 0,0 0 1 0 0,0 0-1 0 0,9 17 1 0 0,-12-19-83 0 0,3 4-15 0 0,25 33 0 0 0,-32-42 0 0 0,1 0 0 0 0,-1-1 0 0 0,1 0 0 0 0,-1 1 0 0 0,1-1 0 0 0,0 0 0 0 0,0 0 0 0 0,0-1 0 0 0,0 1 0 0 0,0-1 0 0 0,0 1 0 0 0,0-1 0 0 0,4 1 0 0 0,-6-2-1 0 0,0 0 1 0 0,0 0-1 0 0,0-1 1 0 0,0 1 0 0 0,-1 0-1 0 0,1 0 1 0 0,0-1-1 0 0,0 1 1 0 0,0-1 0 0 0,0 1-1 0 0,0-1 1 0 0,-1 1-1 0 0,1-1 1 0 0,0 1 0 0 0,-1-1-1 0 0,1 1 1 0 0,0-1-1 0 0,-1 0 1 0 0,1 1-1 0 0,-1-1 1 0 0,1 0 0 0 0,-1 0-1 0 0,1 0 1 0 0,-1 1-1 0 0,1-1 1 0 0,-1 0 0 0 0,0 0-1 0 0,1 0 1 0 0,-1-1-1 0 0,9-33-25 0 0,-6 21 11 0 0,14-54 74 0 0,-14 50 31 0 0,1 0-1 0 0,1 0 1 0 0,1 0-1 0 0,0 0 1 0 0,1 1-1 0 0,11-20 1 0 0,-17 36-76 0 0,-1 0-1 0 0,1 1 1 0 0,-1-1 0 0 0,1 0-1 0 0,0 0 1 0 0,-1 1 0 0 0,1-1-1 0 0,0 0 1 0 0,-1 1 0 0 0,1-1-1 0 0,0 1 1 0 0,0-1 0 0 0,-1 1-1 0 0,1-1 1 0 0,0 1 0 0 0,0-1-1 0 0,0 1 1 0 0,0 0 0 0 0,0-1-1 0 0,0 1 1 0 0,-1 0 0 0 0,1 0-1 0 0,0 0 1 0 0,0 0 0 0 0,1 0-1 0 0,0 0 2 0 0,0 1-1 0 0,-1-1 0 0 0,1 1 1 0 0,-1 0-1 0 0,1-1 1 0 0,-1 1-1 0 0,1 0 0 0 0,-1 0 1 0 0,0 0-1 0 0,1 0 1 0 0,-1 1-1 0 0,0-1 0 0 0,2 2 1 0 0,5 7-15 0 0,-1 1 0 0 0,0 0 0 0 0,6 14 0 0 0,-4-9-125 0 0,-6-10-197 0 0,1 1 0 0 0,1-1 0 0 0,-1 0 1 0 0,1 0-1 0 0,0-1 0 0 0,0 0 0 0 0,1 1 0 0 0,-1-2 0 0 0,1 1 1 0 0,0-1-1 0 0,11 7 0 0 0,2-5-6778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2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85 6449 0 0,'5'-19'755'0'0,"-3"14"17"0"0,0 0 0 0 0,-1 0 1 0 0,0 0-1 0 0,0 0 1 0 0,0 0-1 0 0,0 0 1 0 0,-1-1-1 0 0,0 1 1 0 0,0 0-1 0 0,-1-6 1 0 0,1 11-697 0 0,-1 0 0 0 0,1-1 0 0 0,0 1 0 0 0,0 0 0 0 0,-1 0 0 0 0,1-1 0 0 0,0 1 0 0 0,0 0 0 0 0,-1 0 1 0 0,1 0-1 0 0,0-1 0 0 0,-1 1 0 0 0,1 0 0 0 0,0 0 0 0 0,0 0 0 0 0,-1 0 0 0 0,1 0 0 0 0,0 0 0 0 0,-1 0 0 0 0,1 0 0 0 0,0 0 0 0 0,-1 0 1 0 0,1 0-1 0 0,0 0 0 0 0,-1 0 0 0 0,1 0 0 0 0,0 0 0 0 0,-1 0 0 0 0,1 0 0 0 0,0 0 0 0 0,-1 0 0 0 0,1 1 0 0 0,0-1 0 0 0,-1 0 1 0 0,1 0-1 0 0,0 0 0 0 0,-1 0 0 0 0,1 1 0 0 0,0-1 0 0 0,0 0 0 0 0,0 0 0 0 0,-1 1 0 0 0,1-1 0 0 0,0 0 0 0 0,0 0 0 0 0,0 1 1 0 0,-1-1-1 0 0,1 1 0 0 0,-14 14 835 0 0,14-14-811 0 0,-23 28 625 0 0,1 1 0 0 0,-25 46-1 0 0,43-68-723 0 0,-1 1-1 0 0,1 0 1 0 0,1-1-1 0 0,-1 2 1 0 0,1-1-1 0 0,1 0 0 0 0,0 0 1 0 0,0 1-1 0 0,1-1 1 0 0,0 1-1 0 0,1-1 1 0 0,0 1-1 0 0,0 0 0 0 0,4 16 1 0 0,-4-23-31 0 0,1 0-1 0 0,0 0 1 0 0,0-1 0 0 0,0 1 0 0 0,0-1 0 0 0,1 1 0 0 0,-1-1-1 0 0,1 1 1 0 0,-1-1 0 0 0,1 1 0 0 0,0-1 0 0 0,0 0 0 0 0,0 0-1 0 0,0 0 1 0 0,0 0 0 0 0,0-1 0 0 0,1 1 0 0 0,-1 0 0 0 0,1-1-1 0 0,-1 0 1 0 0,1 1 0 0 0,-1-1 0 0 0,1 0 0 0 0,0 0 0 0 0,0-1-1 0 0,-1 1 1 0 0,1-1 0 0 0,0 1 0 0 0,0-1 0 0 0,0 0 0 0 0,0 0-1 0 0,-1 0 1 0 0,1 0 0 0 0,0-1 0 0 0,0 1 0 0 0,4-2 0 0 0,10-2-447 0 0,0-2 0 0 0,0 0 0 0 0,-1 0 0 0 0,27-16 0 0 0,-26 14 209 0 0,5-5-36 0 0,21-11-97 0 0,-41 23 402 0 0,0 0 0 0 0,0 0 0 0 0,1 1 0 0 0,-1-1 0 0 0,0 0 0 0 0,1 1-1 0 0,-1 0 1 0 0,1-1 0 0 0,-1 1 0 0 0,0 0 0 0 0,1 0 0 0 0,-1 0 0 0 0,1 1-1 0 0,-1-1 1 0 0,4 1 0 0 0,-5 0 49 0 0,0-1 0 0 0,-1 1 0 0 0,1-1 0 0 0,0 1 0 0 0,0-1 0 0 0,0 1 0 0 0,-1 0 1 0 0,1-1-1 0 0,0 1 0 0 0,0 0 0 0 0,-1-1 0 0 0,1 1 0 0 0,-1 0 0 0 0,1 0 0 0 0,-1 0 0 0 0,1 0 0 0 0,-1-1 0 0 0,1 1 0 0 0,-1 0 0 0 0,0 0 0 0 0,0 0 0 0 0,1 0 0 0 0,-1 0 0 0 0,0 1 0 0 0,-4 29 1068 0 0,-1-19-712 0 0,0 0 0 0 0,-11 19-1 0 0,-1-5-701 0 0,-1-1 0 0 0,-1 0-1 0 0,-27 25 1 0 0,20-22-4577 0 0,6-4-1878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3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 8754 0 0,'-2'0'236'0'0,"0"1"-1"0"0,0 0 1 0 0,0-1 0 0 0,0 1 0 0 0,0 0 0 0 0,1 0-1 0 0,-1 1 1 0 0,0-1 0 0 0,0 0 0 0 0,1 1-1 0 0,-1-1 1 0 0,1 1 0 0 0,-1-1 0 0 0,1 1-1 0 0,0 0 1 0 0,-1-1 0 0 0,1 1 0 0 0,0 0 0 0 0,0 0-1 0 0,0 0 1 0 0,1 0 0 0 0,-2 3 0 0 0,-15 47 3079 0 0,15-41-3015 0 0,1-1 1 0 0,0 1 0 0 0,1-1 0 0 0,0 1-1 0 0,1 0 1 0 0,0-1 0 0 0,0 1 0 0 0,1-1-1 0 0,5 14 1 0 0,-6-18-259 0 0,1-1 0 0 0,0 1 0 0 0,0 0 0 0 0,1-1-1 0 0,-1 0 1 0 0,1 1 0 0 0,0-1 0 0 0,1 0 0 0 0,-1-1 0 0 0,1 1 0 0 0,0 0-1 0 0,0-1 1 0 0,0 0 0 0 0,1 0 0 0 0,0 0 0 0 0,0-1 0 0 0,9 6 0 0 0,-12-8-17 0 0,0 0 0 0 0,0-1 1 0 0,0 1-1 0 0,0 0 0 0 0,0-1 1 0 0,1 1-1 0 0,-1-1 1 0 0,0 0-1 0 0,0 1 0 0 0,1-1 1 0 0,-1 0-1 0 0,0-1 0 0 0,0 1 1 0 0,1 0-1 0 0,-1-1 1 0 0,0 1-1 0 0,0-1 0 0 0,0 1 1 0 0,0-1-1 0 0,0 0 0 0 0,0 0 1 0 0,2-1-1 0 0,-1-1 16 0 0,-1 1-1 0 0,1 0 1 0 0,-1-1-1 0 0,0 0 0 0 0,0 1 1 0 0,0-1-1 0 0,0 0 1 0 0,-1 0-1 0 0,1 0 1 0 0,-1 0-1 0 0,1 0 1 0 0,-1 0-1 0 0,1-5 1 0 0,0-3 48 0 0,0-1 0 0 0,0 1 0 0 0,-1-1 0 0 0,-1 1 0 0 0,0-1 0 0 0,-1 0 0 0 0,-2-16 1 0 0,2 21-49 0 0,-1 0 1 0 0,0 0 0 0 0,-1 0 0 0 0,1 1 0 0 0,-1-1 0 0 0,0 1-1 0 0,-1 0 1 0 0,0 0 0 0 0,0 0 0 0 0,-8-9 0 0 0,10 13-129 0 0,0 0-1 0 0,0 0 1 0 0,0 0 0 0 0,0 1 0 0 0,0-1 0 0 0,-1 1 0 0 0,1-1 0 0 0,-1 1 0 0 0,1 0 0 0 0,-1 0-1 0 0,1 0 1 0 0,-1 0 0 0 0,0 1 0 0 0,1-1 0 0 0,-1 1 0 0 0,0-1 0 0 0,1 1 0 0 0,-1 0 0 0 0,0 0-1 0 0,0 0 1 0 0,1 0 0 0 0,-1 1 0 0 0,0-1 0 0 0,1 1 0 0 0,-1 0 0 0 0,0 0 0 0 0,1 0-1 0 0,-1 0 1 0 0,1 0 0 0 0,-5 2 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3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1 262 5529 0 0,'2'-1'634'0'0,"0"0"-1"0"0,0 0 1 0 0,1 1-1 0 0,-1-1 1 0 0,0 1 0 0 0,1 0-1 0 0,-1-1 1 0 0,0 1-1 0 0,1 0 1 0 0,-1 0-1 0 0,0 1 1 0 0,1-1 0 0 0,-1 0-1 0 0,0 1 1 0 0,0-1-1 0 0,1 1 1 0 0,1 1-1 0 0,0 0-171 0 0,-1 0 0 0 0,1 0-1 0 0,-1 1 1 0 0,1-1 0 0 0,-1 1-1 0 0,0 0 1 0 0,0 0-1 0 0,-1 0 1 0 0,4 4 0 0 0,4 8-358 0 0,0 1 0 0 0,-1 1 1 0 0,10 27-1 0 0,-8-19 550 0 0,-3-1-533 0 0,-8-20 189 0 0,-6-15 83 0 0,-2-5-122 0 0,1-1 0 0 0,1 1 1 0 0,1-1-1 0 0,0-1 0 0 0,1 1 0 0 0,1 0 0 0 0,1-1 0 0 0,1 0 1 0 0,0 0-1 0 0,1 1 0 0 0,3-27 0 0 0,0 26-965 0 0,0-1-1 0 0,8-21 1 0 0,-5 22-1349 0 0,1 1 1 0 0,12-22-1 0 0,5-3-5907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4.5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102 171 9674 0 0,'0'0'103'0'0,"0"-1"1"0"0,0 1-1 0 0,0-1 0 0 0,0 1 0 0 0,0-1 0 0 0,0 1 1 0 0,0-1-1 0 0,0 1 0 0 0,0-1 0 0 0,0 1 1 0 0,0-1-1 0 0,0 1 0 0 0,0-1 0 0 0,0 0 1 0 0,-1 1-1 0 0,1-1 0 0 0,0 1 0 0 0,0 0 0 0 0,-1-1 1 0 0,1 1-1 0 0,0-1 0 0 0,0 1 0 0 0,-1-1 1 0 0,1 1-1 0 0,-1 0 0 0 0,1-1 0 0 0,0 1 1 0 0,-1 0-1 0 0,1-1 0 0 0,-1 1 0 0 0,1 0 0 0 0,-1-1 1 0 0,-16 9 3004 0 0,-13 24-392 0 0,22-18-2516 0 0,1-1-1 0 0,1 1 1 0 0,1 1 0 0 0,0-1-1 0 0,1 1 1 0 0,0 0-1 0 0,1 0 1 0 0,1 0-1 0 0,-1 28 1 0 0,3-30-167 0 0,0-1 1 0 0,0 1-1 0 0,1 0 0 0 0,1-1 1 0 0,0 1-1 0 0,1-1 1 0 0,1 1-1 0 0,-1-1 1 0 0,2 0-1 0 0,0-1 0 0 0,0 1 1 0 0,9 12-1 0 0,-11-20-21 0 0,0 1 0 0 0,0-1 1 0 0,0 0-1 0 0,1 0 0 0 0,0-1 0 0 0,0 1 0 0 0,0-1 0 0 0,0 0 0 0 0,0 0 0 0 0,1 0 0 0 0,-1 0 0 0 0,1-1 0 0 0,0 0 1 0 0,0 0-1 0 0,0 0 0 0 0,0 0 0 0 0,0-1 0 0 0,0 0 0 0 0,0 0 0 0 0,1-1 0 0 0,-1 1 0 0 0,0-1 0 0 0,0 0 1 0 0,1 0-1 0 0,-1-1 0 0 0,0 0 0 0 0,0 0 0 0 0,1 0 0 0 0,-1 0 0 0 0,0-1 0 0 0,0 0 0 0 0,-1 0 0 0 0,10-5 1 0 0,-3 1-56 0 0,-1 0 1 0 0,0-1 0 0 0,0-1 0 0 0,0 0 0 0 0,-1 0 0 0 0,0 0 0 0 0,-1-1-1 0 0,0-1 1 0 0,0 1 0 0 0,-1-1 0 0 0,0-1 0 0 0,-1 1 0 0 0,8-20 0 0 0,-9 15-7 0 0,-2 1 1 0 0,0-1 0 0 0,0 0 0 0 0,-1 1-1 0 0,-1-18 1 0 0,-1 17 178 0 0,1 1 0 0 0,1 0 0 0 0,0-1 0 0 0,1 1 0 0 0,6-20 0 0 0,-9 34-100 0 0,0-1-1 0 0,0 1 1 0 0,1-1 0 0 0,-1 1-1 0 0,0-1 1 0 0,0 0-1 0 0,0 1 1 0 0,1-1-1 0 0,-1 1 1 0 0,0-1-1 0 0,0 1 1 0 0,1-1-1 0 0,-1 1 1 0 0,1 0 0 0 0,-1-1-1 0 0,0 1 1 0 0,1-1-1 0 0,-1 1 1 0 0,1 0-1 0 0,-1-1 1 0 0,1 1-1 0 0,-1 0 1 0 0,1 0 0 0 0,-1-1-1 0 0,1 1 1 0 0,-1 0-1 0 0,1 0 1 0 0,-1 0-1 0 0,1 0 1 0 0,-1-1-1 0 0,1 1 1 0 0,0 0 0 0 0,0 0-1 0 0,0 1-4 0 0,0 0-1 0 0,1-1 1 0 0,-1 1 0 0 0,0 0 0 0 0,0 0-1 0 0,0 0 1 0 0,0 0 0 0 0,0 0-1 0 0,0 0 1 0 0,0 0 0 0 0,0 0-1 0 0,0 1 1 0 0,0 0 0 0 0,24 53-87 0 0,-21-45 131 0 0,3 5-54 0 0,0 1-1 0 0,2-1 1 0 0,-1 0-1 0 0,13 14 1 0 0,-17-24-16 0 0,-1-1-1 0 0,1 0 1 0 0,0 0-1 0 0,0 0 1 0 0,0 0-1 0 0,0-1 1 0 0,1 0-1 0 0,-1 1 1 0 0,1-2-1 0 0,0 1 1 0 0,0 0-1 0 0,0-1 1 0 0,0 0-1 0 0,1 0 1 0 0,-1-1-1 0 0,10 2 1 0 0,-13-3-10 0 0,0 0 0 0 0,1-1-1 0 0,-1 1 1 0 0,0-1 0 0 0,0 1 0 0 0,1-1 0 0 0,-1 0 0 0 0,0 0-1 0 0,0 0 1 0 0,0 0 0 0 0,0 0 0 0 0,0-1 0 0 0,0 1-1 0 0,-1 0 1 0 0,1-1 0 0 0,0 0 0 0 0,-1 1 0 0 0,1-1 0 0 0,-1 0-1 0 0,1 0 1 0 0,-1 0 0 0 0,0 0 0 0 0,0 0 0 0 0,0 0 0 0 0,0 0-1 0 0,0 0 1 0 0,0-3 0 0 0,5-9 180 0 0,-2 0 0 0 0,6-29 1 0 0,-9 37-69 0 0,7-54-232 0 0,-7 46 97 0 0,0 0 0 0 0,1 0 0 0 0,0 0 0 0 0,1 0 0 0 0,1 0 0 0 0,0 1 0 0 0,1 0 0 0 0,0 0 0 0 0,9-14 0 0 0,-14 26 34 0 0,1 0-1 0 0,-1 1 1 0 0,1-1-1 0 0,0 0 1 0 0,0 1-1 0 0,-1-1 1 0 0,1 0-1 0 0,0 1 1 0 0,0-1-1 0 0,0 1 1 0 0,0-1-1 0 0,-1 1 1 0 0,1 0-1 0 0,0-1 1 0 0,0 1-1 0 0,0 0 1 0 0,0 0 0 0 0,0 0-1 0 0,0-1 1 0 0,0 1-1 0 0,0 0 1 0 0,0 0-1 0 0,0 0 1 0 0,0 0-1 0 0,0 1 1 0 0,0-1-1 0 0,0 0 1 0 0,0 0-1 0 0,0 1 1 0 0,0-1-1 0 0,0 0 1 0 0,0 1-1 0 0,-1-1 1 0 0,1 1-1 0 0,0-1 1 0 0,0 1-1 0 0,0 0 1 0 0,-1-1-1 0 0,2 2 1 0 0,34 33 187 0 0,-24-22-140 0 0,-5-6-48 0 0,0-1 1 0 0,1 1-1 0 0,0-2 0 0 0,0 1 1 0 0,1-1-1 0 0,-1-1 1 0 0,1 1-1 0 0,0-2 0 0 0,10 4 1 0 0,-16-6-17 0 0,1 0 0 0 0,-1-1 0 0 0,0 1 1 0 0,1-1-1 0 0,-1 0 0 0 0,0 1 0 0 0,1-2 0 0 0,-1 1 1 0 0,0 0-1 0 0,1-1 0 0 0,-1 1 0 0 0,0-1 1 0 0,1 0-1 0 0,-1 0 0 0 0,0-1 0 0 0,0 1 1 0 0,0 0-1 0 0,0-1 0 0 0,0 0 0 0 0,0 0 0 0 0,-1 0 1 0 0,1 0-1 0 0,-1 0 0 0 0,1 0 0 0 0,-1-1 1 0 0,0 1-1 0 0,0-1 0 0 0,0 0 0 0 0,3-5 0 0 0,0-1-134 0 0,-1 0-1 0 0,0-1 0 0 0,-1 1 0 0 0,0-1 0 0 0,-1 1 0 0 0,2-20 0 0 0,-2 18-75 0 0,0 1 0 0 0,0-1 0 0 0,1 1 0 0 0,0-1 0 0 0,5-9 0 0 0,-8 19 172 0 0,1 0 0 0 0,-1 0 1 0 0,1 0-1 0 0,-1 0 0 0 0,1 0 1 0 0,-1 0-1 0 0,1 0 1 0 0,0 0-1 0 0,-1 0 0 0 0,1 0 1 0 0,0 1-1 0 0,0-1 0 0 0,0 0 1 0 0,0 1-1 0 0,0-1 0 0 0,0 0 1 0 0,0 1-1 0 0,0-1 1 0 0,0 1-1 0 0,0 0 0 0 0,0-1 1 0 0,0 1-1 0 0,0 0 0 0 0,0 0 1 0 0,0-1-1 0 0,0 1 0 0 0,1 0 1 0 0,-1 0-1 0 0,0 0 1 0 0,0 0-1 0 0,2 1 0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5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1 138 9218 0 0,'0'-1'950'0'0,"1"1"-655"0"0,0-1 0 0 0,0 1 0 0 0,-1-1 1 0 0,1 1-1 0 0,0 0 0 0 0,0-1 1 0 0,0 1-1 0 0,1 0 0 0 0,-1 0 1 0 0,0-1-1 0 0,0 1 0 0 0,0 0 1 0 0,0 0-1 0 0,0 0 0 0 0,0 0 0 0 0,0 1 1 0 0,0-1-1 0 0,0 0 0 0 0,0 0 1 0 0,0 1-1 0 0,0-1 0 0 0,0 0 1 0 0,0 1-1 0 0,0-1 0 0 0,0 1 0 0 0,0-1 1 0 0,1 2-1 0 0,25 18 1561 0 0,-5 3-1418 0 0,-2 0 1 0 0,0 1-1 0 0,17 28 0 0 0,26 32 354 0 0,-73-95-706 0 0,-4-5 606 0 0,-24-35 0 0 0,33 44-586 0 0,1 0 0 0 0,0-1-1 0 0,0 1 1 0 0,1-1 0 0 0,0 0-1 0 0,1 0 1 0 0,0 0 0 0 0,0 0-1 0 0,-1-17 1 0 0,3 17-180 0 0,0-1 0 0 0,1 1 1 0 0,0-1-1 0 0,0 1 0 0 0,1-1 0 0 0,0 1 0 0 0,1 0 1 0 0,0-1-1 0 0,0 1 0 0 0,1 1 0 0 0,0-1 0 0 0,0 1 1 0 0,0-1-1 0 0,1 1 0 0 0,11-11 0 0 0,-11 12-332 0 0,0 1 0 0 0,1 0-1 0 0,0 0 1 0 0,0 1-1 0 0,0 0 1 0 0,1 0 0 0 0,0 0-1 0 0,-1 1 1 0 0,1 0 0 0 0,0 0-1 0 0,12-2 1 0 0,1 2-985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5.6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3 192 920 0 0,'0'-1'306'0'0,"-1"0"0"0"0,1 0 0 0 0,-1 0 0 0 0,1 0 0 0 0,0-1 0 0 0,0 1 0 0 0,0 0 0 0 0,-1 0 0 0 0,1 0 0 0 0,0 0 0 0 0,0-1 0 0 0,1 1 0 0 0,-1 0 0 0 0,0 0 0 0 0,0 0 0 0 0,0 0 0 0 0,1 0 0 0 0,-1 0 0 0 0,1 0 0 0 0,-1-1 0 0 0,1 1 0 0 0,-1 0 0 0 0,1 0 0 0 0,-1 1 0 0 0,1-1 0 0 0,0 0 0 0 0,0 0 0 0 0,0 0 0 0 0,-1 0 0 0 0,1 1 0 0 0,0-1 0 0 0,0 0 0 0 0,0 1-1 0 0,0-1 1 0 0,0 0 0 0 0,0 1 0 0 0,0 0 0 0 0,0-1 0 0 0,0 1 0 0 0,1-1 0 0 0,-1 1 0 0 0,1 0 0 0 0,1-1 62 0 0,0 1-1 0 0,0 0 1 0 0,1-1-1 0 0,-1 1 1 0 0,0 0-1 0 0,0 1 1 0 0,0-1-1 0 0,0 1 1 0 0,0-1-1 0 0,0 1 1 0 0,0 0-1 0 0,0 0 1 0 0,0 0-1 0 0,6 3 1 0 0,3 5-170 0 0,-1 0 0 0 0,0 1 0 0 0,0 0 0 0 0,-1 1 0 0 0,13 16 0 0 0,39 65 1190 0 0,-32-45-1125 0 0,-34-54-245 0 0,1 1-1 0 0,0-1 1 0 0,0-1 0 0 0,0 1 0 0 0,1 0 0 0 0,0-1 0 0 0,0 1-1 0 0,1-1 1 0 0,-1-9 0 0 0,1 1 13 0 0,1 1 0 0 0,1-1 0 0 0,0 0 0 0 0,6-25 0 0 0,-5 28-166 0 0,1 1-1 0 0,0 0 0 0 0,1 0 1 0 0,0 0-1 0 0,1 0 0 0 0,1 1 0 0 0,0-1 1 0 0,0 2-1 0 0,1-1 0 0 0,0 1 1 0 0,1 0-1 0 0,0 0 0 0 0,1 1 1 0 0,15-13-1 0 0,-5 9-7380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6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45 462 1840 0 0,'1'0'276'0'0,"0"-1"-1"0"0,0 1 1 0 0,0-1-1 0 0,0 1 0 0 0,0-1 1 0 0,0 1-1 0 0,-1-1 0 0 0,1 0 1 0 0,0 1-1 0 0,0-1 1 0 0,-1 0-1 0 0,1 0 0 0 0,0 1 1 0 0,-1-1-1 0 0,1 0 0 0 0,-1 0 1 0 0,1 0-1 0 0,-1 0 1 0 0,0 0-1 0 0,1-1 0 0 0,7-19 2592 0 0,4-40 1793 0 0,-11 40-3765 0 0,0-1 0 0 0,-1 0 1 0 0,-1 1-1 0 0,-7-42 1 0 0,7 61-848 0 0,1 1-1 0 0,0-1 1 0 0,0 0 0 0 0,-1 0-1 0 0,1 1 1 0 0,-1-1 0 0 0,1 0 0 0 0,-1 1-1 0 0,0-1 1 0 0,1 1 0 0 0,-1-1 0 0 0,0 1-1 0 0,0-1 1 0 0,0 1 0 0 0,0-1-1 0 0,-1 1 1 0 0,1 0 0 0 0,-3-3 0 0 0,3 4-50 0 0,0 0-1 0 0,1 0 1 0 0,-1 0 0 0 0,0 0 0 0 0,0 1 0 0 0,0-1 0 0 0,0 0 0 0 0,0 0 0 0 0,1 0 0 0 0,-1 1 0 0 0,0-1 0 0 0,0 0 0 0 0,0 1 0 0 0,1-1 0 0 0,-1 1 0 0 0,0-1 0 0 0,0 1 0 0 0,1-1 0 0 0,-1 1 0 0 0,0 0 0 0 0,1-1 0 0 0,-1 1 0 0 0,1 0 0 0 0,-1-1 0 0 0,0 2 0 0 0,-4 5-166 0 0,1 0 0 0 0,0 1 1 0 0,0-1-1 0 0,0 1 0 0 0,1-1 1 0 0,-3 12-1 0 0,4-12-60 0 0,1 1-1 0 0,0 0 1 0 0,0 0 0 0 0,0 0-1 0 0,1 1 1 0 0,0-1 0 0 0,1 0-1 0 0,0 0 1 0 0,0 0 0 0 0,0 0 0 0 0,4 9-1 0 0,-4-14 148 0 0,1 1 0 0 0,-1-1-1 0 0,1 0 1 0 0,-1 0 0 0 0,1 0-1 0 0,0 0 1 0 0,0 0 0 0 0,1 0-1 0 0,-1-1 1 0 0,1 1-1 0 0,-1-1 1 0 0,1 0 0 0 0,0 1-1 0 0,0-1 1 0 0,-1 0 0 0 0,2-1-1 0 0,-1 1 1 0 0,0 0 0 0 0,0-1-1 0 0,0 0 1 0 0,1 0 0 0 0,-1 0-1 0 0,1 0 1 0 0,-1 0 0 0 0,1-1-1 0 0,-1 1 1 0 0,8-1 0 0 0,-4 0 174 0 0,0-1 1 0 0,0 0-1 0 0,0 0 1 0 0,0 0 0 0 0,0-1-1 0 0,-1 0 1 0 0,1 0-1 0 0,0-1 1 0 0,-1 0-1 0 0,0 0 1 0 0,1 0-1 0 0,-1-1 1 0 0,0 0 0 0 0,-1 0-1 0 0,1 0 1 0 0,-1-1-1 0 0,0 0 1 0 0,0 0-1 0 0,5-7 1 0 0,1-3 307 0 0,-1 0 1 0 0,-1-1 0 0 0,-1 0-1 0 0,0 0 1 0 0,-1-1-1 0 0,7-23 1 0 0,-12 31-143 0 0,1 1-1 0 0,0 0 1 0 0,1 0 0 0 0,0 0 0 0 0,0 0-1 0 0,6-8 1 0 0,-9 15-223 0 0,0 0 0 0 0,0 0 0 0 0,0-1 0 0 0,0 1 0 0 0,0 0 0 0 0,1 0-1 0 0,-1 0 1 0 0,0 0 0 0 0,0 1 0 0 0,1-1 0 0 0,-1 0 0 0 0,1 1 0 0 0,-1-1 0 0 0,1 0 0 0 0,-1 1 0 0 0,1 0 0 0 0,-1-1 0 0 0,1 1-1 0 0,-1 0 1 0 0,1 0 0 0 0,-1 0 0 0 0,1 0 0 0 0,0 0 0 0 0,-1 0 0 0 0,1 0 0 0 0,-1 1 0 0 0,1-1 0 0 0,-1 0 0 0 0,1 1-1 0 0,-1-1 1 0 0,1 1 0 0 0,-1 0 0 0 0,0-1 0 0 0,1 1 0 0 0,-1 0 0 0 0,0 0 0 0 0,1 0 0 0 0,-1 0 0 0 0,0 0 0 0 0,0 0 0 0 0,2 3-1 0 0,3 2 25 0 0,0 1-1 0 0,-1 0 1 0 0,1 1-1 0 0,-1-1 1 0 0,-1 1-1 0 0,7 14 1 0 0,-7-14-132 0 0,0 0 0 0 0,0 0 0 0 0,1 0-1 0 0,1 0 1 0 0,8 10 0 0 0,-14-18 35 0 0,0 0 1 0 0,0 1-1 0 0,0-1 0 0 0,1 0 0 0 0,-1 0 0 0 0,0 0 0 0 0,0 0 0 0 0,0 0 0 0 0,0 1 0 0 0,1-1 0 0 0,-1 0 0 0 0,0 0 0 0 0,0 0 0 0 0,0 0 0 0 0,1 0 0 0 0,-1 0 0 0 0,0 0 0 0 0,0 0 0 0 0,0 0 0 0 0,1 1 0 0 0,-1-1 0 0 0,0 0 1 0 0,0 0-1 0 0,0 0 0 0 0,1 0 0 0 0,-1 0 0 0 0,0-1 0 0 0,0 1 0 0 0,1 0 0 0 0,-1 0 0 0 0,0 0 0 0 0,0 0 0 0 0,0 0 0 0 0,1 0 0 0 0,-1 0 0 0 0,0 0 0 0 0,0 0 0 0 0,1-1 0 0 0,3-10-878 0 0,0-22 4 0 0,-3 24 648 0 0,3-17 373 0 0,0 0-1 0 0,2 0 0 0 0,1 0 1 0 0,1 1-1 0 0,16-35 0 0 0,-23 58-47 0 0,-1 0-1 0 0,1 0 0 0 0,0 0 1 0 0,0 0-1 0 0,0 1 0 0 0,0-1 0 0 0,0 0 1 0 0,0 1-1 0 0,1-1 0 0 0,-1 0 0 0 0,1 1 1 0 0,-1 0-1 0 0,1-1 0 0 0,-1 1 0 0 0,1 0 1 0 0,0 0-1 0 0,0 0 0 0 0,0 0 1 0 0,-1 0-1 0 0,1 0 0 0 0,0 0 0 0 0,0 1 1 0 0,0-1-1 0 0,0 1 0 0 0,0-1 0 0 0,0 1 1 0 0,1 0-1 0 0,-1 0 0 0 0,0 0 0 0 0,0 0 1 0 0,3 0-1 0 0,-2 2-5 0 0,0-1 1 0 0,0 1-1 0 0,1-1 0 0 0,-1 1 1 0 0,0 0-1 0 0,0 0 1 0 0,-1 1-1 0 0,1-1 0 0 0,0 0 1 0 0,-1 1-1 0 0,1 0 1 0 0,-1-1-1 0 0,0 1 0 0 0,0 0 1 0 0,0 0-1 0 0,0 1 0 0 0,1 3 1 0 0,2 4-31 0 0,0-1 0 0 0,0 0 0 0 0,1 0 0 0 0,0 0 1 0 0,14 15-1 0 0,-17-23-168 0 0,0 1 0 0 0,0-1 0 0 0,0 0 0 0 0,0 0 1 0 0,0 0-1 0 0,0 0 0 0 0,1 0 0 0 0,-1-1 0 0 0,1 1 0 0 0,-1-1 1 0 0,1 0-1 0 0,-1 0 0 0 0,1-1 0 0 0,0 1 0 0 0,-1-1 0 0 0,1 1 1 0 0,0-1-1 0 0,0 0 0 0 0,-1-1 0 0 0,1 1 0 0 0,6-2 0 0 0,15-4-2225 0 0,1-3-3997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6.3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58 261 2288 0 0,'-34'-148'2464'0'0,"23"91"2076"0"0,-2 1 3334 0 0,15 90-3776 0 0,-1 0-3769 0 0,4 13-180 0 0,1-1 1 0 0,2 1-1 0 0,2-1 1 0 0,2-1-1 0 0,3 0 1 0 0,1 0-1 0 0,24 44 1 0 0,2-8-150 0 0,-22-43 0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6.5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1 135 6913 0 0,'4'-3'609'0'0,"2"0"-481"0"0,2 0-128 0 0,-2 0 0 0 0,2 0 576 0 0,4-3 88 0 0,7-3 16 0 0,16-6 8 0 0,12-3-488 0 0,4-2-96 0 0,-3 4-16 0 0,-2 4-8 0 0,-2 6-80 0 0,-8-2 0 0 0,-9-1 0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7.4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202 95 11058 0 0,'-2'0'193'0'0,"-1"0"0"0"0,1 0 0 0 0,-1 0 0 0 0,1 0 0 0 0,-1 0 0 0 0,1 1 0 0 0,0-1 0 0 0,-1 1 1 0 0,1 0-1 0 0,-1 0 0 0 0,1 0 0 0 0,0 0 0 0 0,0 0 0 0 0,0 0 0 0 0,-1 1 0 0 0,-2 2 0 0 0,-31 27 1120 0 0,24-17-1150 0 0,0 0 1 0 0,1 1 0 0 0,1 0 0 0 0,0 1-1 0 0,1 0 1 0 0,1 1 0 0 0,0-1-1 0 0,1 2 1 0 0,-6 23 0 0 0,7-17-136 0 0,0 1 0 0 0,2-1 1 0 0,1 1-1 0 0,0 1 0 0 0,2-1 0 0 0,3 34 1 0 0,-2-55-14 0 0,1-1 1 0 0,-1 1-1 0 0,1-1 1 0 0,-1 0-1 0 0,1 1 1 0 0,0-1-1 0 0,1 0 0 0 0,-1 1 1 0 0,0-1-1 0 0,1 0 1 0 0,0 0-1 0 0,0 0 1 0 0,0-1-1 0 0,0 1 1 0 0,0 0-1 0 0,0-1 1 0 0,1 1-1 0 0,-1-1 0 0 0,1 0 1 0 0,4 3-1 0 0,-4-3-11 0 0,-1-1-1 0 0,1 0 1 0 0,0-1-1 0 0,-1 1 1 0 0,1 0-1 0 0,0-1 1 0 0,0 0-1 0 0,0 1 1 0 0,0-1-1 0 0,0 0 1 0 0,-1-1-1 0 0,1 1 1 0 0,0 0-1 0 0,0-1 1 0 0,0 1-1 0 0,0-1 1 0 0,-1 0-1 0 0,1 0 1 0 0,0 0-1 0 0,-1-1 1 0 0,1 1-1 0 0,-1 0 1 0 0,1-1-1 0 0,3-3 1 0 0,8-7-134 0 0,0 0 1 0 0,-1-1-1 0 0,0-1 1 0 0,-1 0-1 0 0,0-1 1 0 0,-1 0-1 0 0,17-33 1 0 0,-6 5-390 0 0,30-87 1 0 0,-45 110 782 0 0,-1 1-1 0 0,-1-1 1 0 0,-1 0-1 0 0,0 0 1 0 0,-2 0-1 0 0,0-1 1 0 0,-1 1-1 0 0,-1 0 0 0 0,-1-1 1 0 0,-5-27-1 0 0,-1 31 788 0 0,-2 14 441 0 0,8 4-1432 0 0,0 0-1 0 0,0 0 0 0 0,0 0 0 0 0,0 0 1 0 0,0 0-1 0 0,1 0 0 0 0,-1 0 0 0 0,0 0 0 0 0,1 1 1 0 0,-1-1-1 0 0,1 0 0 0 0,-1 0 0 0 0,1 0 1 0 0,-1 1-1 0 0,1-1 0 0 0,0 0 0 0 0,0 0 1 0 0,0 1-1 0 0,0-1 0 0 0,0 0 0 0 0,0 3 0 0 0,1 20 1 0 0,1 1 0 0 0,1-1 0 0 0,1 0 0 0 0,1 0 0 0 0,15 40 0 0 0,-14-46-73 0 0,1-1 0 0 0,1 0 0 0 0,1-1 0 0 0,0 1-1 0 0,1-2 1 0 0,1 1 0 0 0,0-2 0 0 0,16 17 0 0 0,-21-25 73 0 0,0 0 0 0 0,0-1 1 0 0,1 0-1 0 0,0 0 0 0 0,0 0 0 0 0,0-1 1 0 0,1 0-1 0 0,-1 0 0 0 0,1-1 0 0 0,0 0 0 0 0,13 3 1 0 0,-20-6-69 0 0,0 0 0 0 0,0 0 0 0 0,0-1 1 0 0,0 1-1 0 0,0 0 0 0 0,0 0 0 0 0,1-1 1 0 0,-1 1-1 0 0,0-1 0 0 0,0 1 0 0 0,0-1 1 0 0,-1 1-1 0 0,1-1 0 0 0,0 0 0 0 0,0 1 1 0 0,0-1-1 0 0,0 0 0 0 0,0 0 0 0 0,-1 0 1 0 0,1 0-1 0 0,0 1 0 0 0,-1-1 0 0 0,1 0 1 0 0,-1 0-1 0 0,1 0 0 0 0,-1 0 0 0 0,1 0 1 0 0,-1-1-1 0 0,0 1 0 0 0,0 0 0 0 0,1 0 1 0 0,-1 0-1 0 0,0-1 0 0 0,4-45-373 0 0,-4 38 351 0 0,1-21 171 0 0,2 1 0 0 0,11-55 0 0 0,-12 74-105 0 0,1 0 1 0 0,1 0-1 0 0,-1 0 1 0 0,2 1-1 0 0,-1-1 1 0 0,1 1 0 0 0,1 0-1 0 0,-1 0 1 0 0,2 1-1 0 0,-1 0 1 0 0,13-13-1 0 0,-17 20-34 0 0,-1 0-1 0 0,0-1 0 0 0,1 1 0 0 0,-1 0 0 0 0,1 0 0 0 0,-1 0 0 0 0,1 0 0 0 0,0 0 0 0 0,-1 0 0 0 0,1 0 1 0 0,0 1-1 0 0,0-1 0 0 0,-1 1 0 0 0,1-1 0 0 0,0 1 0 0 0,0 0 0 0 0,0-1 0 0 0,0 1 0 0 0,0 0 1 0 0,-1 0-1 0 0,1 1 0 0 0,0-1 0 0 0,0 0 0 0 0,0 0 0 0 0,0 1 0 0 0,0-1 0 0 0,-1 1 0 0 0,1 0 0 0 0,0 0 1 0 0,-1-1-1 0 0,1 1 0 0 0,0 0 0 0 0,-1 0 0 0 0,1 1 0 0 0,-1-1 0 0 0,1 0 0 0 0,-1 0 0 0 0,0 1 1 0 0,1-1-1 0 0,0 2 0 0 0,6 8 13 0 0,-1 0 1 0 0,0 0-1 0 0,-1 0 1 0 0,9 23-1 0 0,-6-14 15 0 0,-4-8 15 0 0,1-1 0 0 0,0 0 0 0 0,1-1-1 0 0,0 0 1 0 0,1 0 0 0 0,16 17 0 0 0,-21-25-175 0 0,0 1 1 0 0,-1-1 0 0 0,1 0-1 0 0,0 0 1 0 0,1 0 0 0 0,-1 0 0 0 0,0 0-1 0 0,1-1 1 0 0,-1 1 0 0 0,0-1-1 0 0,1 0 1 0 0,0 0 0 0 0,-1 0-1 0 0,1-1 1 0 0,0 1 0 0 0,-1-1-1 0 0,1 0 1 0 0,0 0 0 0 0,-1 0 0 0 0,1-1-1 0 0,0 1 1 0 0,-1-1 0 0 0,1 0-1 0 0,0 0 1 0 0,-1 0 0 0 0,0 0-1 0 0,5-3 1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8.3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257 99 4609 0 0,'-1'-4'295'0'0,"1"1"-1"0"0,-1-1 1 0 0,0 1-1 0 0,-1 0 1 0 0,1-1-1 0 0,0 1 1 0 0,-1 0 0 0 0,0 0-1 0 0,0 0 1 0 0,0 0-1 0 0,0 0 1 0 0,0 0 0 0 0,-1 0-1 0 0,1 1 1 0 0,-1-1-1 0 0,-3-2 1 0 0,3 4-18 0 0,1-1 0 0 0,-1 1 1 0 0,0 0-1 0 0,1 0 0 0 0,-1 0 1 0 0,0 1-1 0 0,0-1 0 0 0,1 1 0 0 0,-1-1 1 0 0,0 1-1 0 0,0 0 0 0 0,0 0 0 0 0,1 0 1 0 0,-1 1-1 0 0,0-1 0 0 0,0 1 0 0 0,0-1 1 0 0,1 1-1 0 0,-1 0 0 0 0,0 0 1 0 0,1 0-1 0 0,-3 2 0 0 0,-3 2 57 0 0,0-1 0 0 0,1 2 0 0 0,-1-1-1 0 0,1 1 1 0 0,1 1 0 0 0,-1-1 0 0 0,1 1 0 0 0,0 0 0 0 0,1 0 0 0 0,-7 11-1 0 0,-2 7-41 0 0,1 0-1 0 0,-11 27 0 0 0,18-37-253 0 0,0 0 0 0 0,-6 29 0 0 0,12-42-47 0 0,-1 1-1 0 0,0-1 1 0 0,1 1 0 0 0,-1-1 0 0 0,1 1 0 0 0,0-1-1 0 0,0 1 1 0 0,0-1 0 0 0,0 1 0 0 0,0 0 0 0 0,1-1 0 0 0,-1 1-1 0 0,1-1 1 0 0,-1 1 0 0 0,1-1 0 0 0,0 1 0 0 0,0-1-1 0 0,0 0 1 0 0,1 1 0 0 0,-1-1 0 0 0,0 0 0 0 0,1 0-1 0 0,-1 0 1 0 0,1 0 0 0 0,0 0 0 0 0,3 3 0 0 0,-3-5-58 0 0,-1 1 1 0 0,1-1-1 0 0,0 1 1 0 0,0-1-1 0 0,-1 0 1 0 0,1 0-1 0 0,0 0 1 0 0,0 1-1 0 0,-1-2 1 0 0,1 1 0 0 0,0 0-1 0 0,0 0 1 0 0,-1-1-1 0 0,1 1 1 0 0,0 0-1 0 0,-1-1 1 0 0,1 0-1 0 0,0 1 1 0 0,-1-1-1 0 0,1 0 1 0 0,-1 0-1 0 0,1 0 1 0 0,-1 0-1 0 0,0 0 1 0 0,1 0 0 0 0,-1 0-1 0 0,0-1 1 0 0,0 1-1 0 0,0 0 1 0 0,0-1-1 0 0,2-2 1 0 0,4-6-146 0 0,0 0 1 0 0,-1 0-1 0 0,6-14 1 0 0,-12 24 216 0 0,22-63 551 0 0,-20 52-233 0 0,1 0 0 0 0,1 0 1 0 0,0 0-1 0 0,1 1 0 0 0,0-1 1 0 0,0 1-1 0 0,9-11 0 0 0,-14 20-292 0 0,0 1 0 0 0,1 0 0 0 0,-1-1 0 0 0,0 1 0 0 0,1-1 0 0 0,-1 1 0 0 0,0 0 0 0 0,1-1-1 0 0,-1 1 1 0 0,1 0 0 0 0,-1 0 0 0 0,1-1 0 0 0,-1 1 0 0 0,1 0 0 0 0,-1 0 0 0 0,1 0 0 0 0,-1 0-1 0 0,1 0 1 0 0,-1 0 0 0 0,1 0 0 0 0,-1 0 0 0 0,1 0 0 0 0,-1 0 0 0 0,1 0 0 0 0,-1 0 0 0 0,1 0-1 0 0,-1 0 1 0 0,1 0 0 0 0,-1 0 0 0 0,1 0 0 0 0,0 1 0 0 0,14 13 352 0 0,6 22-158 0 0,-21-36-213 0 0,3 7 28 0 0,28 49 124 0 0,-30-54-166 0 0,1 0 0 0 0,-1 1 0 0 0,1-1-1 0 0,0 0 1 0 0,0 0 0 0 0,0 0 0 0 0,0 0 0 0 0,0-1 0 0 0,0 1 0 0 0,0 0-1 0 0,1-1 1 0 0,-1 1 0 0 0,0-1 0 0 0,1 0 0 0 0,-1 0 0 0 0,1 0 0 0 0,0 0-1 0 0,-1 0 1 0 0,5 0 0 0 0,-7-1-30 0 0,1-1 1 0 0,0 1-1 0 0,-1 0 0 0 0,1 0 0 0 0,0-1 0 0 0,-1 1 1 0 0,1 0-1 0 0,-1-1 0 0 0,1 1 0 0 0,0 0 0 0 0,-1-1 1 0 0,1 1-1 0 0,-1-1 0 0 0,1 1 0 0 0,-1-1 0 0 0,0 1 1 0 0,1-1-1 0 0,-1 0 0 0 0,1 1 0 0 0,-1-1 1 0 0,0 1-1 0 0,0-1 0 0 0,1 0 0 0 0,-1 1 0 0 0,0-1 1 0 0,0 0-1 0 0,0 1 0 0 0,0-1 0 0 0,0-1 0 0 0,3-25-254 0 0,-3 17 249 0 0,2-5 93 0 0,1 0 1 0 0,0 1 0 0 0,0-1-1 0 0,1 1 1 0 0,1-1 0 0 0,9-16-1 0 0,-12 27-28 0 0,-1 1 0 0 0,1-1 0 0 0,0 1 0 0 0,0 0 0 0 0,0 0 0 0 0,1 0-1 0 0,-1 0 1 0 0,1 0 0 0 0,0 1 0 0 0,0-1 0 0 0,0 1 0 0 0,0-1 0 0 0,0 1-1 0 0,0 0 1 0 0,1 0 0 0 0,-1 1 0 0 0,0-1 0 0 0,1 1 0 0 0,0-1-1 0 0,-1 1 1 0 0,1 0 0 0 0,0 1 0 0 0,0-1 0 0 0,-1 1 0 0 0,1-1 0 0 0,0 1-1 0 0,0 0 1 0 0,0 1 0 0 0,0-1 0 0 0,3 1 0 0 0,-3 0-2 0 0,-1 1 0 0 0,0-1 0 0 0,0 0 1 0 0,1 1-1 0 0,-1-1 0 0 0,0 1 0 0 0,0 0 0 0 0,-1 0 1 0 0,1 1-1 0 0,0-1 0 0 0,-1 0 0 0 0,4 4 0 0 0,27 40 39 0 0,-27-36-104 0 0,0-1-1 0 0,1 0 1 0 0,10 11 0 0 0,-15-18-13 0 0,0 0 1 0 0,0-1-1 0 0,-1 1 1 0 0,2 0-1 0 0,-1-1 1 0 0,0 1-1 0 0,0-1 0 0 0,0 0 1 0 0,1 0-1 0 0,-1 1 1 0 0,1-2-1 0 0,-1 1 1 0 0,1 0-1 0 0,-1 0 1 0 0,1-1-1 0 0,-1 1 1 0 0,1-1-1 0 0,-1 0 0 0 0,1 0 1 0 0,4 0-1 0 0,-4-2 54 0 0,0 1-1 0 0,0 0 1 0 0,0-1-1 0 0,0 0 1 0 0,0 0-1 0 0,0 0 1 0 0,0 0-1 0 0,-1 0 1 0 0,1 0-1 0 0,-1-1 1 0 0,0 1-1 0 0,0-1 1 0 0,0 1-1 0 0,0-1 0 0 0,3-5 1 0 0,19-41 584 0 0,-20 36-386 0 0,2 2 0 0 0,0-1 1 0 0,0 1-1 0 0,9-12 0 0 0,-13 21-218 0 0,0-1-1 0 0,0 0 0 0 0,1 1 0 0 0,-1 0 0 0 0,1-1 0 0 0,0 1 0 0 0,-1 0 0 0 0,1 0 0 0 0,0 1 1 0 0,0-1-1 0 0,1 1 0 0 0,-1-1 0 0 0,0 1 0 0 0,0 0 0 0 0,1 0 0 0 0,-1 0 0 0 0,0 1 0 0 0,1-1 0 0 0,5 1 1 0 0,3 1-286 0 0,0 0 1 0 0,0 1 0 0 0,0 1 0 0 0,0 0 0 0 0,17 7-1 0 0,-15-5-1683 0 0,0 0 0 0 0,0-2-1 0 0,21 4 1 0 0,-20-6-3014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8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85 136 7370 0 0,'1'-9'506'0'0,"0"0"1"0"0,0 0 0 0 0,-2-18 0 0 0,1 21 193 0 0,-1 0-1 0 0,0 0 1 0 0,0 1 0 0 0,0-1-1 0 0,-1 0 1 0 0,0 1-1 0 0,0-1 1 0 0,0 1 0 0 0,-1 0-1 0 0,0 0 1 0 0,0 0-1 0 0,-4-6 1 0 0,7 11-621 0 0,0 0 0 0 0,-1-1-1 0 0,1 1 1 0 0,0 0 0 0 0,0 0 0 0 0,-1-1 0 0 0,1 1-1 0 0,0 0 1 0 0,0-1 0 0 0,-1 1 0 0 0,1 0 0 0 0,0 0-1 0 0,-1 0 1 0 0,1 0 0 0 0,0-1 0 0 0,-1 1 0 0 0,1 0 0 0 0,-1 0-1 0 0,1 0 1 0 0,0 0 0 0 0,-1 0 0 0 0,1 0 0 0 0,0 0-1 0 0,-1 0 1 0 0,1 0 0 0 0,-1 0 0 0 0,1 0 0 0 0,0 0-1 0 0,-1 0 1 0 0,1 0 0 0 0,0 0 0 0 0,-1 0 0 0 0,0 1 0 0 0,-7 11 927 0 0,-2 22-735 0 0,10-33-222 0 0,-9 62-564 0 0,2-1 1 0 0,2 76-1 0 0,8-109-2199 0 0,-3-29 2667 0 0,14-15-3133 0 0,-7-3 3557 0 0,6-12 815 0 0,18-32 1 0 0,-26 54-915 0 0,0 0 0 0 0,0 1-1 0 0,1-1 1 0 0,0 1 0 0 0,0 0 0 0 0,1 0-1 0 0,0 1 1 0 0,12-9 0 0 0,-18 14-224 0 0,1 0-1 0 0,-1 0 1 0 0,0 0-1 0 0,0 1 1 0 0,1-1-1 0 0,-1 0 1 0 0,1 1-1 0 0,-1-1 1 0 0,1 1-1 0 0,-1-1 1 0 0,1 1-1 0 0,-1 0 1 0 0,1-1 0 0 0,-1 1-1 0 0,1 0 1 0 0,0 0-1 0 0,-1 0 1 0 0,1 0-1 0 0,-1 1 1 0 0,1-1-1 0 0,-1 0 1 0 0,1 1-1 0 0,-1-1 1 0 0,1 1-1 0 0,1 0 1 0 0,-1 1-1 0 0,0 0 0 0 0,0-1 1 0 0,0 1-1 0 0,0 0 0 0 0,0 1 0 0 0,-1-1 0 0 0,1 0 1 0 0,-1 0-1 0 0,0 1 0 0 0,1-1 0 0 0,-1 1 0 0 0,0-1 1 0 0,1 4-1 0 0,1 5 36 0 0,0 1 1 0 0,-1-1-1 0 0,-1 1 1 0 0,1-1-1 0 0,-2 20 1 0 0,-2-11-68 0 0,-1 0 1 0 0,0-1-1 0 0,-2 1 0 0 0,0-1 0 0 0,-2 0 1 0 0,0-1-1 0 0,0 1 0 0 0,-2-1 1 0 0,-16 24-1 0 0,-2-2-935 0 0,-2-1 0 0 0,-57 60-1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09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85 183 6913 0 0,'4'-3'1150'0'0,"1"1"0"0"0,0-1 0 0 0,-1-1 0 0 0,0 1-1 0 0,0-1 1 0 0,0 0 0 0 0,5-5 0 0 0,-5 4-693 0 0,0 0 1 0 0,-1 0-1 0 0,0-1 1 0 0,0 1 0 0 0,0-1-1 0 0,3-9 1 0 0,-5 11-452 0 0,1 1-1 0 0,-1 0 1 0 0,-1-1 0 0 0,1 1 0 0 0,0-1-1 0 0,-1 1 1 0 0,0-1 0 0 0,0 1 0 0 0,0-1-1 0 0,0 1 1 0 0,-1-1 0 0 0,1 1 0 0 0,-1-1-1 0 0,0 1 1 0 0,0-1 0 0 0,0 1 0 0 0,0 0 0 0 0,-1-1-1 0 0,1 1 1 0 0,-1 0 0 0 0,0 0 0 0 0,0 0-1 0 0,0 0 1 0 0,0 1 0 0 0,-1-1 0 0 0,1 1-1 0 0,-6-5 1 0 0,7 6-3 0 0,-1 0 1 0 0,1 0-1 0 0,0 0 0 0 0,-1 0 1 0 0,1 1-1 0 0,-1-1 0 0 0,1 0 1 0 0,-1 1-1 0 0,1-1 0 0 0,-1 1 0 0 0,0 0 1 0 0,1 0-1 0 0,-1-1 0 0 0,1 1 1 0 0,-1 0-1 0 0,0 0 0 0 0,1 1 0 0 0,-1-1 1 0 0,0 0-1 0 0,-2 1 0 0 0,1 0 16 0 0,0 1-1 0 0,0-1 0 0 0,0 1 1 0 0,0-1-1 0 0,0 1 0 0 0,1 0 0 0 0,-1 0 1 0 0,0 1-1 0 0,-3 3 0 0 0,0 1 19 0 0,0 1-1 0 0,0 0 0 0 0,1 0 1 0 0,0 0-1 0 0,0 1 1 0 0,-3 9-1 0 0,4-7-24 0 0,1 0 0 0 0,0 0 0 0 0,1 0 0 0 0,0 0 0 0 0,1 1 0 0 0,0-1 0 0 0,1 0-1 0 0,0 1 1 0 0,1-1 0 0 0,0 0 0 0 0,1 0 0 0 0,0 0 0 0 0,1 0 0 0 0,0 0 0 0 0,1 0 0 0 0,0 0 0 0 0,0-1 0 0 0,1 0 0 0 0,1 0 0 0 0,6 10 0 0 0,-3-8-170 0 0,0 0 0 0 0,0 0-1 0 0,2-1 1 0 0,-1 0 0 0 0,1-1 0 0 0,1 0 0 0 0,0 0 0 0 0,0-2 0 0 0,1 1 0 0 0,0-2 0 0 0,0 1 0 0 0,1-2 0 0 0,0 0 0 0 0,23 7-1 0 0,-11-8-6293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3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324 41 4609 0 0,'0'-2'188'0'0,"1"1"-1"0"0,-1-1 1 0 0,0 1-1 0 0,0-1 1 0 0,0 1-1 0 0,0-1 1 0 0,0 1-1 0 0,0-1 1 0 0,-1 1-1 0 0,1-1 1 0 0,0 1 0 0 0,-1-1-1 0 0,1 1 1 0 0,-1-1-1 0 0,0 1 1 0 0,1 0-1 0 0,-1-1 1 0 0,0 1-1 0 0,0 0 1 0 0,0-1 0 0 0,0 1-1 0 0,0 0 1 0 0,0 0-1 0 0,0 0 1 0 0,0 0-1 0 0,0 0 1 0 0,-1 0-1 0 0,1 0 1 0 0,-3-1 0 0 0,-8 6 503 0 0,0 0 0 0 0,0 1 0 0 0,0 0 1 0 0,0 0-1 0 0,1 2 0 0 0,0-1 1 0 0,0 1-1 0 0,-12 11 0 0 0,-7 7 363 0 0,-38 42-1 0 0,55-55-602 0 0,2 1 0 0 0,-1 1 0 0 0,2 0 0 0 0,0 0 0 0 0,-12 23 0 0 0,20-33-455 0 0,0 0 1 0 0,1 0-1 0 0,-1 0 1 0 0,1 1 0 0 0,0-1-1 0 0,0 1 1 0 0,0-1-1 0 0,1 1 1 0 0,-1-1-1 0 0,1 1 1 0 0,0-1 0 0 0,1 1-1 0 0,-1-1 1 0 0,1 1-1 0 0,0-1 1 0 0,0 1-1 0 0,0-1 1 0 0,0 0 0 0 0,1 1-1 0 0,0-1 1 0 0,0 0-1 0 0,0 0 1 0 0,0 0-1 0 0,1 0 1 0 0,5 6 0 0 0,-1-3-13 0 0,0 1 0 0 0,1-2 1 0 0,0 1-1 0 0,1-1 1 0 0,-1 0-1 0 0,13 6 1 0 0,61 26-73 0 0,-53-26 12 0 0,-3 0-37 0 0,-1 1-1 0 0,0 0 0 0 0,38 30 1 0 0,-55-38 44 0 0,-1 1 0 0 0,0 1 0 0 0,0-1 0 0 0,0 1 0 0 0,-1 0 0 0 0,0 1 0 0 0,-1-1 1 0 0,1 1-1 0 0,-1 0 0 0 0,-1 1 0 0 0,0-1 0 0 0,0 1 0 0 0,0 0 0 0 0,3 16 0 0 0,-7-19 136 0 0,0 0-1 0 0,0-1 1 0 0,0 1 0 0 0,-1-1-1 0 0,0 1 1 0 0,0 0-1 0 0,0-1 1 0 0,-1 0-1 0 0,0 1 1 0 0,0-1 0 0 0,0 0-1 0 0,-1 0 1 0 0,0 0-1 0 0,0 0 1 0 0,0 0 0 0 0,0-1-1 0 0,-1 1 1 0 0,-6 5-1 0 0,3-3 107 0 0,0 0 0 0 0,0-1 0 0 0,0 0 1 0 0,-1 0-1 0 0,0-1 0 0 0,0 0 0 0 0,0 0 0 0 0,-1-1 0 0 0,1 0 0 0 0,-14 3 0 0 0,11-5-80 0 0,0-2 1 0 0,1 1-1 0 0,-1-1 1 0 0,0-1-1 0 0,0 0 1 0 0,0-1-1 0 0,0 0 1 0 0,0 0-1 0 0,-11-5 1 0 0,-31-6 203 0 0,35 10-191 0 0,12 1-86 0 0,-1 1 0 0 0,1 0 0 0 0,0 0 1 0 0,0 0-1 0 0,-1 1 0 0 0,1 0 1 0 0,0 0-1 0 0,-9 2 0 0 0,15-2-36 0 0,0 0-1 0 0,0 0 0 0 0,-1 0 1 0 0,1 0-1 0 0,0 0 0 0 0,0 0 1 0 0,0 0-1 0 0,0 0 1 0 0,0 1-1 0 0,0-1 0 0 0,0 0 1 0 0,0 0-1 0 0,0 0 0 0 0,0 0 1 0 0,0 0-1 0 0,0 0 1 0 0,0 0-1 0 0,0 0 0 0 0,0 0 1 0 0,0 1-1 0 0,-1-1 0 0 0,1 0 1 0 0,0 0-1 0 0,0 0 1 0 0,0 0-1 0 0,0 0 0 0 0,0 0 1 0 0,0 0-1 0 0,0 0 1 0 0,1 1-1 0 0,-1-1 0 0 0,0 0 1 0 0,0 0-1 0 0,0 0 0 0 0,0 0 1 0 0,0 0-1 0 0,0 0 1 0 0,0 0-1 0 0,0 0 0 0 0,0 0 1 0 0,0 1-1 0 0,0-1 0 0 0,0 0 1 0 0,0 0-1 0 0,0 0 1 0 0,0 0-1 0 0,0 0 0 0 0,1 0 1 0 0,-1 0-1 0 0,0 0 0 0 0,0 0 1 0 0,0 0-1 0 0,0 0 1 0 0,0 0-1 0 0,0 0 0 0 0,0 0 1 0 0,0 0-1 0 0,0 0 1 0 0,1 0-1 0 0,-1 0 0 0 0,0 0 1 0 0,0 0-1 0 0,0 0 0 0 0,0 0 1 0 0,0 0-1 0 0,0 0 1 0 0,0 0-1 0 0,1 0 0 0 0,-1 0 1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4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42 4609 0 0,'-16'10'361'0'0,"1"-1"1024"0"0,1 0-1 0 0,-1 1 1 0 0,-14 14 0 0 0,55-38 3973 0 0,5-4-4579 0 0,-13 7-499 0 0,-1 0 0 0 0,1 1 0 0 0,1 1 0 0 0,32-11 0 0 0,-42 17-661 0 0,1 1 0 0 0,-1 0-1 0 0,1 1 1 0 0,-1 0 0 0 0,11 0-1 0 0,-13 1-377 0 0,0 1 0 0 0,-1-1 0 0 0,1 2 0 0 0,-1-1 0 0 0,1 1 0 0 0,-1 0 0 0 0,0 0 0 0 0,8 4 0 0 0,-12-5 555 0 0,0 0 0 0 0,0 0 0 0 0,0 0 0 0 0,-1 1 1 0 0,1-1-1 0 0,0 0 0 0 0,-1 1 0 0 0,1 0 0 0 0,-1-1 0 0 0,1 1 0 0 0,-1 0 0 0 0,2 3 0 0 0,4 9 17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4.2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29 6449 0 0,'-3'3'343'0'0,"0"-1"1"0"0,0 1-1 0 0,1 0 0 0 0,-1 0 0 0 0,1 0 0 0 0,0 0 0 0 0,0 0 0 0 0,0 0 0 0 0,0 1 1 0 0,1-1-1 0 0,-1 1 0 0 0,1-1 0 0 0,-1 5 0 0 0,2-8-257 0 0,1 1 0 0 0,-1-1 0 0 0,0 0 0 0 0,1 1 0 0 0,-1-1 0 0 0,0 0 0 0 0,1 1 0 0 0,-1-1 0 0 0,1 0 0 0 0,-1 1 0 0 0,1-1 0 0 0,-1 0 0 0 0,1 0 0 0 0,-1 0 0 0 0,1 1 0 0 0,-1-1 0 0 0,1 0 0 0 0,-1 0 0 0 0,1 0 0 0 0,-1 0 0 0 0,1 0 0 0 0,-1 0 0 0 0,1 0 0 0 0,-1 0 0 0 0,1 0 0 0 0,-1 0 0 0 0,1 0 0 0 0,-1 0 0 0 0,1-1 0 0 0,-1 1 0 0 0,1 0 0 0 0,-1 0 1 0 0,1 0-1 0 0,-1-1 0 0 0,1 1 0 0 0,-1 0 0 0 0,0-1 0 0 0,1 1 0 0 0,21-10 836 0 0,94-49 352 0 0,-93 50-1875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4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75 4145 0 0,'-2'-54'5464'0'0,"2"34"712"0"0,0 136 525 0 0,-13 215-6766 0 0,6-239 81 0 0,2-10-120 0 0,-20 108 0 0 0,22-179 40 0 0,0 0 1 0 0,-1 1-1 0 0,0-1 0 0 0,-6 11 1 0 0,8-18-574 0 0,-1 1 0 0 0,0-1 1 0 0,1 0-1 0 0,-2 0 0 0 0,1 0 0 0 0,0 0 1 0 0,-5 3-1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5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96 6913 0 0,'-7'-16'445'0'0,"-9"-31"2314"0"0,15 44-2180 0 0,1 0 1 0 0,-1 0-1 0 0,1 0 0 0 0,0 0 0 0 0,0 0 0 0 0,0 1 1 0 0,0-1-1 0 0,1-4 0 0 0,0 7-484 0 0,-1-1 0 0 0,0 1 1 0 0,1 0-1 0 0,-1 0 0 0 0,1-1 1 0 0,-1 1-1 0 0,1 0 0 0 0,-1 0 0 0 0,1 0 1 0 0,0 0-1 0 0,-1 0 0 0 0,1-1 1 0 0,-1 1-1 0 0,1 0 0 0 0,-1 0 0 0 0,1 0 1 0 0,-1 1-1 0 0,1-1 0 0 0,-1 0 0 0 0,1 0 1 0 0,-1 0-1 0 0,1 0 0 0 0,-1 0 1 0 0,1 1-1 0 0,-1-1 0 0 0,1 0 0 0 0,-1 0 1 0 0,1 1-1 0 0,-1-1 0 0 0,1 0 1 0 0,-1 1-1 0 0,1-1 0 0 0,-1 0 0 0 0,0 1 1 0 0,1 0-1 0 0,20 14 292 0 0,-20-15-242 0 0,20 19 240 0 0,0 0 0 0 0,-1 1 0 0 0,33 43 0 0 0,43 77 113 0 0,-77-110-479 0 0,8 10 2 0 0,-3 1 0 0 0,36 80 1 0 0,-59-119-3 0 0,0 1 0 0 0,0-1 0 0 0,-1 1 0 0 0,1 0 1 0 0,-1-1-1 0 0,0 1 0 0 0,0-1 0 0 0,0 1 1 0 0,0 0-1 0 0,0-1 0 0 0,0 1 0 0 0,-1-1 0 0 0,1 1 1 0 0,-1-1-1 0 0,0 1 0 0 0,-2 4 0 0 0,1-2 50 0 0,-1-1-1 0 0,0 1 0 0 0,-1 0 0 0 0,1-1 0 0 0,-1 0 0 0 0,0 0 1 0 0,-6 6-1 0 0,-7 2 197 0 0,0 0 0 0 0,-1 0 0 0 0,-22 9 0 0 0,36-18-229 0 0,-31 12-100 0 0,0 0-1 0 0,-61 15 1 0 0,3-1-220 0 0,78-21-1725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5.7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10594 0 0,'-3'4'218'0'0,"1"-1"0"0"0,-1 1 0 0 0,0 0 0 0 0,1 0 0 0 0,0-1 0 0 0,0 1 0 0 0,0 1 0 0 0,1-1-1 0 0,-3 6 1 0 0,0 5-12 0 0,1-1 0 0 0,0 1 1 0 0,1 0-1 0 0,1 0 0 0 0,0 0 0 0 0,1-1 0 0 0,1 1 0 0 0,0 0 0 0 0,1 0 0 0 0,4 16 0 0 0,-3-17-166 0 0,0-1 0 0 0,1 0 1 0 0,1 1-1 0 0,0-2 0 0 0,1 1 1 0 0,0-1-1 0 0,1 0 0 0 0,0 0 0 0 0,1 0 1 0 0,1-1-1 0 0,9 11 0 0 0,-15-20-34 0 0,-1 0 0 0 0,1 1 0 0 0,-1-1 0 0 0,1 0 0 0 0,0 0-1 0 0,0-1 1 0 0,0 1 0 0 0,0 0 0 0 0,0-1 0 0 0,0 0 0 0 0,0 0-1 0 0,1 0 1 0 0,-1 0 0 0 0,0 0 0 0 0,1-1 0 0 0,-1 1 0 0 0,0-1-1 0 0,1 0 1 0 0,-1 0 0 0 0,0 0 0 0 0,1-1 0 0 0,-1 1 0 0 0,1-1 0 0 0,-1 1-1 0 0,4-3 1 0 0,-2 1 57 0 0,-1 0-1 0 0,0-1 0 0 0,0 1 1 0 0,0-1-1 0 0,0 0 0 0 0,0 0 0 0 0,-1 0 1 0 0,1-1-1 0 0,-1 1 0 0 0,0-1 1 0 0,0 0-1 0 0,0 0 0 0 0,-1 0 1 0 0,1 0-1 0 0,-1 0 0 0 0,0-1 1 0 0,2-5-1 0 0,-1-1 117 0 0,0 0 0 0 0,-1 0 1 0 0,0-1-1 0 0,-1 1 0 0 0,0-1 0 0 0,0 1 0 0 0,-2-1 1 0 0,1 1-1 0 0,-1-1 0 0 0,-1 1 0 0 0,0 0 0 0 0,-6-17 1 0 0,6 20-142 0 0,-1 1 0 0 0,1-1 0 0 0,-2 1 1 0 0,1-1-1 0 0,-1 1 0 0 0,0 1 0 0 0,0-1 1 0 0,-1 0-1 0 0,0 1 0 0 0,0 0 0 0 0,-1 0 1 0 0,0 1-1 0 0,0-1 0 0 0,0 1 1 0 0,0 0-1 0 0,-1 1 0 0 0,0 0 0 0 0,-12-6 1 0 0,15 9-183 0 0,1 0 0 0 0,0 0 0 0 0,-1 0 0 0 0,1 1 1 0 0,-1 0-1 0 0,1 0 0 0 0,-1 0 0 0 0,1 0 0 0 0,0 0 0 0 0,-1 1 1 0 0,1-1-1 0 0,-1 1 0 0 0,1 0 0 0 0,0 0 0 0 0,0 0 1 0 0,-1 0-1 0 0,1 1 0 0 0,0 0 0 0 0,0-1 0 0 0,0 1 1 0 0,1 0-1 0 0,-1 0 0 0 0,-4 4 0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6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29 920 0 0,'-12'-28'22280'0'0,"19"29"-22272"0"0,-6-1-7 0 0,1 1-1 0 0,0-1 0 0 0,0 0 0 0 0,0 1 1 0 0,0-1-1 0 0,0 1 0 0 0,0 0 0 0 0,0-1 0 0 0,-1 1 1 0 0,1 0-1 0 0,0 0 0 0 0,-1 0 0 0 0,1 0 0 0 0,0 1 1 0 0,-1-1-1 0 0,0 0 0 0 0,1 1 0 0 0,-1-1 0 0 0,0 1 1 0 0,0-1-1 0 0,2 3 0 0 0,13 32 1 0 0,11 40 0 0 0,-15-41-26 0 0,30 64 0 0 0,-37-90-25 0 0,0 1 1 0 0,1-1-1 0 0,1 0 1 0 0,-1-1 0 0 0,1 1-1 0 0,1-1 1 0 0,-1-1-1 0 0,1 0 1 0 0,1 0-1 0 0,17 11 1 0 0,-25-17-11 0 0,0 0 0 0 0,0-1-1 0 0,0 0 1 0 0,0 1 0 0 0,0-1 0 0 0,0 1 0 0 0,0-1 0 0 0,0 0 0 0 0,0 0-1 0 0,0 0 1 0 0,0 1 0 0 0,0-1 0 0 0,0 0 0 0 0,0 0 0 0 0,0 0 0 0 0,0-1-1 0 0,0 1 1 0 0,0 0 0 0 0,0 0 0 0 0,0 0 0 0 0,0-1 0 0 0,0 1 0 0 0,0-1-1 0 0,0 1 1 0 0,0-1 0 0 0,-1 1 0 0 0,1-1 0 0 0,0 1 0 0 0,0-1 0 0 0,0 0-1 0 0,0 1 1 0 0,-1-1 0 0 0,1 0 0 0 0,0 0 0 0 0,-1 0 0 0 0,1 1-1 0 0,-1-1 1 0 0,1 0 0 0 0,-1 0 0 0 0,1 0 0 0 0,-1 0 0 0 0,0 0 0 0 0,1 0-1 0 0,-1 0 1 0 0,0 0 0 0 0,0 0 0 0 0,0-2 0 0 0,3-9-323 0 0,-1 1 1 0 0,0-1-1 0 0,-1-16 1 0 0,0 17 273 0 0,19-187 503 0 0,-20 198-355 0 0,0-1-1 0 0,0 1 0 0 0,0-1 1 0 0,0 1-1 0 0,1-1 0 0 0,-1 1 1 0 0,0-1-1 0 0,1 1 1 0 0,-1-1-1 0 0,0 1 0 0 0,1-1 1 0 0,-1 1-1 0 0,0 0 0 0 0,1-1 1 0 0,-1 1-1 0 0,1 0 1 0 0,-1-1-1 0 0,1 1 0 0 0,-1 0 1 0 0,0-1-1 0 0,1 1 0 0 0,-1 0 1 0 0,1 0-1 0 0,0 0 0 0 0,-1-1 1 0 0,1 1-1 0 0,-1 0 1 0 0,1 0-1 0 0,-1 0 0 0 0,1 0 1 0 0,-1 0-1 0 0,1 0 0 0 0,-1 0 1 0 0,1 0-1 0 0,0 0 0 0 0,-1 0 1 0 0,1 1-1 0 0,-1-1 1 0 0,1 0-1 0 0,-1 0 0 0 0,1 0 1 0 0,-1 1-1 0 0,1-1 0 0 0,-1 0 1 0 0,1 0-1 0 0,-1 1 0 0 0,1-1 1 0 0,-1 1-1 0 0,0-1 1 0 0,1 1-1 0 0,34 22 303 0 0,-26-16-164 0 0,6 4 66 0 0,-1 0-1 0 0,19 20 1 0 0,-5-4-1302 0 0,3-2-4481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6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61 269 920 0 0,'-12'-68'-53'0'0,"-2"-13"4145"0"0,7 51-393 0 0,0 1 0 0 0,-13-31-1 0 0,23 81 131 0 0,2 13-3179 0 0,13 18-379 0 0,3-1 0 0 0,2-1 0 0 0,2-1 0 0 0,37 56-1 0 0,10 17-444 0 0,-39-56-1798 0 0,-19-34-5143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6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21 242 10594 0 0,'-1'0'42'0'0,"0"0"0"0"0,0 0-1 0 0,0 0 1 0 0,0-1-1 0 0,1 1 1 0 0,-1 0 0 0 0,0 0-1 0 0,0-1 1 0 0,0 1 0 0 0,0-1-1 0 0,1 1 1 0 0,-1 0 0 0 0,0-1-1 0 0,0 0 1 0 0,1 1-1 0 0,-1-1 1 0 0,0 1 0 0 0,1-1-1 0 0,-1 0 1 0 0,1 1 0 0 0,-1-1-1 0 0,1 0 1 0 0,-1 0 0 0 0,1 1-1 0 0,0-1 1 0 0,-1 0 0 0 0,1 0-1 0 0,0 0 1 0 0,-1 0-1 0 0,1-1 1 0 0,1 0 37 0 0,0 0-1 0 0,0 0 1 0 0,1 0 0 0 0,-1 0 0 0 0,1 0-1 0 0,-1 0 1 0 0,1 0 0 0 0,0 1-1 0 0,3-4 1 0 0,2-1 72 0 0,17-15 788 0 0,1 0 1 0 0,1 2-1 0 0,56-31 0 0 0,-50 33-1566 0 0,1 2-1 0 0,0 2 0 0 0,50-14 1 0 0,-68 23 585 0 0,1 1 1 0 0,-1 1 0 0 0,24-1-1 0 0,-34 4 53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7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28 777 8754 0 0,'-1'0'313'0'0,"-1"1"1"0"0,1-1 0 0 0,0 0-1 0 0,-1 0 1 0 0,1-1-1 0 0,-1 1 1 0 0,1 0 0 0 0,0 0-1 0 0,-1-1 1 0 0,1 1-1 0 0,0 0 1 0 0,-1-1-1 0 0,1 0 1 0 0,0 1 0 0 0,-1-1-1 0 0,1 0 1 0 0,0 0-1 0 0,-2-1 1 0 0,3 1-230 0 0,0 1 0 0 0,0-1 0 0 0,0 0 0 0 0,0 0 0 0 0,0 0 0 0 0,0 0 1 0 0,0 0-1 0 0,0 0 0 0 0,1 1 0 0 0,-1-1 0 0 0,0 0 0 0 0,0 0 0 0 0,1 0 0 0 0,-1 0 0 0 0,0 1 0 0 0,1-1 0 0 0,-1 0 0 0 0,1 0 0 0 0,-1 1 1 0 0,1-1-1 0 0,0 0 0 0 0,-1 1 0 0 0,1-1 0 0 0,0 1 0 0 0,-1-1 0 0 0,1 1 0 0 0,0-1 0 0 0,0 1 0 0 0,1-1 0 0 0,19-15 305 0 0,0 2-1 0 0,1 0 0 0 0,38-16 0 0 0,78-25 233 0 0,-64 27-169 0 0,256-94 466 0 0,362-84-1 0 0,-9-14-3266 0 0,-610 194 1230 0 0,-68 24 949 0 0,29-9-940 0 0,-32 10 976 0 0,-1 1-1 0 0,0-1 0 0 0,1 1 0 0 0,-1 0 0 0 0,0 0 0 0 0,1-1 0 0 0,-1 1 0 0 0,0 0 0 0 0,1 0 1 0 0,-1 0-1 0 0,1 1 0 0 0,-1-1 0 0 0,0 0 0 0 0,1 0 0 0 0,-1 1 0 0 0,0-1 0 0 0,1 1 0 0 0,-1-1 1 0 0,2 2-1 0 0,0 6-1000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7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 13475 0 0,'0'-1'52'0'0,"-1"1"1"0"0,0 0-1 0 0,0 0 0 0 0,1 0 1 0 0,-1 1-1 0 0,0-1 1 0 0,0 0-1 0 0,1 0 0 0 0,-1 0 1 0 0,0 0-1 0 0,0 1 1 0 0,1-1-1 0 0,-1 0 0 0 0,0 1 1 0 0,1-1-1 0 0,-1 0 1 0 0,1 1-1 0 0,-1-1 0 0 0,0 1 1 0 0,1-1-1 0 0,-1 1 1 0 0,1-1-1 0 0,-1 1 0 0 0,1 0 1 0 0,0-1-1 0 0,-1 1 1 0 0,1 0-1 0 0,0-1 0 0 0,-1 1 1 0 0,1 0-1 0 0,0-1 1 0 0,-1 1-1 0 0,1 0 0 0 0,0 0 1 0 0,0-1-1 0 0,0 1 1 0 0,0 0-1 0 0,0-1 0 0 0,0 2 1 0 0,-6 33 764 0 0,4 15 175 0 0,2-1 0 0 0,13 88 0 0 0,-3-43-290 0 0,3 42-940 0 0,-8-91-2113 0 0,1 0-3283 0 0,-3-29 504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8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93 920 0 0,'4'-26'-370'0'0,"9"-16"5061"0"0,-12 40-4491 0 0,0 1 0 0 0,-1-1-1 0 0,1 1 1 0 0,0 0-1 0 0,0-1 1 0 0,0 1 0 0 0,0 0-1 0 0,0 0 1 0 0,0-1 0 0 0,0 1-1 0 0,0 0 1 0 0,0 0 0 0 0,1 0-1 0 0,-1 0 1 0 0,0 1 0 0 0,1-1-1 0 0,-1 0 1 0 0,1 0 0 0 0,-1 1-1 0 0,1-1 1 0 0,-1 1 0 0 0,1-1-1 0 0,-1 1 1 0 0,1 0-1 0 0,-1 0 1 0 0,1 0 0 0 0,0 0-1 0 0,-1 0 1 0 0,1 0 0 0 0,-1 0-1 0 0,1 0 1 0 0,0 0 0 0 0,-1 1-1 0 0,1-1 1 0 0,-1 1 0 0 0,1-1-1 0 0,-1 1 1 0 0,0 0 0 0 0,1-1-1 0 0,2 3 1 0 0,15 10 648 0 0,0 1 0 0 0,-1 1-1 0 0,-1 0 1 0 0,0 1 0 0 0,25 33 0 0 0,-22-27-589 0 0,141 157 164 0 0,-159-178-393 0 0,-1 0-1 0 0,1 0 1 0 0,-1 1 0 0 0,0-1 0 0 0,0 0-1 0 0,1 1 1 0 0,-1-1 0 0 0,0 1-1 0 0,0 0 1 0 0,0-1 0 0 0,-1 1-1 0 0,1 0 1 0 0,0 0 0 0 0,-1-1 0 0 0,1 1-1 0 0,-1 0 1 0 0,1 0 0 0 0,-1 0-1 0 0,0 0 1 0 0,0 0 0 0 0,0-1-1 0 0,0 1 1 0 0,0 0 0 0 0,0 0 0 0 0,-1 0-1 0 0,1 0 1 0 0,-1 0 0 0 0,1-1-1 0 0,-2 4 1 0 0,-2 1 106 0 0,0-1 1 0 0,-1 0-1 0 0,0 0 0 0 0,1-1 0 0 0,-1 1 1 0 0,-1-1-1 0 0,-6 4 0 0 0,11-6-124 0 0,-35 20 250 0 0,0-1 1 0 0,-1-2 0 0 0,-1-1-1 0 0,-1-2 1 0 0,-80 22 0 0 0,169-83-14395 0 0,-31 30 11690 0 0,-1-2 1492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8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5985 0 0,'1'19'496'0'0,"1"1"1"0"0,2-1-1 0 0,5 23 0 0 0,0-2 671 0 0,-2-12 72 0 0,18 56 1 0 0,-20-72-5334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8.5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96 5529 0 0,'-2'-6'622'0'0,"0"0"0"0"0,0-1 0 0 0,0 1-1 0 0,1 0 1 0 0,-1-10 0 0 0,1 13-521 0 0,1 1 1 0 0,0-1-1 0 0,0 1 1 0 0,0 0 0 0 0,0-1-1 0 0,0 1 1 0 0,0 0-1 0 0,0-1 1 0 0,1 1-1 0 0,-1 0 1 0 0,1-1-1 0 0,0 1 1 0 0,0 0-1 0 0,0 0 1 0 0,0 0-1 0 0,0 0 1 0 0,0 0 0 0 0,2-2-1 0 0,-2 3-150 0 0,-1 1 0 0 0,1 0 0 0 0,0-1 0 0 0,-1 1 0 0 0,1 0 0 0 0,0-1 0 0 0,0 1 0 0 0,-1 0 0 0 0,1 0-1 0 0,0 0 1 0 0,0 0 0 0 0,-1 0 0 0 0,1 0 0 0 0,0 0 0 0 0,0 0 0 0 0,0 0 0 0 0,-1 0 0 0 0,1 0 0 0 0,0 0 0 0 0,0 0 0 0 0,-1 1 0 0 0,1-1 0 0 0,0 0 0 0 0,0 1 0 0 0,-1-1 0 0 0,1 0 0 0 0,0 1-1 0 0,-1-1 1 0 0,2 2 0 0 0,15 16-74 0 0,-7-2 123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8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87 5985 0 0,'3'0'174'0'0,"-1"1"0"0"0,0-1-1 0 0,1 1 1 0 0,-1 0 0 0 0,0 0-1 0 0,0 0 1 0 0,0 1 0 0 0,0-1-1 0 0,0 0 1 0 0,0 1 0 0 0,0 0 0 0 0,0-1-1 0 0,-1 1 1 0 0,1 0 0 0 0,0 0-1 0 0,-1 0 1 0 0,0 0 0 0 0,1 0-1 0 0,-1 0 1 0 0,0 0 0 0 0,0 0-1 0 0,1 3 1 0 0,3 6 282 0 0,-1 0 1 0 0,0 0-1 0 0,3 13 0 0 0,-4-5-359 0 0,-2-14-83 0 0,-1 0 1 0 0,1 0 0 0 0,0-1 0 0 0,0 1-1 0 0,0 0 1 0 0,0-1 0 0 0,1 1 0 0 0,0-1-1 0 0,0 1 1 0 0,0-1 0 0 0,4 5 0 0 0,-6-9-9 0 0,1 1 0 0 0,-1-1 1 0 0,0 0-1 0 0,1 0 1 0 0,-1 1-1 0 0,1-1 0 0 0,-1 0 1 0 0,0 0-1 0 0,1 0 1 0 0,-1 0-1 0 0,1 1 0 0 0,-1-1 1 0 0,1 0-1 0 0,-1 0 0 0 0,1 0 1 0 0,-1 0-1 0 0,1 0 1 0 0,-1 0-1 0 0,1 0 0 0 0,-1 0 1 0 0,1 0-1 0 0,-1-1 1 0 0,1 1-1 0 0,-1 0 0 0 0,0 0 1 0 0,1 0-1 0 0,-1 0 1 0 0,1-1-1 0 0,-1 1 0 0 0,1 0 1 0 0,-1 0-1 0 0,1-1 1 0 0,10-17 82 0 0,0-21-261 0 0,-5-20-299 0 0,0-8 910 0 0,-5 61-202 0 0,0 1-1 0 0,1-1 1 0 0,0 1-1 0 0,0 0 1 0 0,0 0-1 0 0,0 0 1 0 0,1 0-1 0 0,0 0 1 0 0,4-6-1 0 0,-6 9-126 0 0,0 1-1 0 0,0 0 0 0 0,0-1 0 0 0,0 1 0 0 0,1 0 1 0 0,-1 0-1 0 0,0 0 0 0 0,1 0 0 0 0,-1 0 0 0 0,0 0 0 0 0,1 0 1 0 0,-1 0-1 0 0,1 1 0 0 0,0-1 0 0 0,-1 0 0 0 0,1 1 1 0 0,-1 0-1 0 0,1-1 0 0 0,0 1 0 0 0,0 0 0 0 0,-1 0 0 0 0,4 0 1 0 0,-2 0-17 0 0,-1 1-1 0 0,1 0 1 0 0,-1 0 0 0 0,1 0 0 0 0,-1 0 0 0 0,0 1 0 0 0,0-1 0 0 0,0 1-1 0 0,1-1 1 0 0,-1 1 0 0 0,-1 0 0 0 0,1 0 0 0 0,2 2 0 0 0,6 8-64 0 0,-2 1 1 0 0,0 0 0 0 0,0 0 0 0 0,5 15 0 0 0,-11-26-76 0 0,22 43-2976 0 0,-14-31-2641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19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4 25349 0 0,'-6'-2'2473'0'0,"5"2"-2201"0"0,1-1-272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22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75 6057 0 0,'-1'0'43'0'0,"0"0"1"0"0,0 0-1 0 0,0-1 0 0 0,0 1 0 0 0,0 0 0 0 0,0-1 0 0 0,0 1 0 0 0,0-1 1 0 0,0 1-1 0 0,0-1 0 0 0,0 1 0 0 0,0-1 0 0 0,0 0 0 0 0,0 1 0 0 0,0-1 0 0 0,1 0 1 0 0,-1 0-1 0 0,1-12 5680 0 0,7 11-5284 0 0,26-8 2352 0 0,-32 10-2756 0 0,0 0-1 0 0,0-1 1 0 0,0 0-1 0 0,0 1 1 0 0,0-1 0 0 0,0 0-1 0 0,0 1 1 0 0,0-1-1 0 0,0 0 1 0 0,0 0-1 0 0,0 0 1 0 0,0 0 0 0 0,0 0-1 0 0,-1 0 1 0 0,1 0-1 0 0,0 0 1 0 0,-1 0 0 0 0,1 0-1 0 0,-1 0 1 0 0,1-1-1 0 0,-1 1 1 0 0,0 0-1 0 0,1 0 1 0 0,-1-3 0 0 0,13 33-126 0 0,-13-27 103 0 0,1 0 1 0 0,0-1 0 0 0,0 1-1 0 0,0 0 1 0 0,1-1 0 0 0,-1 1 0 0 0,0-1-1 0 0,0 1 1 0 0,1-1 0 0 0,-1 0-1 0 0,1 1 1 0 0,-1-1 0 0 0,1 0 0 0 0,0 0-1 0 0,-1 0 1 0 0,1 0 0 0 0,0 0-1 0 0,0-1 1 0 0,0 1 0 0 0,3 0 0 0 0,-12-10 397 0 0,2-1 0 0 0,-1 0 0 0 0,-6-20 0 0 0,11 20-278 0 0,5 7-41 0 0,8 11-50 0 0,27 31 31 0 0,-36-36-66 0 0,0 1 0 0 0,0-1 0 0 0,0 1 0 0 0,-1-1 0 0 0,1 1 0 0 0,-1 0 0 0 0,0 0 0 0 0,0 0 0 0 0,0 0 0 0 0,-1 0 0 0 0,2 9 0 0 0,-3-13-2 0 0,1 0-1 0 0,-1 0 1 0 0,0 0-1 0 0,0 0 1 0 0,0 0 0 0 0,0 1-1 0 0,0-1 1 0 0,0 0 0 0 0,0 0-1 0 0,0 0 1 0 0,0 0-1 0 0,0 1 1 0 0,0-1 0 0 0,0 0-1 0 0,0 0 1 0 0,0 0-1 0 0,0 0 1 0 0,0 1 0 0 0,0-1-1 0 0,0 0 1 0 0,0 0 0 0 0,0 0-1 0 0,0 0 1 0 0,0 1-1 0 0,0-1 1 0 0,0 0 0 0 0,0 0-1 0 0,-1 0 1 0 0,1 0-1 0 0,0 0 1 0 0,0 0 0 0 0,0 1-1 0 0,0-1 1 0 0,0 0 0 0 0,0 0-1 0 0,0 0 1 0 0,-1 0-1 0 0,1 0 1 0 0,0 0 0 0 0,0 0-1 0 0,0 0 1 0 0,0 1-1 0 0,-1-1 1 0 0,1 0 0 0 0,0 0-1 0 0,0 0 1 0 0,0 0-1 0 0,0 0 1 0 0,0 0 0 0 0,-1 0-1 0 0,1 0 1 0 0,0 0 0 0 0,0 0-1 0 0,0 0 1 0 0,-1 0-1 0 0,-8-10 449 0 0,-8-18 266 0 0,16 27-714 0 0,-8-22-2027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23:17:24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1976 21305,'1976'-1976'0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37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95 6233 0 0,'-7'1'91'0'0,"0"-1"0"0"0,0-1-1 0 0,0 1 1 0 0,-1-1-1 0 0,1-1 1 0 0,1 1 0 0 0,-1-1-1 0 0,0 0 1 0 0,-11-5 0 0 0,11 4 90 0 0,-1 0 1 0 0,1 0-1 0 0,-1 1 0 0 0,0 0 1 0 0,0 1-1 0 0,-11-1 1 0 0,15 2 53 0 0,0 0-1 0 0,0 1 1 0 0,0 0 0 0 0,0 0 0 0 0,1 0 0 0 0,-1 0-1 0 0,0 0 1 0 0,1 1 0 0 0,-1 0 0 0 0,1-1 0 0 0,-1 1-1 0 0,1 1 1 0 0,0-1 0 0 0,-5 5 0 0 0,10-9 52 0 0,1 1 0 0 0,0-1 0 0 0,-1 1 0 0 0,1 0 0 0 0,0 0 0 0 0,0 0 0 0 0,0 0 1 0 0,0 0-1 0 0,0 1 0 0 0,0-1 0 0 0,0 1 0 0 0,0 0 0 0 0,0 0 0 0 0,4 0 0 0 0,49 5 2149 0 0,-52-5-2069 0 0,15 1 162 0 0,0 0 0 0 0,38-4-1 0 0,21-1 90 0 0,-22 11 101 0 0,-42-4-618 0 0,0-1 0 0 0,1-1 1 0 0,-1 0-1 0 0,0-1 0 0 0,15-2 0 0 0,-1-2-40 0 0,-9 0-9 0 0,-1 2 1 0 0,1 0-1 0 0,-1 0 1 0 0,1 2-1 0 0,0 1 1 0 0,34 5 0 0 0,-33-4-13 0 0,0 0 0 0 0,-1-2 0 0 0,1 0 0 0 0,0-1 0 0 0,0-1 0 0 0,-1 0 0 0 0,27-8 0 0 0,-18 4 18 0 0,1 1-1 0 0,40 0 1 0 0,-42 3-29 0 0,36-5 1 0 0,-44 3-8 0 0,0 2 1 0 0,0 0-1 0 0,1 1 0 0 0,26 2 1 0 0,5 10 0 0 0,-42-8-20 0 0,1-1 1 0 0,0 0-1 0 0,-1 0 0 0 0,1-1 1 0 0,0-1-1 0 0,0 0 0 0 0,0 0 1 0 0,12-2-1 0 0,48-14 46 0 0,-50 10-23 0 0,0 1 1 0 0,1 1-1 0 0,-1 1 1 0 0,22 0-1 0 0,-16 2-33 0 0,39-8 0 0 0,-47 6-2 0 0,0 0-1 0 0,0 1 1 0 0,1 1-1 0 0,32 2 1 0 0,-14 6 17 0 0,-26-5 1 0 0,1 1-1 0 0,-1-2 0 0 0,0 0 1 0 0,1 0-1 0 0,-1-1 0 0 0,15-2 1 0 0,-7 0 3 0 0,-1 0 0 0 0,1 1 0 0 0,-1 1 0 0 0,1 1 1 0 0,-1 1-1 0 0,1 0 0 0 0,-1 2 0 0 0,28 7 0 0 0,20 5-53 0 0,86 9 1 0 0,-79-14 25 0 0,-56-8 12 0 0,-1 1 0 0 0,22 9 0 0 0,-26-8 0 0 0,0-1 1 0 0,0-1-1 0 0,0 0 1 0 0,1 0 0 0 0,24 1-1 0 0,1 0 24 0 0,-33-2-17 0 0,-1-1 0 0 0,1-1 0 0 0,0 1 0 0 0,-1-1 0 0 0,1 0 0 0 0,0 0 0 0 0,0 0-1 0 0,-1-1 1 0 0,1 1 0 0 0,0-1 0 0 0,-1 0 0 0 0,7-2 0 0 0,0-2-6 0 0,-6 2 32 0 0,0 1-1 0 0,0 0 0 0 0,1 0 1 0 0,-1 0-1 0 0,1 1 1 0 0,-1 0-1 0 0,10-1 1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0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18 245 3225 0 0,'11'0'135'0'0,"-1"0"-107"0"0,0 0 1 0 0,0-1 0 0 0,16-2 0 0 0,-22 2-43 0 0,0 0 0 0 0,-1-1 0 0 0,1 1 0 0 0,0-1 0 0 0,-1 0 0 0 0,1 0 0 0 0,-1 0 0 0 0,0 0 1 0 0,0 0-1 0 0,0-1 0 0 0,0 0 0 0 0,5-5 0 0 0,-4 3-3 0 0,6-6-24 0 0,0-1 0 0 0,12-20 0 0 0,-19 26 160 0 0,0 0-1 0 0,0-1 1 0 0,-1 1 0 0 0,0 0 0 0 0,0-1 0 0 0,-1 0 0 0 0,1 1 0 0 0,-1-12 0 0 0,0 15 52 0 0,-2-44-130 0 0,1 46 119 0 0,0-1-1 0 0,0 1 1 0 0,0 0-1 0 0,0 0 1 0 0,-1-1-1 0 0,1 1 1 0 0,0 0-1 0 0,-1 0 1 0 0,1 0-1 0 0,-1-1 1 0 0,1 1 0 0 0,-1 0-1 0 0,1 0 1 0 0,-1 0-1 0 0,0 0 1 0 0,0 0-1 0 0,1 0 1 0 0,-1 0-1 0 0,0 0 1 0 0,0 0-1 0 0,0 1 1 0 0,0-1-1 0 0,0 0 1 0 0,0 0-1 0 0,0 1 1 0 0,-1-1 0 0 0,1 1-1 0 0,0-1 1 0 0,0 1-1 0 0,0 0 1 0 0,0-1-1 0 0,-2 1 1 0 0,0 0 186 0 0,0 1 0 0 0,0-1 0 0 0,1 1 0 0 0,-1 0 0 0 0,0 0 0 0 0,1 1 1 0 0,-1-1-1 0 0,1 0 0 0 0,-1 1 0 0 0,1-1 0 0 0,0 1 0 0 0,-1 0 0 0 0,1 0 0 0 0,0 0 0 0 0,0 0 1 0 0,1 0-1 0 0,-4 4 0 0 0,-26 44 1851 0 0,30-49-2140 0 0,-11 24 488 0 0,0 1 0 0 0,2 1 0 0 0,1 0 0 0 0,-9 44 0 0 0,-10 115 320 0 0,27-184-851 0 0,-1 16 46 0 0,0 0 1 0 0,1 0 0 0 0,1 0 0 0 0,0-1-1 0 0,2 1 1 0 0,0 0 0 0 0,1 0 0 0 0,1-1-1 0 0,0 0 1 0 0,1 0 0 0 0,1 0 0 0 0,1 0-1 0 0,0-1 1 0 0,1 0 0 0 0,1 0 0 0 0,0-1-1 0 0,2-1 1 0 0,-1 1 0 0 0,2-2-1 0 0,0 1 1 0 0,25 21 0 0 0,-11-15 131 0 0,0-1 1 0 0,1-1-1 0 0,0-1 0 0 0,37 15 1 0 0,28 6-1123 0 0,4-6-5331 0 0,-67-23-1001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1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22 3681 0 0,'-39'-17'9127'0'0,"40"16"-8908"0"0,0 0 0 0 0,0 1 0 0 0,0-1 0 0 0,0 1 0 0 0,0-1 0 0 0,1 1 0 0 0,-1 0 0 0 0,0 0 1 0 0,0-1-1 0 0,0 1 0 0 0,1 0 0 0 0,-1 0 0 0 0,0 0 0 0 0,0 0 0 0 0,1 0 0 0 0,-1 0 0 0 0,0 1 0 0 0,2-1 0 0 0,5 1-22 0 0,-1 0 0 0 0,1 0 0 0 0,0 1 0 0 0,-1 0 0 0 0,1 0-1 0 0,-1 1 1 0 0,0 0 0 0 0,0 0 0 0 0,0 0 0 0 0,0 1 0 0 0,-1 0 0 0 0,1 1-1 0 0,-1-1 1 0 0,0 1 0 0 0,0 0 0 0 0,-1 1 0 0 0,9 10 0 0 0,7 11 89 0 0,0 1 1 0 0,27 52-1 0 0,-26-43 2 0 0,36 52-30 0 0,-33-54-91 0 0,-2 1 1 0 0,20 43 0 0 0,-37-67-109 0 0,0 1 0 0 0,-2 1-1 0 0,0-1 1 0 0,0 1 0 0 0,-1 0 0 0 0,-1-1 0 0 0,0 1-1 0 0,-1 0 1 0 0,-1 0 0 0 0,-1 21 0 0 0,-5 3 59 0 0,-1-1 0 0 0,-2 0-1 0 0,-2-1 1 0 0,-1 0 0 0 0,-2 0 0 0 0,-2-2 0 0 0,-1 0-1 0 0,-29 45 1 0 0,40-70-257 0 0,-1 2-154 0 0,0 0 1 0 0,0-1-1 0 0,-1 0 0 0 0,0-1 0 0 0,-1 0 0 0 0,-16 14 1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4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94 4609 0 0,'5'-1'346'0'0,"0"-1"0"0"0,0 0-1 0 0,0 0 1 0 0,0 0 0 0 0,-1 0 0 0 0,1-1 0 0 0,-1 0-1 0 0,0 0 1 0 0,4-3 0 0 0,11-7 877 0 0,50-21 1220 0 0,-21 18-3616 0 0,-30 12-2658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4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7834 0 0,'19'-10'2016'0'0,"182"-74"129"0"0,-178 75-2145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5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141 438 5985 0 0,'-113'61'2351'0'0,"85"-45"27"0"0,43-24 3719 0 0,-11 5-5847 0 0,1 1 0 0 0,-1 0-1 0 0,1 0 1 0 0,0 1-1 0 0,0 0 1 0 0,0-1-1 0 0,0 2 1 0 0,6-2-1 0 0,7 1-29 0 0,0 0 0 0 0,0-2-1 0 0,0 0 1 0 0,0-1-1 0 0,0-1 1 0 0,-1-1-1 0 0,29-14 1 0 0,-39 18-134 0 0,492-154 1282 0 0,-98 37-927 0 0,-376 110-386 0 0,106-38 52 0 0,234-52 0 0 0,-336 93-96 0 0,-15 2-3 0 0,1 1 0 0 0,27-1 0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7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38 121 8754 0 0,'-37'12'7458'0'0,"53"-19"-6524"0"0,218-99 203 0 0,-202 93-3877 0 0,-18 7-2993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7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5985 0 0,'-6'2'466'0'0,"1"0"1"0"0,0 1-1 0 0,0 0 0 0 0,0 0 0 0 0,0 0 0 0 0,0 1 0 0 0,0-1 1 0 0,1 1-1 0 0,0 0 0 0 0,0 1 0 0 0,0-1 0 0 0,0 1 0 0 0,0 0 1 0 0,1 0-1 0 0,0 0 0 0 0,-4 10 0 0 0,2-7-97 0 0,2 1 1 0 0,-1 0-1 0 0,1 0 0 0 0,0 0 0 0 0,1 1 0 0 0,0-1 1 0 0,0 1-1 0 0,1-1 0 0 0,0 19 0 0 0,1-25-291 0 0,1 0 1 0 0,-1 0-1 0 0,1 1 0 0 0,0-1 0 0 0,0 0 0 0 0,0-1 0 0 0,0 1 0 0 0,0 0 0 0 0,0 0 0 0 0,1 0 0 0 0,0-1 0 0 0,-1 1 0 0 0,1 0 0 0 0,0-1 0 0 0,0 0 0 0 0,0 1 0 0 0,1-1 0 0 0,2 2 0 0 0,0-1 21 0 0,0 0 0 0 0,0 0-1 0 0,0-1 1 0 0,0 0 0 0 0,0 0 0 0 0,0 0 0 0 0,1-1-1 0 0,-1 0 1 0 0,9 1 0 0 0,7 0 129 0 0,-1-2-1 0 0,1-1 1 0 0,0 0 0 0 0,27-6-1 0 0,-21 0-30 0 0,16-3 67 0 0,-40 10-243 0 0,-1 0 0 0 0,1-1 0 0 0,-1 1 1 0 0,0 0-1 0 0,1 0 0 0 0,-1 1 0 0 0,1-1 0 0 0,-1 0 1 0 0,1 1-1 0 0,-1 0 0 0 0,0-1 0 0 0,1 1 0 0 0,2 2 1 0 0,-4-2-14 0 0,0 0 1 0 0,0 0 0 0 0,0 0 0 0 0,0 1-1 0 0,0-1 1 0 0,0 1 0 0 0,-1-1 0 0 0,1 1 0 0 0,0-1-1 0 0,-1 1 1 0 0,1-1 0 0 0,-1 1 0 0 0,0-1-1 0 0,1 1 1 0 0,-1 0 0 0 0,0-1 0 0 0,0 1-1 0 0,0-1 1 0 0,0 1 0 0 0,0 0 0 0 0,-1-1-1 0 0,1 1 1 0 0,0-1 0 0 0,-1 1 0 0 0,0 2-1 0 0,-15 41 190 0 0,15-44-193 0 0,-37 74-305 0 0,1-5-1740 0 0,19-21-2448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8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0 229 10594 0 0,'1'-2'182'0'0,"1"0"0"0"0,-1 1 0 0 0,0-1 0 0 0,1 0 0 0 0,-1 1 0 0 0,1-1 0 0 0,0 1-1 0 0,-1 0 1 0 0,1-1 0 0 0,0 1 0 0 0,0 0 0 0 0,0 0 0 0 0,0 0 0 0 0,0 0 0 0 0,0 1 0 0 0,0-1 0 0 0,0 1-1 0 0,0-1 1 0 0,0 1 0 0 0,1-1 0 0 0,-1 1 0 0 0,0 0 0 0 0,0 0 0 0 0,0 0 0 0 0,0 0 0 0 0,1 1 0 0 0,-1-1-1 0 0,0 1 1 0 0,0-1 0 0 0,0 1 0 0 0,0 0 0 0 0,0-1 0 0 0,3 3 0 0 0,-1-1 85 0 0,0 0 0 0 0,0 1 1 0 0,1 0-1 0 0,-2 0 0 0 0,1 0 1 0 0,0 0-1 0 0,-1 0 0 0 0,1 1 1 0 0,-1 0-1 0 0,0 0 0 0 0,0 0 1 0 0,0 0-1 0 0,-1 0 0 0 0,3 7 0 0 0,21 68 22 0 0,-25-79-302 0 0,-1 0 1 0 0,1 0-1 0 0,-1 0 1 0 0,0 0-1 0 0,1 0 1 0 0,-1 0-1 0 0,1 0 1 0 0,-1 0-1 0 0,0 0 1 0 0,1-1-1 0 0,-1 1 1 0 0,0 0 0 0 0,1 0-1 0 0,-1 0 1 0 0,0-1-1 0 0,1 1 1 0 0,-1 0-1 0 0,0 0 1 0 0,1-1-1 0 0,-1 1 1 0 0,0 0-1 0 0,0-1 1 0 0,1 1-1 0 0,-1 0 1 0 0,0-1 0 0 0,0 1-1 0 0,0 0 1 0 0,1-1-1 0 0,-1 1 1 0 0,0-1-1 0 0,0 1 1 0 0,0 0-1 0 0,0-1 1 0 0,0 0-1 0 0,9-16-591 0 0,11-51-570 0 0,-18 56 1148 0 0,1 0 0 0 0,0 1 1 0 0,1-1-1 0 0,0 0 0 0 0,1 1 0 0 0,9-16 0 0 0,-13 26 51 0 0,0 0-1 0 0,0-1 0 0 0,-1 1 0 0 0,1 0 1 0 0,0 0-1 0 0,0 0 0 0 0,0 0 0 0 0,0 0 1 0 0,0 0-1 0 0,0 1 0 0 0,1-1 0 0 0,-1 0 1 0 0,0 0-1 0 0,0 1 0 0 0,0-1 0 0 0,1 1 1 0 0,-1-1-1 0 0,0 1 0 0 0,1 0 0 0 0,-1-1 1 0 0,1 1-1 0 0,-1 0 0 0 0,0 0 0 0 0,3 0 1 0 0,-1 1 9 0 0,-1-1 1 0 0,1 1 0 0 0,-1 0-1 0 0,1 0 1 0 0,-1 1-1 0 0,0-1 1 0 0,0 0 0 0 0,0 1-1 0 0,0-1 1 0 0,0 1 0 0 0,0 0-1 0 0,3 2 1 0 0,3 6 77 0 0,0 0 1 0 0,-1 1-1 0 0,0-1 1 0 0,7 16-1 0 0,-8-10-106 0 0,-5-12-16 0 0,0-1 1 0 0,1 0-1 0 0,-1 1 0 0 0,1-1 1 0 0,-1 0-1 0 0,1 0 0 0 0,0 0 1 0 0,0 0-1 0 0,0 0 0 0 0,0 0 1 0 0,1 0-1 0 0,2 2 0 0 0,-4-6 12 0 0,-1 0 1 0 0,1 0-1 0 0,-1 1 0 0 0,1-1 0 0 0,-1 0 0 0 0,1 0 0 0 0,-1 0 0 0 0,0 0 0 0 0,1 0 0 0 0,-1 0 1 0 0,0 0-1 0 0,0 1 0 0 0,0-1 0 0 0,1 0 0 0 0,-1 0 0 0 0,0 0 0 0 0,0 0 0 0 0,-1 0 0 0 0,1 0 0 0 0,0 0 1 0 0,0-1-1 0 0,0-3 15 0 0,2-28 148 0 0,9-52-1 0 0,-8 72-150 0 0,-1 1 0 0 0,2-1 0 0 0,0 1 0 0 0,0 0 0 0 0,1 0 0 0 0,1 1 0 0 0,12-20-1 0 0,-17 29 9 0 0,0 0 0 0 0,0 1 0 0 0,1-1 0 0 0,-1 0 0 0 0,1 1-1 0 0,-1-1 1 0 0,1 1 0 0 0,0 0 0 0 0,-1-1 0 0 0,1 1-1 0 0,0 0 1 0 0,0 0 0 0 0,0 0 0 0 0,0 0 0 0 0,0 1 0 0 0,0-1-1 0 0,0 0 1 0 0,0 1 0 0 0,0-1 0 0 0,0 1 0 0 0,0 0 0 0 0,1 0-1 0 0,-1 0 1 0 0,0 0 0 0 0,0 0 0 0 0,0 0 0 0 0,0 1-1 0 0,0-1 1 0 0,1 1 0 0 0,-1-1 0 0 0,0 1 0 0 0,0 0 0 0 0,0 0-1 0 0,0-1 1 0 0,-1 2 0 0 0,1-1 0 0 0,0 0 0 0 0,0 0 0 0 0,-1 1-1 0 0,4 2 1 0 0,6 6-89 0 0,-1 1 0 0 0,0 0-1 0 0,0 0 1 0 0,12 22 0 0 0,-16-25-308 0 0,-1-1-467 0 0,1 0 0 0 0,-1 0 0 0 0,2 0 0 0 0,10 8 0 0 0,-6-6-533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8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76 6449 0 0,'7'-23'1793'0'0,"-4"16"-154"0"0,-1-1-1 0 0,0 1 1 0 0,0-1 0 0 0,0-14 0 0 0,0 39-329 0 0,0 1 0 0 0,7 28 0 0 0,3 18-680 0 0,-8-20-345 0 0,2 0 0 0 0,3-1 0 0 0,1 0-1 0 0,2-1 1 0 0,22 51 0 0 0,-18-51-1709 0 0,-39-57-7978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49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1 283 456 0 0,'-1'-14'783'0'0,"1"1"0"0"0,0-1 1 0 0,1 1-1 0 0,1-1 0 0 0,3-14 0 0 0,-4 24-422 0 0,0 0 1 0 0,1 0-1 0 0,-1 0 1 0 0,1 1-1 0 0,0-1 1 0 0,0 0-1 0 0,0 1 1 0 0,0-1-1 0 0,4-4 1 0 0,-5 7-158 0 0,1 0 0 0 0,-1 0 0 0 0,1-1 0 0 0,-1 1 0 0 0,1 0-1 0 0,-1 0 1 0 0,1 0 0 0 0,0 1 0 0 0,-1-1 0 0 0,1 0 0 0 0,0 1 0 0 0,0-1 0 0 0,0 1 0 0 0,-1-1 0 0 0,1 1 0 0 0,0 0 0 0 0,0 0-1 0 0,0 0 1 0 0,0 0 0 0 0,0 0 0 0 0,2 0 0 0 0,0 1 207 0 0,1 1 0 0 0,-1-1 0 0 0,1 1 0 0 0,-1-1 0 0 0,0 1 0 0 0,1 0 0 0 0,-1 1 0 0 0,0-1 0 0 0,-1 1 0 0 0,1 0-1 0 0,0 0 1 0 0,3 4 0 0 0,39 48 1778 0 0,-38-44-2083 0 0,1 1 1 0 0,0-1-1 0 0,15 13 1 0 0,-22-22-106 0 0,0 0 0 0 0,1 0 0 0 0,-1 0 0 0 0,1-1 0 0 0,0 1 0 0 0,-1-1 0 0 0,1 1 0 0 0,0-1 0 0 0,0 0 0 0 0,0 0 1 0 0,0 0-1 0 0,0 0 0 0 0,0-1 0 0 0,0 1 0 0 0,0-1 0 0 0,0 0 0 0 0,0 0 0 0 0,0 0 0 0 0,5-1 0 0 0,-5 0 11 0 0,0 0 0 0 0,0 0 0 0 0,0-1 0 0 0,0 0-1 0 0,0 0 1 0 0,0 1 0 0 0,0-2 0 0 0,-1 1 0 0 0,1 0 0 0 0,-1 0-1 0 0,0-1 1 0 0,0 1 0 0 0,0-1 0 0 0,0 0 0 0 0,0 0 0 0 0,0 0-1 0 0,2-6 1 0 0,7-17 27 0 0,0-1 0 0 0,-2-1 0 0 0,7-38-1 0 0,3-7 93 0 0,-19 72-101 0 0,0-1 0 0 0,0 1 1 0 0,1-1-1 0 0,-1 0 0 0 0,1 1 1 0 0,0-1-1 0 0,-1 1 0 0 0,1-1 1 0 0,0 1-1 0 0,0 0 0 0 0,0-1 1 0 0,0 1-1 0 0,0 0 1 0 0,0-1-1 0 0,0 1 0 0 0,1 0 1 0 0,-1 0-1 0 0,0 0 0 0 0,1 0 1 0 0,-1 0-1 0 0,1 0 0 0 0,2 0 1 0 0,-3 0 2 0 0,1 1 1 0 0,0 0 0 0 0,0 0 0 0 0,0 1-1 0 0,-1-1 1 0 0,1 0 0 0 0,0 1-1 0 0,0-1 1 0 0,-1 1 0 0 0,1-1 0 0 0,0 1-1 0 0,-1 0 1 0 0,1 0 0 0 0,0-1-1 0 0,-1 1 1 0 0,1 1 0 0 0,1 0 0 0 0,4 5 61 0 0,0 0 1 0 0,0 0 0 0 0,0 0 0 0 0,-1 1 0 0 0,0 0 0 0 0,6 10 0 0 0,-10-13-286 0 0,7 11 262 0 0,1 0-1 0 0,0 0 0 0 0,1-1 0 0 0,14 15 0 0 0,14 0-6782 0 0,-18-18-667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7:59.7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2 2521 0 0,'-21'-1'12992'0'0,"19"3"-12863"0"0,1 1 0 0 0,-1 0 1 0 0,1 0-1 0 0,-1 0 0 0 0,1 0 1 0 0,0 0-1 0 0,0 0 1 0 0,0 0-1 0 0,0 0 0 0 0,1 0 1 0 0,-1 5-1 0 0,-6 34 763 0 0,3 0-1 0 0,0 1 1 0 0,4 46-1 0 0,-1 68-674 0 0,-1-21 33 0 0,0-40-32 0 0,-14 98 0 0 0,-2 66 127 0 0,17-98-219 0 0,4 245 338 0 0,-5-166-134 0 0,-1-75-140 0 0,4-142-82 0 0,7 38 1 0 0,-4-40-2 0 0,1 40 1 0 0,-5-61-275 0 0,-1-1 1 0 0,1 0-1 0 0,-1 1 1 0 0,1-1-1 0 0,-1 1 0 0 0,1-1 1 0 0,-1 0-1 0 0,1 1 0 0 0,-1-1 1 0 0,0 0-1 0 0,1 0 1 0 0,-1 1-1 0 0,0-1 0 0 0,1 0 1 0 0,-1 0-1 0 0,1 0 0 0 0,-1 0 1 0 0,0 0-1 0 0,1 0 1 0 0,-1 0-1 0 0,0 0 0 0 0,1 0 1 0 0,-1 0-1 0 0,0 0 1 0 0,1 0-1 0 0,-1-1 0 0 0,1 1 1 0 0,-1 0-1 0 0,0 0 0 0 0,1-1 1 0 0,-1 1-1 0 0,1 0 1 0 0,-1-1-1 0 0,1 1 0 0 0,-1-1 1 0 0,1 1-1 0 0,-1-1 0 0 0,1 1 1 0 0,-1-1-1 0 0,1 1 1 0 0,0-1-1 0 0,-1 1 0 0 0,1-1 1 0 0,0 1-1 0 0,-1-1 0 0 0,1 1 1 0 0,-1-2-1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0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 83 2761 0 0,'-7'-4'376'0'0,"1"-1"1"0"0,0-1 0 0 0,0 1 0 0 0,0-1 0 0 0,-6-10-1 0 0,8 11 463 0 0,0 0-1 0 0,-12-26 11488 0 0,33 74-11084 0 0,-5-13-1028 0 0,-11-27-201 0 0,1 1 0 0 0,-1 0-1 0 0,0-1 1 0 0,1 1 0 0 0,0-1-1 0 0,0 1 1 0 0,0-1 0 0 0,0 0-1 0 0,0 0 1 0 0,1 0 0 0 0,4 4-1 0 0,-6-5-15 0 0,12 10 252 0 0,1 0 0 0 0,0-1 1 0 0,0 0-1 0 0,1-1 0 0 0,26 13 1 0 0,-37-21-204 0 0,1 0 52 0 0,0 1 0 0 0,0-1 0 0 0,0 0 0 0 0,0 0 0 0 0,1-1 0 0 0,-1 0 0 0 0,9 2 1 0 0,-11-4-85 0 0,-1 1 0 0 0,1 0 1 0 0,-1-1-1 0 0,0 0 1 0 0,1 0-1 0 0,-1 1 1 0 0,0-2-1 0 0,1 1 1 0 0,-1 0-1 0 0,0 0 1 0 0,0 0-1 0 0,0-1 1 0 0,0 0-1 0 0,0 1 1 0 0,0-1-1 0 0,-1 0 1 0 0,1 0-1 0 0,-1 0 0 0 0,4-4 1 0 0,40-65-577 0 0,-27 39-4897 0 0,-16 30 4657 0 0,11-22-6258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0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204 239 1376 0 0,'-8'2'576'0'0,"0"0"1"0"0,1 0-1 0 0,-1 1 0 0 0,1 0 0 0 0,-1 0 0 0 0,1 1 0 0 0,1 0 0 0 0,-1 0 0 0 0,-7 7 1 0 0,-6 2 876 0 0,6-4-607 0 0,1 0 0 0 0,0 1 0 0 0,1 1 1 0 0,0 0-1 0 0,0 0 0 0 0,-11 17 0 0 0,18-18 332 0 0,14-12-722 0 0,14-12-570 0 0,11-19 402 0 0,-2-1 0 0 0,0-1 0 0 0,-3-2 0 0 0,35-57-1 0 0,1 1 156 0 0,-62 89-401 0 0,0-1 0 0 0,0 1 0 0 0,1 0 1 0 0,-1 0-1 0 0,1 0 0 0 0,0 0 0 0 0,0 1 0 0 0,0-1 1 0 0,1 1-1 0 0,8-5 0 0 0,-12 10 55 0 0,1 0 1 0 0,-1-1-1 0 0,1 1 1 0 0,-1 0-1 0 0,0 0 1 0 0,0-1-1 0 0,0 1 1 0 0,0 0-1 0 0,0 0 1 0 0,0 0-1 0 0,-1 1 1 0 0,2 2-1 0 0,-2-3-1 0 0,24 86 1510 0 0,-18-64-1321 0 0,0 1-1 0 0,17 39 0 0 0,-19-55-269 0 0,1-1 0 0 0,0 0 1 0 0,0 0-1 0 0,0 0 0 0 0,1-1 1 0 0,0 0-1 0 0,1 0 1 0 0,-1 0-1 0 0,1-1 0 0 0,1 0 1 0 0,8 6-1 0 0,31 11-1558 0 0,-32-18 944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2.6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51 3225 0 0,'0'-2'412'0'0,"0"-1"-1"0"0,0 1 1 0 0,0-1 0 0 0,0 1 0 0 0,1 0 0 0 0,-1-1 0 0 0,1 1 0 0 0,0 0 0 0 0,-1-1-1 0 0,1 1 1 0 0,0 0 0 0 0,0 0 0 0 0,0 0 0 0 0,3-3 0 0 0,-4 4-223 0 0,0 0 0 0 0,1 0 0 0 0,-1 1 0 0 0,0-1 0 0 0,1 0 0 0 0,-1 0 1 0 0,1 1-1 0 0,-1-1 0 0 0,1 0 0 0 0,-1 1 0 0 0,1-1 0 0 0,0 1 0 0 0,-1-1 0 0 0,1 1 1 0 0,0-1-1 0 0,0 1 0 0 0,-1-1 0 0 0,1 1 0 0 0,0 0 0 0 0,0-1 0 0 0,-1 1 0 0 0,1 0 1 0 0,0 0-1 0 0,0 0 0 0 0,0-1 0 0 0,0 1 0 0 0,-1 0 0 0 0,1 0 0 0 0,0 0 0 0 0,0 0 0 0 0,0 0 1 0 0,0 1-1 0 0,0-1 0 0 0,-1 0 0 0 0,1 0 0 0 0,0 1 0 0 0,0-1 0 0 0,0 0 0 0 0,-1 1 1 0 0,1-1-1 0 0,0 0 0 0 0,-1 1 0 0 0,1-1 0 0 0,1 2 0 0 0,9 9 552 0 0,-1 1 0 0 0,0 0-1 0 0,-1 1 1 0 0,0 0 0 0 0,-1 0 0 0 0,7 15-1 0 0,-14-22-640 0 0,-9-14-350 0 0,6 5 100 0 0,-13-22-155 0 0,15 23 40 0 0,0 1 0 0 0,-1 0 0 0 0,1-1 0 0 0,0 1-1 0 0,0-1 1 0 0,-1 1 0 0 0,1-1 0 0 0,0 1 0 0 0,1 0 0 0 0,-1-1 0 0 0,0 1 0 0 0,0-1-1 0 0,1-1 1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3.0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49 6449 0 0,'-2'-1'128'0'0,"1"0"0"0"0,0 0 0 0 0,0 0 0 0 0,0 0-1 0 0,0 0 1 0 0,0-1 0 0 0,0 1 0 0 0,0 0 0 0 0,1 0-1 0 0,-1-1 1 0 0,0 1 0 0 0,1 0 0 0 0,-1-1 0 0 0,1 1-1 0 0,-1-1 1 0 0,0-2 0 0 0,1-21 9749 0 0,13 56-6870 0 0,-8-21-2684 0 0,111 194 839 0 0,-43-83-805 0 0,-53-85-123 0 0,-2 1 0 0 0,-1 0 0 0 0,-2 2 1 0 0,-2 0-1 0 0,15 69 0 0 0,-27-106-464 0 0,2 9 378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5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19 3225 0 0,'-15'-19'15913'0'0,"13"31"-16288"0"0,1 32 1056 0 0,3-1 0 0 0,1 1 0 0 0,9 44 0 0 0,-4-26-355 0 0,-1-22-213 0 0,-4-25-205 0 0,-1 0 0 0 0,0 0 1 0 0,-1 0-1 0 0,-1 23 0 0 0,0-38-43 0 0,0 1 0 0 0,0 0 1 0 0,0-1-1 0 0,0 1 0 0 0,0-1 0 0 0,-1 1 0 0 0,1 0 0 0 0,0-1 0 0 0,0 1 0 0 0,-1-1 1 0 0,1 1-1 0 0,0-1 0 0 0,0 1 0 0 0,-1-1 0 0 0,1 1 0 0 0,-1-1 0 0 0,1 1 0 0 0,0-1 0 0 0,-1 1 1 0 0,1-1-1 0 0,-1 0 0 0 0,1 1 0 0 0,-1-1 0 0 0,1 0 0 0 0,-1 1 0 0 0,0-1 0 0 0,0 1 0 0 0,-2-1-1143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5.5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7 128 3681 0 0,'-1'-2'25'0'0,"0"1"0"0"0,1-1 1 0 0,-1 0-1 0 0,0 1 1 0 0,0-1-1 0 0,1 0 0 0 0,-1 1 1 0 0,1-1-1 0 0,0 0 0 0 0,-1-3 1 0 0,1 4 165 0 0,0 1 1 0 0,0-1 0 0 0,0 1 0 0 0,0-1 0 0 0,0 0 0 0 0,1 1-1 0 0,-1-1 1 0 0,0 1 0 0 0,0-1 0 0 0,0 1 0 0 0,4-4 1534 0 0,-4 3-1534 0 0,0 1 0 0 0,1 0 0 0 0,0-1 0 0 0,1 1 147 0 0,-1-1 0 0 0,1 1 1 0 0,0 0-1 0 0,-1 0 0 0 0,1 0 1 0 0,0 0-1 0 0,-1 0 0 0 0,1 0 1 0 0,0 0-1 0 0,-1 0 0 0 0,1 1 0 0 0,-1-1 1 0 0,1 1-1 0 0,0-1 0 0 0,-1 1 1 0 0,1-1-1 0 0,-1 1 0 0 0,1 0 1 0 0,-1 0-1 0 0,0 0 0 0 0,3 2 1 0 0,4 4 226 0 0,0 0-1 0 0,-1 1 1 0 0,0 1 0 0 0,0-1 0 0 0,-1 1-1 0 0,11 19 1 0 0,-14-21-479 0 0,1 1 0 0 0,0-1-1 0 0,1 0 1 0 0,0 0 0 0 0,0-1-1 0 0,0 0 1 0 0,1 1 0 0 0,0-2 0 0 0,0 1-1 0 0,1-1 1 0 0,-1 0 0 0 0,12 6 0 0 0,-16-10-84 0 0,0 0 0 0 0,0 0 0 0 0,-1 0 0 0 0,1-1 0 0 0,0 1 0 0 0,0-1 0 0 0,0 0 0 0 0,0 1 0 0 0,0-1 0 0 0,0 0 0 0 0,0 0 0 0 0,0 0 0 0 0,0-1 0 0 0,0 1 0 0 0,0 0 0 0 0,0-1 0 0 0,0 1 0 0 0,0-1 0 0 0,0 0 0 0 0,0 0 0 0 0,2-1 0 0 0,-1 0-30 0 0,-1 0 0 0 0,0 0-1 0 0,1 0 1 0 0,-1-1 0 0 0,0 1-1 0 0,0-1 1 0 0,0 1 0 0 0,-1-1-1 0 0,1 0 1 0 0,-1 0 0 0 0,1 0-1 0 0,0-3 1 0 0,3-9-92 0 0,-1 0 0 0 0,-1-1 0 0 0,0 1 0 0 0,0-20-1 0 0,-3 33 128 0 0,1-12 75 0 0,0 0 0 0 0,1 1 0 0 0,1-1-1 0 0,0 1 1 0 0,6-16 0 0 0,-8 26-39 0 0,0 1 0 0 0,0 0-1 0 0,0 0 1 0 0,1 0 0 0 0,-1 0 0 0 0,0 0-1 0 0,1 0 1 0 0,-1 0 0 0 0,1 1 0 0 0,0-1 0 0 0,0 1-1 0 0,0-1 1 0 0,-1 1 0 0 0,1-1 0 0 0,0 1-1 0 0,3-1 1 0 0,-3 1-15 0 0,1 1 0 0 0,-1-1 0 0 0,0 1 0 0 0,1 0 0 0 0,-1 0 0 0 0,1 0 0 0 0,-1 0 0 0 0,1 0 0 0 0,-1 1 0 0 0,1-1 0 0 0,-1 1 0 0 0,0 0 0 0 0,1-1 0 0 0,-1 1 0 0 0,0 0 0 0 0,0 0 0 0 0,0 1 0 0 0,1-1 0 0 0,1 2 0 0 0,-3-3-32 0 0,13 10-60 0 0,1-1 0 0 0,32 13 0 0 0,-40-20-501 0 0,0 0 0 0 0,1-1 0 0 0,-1 1 1 0 0,0-1-1 0 0,1-1 0 0 0,-1 1 1 0 0,1-1-1 0 0,-1-1 0 0 0,13-1 0 0 0,-1-1-5497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5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 10194 0 0,'0'-2'315'0'0,"3"-32"7008"0"0,-6 68-3301 0 0,10 38-3439 0 0,17 82-1 0 0,-4-39-399 0 0,32 185-1804 0 0,-47-268 195 0 0,-4-31 1253 0 0,0 6-1565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6.0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10 144 6913 0 0,'-2'-10'396'0'0,"0"1"0"0"0,0-1 0 0 0,0 1 0 0 0,1-1-1 0 0,1-11 1 0 0,-1 16 130 0 0,2 1-1 0 0,-1-1 0 0 0,0 1 1 0 0,1-1-1 0 0,0 1 0 0 0,0-1 1 0 0,0 1-1 0 0,0 0 1 0 0,1-1-1 0 0,0 1 0 0 0,0 0 1 0 0,0 0-1 0 0,3-4 1 0 0,-4 7-393 0 0,0 0 1 0 0,0 0 0 0 0,-1 1 0 0 0,1-1-1 0 0,0 0 1 0 0,0 1 0 0 0,0-1 0 0 0,0 1-1 0 0,0-1 1 0 0,0 1 0 0 0,0-1 0 0 0,0 1-1 0 0,0 0 1 0 0,0-1 0 0 0,0 1 0 0 0,0 0-1 0 0,0 0 1 0 0,0 0 0 0 0,0 0 0 0 0,0 0-1 0 0,0 0 1 0 0,2 0 0 0 0,0 1 29 0 0,0 0 1 0 0,0 0-1 0 0,0 0 1 0 0,0 0-1 0 0,-1 0 0 0 0,1 1 1 0 0,0-1-1 0 0,2 3 1 0 0,5 4 122 0 0,-1 0 0 0 0,17 17 1 0 0,-26-24-263 0 0,104 118 681 0 0,-59-64-1194 0 0,2-2 0 0 0,2-3 0 0 0,74 60 0 0 0,-103-99-3233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06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16 197 7834 0 0,'-15'-2'3863'0'0,"41"-18"1905"0"0,-19 14-6069 0 0,97-65 3997 0 0,-58 43-3633 0 0,73-30 0 0 0,-93 47-669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23.84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611 109 1840 0 0,'4'0'184'0'0,"0"0"-1"0"0,0 0 0 0 0,0 0 0 0 0,0 0 0 0 0,0-1 0 0 0,0 1 0 0 0,6-3 1 0 0,-4 2-105 0 0,20-2 691 0 0,1 1 0 0 0,0 0 0 0 0,0 2-1 0 0,28 4 1 0 0,109 22 569 0 0,-12-2-738 0 0,21-5 689 0 0,307-6 1 0 0,-193-12-1245 0 0,45-4 12 0 0,-24-11-58 0 0,-146 8 0 0 0,61-21 405 0 0,-7 0 14 0 0,130-6 69 0 0,4 3-984 0 0,-120 15 646 0 0,262 2-208 0 0,-360 14 38 0 0,384 20 983 0 0,-234-5-562 0 0,-181-16-349 0 0,187-26 0 0 0,47-2 16 0 0,-265 30 308 0 0,-1 2 0 0 0,87 17 0 0 0,-150-19-474 0 0,1-1 0 0 0,0 1 0 0 0,-1 0 0 0 0,0 1 0 0 0,9 4 0 0 0,-25-6-634 0 0,-70 7 1206 0 0,-26 4 331 0 0,-175 30-1639 0 0,35-7 149 0 0,-240 10-283 0 0,244-30 1078 0 0,98-4 47 0 0,-280 32 344 0 0,-347 48-2760 0 0,-6-38 646 0 0,201-16 4061 0 0,-457-24-1286 0 0,743-18-1044 0 0,3-2 1282 0 0,-423-66-1 0 0,697 71-1363 0 0,-177-37 898 0 0,182 38-850 0 0,0-2 1 0 0,1 1-1 0 0,0-1 1 0 0,0 0 0 0 0,0 0-1 0 0,-10-7 1 0 0,26 15-567 0 0,0 0 0 0 0,0-1 0 0 0,1 0 0 0 0,0-1 0 0 0,12 4 1 0 0,-19-6 389 0 0,63 16-982 0 0,117 15 0 0 0,71-9 796 0 0,-121-12 526 0 0,390 43-409 0 0,-358-36 350 0 0,437 70-225 0 0,-329-52-152 0 0,417 2 0 0 0,87-24 1092 0 0,-547-3-777 0 0,-1 0-198 0 0,-61-8 140 0 0,342-7-127 0 0,71-15-151 0 0,-256 20-3 0 0,-79 3 639 0 0,188 8 516 0 0,-429-12-951 0 0,21 4 26 0 0,-25-4-22 0 0,-1 0 0 0 0,1 0 0 0 0,0 0 0 0 0,-1 1 0 0 0,1-1 0 0 0,0 0 1 0 0,0 0-1 0 0,-1 1 0 0 0,1-1 0 0 0,-1 0 0 0 0,1 1 0 0 0,0-1 0 0 0,-1 0 1 0 0,1 1-1 0 0,-1-1 0 0 0,1 1 0 0 0,0-1 0 0 0,-1 1 0 0 0,0-1 0 0 0,1 1 0 0 0,-1 0 1 0 0,1-1-1 0 0,-1 1 0 0 0,0 0 0 0 0,1-1 0 0 0,-1 1 0 0 0,1 1 0 0 0,-2-2-4 0 0,1 1-1 0 0,-1 0 0 0 0,1-1 1 0 0,0 1-1 0 0,-1-1 0 0 0,1 1 1 0 0,-1 0-1 0 0,1-1 0 0 0,-1 0 1 0 0,1 1-1 0 0,-1-1 0 0 0,0 1 1 0 0,1-1-1 0 0,-1 1 1 0 0,0-1-1 0 0,1 0 0 0 0,-1 0 1 0 0,0 1-1 0 0,1-1 0 0 0,-1 0 1 0 0,0 0-1 0 0,1 0 0 0 0,-1 0 1 0 0,0 0-1 0 0,-1 0 0 0 0,-23 2-316 0 0,22-1 294 0 0,-226-5 251 0 0,-7 0 64 0 0,-75 16 371 0 0,-106 5-123 0 0,107-6-1105 0 0,57-2-106 0 0,-369 19-872 0 0,24-4 1551 0 0,361-13-1 0 0,-152 8 170 0 0,171-6 28 0 0,-156 12 198 0 0,-1362 107 85 0 0,1712-130-502 0 0,-190 17-27 0 0,175-14 103 0 0,0 3 0 0 0,1 1-1 0 0,-51 19 1 0 0,88-28-54 0 0,-33 16 84 0 0,32-16-81 0 0,1 1 0 0 0,-1 0 0 0 0,1 0 0 0 0,-1 0 0 0 0,1-1 0 0 0,0 1 0 0 0,-1 1 0 0 0,1-1 0 0 0,0 0 0 0 0,0 0 0 0 0,0 0 0 0 0,-1 1 0 0 0,2-1 0 0 0,-1 0 0 0 0,0 1 0 0 0,0-1 0 0 0,0 1 0 0 0,1-1 0 0 0,-2 2 0 0 0,3-1-18 0 0,-1-1 0 0 0,1 1 0 0 0,-1 0 0 0 0,1-1 0 0 0,0 1 1 0 0,0-1-1 0 0,-1 0 0 0 0,1 1 0 0 0,0-1 0 0 0,0 0 0 0 0,0 0 0 0 0,1 1 0 0 0,-1-1 0 0 0,0 0 0 0 0,0 0 1 0 0,1 0-1 0 0,-1 0 0 0 0,0 0 0 0 0,1-1 0 0 0,-1 1 0 0 0,1 0 0 0 0,2 0 0 0 0,35 12-480 0 0,-3-6 261 0 0,0-2-1 0 0,1-1 0 0 0,39-2 0 0 0,-7 0 265 0 0,399 6 674 0 0,-83-3 220 0 0,0 26-557 0 0,210 23-407 0 0,-274-49-241 0 0,-41-2-77 0 0,-171 2 333 0 0,353 27 97 0 0,-226-7-40 0 0,307-6 0 0 0,-396-25-32 0 0,63-1 0 0 0,102-3-1 0 0,-114 2 14 0 0,-18 11 242 0 0,71-3 370 0 0,344-66-245 0 0,-541 60-131 0 0,0 2-1 0 0,0 3 1 0 0,1 2 0 0 0,95 14-1 0 0,-139-13 48 0 0,8 1 315 0 0,1 0 0 0 0,0-1 0 0 0,1-2 0 0 0,-1 0 0 0 0,33-4 0 0 0,-96-11 530 0 0,-93-1-1906 0 0,-243 2 1 0 0,-81 19 219 0 0,457-5 538 0 0,-194 6-335 0 0,-35 1 60 0 0,-97-4 263 0 0,-39-1 38 0 0,-207-5 596 0 0,158 18-468 0 0,202-2-156 0 0,162-11-33 0 0,-506 6-1085 0 0,340-13 541 0 0,-65-3-484 0 0,-95 10 2091 0 0,305 1-425 0 0,-70 0 160 0 0,-65 3-501 0 0,106-2-877 0 0,-110-9 0 0 0,85 0 430 0 0,77 6-86 0 0,1 1 0 0 0,-1 3 0 0 0,1 3 0 0 0,1 1 1 0 0,-90 29-1 0 0,136-37 128 0 0,1 0 0 0 0,-1 0 0 0 0,0 0 0 0 0,1 0 0 0 0,-1 0 0 0 0,1 0 0 0 0,-1 1 0 0 0,1-1 0 0 0,0 1 0 0 0,0 0 0 0 0,0 0 0 0 0,-1 0 0 0 0,2 0 0 0 0,-1 0 0 0 0,0 0 0 0 0,-2 3 0 0 0,4-3 108 0 0,-1 0 1 0 0,1 0 0 0 0,0 0-1 0 0,-1 0 1 0 0,1 0-1 0 0,0 0 1 0 0,0 0 0 0 0,0 0-1 0 0,0 0 1 0 0,1 0-1 0 0,-1 0 1 0 0,0 0 0 0 0,1 0-1 0 0,0 0 1 0 0,-1 0-1 0 0,1 0 1 0 0,0 0 0 0 0,0-1-1 0 0,0 1 1 0 0,0 0-1 0 0,0 0 1 0 0,3 2 0 0 0,89 157 292 0 0,-16-25-182 0 0,-69-126-55 0 0,-1-1 1 0 0,1 0-1 0 0,1 0 1 0 0,0-1-1 0 0,0 0 0 0 0,0 0 1 0 0,1-1-1 0 0,0-1 1 0 0,1 0-1 0 0,-1 0 1 0 0,1-1-1 0 0,0 0 1 0 0,1 0-1 0 0,20 4 1 0 0,14 1 141 0 0,0-2 1 0 0,69 4-1 0 0,-76-9-29 0 0,344 0 146 0 0,-230-7-15 0 0,160-17 337 0 0,3-1-134 0 0,266 44-153 0 0,-277 3-2 0 0,15 1-140 0 0,-230-19 159 0 0,119-6-1 0 0,-45-2-188 0 0,-63 4-124 0 0,-24 1-12 0 0,144-13 0 0 0,-209 7 0 0 0,597-81 0 0 0,-533 72 65 0 0,34-5 438 0 0,190-52 1 0 0,-194 38-345 0 0,2 5 0 0 0,134-14 0 0 0,-26 3-211 0 0,-110 16 72 0 0,111-6-1 0 0,2 24 928 0 0,67-4 610 0 0,-273 1-1570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26.9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1526 667 3681 0 0,'-66'9'424'0'0,"1"3"1"0"0,-104 35 0 0 0,147-41-607 0 0,-624 181-622 0 0,89-14 6341 0 0,579-183-5541 0 0,0-1 0 0 0,-1-1 0 0 0,21-16 0 0 0,22-12-157 0 0,111-51 1662 0 0,282-106 0 0 0,-7 37-1068 0 0,-230 86 55 0 0,37-13-833 0 0,410-136 858 0 0,-656 221-553 0 0,40-15-497 0 0,-104 26 1345 0 0,-135 53-1147 0 0,-298 143 0 0 0,109-25 118 0 0,0 1-1593 0 0,305-146 1837 0 0,2 4-1 0 0,2 2 1 0 0,1 4-1 0 0,-83 72 0 0 0,130-98 104 0 0,-24 20-345 0 0,-67 80 0 0 0,110-118 201 0 0,0 0 0 0 0,0 0 0 0 0,0 0 0 0 0,0 0 0 0 0,1 0 0 0 0,-1 0 0 0 0,0 0 0 0 0,1 0 0 0 0,-1 0 0 0 0,1 0 0 0 0,-1 1 0 0 0,1-1 0 0 0,0 0 0 0 0,-1 0 0 0 0,1 1 0 0 0,0-1 0 0 0,0 0 0 0 0,0 2 0 0 0,0-2 19 0 0,0-1-1 0 0,1 1 1 0 0,-1-1-1 0 0,1 1 0 0 0,-1-1 1 0 0,1 1-1 0 0,-1-1 0 0 0,1 0 1 0 0,-1 1-1 0 0,1-1 0 0 0,-1 0 1 0 0,1 1-1 0 0,-1-1 0 0 0,1 0 1 0 0,0 0-1 0 0,-1 0 0 0 0,1 1 1 0 0,-1-1-1 0 0,1 0 0 0 0,0 0 1 0 0,-1 0-1 0 0,1 0 0 0 0,-1 0 1 0 0,1 0-1 0 0,1 0 0 0 0,7-1 109 0 0,1-1 0 0 0,0 0-1 0 0,13-4 1 0 0,-21 5-83 0 0,215-79 975 0 0,-75 24-913 0 0,171-61 6 0 0,246-83 132 0 0,-68 68-677 0 0,-280 82-28 0 0,132-25 442 0 0,-207 47-474 0 0,78-11 605 0 0,-181 35 32 0 0,1 2 0 0 0,-1 1 1 0 0,1 1-1 0 0,45 7 0 0 0,-73-6-218 0 0,0 0 0 0 0,-1 1 0 0 0,1-1 0 0 0,0 1-1 0 0,10 5 1 0 0,-16-7 59 0 0,1 1 0 0 0,0-1 0 0 0,-1 1 0 0 0,1-1-1 0 0,-1 0 1 0 0,1 1 0 0 0,0-1 0 0 0,-1 1 0 0 0,0-1 0 0 0,1 1-1 0 0,-1-1 1 0 0,1 1 0 0 0,-1 0 0 0 0,1-1 0 0 0,-1 1 0 0 0,0 0 0 0 0,0-1-1 0 0,1 1 1 0 0,-1 0 0 0 0,0-1 0 0 0,0 1 0 0 0,0 0 0 0 0,0 0-16 0 0,0 1 0 0 0,-1-1 0 0 0,1 0 1 0 0,0 0-1 0 0,-1 0 0 0 0,0 0 0 0 0,1 0 1 0 0,-1 0-1 0 0,1 0 0 0 0,-1-1 1 0 0,0 1-1 0 0,0 0 0 0 0,0 0 0 0 0,1 0 1 0 0,-1-1-1 0 0,0 1 0 0 0,0 0 0 0 0,-2 0 1 0 0,-24 15-236 0 0,-1-2 0 0 0,-1-1 0 0 0,-55 18 0 0 0,2-2 774 0 0,-1329 479 1301 0 0,1157-432-1527 0 0,-94 30 71 0 0,283-84-301 0 0,-1-2 1 0 0,-1-4-1 0 0,-74 9 0 0 0,134-24 10 0 0,1-1-1 0 0,-1 0 0 0 0,1-1 0 0 0,-12-1 1 0 0,18 2-37 0 0,-1 0 0 0 0,0 0 1 0 0,0 0-1 0 0,1 0 1 0 0,-1-1-1 0 0,1 1 0 0 0,-1 0 1 0 0,0-1-1 0 0,1 1 0 0 0,-1 0 1 0 0,0-1-1 0 0,1 1 0 0 0,-1 0 1 0 0,1-1-1 0 0,-1 1 0 0 0,1-1 1 0 0,-1 1-1 0 0,1-1 0 0 0,0 0 1 0 0,-1 1-1 0 0,0-2 0 0 0,1 1-2 0 0,0 1 0 0 0,1-1-1 0 0,-1 0 1 0 0,0 0-1 0 0,0 0 1 0 0,0 0 0 0 0,1 0-1 0 0,-1 0 1 0 0,0 0-1 0 0,1 1 1 0 0,-1-1-1 0 0,1 0 1 0 0,-1 0 0 0 0,1 1-1 0 0,-1-1 1 0 0,1 0-1 0 0,0 0 1 0 0,-1 1-1 0 0,1-1 1 0 0,0 1 0 0 0,1-2-1 0 0,11-8-22 0 0,0 0 0 0 0,1 1-1 0 0,0 0 1 0 0,0 1 0 0 0,1 1 0 0 0,24-9 0 0 0,103-25-242 0 0,-74 23 208 0 0,110-37 145 0 0,108-27 166 0 0,-240 71-244 0 0,378-81 208 0 0,5 24-76 0 0,-330 57-147 0 0,334-24 6 0 0,-369 34-13 0 0,1 3 1 0 0,-1 3-1 0 0,0 2 1 0 0,107 28-1 0 0,-151-29-124 0 0,37 16 1 0 0,-51-20 61 0 0,-1 1 1 0 0,1 0 0 0 0,-1 0 0 0 0,0 0 0 0 0,0 1 0 0 0,0 0 0 0 0,-1 0 0 0 0,1 0-1 0 0,-1 0 1 0 0,0 1 0 0 0,4 6 0 0 0,-8-11 40 0 0,1 0-1 0 0,-1 1 1 0 0,0-1-1 0 0,1 1 1 0 0,-1-1-1 0 0,0 1 1 0 0,0-1-1 0 0,0 1 1 0 0,0 0-1 0 0,1-1 1 0 0,-1 1 0 0 0,0-1-1 0 0,0 1 1 0 0,0-1-1 0 0,0 1 1 0 0,0-1-1 0 0,0 1 1 0 0,0-1-1 0 0,-1 1 1 0 0,1 0 0 0 0,0-1-1 0 0,0 1 1 0 0,0-1-1 0 0,0 1 1 0 0,-1-1-1 0 0,1 1 1 0 0,0-1-1 0 0,-1 1 1 0 0,1-1-1 0 0,0 0 1 0 0,-1 1 0 0 0,0 0-1 0 0,-20 9-509 0 0,-27-5 1012 0 0,1-6 284 0 0,0-2 0 0 0,0-3 0 0 0,-56-13 0 0 0,-60-7 583 0 0,-144 13-1096 0 0,184 12-2248 0 0,-192-28 0 0 0,77-9 3468 0 0,238 38-1474 0 0,0 0 0 0 0,0 0 0 0 0,-1 0 0 0 0,1 0 0 0 0,0 0 0 0 0,0 0 1 0 0,-1 0-1 0 0,1 0 0 0 0,0 0 0 0 0,-1 0 0 0 0,1 0 0 0 0,0 0 0 0 0,0-1 0 0 0,-1 1 1 0 0,1 0-1 0 0,0 0 0 0 0,0 0 0 0 0,-1 0 0 0 0,1 0 0 0 0,0-1 0 0 0,0 1 1 0 0,0 0-1 0 0,-1 0 0 0 0,1 0 0 0 0,0-1 0 0 0,0 1 0 0 0,0 0 0 0 0,0 0 1 0 0,0-1-1 0 0,-1 1 0 0 0,1 0 0 0 0,0 0 0 0 0,0-1 0 0 0,0 1 0 0 0,0-1 1 0 0,8-7 35 0 0,21-7 213 0 0,-25 13-296 0 0,221-96-2342 0 0,-88 39 2075 0 0,139-41 1415 0 0,-30 13 220 0 0,-190 64-1138 0 0,127-58 141 0 0,-162 70-361 0 0,0-2 0 0 0,-1 0 1 0 0,-1-1-1 0 0,0 0 0 0 0,-1-2 0 0 0,20-22 0 0 0,-35 35 6 0 0,1-1-1 0 0,-1 0 1 0 0,-1 0-1 0 0,1-1 1 0 0,-1 1-1 0 0,1 0 1 0 0,-1-1-1 0 0,1-5 1 0 0,-2 9 35 0 0,-1 0 0 0 0,0 0 1 0 0,0 0-1 0 0,0 1 0 0 0,0-1 0 0 0,0 0 1 0 0,0 0-1 0 0,0 0 0 0 0,0 0 0 0 0,0 1 1 0 0,0-1-1 0 0,0 0 0 0 0,-1 0 1 0 0,1 0-1 0 0,0 1 0 0 0,-1-1 0 0 0,1 0 1 0 0,0 0-1 0 0,-1 1 0 0 0,1-1 0 0 0,-1-1 1 0 0,0 2 24 0 0,-1-1 0 0 0,1 0 0 0 0,0 0 0 0 0,0 1 0 0 0,-1-1 0 0 0,1 1 0 0 0,0-1 0 0 0,-1 1 0 0 0,1-1 0 0 0,-1 1 0 0 0,1 0 0 0 0,0 0 0 0 0,-1 0 0 0 0,1 0 0 0 0,-1 0 0 0 0,1 0 0 0 0,-2 0 0 0 0,-28 4-452 0 0,0 2-1 0 0,1 1 1 0 0,0 1-1 0 0,0 2 1 0 0,-29 13-1 0 0,-34 11-950 0 0,-188 44-1107 0 0,-3-13 3369 0 0,170-35 59 0 0,75-19-1111 0 0,1-1 1 0 0,-2-1-1 0 0,1-3 1 0 0,-46 2-1 0 0,55-14-1376 0 0,23-1 802 0 0,8 6 760 0 0,-1 0 0 0 0,1 1 0 0 0,-1-1 0 0 0,0 0 0 0 0,1 1 0 0 0,0-1 0 0 0,-1 1 0 0 0,1-1 0 0 0,-1 0 0 0 0,1 1 0 0 0,0-1 0 0 0,-1 1 0 0 0,1-1 0 0 0,0 1 0 0 0,0 0 0 0 0,-1-1 0 0 0,1 1 0 0 0,1 0 1 0 0,19-8 239 0 0,0 1 0 0 0,1 1 0 0 0,0 1 0 0 0,23-2 0 0 0,17-3-82 0 0,57-18 315 0 0,-1-4 1 0 0,-1-6-1 0 0,114-54 1 0 0,-228 90-601 0 0,0 1 0 0 0,-1 0 0 0 0,1 0 0 0 0,0 0 0 0 0,0 0 0 0 0,0 0 0 0 0,0 0 0 0 0,-1 1 0 0 0,1 0 0 0 0,0-1 0 0 0,0 1 0 0 0,4 0 0 0 0,-49 16-4905 0 0,28-15 5038 0 0,1 0 0 0 0,-1-1 0 0 0,0 0 0 0 0,1-1 0 0 0,-1-1 0 0 0,-21-5 0 0 0,-93-37 4275 0 0,93 31-2324 0 0,0 0 0 0 0,-43-8 0 0 0,35 14-1448 0 0,21 4-1006 0 0,0 0-1 0 0,1-2 1 0 0,-1-1 0 0 0,1 0-1 0 0,-31-15 1 0 0,51 21 517 0 0,0-1 0 0 0,0 1 0 0 0,0-1 0 0 0,0 1 0 0 0,0-1 1 0 0,0 0-1 0 0,0 1 0 0 0,0-1 0 0 0,0 0 0 0 0,0 0 0 0 0,0 0 0 0 0,0 0 0 0 0,0 0 1 0 0,1 0-1 0 0,-1 0 0 0 0,0 0 0 0 0,1 0 0 0 0,-1 0 0 0 0,1 0 0 0 0,-1 0 0 0 0,1 0 1 0 0,-1-1-1 0 0,1-1 0 0 0,0 2 32 0 0,0-1-1 0 0,1 1 1 0 0,-1 0 0 0 0,1-1 0 0 0,-1 1-1 0 0,1 0 1 0 0,0-1 0 0 0,-1 1 0 0 0,1 0-1 0 0,0 0 1 0 0,0 0 0 0 0,0 0 0 0 0,0 0-1 0 0,0 0 1 0 0,0 0 0 0 0,0 0 0 0 0,1-1-1 0 0,7-4 63 0 0,1 0-1 0 0,0 1 0 0 0,19-9 0 0 0,-27 13-228 0 0,41-15-36 0 0,1 2 0 0 0,1 1 0 0 0,0 3 0 0 0,0 1 0 0 0,59-3 0 0 0,-47 8-3530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34.97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221 6245 2809 0 0,'-27'-15'224'0'0,"15"7"118"0"0,-1 0 0 0 0,0 1 0 0 0,0 1 0 0 0,-1 0 0 0 0,0 1 0 0 0,-22-6-1 0 0,34 11-288 0 0,0 0 0 0 0,-1 1 0 0 0,1-1-1 0 0,0 0 1 0 0,-1 1 0 0 0,1 0 0 0 0,0-1-1 0 0,-1 1 1 0 0,1 0 0 0 0,0 0-1 0 0,0 0 1 0 0,0 1 0 0 0,0-1 0 0 0,0 0-1 0 0,0 1 1 0 0,0-1 0 0 0,0 1 0 0 0,-2 3-1 0 0,2-3-46 0 0,0 0 0 0 0,0 0 0 0 0,0-1 0 0 0,0 1 0 0 0,0 0 0 0 0,-1-1 0 0 0,1 1-1 0 0,-17 19 2979 0 0,20-19-3081 0 0,0-1 0 0 0,0 1 0 0 0,0 0 0 0 0,0-1 0 0 0,0 1 0 0 0,1-1 0 0 0,-1 1 0 0 0,0-1 0 0 0,1 0 0 0 0,-1 1 0 0 0,13-1 2030 0 0,-14-1-1893 0 0,1-3-29 0 0,0 0 0 0 0,-1 0 0 0 0,1 0 0 0 0,-1-1 0 0 0,0 1 0 0 0,0 0 0 0 0,0 0 0 0 0,0 0 0 0 0,-1 0 0 0 0,1 0 0 0 0,-1 0 0 0 0,0 0 0 0 0,1 0 0 0 0,-4-5 0 0 0,16 15-1687 0 0,-10-6 1397 0 0,0 0-1 0 0,0 0 1 0 0,1 0 0 0 0,-1-1-1 0 0,0 1 1 0 0,0-1 0 0 0,1 0-1 0 0,-1 1 1 0 0,0-1-1 0 0,1 0 1 0 0,-1 0 0 0 0,4-1-1 0 0,5 1 23 0 0,-8 0 513 0 0,-1 0-1 0 0,0 1 1 0 0,0 0 0 0 0,0-1-1 0 0,1 1 1 0 0,-1 0-1 0 0,0 0 1 0 0,14 12 2045 0 0,-15-11-2046 0 0,1 0 1 0 0,-1 0 0 0 0,0 0-1 0 0,0 0 1 0 0,0 0 0 0 0,0 0-1 0 0,0 0 1 0 0,0 1-1 0 0,0 1 1 0 0,24 23 2489 0 0,-19-30-2975 0 0,-1 0 0 0 0,0-1 0 0 0,0 0 0 0 0,0 0 0 0 0,-1-1 0 0 0,0 1-1 0 0,1-1 1 0 0,-2 0 0 0 0,1 0 0 0 0,0 0 0 0 0,-1-1 0 0 0,0 1 0 0 0,0-1-1 0 0,3-9 1 0 0,-4 6 594 0 0,0 1 0 0 0,0-1 0 0 0,-1 0 0 0 0,0 0 0 0 0,-1 0 0 0 0,0 0 0 0 0,0 0 0 0 0,0 1-1 0 0,-2-1 1 0 0,-2-12 0 0 0,3 8-104 0 0,0 0 0 0 0,0 0-1 0 0,2 0 1 0 0,-1 1 0 0 0,2-1-1 0 0,2-14 1 0 0,3-31-575 0 0,-7-7 231 0 0,-10-76 0 0 0,-1-32 662 0 0,11 111-381 0 0,-9-477 334 0 0,1 290 6 0 0,26-259-1 0 0,2-366-377 0 0,-15 347-96 0 0,0-12 2 0 0,-39-925-1537 0 0,30 1222 1700 0 0,-9-150 367 0 0,12 332-1548 0 0,10 66-449 0 0,3 12 773 0 0,-3 13 312 0 0,0 1 1 0 0,-2 0-1 0 0,-2 0 0 0 0,0 0 0 0 0,-1 37 0 0 0,-1-26 222 0 0,18 236 302 0 0,20 217-42 0 0,-17-28-374 0 0,-26 2 120 0 0,7 249 8 0 0,42-48 1065 0 0,13 344-495 0 0,-85 406 1883 0 0,18-1309-1631 0 0,1-10-304 0 0,7 117 0 0 0,-1-219-433 0 0,0 1 0 0 0,0-1 0 0 0,-1 0-1 0 0,1 1 1 0 0,0-1 0 0 0,0 1 0 0 0,0-1 0 0 0,0 0 0 0 0,0 1 0 0 0,0-1-1 0 0,0 1 1 0 0,0-1 0 0 0,1 0 0 0 0,-1 1 0 0 0,0-1 0 0 0,0 1 0 0 0,0-1-1 0 0,0 0 1 0 0,0 1 0 0 0,1-1 0 0 0,-1 0 0 0 0,0 1 0 0 0,0-1 0 0 0,1 0-1 0 0,-1 1 1 0 0,0-1 0 0 0,0 0 0 0 0,1 0 0 0 0,-1 1 0 0 0,0-1 0 0 0,1 0-1 0 0,-1 0 1 0 0,0 1 0 0 0,1-1 0 0 0,9-11 133 0 0,5-24-4 0 0,12-60 51 0 0,23-162-1 0 0,-43 212-132 0 0,46-432-914 0 0,-33-5-254 0 0,-19 442 1051 0 0,57-1431-511 0 0,-49 885 66 0 0,4-98-441 0 0,-5 494 801 0 0,22-787 844 0 0,-35 805-487 0 0,0 93-693 0 0,8-87 0 0 0,-3 165 453 0 0,0-5-23 0 0,0 0 1 0 0,1 0-1 0 0,0 0 0 0 0,0 0 1 0 0,0 0-1 0 0,1 1 1 0 0,0-1-1 0 0,0 1 1 0 0,4-9-1 0 0,-6 13 39 0 0,1 1-1 0 0,-1 0 1 0 0,0 0-1 0 0,0 0 1 0 0,0 0-1 0 0,0-1 1 0 0,0 1 0 0 0,1 0-1 0 0,-1 0 1 0 0,0 0-1 0 0,0 0 1 0 0,0 0-1 0 0,0-1 1 0 0,1 1-1 0 0,-1 0 1 0 0,0 0-1 0 0,0 0 1 0 0,1 0 0 0 0,-1 0-1 0 0,0 0 1 0 0,0 0-1 0 0,0 0 1 0 0,1 0-1 0 0,-1 0 1 0 0,0 0-1 0 0,0 0 1 0 0,1 0-1 0 0,-1 0 1 0 0,0 0 0 0 0,0 0-1 0 0,0 0 1 0 0,1 0-1 0 0,-1 0 1 0 0,0 0-1 0 0,0 0 1 0 0,0 0-1 0 0,1 1 1 0 0,-1-1-1 0 0,7 10-468 0 0,1 15-118 0 0,-8-23 537 0 0,11 45-537 0 0,-3 0 1 0 0,3 54-1 0 0,-4 100 169 0 0,-6-136 351 0 0,17 514-268 0 0,3 448 259 0 0,-27-659-517 0 0,-1 286 408 0 0,28 0 1040 0 0,33 8 1192 0 0,-10-128-1275 0 0,-37-436-651 0 0,63 606 707 0 0,-67-685-656 0 0,-3-9 58 0 0,2 0 0 0 0,0 0 0 0 0,0-1 1 0 0,0 1-1 0 0,1 0 0 0 0,5 9 0 0 0,-8-18-195 0 0,0-1 0 0 0,0 0 0 0 0,0 0 0 0 0,1 1 0 0 0,-1-1 0 0 0,0 0 0 0 0,0 1 0 0 0,0-1-1 0 0,0 0 1 0 0,0 0 0 0 0,1 1 0 0 0,-1-1 0 0 0,0 0 0 0 0,0 0 0 0 0,0 1 0 0 0,1-1 0 0 0,-1 0 0 0 0,0 0-1 0 0,0 0 1 0 0,1 0 0 0 0,-1 1 0 0 0,0-1 0 0 0,0 0 0 0 0,1 0 0 0 0,-1 0 0 0 0,0 0 0 0 0,1 0 0 0 0,-1 0-1 0 0,0 0 1 0 0,1 0 0 0 0,-1 0 0 0 0,0 0 0 0 0,0 0 0 0 0,1 0 0 0 0,5-10 165 0 0,-1-20-281 0 0,-5 29 99 0 0,13-289-68 0 0,-8 124 125 0 0,21-1106-22 0 0,-19 718-163 0 0,-2 114 223 0 0,43-1170-169 0 0,18 706 311 0 0,-19 59-187 0 0,-47 807-676 0 0,-1 26 189 0 0,1 1 1 0 0,0 0-1 0 0,3-14 1 0 0,-4 84-1903 0 0,1-12 1705 0 0,-28 429-623 0 0,-23 439 965 0 0,40 2-242 0 0,40-119 110 0 0,4 546-316 0 0,-35-1163 1025 0 0,-6 265 1836 0 0,-31-3-470 0 0,-47-30-146 0 0,79-398-2088 0 0,4-27 33 0 0,3-38-108 0 0,0 43 653 0 0,29-380 64 0 0,-11 216 66 0 0,32-330 247 0 0,28-362 443 0 0,-54 467-843 0 0,131-1695-323 0 0,-82 1186 290 0 0,-79 479-1048 0 0,5 407 527 0 0,1 53-853 0 0,0-16 1107 0 0,-1 498-2640 0 0,-15 689 3412 0 0,-16 1106 1269 0 0,23-1202 1158 0 0,1-912-1855 0 0,0 110 1785 0 0,8-307-2798 0 0,3 26 653 0 0,1-20-253 0 0,3-17-176 0 0,7-28-227 0 0,-2 0 0 0 0,-2-2 0 0 0,-2 1 0 0 0,4-45 0 0 0,-5 40-29 0 0,39-491-460 0 0,-37-8-338 0 0,-9 445 652 0 0,25-1171-625 0 0,43-419 864 0 0,-62 1106 1133 0 0,-6 199-311 0 0,0 362-537 0 0,0 6-235 0 0,-1 1-1 0 0,2-1 1 0 0,0 0 0 0 0,1 1 0 0 0,1 0 0 0 0,0-1-1 0 0,9-22 1 0 0,-12 37-136 0 0,0 1-1 0 0,0 0 1 0 0,0 0-1 0 0,1 0 1 0 0,-1-1-1 0 0,0 1 1 0 0,0 0-1 0 0,0 0 1 0 0,0 0-1 0 0,1 0 1 0 0,-1-1-1 0 0,0 1 1 0 0,0 0-1 0 0,0 0 1 0 0,1 0-1 0 0,-1 0 1 0 0,0 0-1 0 0,0-1 1 0 0,0 1-1 0 0,1 0 1 0 0,-1 0 0 0 0,0 0-1 0 0,0 0 1 0 0,1 0-1 0 0,-1 0 1 0 0,0 0-1 0 0,0 0 1 0 0,1 0-1 0 0,-1 0 1 0 0,0 0-1 0 0,0 0 1 0 0,1 0-1 0 0,-1 0 1 0 0,0 0-1 0 0,0 1 1 0 0,1-1-1 0 0,-1 0 1 0 0,0 0-1 0 0,0 0 1 0 0,1 0-1 0 0,-1 0 1 0 0,0 0-1 0 0,0 1 1 0 0,0-1 0 0 0,0 0-1 0 0,1 0 1 0 0,-1 0-1 0 0,0 1 1 0 0,0-1-1 0 0,0 0 1 0 0,0 0-1 0 0,0 0 1 0 0,1 1-1 0 0,-1-1 1 0 0,0 0-1 0 0,0 0 1 0 0,0 1-1 0 0,0-1 1 0 0,0 0-1 0 0,0 0 1 0 0,0 1-1 0 0,0-1 1 0 0,0 0-1 0 0,0 0 1 0 0,0 1 0 0 0,0-1-1 0 0,0 0 1 0 0,6 20-1124 0 0,8 79-561 0 0,3 123 0 0 0,-12-122 1615 0 0,52 656 1439 0 0,-18-269-696 0 0,-1 846-1020 0 0,-30-629 214 0 0,7-150 317 0 0,11 569 3419 0 0,-26-1050-3288 0 0,6 114 302 0 0,-7-221-1009 0 0,1 1-1 0 0,5-41 0 0 0,17-87 959 0 0,-10 78-486 0 0,58-642 442 0 0,-35-4-586 0 0,54-713-384 0 0,-46 381 946 0 0,-44 954-198 0 0,-19-1012 176 0 0,19 1034-885 0 0,2 46-750 0 0,-6-59 0 0 0,7 141 841 0 0,-1-1-1 0 0,-6 56 1 0 0,1-7 9 0 0,2 468-113 0 0,-7 216 501 0 0,-29-144-229 0 0,-7 169-37 0 0,41 493 1241 0 0,46 251 486 0 0,-23-793 1621 0 0,-19-730-2832 0 0,1-11 410 0 0,2-25 75 0 0,58-273-2686 0 0,-23 122-67 0 0,-13 22 567 0 0,-6 0 0 0 0,-6-2-1 0 0,-7 1 1 0 0,-19-237 0 0 0,-34-74 4459 0 0,1 14-523 0 0,-8-503-4843 0 0,38 588 1932 0 0,-36-295 3055 0 0,21 304-765 0 0,-39-665-1201 0 0,57 783-1170 0 0,1 62 881 0 0,13-220-1 0 0,16-66-911 0 0,-22 226 801 0 0,10 292-5289 0 0,-15 394-1380 0 0,27 230 4904 0 0,-9-154-471 0 0,-50-2-614 0 0,8-289 2184 0 0,-29 179 977 0 0,57-391-565 0 0,1 1 2 0 0,-1-1-1 0 0,-1 0 1 0 0,-24 60-1 0 0,31-90-64 0 0,0 1 0 0 0,-1-1 0 0 0,1 0-1 0 0,-1 1 1 0 0,1-1 0 0 0,-1 0 0 0 0,0 0 0 0 0,1 0-1 0 0,-1 1 1 0 0,0-1 0 0 0,0 0 0 0 0,0 0-1 0 0,0 0 1 0 0,0 0 0 0 0,0 0 0 0 0,0-1-1 0 0,0 1 1 0 0,0 0 0 0 0,-1 0 0 0 0,1-1 0 0 0,0 1-1 0 0,0-1 1 0 0,-1 1 0 0 0,1-1 0 0 0,0 1-1 0 0,-1-1 1 0 0,1 0 0 0 0,0 0 0 0 0,-1 0 0 0 0,1 1-1 0 0,-1-1 1 0 0,1-1 0 0 0,-2 1 0 0 0,1-1 9 0 0,0 0 0 0 0,0 0-1 0 0,0-1 1 0 0,1 1 0 0 0,-1-1 0 0 0,1 1 0 0 0,-1-1 0 0 0,1 1 0 0 0,-1-1 0 0 0,1 0 0 0 0,0 0 0 0 0,0 1 0 0 0,0-1 0 0 0,0 0 0 0 0,0 0 0 0 0,0 0 0 0 0,1 0 0 0 0,-1 0 0 0 0,1 0 0 0 0,-1-5 0 0 0,-6-55 313 0 0,1 23-164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36.14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804 341 2745 0 0,'-5'0'13'0'0,"1"1"0"0"0,-1 1 0 0 0,0-1 1 0 0,1 1-1 0 0,-1 0 0 0 0,1 0 1 0 0,0 0-1 0 0,0 0 0 0 0,0 1 0 0 0,0 0 1 0 0,0 0-1 0 0,0 0 0 0 0,-5 6 1 0 0,4-1-6 0 0,0 0 1 0 0,0 0 0 0 0,1 1 0 0 0,0-1 0 0 0,1 1 0 0 0,-4 14 0 0 0,-229 900 848 0 0,170-646-324 0 0,51-224 66 0 0,-3-2-1 0 0,-3 0 1 0 0,-29 55-1 0 0,43-95-491 0 0,1 0 0 0 0,-2-1 0 0 0,1 0-1 0 0,-10 10 1 0 0,15-18-56 0 0,0 1 0 0 0,-1-1 0 0 0,1 0 0 0 0,-1 0-1 0 0,1 0 1 0 0,-1 0 0 0 0,0 0 0 0 0,1-1 0 0 0,-1 1 0 0 0,0-1 0 0 0,0 1-1 0 0,0-1 1 0 0,0 0 0 0 0,0 0 0 0 0,-1-1 0 0 0,1 1 0 0 0,0-1 0 0 0,0 1-1 0 0,-1-1 1 0 0,-4-1 0 0 0,6 1-6 0 0,0-1 0 0 0,0 0 0 0 0,1 0 0 0 0,-1 1 1 0 0,0-1-1 0 0,1 0 0 0 0,-1-1 0 0 0,1 1 0 0 0,-1 0 0 0 0,1 0 0 0 0,-1-1 0 0 0,1 1 0 0 0,0-1 0 0 0,0 1 0 0 0,0-1 0 0 0,0 1 0 0 0,0-1 1 0 0,0 0-1 0 0,0 0 0 0 0,0 1 0 0 0,1-1 0 0 0,-1 0 0 0 0,0-2 0 0 0,-7-47 664 0 0,8 49-685 0 0,-2-68 215 0 0,3-1 0 0 0,13-82-1 0 0,-5 62-426 0 0,50-1163-3028 0 0,-59 1235 3321 0 0,1-14 354 0 0,-1 1 0 0 0,-2-1-1 0 0,-1 1 1 0 0,-2-1 0 0 0,-12-47 0 0 0,17 80-414 0 0,0-1-1 0 0,0 1 1 0 0,0-1 0 0 0,0 1 0 0 0,0-1 0 0 0,0 1 0 0 0,0 0 0 0 0,-1-1 0 0 0,1 1 0 0 0,0-1 0 0 0,0 1 0 0 0,0 0 0 0 0,0-1 0 0 0,-1 1 0 0 0,1-1 0 0 0,0 1 0 0 0,0 0 0 0 0,-1-1 0 0 0,1 1 0 0 0,0 0 0 0 0,-1-1 0 0 0,1 1 0 0 0,0 0 0 0 0,-1 0 0 0 0,1-1 0 0 0,0 1 0 0 0,-1 0 0 0 0,1 0-1 0 0,-1 0 1 0 0,1 0 0 0 0,0-1 0 0 0,-1 1 0 0 0,1 0 0 0 0,-1 0 0 0 0,1 0 0 0 0,-1 0 0 0 0,1 0 0 0 0,0 0 0 0 0,-1 0 0 0 0,1 0 0 0 0,-1 0 0 0 0,1 0 0 0 0,-1 1 0 0 0,-13 18 736 0 0,-6 33-661 0 0,-12 72-893 0 0,-30 239 0 0 0,25 133 16 0 0,41 263 283 0 0,20-564-977 0 0,-24-195 1427 0 0,0 1-1 0 0,0-1 0 0 0,0 0 1 0 0,0 1-1 0 0,0-1 0 0 0,0 0 1 0 0,0 1-1 0 0,0-1 1 0 0,0 0-1 0 0,0 1 0 0 0,0-1 1 0 0,0 0-1 0 0,0 1 0 0 0,0-1 1 0 0,1 0-1 0 0,-1 1 0 0 0,0-1 1 0 0,0 0-1 0 0,0 1 0 0 0,0-1 1 0 0,1 0-1 0 0,-1 0 1 0 0,0 1-1 0 0,0-1 0 0 0,0 0 1 0 0,1 0-1 0 0,-1 1 0 0 0,0-1 1 0 0,0 0-1 0 0,1 0 0 0 0,-1 0 1 0 0,0 1-1 0 0,1-1 1 0 0,-1 0-1 0 0,1 0 0 0 0,3-12-405 0 0,1-25 62 0 0,63-441 506 0 0,-25 196-674 0 0,-8 61-388 0 0,-24 171 263 0 0,1 1-1 0 0,26-64 1 0 0,-36 108 622 0 0,-1 2 36 0 0,0 0 0 0 0,1-1 1 0 0,-1 1-1 0 0,1 0 0 0 0,-1 0 0 0 0,1 0 1 0 0,0 0-1 0 0,0 0 0 0 0,0 1 0 0 0,0-1 0 0 0,1 1 1 0 0,4-5-1 0 0,-6 7 36 0 0,-1 0 0 0 0,1-1 0 0 0,-1 1 0 0 0,1 0 0 0 0,-1 0 0 0 0,1 0 0 0 0,-1 1 0 0 0,1-1 0 0 0,-1 0 0 0 0,1 0 1 0 0,-1 0-1 0 0,1 0 0 0 0,-1 0 0 0 0,1 1 0 0 0,-1-1 0 0 0,1 0 0 0 0,-1 0 0 0 0,0 1 0 0 0,1-1 0 0 0,-1 0 0 0 0,1 0 0 0 0,-1 1 0 0 0,0-1 0 0 0,1 1 0 0 0,-1-1 0 0 0,0 0 1 0 0,1 1-1 0 0,-1-1 0 0 0,0 1 0 0 0,0-1 0 0 0,0 1 0 0 0,1-1 0 0 0,-1 1 0 0 0,0-1 0 0 0,0 1 0 0 0,0-1 0 0 0,0 1 0 0 0,6 23 1044 0 0,-6-23-1020 0 0,4 41 590 0 0,-1 0 0 0 0,-5 58-1 0 0,0-33-326 0 0,8 465 1367 0 0,77 532 0 0 0,-69-935-1272 0 0,-10-168-1663 0 0,1 8 742 0 0,-1-6 197 0 0,39-712-5139 0 0,-50 352 4251 0 0,14-567 3626 0 0,-7 962-2557 0 0,1-31 4336 0 0,-2 47-2482 0 0,-45 387-2829 0 0,-13 160-3708 0 0,33-3 2069 0 0,15-254 1852 0 0,10-277 886 0 0,1-15-2 0 0,1 0-1 0 0,-2 0 1 0 0,0 0 0 0 0,0-1-1 0 0,-1 1 1 0 0,-1-1 0 0 0,0 1-1 0 0,0-1 1 0 0,-8 16 0 0 0,11-27 13 0 0,0 1 1 0 0,0-1-1 0 0,0 1 0 0 0,-1-1 1 0 0,1 0-1 0 0,0 1 1 0 0,0-1-1 0 0,-1 1 0 0 0,1-1 1 0 0,-1 0-1 0 0,1 1 1 0 0,0-1-1 0 0,-1 0 0 0 0,1 1 1 0 0,-1-1-1 0 0,1 0 1 0 0,0 0-1 0 0,-1 1 0 0 0,1-1 1 0 0,-1 0-1 0 0,1 0 1 0 0,-1 0-1 0 0,1 0 0 0 0,-1 0 1 0 0,1 1-1 0 0,-1-1 1 0 0,1 0-1 0 0,-1 0 0 0 0,1 0 1 0 0,-1 0-1 0 0,1 0 0 0 0,-1-1 1 0 0,1 1-1 0 0,-1 0 1 0 0,0 0-1 0 0,-13-17 958 0 0,-3-28 707 0 0,7-8 15 0 0,3-1 0 0 0,-1-104 0 0 0,4 56-1501 0 0,-105-1049-4682 0 0,93 1005 3101 0 0,-3 19-39 0 0,2 16 1979 0 0,9 0 3733 0 0,-11 200-4316 0 0,-35 313-3925 0 0,48-297 4185 0 0,16 196 0 0 0,30 4-454 0 0,-1-12-696 0 0,-26-150 768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38.16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1437 612 5065 0 0,'25'-28'913'0'0,"33"-29"0"0"0,-33 34 604 0 0,36-42 0 0 0,-61 65-1504 0 0,1 0 1 0 0,-1 0-1 0 0,0 0 0 0 0,1-1 1 0 0,-1 1-1 0 0,0 0 1 0 0,1-1-1 0 0,-1 1 0 0 0,0 0 1 0 0,0 0-1 0 0,0-1 1 0 0,1 1-1 0 0,-1-1 0 0 0,0 1 1 0 0,0 0-1 0 0,0-1 1 0 0,0 1-1 0 0,1 0 0 0 0,-1-1 1 0 0,0 1-1 0 0,0-1 1 0 0,0 1-1 0 0,0 0 1 0 0,0-1-1 0 0,0 1 0 0 0,0-1 1 0 0,0 1-1 0 0,0 0 1 0 0,0-1-1 0 0,0 1 0 0 0,0 0 1 0 0,-1-1-1 0 0,1 1 1 0 0,0-1-1 0 0,0 1 0 0 0,0 0 1 0 0,-1-1-1 0 0,1 1 1 0 0,0 0-1 0 0,0-1 0 0 0,0 1 1 0 0,-1 0-1 0 0,1 0 1 0 0,0-1-1 0 0,-1 1 0 0 0,1 0 1 0 0,0 0-1 0 0,-1-1 1 0 0,1 1-1 0 0,0 0 0 0 0,-1 0 1 0 0,1 0-1 0 0,0 0 1 0 0,-1-1-1 0 0,1 1 0 0 0,-1 0 1 0 0,1 0-1 0 0,0 0 1 0 0,-1 0-1 0 0,1 0 0 0 0,-1 0 1 0 0,1 0-1 0 0,0 0 1 0 0,-1 0-1 0 0,1 0 1 0 0,-1 0-1 0 0,0 1 0 0 0,-32 2 48 0 0,30-2-86 0 0,-387 95-796 0 0,8 33 1799 0 0,354-119-918 0 0,-138 50 96 0 0,-287 94 306 0 0,376-126-294 0 0,70-25-163 0 0,1 0 1 0 0,0 0-1 0 0,0 1 0 0 0,0-1 1 0 0,1 1-1 0 0,0 1 0 0 0,-1-1 0 0 0,1 1 1 0 0,-7 9-1 0 0,31-13-2125 0 0,16-17 1806 0 0,225-100 2770 0 0,-34 16-1470 0 0,592-242-966 0 0,-744 315-66 0 0,266-102-68 0 0,151-64 26 0 0,-409 164-447 0 0,-97 34 780 0 0,1 0 0 0 0,-1 0 0 0 0,0-2-1 0 0,-26 4 1 0 0,-11 2-602 0 0,-529 152-4519 0 0,458-121 4508 0 0,-309 116-49 0 0,106-12-75 0 0,12 24-90 0 0,217-111 435 0 0,-108 72 192 0 0,188-117 261 0 0,0 1 0 0 0,-25 27 0 0 0,38-36-206 0 0,0 0-1 0 0,1 1 1 0 0,-1-1 0 0 0,1 1 0 0 0,0 0 0 0 0,0 0-1 0 0,0 0 1 0 0,1 1 0 0 0,-1-1 0 0 0,1 0 0 0 0,1 1-1 0 0,-1 0 1 0 0,1-1 0 0 0,-1 10 0 0 0,2-13-101 0 0,0 0-1 0 0,0 0 1 0 0,0 0 0 0 0,0 0-1 0 0,1-1 1 0 0,-1 1 0 0 0,0 0-1 0 0,1 0 1 0 0,0-1 0 0 0,-1 1-1 0 0,1 0 1 0 0,0-1 0 0 0,0 1-1 0 0,0-1 1 0 0,0 1 0 0 0,0-1-1 0 0,0 1 1 0 0,0-1 0 0 0,1 0-1 0 0,1 2 1 0 0,0-1-21 0 0,0 0 0 0 0,0-1 0 0 0,0 1 0 0 0,0-1 0 0 0,0 0 0 0 0,1 0 0 0 0,-1 0-1 0 0,0-1 1 0 0,0 1 0 0 0,6 0 0 0 0,5-1-42 0 0,1-1 0 0 0,-1 0-1 0 0,1-1 1 0 0,14-4 0 0 0,74-21 938 0 0,-1-5 0 0 0,136-63 0 0 0,-41 15-321 0 0,498-223 1192 0 0,-59 23-400 0 0,-531 236-1391 0 0,-50 20 76 0 0,0 2-1 0 0,102-26 1 0 0,-156 48-115 0 0,1-1 0 0 0,-1 1 0 0 0,1-1 0 0 0,-1 1 0 0 0,1 0 0 0 0,-1 0 1 0 0,1-1-1 0 0,-1 1 0 0 0,1 0 0 0 0,-1 0 0 0 0,1 1 0 0 0,0-1 0 0 0,-1 0 0 0 0,1 0 0 0 0,-1 1 1 0 0,0-1-1 0 0,1 1 0 0 0,1 0 0 0 0,-3 0 19 0 0,0 0 0 0 0,0-1 0 0 0,0 1 0 0 0,0 0 0 0 0,0 0 0 0 0,0 0 0 0 0,0-1 0 0 0,0 1 0 0 0,-1 0 0 0 0,1-1 1 0 0,0 1-1 0 0,-1 0 0 0 0,1 0 0 0 0,0-1 0 0 0,-1 1 0 0 0,1 0 0 0 0,-1-1 0 0 0,1 1 0 0 0,-1-1 0 0 0,1 1 0 0 0,-1-1 0 0 0,1 1 0 0 0,-2 0 0 0 0,-49 38-1606 0 0,-300 163-705 0 0,-63 40 2297 0 0,-451 251 761 0 0,838-480-104 0 0,0 1 0 0 0,1 2 0 0 0,0 0 1 0 0,2 2-1 0 0,-42 37 0 0 0,66-55-561 0 0,0 0 0 0 0,0 1 0 0 0,0-1 1 0 0,-1 0-1 0 0,1 0 0 0 0,0 0 0 0 0,0 0 0 0 0,0 0 0 0 0,-1 0 1 0 0,1 0-1 0 0,0 0 0 0 0,0 1 0 0 0,0-1 0 0 0,0 0 0 0 0,0 0 0 0 0,-1 0 1 0 0,1 0-1 0 0,0 1 0 0 0,0-1 0 0 0,0 0 0 0 0,0 0 0 0 0,0 0 0 0 0,0 0 1 0 0,0 1-1 0 0,0-1 0 0 0,0 0 0 0 0,0 0 0 0 0,-1 0 0 0 0,1 1 1 0 0,0-1-1 0 0,0 0 0 0 0,0 0 0 0 0,0 0 0 0 0,0 1 0 0 0,1-1 0 0 0,-1 0 1 0 0,0 0-1 0 0,0 0 0 0 0,0 1 0 0 0,0-1 0 0 0,0 0 0 0 0,0 0 0 0 0,0 0 1 0 0,0 1-1 0 0,0-1 0 0 0,0 0 0 0 0,1 0 0 0 0,-1 0 0 0 0,0 0 0 0 0,0 1 1 0 0,0-1-1 0 0,0 0 0 0 0,1 0 0 0 0,15-1 127 0 0,21-12-111 0 0,286-136 1656 0 0,-146 62-752 0 0,25-6-153 0 0,289-141 458 0 0,-462 219-1158 0 0,623-298 2078 0 0,-590 290-1837 0 0,38-17 144 0 0,-162 60-3251 0 0,25-6 1333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18:39.39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1514 874 5985 0 0,'-5'-5'-178'0'0,"1"-1"-1"0"0,0 0 0 0 0,0 0 1 0 0,0-1-1 0 0,1 1 0 0 0,0-1 1 0 0,0 0-1 0 0,1 0 0 0 0,0 0 1 0 0,0 0-1 0 0,1 0 0 0 0,-1 0 1 0 0,2 0-1 0 0,-1-14 0 0 0,1 6-148 0 0,0 0-1 0 0,1 1 1 0 0,1-1-1 0 0,1 1 0 0 0,0 0 1 0 0,7-22-1 0 0,-5 24 497 0 0,0 0 0 0 0,1 1 0 0 0,0 0 0 0 0,1 0 0 0 0,0 1 0 0 0,17-18 0 0 0,0 3 1478 0 0,32-24 0 0 0,13-12 610 0 0,-68 60-2213 0 0,0 1 0 0 0,0-1 0 0 0,0 1 1 0 0,-1-1-1 0 0,1 0 0 0 0,0 1 0 0 0,-1-1 1 0 0,1 0-1 0 0,-1 0 0 0 0,1 1 0 0 0,-1-1 1 0 0,1 0-1 0 0,-1 0 0 0 0,1 0 0 0 0,-1 0 1 0 0,0 0-1 0 0,0 0 0 0 0,1 1 0 0 0,-1-1 1 0 0,0 0-1 0 0,0 0 0 0 0,0 0 0 0 0,0 0 1 0 0,0 0-1 0 0,0 0 0 0 0,0 0 0 0 0,0 0 1 0 0,-1-2-1 0 0,0 2 11 0 0,0 0 0 0 0,-1 0 0 0 0,1-1 0 0 0,0 1 0 0 0,0 0 1 0 0,-1 0-1 0 0,1 0 0 0 0,-1 1 0 0 0,1-1 0 0 0,-1 0 0 0 0,1 1 0 0 0,-1-1 0 0 0,0 0 1 0 0,-3 0-1 0 0,-10-1 236 0 0,-1 0 0 0 0,-27-1 0 0 0,38 3-219 0 0,-33 1 208 0 0,-1 1 0 0 0,1 2 0 0 0,0 1-1 0 0,-66 20 1 0 0,-146 60 49 0 0,178-57-406 0 0,-52 22-217 0 0,-129 72 1 0 0,-106 86-515 0 0,288-165-69 0 0,1 4 0 0 0,-77 67 0 0 0,147-114 879 0 0,0 0 1 0 0,-1 0-1 0 0,1 0 1 0 0,0 0-1 0 0,0 0 1 0 0,0 0 0 0 0,0 0-1 0 0,0 0 1 0 0,-1 0-1 0 0,1 0 1 0 0,0 1-1 0 0,0-1 1 0 0,0 0-1 0 0,0 0 1 0 0,0 0-1 0 0,0 0 1 0 0,-1 0-1 0 0,1 0 1 0 0,0 0 0 0 0,0 0-1 0 0,0 0 1 0 0,0 0-1 0 0,0 0 1 0 0,0 1-1 0 0,0-1 1 0 0,-1 0-1 0 0,1 0 1 0 0,0 0-1 0 0,0 0 1 0 0,0 0-1 0 0,0 0 1 0 0,0 1 0 0 0,0-1-1 0 0,0 0 1 0 0,0 0-1 0 0,0 0 1 0 0,0 0-1 0 0,0 0 1 0 0,0 1-1 0 0,0-1 1 0 0,0 0-1 0 0,0 0 1 0 0,0 0-1 0 0,0 0 1 0 0,0 0 0 0 0,0 1-1 0 0,0-1 1 0 0,0 0-1 0 0,0 0 1 0 0,0 0-1 0 0,0 0 1 0 0,0 0-1 0 0,0 0 1 0 0,1 1-1 0 0,-1-1 1 0 0,0 0-1 0 0,0 0 1 0 0,0 0 0 0 0,0 0-1 0 0,0 0 1 0 0,0 0-1 0 0,0 0 1 0 0,0 0-1 0 0,1 0 1 0 0,-1 1-1 0 0,0-1 1 0 0,15-3 380 0 0,20-9 260 0 0,161-83 464 0 0,-34 13-230 0 0,253-124 429 0 0,-141 65-711 0 0,348-148 686 0 0,-400 185-592 0 0,-111 49-474 0 0,156-53 0 0 0,-267 108-196 0 0,25-7-168 0 0,-21 9-391 0 0,-13 7 110 0 0,-207 139-105 0 0,165-115 495 0 0,-435 249-2175 0 0,-80 55 804 0 0,494-290 1371 0 0,20-14-495 0 0,2 2 1 0 0,-80 71-1 0 0,129-105 513 0 0,0 0-1 0 0,1-1 1 0 0,-1 1 0 0 0,0 0 0 0 0,0 0-1 0 0,0-1 1 0 0,1 1 0 0 0,-1 0 0 0 0,0 0-1 0 0,1 0 1 0 0,-1 0 0 0 0,1 0 0 0 0,-1 0-1 0 0,1 0 1 0 0,0 0 0 0 0,-1 0 0 0 0,1 0-1 0 0,0 0 1 0 0,0 1 0 0 0,0-1-1 0 0,-1 2 1 0 0,2-3 21 0 0,-1 1 1 0 0,1-1-1 0 0,-1 1 0 0 0,1 0 0 0 0,0-1 0 0 0,-1 1 1 0 0,1-1-1 0 0,-1 1 0 0 0,1-1 0 0 0,0 0 0 0 0,0 1 1 0 0,-1-1-1 0 0,1 1 0 0 0,0-1 0 0 0,-1 0 0 0 0,1 0 0 0 0,0 0 1 0 0,0 1-1 0 0,0-1 0 0 0,-1 0 0 0 0,1 0 0 0 0,1 0 1 0 0,51-3 567 0 0,-52 3-546 0 0,97-18 611 0 0,-1-3 0 0 0,0-5 0 0 0,107-44-1 0 0,268-137 733 0 0,-459 201-1333 0 0,190-90 537 0 0,222-101 1005 0 0,-355 164-1341 0 0,-23 11-15 0 0,87-29 0 0 0,-144 61-1369 0 0,-23 11 707 0 0,-470 244-1289 0 0,347-183 1241 0 0,-245 115-364 0 0,-160 70 1017 0 0,505-235-356 0 0,-57 43 0 0 0,112-75 181 0 0,1 1-1 0 0,-1-1 1 0 0,0 1-1 0 0,0-1 0 0 0,0 1 1 0 0,0-1-1 0 0,1 1 1 0 0,-1 0-1 0 0,0-1 1 0 0,0 1-1 0 0,1 0 0 0 0,-1 0 1 0 0,1 0-1 0 0,-1-1 1 0 0,1 1-1 0 0,-1 0 1 0 0,1 0-1 0 0,-1 2 0 0 0,15-4 54 0 0,31-13 390 0 0,271-118 486 0 0,152-54 507 0 0,466-142 475 0 0,-888 309-1300 0 0,-26 10 512 0 0,39-12 0 0 0,-97 50 44 0 0,-33 19-2581 0 0,24-14-2747 0 0,-12 8-1680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7:54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471 283 4633 0 0,'1'-1'239'0'0,"0"-1"0"0"0,0 0 1 0 0,-1 0-1 0 0,1 0 0 0 0,0 1 0 0 0,-1-1 1 0 0,1 0-1 0 0,-1 0 0 0 0,0 0 0 0 0,0 0 1 0 0,0 0-1 0 0,0 0 0 0 0,0 0 0 0 0,0 0 1 0 0,0 1-1 0 0,-1-1 0 0 0,1 0 0 0 0,0 0 1 0 0,-1 0-1 0 0,0 0 0 0 0,1 1 0 0 0,-1-1 1 0 0,0 0-1 0 0,-2-2 0 0 0,1 1-43 0 0,0-1 0 0 0,-1 1 0 0 0,1 0-1 0 0,-1 0 1 0 0,0 0 0 0 0,0 0 0 0 0,0 1 0 0 0,0-1-1 0 0,0 1 1 0 0,-5-3 0 0 0,-45-30 1530 0 0,44 27-1644 0 0,-1 1 0 0 0,0 0 0 0 0,-21-10 0 0 0,27 16-90 0 0,0-1 1 0 0,-1 1 0 0 0,1 0-1 0 0,0 0 1 0 0,-1 0-1 0 0,1 1 1 0 0,-1-1 0 0 0,1 1-1 0 0,0 0 1 0 0,-1 1 0 0 0,1-1-1 0 0,-1 1 1 0 0,1 0 0 0 0,-8 2-1 0 0,0 2 26 0 0,-1 1-1 0 0,1 0 0 0 0,0 0 1 0 0,0 2-1 0 0,1-1 1 0 0,0 1-1 0 0,0 1 1 0 0,-15 16-1 0 0,-2 5 166 0 0,-37 52 0 0 0,60-76-178 0 0,1 1 0 0 0,0-1 0 0 0,1 1 0 0 0,-1 0 1 0 0,1 0-1 0 0,1 0 0 0 0,-1 1 0 0 0,1-1 0 0 0,1 1 0 0 0,-1-1 0 0 0,1 1 0 0 0,1-1 0 0 0,-1 1 1 0 0,1 0-1 0 0,1-1 0 0 0,1 11 0 0 0,1-3-24 0 0,0 0 0 0 0,2 0-1 0 0,0 0 1 0 0,0-1 0 0 0,1 0 0 0 0,1 0-1 0 0,11 16 1 0 0,-2-3 5 0 0,2-1 0 0 0,0-1 0 0 0,2-1 0 0 0,43 42-1 0 0,-52-56-9 0 0,1-1 0 0 0,1 0-1 0 0,0 0 1 0 0,0-1 0 0 0,1-1-1 0 0,0 0 1 0 0,0-1 0 0 0,0-1-1 0 0,1 0 1 0 0,0 0 0 0 0,28 3-1 0 0,-29-6-60 0 0,-1-1-1 0 0,1 0 0 0 0,0-1 0 0 0,0-1 0 0 0,0 0 0 0 0,-1-1 0 0 0,25-5 0 0 0,-31 4 51 0 0,0 1 1 0 0,0-1 0 0 0,-1 0 0 0 0,1-1-1 0 0,-1 0 1 0 0,1 0 0 0 0,-1 0-1 0 0,0-1 1 0 0,-1 0 0 0 0,1 0 0 0 0,-1 0-1 0 0,0-1 1 0 0,0 1 0 0 0,-1-1 0 0 0,8-12-1 0 0,-3-1 115 0 0,0 0 0 0 0,-1 0 0 0 0,0 0 0 0 0,-2-1 0 0 0,0 0 0 0 0,-2-1 0 0 0,0 1 0 0 0,-1-1 0 0 0,-1 0 0 0 0,-1 0 0 0 0,-1 1 0 0 0,-1-1 0 0 0,-1 0 0 0 0,0 0 0 0 0,-2 1 1 0 0,0-1-1 0 0,-1 1 0 0 0,-1 0 0 0 0,-1 1 0 0 0,-11-22 0 0 0,5 18 49 0 0,0 0 0 0 0,-2 1 1 0 0,-28-33-1 0 0,-60-54 100 0 0,92 99-143 0 0,0 0-1 0 0,0 1 1 0 0,-1 0-1 0 0,-21-11 0 0 0,30 18-146 0 0,-1 0 0 0 0,0 0 0 0 0,0 0 0 0 0,0 1 0 0 0,0 0 0 0 0,0-1 0 0 0,0 1 0 0 0,-1 1-1 0 0,1-1 1 0 0,0 1 0 0 0,0-1 0 0 0,-1 1 0 0 0,1 0 0 0 0,0 1 0 0 0,-1-1 0 0 0,1 1 0 0 0,0 0 0 0 0,0 0-1 0 0,0 0 1 0 0,-6 3 0 0 0,-5 6-5372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03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67 920 0 0,'-11'1'279'0'0,"1"0"-1"0"0,0 1 0 0 0,-1 0 1 0 0,1 1-1 0 0,0 0 0 0 0,0 0 1 0 0,1 1-1 0 0,-1 1 0 0 0,-10 6 1 0 0,15-9-141 0 0,4-1-57 0 0,0-1-1 0 0,0 1 1 0 0,0 0-1 0 0,0 0 1 0 0,0 0 0 0 0,0 0-1 0 0,0 1 1 0 0,0-1-1 0 0,0 0 1 0 0,1 0-1 0 0,-1 0 1 0 0,0 1 0 0 0,1-1-1 0 0,-1 0 1 0 0,1 1-1 0 0,-1-1 1 0 0,1 1-1 0 0,0-1 1 0 0,-1 0 0 0 0,1 1-1 0 0,0-1 1 0 0,0 1-1 0 0,0-1 1 0 0,0 1-1 0 0,0-1 1 0 0,1 1 0 0 0,-1 1-1 0 0,1 0 83 0 0,-1 1 0 0 0,1-1 1 0 0,0 1-1 0 0,0-1 0 0 0,1 0 0 0 0,-1 0 0 0 0,1 1 0 0 0,-1-1 0 0 0,5 5 1 0 0,-4-6-158 0 0,0 0 1 0 0,0 0 0 0 0,1 0-1 0 0,-1-1 1 0 0,1 1 0 0 0,-1-1-1 0 0,1 1 1 0 0,-1-1 0 0 0,1 0-1 0 0,0 0 1 0 0,-1 0 0 0 0,1-1-1 0 0,0 1 1 0 0,0-1 0 0 0,0 1 0 0 0,-1-1-1 0 0,1 0 1 0 0,0 0 0 0 0,0 0-1 0 0,0-1 1 0 0,0 1 0 0 0,0 0-1 0 0,-1-1 1 0 0,1 0 0 0 0,0 0-1 0 0,4-2 1 0 0,9-4 192 0 0,-1 0 1 0 0,-1-1-1 0 0,21-14 1 0 0,-18 11 114 0 0,0 0-128 0 0,1 0 0 0 0,0 2 1 0 0,0 0-1 0 0,1 1 0 0 0,0 0 1 0 0,0 2-1 0 0,1 0 0 0 0,30-4 0 0 0,74-13-187 0 0,12-1 373 0 0,-105 19-334 0 0,0 2-1 0 0,0 1 1 0 0,0 1 0 0 0,0 2-1 0 0,0 1 1 0 0,0 1 0 0 0,36 9-1 0 0,-56-8-204 0 0,0 0 0 0 0,0 1 0 0 0,-1 0 0 0 0,0 1 0 0 0,0 0 0 0 0,0 0 0 0 0,0 1 0 0 0,9 9 0 0 0,1 0-2 0 0,-18-14 48 0 0,1-1 0 0 0,-1 1 0 0 0,1-1 0 0 0,0 0 0 0 0,0 0 0 0 0,-1 0 0 0 0,1 0 0 0 0,0 0 0 0 0,0 0 0 0 0,0-1 0 0 0,0 1 0 0 0,0-1 0 0 0,3 0 0 0 0,6-2-2810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04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0 456 0 0,'-2'1'102'0'0,"0"-1"-1"0"0,0 0 1 0 0,0 1 0 0 0,0-1-1 0 0,0 1 1 0 0,0 0-1 0 0,0-1 1 0 0,0 1 0 0 0,-3 2-1 0 0,-13 4 2525 0 0,22 2-1442 0 0,-2-7-1120 0 0,0 0-1 0 0,0 1 0 0 0,1-1 0 0 0,-1 0 0 0 0,1 0 0 0 0,0 0 0 0 0,-1 0 0 0 0,1-1 0 0 0,0 1 1 0 0,0-1-1 0 0,0 0 0 0 0,0 0 0 0 0,6 2 0 0 0,51 6 717 0 0,-25-4-687 0 0,-27-4-20 0 0,1 0 0 0 0,0-1 0 0 0,-1 0 0 0 0,1-1 0 0 0,14-2 0 0 0,21-2 1064 0 0,-44 5-1134 0 0,0 0 0 0 0,0 0 1 0 0,0 0-1 0 0,0 0 0 0 0,0 0 1 0 0,1 0-1 0 0,-1 0 0 0 0,0 0 1 0 0,0 0-1 0 0,0 0 0 0 0,0 0 0 0 0,1 0 1 0 0,-1 0-1 0 0,0 0 0 0 0,0 0 1 0 0,0 0-1 0 0,0 0 0 0 0,1 0 0 0 0,-1 0 1 0 0,0 0-1 0 0,0 0 0 0 0,0 0 1 0 0,0 0-1 0 0,0 0 0 0 0,1 1 1 0 0,-1-1-1 0 0,0 0 0 0 0,0 0 0 0 0,0 0 1 0 0,0 0-1 0 0,0 0 0 0 0,0 0 1 0 0,1 0-1 0 0,-1 1 0 0 0,0-1 1 0 0,0 0-1 0 0,0 0 0 0 0,0 0 0 0 0,0 0 1 0 0,0 0-1 0 0,0 1 0 0 0,0-1 1 0 0,0 0-1 0 0,0 0 0 0 0,0 0 1 0 0,0 0-1 0 0,0 1 0 0 0,0-1 0 0 0,0 0 1 0 0,0 0-1 0 0,0 0 0 0 0,0 0 1 0 0,0 1-1 0 0,0-1 0 0 0,0 0 1 0 0,0 0-1 0 0,0 0 0 0 0,0 0 0 0 0,0 1 1 0 0,-1-1-1 0 0,-6 8 704 0 0,4-6-555 0 0,-8 5 225 0 0,0 0 0 0 0,0-1-1 0 0,-17 7 1 0 0,20-9-239 0 0,0 1 0 0 0,1-1 0 0 0,0 1 0 0 0,0 1 0 0 0,0-1 0 0 0,1 1 0 0 0,-7 7 0 0 0,-40 53 70 0 0,30-36 6 0 0,5-4 199 0 0,-28 50 0 0 0,29-45-318 0 0,-24 31 0 0 0,40-59-251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27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1 254 1376 0 0,'20'-19'417'0'0,"0"2"0"0"0,1 1-1 0 0,1 0 1 0 0,40-21-1 0 0,-17 15-84 0 0,75-26-1 0 0,-92 38-361 0 0,189-58 427 0 0,-216 68-508 0 0,1 0 1 0 0,-1 0-1 0 0,1 0 0 0 0,-1 0 1 0 0,1 0-1 0 0,-1 0 0 0 0,1 0 1 0 0,-1 0-1 0 0,1 1 0 0 0,-1-1 1 0 0,1 1-1 0 0,-1-1 0 0 0,0 1 1 0 0,3 0-1 0 0,28 24 5301 0 0,-20-15-4019 0 0,-11-9-1106 0 0,0 0-1 0 0,0 0 1 0 0,0 1 0 0 0,0-1 0 0 0,-1 0 0 0 0,1 0-1 0 0,0 1 1 0 0,0-1 0 0 0,-1 0 0 0 0,1 1-1 0 0,-1-1 1 0 0,1 0 0 0 0,-1 1 0 0 0,0-1-1 0 0,1 1 1 0 0,-1-1 0 0 0,0 1 0 0 0,0 2-1 0 0,-2 30-83 0 0,1-26 118 0 0,-2 175 1160 0 0,4-66-1159 0 0,-38 773 230 0 0,30-537-348 0 0,4-141 2 0 0,-20 329 224 0 0,3-284 221 0 0,16-203-571 0 0,0 12 921 0 0,-13 65 0 0 0,12-111-720 0 0,-2 1-1 0 0,-13 30 1 0 0,13-35 108 0 0,0 1 0 0 0,2 0 0 0 0,-1 0 0 0 0,-3 28 0 0 0,8-41-198 0 0,0 0-1 0 0,0-1 1 0 0,0 1 0 0 0,-1 0-1 0 0,1 0 1 0 0,-1-1 0 0 0,0 1-1 0 0,-3 4 1 0 0,-9 23-698 0 0,13-30 500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28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78 2961 0 0,'-6'-21'239'0'0,"5"14"-56"0"0,-1 0-1 0 0,0 0 0 0 0,0 1 1 0 0,0-1-1 0 0,-1 1 1 0 0,-6-11 1547 0 0,19 23 1014 0 0,1-1-2519 0 0,0 2 0 0 0,0-1 0 0 0,-1 1-1 0 0,0 0 1 0 0,0 1 0 0 0,0 0 0 0 0,-1 1 0 0 0,-1 0 0 0 0,13 17 0 0 0,-7-10-162 0 0,1 0 0 0 0,27 22-1 0 0,-39-35-76 0 0,0-1 0 0 0,1 1 0 0 0,-1-1 0 0 0,1 0-1 0 0,-1 0 1 0 0,1-1 0 0 0,0 1 0 0 0,0-1 0 0 0,0 0-1 0 0,0 0 1 0 0,0 0 0 0 0,0 0 0 0 0,0-1 0 0 0,0 0-1 0 0,0 1 1 0 0,0-2 0 0 0,0 1 0 0 0,0 0 0 0 0,0-1 0 0 0,0 0-1 0 0,0 0 1 0 0,0 0 0 0 0,0 0 0 0 0,0 0 0 0 0,4-3-1 0 0,4-3 264 0 0,0-1 0 0 0,-1 0 0 0 0,0 0-1 0 0,-1-1 1 0 0,0 0 0 0 0,11-13 0 0 0,-12 12-398 0 0,2 0 0 0 0,-1 1 1 0 0,1 0-1 0 0,0 1 0 0 0,18-10 0 0 0,-18 13-4063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0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 2761 0 0,'0'1'66'0'0,"-1"0"-1"0"0,1 1 1 0 0,-1-1 0 0 0,1 0 0 0 0,0 0 0 0 0,-1 1 0 0 0,1-1 0 0 0,0 0 0 0 0,0 0 0 0 0,0 1 0 0 0,0-1 0 0 0,0 0 0 0 0,0 0 0 0 0,0 1 0 0 0,1-1 0 0 0,-1 0 0 0 0,1 3 0 0 0,7 28 34 0 0,-7-29-27 0 0,10 37 351 0 0,1-1 0 0 0,2 0 0 0 0,2-1 0 0 0,1-1 0 0 0,37 58 0 0 0,-47-86-279 0 0,0 0 0 0 0,0-1 0 0 0,1 0 0 0 0,12 9 0 0 0,-18-15-73 0 0,1 1-1 0 0,0-1 1 0 0,0 0-1 0 0,0 0 0 0 0,0-1 1 0 0,1 1-1 0 0,-1-1 0 0 0,0 1 1 0 0,1-1-1 0 0,-1 0 1 0 0,1 0-1 0 0,-1 0 0 0 0,1-1 1 0 0,0 0-1 0 0,-1 1 0 0 0,1-1 1 0 0,3-1-1 0 0,-5 1 0 0 0,-1-1-1 0 0,1 0 1 0 0,-1 0-1 0 0,1 0 1 0 0,-1 0-1 0 0,0 0 1 0 0,1 0 0 0 0,-1 0-1 0 0,0-1 1 0 0,0 1-1 0 0,0 0 1 0 0,0-1-1 0 0,0 1 1 0 0,0-1-1 0 0,0 1 1 0 0,0-1-1 0 0,-1 1 1 0 0,1-1 0 0 0,-1 0-1 0 0,1 1 1 0 0,-1-1-1 0 0,0 0 1 0 0,1 1-1 0 0,-1-1 1 0 0,0 0-1 0 0,0 1 1 0 0,0-1-1 0 0,-1-3 1 0 0,-5-61 846 0 0,4 51-890 0 0,-3-30 112 0 0,-2-4-747 0 0,2 0-1 0 0,4-91 0 0 0,3 124 9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0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27 1952 0 0,'-2'-2'91'0'0,"-1"-1"0"0"0,1 1 0 0 0,-1 0-1 0 0,1 0 1 0 0,-1 0 0 0 0,0 0-1 0 0,0 0 1 0 0,0 1 0 0 0,0-1 0 0 0,0 1-1 0 0,0 0 1 0 0,0 0 0 0 0,0 0-1 0 0,-1 0 1 0 0,1 0 0 0 0,0 1 0 0 0,-1 0-1 0 0,-3-1 1 0 0,5 2 24 0 0,0 0 0 0 0,0-1 1 0 0,0 1-1 0 0,0 0 0 0 0,0 0 0 0 0,0 0 0 0 0,0 0 0 0 0,0 0 1 0 0,0 0-1 0 0,1 1 0 0 0,-1-1 0 0 0,0 1 0 0 0,1-1 1 0 0,-1 1-1 0 0,1 0 0 0 0,0-1 0 0 0,-1 1 0 0 0,1 0 0 0 0,0 0 1 0 0,0 0-1 0 0,0 0 0 0 0,0 0 0 0 0,0 0 0 0 0,1 0 0 0 0,-1 1 1 0 0,1-1-1 0 0,-1 0 0 0 0,1 3 0 0 0,-5 21 187 0 0,-3 46 0 0 0,8-64-262 0 0,-1 0 1 0 0,2 0 0 0 0,-1 0-1 0 0,1 0 1 0 0,0 0-1 0 0,1 0 1 0 0,0-1-1 0 0,0 1 1 0 0,1 0-1 0 0,4 8 1 0 0,-6-14-73 0 0,1 0 1 0 0,-1 0-1 0 0,1 0 1 0 0,-1-1-1 0 0,1 1 1 0 0,-1 0 0 0 0,1-1-1 0 0,0 1 1 0 0,0-1-1 0 0,0 0 1 0 0,0 0-1 0 0,0 0 1 0 0,0 0-1 0 0,0 0 1 0 0,0 0-1 0 0,5 1 1 0 0,-6-2 9 0 0,0 0 1 0 0,0 0-1 0 0,1 1 0 0 0,-1-1 1 0 0,0 0-1 0 0,0 0 1 0 0,0 0-1 0 0,1-1 0 0 0,-1 1 1 0 0,0 0-1 0 0,0 0 1 0 0,0-1-1 0 0,0 1 0 0 0,1-1 1 0 0,-1 1-1 0 0,0-1 1 0 0,0 1-1 0 0,0-1 0 0 0,0 0 1 0 0,0 1-1 0 0,0-1 0 0 0,0 0 1 0 0,-1 0-1 0 0,1 0 1 0 0,0 0-1 0 0,0 1 0 0 0,-1-1 1 0 0,1 0-1 0 0,0-1 1 0 0,-1 1-1 0 0,1 0 0 0 0,-1 0 1 0 0,1-1-1 0 0,4-13-311 0 0,-1 0 0 0 0,-1 1 0 0 0,-1-1 0 0 0,0 0-1 0 0,0-28 1 0 0,-9-78 2727 0 0,12 128-1520 0 0,12 21-770 0 0,-5-5-61 0 0,-7-15-18 0 0,1 0-1 0 0,0-1 0 0 0,0 1 0 0 0,1-1 0 0 0,0 0 0 0 0,11 8 1 0 0,-13-12-110 0 0,0 0 1 0 0,0 0 0 0 0,0 0 0 0 0,1-1 0 0 0,-1 0 0 0 0,1 0 0 0 0,0 0 0 0 0,0 0 0 0 0,0-1-1 0 0,-1 0 1 0 0,11 0 0 0 0,1-1-2583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1.2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10 131 5065 0 0,'-9'0'350'0'0,"16"-1"2129"0"0,10 6-2249 0 0,0 0 0 0 0,-1 1 0 0 0,0 1 0 0 0,-1 1-1 0 0,29 18 1 0 0,-30-18-189 0 0,3 7 1465 0 0,-19-12-419 0 0,-9-8-487 0 0,10 5-266 0 0,-3-4-106 0 0,-2-5-295 0 0,0-1-1 0 0,0 1 1 0 0,1-1-1 0 0,1 0 1 0 0,-1-1-1 0 0,1 1 0 0 0,1-1 1 0 0,0 0-1 0 0,1 0 1 0 0,0 1-1 0 0,1-2 1 0 0,0 1-1 0 0,0 0 0 0 0,2-19 1 0 0,2 2-771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3225 0 0,'-1'2'310'0'0,"7"2"-406"0"0,-2-2 34 0 0,-3-1 231 0 0,3-1 103 0 0,6 1 168 0 0,1 0 1 0 0,0-1-1 0 0,-1 0 0 0 0,14-3 1 0 0,-14 2-133 0 0,1 0 1 0 0,-1 0-1 0 0,1 1 1 0 0,0 1-1 0 0,-1 0 1 0 0,12 2-1 0 0,-4 3-375 0 0,-1 1-1 0 0,1 0 1 0 0,-1 2-1 0 0,-1 0 1 0 0,1 0 0 0 0,-1 2-1 0 0,-1 0 1 0 0,0 1-1 0 0,13 14 1 0 0,5 1-1001 0 0,-11-9-1344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2112 0 0,'0'0'0'0'0,"2"0"0"0"0,1-1 0 0 0,2-2 0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8 2304 0 0,'-3'-2'233'0'0,"2"1"11"0"0,0 1-1 0 0,0-1 0 0 0,0 0 1 0 0,0 1-1 0 0,-1-1 0 0 0,1 1 1 0 0,0-1-1 0 0,0 1 0 0 0,-1 0 1 0 0,1 0-1 0 0,0-1 0 0 0,-1 1 1 0 0,1 0-1 0 0,-2 0 1 0 0,2 1-108 0 0,0 0 0 0 0,0 0 0 0 0,0 0 0 0 0,0 0 1 0 0,0 0-1 0 0,0 0 0 0 0,1 0 0 0 0,-1 0 0 0 0,0 1 1 0 0,1-1-1 0 0,-1 0 0 0 0,0 1 0 0 0,1-1 1 0 0,0 0-1 0 0,-1 1 0 0 0,1 1 0 0 0,-8 30 261 0 0,1 0 1 0 0,3 1-1 0 0,0-1 0 0 0,2 1 1 0 0,3 49-1 0 0,0-8-4 0 0,-11 149 61 0 0,2-99-432 0 0,12 178 1 0 0,3-233-90 0 0,-2 0 0 0 0,-10 127 0 0 0,-9-127-843 0 0,9-50 572 0 0,1 0-1 0 0,1 1 1 0 0,-1 23-1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4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3225 0 0,'1'1'90'0'0,"-1"-1"0"0"0,0 1 0 0 0,0-1-1 0 0,1 1 1 0 0,-1 0 0 0 0,0-1 0 0 0,1 1 0 0 0,-1-1 0 0 0,1 0 0 0 0,-1 1 0 0 0,1-1 0 0 0,-1 1 0 0 0,0-1 0 0 0,1 0 0 0 0,0 1 0 0 0,-1-1 0 0 0,1 0 0 0 0,-1 1 0 0 0,1-1 0 0 0,-1 0 0 0 0,1 0-1 0 0,0 1 1 0 0,-1-1 0 0 0,1 0 0 0 0,-1 0 0 0 0,1 0 0 0 0,1 0 0 0 0,29 9 1115 0 0,-8-7-469 0 0,0-1 0 0 0,37-3 0 0 0,19 0-154 0 0,122 24-2645 0 0,-164-20-795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4.6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3 4145 0 0,'-1'0'145'0'0,"-1"-1"1"0"0,0 1-1 0 0,0-1 0 0 0,1 1 1 0 0,-1 0-1 0 0,0-1 0 0 0,0 1 1 0 0,0 0-1 0 0,0 0 0 0 0,1 0 1 0 0,-1 1-1 0 0,0-1 1 0 0,0 0-1 0 0,0 1 0 0 0,1-1 1 0 0,-1 1-1 0 0,0 0 0 0 0,1-1 1 0 0,-1 1-1 0 0,-2 1 0 0 0,2 0 5 0 0,-1 1 0 0 0,1-1 0 0 0,0 0 0 0 0,-1 1 0 0 0,1-1 0 0 0,0 1 0 0 0,1 0 0 0 0,-1 0 0 0 0,0 0 0 0 0,-1 4 0 0 0,-2 7 106 0 0,0 0 0 0 0,1 1 1 0 0,-3 27-1 0 0,6-36-215 0 0,0-2-82 0 0,0 3 177 0 0,0 0-1 0 0,0 0 1 0 0,1-1 0 0 0,-1 1 0 0 0,2 0 0 0 0,0 12 0 0 0,0-17-95 0 0,0-1 0 0 0,-1 1-1 0 0,1 0 1 0 0,0-1 0 0 0,0 1-1 0 0,0 0 1 0 0,0-1-1 0 0,0 1 1 0 0,0-1 0 0 0,0 0-1 0 0,1 1 1 0 0,-1-1 0 0 0,0 0-1 0 0,1 0 1 0 0,-1 0 0 0 0,1 0-1 0 0,0 0 1 0 0,-1 0 0 0 0,1 0-1 0 0,0 0 1 0 0,-1-1-1 0 0,1 1 1 0 0,0-1 0 0 0,0 1-1 0 0,0-1 1 0 0,-1 0 0 0 0,1 1-1 0 0,0-1 1 0 0,3 0 0 0 0,189 10-706 0 0,-194-10 666 0 0,1 0-1 0 0,0 0 0 0 0,-1 0 0 0 0,1 1 0 0 0,0-1 1 0 0,-1 0-1 0 0,1 1 0 0 0,0-1 0 0 0,-1 0 0 0 0,1 1 1 0 0,0-1-1 0 0,-1 1 0 0 0,1-1 0 0 0,-1 1 0 0 0,1 0 0 0 0,-1-1 1 0 0,0 1-1 0 0,1-1 0 0 0,-1 1 0 0 0,1 0 0 0 0,-1-1 1 0 0,0 1-1 0 0,0 0 0 0 0,1-1 0 0 0,-1 1 0 0 0,0 0 1 0 0,0 0-1 0 0,0-1 0 0 0,0 1 0 0 0,0 0 0 0 0,0 0 0 0 0,0-1 1 0 0,0 1-1 0 0,0 0 0 0 0,0-1 0 0 0,0 1 0 0 0,0 0 1 0 0,-1 0-1 0 0,1-1 0 0 0,-1 2 0 0 0,-11 34-4 0 0,10-31-2 0 0,-58 134-3186 0 0,53-124 2482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1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87 249 5529 0 0,'4'-5'307'0'0,"0"0"-1"0"0,0 0 0 0 0,0 0 1 0 0,0-1-1 0 0,-1 1 1 0 0,0-1-1 0 0,0 0 0 0 0,-1 0 1 0 0,1 0-1 0 0,1-8 0 0 0,3-7-711 0 0,0 0-1 0 0,6-38 0 0 0,-13 56 387 0 0,0 0 1 0 0,1 1 0 0 0,-1-1 0 0 0,0 0-1 0 0,-1 0 1 0 0,1 0 0 0 0,0 0-1 0 0,-1 0 1 0 0,1 1 0 0 0,-1-1 0 0 0,0 0-1 0 0,0 0 1 0 0,0 1 0 0 0,-1-1 0 0 0,1 0-1 0 0,0 1 1 0 0,-1 0 0 0 0,0-1 0 0 0,1 1-1 0 0,-1 0 1 0 0,0 0 0 0 0,0 0-1 0 0,0 0 1 0 0,-1 0 0 0 0,1 0 0 0 0,0 0-1 0 0,-1 1 1 0 0,1-1 0 0 0,-1 1 0 0 0,0 0-1 0 0,1 0 1 0 0,-1 0 0 0 0,0 0-1 0 0,0 0 1 0 0,1 1 0 0 0,-1-1 0 0 0,0 1-1 0 0,0 0 1 0 0,0 0 0 0 0,0 0 0 0 0,0 0-1 0 0,0 0 1 0 0,0 1 0 0 0,1-1-1 0 0,-1 1 1 0 0,0-1 0 0 0,0 1 0 0 0,1 0-1 0 0,-1 1 1 0 0,0-1 0 0 0,1 0 0 0 0,-1 1-1 0 0,1-1 1 0 0,-1 1 0 0 0,1 0-1 0 0,0 0 1 0 0,0 0 0 0 0,0 0 0 0 0,-2 2-1 0 0,0 2 138 0 0,0 0 0 0 0,0-1 0 0 0,1 2 0 0 0,-1-1 0 0 0,1 0 0 0 0,1 1 0 0 0,0-1 0 0 0,-1 1 0 0 0,0 10 0 0 0,2-14-77 0 0,1-1 0 0 0,0 1 0 0 0,0-1-1 0 0,0 1 1 0 0,0-1 0 0 0,0 1-1 0 0,1-1 1 0 0,-1 1 0 0 0,1-1 0 0 0,0 0-1 0 0,-1 1 1 0 0,1-1 0 0 0,0 0 0 0 0,0 1-1 0 0,1-1 1 0 0,-1 0 0 0 0,0 0-1 0 0,1 0 1 0 0,-1 0 0 0 0,1 0 0 0 0,0 0-1 0 0,0-1 1 0 0,0 1 0 0 0,0 0 0 0 0,0-1-1 0 0,0 0 1 0 0,0 1 0 0 0,0-1 0 0 0,3 1-1 0 0,4 1 72 0 0,0 1 0 0 0,0-2 0 0 0,0 0-1 0 0,15 2 1 0 0,20 5 330 0 0,-37-6-529 0 0,1-1 1 0 0,-1 0-1 0 0,1-1 0 0 0,-1 1 1 0 0,1-2-1 0 0,-1 1 0 0 0,1-1 0 0 0,-1 0 1 0 0,1 0-1 0 0,9-3 0 0 0,5-2-3204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22 456 0 0,'-8'-21'5030'0'0,"11"34"-1936"0"0,1 1-1519 0 0,1 0 0 0 0,11 23 0 0 0,38 57 443 0 0,-12-23-1538 0 0,-39-65-455 0 0,26 48-803 0 0,63 90 0 0 0,-74-121-131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8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3225 0 0,'2'-4'136'0'0,"0"2"40"0"0,-1-1-176 0 0,2 2 0 0 0,-2-1 0 0 0,1 1 0 0 0,2-2-480 0 0,1-1-128 0 0,3-1-25 0 0,4-4-7 0 0,3 0 640 0 0,-1-1 184 0 0,1 4 8 0 0,-2-1 16 0 0,0 1-40 0 0,-3 1-8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6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4 142 3225 0 0,'-4'-2'167'0'0,"8"5"867"0"0,-2 1-602 0 0,10 29 1255 0 0,-6-16-752 0 0,0 0 0 0 0,2-1 0 0 0,11 22 0 0 0,-17-35-877 0 0,0 0 1 0 0,0 0-1 0 0,0 0 1 0 0,0 0-1 0 0,1 0 1 0 0,-1-1-1 0 0,1 1 1 0 0,-1-1-1 0 0,1 0 0 0 0,0 0 1 0 0,0 0-1 0 0,0 0 1 0 0,0 0-1 0 0,0 0 1 0 0,0-1-1 0 0,1 0 1 0 0,-1 0-1 0 0,0 0 1 0 0,1 0-1 0 0,-1 0 0 0 0,1-1 1 0 0,-1 1-1 0 0,5-1 1 0 0,-5 0-144 0 0,0-1 0 0 0,0 1-1 0 0,0-1 1 0 0,0 0 0 0 0,0 0 0 0 0,0 0 0 0 0,0-1 0 0 0,0 1-1 0 0,-1-1 1 0 0,1 1 0 0 0,-1-1 0 0 0,1 0 0 0 0,-1 0 0 0 0,1 0 0 0 0,-1 0-1 0 0,0 0 1 0 0,0-1 0 0 0,0 1 0 0 0,0-1 0 0 0,-1 1 0 0 0,1-1 0 0 0,-1 0-1 0 0,1 0 1 0 0,1-4 0 0 0,2-9-682 0 0,0 0-1 0 0,-1 0 1 0 0,4-25 0 0 0,-3 11 358 0 0,1 1 502 0 0,-5 18-26 0 0,1 1 1 0 0,0-1-1 0 0,1 1 1 0 0,0 0-1 0 0,1 0 1 0 0,0 0-1 0 0,7-13 0 0 0,-10 22-25 0 0,-1 0-1 0 0,1-1 0 0 0,0 1 0 0 0,0 0 0 0 0,0 0 0 0 0,0 0 0 0 0,0-1 0 0 0,0 1 0 0 0,0 0 0 0 0,0 1 0 0 0,0-1 0 0 0,1 0 0 0 0,-1 0 0 0 0,0 0 0 0 0,0 1 1 0 0,1-1-1 0 0,-1 1 0 0 0,1-1 0 0 0,-1 1 0 0 0,0-1 0 0 0,1 1 0 0 0,-1 0 0 0 0,1 0 0 0 0,-1 0 0 0 0,1 0 0 0 0,-1 0 0 0 0,1 0 0 0 0,-1 0 0 0 0,1 0 1 0 0,-1 0-1 0 0,1 1 0 0 0,-1-1 0 0 0,0 1 0 0 0,1-1 0 0 0,-1 1 0 0 0,0-1 0 0 0,1 1 0 0 0,1 1 0 0 0,4 3 218 0 0,0 1 1 0 0,-1 0-1 0 0,1 1 0 0 0,-1-1 0 0 0,7 11 0 0 0,8 7-1244 0 0,-12-18 319 0 0,-1-1-135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6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0 456 0 0,'-1'1'217'0'0,"0"-1"0"0"0,-1 1-1 0 0,1-1 1 0 0,0 1 0 0 0,0-1 0 0 0,0 1 0 0 0,0 0-1 0 0,0-1 1 0 0,0 1 0 0 0,0 0 0 0 0,0 0 0 0 0,0 0-1 0 0,1 0 1 0 0,-1 0 0 0 0,0 0 0 0 0,0 0-1 0 0,1 0 1 0 0,-1 0 0 0 0,1 0 0 0 0,-1 0 0 0 0,0 2-1 0 0,1-1 116 0 0,1 0 0 0 0,-1 1 0 0 0,1-1-1 0 0,-1 0 1 0 0,1 0 0 0 0,0 0-1 0 0,0 0 1 0 0,0 0 0 0 0,0 0 0 0 0,1 2-1 0 0,1 2-260 0 0,54 104 2241 0 0,1-1-3605 0 0,-8-16-2806 0 0,-39-73 1563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7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37 2881 0 0,'-14'14'256'0'0,"-1"7"-848"0"0,23-36 79 0 0,-4 11 668 0 0,0-1 0 0 0,-1 1-1 0 0,2 0 1 0 0,-1-1 0 0 0,0 2-1 0 0,1-1 1 0 0,0 1 0 0 0,0-1-1 0 0,0 1 1 0 0,0 0-1 0 0,0 1 1 0 0,0 0 0 0 0,1-1-1 0 0,-1 2 1 0 0,1-1 0 0 0,0 1-1 0 0,0-1 1 0 0,-1 2 0 0 0,1-1-1 0 0,0 1 1 0 0,0 0-1 0 0,0 0 1 0 0,0 0 0 0 0,9 2-1 0 0,-11-1-110 0 0,0 0 0 0 0,0 0-1 0 0,0 0 1 0 0,0 1-1 0 0,-1-1 1 0 0,1 1-1 0 0,0 0 1 0 0,-1 0 0 0 0,0 0-1 0 0,1 1 1 0 0,-1-1-1 0 0,0 1 1 0 0,0 0-1 0 0,0-1 1 0 0,0 1 0 0 0,-1 1-1 0 0,1-1 1 0 0,-1 0-1 0 0,0 1 1 0 0,0-1-1 0 0,0 1 1 0 0,0-1 0 0 0,-1 1-1 0 0,0 0 1 0 0,1 0-1 0 0,-1 0 1 0 0,0 0-1 0 0,-1 0 1 0 0,1 0 0 0 0,-1 0-1 0 0,0 0 1 0 0,0 0-1 0 0,0 0 1 0 0,0 0-1 0 0,-3 8 1 0 0,1-2-126 0 0,0 1 0 0 0,-1-1 0 0 0,-1 1 0 0 0,0-1 0 0 0,0 0 0 0 0,-1 0 0 0 0,-11 17 0 0 0,6-13-184 0 0</inkml:trace>
  <inkml:trace contextRef="#ctx0" brushRef="#br0" timeOffset="1">145 265 6273 0 0,'0'0'0'0'0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6913 0 0,'0'0'23'0'0,"0"0"0"0"0,-1 0-1 0 0,1 0 1 0 0,0 0-1 0 0,-1 0 1 0 0,1 0-1 0 0,0 0 1 0 0,-1 0 0 0 0,1 0-1 0 0,0 0 1 0 0,0 0-1 0 0,-1 0 1 0 0,1 1-1 0 0,0-1 1 0 0,-1 0-1 0 0,1 0 1 0 0,0 0 0 0 0,0 0-1 0 0,-1 1 1 0 0,1-1-1 0 0,0 0 1 0 0,0 0-1 0 0,0 0 1 0 0,-1 1 0 0 0,1-1-1 0 0,0 0 1 0 0,0 0-1 0 0,0 1 1 0 0,0-1-1 0 0,0 0 1 0 0,-1 1 0 0 0,1-1-1 0 0,0 0 1 0 0,0 0-1 0 0,0 1 1 0 0,0 0 5 0 0,1-1 1 0 0,-1 1-1 0 0,0-1 0 0 0,1 1 1 0 0,-1-1-1 0 0,1 1 1 0 0,-1-1-1 0 0,0 1 1 0 0,1-1-1 0 0,-1 0 1 0 0,1 1-1 0 0,-1-1 0 0 0,1 0 1 0 0,-1 1-1 0 0,1-1 1 0 0,-1 0-1 0 0,1 0 1 0 0,0 1-1 0 0,-1-1 0 0 0,1 0 1 0 0,-1 0-1 0 0,1 0 1 0 0,0 0-1 0 0,-1 0 1 0 0,1 0-1 0 0,-1 0 0 0 0,2 0 1 0 0,172 1 428 0 0,-125-4-943 0 0,0 3-1 0 0,0 2 1 0 0,87 14 0 0 0,-131-15 369 0 0,0 1 0 0 0,0 0 0 0 0,0 0 1 0 0,0 0-1 0 0,0 1 0 0 0,0 0 0 0 0,-1 0 1 0 0,1 0-1 0 0,-1 0 0 0 0,0 1 1 0 0,0 0-1 0 0,0-1 0 0 0,0 1 0 0 0,4 7 1 0 0,18 17-326 0 0,-18-22 429 0 0,-2-2-54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5.2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0 3225 0 0,'22'38'552'0'0,"-20"-31"-481"0"0,0-1-1 0 0,1 0 1 0 0,-2 1 0 0 0,1-1 0 0 0,-1 1-1 0 0,0-1 1 0 0,-1 1 0 0 0,1 0 0 0 0,-2 11-1 0 0,-11 65 1180 0 0,3-28-751 0 0,-29 619 1587 0 0,25 212-2227 0 0,5-454 2161 0 0,-10 162 1249 0 0,-3-7-3295 0 0,19-500 7 0 0,5 428 364 0 0,1-318 107 0 0,-18 239-23 0 0,7-307-277 0 0,2-16-77 0 0,-19 496-428 0 0,28-367 2050 0 0,-3 59-932 0 0,1-193-152 0 0,1-29-246 0 0,3-59-935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6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675 0 8290 0 0,'-1'1'215'0'0,"-1"-1"0"0"0,0 1 0 0 0,0 0 0 0 0,0 0 1 0 0,1 0-1 0 0,-1 0 0 0 0,0 0 0 0 0,1 0 0 0 0,-1 0 0 0 0,1 0 1 0 0,-1 1-1 0 0,1-1 0 0 0,0 0 0 0 0,-1 1 0 0 0,1-1 0 0 0,0 1 1 0 0,0 0-1 0 0,0-1 0 0 0,0 1 0 0 0,0 0 0 0 0,1 0 0 0 0,-1-1 1 0 0,0 4-1 0 0,1 0-143 0 0,0 0 1 0 0,0 0 0 0 0,1 0-1 0 0,-1 1 1 0 0,1-1 0 0 0,0 0-1 0 0,4 8 1 0 0,1 11 12 0 0,-2-1 1 0 0,4 41-1 0 0,-6-37 922 0 0,11 47 0 0 0,4-21-281 0 0,-11-39-1191 0 0,-1 0 0 0 0,-1 0 0 0 0,0 1 0 0 0,-1-1 1 0 0,2 23-1 0 0,-10-5-977 0 0,5-32 1419 0 0,0 1 0 0 0,0-1 1 0 0,0 1-1 0 0,0-1 0 0 0,0 1 1 0 0,0-1-1 0 0,-1 1 0 0 0,1-1 1 0 0,0 1-1 0 0,0-1 0 0 0,0 1 1 0 0,0-1-1 0 0,-1 0 0 0 0,1 1 1 0 0,0-1-1 0 0,0 1 0 0 0,-1-1 1 0 0,1 0-1 0 0,0 1 0 0 0,-1-1 1 0 0,1 0-1 0 0,-1 1 0 0 0,1-1 1 0 0,0 0-1 0 0,-1 1 0 0 0,1-1 1 0 0,-1 0-1 0 0,1 0 0 0 0,-1 0 1 0 0,1 1-1 0 0,0-1 0 0 0,-1 0 1 0 0,1 0-1 0 0,-1 0 0 0 0,1 0 1 0 0,-1 0-1 0 0,1 0 0 0 0,-1 0 1 0 0,1 0-1 0 0,-1 0 0 0 0,1 0 1 0 0,-1 0-1 0 0,1 0 0 0 0,-1 0 1 0 0,1-1-1 0 0,-1 1 0 0 0,1 0 1 0 0,-1 0-1 0 0,1 0 0 0 0,-1-1 1 0 0,1 1-1 0 0,0 0 0 0 0,-1 0 1 0 0,1-1-1 0 0,0 1 0 0 0,-1-1 1 0 0,1-3-1407 0 0,0-6 1292 0 0,0 8-71 0 0,1 0 0 0 0,-1-1 0 0 0,0 1 0 0 0,0 0 0 0 0,0-1 0 0 0,-1 1 0 0 0,1-1-1 0 0,-2-4 1 0 0,2 7 195 0 0,-1-1-1 0 0,1 1 0 0 0,-1-1 0 0 0,1 1 0 0 0,-1-1 1 0 0,0 1-1 0 0,1-1 0 0 0,-1 1 0 0 0,0-1 0 0 0,1 1 1 0 0,-1 0-1 0 0,0-1 0 0 0,0 1 0 0 0,1 0 0 0 0,-1 0 0 0 0,0 0 1 0 0,0 0-1 0 0,1-1 0 0 0,-1 1 0 0 0,0 0 0 0 0,0 0 1 0 0,0 0-1 0 0,1 1 0 0 0,-1-1 0 0 0,0 0 0 0 0,0 0 1 0 0,1 0-1 0 0,-1 0 0 0 0,0 1 0 0 0,0-1 0 0 0,1 0 1 0 0,-1 1-1 0 0,0-1 0 0 0,1 1 0 0 0,-2 0 0 0 0,-138 69 1927 0 0,-202 42 2885 0 0,191-80-8259 0 0,110-26-1176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52 5065 0 0,'-16'-52'9339'0'0,"13"117"-8136"0"0,4-1-1 0 0,10 74 0 0 0,31 126-3023 0 0,-20-170-2418 0 0,-14-70-294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55 5065 0 0,'-1'-1'42'0'0,"1"0"0"0"0,-1 0 0 0 0,1-1 0 0 0,-1 1 0 0 0,1 0 0 0 0,-1 0 0 0 0,1-1 0 0 0,0 1 0 0 0,0 0 0 0 0,0-1 0 0 0,0 1-1 0 0,0 0 1 0 0,0-1 0 0 0,0 1 0 0 0,0 0 0 0 0,1-1 0 0 0,-1 1 0 0 0,0 0 0 0 0,1 0 0 0 0,-1-1 0 0 0,1 1 0 0 0,-1 0 0 0 0,1 0 0 0 0,1-2 0 0 0,0 1 68 0 0,0 0-1 0 0,0 1 1 0 0,0-1 0 0 0,0 1 0 0 0,0-1 0 0 0,0 1 0 0 0,1 0 0 0 0,-1 0-1 0 0,0 0 1 0 0,1 0 0 0 0,-1 0 0 0 0,4 0 0 0 0,2-1 302 0 0,1 1 0 0 0,-1 0-1 0 0,1 1 1 0 0,-1 0 0 0 0,1 0 0 0 0,-1 1 0 0 0,11 1 0 0 0,-5 3 59 0 0,0 0 1 0 0,-1 0-1 0 0,0 1 0 0 0,0 1 1 0 0,0 0-1 0 0,-1 1 0 0 0,0 1 0 0 0,0-1 1 0 0,-1 2-1 0 0,0 0 0 0 0,16 19 1 0 0,-5-2-795 0 0,0 1 0 0 0,-2 1 1 0 0,28 55-1 0 0,-35-52-1654 0 0,-3-1-2990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9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1 609 8754 0 0,'1'-1'776'0'0,"1"-2"-616"0"0,-1 2-160 0 0,2-2 0 0 0,-1 0 536 0 0,2-1 72 0 0,6-4 24 0 0,2-4 1 0 0,7-6-417 0 0,1-3-88 0 0,4-1-8 0 0,-3 2-8 0 0,1 1-112 0 0,-3 0 0 0 0,-4 4 0 0 0,-3 0 0 0 0</inkml:trace>
  <inkml:trace contextRef="#ctx0" brushRef="#br0" timeOffset="1">242 142 8290 0 0,'0'1'155'0'0,"0"0"1"0"0,0 0 0 0 0,0 1 0 0 0,-1-1-1 0 0,1 0 1 0 0,0 0 0 0 0,0 0-1 0 0,1 0 1 0 0,-1 0 0 0 0,0 0-1 0 0,0 0 1 0 0,0 0 0 0 0,1 0 0 0 0,-1 0-1 0 0,0 0 1 0 0,1 0 0 0 0,-1 0-1 0 0,1 0 1 0 0,0 1 0 0 0,15 27 1881 0 0,-10-18-842 0 0,49 83 2044 0 0,-11-37-9078 0 0,-29-40 660 0 0</inkml:trace>
  <inkml:trace contextRef="#ctx0" brushRef="#br0" timeOffset="2">500 96 6449 0 0,'0'-23'141'0'0,"-1"-20"1799"0"0,1 39-1246 0 0,1 0 0 0 0,11-18 7640 0 0,2 52-6985 0 0,-9-21-852 0 0,25 48-614 0 0,54 74 0 0 0,-67-106-1146 0 0,2 2-5479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9.3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12443 0 0,'51'27'3268'0'0,"-35"-14"-2848"0"0,0 0-1 0 0,-1 1 0 0 0,0 1 0 0 0,-1 1 1 0 0,-1 0-1 0 0,0 0 0 0 0,13 24 0 0 0,3 12-1362 0 0,29 69-1 0 0,-44-88-5264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9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19 571 2761 0 0,'-2'-4'135'0'0,"0"1"0"0"0,0 0 0 0 0,0-1 0 0 0,0 1 0 0 0,1-1 1 0 0,-1 1-1 0 0,1-1 0 0 0,0 0 0 0 0,0 0 0 0 0,0 0 1 0 0,0 1-1 0 0,1-1 0 0 0,0 0 0 0 0,0-8 0 0 0,1-4 741 0 0,1-1 0 0 0,5-20-1 0 0,-2 16-568 0 0,4-25 127 0 0,2 0 0 0 0,2 0 0 0 0,2 1-1 0 0,31-63 1 0 0,-42 102-462 0 0,-1-1-1 0 0,1 1 0 0 0,1 0 1 0 0,-1 0-1 0 0,1 0 0 0 0,0 1 0 0 0,1 0 1 0 0,8-8-1 0 0,-13 12 105 0 0,1 0 0 0 0,-1 0 0 0 0,1 1 1 0 0,-1-1-1 0 0,1 0 0 0 0,-1 0 0 0 0,1 1 0 0 0,-1-1 0 0 0,1 1 0 0 0,-1 0 1 0 0,1-1-1 0 0,0 1 0 0 0,-1 0 0 0 0,1 0 0 0 0,-1 0 0 0 0,1 0 0 0 0,0 0 0 0 0,-1 0 1 0 0,1 0-1 0 0,0 1 0 0 0,-1-1 0 0 0,1 1 0 0 0,-1-1 0 0 0,1 1 0 0 0,-1-1 0 0 0,1 1 1 0 0,-1 0-1 0 0,1 0 0 0 0,-1 0 0 0 0,0 0 0 0 0,1 0 0 0 0,-1 0 0 0 0,0 0 0 0 0,0 0 1 0 0,0 0-1 0 0,0 1 0 0 0,0-1 0 0 0,0 0 0 0 0,0 1 0 0 0,0-1 0 0 0,-1 1 1 0 0,1-1-1 0 0,0 3 0 0 0,22 52 2306 0 0,-17-38-1871 0 0,1-1 0 0 0,0 0 1 0 0,2 0-1 0 0,14 22 0 0 0,-21-36-530 0 0,0 0-1 0 0,0 0 0 0 0,0 0 1 0 0,1 0-1 0 0,-1-1 1 0 0,1 1-1 0 0,0-1 0 0 0,0 0 1 0 0,0 0-1 0 0,0 0 0 0 0,0 0 1 0 0,1 0-1 0 0,-1-1 1 0 0,0 0-1 0 0,1 1 0 0 0,-1-1 1 0 0,1-1-1 0 0,-1 1 0 0 0,1 0 1 0 0,0-1-1 0 0,-1 0 0 0 0,1 1 1 0 0,0-1-1 0 0,-1-1 1 0 0,1 1-1 0 0,0-1 0 0 0,5-1 1 0 0,-6 1-74 0 0,0 0 1 0 0,0-1-1 0 0,-1 1 1 0 0,1-1 0 0 0,0 0-1 0 0,-1 1 1 0 0,0-1-1 0 0,1 0 1 0 0,-1-1-1 0 0,0 1 1 0 0,0 0 0 0 0,0-1-1 0 0,0 1 1 0 0,-1-1-1 0 0,1 1 1 0 0,0-1-1 0 0,-1 0 1 0 0,0 0 0 0 0,0 0-1 0 0,0 1 1 0 0,1-5-1 0 0,2-9-191 0 0,0-1 0 0 0,2-28 0 0 0,-3 21 98 0 0,-1 11 91 0 0,10-50 53 0 0,-11 58 102 0 0,1 1 1 0 0,-1 0 0 0 0,0 0 0 0 0,1 0-1 0 0,0 0 1 0 0,0 1 0 0 0,0-1-1 0 0,1 0 1 0 0,-1 1 0 0 0,1-1-1 0 0,5-4 1 0 0,-7 7-7 0 0,0 1 0 0 0,0-1 0 0 0,0 1 0 0 0,0-1 0 0 0,0 1 0 0 0,0 0-1 0 0,0 0 1 0 0,0-1 0 0 0,0 1 0 0 0,0 0 0 0 0,0 0 0 0 0,0 0 0 0 0,0 0 0 0 0,0 0 0 0 0,0 0-1 0 0,0 0 1 0 0,0 1 0 0 0,0-1 0 0 0,0 0 0 0 0,0 0 0 0 0,-1 1 0 0 0,1-1 0 0 0,0 1 0 0 0,0-1-1 0 0,0 1 1 0 0,0-1 0 0 0,0 1 0 0 0,-1 0 0 0 0,1-1 0 0 0,0 1 0 0 0,0 0 0 0 0,0 1 0 0 0,27 32 938 0 0,-19-20-762 0 0,38 40-837 0 0,-34-41-355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0.0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80 248 1376 0 0,'6'-3'738'0'0,"-1"-1"0"0"0,0 1 1 0 0,1-1-1 0 0,-1 0 0 0 0,-1 0 0 0 0,1-1 0 0 0,-1 1 0 0 0,1-1 0 0 0,-1 0 0 0 0,6-10 0 0 0,-6 9-563 0 0,-1 0 1 0 0,0 0-1 0 0,0-1 0 0 0,-1 1 0 0 0,1-1 0 0 0,-1 0 0 0 0,-1 0 0 0 0,1 1 0 0 0,-1-1 0 0 0,0 0 1 0 0,-1 0-1 0 0,0 0 0 0 0,0 0 0 0 0,0 0 0 0 0,-1 0 0 0 0,0 0 0 0 0,-1 0 0 0 0,1 0 1 0 0,-1 0-1 0 0,0 1 0 0 0,-1-1 0 0 0,0 1 0 0 0,0-1 0 0 0,0 1 0 0 0,-6-7 0 0 0,9 12-154 0 0,-1 0-1 0 0,1 0 0 0 0,-1 1 1 0 0,0-1-1 0 0,0 0 0 0 0,1 0 1 0 0,-1 1-1 0 0,0-1 0 0 0,0 1 0 0 0,0-1 1 0 0,0 0-1 0 0,0 1 0 0 0,0 0 1 0 0,0-1-1 0 0,0 1 0 0 0,0 0 1 0 0,0-1-1 0 0,0 1 0 0 0,0 0 1 0 0,0 0-1 0 0,0 0 0 0 0,0 0 0 0 0,0 0 1 0 0,0 0-1 0 0,0 0 0 0 0,-1 0 1 0 0,0 1-23 0 0,0 0 0 0 0,0 0 1 0 0,0 0-1 0 0,0 0 0 0 0,0 0 1 0 0,0 0-1 0 0,0 1 0 0 0,1-1 1 0 0,-1 1-1 0 0,0-1 0 0 0,-2 4 1 0 0,-3 5-68 0 0,0 0 0 0 0,1 0 1 0 0,-8 16-1 0 0,14-25 74 0 0,-9 17-105 0 0,0 1 1 0 0,1 1-1 0 0,2-1 0 0 0,-10 42 1 0 0,15-56 91 0 0,1 0-1 0 0,-1 1 1 0 0,1-1 0 0 0,0 1 0 0 0,1-1 0 0 0,-1 0 0 0 0,1 1 0 0 0,0-1 0 0 0,1 0 0 0 0,2 9 0 0 0,-2-10 49 0 0,0-1 1 0 0,0 0-1 0 0,0 0 1 0 0,1 0 0 0 0,-1 0-1 0 0,1 0 1 0 0,-1 0 0 0 0,1 0-1 0 0,0-1 1 0 0,0 0-1 0 0,0 1 1 0 0,1-1 0 0 0,-1 0-1 0 0,0 0 1 0 0,1-1-1 0 0,6 3 1 0 0,3 0-106 0 0,-1-1-1 0 0,1 0 1 0 0,0-1-1 0 0,0-1 1 0 0,16 1-1 0 0,0-2-4933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0.6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8290 0 0,'1'-1'106'0'0,"-1"1"0"0"0,0 0 0 0 0,0-1 1 0 0,0 1-1 0 0,0-1 0 0 0,1 1 0 0 0,-1 0 0 0 0,0-1 0 0 0,0 1 1 0 0,1 0-1 0 0,-1 0 0 0 0,0-1 0 0 0,1 1 0 0 0,-1 0 1 0 0,0 0-1 0 0,0-1 0 0 0,1 1 0 0 0,-1 0 0 0 0,1 0 1 0 0,-1 0-1 0 0,0-1 0 0 0,1 1 0 0 0,-1 0 0 0 0,0 0 1 0 0,1 0-1 0 0,-1 0 0 0 0,1 0 0 0 0,-1 0 0 0 0,0 0 1 0 0,1 0-1 0 0,-1 0 0 0 0,1 0 0 0 0,-1 0 0 0 0,0 0 0 0 0,1 0 1 0 0,-1 0-1 0 0,1 1 0 0 0,-1-1 0 0 0,0 0 0 0 0,1 0 1 0 0,-1 0-1 0 0,0 0 0 0 0,1 1 0 0 0,-1-1 0 0 0,0 0 1 0 0,1 0-1 0 0,-1 1 0 0 0,18 9 2024 0 0,-10-4-1618 0 0,0 2 1 0 0,-1-1-1 0 0,0 1 1 0 0,0 0-1 0 0,-1 0 1 0 0,0 1 0 0 0,6 12-1 0 0,31 69 172 0 0,-38-77-634 0 0,47 113-359 0 0,-20-40-6177 0 0,-20-55 644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0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0 232 5529 0 0,'68'-87'1997'0'0,"-48"63"-2445"0"0,2 1-1 0 0,0 1 0 0 0,32-25 1 0 0,-50 44 862 0 0,0 0 1 0 0,1 0-1 0 0,-1 0 0 0 0,1 1 0 0 0,-1-1 1 0 0,1 1-1 0 0,0 0 0 0 0,0 1 1 0 0,0-1-1 0 0,0 1 0 0 0,0 0 1 0 0,0 0-1 0 0,0 0 0 0 0,1 1 1 0 0,9 0-1 0 0,-12 1-151 0 0,1 0 0 0 0,0 0 0 0 0,0 0 0 0 0,-1 1 0 0 0,1-1 0 0 0,-1 1 0 0 0,1 0 0 0 0,-1 0 0 0 0,0 0 0 0 0,1 1 0 0 0,-1-1 0 0 0,0 1 0 0 0,-1 0 1 0 0,1 0-1 0 0,0 0 0 0 0,-1 0 0 0 0,0 0 0 0 0,1 0 0 0 0,-1 1 0 0 0,-1-1 0 0 0,4 7 0 0 0,6 15 112 0 0,-2 1-1 0 0,0 0 1 0 0,6 33-1 0 0,-11-38-1545 0 0,-1 0-1 0 0,0 31 0 0 0,-3-41-317 0 0,-3-3-14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35 5065 0 0,'0'-1'75'0'0,"-1"0"-1"0"0,0 0 1 0 0,1 0-1 0 0,-1 0 1 0 0,1 0-1 0 0,0 0 1 0 0,-1 0 0 0 0,1 0-1 0 0,0 0 1 0 0,-1-1-1 0 0,1 1 1 0 0,0 0-1 0 0,0 0 1 0 0,0 0-1 0 0,0 0 1 0 0,0-1-1 0 0,0 1 1 0 0,0 0 0 0 0,1 0-1 0 0,-1 0 1 0 0,0 0-1 0 0,1 0 1 0 0,0-2-1 0 0,0 2 26 0 0,0 0-1 0 0,-1 1 0 0 0,1-1 0 0 0,0 1 1 0 0,0-1-1 0 0,0 1 0 0 0,0-1 1 0 0,0 1-1 0 0,0 0 0 0 0,0 0 0 0 0,0-1 1 0 0,0 1-1 0 0,0 0 0 0 0,0 0 1 0 0,0 0-1 0 0,0 0 0 0 0,0 0 0 0 0,0 0 1 0 0,0 0-1 0 0,0 0 0 0 0,0 1 1 0 0,0-1-1 0 0,0 0 0 0 0,0 1 0 0 0,0-1 1 0 0,0 0-1 0 0,0 1 0 0 0,0-1 0 0 0,1 2 1 0 0,3 1 103 0 0,1 0-1 0 0,-1 1 1 0 0,1 0 0 0 0,-1 0-1 0 0,0 1 1 0 0,-1-1 0 0 0,1 1 0 0 0,6 9-1 0 0,28 47-158 0 0,-34-53 30 0 0,8 16-62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96 7602 0 0,'32'23'3770'0'0,"-18"-6"-2819"0"0,-2 0 0 0 0,1 1 0 0 0,-2 0 0 0 0,0 1 0 0 0,12 32 1 0 0,0-3-819 0 0,-21-53-351 0 0,0 0 1 0 0,0 0 0 0 0,0 0-1 0 0,-1-1 1 0 0,2-10-1 0 0,8-56-137 0 0,-6 40 649 0 0,0-1 0 0 0,19-57 0 0 0,-24 88-197 0 0,1 0 1 0 0,-1 0-1 0 0,1 0 0 0 0,0 0 0 0 0,0 0 0 0 0,0 1 1 0 0,0-1-1 0 0,0 0 0 0 0,0 1 0 0 0,0-1 0 0 0,0 0 1 0 0,1 1-1 0 0,-1 0 0 0 0,1-1 0 0 0,-1 1 0 0 0,1 0 1 0 0,-1 0-1 0 0,1 0 0 0 0,0 0 0 0 0,0 0 1 0 0,-1 0-1 0 0,1 0 0 0 0,0 0 0 0 0,0 1 0 0 0,0-1 1 0 0,0 1-1 0 0,0-1 0 0 0,3 1 0 0 0,-2 0-26 0 0,0 1-1 0 0,-1 0 1 0 0,1 0-1 0 0,0 0 1 0 0,0 0-1 0 0,-1 0 1 0 0,1 0 0 0 0,-1 1-1 0 0,1-1 1 0 0,-1 1-1 0 0,1 0 1 0 0,-1 0-1 0 0,0 0 1 0 0,0 0 0 0 0,0 0-1 0 0,0 0 1 0 0,0 0-1 0 0,2 5 1 0 0,17 29-511 0 0,-1 1 1 0 0,-3 0-1 0 0,17 51 1 0 0,-3-10-2931 0 0,-23-57-2310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2.1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30 249 2304 0 0,'-6'-14'938'0'0,"1"0"0"0"0,0 0-1 0 0,1 0 1 0 0,1-1-1 0 0,0 0 1 0 0,1 1-1 0 0,1-1 1 0 0,0 0-1 0 0,1 0 1 0 0,1 0-1 0 0,2-16 1 0 0,-2 28-815 0 0,0 0-1 0 0,0 0 1 0 0,0 0 0 0 0,0 0-1 0 0,0 0 1 0 0,1 1 0 0 0,-1-1-1 0 0,1 0 1 0 0,0 1 0 0 0,0-1-1 0 0,0 1 1 0 0,0-1 0 0 0,0 1-1 0 0,0 0 1 0 0,1 0 0 0 0,-1 0-1 0 0,1 0 1 0 0,-1 1 0 0 0,1-1-1 0 0,0 1 1 0 0,0-1 0 0 0,0 1-1 0 0,-1 0 1 0 0,1 0 0 0 0,0 0-1 0 0,1 1 1 0 0,-1-1 0 0 0,0 1-1 0 0,0-1 1 0 0,0 1 0 0 0,0 0-1 0 0,0 0 1 0 0,0 1 0 0 0,1-1-1 0 0,-1 1 1 0 0,0-1 0 0 0,0 1-1 0 0,0 0 1 0 0,0 0 0 0 0,0 0-1 0 0,-1 1 1 0 0,1-1 0 0 0,0 1-1 0 0,0-1 1 0 0,-1 1 0 0 0,1 0-1 0 0,-1 0 1 0 0,0 0 0 0 0,1 0-1 0 0,2 5 1 0 0,5 5 6 0 0,-1 1 0 0 0,0 0 0 0 0,-1 1 0 0 0,0 0 0 0 0,-1 0 0 0 0,8 23 0 0 0,-3 1-2268 0 0,11 55 0 0 0,-17-66-3951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2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1 342 6449 0 0,'17'-27'759'0'0,"0"1"0"0"0,-2-2 1 0 0,17-42-1 0 0,-28 59-674 0 0,-1 1-1 0 0,0-1 1 0 0,0 1 0 0 0,-1-1 0 0 0,0 0 0 0 0,-1 0 0 0 0,0 0 0 0 0,-1 0 0 0 0,-1 0 0 0 0,1 0 0 0 0,-2 0-1 0 0,1 0 1 0 0,-6-15 0 0 0,7 24-86 0 0,0 1 0 0 0,0-1-1 0 0,-1 1 1 0 0,1 0 0 0 0,-1-1-1 0 0,0 1 1 0 0,1 0 0 0 0,-1 0-1 0 0,0-1 1 0 0,1 1 0 0 0,-1 0-1 0 0,0 0 1 0 0,0 0-1 0 0,0 0 1 0 0,0 0 0 0 0,0 0-1 0 0,0 0 1 0 0,-3-1 0 0 0,3 2-14 0 0,1 0 1 0 0,-1 0-1 0 0,0 0 1 0 0,0 0 0 0 0,1 0-1 0 0,-1 0 1 0 0,0 1-1 0 0,0-1 1 0 0,1 0-1 0 0,-1 0 1 0 0,0 0-1 0 0,0 1 1 0 0,1-1 0 0 0,-1 0-1 0 0,0 1 1 0 0,1-1-1 0 0,-1 1 1 0 0,0-1-1 0 0,1 1 1 0 0,-1-1-1 0 0,1 1 1 0 0,-1-1 0 0 0,0 2-1 0 0,-3 3-21 0 0,0 1 0 0 0,1-1 0 0 0,0 1 0 0 0,0-1 0 0 0,0 1 0 0 0,-2 9 0 0 0,0 1 292 0 0,1 1 1 0 0,0 0-1 0 0,1 1 0 0 0,1-1 0 0 0,1 1 0 0 0,1-1 0 0 0,0 0 1 0 0,1 1-1 0 0,4 20 0 0 0,-4-32-29 0 0,1 1 0 0 0,0-1 0 0 0,0 1 0 0 0,0-1 0 0 0,1 0 0 0 0,0 0 0 0 0,0 0 0 0 0,1-1 0 0 0,-1 1 0 0 0,1-1 0 0 0,9 9 0 0 0,-9-10-96 0 0,0-1 1 0 0,1 0-1 0 0,-1 0 1 0 0,1 0-1 0 0,0-1 1 0 0,0 1-1 0 0,0-1 1 0 0,0 0-1 0 0,0-1 1 0 0,0 1 0 0 0,1-1-1 0 0,-1 0 1 0 0,0 0-1 0 0,1-1 1 0 0,-1 0-1 0 0,8 0 1 0 0,10-3-1300 0 0,1-2-4674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2.2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52 920 0 0,'-10'-16'1590'0'0,"-9"-11"140"0"0,19 27-1604 0 0,-1-1 0 0 0,1 1-1 0 0,-1-1 1 0 0,1 0-1 0 0,-1 1 1 0 0,1-1-1 0 0,-1 1 1 0 0,0-1-1 0 0,1 1 1 0 0,-1-1-1 0 0,0 1 1 0 0,1 0-1 0 0,-1-1 1 0 0,0 1-1 0 0,1 0 1 0 0,-1-1-1 0 0,0 1 1 0 0,0 0-1 0 0,0 0 1 0 0,1 0-1 0 0,-1 0 1 0 0,0 0-1 0 0,0 0 1 0 0,1 0-1 0 0,-1 0 1 0 0,0 0-1 0 0,0 0 1 0 0,-1 1-1 0 0,1 2 143 0 0,0 0 0 0 0,0 0 0 0 0,0 0-1 0 0,0 0 1 0 0,1 1 0 0 0,-1-1-1 0 0,1 0 1 0 0,0 0 0 0 0,0 1 0 0 0,0-1-1 0 0,0 0 1 0 0,2 6 0 0 0,-2-1 92 0 0,3 198 2054 0 0,1 40-1970 0 0,-3-224-539 0 0,1 0 0 0 0,7 30 0 0 0,-8-45-207 0 0,1 1 0 0 0,1-1 0 0 0,-1 0 0 0 0,1 0 0 0 0,1-1 0 0 0,-1 1 0 0 0,1-1 0 0 0,0 1 0 0 0,0-1 0 0 0,9 8 0 0 0,-6-7-20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2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363 145 2761 0 0,'0'-8'338'0'0,"-1"0"1"0"0,1 1 0 0 0,-2-1 0 0 0,1 0 0 0 0,-1 1 0 0 0,0-1 0 0 0,0 1-1 0 0,-1 0 1 0 0,0-1 0 0 0,-1 2 0 0 0,1-1 0 0 0,-1 0 0 0 0,-8-9-1 0 0,10 13-147 0 0,-1 0-1 0 0,1 1 0 0 0,-1-1 0 0 0,0 1 0 0 0,0-1 0 0 0,0 1 0 0 0,0 0 0 0 0,0 0 0 0 0,0 1 0 0 0,0-1 0 0 0,-1 1 0 0 0,1-1 0 0 0,-1 1 0 0 0,1 0 0 0 0,-1 0 0 0 0,1 1 0 0 0,-1-1 0 0 0,0 1 0 0 0,1 0 0 0 0,-1 0 0 0 0,0 0 0 0 0,1 0 0 0 0,-1 0 0 0 0,0 1 0 0 0,1 0 0 0 0,-1 0 0 0 0,1 0 0 0 0,-1 0 0 0 0,1 0 0 0 0,-4 3 0 0 0,-2 0-60 0 0,1 1 0 0 0,0 1 1 0 0,0 0-1 0 0,1 0 0 0 0,0 0 0 0 0,0 1 1 0 0,0 0-1 0 0,1 0 0 0 0,0 1 0 0 0,0 0 1 0 0,1 0-1 0 0,0 0 0 0 0,0 1 0 0 0,-4 10 1 0 0,-5 17-122 0 0,1 0 0 0 0,-9 47 0 0 0,17-64 42 0 0,-15 73-51 0 0,4 1 0 0 0,4 1 0 0 0,4 0 0 0 0,4 0 0 0 0,14 162 0 0 0,-7-219-11 0 0,2 0 0 0 0,1 1 0 0 0,2-2 0 0 0,2 1 0 0 0,1-1 0 0 0,23 49 0 0 0,-28-71-37 0 0,1-1 0 0 0,1 0 0 0 0,0-1 1 0 0,1 0-1 0 0,0 0 0 0 0,0-1 0 0 0,2 0 0 0 0,-1-1 1 0 0,1 0-1 0 0,1-1 0 0 0,0 0 0 0 0,0-1 0 0 0,1 0 1 0 0,0-1-1 0 0,0 0 0 0 0,0-1 0 0 0,1 0 0 0 0,0-1 1 0 0,18 3-1 0 0,4-1-112 0 0,2-2 0 0 0,-1-1-1 0 0,0-2 1 0 0,1-2 0 0 0,-1-1 0 0 0,1-2 0 0 0,-1-2 0 0 0,50-12 0 0 0,-55 9 117 0 0,0-2-1 0 0,-1-1 1 0 0,0-1 0 0 0,-1-2 0 0 0,0-1-1 0 0,-1-1 1 0 0,-1-1 0 0 0,-1-2-1 0 0,44-38 1 0 0,-54 39 151 0 0,-1 0 0 0 0,-1-1-1 0 0,-1-1 1 0 0,0-1 0 0 0,-2 1 0 0 0,0-2-1 0 0,-1 0 1 0 0,-2 0 0 0 0,0-1 0 0 0,-1 0-1 0 0,-2 0 1 0 0,0-1 0 0 0,3-31 0 0 0,-3-1 458 0 0,-2-1 0 0 0,-3 0 0 0 0,-3 1 0 0 0,-12-90 1 0 0,8 112-323 0 0,-1 1-1 0 0,-1-1 1 0 0,-2 2 0 0 0,-1-1 0 0 0,-2 1 0 0 0,-1 1 0 0 0,-1 0 0 0 0,-36-52 0 0 0,38 65-163 0 0,-1 0 0 0 0,-1 0 0 0 0,-1 2 0 0 0,0 0 0 0 0,-1 0 0 0 0,-1 2 0 0 0,0 0 0 0 0,-1 1 1 0 0,0 1-1 0 0,-1 1 0 0 0,0 0 0 0 0,-1 2 0 0 0,0 0 0 0 0,-27-7 0 0 0,29 12-234 0 0,0 1 1 0 0,0 1-1 0 0,0 0 1 0 0,-1 1-1 0 0,1 1 0 0 0,-1 1 1 0 0,1 1-1 0 0,-19 4 0 0 0,5 2-652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3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99 3681 0 0,'3'-99'7189'0'0,"3"190"-5519"0"0,-3-25-1189 0 0,16 88 0 0 0,-15-136-479 0 0,0 1 0 0 0,2-1 0 0 0,0 1 0 0 0,1-1 0 0 0,0-1 0 0 0,2 0 1 0 0,0 0-1 0 0,1 0 0 0 0,14 18 0 0 0,-18-29-9 0 0,0 1-1 0 0,1-1 1 0 0,0 0-1 0 0,0-1 1 0 0,0 1 0 0 0,1-1-1 0 0,0-1 1 0 0,0 1 0 0 0,0-1-1 0 0,0-1 1 0 0,17 6-1 0 0,-22-9-74 0 0,0 1 0 0 0,0 0 0 0 0,0-1 0 0 0,0 1 0 0 0,0-1 0 0 0,0 0 0 0 0,-1 0 0 0 0,1 0 0 0 0,0-1 0 0 0,0 1 0 0 0,0-1 0 0 0,0 1 0 0 0,0-1 0 0 0,-1 0 0 0 0,1 0 0 0 0,0 0 0 0 0,0 0 0 0 0,-1-1 0 0 0,1 1 0 0 0,-1-1 0 0 0,0 1 0 0 0,1-1 0 0 0,-1 0 0 0 0,0 0 0 0 0,0 0 0 0 0,0 0 0 0 0,0-1 0 0 0,0 1 0 0 0,-1 0 0 0 0,1-1 0 0 0,-1 1 0 0 0,1-1 0 0 0,-1 0 0 0 0,0 1 0 0 0,0-1 0 0 0,0 0 0 0 0,0 0 0 0 0,-1 0 0 0 0,1-5 0 0 0,1-7 35 0 0,-1-1 0 0 0,-1 1 0 0 0,0 0 0 0 0,-1 0 0 0 0,-1 0 0 0 0,-5-21 0 0 0,3 14 572 0 0,-2-42-1 0 0,9 45-182 0 0,5 28 123 0 0,9 35 463 0 0,-15-36-750 0 0,5 11 85 0 0,0 0 0 0 0,1-1-1 0 0,1 0 1 0 0,1 0 0 0 0,17 22 0 0 0,-24-36-237 0 0,0 0-1 0 0,1 0 1 0 0,-1-1-1 0 0,1 1 1 0 0,0-1 0 0 0,0 0-1 0 0,0 0 1 0 0,1 0-1 0 0,-1-1 1 0 0,1 1-1 0 0,7 2 1 0 0,-8-4-15 0 0,0-1 0 0 0,0 1 0 0 0,-1-1 0 0 0,1 1 0 0 0,0-1 0 0 0,0-1 0 0 0,0 1 0 0 0,0 0 0 0 0,0-1 0 0 0,-1 0 0 0 0,1 0 0 0 0,0 0 0 0 0,0 0 0 0 0,-1 0 0 0 0,1-1 0 0 0,-1 0 0 0 0,5-3 0 0 0,-1 1 36 0 0,-1-1 0 0 0,0 0 1 0 0,0-1-1 0 0,0 1 1 0 0,-1-1-1 0 0,1 0 1 0 0,-2 0-1 0 0,1-1 0 0 0,-1 0 1 0 0,0 0-1 0 0,0 0 1 0 0,-1 0-1 0 0,1 0 1 0 0,-2-1-1 0 0,1 0 0 0 0,-1 1 1 0 0,0-1-1 0 0,-1 0 1 0 0,1-8-1 0 0,0-4 30 0 0,-1 1 0 0 0,-1-1 0 0 0,-1 0 0 0 0,-1 0 0 0 0,0 1 0 0 0,-8-31-1 0 0,6 36-46 0 0,1-1 2 0 0,0 1 0 0 0,-1-1 1 0 0,-1 1-1 0 0,-1 0 0 0 0,1 1 1 0 0,-2-1-1 0 0,0 1 0 0 0,-12-17 1 0 0,4 21-1106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4.2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0 6913 0 0,'0'0'32'0'0,"0"0"0"0"0,0 0 0 0 0,-1 0 0 0 0,1 0-1 0 0,0 0 1 0 0,0 0 0 0 0,-1 0 0 0 0,1 0 0 0 0,0 0-1 0 0,-1 0 1 0 0,1 0 0 0 0,0 0 0 0 0,0 1 0 0 0,-1-1-1 0 0,1 0 1 0 0,0 0 0 0 0,0 0 0 0 0,-1 0 0 0 0,1 0-1 0 0,0 0 1 0 0,0 1 0 0 0,0-1 0 0 0,-1 0 0 0 0,1 0-1 0 0,0 0 1 0 0,0 1 0 0 0,0-1 0 0 0,-1 0 0 0 0,1 0-1 0 0,0 0 1 0 0,0 1 0 0 0,0-1 0 0 0,0 0 0 0 0,0 0-1 0 0,0 1 1 0 0,0-1 0 0 0,0 0 0 0 0,0 1 0 0 0,0-1-1 0 0,0 0 1 0 0,-5 22 737 0 0,3 32 154 0 0,2-45-652 0 0,-3 49 677 0 0,1-8-445 0 0,4 53-1 0 0,-1-89-478 0 0,0-1 0 0 0,1 1 0 0 0,1 0-1 0 0,1-1 1 0 0,0 0 0 0 0,0 0-1 0 0,1 0 1 0 0,12 21 0 0 0,-16-31-31 0 0,1 0 0 0 0,0 0 0 0 0,1-1 0 0 0,-1 1 0 0 0,0 0 0 0 0,1-1 0 0 0,-1 1 0 0 0,1-1 0 0 0,0 0 0 0 0,0 0 0 0 0,0 0 0 0 0,0 0 0 0 0,0-1 0 0 0,5 3 0 0 0,-6-4-47 0 0,-1 0 0 0 0,1 1 1 0 0,0-1-1 0 0,0 0 0 0 0,-1 0 1 0 0,1 0-1 0 0,0-1 1 0 0,-1 1-1 0 0,1 0 0 0 0,0-1 1 0 0,0 1-1 0 0,-1-1 0 0 0,1 1 1 0 0,-1-1-1 0 0,1 0 0 0 0,-1 1 1 0 0,1-1-1 0 0,-1 0 0 0 0,1 0 1 0 0,-1 0-1 0 0,0-1 0 0 0,1 1 1 0 0,-1 0-1 0 0,0 0 0 0 0,0-1 1 0 0,0 1-1 0 0,0 0 1 0 0,0-1-1 0 0,0 1 0 0 0,0-1 1 0 0,0-1-1 0 0,6-12-148 0 0,-1 0 0 0 0,0-1 0 0 0,-2 0 0 0 0,1 1 0 0 0,1-20 0 0 0,-4 20 429 0 0,1 1-1 0 0,1-1 1 0 0,0 0-1 0 0,1 1 0 0 0,0 0 1 0 0,10-17-1 0 0,-15 30-182 0 0,1 1 0 0 0,-1-1-1 0 0,0 1 1 0 0,0-1-1 0 0,1 1 1 0 0,-1 0 0 0 0,0-1-1 0 0,1 1 1 0 0,-1-1-1 0 0,0 1 1 0 0,1 0 0 0 0,-1-1-1 0 0,1 1 1 0 0,-1 0-1 0 0,1-1 1 0 0,-1 1 0 0 0,1 0-1 0 0,-1 0 1 0 0,1 0 0 0 0,-1-1-1 0 0,1 1 1 0 0,-1 0-1 0 0,1 0 1 0 0,-1 0 0 0 0,1 0-1 0 0,-1 0 1 0 0,1 0-1 0 0,-1 0 1 0 0,1 0 0 0 0,-1 0-1 0 0,1 0 1 0 0,0 1-1 0 0,14 13 1047 0 0,5 24 175 0 0,-7-3-553 0 0,-3 1 0 0 0,9 44 0 0 0,-15-55-755 0 0,1 0-1 0 0,1-1 1 0 0,1 1 0 0 0,2-1 0 0 0,0-1 0 0 0,2 0-1 0 0,13 23 1 0 0,-20-40-420 0 0,0-1 0 0 0,1 1-1 0 0,0-1 1 0 0,9 8 0 0 0,3-1-4741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4.8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35 3225 0 0,'1'-2'366'0'0,"0"1"1"0"0,0-1 0 0 0,-1 1-1 0 0,1-1 1 0 0,-1 1-1 0 0,1-1 1 0 0,-1 0 0 0 0,0 1-1 0 0,0-1 1 0 0,1 0 0 0 0,-1 1-1 0 0,-10-15 6038 0 0,9 17-6284 0 0,-13 13 1507 0 0,8-2-1414 0 0,-1 0 0 0 0,1 0-1 0 0,1 1 1 0 0,0-1 0 0 0,1 1 0 0 0,-4 24-1 0 0,1 2-158 0 0,0 41 0 0 0,6-61-54 0 0,1 0 0 0 0,2 24 1 0 0,-2-38-2 0 0,1 1 0 0 0,0 0 0 0 0,0-1 0 0 0,1 1 0 0 0,0-1 0 0 0,0 0 0 0 0,0 1 0 0 0,0-1 0 0 0,1 0 0 0 0,0 0 0 0 0,0-1 0 0 0,4 6 0 0 0,-6-9-57 0 0,0 0 1 0 0,0 1-1 0 0,0-1 1 0 0,0 0 0 0 0,1 0-1 0 0,-1 0 1 0 0,0 0-1 0 0,1-1 1 0 0,-1 1-1 0 0,0 0 1 0 0,1 0-1 0 0,-1-1 1 0 0,1 1 0 0 0,0-1-1 0 0,-1 0 1 0 0,1 1-1 0 0,-1-1 1 0 0,1 0-1 0 0,-1 0 1 0 0,1 0-1 0 0,0 0 1 0 0,-1 0 0 0 0,3 0-1 0 0,-1-1-159 0 0,0 0 0 0 0,0-1 0 0 0,-1 1 0 0 0,1 0 0 0 0,0-1-1 0 0,-1 1 1 0 0,1-1 0 0 0,-1 0 0 0 0,0 0 0 0 0,1 0 0 0 0,2-4 0 0 0,2-3-533 0 0,-1 1 1 0 0,1-2-1 0 0,-2 1 1 0 0,1-1 0 0 0,6-17-1 0 0,-5 7 273 0 0,-2 0-1 0 0,0-1 1 0 0,-1 0-1 0 0,1-39 0 0 0,-3-37 2993 0 0,1 71 3086 0 0,-3 26-5499 0 0,0 0 0 0 0,1 0 0 0 0,-1 0 0 0 0,10 11 1897 0 0,7 18-1026 0 0,13 48 5 0 0,-20-48-1571 0 0,2 0 1 0 0,0-1-1 0 0,22 35 0 0 0,-17-38-5447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5.2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0,'0'0'819'0'0,"14"17"2494"0"0,-1 2-2286 0 0,-1 0 0 0 0,-1 1 0 0 0,-1 1-1 0 0,13 33 1 0 0,22 92-2 0 0,-32-97-567 0 0,8 24-529 0 0,44 139 774 0 0,-55-188-1216 0 0,0 0-1 0 0,2-1 1 0 0,0 0-1 0 0,1 0 0 0 0,2-2 1 0 0,21 26-1 0 0,-18-29-4127 0 0,0-3-1296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5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0 250 2304 0 0,'37'-21'5229'0'0,"90"-50"-1168"0"0,207-73-1453 0 0,-300 131-7656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5 6913 0 0,'5'-4'5525'0'0,"-4"4"-5434"0"0,0 15 2200 0 0,-3 23-988 0 0,-39 235 1189 0 0,-6 47-2191 0 0,36-146-462 0 0,12-57-3043 0 0,1-106 1975 0 0,-2-11 1155 0 0,0 0 1 0 0,0 0-1 0 0,0 1 0 0 0,0-1 0 0 0,0 0 0 0 0,0 0 0 0 0,0 0 0 0 0,0 1 0 0 0,0-1 0 0 0,0 0 0 0 0,0 0 0 0 0,0 0 0 0 0,0 0 0 0 0,0 1 0 0 0,0-1 0 0 0,0 0 0 0 0,0 0 0 0 0,5 2-1996 0 0,0-6 423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39 3225 0 0,'0'-2'413'0'0,"-1"0"1"0"0,1 0 0 0 0,-1 0-1 0 0,1 0 1 0 0,0 0 0 0 0,0 0-1 0 0,0 0 1 0 0,0 0 0 0 0,1 0-1 0 0,-1 0 1 0 0,0 0 0 0 0,1 1-1 0 0,-1-1 1 0 0,1 0 0 0 0,6-7 2931 0 0,-7 9-3150 0 0,1 0 1 0 0,-1 0-1 0 0,1 0 0 0 0,-1 0 1 0 0,1 0-1 0 0,-1 0 1 0 0,1 0-1 0 0,0 0 0 0 0,16 9 1826 0 0,4 10-1332 0 0,-2 1-1 0 0,0 1 1 0 0,-2 0 0 0 0,28 44-1 0 0,47 106-514 0 0,-48-87-310 0 0,16 34-1218 0 0,-43-82 237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1 383 6913 0 0,'15'-12'523'0'0,"1"0"0"0"0,0 0 0 0 0,1 2 0 0 0,0 0 0 0 0,25-9 0 0 0,-4 0 220 0 0,63-27-139 0 0,15-8-2280 0 0,-94 41 1676 0 0</inkml:trace>
  <inkml:trace contextRef="#ctx0" brushRef="#br0" timeOffset="1">620 0 5529 0 0,'-3'4'379'0'0,"1"0"1"0"0,0 1-1 0 0,0-1 0 0 0,0 0 0 0 0,0 1 0 0 0,1-1 0 0 0,0 1 1 0 0,0-1-1 0 0,0 1 0 0 0,0-1 0 0 0,1 1 0 0 0,0 0 0 0 0,0-1 1 0 0,0 1-1 0 0,1 8 0 0 0,3 7 699 0 0,1 1 1 0 0,9 25-1 0 0,-2-3-48 0 0,12 55-1381 0 0,20 178 0 0 0,-42-242-5118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7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1840 0 0,'0'-2'178'0'0,"0"0"-1"0"0,0-1 0 0 0,0 1 0 0 0,1 0 0 0 0,-1 0 0 0 0,1 0 1 0 0,-1-1-1 0 0,1 1 0 0 0,0 0 0 0 0,0 0 0 0 0,-1 0 0 0 0,2 0 1 0 0,-1 0-1 0 0,0 0 0 0 0,0 0 0 0 0,1 0 0 0 0,-1 1 0 0 0,1-1 0 0 0,-1 1 1 0 0,1-1-1 0 0,0 1 0 0 0,-1-1 0 0 0,1 1 0 0 0,0 0 0 0 0,0 0 1 0 0,0 0-1 0 0,0 0 0 0 0,0 0 0 0 0,0 0 0 0 0,0 0 0 0 0,1 1 1 0 0,-1-1-1 0 0,0 1 0 0 0,3-1 0 0 0,1 1 280 0 0,0 0-1 0 0,0 0 0 0 0,0 0 1 0 0,-1 0-1 0 0,1 1 1 0 0,0 0-1 0 0,0 0 1 0 0,-1 1-1 0 0,1 0 1 0 0,-1 0-1 0 0,1 0 1 0 0,7 5-1 0 0,3 4-239 0 0,1 1 1 0 0,-2 0-1 0 0,0 1 1 0 0,0 1-1 0 0,-1 1 1 0 0,-1 0-1 0 0,-1 0 1 0 0,0 2-1 0 0,-1-1 1 0 0,0 2-1 0 0,-2-1 1 0 0,0 1-1 0 0,11 31 1 0 0,-17-36-263 0 0,0 1 0 0 0,0 0 0 0 0,-2 0-1 0 0,0 0 1 0 0,0-1 0 0 0,-1 1 0 0 0,-1 0 0 0 0,0 0 0 0 0,-1 0 0 0 0,-1 0 0 0 0,0-1 0 0 0,-7 21 0 0 0,6-24 14 0 0,0-1-1 0 0,0 1 0 0 0,-1-1 1 0 0,-1 0-1 0 0,1 0 0 0 0,-2 0 1 0 0,1-1-1 0 0,-1 1 0 0 0,0-2 1 0 0,-1 1-1 0 0,0-1 1 0 0,0 0-1 0 0,0-1 0 0 0,-1 0 1 0 0,0 0-1 0 0,0-1 0 0 0,-11 5 1 0 0,-9-3-4301 0 0,15-7-608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7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13 2304 0 0,'-26'-12'6353'0'0,"25"12"-6168"0"0,-6 17 5452 0 0,4 1-5403 0 0,2-14-935 0 0,-8 51 1610 0 0,2-26-726 0 0,2 0 0 0 0,2 1 0 0 0,0-1 0 0 0,2 1 0 0 0,3 36 0 0 0,-2-61-182 0 0,1-1 0 0 0,0 1 0 0 0,0-1-1 0 0,0 0 1 0 0,1 1 0 0 0,0-1-1 0 0,-1 0 1 0 0,1 0 0 0 0,1 0-1 0 0,-1 0 1 0 0,1 0 0 0 0,-1-1 0 0 0,1 1-1 0 0,0-1 1 0 0,0 0 0 0 0,1 1-1 0 0,-1-1 1 0 0,6 4 0 0 0,-2-4 41 0 0,-1 0 0 0 0,0 0 0 0 0,1-1 0 0 0,-1 0 0 0 0,1 0 0 0 0,0 0 0 0 0,0-1 0 0 0,-1 0 0 0 0,1 0 0 0 0,0-1 0 0 0,8 0 0 0 0,7-2 5 0 0,-1 0 0 0 0,1-2 0 0 0,-1-1 0 0 0,1 0 0 0 0,-1-1 0 0 0,34-16 0 0 0,1-10-687 0 0,-45 24-33 0 0,1 1 0 0 0,0 0 0 0 0,0 1 1 0 0,1 1-1 0 0,19-7 0 0 0,-21 10 639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8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34 246 3681 0 0,'-1'0'60'0'0,"0"-1"1"0"0,-1 1-1 0 0,1-1 1 0 0,0 1-1 0 0,-1-1 1 0 0,1 0-1 0 0,0 1 1 0 0,0-1-1 0 0,0 0 1 0 0,0 0-1 0 0,-1 0 1 0 0,1 0-1 0 0,0 0 1 0 0,1 0-1 0 0,-1 0 0 0 0,0 0 1 0 0,0-1-1 0 0,0 1 1 0 0,1 0-1 0 0,-1 0 1 0 0,0-1-1 0 0,0-1 1 0 0,-8-31 1426 0 0,9 28-1345 0 0,1 0 0 0 0,0 1 1 0 0,0-1-1 0 0,0 0 0 0 0,1 1 0 0 0,0-1 1 0 0,0 1-1 0 0,0 0 0 0 0,1-1 0 0 0,-1 1 1 0 0,1 0-1 0 0,1 1 0 0 0,-1-1 1 0 0,1 0-1 0 0,-1 1 0 0 0,1 0 0 0 0,9-8 1 0 0,6-4 450 0 0,1 1-1 0 0,37-22 1 0 0,-52 34-477 0 0,-1 0 1 0 0,1 1-1 0 0,0 0 0 0 0,0 0 0 0 0,-1 0 0 0 0,1 0 1 0 0,1 1-1 0 0,-1 0 0 0 0,0 0 0 0 0,0 0 0 0 0,7 0 0 0 0,-10 1-104 0 0,1 1 0 0 0,0-1-1 0 0,0 1 1 0 0,-1 0 0 0 0,1-1-1 0 0,0 1 1 0 0,-1 1-1 0 0,1-1 1 0 0,-1 0 0 0 0,1 0-1 0 0,-1 1 1 0 0,0-1 0 0 0,0 1-1 0 0,0 0 1 0 0,1 0 0 0 0,-2 0-1 0 0,1 0 1 0 0,0 0-1 0 0,0 0 1 0 0,-1 0 0 0 0,1 1-1 0 0,1 4 1 0 0,4 6-33 0 0,-2 1-1 0 0,0 0 1 0 0,0 0-1 0 0,-1 1 1 0 0,-1-1 0 0 0,-1 1-1 0 0,0 0 1 0 0,0 0-1 0 0,-3 28 1 0 0,-2 7 17 0 0,-15 77 1 0 0,3-57 0 0 0,7-35 396 0 0,-7 67 1 0 0,15-101-329 0 0,0 0 0 0 0,0 0 0 0 0,0 0 0 0 0,0 0 0 0 0,0 0 0 0 0,0 1 0 0 0,0-1 0 0 0,0 0 0 0 0,0 0 0 0 0,0 0 1 0 0,1 0-1 0 0,-1 0 0 0 0,0 0 0 0 0,1 0 0 0 0,-1 0 0 0 0,1 0 0 0 0,-1 0 0 0 0,1 0 0 0 0,0 0 0 0 0,-1 0 0 0 0,1 0 0 0 0,0 0 0 0 0,0-1 0 0 0,-1 1 0 0 0,1 0 0 0 0,0 0 1 0 0,0-1-1 0 0,0 1 0 0 0,0-1 0 0 0,0 1 0 0 0,0-1 0 0 0,0 1 0 0 0,0-1 0 0 0,0 0 0 0 0,0 1 0 0 0,0-1 0 0 0,1 0 0 0 0,-1 0 0 0 0,0 0 0 0 0,0 0 0 0 0,0 0 1 0 0,0 0-1 0 0,0 0 0 0 0,0 0 0 0 0,2-1 0 0 0,6 0 295 0 0,0-1 0 0 0,0-1-1 0 0,0 0 1 0 0,12-6 0 0 0,-12 6-330 0 0,39-17-345 0 0,0 2-1 0 0,93-22 0 0 0,-111 35-1015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8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849 22 10138 0 0,'-4'-3'211'0'0,"-1"0"0"0"0,1 1 0 0 0,-1 0 0 0 0,0 0-1 0 0,0 0 1 0 0,0 0 0 0 0,0 1 0 0 0,-1-1 0 0 0,1 1 0 0 0,-8 0 0 0 0,2 1 218 0 0,1 1 1 0 0,-1 0 0 0 0,1 1-1 0 0,-16 4 1 0 0,4 0-64 0 0,0 1 1 0 0,1 0 0 0 0,0 2-1 0 0,0 1 1 0 0,1 0 0 0 0,0 2-1 0 0,1 0 1 0 0,0 1-1 0 0,-21 20 1 0 0,17-11-275 0 0,0 2 0 0 0,2 0 0 0 0,1 1 0 0 0,1 2 0 0 0,1 0 0 0 0,-14 30 0 0 0,-25 55-108 0 0,-64 185 1 0 0,-4 132-279 0 0,114-387 294 0 0,3 0 1 0 0,1 1-1 0 0,2-1 1 0 0,3 1 0 0 0,1 0-1 0 0,7 69 1 0 0,-3-91-29 0 0,0 0-1 0 0,2-1 1 0 0,1 0-1 0 0,0 1 1 0 0,2-2-1 0 0,0 1 1 0 0,1-1-1 0 0,1 0 1 0 0,1-1 0 0 0,0-1-1 0 0,1 1 1 0 0,1-2-1 0 0,1 0 1 0 0,0 0-1 0 0,24 19 1 0 0,-21-23-187 0 0,-1-1 1 0 0,1 0 0 0 0,1-2-1 0 0,0 0 1 0 0,0 0 0 0 0,1-2-1 0 0,0 0 1 0 0,0-2-1 0 0,0 0 1 0 0,1-1 0 0 0,0-1-1 0 0,0 0 1 0 0,0-2-1 0 0,0 0 1 0 0,0-2 0 0 0,24-2-1 0 0,0-4-386 0 0,0 0-1 0 0,-1-3 1 0 0,0-2-1 0 0,-1-2 1 0 0,0-1-1 0 0,49-27 1 0 0,-45 19 637 0 0,-2-3 0 0 0,-1-2 0 0 0,-2-1-1 0 0,40-36 1 0 0,-38 25 744 0 0,-2-1 1 0 0,-2-3-1 0 0,-2-1 0 0 0,-1-2 0 0 0,53-95 0 0 0,-59 85-29 0 0,-3-1-1 0 0,-2-2 1 0 0,-3 0 0 0 0,-2-2 0 0 0,13-74-1 0 0,-23 75-794 0 0,-2 0 0 0 0,-1-121-1 0 0,-7 149 137 0 0,-3-1-1 0 0,0 1 1 0 0,-2 0-1 0 0,-2 1 1 0 0,-1-1-1 0 0,-1 1 0 0 0,-20-44 1 0 0,23 62-101 0 0,-1 1 1 0 0,-1 0-1 0 0,0 0 0 0 0,0 1 1 0 0,-2 0-1 0 0,1 0 0 0 0,-1 1 0 0 0,-1 1 1 0 0,0 0-1 0 0,0 0 0 0 0,-1 1 1 0 0,-1 0-1 0 0,1 1 0 0 0,-1 1 1 0 0,-1 0-1 0 0,1 0 0 0 0,-1 1 1 0 0,-27-6-1 0 0,11 6-574 0 0,0 2 0 0 0,-1 1 0 0 0,0 1 0 0 0,1 2 0 0 0,-1 1 0 0 0,-42 7 0 0 0,26-1-5313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29 920 0 0,'0'-1'339'0'0,"0"-1"-1"0"0,0 1 1 0 0,0 0-1 0 0,0-1 1 0 0,0 1-1 0 0,0 0 1 0 0,0-1-1 0 0,-1 1 1 0 0,1 0-1 0 0,0-1 1 0 0,-1 1-1 0 0,1 0 1 0 0,-1 0-1 0 0,1-1 1 0 0,-1 1-1 0 0,0 0 1 0 0,0 0-1 0 0,0 0 1 0 0,1 0-1 0 0,-3-2 1 0 0,2 3-180 0 0,0 0 0 0 0,0 0 0 0 0,0 0 0 0 0,0 0 0 0 0,1 0 0 0 0,-1 0 0 0 0,0 0 0 0 0,0 0 0 0 0,0 1 0 0 0,0-1 0 0 0,0 0 0 0 0,0 1 0 0 0,1-1 0 0 0,-1 0 0 0 0,0 1 0 0 0,0-1 0 0 0,0 1 0 0 0,1-1 0 0 0,-1 1 0 0 0,0-1 0 0 0,1 1 0 0 0,-1 0 0 0 0,0-1 0 0 0,1 1 0 0 0,-1 0 0 0 0,1 0 0 0 0,-1-1 0 0 0,1 1 0 0 0,-1 0 0 0 0,1 0 0 0 0,-1 1 0 0 0,-5 10 275 0 0,0 0-1 0 0,1 0 0 0 0,0 1 0 0 0,1-1 0 0 0,0 1 0 0 0,1 0 0 0 0,-2 19 0 0 0,1-3-162 0 0,2 0 0 0 0,3 39-1 0 0,-1-57-227 0 0,1-1 0 0 0,0 0 0 0 0,0 0 0 0 0,2 0 0 0 0,-1 1 0 0 0,1-2 0 0 0,0 1 0 0 0,5 9 0 0 0,-6-15-43 0 0,0-1 0 0 0,1 1 0 0 0,-1-1 0 0 0,1 0 0 0 0,-1 0 0 0 0,1 0 0 0 0,0 0 0 0 0,0-1 0 0 0,0 1 0 0 0,1-1 0 0 0,-1 0 0 0 0,0 0 0 0 0,1 0 0 0 0,0 0 0 0 0,-1 0 0 0 0,1-1 0 0 0,0 0 0 0 0,0 0 0 0 0,0 0 0 0 0,0 0 0 0 0,0 0 0 0 0,0-1 0 0 0,5 0 0 0 0,6 0-548 0 0,-1-2-1 0 0,0 0 1 0 0,1-1 0 0 0,-1 0-1 0 0,0-1 1 0 0,0 0-1 0 0,-1-1 1 0 0,1-1 0 0 0,23-14-1 0 0,-9 4-4106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0 456 0 0,'-1'2'346'0'0,"-1"-1"-1"0"0,1 1 0 0 0,0 0 1 0 0,0-1-1 0 0,1 1 1 0 0,-1 0-1 0 0,0 0 1 0 0,1-1-1 0 0,-1 1 1 0 0,1 0-1 0 0,-1 0 1 0 0,1 0-1 0 0,0 0 0 0 0,-1 3 1 0 0,1-1 292 0 0,-5 21 983 0 0,2 0 1 0 0,1 1-1 0 0,1 44 0 0 0,1-62-1448 0 0,1 0 0 0 0,0 0 0 0 0,0 0 0 0 0,1 0 0 0 0,-1 0-1 0 0,2 0 1 0 0,-1 0 0 0 0,1-1 0 0 0,0 1 0 0 0,1-1 0 0 0,0 0 0 0 0,0 0 0 0 0,1 0 0 0 0,-1 0-1 0 0,11 10 1 0 0,-14-16-166 0 0,1 1-1 0 0,0-1 0 0 0,-1 1 1 0 0,1-1-1 0 0,0 0 0 0 0,0 0 1 0 0,0 0-1 0 0,0 0 1 0 0,0 0-1 0 0,0 0 0 0 0,0 0 1 0 0,0-1-1 0 0,0 1 0 0 0,1-1 1 0 0,-1 1-1 0 0,0-1 0 0 0,0 0 1 0 0,1 0-1 0 0,-1 0 0 0 0,0 0 1 0 0,0 0-1 0 0,4-1 1 0 0,-3-1-11 0 0,0 1 1 0 0,0-1-1 0 0,0 1 1 0 0,-1-1 0 0 0,1 0-1 0 0,0 0 1 0 0,-1 0-1 0 0,0-1 1 0 0,1 1 0 0 0,-1-1-1 0 0,0 1 1 0 0,0-1-1 0 0,3-5 1 0 0,-1-1-22 0 0,1 1 1 0 0,-1-1-1 0 0,-1-1 0 0 0,0 1 1 0 0,0 0-1 0 0,0-1 0 0 0,-2 0 1 0 0,1 1-1 0 0,0-15 0 0 0,-3 15 24 0 0,0 1 0 0 0,0 0 0 0 0,-1 0 0 0 0,0-1 1 0 0,0 1-1 0 0,-5-11 0 0 0,5 15-376 0 0,0 0 1 0 0,0 0 0 0 0,0 1 0 0 0,0-1-1 0 0,-1 0 1 0 0,1 1 0 0 0,-1-1-1 0 0,0 1 1 0 0,0 0 0 0 0,0 0 0 0 0,-1 0-1 0 0,1 1 1 0 0,-8-5 0 0 0,-3 2-3976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1376 0 0,'1'17'2028'0'0,"0"-1"1"0"0,6 25-1 0 0,-5-29-1612 0 0,1 0 1 0 0,0 0 0 0 0,1 0 0 0 0,1-1-1 0 0,0 1 1 0 0,0-1 0 0 0,9 13-1 0 0,-13-22-416 0 0,0-1-1 0 0,0 1 0 0 0,0-1 1 0 0,0 1-1 0 0,1-1 0 0 0,-1 0 1 0 0,0 1-1 0 0,1-1 0 0 0,-1 0 1 0 0,1 0-1 0 0,-1 0 1 0 0,1 0-1 0 0,-1 0 0 0 0,1 0 1 0 0,-1-1-1 0 0,1 1 0 0 0,0 0 1 0 0,0-1-1 0 0,-1 1 0 0 0,1-1 1 0 0,0 0-1 0 0,0 0 0 0 0,2 0 1 0 0,-1 0-143 0 0,-1-1 1 0 0,0 0 0 0 0,0 0 0 0 0,1 0-1 0 0,-1 0 1 0 0,0 0 0 0 0,0 0-1 0 0,0-1 1 0 0,0 1 0 0 0,0-1-1 0 0,0 1 1 0 0,-1-1 0 0 0,1 0 0 0 0,3-4-1 0 0,3-5-703 0 0,-1-1-1 0 0,0-1 0 0 0,0 1 0 0 0,7-23 0 0 0,-1-7-208 0 0,-10 31 1263 0 0,0 1 0 0 0,0-1 0 0 0,1 1-1 0 0,0 0 1 0 0,0 0 0 0 0,1 1 0 0 0,1-1-1 0 0,11-14 1 0 0,-17 24-119 0 0,0-1-1 0 0,0 1 1 0 0,1 0 0 0 0,-1-1-1 0 0,0 1 1 0 0,1 0 0 0 0,-1-1-1 0 0,0 1 1 0 0,1 0-1 0 0,-1 0 1 0 0,0-1 0 0 0,1 1-1 0 0,-1 0 1 0 0,1 0 0 0 0,-1 0-1 0 0,0 0 1 0 0,1 0 0 0 0,-1-1-1 0 0,1 1 1 0 0,-1 0 0 0 0,1 0-1 0 0,-1 0 1 0 0,0 0-1 0 0,1 0 1 0 0,-1 0 0 0 0,1 0-1 0 0,-1 1 1 0 0,1-1 0 0 0,-1 0-1 0 0,0 0 1 0 0,1 0 0 0 0,-1 0-1 0 0,1 0 1 0 0,-1 1-1 0 0,0-1 1 0 0,1 0 0 0 0,-1 0-1 0 0,0 1 1 0 0,1-1 0 0 0,-1 0-1 0 0,0 1 1 0 0,1-1 0 0 0,-1 0-1 0 0,0 1 1 0 0,0-1-1 0 0,1 0 1 0 0,-1 1 0 0 0,0-1-1 0 0,0 1 1 0 0,0-1 0 0 0,0 0-1 0 0,1 1 1 0 0,-1-1 0 0 0,0 1-1 0 0,0-1 1 0 0,0 0-1 0 0,0 1 1 0 0,0-1 0 0 0,0 1-1 0 0,0-1 1 0 0,0 1 0 0 0,0 0-1 0 0,4 36 2301 0 0,-4-31-1969 0 0,1 11 76 0 0,1 0 1 0 0,1 0-1 0 0,1-1 1 0 0,7 24-1 0 0,-6-28-1303 0 0,1 1 0 0 0,0-2 0 0 0,12 19 0 0 0,-6-13-3967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3225 0 0,'6'-10'4639'0'0,"-5"9"-4395"0"0,0 1 0 0 0,-1 0 0 0 0,1 0 0 0 0,-1-1 0 0 0,1 1 1 0 0,0 0-1 0 0,-1 0 0 0 0,1 0 0 0 0,0 0 0 0 0,-1 0 0 0 0,1 0 1 0 0,0 0-1 0 0,0 0 0 0 0,1 0-15 0 0,-1 1-1 0 0,0 0 1 0 0,0 0 0 0 0,1 0-1 0 0,-1 0 1 0 0,0 0 0 0 0,0 0-1 0 0,0 0 1 0 0,0 0 0 0 0,0 1-1 0 0,0-1 1 0 0,-1 0 0 0 0,2 2-1 0 0,16 45 1580 0 0,-3 78-747 0 0,-15-125-1107 0 0,0-1 1 0 0,0 0-1 0 0,0 1 1 0 0,0-1-1 0 0,0 0 0 0 0,0 0 1 0 0,0 1-1 0 0,0-1 1 0 0,0 0-1 0 0,0 1 1 0 0,0-1-1 0 0,0 0 1 0 0,1 0-1 0 0,-1 1 0 0 0,0-1 1 0 0,0 0-1 0 0,0 1 1 0 0,0-1-1 0 0,1 0 1 0 0,-1 0-1 0 0,0 0 1 0 0,0 1-1 0 0,1-1 1 0 0,-1 0-1 0 0,0 0 0 0 0,0 0 1 0 0,1 1-1 0 0,-1-1 1 0 0,0 0-1 0 0,0 0 1 0 0,1 0-1 0 0,-1 0 1 0 0,0 0-1 0 0,1 0 1 0 0,-1 0-1 0 0,0 0 0 0 0,1 0 1 0 0,-1 0-1 0 0,11-9-1648 0 0,8-22-600 0 0,-18 30 2183 0 0,37-80-2433 0 0,10-16 3350 0 0,-48 95-724 0 0,1 1 1 0 0,-1 0-1 0 0,1 0 0 0 0,0 0 0 0 0,-1-1 1 0 0,1 1-1 0 0,0 0 0 0 0,0 0 0 0 0,0 0 1 0 0,0 0-1 0 0,0 1 0 0 0,0-1 0 0 0,0 0 1 0 0,0 0-1 0 0,0 0 0 0 0,1 1 1 0 0,-1-1-1 0 0,0 1 0 0 0,0-1 0 0 0,1 1 1 0 0,0-1-1 0 0,-1 1 20 0 0,0 1 0 0 0,0-1-1 0 0,0 0 1 0 0,0 1 0 0 0,0-1 0 0 0,0 0 0 0 0,0 1 0 0 0,0 0 0 0 0,0-1 0 0 0,0 1-1 0 0,0-1 1 0 0,-1 1 0 0 0,1 0 0 0 0,0 0 0 0 0,0-1 0 0 0,-1 1 0 0 0,1 0-1 0 0,0 0 1 0 0,-1 0 0 0 0,1 1 0 0 0,4 8 625 0 0,0 1 1 0 0,-1-1-1 0 0,5 21 1 0 0,-7-23-680 0 0,31 93 493 0 0,-1-38-5574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3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 4609 0 0,'2'-2'275'0'0,"0"0"-1"0"0,0-1 1 0 0,0 1 0 0 0,1 0-1 0 0,-1 0 1 0 0,0 0-1 0 0,1 1 1 0 0,0-1 0 0 0,-1 1-1 0 0,1-1 1 0 0,0 1 0 0 0,0 0-1 0 0,-1 0 1 0 0,1 0 0 0 0,0 0-1 0 0,0 1 1 0 0,0-1-1 0 0,0 1 1 0 0,0 0 0 0 0,0 0-1 0 0,1 0 1 0 0,-1 0 0 0 0,0 0-1 0 0,4 1 1 0 0,-2 0 18 0 0,-1 1 0 0 0,1-1 1 0 0,-1 1-1 0 0,0-1 0 0 0,1 1 1 0 0,-1 0-1 0 0,0 1 0 0 0,0-1 0 0 0,0 1 1 0 0,-1 0-1 0 0,1 0 0 0 0,-1 0 1 0 0,0 0-1 0 0,1 0 0 0 0,2 6 0 0 0,4 9 159 0 0,-1 1 0 0 0,-1 0 0 0 0,0 1 0 0 0,-2 0 0 0 0,0 0 0 0 0,-2 0-1 0 0,3 25 1 0 0,5 12-112 0 0,-7-34-291 0 0,4 22-902 0 0,27 73-1 0 0,-28-99-550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0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1 213 5529 0 0,'2'-4'488'0'0,"2"0"-392"0"0,2 0-96 0 0,-2 0 0 0 0,1 0 360 0 0,4-1 56 0 0,3-5 1 0 0,7-6 7 0 0,8-5 120 0 0,1-3 16 0 0,4 1 8 0 0,-5 1 0 0 0,0 3-808 0 0,-3 3-160 0 0,1 2-32 0 0,-2 3-8 0 0,-1 3 336 0 0,-3 4 104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25 262 7834 0 0,'3'-4'439'0'0,"-1"-1"0"0"0,0 1 0 0 0,1 0 0 0 0,0 1-1 0 0,0-1 1 0 0,0 0 0 0 0,0 1 0 0 0,1-1 0 0 0,-1 1 0 0 0,1 0 0 0 0,5-3 0 0 0,11-11 923 0 0,-16 11-1325 0 0,1 1 1 0 0,-1-1-1 0 0,0 0 0 0 0,0 0 1 0 0,0-1-1 0 0,-1 1 0 0 0,0-1 1 0 0,-1 0-1 0 0,1 1 0 0 0,-1-1 1 0 0,-1-1-1 0 0,3-11 0 0 0,-4 15-28 0 0,0 0 0 0 0,1 0 0 0 0,-2 0 0 0 0,1 0 0 0 0,0 0 0 0 0,-1-1 0 0 0,0 2 0 0 0,0-1-1 0 0,0 0 1 0 0,0 0 0 0 0,0 0 0 0 0,-1 0 0 0 0,0 1 0 0 0,0-1 0 0 0,0 1 0 0 0,0-1 0 0 0,0 1 0 0 0,-1 0 0 0 0,0 0 0 0 0,1 0 0 0 0,-1 0-1 0 0,0 0 1 0 0,0 1 0 0 0,-6-4 0 0 0,8 5-10 0 0,-1 0 0 0 0,1 0 0 0 0,-1 0 0 0 0,0 0 0 0 0,1 0 0 0 0,-1 0 0 0 0,0 1 0 0 0,0-1 0 0 0,1 1 0 0 0,-1-1 0 0 0,0 1-1 0 0,0 0 1 0 0,0-1 0 0 0,0 1 0 0 0,0 0 0 0 0,0 0 0 0 0,0 1 0 0 0,1-1 0 0 0,-1 0 0 0 0,0 0 0 0 0,0 1 0 0 0,0 0 0 0 0,0-1 0 0 0,1 1 0 0 0,-1 0 0 0 0,0 0-1 0 0,1-1 1 0 0,-1 2 0 0 0,1-1 0 0 0,-1 0 0 0 0,1 0 0 0 0,-1 0 0 0 0,1 1 0 0 0,0-1 0 0 0,-1 0 0 0 0,1 1 0 0 0,0-1 0 0 0,0 1 0 0 0,0 0 0 0 0,-1 3 0 0 0,-1 1 6 0 0,0 1 1 0 0,0 0 0 0 0,1 0 0 0 0,0 0 0 0 0,0 0 0 0 0,1 0-1 0 0,0 1 1 0 0,0-1 0 0 0,0 10 0 0 0,2-8 108 0 0,-1 0 0 0 0,1 1-1 0 0,1-1 1 0 0,0 0 0 0 0,0 0 0 0 0,1 0 0 0 0,0 0-1 0 0,0-1 1 0 0,1 1 0 0 0,0-1 0 0 0,1 0 0 0 0,0 0-1 0 0,0 0 1 0 0,1-1 0 0 0,0 1 0 0 0,11 9 0 0 0,-7-8-174 0 0,1 0 0 0 0,0-2 0 0 0,1 1 1 0 0,0-1-1 0 0,0-1 0 0 0,0 0 0 0 0,1-1 1 0 0,0 0-1 0 0,0-1 0 0 0,24 4 1 0 0,-13-4-1463 0 0,1-1-3930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2 114 456 0 0,'-1'-4'547'0'0,"1"-1"0"0"0,-1 0 0 0 0,1 0 1 0 0,0 1-1 0 0,1-1 0 0 0,-1 0 0 0 0,1 0 0 0 0,0 1 0 0 0,0-1 0 0 0,0 0 0 0 0,1 1 0 0 0,-1-1 0 0 0,1 1 1 0 0,0 0-1 0 0,1 0 0 0 0,-1 0 0 0 0,1 0 0 0 0,-1 0 0 0 0,1 0 0 0 0,1 0 0 0 0,-1 1 0 0 0,0 0 0 0 0,1-1 1 0 0,7-4-1 0 0,-10 8-442 0 0,0-1 0 0 0,0 1 0 0 0,0 0 0 0 0,0 0 0 0 0,0-1 0 0 0,0 1 0 0 0,0 0 0 0 0,0 0 0 0 0,0 0 1 0 0,0 0-1 0 0,0 0 0 0 0,1 0 0 0 0,-1 0 0 0 0,0 0 0 0 0,0 1 0 0 0,0-1 0 0 0,0 0 0 0 0,0 1 0 0 0,0-1 0 0 0,0 0 0 0 0,0 1 1 0 0,1 1-1 0 0,1-1 13 0 0,-1 1 1 0 0,0 1-1 0 0,1-1 0 0 0,-1 0 1 0 0,0 0-1 0 0,-1 1 1 0 0,1-1-1 0 0,2 4 1 0 0,1 6 54 0 0,0-1-1 0 0,0 1 1 0 0,3 12 0 0 0,10 55 171 0 0,-16-70-377 0 0,-1-1 0 0 0,-1 1 0 0 0,0-1 0 0 0,0 1 0 0 0,0-1 0 0 0,-1 0 0 0 0,-3 14 0 0 0,4-21 36 0 0,0-1-1 0 0,0 1 1 0 0,0-1-1 0 0,-1 1 1 0 0,1-1 0 0 0,0 1-1 0 0,0-1 1 0 0,0 1-1 0 0,0-1 1 0 0,0 1 0 0 0,-1-1-1 0 0,1 0 1 0 0,0 1-1 0 0,0-1 1 0 0,-1 1 0 0 0,1-1-1 0 0,0 0 1 0 0,-1 1 0 0 0,1-1-1 0 0,-1 0 1 0 0,1 1-1 0 0,0-1 1 0 0,-1 0 0 0 0,1 1-1 0 0,-1-1 1 0 0,1 0-1 0 0,0 0 1 0 0,-1 0 0 0 0,1 0-1 0 0,-1 1 1 0 0,0-1-1 0 0,-11-11 238 0 0,-3-23 205 0 0,12 13-1023 0 0,1 0-1 0 0,1 0 1 0 0,2-42-1 0 0,3 23-5541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3681 0 0,'25'-18'5800'0'0,"-13"9"-3757"0"0,76-54 5122 0 0,-75 54-7097 0 0,0 2 1 0 0,0 0-1 0 0,1 1 1 0 0,0 0 0 0 0,16-4-1 0 0,-9 5-764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5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3681 0 0,'1'-1'97'0'0,"-1"-1"1"0"0,1 1 0 0 0,0 0-1 0 0,-1-1 1 0 0,1 1 0 0 0,0 0-1 0 0,0-1 1 0 0,0 1 0 0 0,0 0-1 0 0,0 0 1 0 0,0 0-1 0 0,0 0 1 0 0,0 0 0 0 0,0 0-1 0 0,0 0 1 0 0,1 1 0 0 0,1-2-1 0 0,28-16 1916 0 0,-22 14-1456 0 0,28-17 1884 0 0,44-24 837 0 0,-24 22-5146 0 0,-42 18 1035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11979 0 0,'5'0'231'0'0,"0"1"1"0"0,0 0 0 0 0,-1 0 0 0 0,1 1 0 0 0,0-1 0 0 0,-1 1 0 0 0,1 0 0 0 0,-1 0 0 0 0,1 1-1 0 0,-1-1 1 0 0,0 1 0 0 0,0 0 0 0 0,0 0 0 0 0,0 0 0 0 0,-1 1 0 0 0,1-1 0 0 0,-1 1-1 0 0,5 7 1 0 0,1 1 178 0 0,-1 0 0 0 0,0 1 0 0 0,-1 1-1 0 0,10 25 1 0 0,-7-8-40 0 0,-1 0 0 0 0,-2 1 0 0 0,6 51 0 0 0,-3 96-301 0 0,0 6-4250 0 0,-5-145-1674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6.2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0 2761 0 0,'5'22'7040'0'0,"-6"10"-3742"0"0,-10 40-2179 0 0,4-33-50 0 0,-1 26-403 0 0,-2 113 0 0 0,10-159-567 0 0,1 1 0 0 0,1 0 0 0 0,1-1 0 0 0,1 1 0 0 0,0-1 0 0 0,1 0 0 0 0,2 0 0 0 0,-1-1 0 0 0,2 0 0 0 0,13 22 0 0 0,-17-33-45 0 0,1-1 0 0 0,0 0 0 0 0,1 0-1 0 0,-1 0 1 0 0,1-1 0 0 0,0 0 0 0 0,1 0 0 0 0,-1 0 0 0 0,1-1 0 0 0,0 0 0 0 0,0 0 0 0 0,0-1 0 0 0,1 0 0 0 0,14 5 0 0 0,-18-7-29 0 0,-1-1 0 0 0,1 1 0 0 0,0-1 1 0 0,-1 1-1 0 0,1-1 0 0 0,0 0 1 0 0,-1 0-1 0 0,1-1 0 0 0,-1 1 0 0 0,1-1 1 0 0,0 1-1 0 0,-1-1 0 0 0,1-1 1 0 0,-1 1-1 0 0,0 0 0 0 0,1-1 0 0 0,-1 1 1 0 0,0-1-1 0 0,0 0 0 0 0,0 0 1 0 0,0 0-1 0 0,0-1 0 0 0,-1 1 0 0 0,1-1 1 0 0,0 0-1 0 0,-1 1 0 0 0,0-1 0 0 0,0 0 1 0 0,0 0-1 0 0,0 0 0 0 0,0-1 1 0 0,-1 1-1 0 0,1 0 0 0 0,0-6 0 0 0,1 2 22 0 0,-2-1 0 0 0,1 1-1 0 0,-1 0 1 0 0,0-1-1 0 0,0 1 1 0 0,-1-1-1 0 0,0 1 1 0 0,0-1-1 0 0,-1 1 1 0 0,0-1-1 0 0,-1 1 1 0 0,1-1-1 0 0,-1 1 1 0 0,-1 0-1 0 0,-3-10 1 0 0,-7-9 18 0 0,-1 1 1 0 0,-30-42 0 0 0,-1-3-134 0 0,5-13-1072 0 0,20 25-4934 0 0,12 31 439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7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0 6449 0 0,'0'1'670'0'0,"1"0"-582"0"0,-1 1 381 0 0,-1 1 1 0 0,0 0 0 0 0,0-1-1 0 0,0 1 1 0 0,0-1 0 0 0,0 1-1 0 0,0-1 1 0 0,-4 5-1 0 0,4-4 58 0 0,-38 79 2170 0 0,36-74-2538 0 0,0 0 0 0 0,0 0 0 0 0,1 0 0 0 0,1 0 0 0 0,-1 0 0 0 0,1 1 0 0 0,1-1 0 0 0,0 15-1 0 0,0-20-148 0 0,1-1 0 0 0,0 0 0 0 0,-1 0-1 0 0,1 1 1 0 0,0-1 0 0 0,0 0-1 0 0,0 0 1 0 0,0 0 0 0 0,0 0 0 0 0,1 0-1 0 0,-1 0 1 0 0,1 0 0 0 0,-1-1-1 0 0,1 1 1 0 0,0-1 0 0 0,-1 1 0 0 0,1-1-1 0 0,0 1 1 0 0,0-1 0 0 0,0 0-1 0 0,0 0 1 0 0,0 0 0 0 0,0 0 0 0 0,1 0-1 0 0,2 1 1 0 0,8 1-95 0 0,0 0 1 0 0,0-1-1 0 0,21 1 1 0 0,9 1-5 0 0,-40-3 91 0 0,0-1 1 0 0,0 1-1 0 0,0 0 1 0 0,0 0 0 0 0,0 0-1 0 0,0 0 1 0 0,0 1-1 0 0,0-1 1 0 0,-1 1 0 0 0,1 0-1 0 0,0 0 1 0 0,-1 0-1 0 0,0 0 1 0 0,1 0-1 0 0,-1 0 1 0 0,0 1 0 0 0,0-1-1 0 0,0 1 1 0 0,0-1-1 0 0,1 5 1 0 0,-2-5 50 0 0,0 1 1 0 0,-1 0 0 0 0,1 0-1 0 0,-1 0 1 0 0,0 0-1 0 0,0 0 1 0 0,0-1-1 0 0,-1 1 1 0 0,1 0-1 0 0,-1 0 1 0 0,1 0-1 0 0,-1 0 1 0 0,0-1-1 0 0,0 1 1 0 0,0 0 0 0 0,0-1-1 0 0,-1 1 1 0 0,1-1-1 0 0,-1 1 1 0 0,1-1-1 0 0,-1 0 1 0 0,-4 4-1 0 0,-5 6 366 0 0,0 0 0 0 0,-1-1-1 0 0,0 0 1 0 0,-1-1-1 0 0,-23 14 1 0 0,27-19-402 0 0,-1 0-1 0 0,1 0 1 0 0,-1-1 0 0 0,0 0 0 0 0,0 0 0 0 0,0-1-1 0 0,-1-1 1 0 0,1 0 0 0 0,-19 2 0 0 0,15-5-939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1784 143 8290 0 0,'-305'-91'3715'0'0,"232"75"-3441"0"0,-1 3 0 0 0,-94-6 0 0 0,78 16-253 0 0,-150 12-1 0 0,195-4 147 0 0,1 3 0 0 0,-1 1-1 0 0,1 2 1 0 0,1 2 0 0 0,-55 24-1 0 0,75-25-47 0 0,1 1 0 0 0,0 1-1 0 0,1 1 1 0 0,1 1-1 0 0,0 1 1 0 0,1 0 0 0 0,1 2-1 0 0,1 0 1 0 0,0 1-1 0 0,-17 29 1 0 0,-14 27 57 0 0,-59 129 1 0 0,101-194-185 0 0,-16 37 16 0 0,2 0-1 0 0,2 2 1 0 0,2 0-1 0 0,3 1 1 0 0,-9 58-1 0 0,17-70-20 0 0,2 1-1 0 0,2-1 0 0 0,1 1 1 0 0,2 0-1 0 0,2-1 0 0 0,1 0 1 0 0,16 56-1 0 0,-2-31-121 0 0,4-1-1 0 0,3-1 1 0 0,54 97 0 0 0,-30-77-722 0 0,118 148 0 0 0,-129-185 737 0 0,2-1 0 0 0,2-2 1 0 0,68 52-1 0 0,-82-73 280 0 0,1-1 1 0 0,1-1-1 0 0,0-2 0 0 0,1-1 1 0 0,1-1-1 0 0,1-2 1 0 0,36 9-1 0 0,-43-16-75 0 0,0-2-1 0 0,0-1 1 0 0,0-1-1 0 0,1-2 1 0 0,-1 0-1 0 0,0-2 1 0 0,1-1-1 0 0,-1-1 1 0 0,-1-2-1 0 0,1 0 1 0 0,-1-2-1 0 0,29-12 1 0 0,23-15 413 0 0,-1-3 0 0 0,111-73 0 0 0,-145 81-388 0 0,0-1 0 0 0,-2-2 0 0 0,-2-2 0 0 0,-1-2 1 0 0,-1-1-1 0 0,-3-2 0 0 0,-1-2 0 0 0,-2 0 0 0 0,-2-2 0 0 0,-2-2 1 0 0,-1 0-1 0 0,-3-2 0 0 0,-2 0 0 0 0,-2-1 0 0 0,19-82 1 0 0,-13 32 517 0 0,14-127 0 0 0,-35 189-545 0 0,-1 1 0 0 0,-2-1 0 0 0,-2 1 0 0 0,-1-1 0 0 0,-2 1 0 0 0,-2 0 0 0 0,-10-36 0 0 0,8 50-17 0 0,0 0 0 0 0,-2 1 0 0 0,-1 0-1 0 0,0 1 1 0 0,-2 1 0 0 0,0-1 0 0 0,-1 2 0 0 0,-1 0 0 0 0,-1 1 0 0 0,0 0-1 0 0,-1 2 1 0 0,-1 0 0 0 0,-30-20 0 0 0,-1 4 77 0 0,-2 2 0 0 0,-1 2 0 0 0,-1 2 1 0 0,-68-21-1 0 0,62 26-484 0 0,-82-16 0 0 0,115 31-267 0 0,1 2 0 0 0,-2 0 0 0 0,1 2 0 0 0,0 1 0 0 0,-49 5-1 0 0,25 6-5831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9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859 211 3225 0 0,'11'-20'872'0'0,"1"0"0"0"0,2 1 1 0 0,28-31-1 0 0,-23 28 1743 0 0,26-38 0 0 0,-45 59-2516 0 0,1 1 0 0 0,0-1 1 0 0,-1 1-1 0 0,0-1 0 0 0,1 1 0 0 0,-1-1 1 0 0,1 0-1 0 0,-1 1 0 0 0,0-1 1 0 0,1 0-1 0 0,-1 1 0 0 0,0-1 0 0 0,0 0 1 0 0,1 1-1 0 0,-1-1 0 0 0,0 0 0 0 0,0 1 1 0 0,0-1-1 0 0,0 0 0 0 0,0 0 0 0 0,0 1 1 0 0,0-1-1 0 0,0 0 0 0 0,0 0 0 0 0,0 1 1 0 0,-1-2-1 0 0,0 2 17 0 0,0 0 0 0 0,0 0-1 0 0,1-1 1 0 0,-1 1 0 0 0,0 0 0 0 0,0 0-1 0 0,0 0 1 0 0,0 0 0 0 0,0 1 0 0 0,0-1-1 0 0,1 0 1 0 0,-1 0 0 0 0,0 0 0 0 0,0 1-1 0 0,0-1 1 0 0,0 0 0 0 0,0 1 0 0 0,-39 23 1581 0 0,20-7-1482 0 0,0 2-1 0 0,2 1 1 0 0,0 0 0 0 0,2 2-1 0 0,-16 23 1 0 0,-61 124 476 0 0,63-112-436 0 0,-327 520 1070 0 0,82-146-3235 0 0,227-355-1655 0 0,25-45-2586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59 4145 0 0,'1'-1'197'0'0,"0"0"0"0"0,0 0 0 0 0,0 1 0 0 0,0-1 0 0 0,1 0 1 0 0,-1 1-1 0 0,0-1 0 0 0,0 1 0 0 0,1 0 0 0 0,-1-1 0 0 0,0 1 0 0 0,1 0 0 0 0,-1 0 0 0 0,0-1 1 0 0,1 1-1 0 0,-1 0 0 0 0,0 1 0 0 0,1-1 0 0 0,-1 0 0 0 0,0 0 0 0 0,0 0 0 0 0,1 1 1 0 0,-1-1-1 0 0,0 1 0 0 0,1-1 0 0 0,-1 1 0 0 0,0-1 0 0 0,0 1 0 0 0,0 0 0 0 0,0 0 0 0 0,0-1 1 0 0,0 1-1 0 0,0 0 0 0 0,0 0 0 0 0,1 2 0 0 0,6 4 594 0 0,-1 1 0 0 0,0 0 0 0 0,8 11-1 0 0,-11-13-488 0 0,45 71 1796 0 0,-35-51-1596 0 0,2-1-1 0 0,28 36 1 0 0,-39-56-430 0 0,0 1 1 0 0,1-1-1 0 0,-1 1 1 0 0,1-1-1 0 0,0-1 1 0 0,0 1-1 0 0,1-1 1 0 0,0 0-1 0 0,-1-1 1 0 0,1 0-1 0 0,0 0 1 0 0,0 0-1 0 0,1-1 1 0 0,11 3-1 0 0,-13-5-23 0 0,1 0-1 0 0,0-1 1 0 0,-1 1 0 0 0,1-1-1 0 0,-1 0 1 0 0,1-1 0 0 0,-1 0-1 0 0,0 0 1 0 0,0 0-1 0 0,1 0 1 0 0,-1-1 0 0 0,-1 0-1 0 0,1-1 1 0 0,0 1 0 0 0,-1-1-1 0 0,0 0 1 0 0,8-8-1 0 0,8-9-199 0 0,0 0 0 0 0,25-37-1 0 0,-44 56 106 0 0,65-90-1803 0 0,-4-1-3848 0 0,-45 62 3290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20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87 2761 0 0,'-1'0'78'0'0,"1"0"0"0"0,-1-1 0 0 0,1 1 0 0 0,-1 0 0 0 0,1-1 0 0 0,-1 1 0 0 0,1-1 0 0 0,-1 1 0 0 0,1-1 0 0 0,-1 1 0 0 0,1-1 0 0 0,0 0 0 0 0,-1 1 0 0 0,1-1 0 0 0,0 1 0 0 0,-1-1 0 0 0,1 0 0 0 0,0 1 0 0 0,0-1 0 0 0,0 0 0 0 0,0 1 0 0 0,0-1 0 0 0,-1 0 0 0 0,1 1 0 0 0,0-1 0 0 0,1 0 0 0 0,-1 1 0 0 0,0-1 0 0 0,0 0 0 0 0,0 1 0 0 0,0-1 0 0 0,0 0 0 0 0,1 1 0 0 0,-1-1 0 0 0,1 0 0 0 0,0-2 246 0 0,1 0 1 0 0,0 1 0 0 0,0-1 0 0 0,0 1-1 0 0,1-1 1 0 0,-1 1 0 0 0,1 0 0 0 0,2-3-1 0 0,4-1 485 0 0,1 0 0 0 0,-1 0 0 0 0,1 1 0 0 0,12-5 0 0 0,-18 8-708 0 0,-1 1 0 0 0,1 0 0 0 0,0 0 0 0 0,0 0-1 0 0,0 0 1 0 0,0 1 0 0 0,0-1 0 0 0,0 1 0 0 0,1 0 0 0 0,-1 1 0 0 0,0-1 0 0 0,0 1-1 0 0,0-1 1 0 0,0 1 0 0 0,0 0 0 0 0,-1 1 0 0 0,1-1 0 0 0,6 4 0 0 0,-5-2-79 0 0,-1 0 1 0 0,0 1-1 0 0,0 0 1 0 0,-1 0-1 0 0,1 0 1 0 0,-1 0 0 0 0,1 1-1 0 0,-2-1 1 0 0,1 1-1 0 0,0 0 1 0 0,-1 0-1 0 0,0 0 1 0 0,3 8-1 0 0,4 15 213 0 0,-2 0-1 0 0,0 1 0 0 0,-2 0 1 0 0,2 32-1 0 0,-4 115 910 0 0,-3-50-515 0 0,0-112-1047 0 0,3 41 1576 0 0,5-31-2530 0 0,-7-23 1037 0 0,0 0 0 0 0,-1 0 0 0 0,1 0 0 0 0,0 0 0 0 0,0 0 0 0 0,0 0 0 0 0,0 0 0 0 0,0 0 1 0 0,0 0-1 0 0,0 0 0 0 0,0-1 0 0 0,0 1 0 0 0,0 0 0 0 0,2 0 0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20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9218 0 0,'8'7'246'0'0,"12"4"6100"0"0,-19-11-6180 0 0,0 0-1 0 0,-1 0 1 0 0,1 1 0 0 0,-1-1 0 0 0,1 0-1 0 0,0 0 1 0 0,-1 0 0 0 0,1 0 0 0 0,0 0-1 0 0,-1 0 1 0 0,1 0 0 0 0,0 0 0 0 0,-1 0-1 0 0,1 0 1 0 0,-1 0 0 0 0,1 0 0 0 0,0 0-1 0 0,-1 0 1 0 0,1-1 0 0 0,0 1 0 0 0,-1 0-1 0 0,1 0 1 0 0,-1-1 0 0 0,1 1 0 0 0,0-13-3837 0 0,-2 7 2295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09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113 1916 2304 0 0,'-23'10'2494'0'0,"-34"20"-1"0"0,25-14 4470 0 0,148-178-5586 0 0,200-217 0 0 0,-169 221-1045 0 0,170-172 132 0 0,-36 31-1026 0 0,-71 72-1006 0 0,-141 158 1138 0 0,-21 23 25 0 0,61-75 1 0 0,-83 87-533 0 0,2 1 0 0 0,2 1-1 0 0,49-42 1 0 0,-69 67-59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0,'12'21'1931'0'0,"10"52"-178"0"0,13 82-1 0 0,-6-23-1248 0 0,-2-29-237 0 0,71 173-1 0 0,-93-264-483 0 0,0-1-1 0 0,2 1 0 0 0,9 13 1 0 0,-5-12-657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58 5065 0 0,'-1'-1'132'0'0,"0"0"-1"0"0,0-1 1 0 0,0 1 0 0 0,0 0-1 0 0,0-1 1 0 0,1 1 0 0 0,-1-1-1 0 0,1 1 1 0 0,-1-1 0 0 0,1 0-1 0 0,-1 1 1 0 0,1-1 0 0 0,0 1-1 0 0,0-1 1 0 0,0 0 0 0 0,0 1-1 0 0,0-1 1 0 0,0 0 0 0 0,1 1-1 0 0,-1-1 1 0 0,0 1 0 0 0,1-1-1 0 0,-1 0 1 0 0,2-2 0 0 0,-1 3-5 0 0,-1 0 0 0 0,1 0 1 0 0,-1 0-1 0 0,1 0 0 0 0,-1 0 1 0 0,1 1-1 0 0,-1-1 0 0 0,1 0 1 0 0,0 0-1 0 0,0 0 0 0 0,-1 1 1 0 0,1-1-1 0 0,0 0 1 0 0,0 1-1 0 0,0-1 0 0 0,0 1 1 0 0,0-1-1 0 0,0 1 0 0 0,0-1 1 0 0,0 1-1 0 0,0 0 0 0 0,0 0 1 0 0,0-1-1 0 0,0 1 0 0 0,0 0 1 0 0,0 0-1 0 0,0 0 1 0 0,0 0-1 0 0,0 0 0 0 0,0 0 1 0 0,0 0-1 0 0,0 0 0 0 0,0 1 1 0 0,0-1-1 0 0,0 0 0 0 0,0 1 1 0 0,0-1-1 0 0,0 1 1 0 0,1 0-1 0 0,12 8 369 0 0,-1 2 0 0 0,0-1 0 0 0,-1 2-1 0 0,0 0 1 0 0,-1 0 0 0 0,14 20 0 0 0,5 4-64 0 0,40 47 182 0 0,-29-33-574 0 0,2-2 0 0 0,50 44 0 0 0,-83-83-377 0 0,31 27 306 0 0,-15-10-4958 0 0,-12-11-484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1 340 10138 0 0,'21'-14'864'0'0,"21"-16"306"0"0,-2-2-1 0 0,69-70 1 0 0,-39 34-1251 0 0,9-4-1662 0 0,-55 50 458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0 6913 0 0,'-1'2'146'0'0,"0"-1"0"0"0,0 1-1 0 0,1-1 1 0 0,-1 1-1 0 0,0-1 1 0 0,1 1-1 0 0,0-1 1 0 0,-1 1 0 0 0,1 0-1 0 0,0-1 1 0 0,0 1-1 0 0,0 0 1 0 0,0-1 0 0 0,0 1-1 0 0,0 0 1 0 0,0-1-1 0 0,1 1 1 0 0,-1 0-1 0 0,1-1 1 0 0,-1 1 0 0 0,1-1-1 0 0,0 1 1 0 0,0 1-1 0 0,27 43 2494 0 0,-11-19-1177 0 0,53 118 1657 0 0,25 77-2705 0 0,-67-157-483 0 0,-9-18 69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2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1522 4145 0 0,'-2'-2'335'0'0,"1"-1"1"0"0,0 1 0 0 0,0 0-1 0 0,1-1 1 0 0,-1 1-1 0 0,0-1 1 0 0,1 0-1 0 0,-1 1 1 0 0,1-1 0 0 0,0 1-1 0 0,0-1 1 0 0,0 0-1 0 0,0 1 1 0 0,0-1 0 0 0,1 0-1 0 0,-1 1 1 0 0,2-4-1 0 0,0 2-144 0 0,-1 1 0 0 0,1 0-1 0 0,0-1 1 0 0,0 1-1 0 0,1 0 1 0 0,-1 0 0 0 0,1 0-1 0 0,-1 1 1 0 0,1-1 0 0 0,6-4-1 0 0,5-3-231 0 0,2 1 0 0 0,-1 1 0 0 0,1 0-1 0 0,22-6 1 0 0,-17 6 436 0 0,139-68-166 0 0,-91 42-314 0 0,113-40 1 0 0,5 21-34 0 0,82-28-20 0 0,27-24-26 0 0,221-82-20 0 0,-408 145 198 0 0,334-116 49 0 0,-8 11 251 0 0,-243 80-163 0 0,395-179 720 0 0,-549 227-1196 0 0,2 1 1 0 0,0 1-1 0 0,1 3 0 0 0,0 1 1 0 0,64-10-1 0 0,-74 20-3841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3.0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6913 0 0,'0'0'35'0'0,"0"0"-1"0"0,0 0 0 0 0,0 0 0 0 0,0-1 0 0 0,0 1 1 0 0,0 0-1 0 0,0 0 0 0 0,0 0 0 0 0,0-1 0 0 0,0 1 1 0 0,0 0-1 0 0,1 0 0 0 0,-1 0 0 0 0,0 0 0 0 0,0-1 0 0 0,0 1 1 0 0,0 0-1 0 0,0 0 0 0 0,0 0 0 0 0,1 0 0 0 0,-1-1 1 0 0,0 1-1 0 0,0 0 0 0 0,0 0 0 0 0,0 0 0 0 0,1 0 0 0 0,-1 0 1 0 0,0 0-1 0 0,0 0 0 0 0,0 0 0 0 0,0 0 0 0 0,1 0 1 0 0,-1 0-1 0 0,0 0 0 0 0,0 0 0 0 0,0 0 0 0 0,1 0 1 0 0,-1 0-1 0 0,0 0 0 0 0,0 0 0 0 0,0 0 0 0 0,1 0 0 0 0,-1 0 1 0 0,14 5 700 0 0,11 10 181 0 0,-16-6-562 0 0,0 0 1 0 0,0 1-1 0 0,-1 0 1 0 0,0 1 0 0 0,11 19-1 0 0,26 63 685 0 0,-16-32-664 0 0,105 233 468 0 0,-62-130-6981 0 0,-61-143 2536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3.5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20 236 10594 0 0,'0'0'-4'0'0,"-1"0"-1"0"0,0 0 0 0 0,0 0 1 0 0,1 0-1 0 0,-1 1 1 0 0,0-1-1 0 0,1 0 1 0 0,-1 0-1 0 0,0 1 0 0 0,1-1 1 0 0,-1 0-1 0 0,0 1 1 0 0,1-1-1 0 0,-1 1 0 0 0,1-1 1 0 0,-1 1-1 0 0,1-1 1 0 0,-1 1-1 0 0,1-1 0 0 0,-1 1 1 0 0,1-1-1 0 0,0 1 1 0 0,-1 0-1 0 0,1-1 1 0 0,0 1-1 0 0,-1 1 0 0 0,-4 26-33 0 0,9 30 675 0 0,-1-43-524 0 0,1 1 0 0 0,1-1 0 0 0,0 0 0 0 0,1 0 0 0 0,14 26 0 0 0,48 66 89 0 0,-53-85-191 0 0,-10-14-32 0 0,1 0 1 0 0,0 0-1 0 0,1-1 0 0 0,0 1 0 0 0,0-1 1 0 0,0-1-1 0 0,1 0 0 0 0,0 0 1 0 0,0 0-1 0 0,9 4 0 0 0,-13-8 11 0 0,-1-1-1 0 0,1 1 1 0 0,0-1-1 0 0,-1 0 0 0 0,1 0 1 0 0,0-1-1 0 0,0 1 1 0 0,0-1-1 0 0,0 0 0 0 0,0 0 1 0 0,0 0-1 0 0,0 0 1 0 0,0-1-1 0 0,-1 1 0 0 0,1-1 1 0 0,0 0-1 0 0,0-1 1 0 0,0 1-1 0 0,-1 0 1 0 0,1-1-1 0 0,-1 0 0 0 0,1 0 1 0 0,-1 0-1 0 0,0 0 1 0 0,0-1-1 0 0,0 1 0 0 0,5-6 1 0 0,1-2-57 0 0,0 0 1 0 0,-1 0-1 0 0,-1-1 1 0 0,0 0-1 0 0,0-1 1 0 0,9-20-1 0 0,22-79 89 0 0,-32 92 142 0 0,-2-1 0 0 0,0 0-1 0 0,-1 0 1 0 0,-1 0 0 0 0,-1 0 0 0 0,0 0 0 0 0,-2 0 0 0 0,-1 0 0 0 0,-5-30 0 0 0,4 38-91 0 0,0 1-1 0 0,0 0 1 0 0,-1 1-1 0 0,0-1 1 0 0,-1 1 0 0 0,-1-1-1 0 0,1 1 1 0 0,-2 1 0 0 0,1-1-1 0 0,-1 1 1 0 0,-1 0 0 0 0,1 1-1 0 0,-2 0 1 0 0,1 0-1 0 0,-1 1 1 0 0,0 0 0 0 0,0 0-1 0 0,-13-6 1 0 0,14 9-18 0 0,1 1-1 0 0,-1 0 1 0 0,0 0 0 0 0,0 1-1 0 0,0 0 1 0 0,0 0 0 0 0,0 1-1 0 0,0 0 1 0 0,-1 1 0 0 0,1-1-1 0 0,-10 2 1 0 0,12 0-159 0 0,0 0 0 0 0,0 0-1 0 0,1 0 1 0 0,-1 0 0 0 0,1 1 0 0 0,-1 0 0 0 0,1 1 0 0 0,-1-1-1 0 0,1 1 1 0 0,0 0 0 0 0,0 0 0 0 0,0 0 0 0 0,1 1 0 0 0,-1 0-1 0 0,1 0 1 0 0,-6 7 0 0 0,-2 5-4574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82 4609 0 0,'-1'1'215'0'0,"0"-1"0"0"0,0 1-1 0 0,0 0 1 0 0,0-1 0 0 0,0 1 0 0 0,0 0-1 0 0,0 0 1 0 0,0 0 0 0 0,1 0 0 0 0,-1 0 0 0 0,0 0-1 0 0,1 0 1 0 0,-1 0 0 0 0,0 0 0 0 0,1 0-1 0 0,-1 1 1 0 0,1-1 0 0 0,0 0 0 0 0,-1 0 0 0 0,1 0-1 0 0,0 1 1 0 0,0-1 0 0 0,0 2 0 0 0,-5 31 1397 0 0,5-22-1452 0 0,1 0 1 0 0,1 0 0 0 0,0 0 0 0 0,0 0-1 0 0,1 0 1 0 0,1 0 0 0 0,0-1-1 0 0,0 0 1 0 0,7 13 0 0 0,3 0-223 0 0,0 0 0 0 0,32 42 0 0 0,-37-56 47 0 0,0 1 0 0 0,1-2 0 0 0,0 1 0 0 0,1-1 0 0 0,-1-1 0 0 0,2 0 0 0 0,-1 0-1 0 0,1-1 1 0 0,19 8 0 0 0,-27-14-23 0 0,0 1-1 0 0,0 0 0 0 0,1-1 1 0 0,-1 0-1 0 0,0 0 1 0 0,1 0-1 0 0,-1-1 0 0 0,0 1 1 0 0,1-1-1 0 0,-1 0 0 0 0,1 0 1 0 0,-1-1-1 0 0,0 1 1 0 0,1-1-1 0 0,-1 0 0 0 0,0 0 1 0 0,0 0-1 0 0,0-1 0 0 0,1 0 1 0 0,-1 0-1 0 0,-1 0 1 0 0,1 0-1 0 0,0 0 0 0 0,0-1 1 0 0,-1 1-1 0 0,0-1 0 0 0,1 0 1 0 0,-1 0-1 0 0,0-1 1 0 0,0 1-1 0 0,-1 0 0 0 0,1-1 1 0 0,2-4-1 0 0,-1-1 94 0 0,0 1 0 0 0,0-1 0 0 0,-1 0 0 0 0,0-1 0 0 0,0 1 0 0 0,-1 0 0 0 0,-1-1 0 0 0,1 1-1 0 0,-1-1 1 0 0,-1 0 0 0 0,0 1 0 0 0,0-1 0 0 0,-1 0 0 0 0,0 1 0 0 0,-1-1 0 0 0,0 1 0 0 0,-1-1 0 0 0,1 1 0 0 0,-6-10 0 0 0,-7-15 341 0 0,0 1 1 0 0,-3 1 0 0 0,-35-50 0 0 0,48 76-339 0 0,0-1 1 0 0,0 1-1 0 0,0 1 0 0 0,0-1 1 0 0,-1 1-1 0 0,-9-7 0 0 0,13 11-198 0 0,0-1 0 0 0,-1 1-1 0 0,1 0 1 0 0,0-1 0 0 0,-1 1-1 0 0,1 0 1 0 0,0 0 0 0 0,-1 1-1 0 0,0-1 1 0 0,1 1 0 0 0,-1-1-1 0 0,1 1 1 0 0,-1 0 0 0 0,0-1-1 0 0,1 1 1 0 0,-1 1 0 0 0,1-1-1 0 0,-1 0 1 0 0,0 1 0 0 0,1-1-1 0 0,-1 1 1 0 0,-2 1 0 0 0,-5 3-4034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0 108 10594 0 0,'1'39'984'0'0,"2"-8"-798"0"0,1 1-1 0 0,1-1 1 0 0,2 0-1 0 0,0 0 0 0 0,22 51 1 0 0,-25-71-132 0 0,1 0 1 0 0,0-1 0 0 0,1 1 0 0 0,1-1-1 0 0,0 0 1 0 0,0 0 0 0 0,0-1 0 0 0,2 0-1 0 0,-1-1 1 0 0,1 0 0 0 0,0 0 0 0 0,0 0-1 0 0,1-1 1 0 0,0-1 0 0 0,1 0 0 0 0,-1 0-1 0 0,1-1 1 0 0,15 5 0 0 0,-24-9-60 0 0,1 0 1 0 0,-1 0-1 0 0,1-1 0 0 0,0 1 0 0 0,-1-1 1 0 0,1 0-1 0 0,0 0 0 0 0,-1 0 1 0 0,1 0-1 0 0,0 0 0 0 0,-1 0 0 0 0,1-1 1 0 0,0 1-1 0 0,-1-1 0 0 0,1 0 1 0 0,0 0-1 0 0,-1 0 0 0 0,0 0 1 0 0,1 0-1 0 0,-1 0 0 0 0,4-3 0 0 0,-3 1-10 0 0,0-1-1 0 0,0 1 0 0 0,0 0 0 0 0,-1-1 0 0 0,1 0 1 0 0,-1 0-1 0 0,0 0 0 0 0,0 0 0 0 0,0 0 0 0 0,-1 0 0 0 0,0 0 1 0 0,2-5-1 0 0,0-8 1 0 0,-1 0 1 0 0,0 0-1 0 0,-1-1 1 0 0,-1 1-1 0 0,-3-30 1 0 0,-1 17 403 0 0,-1 0 0 0 0,-2 1 0 0 0,-1 0 0 0 0,-13-28 0 0 0,14 38-285 0 0,-1 1 1 0 0,-2 0-1 0 0,0 0 1 0 0,0 1-1 0 0,-2 1 1 0 0,0 0-1 0 0,-14-15 0 0 0,23 29-96 0 0,1-1 0 0 0,0 1 0 0 0,-1 0 0 0 0,1 0 0 0 0,-1 0 0 0 0,1 0 0 0 0,-1 1 0 0 0,0-1 0 0 0,0 1 0 0 0,0-1 0 0 0,0 1-1 0 0,0 0 1 0 0,-3 0 0 0 0,5 1-45 0 0,0 0-1 0 0,0 0 0 0 0,1 0 1 0 0,-1 0-1 0 0,0 0 0 0 0,0 0 1 0 0,1 0-1 0 0,-1 0 0 0 0,0 1 1 0 0,0-1-1 0 0,1 0 0 0 0,-1 1 1 0 0,0-1-1 0 0,1 0 0 0 0,-1 1 1 0 0,0-1-1 0 0,1 1 0 0 0,-1-1 1 0 0,1 1-1 0 0,-1-1 0 0 0,0 2 1 0 0,0 0-168 0 0,0 0 1 0 0,0 0 0 0 0,0 0-1 0 0,0 0 1 0 0,0 0-1 0 0,1 0 1 0 0,-1 0 0 0 0,1 0-1 0 0,-1 0 1 0 0,1 5-1 0 0,0 2-434 0 0,0 0 0 0 0,1 1 0 0 0,0-1 0 0 0,4 18 0 0 0,1-6 591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8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18 235 6913 0 0,'0'0'26'0'0,"0"-1"-1"0"0,-1 1 0 0 0,1 0 0 0 0,0 0 0 0 0,0-1 0 0 0,0 1 0 0 0,0 0 0 0 0,-1 0 0 0 0,1-1 1 0 0,0 1-1 0 0,0 0 0 0 0,-1 0 0 0 0,1 0 0 0 0,0 0 0 0 0,0-1 0 0 0,-1 1 0 0 0,1 0 0 0 0,0 0 0 0 0,0 0 1 0 0,-1 0-1 0 0,1 0 0 0 0,0 0 0 0 0,-1 0 0 0 0,1 0 0 0 0,0 0 0 0 0,0 0 0 0 0,-1 0 0 0 0,1 0 0 0 0,0 0 1 0 0,-1 0-1 0 0,1 0 0 0 0,0 0 0 0 0,0 0 0 0 0,-1 0 0 0 0,1 0 0 0 0,0 0 0 0 0,-1 1 0 0 0,1-1 1 0 0,0 0-1 0 0,0 0 0 0 0,-1 0 0 0 0,1 0 0 0 0,0 1 0 0 0,0-1 0 0 0,0 0 0 0 0,-1 0 0 0 0,1 1 0 0 0,0-1 1 0 0,0 0-1 0 0,0 0 0 0 0,-1 1 0 0 0,-3 23 1369 0 0,6 31 1096 0 0,0-44-2312 0 0,1 1 1 0 0,0-1 0 0 0,1 0 0 0 0,0-1 0 0 0,0 1 0 0 0,1-1 0 0 0,1 1-1 0 0,11 16 1 0 0,-15-24-189 0 0,1 0 0 0 0,0 1 0 0 0,0-1-1 0 0,0 0 1 0 0,0 0 0 0 0,0-1 0 0 0,0 1-1 0 0,1-1 1 0 0,0 1 0 0 0,-1-1 0 0 0,1 0 0 0 0,0-1-1 0 0,0 1 1 0 0,0-1 0 0 0,0 1 0 0 0,0-1-1 0 0,0 0 1 0 0,1-1 0 0 0,-1 1 0 0 0,0-1 0 0 0,0 0-1 0 0,1 0 1 0 0,-1 0 0 0 0,0 0 0 0 0,0-1-1 0 0,7-1 1 0 0,-5 0-13 0 0,0 0-1 0 0,0 0 1 0 0,-1 0 0 0 0,1-1-1 0 0,0 0 1 0 0,-1 0-1 0 0,0 0 1 0 0,1-1 0 0 0,-1 0-1 0 0,-1 0 1 0 0,1 0 0 0 0,-1-1-1 0 0,1 1 1 0 0,-1-1-1 0 0,6-9 1 0 0,-6 5 100 0 0,1 0-1 0 0,-2 1 1 0 0,1-1-1 0 0,-1-1 1 0 0,0 1-1 0 0,-1 0 1 0 0,0-1-1 0 0,0 1 1 0 0,0-17-1 0 0,-2 11 93 0 0,0-1 0 0 0,-1 1-1 0 0,-1 0 1 0 0,0-1 0 0 0,-1 1 0 0 0,-1 0-1 0 0,0 0 1 0 0,-1 1 0 0 0,-1-1 0 0 0,0 1-1 0 0,-1 0 1 0 0,-15-23 0 0 0,17 30-242 0 0,-1 0 0 0 0,0 0 1 0 0,-1 0-1 0 0,1 0 0 0 0,-1 1 0 0 0,-1 1 1 0 0,1-1-1 0 0,-1 1 0 0 0,0 0 0 0 0,-13-6 1 0 0,-2 5-938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1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13 352 2761 0 0,'-12'-6'8469'0'0,"24"12"-6480"0"0,32 14-989 0 0,17 3 300 0 0,-26-9-882 0 0,40 10 0 0 0,-66-21-305 0 0,1-1 0 0 0,0-1 0 0 0,0 1 0 0 0,0-2-1 0 0,-1 1 1 0 0,1-1 0 0 0,0-1 0 0 0,0 0 0 0 0,11-2 0 0 0,-20 3-51 0 0,1 0 0 0 0,-1-1 0 0 0,0 1 0 0 0,1 0 1 0 0,-1-1-1 0 0,0 1 0 0 0,0-1 0 0 0,1 1 0 0 0,-1-1 0 0 0,0 0 1 0 0,0 1-1 0 0,0-1 0 0 0,0 0 0 0 0,0 0 0 0 0,0 0 0 0 0,0 0 1 0 0,0 0-1 0 0,0 0 0 0 0,0 0 0 0 0,-1 0 0 0 0,1 0 0 0 0,0-1 1 0 0,-1 1-1 0 0,1 0 0 0 0,-1 0 0 0 0,1-1 0 0 0,-1 1 0 0 0,1 0 1 0 0,-1 0-1 0 0,0-1 0 0 0,0 1 0 0 0,0 0 0 0 0,0-1 0 0 0,0 1 1 0 0,0-1-1 0 0,0 1 0 0 0,0 0 0 0 0,-1-2 0 0 0,-1-6 228 0 0,-1 1-1 0 0,0 0 0 0 0,-1 0 1 0 0,0 0-1 0 0,-5-8 1 0 0,-2-5-196 0 0,0 0 54 0 0,-62-138 408 0 0,31 51-3131 0 0,32 76-4602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2.1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 93 6913 0 0,'-2'-9'322'0'0,"-1"1"0"0"0,0 0-1 0 0,0 0 1 0 0,-1 0 0 0 0,0 0-1 0 0,-5-7 1 0 0,7 13-105 0 0,1 0 0 0 0,-1 0-1 0 0,0 0 1 0 0,1 0 0 0 0,-1 0 0 0 0,0 0 0 0 0,0 1-1 0 0,0-1 1 0 0,0 0 0 0 0,-5-1 0 0 0,6 2-81 0 0,0 1 0 0 0,0 0 0 0 0,0 0 0 0 0,0-1 1 0 0,0 1-1 0 0,-1 0 0 0 0,1 0 0 0 0,0 0 0 0 0,0 0 1 0 0,0 0-1 0 0,0 0 0 0 0,0 1 0 0 0,0-1 1 0 0,0 0-1 0 0,0 1 0 0 0,0-1 0 0 0,0 0 0 0 0,0 1 1 0 0,0-1-1 0 0,0 1 0 0 0,0 0 0 0 0,0-1 0 0 0,0 1 1 0 0,1 0-1 0 0,-1-1 0 0 0,-1 2 0 0 0,-1 2 16 0 0,1 0-1 0 0,-1-1 1 0 0,1 1 0 0 0,0 0-1 0 0,1 0 1 0 0,-1 1-1 0 0,1-1 1 0 0,-1 0 0 0 0,1 0-1 0 0,0 1 1 0 0,1-1-1 0 0,-1 1 1 0 0,1-1 0 0 0,0 0-1 0 0,1 10 1 0 0,1 6-134 0 0,7 40 0 0 0,-7-53-73 0 0,1 9-111 0 0,1 0 0 0 0,0-1 0 0 0,8 17 0 0 0,-11-29 34 0 0,0-1 0 0 0,0 1 0 0 0,0-1 0 0 0,0 0 0 0 0,0 1 0 0 0,1-1 0 0 0,-1 0 0 0 0,1 0 0 0 0,-1 0 0 0 0,1 0 0 0 0,0 0 0 0 0,0 0 0 0 0,0 0 0 0 0,0-1 0 0 0,0 1 0 0 0,1-1 1 0 0,-1 0-1 0 0,0 1 0 0 0,1-1 0 0 0,-1 0 0 0 0,0 0 0 0 0,1 0 0 0 0,0-1 0 0 0,-1 1 0 0 0,1-1 0 0 0,-1 1 0 0 0,4-1 0 0 0,-4 0 17 0 0,0 0 0 0 0,0-1 1 0 0,0 1-1 0 0,0-1 0 0 0,0 1 0 0 0,0-1 0 0 0,0 0 1 0 0,0 0-1 0 0,0 0 0 0 0,0 0 0 0 0,0 0 1 0 0,-1 0-1 0 0,1 0 0 0 0,0-1 0 0 0,-1 1 0 0 0,1-1 1 0 0,-1 1-1 0 0,0-1 0 0 0,2-1 0 0 0,-1-1 22 0 0,0 0-1 0 0,0 0 0 0 0,0 0 1 0 0,0 0-1 0 0,-1 0 0 0 0,0-1 1 0 0,0 1-1 0 0,1-8 0 0 0,-1-1 23 0 0,0 0-1 0 0,-1 0 0 0 0,-1 0 1 0 0,0 0-1 0 0,-4-17 0 0 0,-13-28 410 0 0,12 41 272 0 0,1 1 0 0 0,-5-29 1 0 0,10 44-554 0 0,1 1 1 0 0,-1 0 0 0 0,0 0-1 0 0,1 0 1 0 0,-1-1 0 0 0,1 1 0 0 0,-1 0-1 0 0,0 0 1 0 0,1 0 0 0 0,-1 0 0 0 0,1 0-1 0 0,-1 0 1 0 0,1 0 0 0 0,-1 0 0 0 0,0 0-1 0 0,1 0 1 0 0,-1 0 0 0 0,1 0-1 0 0,-1 0 1 0 0,1 0 0 0 0,-1 0 0 0 0,0 0-1 0 0,1 0 1 0 0,-1 0 0 0 0,1 1 0 0 0,-1-1-1 0 0,0 0 1 0 0,1 0 0 0 0,-1 1 0 0 0,0-1-1 0 0,1 0 1 0 0,-1 0 0 0 0,0 1-1 0 0,1-1 1 0 0,-1 0 0 0 0,0 1 0 0 0,25 14 930 0 0,-19-12-576 0 0,3 3-217 0 0,1-1-1 0 0,0 0 0 0 0,0-1 1 0 0,1 0-1 0 0,-1-1 0 0 0,1 0 0 0 0,-1-1 1 0 0,18 2-1 0 0,-12-3-834 0 0,-1-1 0 0 0,0 0 0 0 0,18-4 0 0 0,-14 1-4678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2.4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1 281 5985 0 0,'2'-2'198'0'0,"-1"1"0"0"0,1-1-1 0 0,0 1 1 0 0,0 0 0 0 0,0 0-1 0 0,0 0 1 0 0,1 0 0 0 0,-1 0-1 0 0,0 0 1 0 0,0 1 0 0 0,1-1-1 0 0,-1 1 1 0 0,0-1 0 0 0,0 1-1 0 0,1 0 1 0 0,-1 0 0 0 0,0 0-1 0 0,1 0 1 0 0,-1 1 0 0 0,0-1-1 0 0,1 1 1 0 0,1 0 0 0 0,8 2 690 0 0,-1 1 1 0 0,0 0 0 0 0,12 7-1 0 0,-2-1-207 0 0,-16-8-591 0 0,0 0-1 0 0,0 0 0 0 0,0-1 1 0 0,0 0-1 0 0,0 0 0 0 0,1 0 1 0 0,-1 0-1 0 0,7-1 0 0 0,-12 0-59 0 0,1-1 0 0 0,-1 1 0 0 0,1 0 0 0 0,-1-1-1 0 0,0 1 1 0 0,1 0 0 0 0,-1-1 0 0 0,0 1 0 0 0,1-1 0 0 0,-1 1-1 0 0,0-1 1 0 0,1 1 0 0 0,-1 0 0 0 0,0-1 0 0 0,0 1 0 0 0,0-1-1 0 0,0 1 1 0 0,1-1 0 0 0,-1 1 0 0 0,0-1 0 0 0,0 0-1 0 0,0 1 1 0 0,0-1 0 0 0,0 1 0 0 0,0-1 0 0 0,0 1 0 0 0,0-1-1 0 0,-1 1 1 0 0,1-1 0 0 0,0 1 0 0 0,0-1 0 0 0,0 1 0 0 0,0-1-1 0 0,-1 1 1 0 0,1 0 0 0 0,0-1 0 0 0,-1 1 0 0 0,1-1-1 0 0,-1 0 1 0 0,-13-25 1015 0 0,12 22-845 0 0,-27-47 1474 0 0,17 33-1553 0 0,1-1 0 0 0,0 1 0 0 0,2-2 0 0 0,1 1 0 0 0,0-1 0 0 0,1-1 0 0 0,-7-37 0 0 0,12 39-728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2.9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14283 0 0,'5'7'205'0'0,"0"0"1"0"0,-1 1-1 0 0,0-1 0 0 0,0 1 1 0 0,-1 0-1 0 0,5 16 0 0 0,1 2 102 0 0,57 128-3239 0 0,-60-143 2872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3.0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40 8290 0 0,'0'0'5'0'0,"-21"-18"1277"0"0,20 18-1123 0 0,1 0 0 0 0,-1-1 0 0 0,0 1 0 0 0,1-1 1 0 0,-1 0-1 0 0,0 1 0 0 0,1-1 0 0 0,-1 0 0 0 0,0 1 1 0 0,1-1-1 0 0,-1 0 0 0 0,1 1 0 0 0,-1-1 0 0 0,1 0 1 0 0,0 0-1 0 0,-1 0 0 0 0,1 0 0 0 0,0 1 0 0 0,0-1 1 0 0,-1 0-1 0 0,1 0 0 0 0,0 0 0 0 0,0 0 0 0 0,0 0 1 0 0,0 0-1 0 0,0-1 0 0 0,1 2-172 0 0,0 0 0 0 0,0 0-1 0 0,-1 0 1 0 0,1-1 0 0 0,0 1 0 0 0,0 0-1 0 0,0 0 1 0 0,0 0 0 0 0,-1 1 0 0 0,1-1 0 0 0,0 0-1 0 0,0 0 1 0 0,0 0 0 0 0,-1 1 0 0 0,1-1 0 0 0,0 0-1 0 0,0 1 1 0 0,-1-1 0 0 0,1 0 0 0 0,0 1-1 0 0,0 0 1 0 0,20 12-566 0 0,-17-10 609 0 0,10 5-46 0 0,1 0 16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3.4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169 32 10138 0 0,'0'-1'65'0'0,"-1"-1"0"0"0,0 0-1 0 0,1 0 1 0 0,-1 1 0 0 0,0-1 0 0 0,0 0-1 0 0,0 1 1 0 0,0-1 0 0 0,-1 1 0 0 0,1-1-1 0 0,0 1 1 0 0,0 0 0 0 0,-1 0-1 0 0,1-1 1 0 0,-1 1 0 0 0,0 0 0 0 0,1 0-1 0 0,-1 0 1 0 0,0 1 0 0 0,1-1 0 0 0,-1 0-1 0 0,0 0 1 0 0,0 1 0 0 0,0 0 0 0 0,1-1-1 0 0,-1 1 1 0 0,0 0 0 0 0,0 0 0 0 0,0 0-1 0 0,0 0 1 0 0,0 0 0 0 0,0 0-1 0 0,1 0 1 0 0,-1 1 0 0 0,0-1 0 0 0,0 1-1 0 0,0-1 1 0 0,0 1 0 0 0,1 0 0 0 0,-4 1-1 0 0,-1 2 279 0 0,0-1-1 0 0,1 1 0 0 0,-1 0 0 0 0,1 0 0 0 0,0 1 1 0 0,0-1-1 0 0,1 1 0 0 0,-1 0 0 0 0,1 1 1 0 0,-6 8-1 0 0,4-2-295 0 0,0 1 1 0 0,0-1-1 0 0,1 1 0 0 0,1 0 1 0 0,0 0-1 0 0,1 0 0 0 0,0 0 1 0 0,1 1-1 0 0,0 0 0 0 0,1-1 1 0 0,1 1-1 0 0,0-1 0 0 0,3 18 1 0 0,-3-29-108 0 0,0-1 0 0 0,1 1 1 0 0,-1 0-1 0 0,1 0 1 0 0,-1 0-1 0 0,1-1 0 0 0,0 1 1 0 0,-1 0-1 0 0,1 0 1 0 0,0-1-1 0 0,0 1 0 0 0,0-1 1 0 0,0 1-1 0 0,1-1 1 0 0,-1 1-1 0 0,0-1 0 0 0,1 0 1 0 0,-1 0-1 0 0,2 2 0 0 0,-1-3-5 0 0,-1 1-1 0 0,1-1 1 0 0,-1 0-1 0 0,0 1 1 0 0,1-1-1 0 0,-1 0 1 0 0,1 0-1 0 0,-1 0 0 0 0,1 0 1 0 0,-1 0-1 0 0,1 0 1 0 0,-1-1-1 0 0,1 1 1 0 0,-1 0-1 0 0,1-1 1 0 0,-1 1-1 0 0,0-1 0 0 0,3-1 1 0 0,3-2-99 0 0,-1 0 0 0 0,1-1 0 0 0,-1 0 0 0 0,0 0 0 0 0,0 0 0 0 0,0-1 0 0 0,5-8 0 0 0,-2 1 132 0 0,0 0 0 0 0,-1-1 0 0 0,-1 0 0 0 0,0 0 0 0 0,-1-1 0 0 0,-1 0-1 0 0,0 0 1 0 0,-1 0 0 0 0,-1 0 0 0 0,2-18 0 0 0,-4 33 111 0 0,0 0-1 0 0,-1 1 0 0 0,1-1 1 0 0,-1 0-1 0 0,1 0 0 0 0,0 0 0 0 0,-1 1 1 0 0,1-1-1 0 0,-1 0 0 0 0,1 1 1 0 0,0-1-1 0 0,-1 0 0 0 0,1 1 0 0 0,-1-1 1 0 0,0 1-1 0 0,1-1 0 0 0,-1 1 1 0 0,1-1-1 0 0,-1 1 0 0 0,0-1 1 0 0,1 1-1 0 0,-1-1 0 0 0,0 1 0 0 0,1 0 1 0 0,-1 0-1 0 0,14 19 1237 0 0,-12-16-1295 0 0,0-1 0 0 0,0 0 1 0 0,0 1-1 0 0,0-1 0 0 0,0 0 1 0 0,1 0-1 0 0,-1 0 0 0 0,1-1 1 0 0,0 1-1 0 0,0-1 0 0 0,0 1 1 0 0,0-1-1 0 0,0 0 0 0 0,1 0 1 0 0,5 2-1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3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2 9218 0 0,'0'-1'155'0'0,"-1"1"-78"0"0,1 0 1 0 0,0 0-1 0 0,0 0 0 0 0,0 0 1 0 0,0 0-1 0 0,-1 0 0 0 0,1-1 1 0 0,0 1-1 0 0,0 0 1 0 0,-1 0-1 0 0,1 0 0 0 0,0 0 1 0 0,0 0-1 0 0,0 0 0 0 0,-1 0 1 0 0,1 0-1 0 0,0 0 1 0 0,0 0-1 0 0,-1 0 0 0 0,1 0 1 0 0,0 0-1 0 0,0 0 1 0 0,-1 0-1 0 0,1 0 0 0 0,0 1 1 0 0,0-1-1 0 0,0 0 0 0 0,-1 0 1 0 0,0 1 464 0 0,1-1-465 0 0,0 0 0 0 0,0 0 1 0 0,0 1-1 0 0,-1-1 0 0 0,1 0 1 0 0,0 0-1 0 0,0 0 1 0 0,0 1-1 0 0,0-1 0 0 0,0 0 1 0 0,0 0-1 0 0,0 1 1 0 0,0-1-1 0 0,0 0 0 0 0,0 0 1 0 0,0 1-1 0 0,0-1 0 0 0,0 0 1 0 0,0 0-1 0 0,0 0 1 0 0,0 1-1 0 0,12 17 2726 0 0,25 19-199 0 0,36 40-704 0 0,-59-60-1843 0 0,0-1 1 0 0,1 0 0 0 0,1-1 0 0 0,1-1 0 0 0,0 0 0 0 0,20 11 0 0 0,-29-20-65 0 0,0-2 0 0 0,1 1 1 0 0,-1-1-1 0 0,15 3 1 0 0,-21-6-4 0 0,0 1 0 0 0,0-1 0 0 0,0 1 1 0 0,0-1-1 0 0,0 0 0 0 0,0 0 0 0 0,0 0 1 0 0,0 0-1 0 0,0 0 0 0 0,0 0 0 0 0,0 0 1 0 0,0-1-1 0 0,0 1 0 0 0,0-1 0 0 0,0 1 1 0 0,0-1-1 0 0,-1 0 0 0 0,1 0 0 0 0,0 0 1 0 0,0 0-1 0 0,-1 0 0 0 0,1 0 1 0 0,0 0-1 0 0,-1-1 0 0 0,1 1 0 0 0,1-3 1 0 0,-2 2-38 0 0,0-1 0 0 0,-1 1 0 0 0,1 0 0 0 0,0-1 1 0 0,-1 1-1 0 0,0 0 0 0 0,0-1 0 0 0,0 1 0 0 0,0-1 0 0 0,0 1 1 0 0,0-1-1 0 0,0 1 0 0 0,-2-4 0 0 0,-10-37-1275 0 0,5 23-723 0 0,4 7-2309 0 0,2 0-1216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4.0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37 7834 0 0,'-15'-20'1357'0'0,"15"19"-1239"0"0,0 1-1 0 0,-1 0 0 0 0,1 0 0 0 0,0-1 0 0 0,0 1 0 0 0,-1 0 1 0 0,1-1-1 0 0,0 1 0 0 0,0 0 0 0 0,-1-1 0 0 0,1 1 1 0 0,0 0-1 0 0,0-1 0 0 0,0 1 0 0 0,0 0 0 0 0,0-1 1 0 0,0 1-1 0 0,0-1 0 0 0,0 1 0 0 0,0 0 0 0 0,0-1 0 0 0,0 1 1 0 0,0-1-1 0 0,0 1 0 0 0,0 0 0 0 0,0-1 0 0 0,0 1 1 0 0,0-1-1 0 0,0 1 0 0 0,0 0 0 0 0,0-1 0 0 0,1 1 1 0 0,-1 0-1 0 0,0-1 0 0 0,0 1 0 0 0,1 0 0 0 0,-1-1 1 0 0,0 1-1 0 0,0 0 0 0 0,1-1 0 0 0,-1 1 0 0 0,0 0 0 0 0,1 0 1 0 0,-1 0-1 0 0,0-1 0 0 0,1 1 0 0 0,-1 0 0 0 0,0 0 1 0 0,1 0-1 0 0,-1 0 0 0 0,0-1 0 0 0,1 1 0 0 0,-1 0 1 0 0,1 0-1 0 0,4 2 251 0 0,-1 0 0 0 0,0 0 1 0 0,0 0-1 0 0,0 1 0 0 0,0-1 0 0 0,0 1 1 0 0,0 0-1 0 0,-1 0 0 0 0,0 0 0 0 0,1 1 1 0 0,2 3-1 0 0,0-1-38 0 0,61 63 806 0 0,72 68-4065 0 0,-116-117-3853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4.3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42 456 5529 0 0,'16'-28'589'0'0,"-2"-1"1"0"0,-1 0-1 0 0,-1 0 0 0 0,-2-2 0 0 0,10-44 1 0 0,-14 52 28 0 0,-2-1 1 0 0,3-34-1 0 0,-7 48-530 0 0,0 0 0 0 0,0 0 0 0 0,-1 1 0 0 0,0-1 0 0 0,0 0 0 0 0,-1 1 0 0 0,-1-1 0 0 0,-5-16 0 0 0,7 25-65 0 0,1-1 0 0 0,-1 1 0 0 0,0 0 1 0 0,1-1-1 0 0,-1 1 0 0 0,0-1 0 0 0,0 1 1 0 0,0 0-1 0 0,0 0 0 0 0,0 0 0 0 0,0-1 0 0 0,0 1 1 0 0,0 0-1 0 0,-1 0 0 0 0,1 0 0 0 0,0 1 0 0 0,-1-1 1 0 0,1 0-1 0 0,0 0 0 0 0,-1 1 0 0 0,1-1 1 0 0,-1 1-1 0 0,1-1 0 0 0,-1 1 0 0 0,1 0 0 0 0,-1 0 1 0 0,0-1-1 0 0,1 1 0 0 0,-1 0 0 0 0,1 0 0 0 0,-1 1 1 0 0,1-1-1 0 0,-1 0 0 0 0,1 0 0 0 0,-1 1 0 0 0,1-1 1 0 0,-1 1-1 0 0,1-1 0 0 0,-1 1 0 0 0,1 0 1 0 0,-1 0-1 0 0,1-1 0 0 0,-2 3 0 0 0,-1 0 114 0 0,-1 0 0 0 0,1 1 0 0 0,0 0 0 0 0,-1 0 0 0 0,2 0 0 0 0,-1 0 0 0 0,0 1 0 0 0,1-1 0 0 0,0 1 0 0 0,-4 9 0 0 0,2-3-8 0 0,1 1 0 0 0,0-1 0 0 0,1 1 0 0 0,1-1 0 0 0,0 1 0 0 0,0 0 0 0 0,1 0 0 0 0,1 0 0 0 0,0 0 0 0 0,2 19 0 0 0,-1-26 29 0 0,0 0-1 0 0,0 0 0 0 0,1 0 1 0 0,-1 0-1 0 0,1 0 1 0 0,0-1-1 0 0,0 1 1 0 0,1-1-1 0 0,-1 1 0 0 0,1-1 1 0 0,0 0-1 0 0,0 0 1 0 0,0 0-1 0 0,1 0 1 0 0,0-1-1 0 0,-1 1 0 0 0,1-1 1 0 0,0 0-1 0 0,1 0 1 0 0,-1 0-1 0 0,0-1 0 0 0,1 0 1 0 0,0 1-1 0 0,-1-2 1 0 0,1 1-1 0 0,0 0 1 0 0,5 0-1 0 0,7 0-226 0 0,-1 0 0 0 0,1-1-1 0 0,-1-1 1 0 0,1-1 0 0 0,-1 0 0 0 0,1-1-1 0 0,-1-1 1 0 0,0-1 0 0 0,18-6 0 0 0,1-1-6887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18.9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87 3225 0 0,'-35'12'-644'0'0,"-12"3"1280"0"0,15-15 2564 0 0,44-5 1223 0 0,20-4-3084 0 0,85-33 226 0 0,11-2-918 0 0,-112 40-1097 0 0,0 1 1 0 0,0 0-1 0 0,0 1 0 0 0,1 1 0 0 0,-1 1 0 0 0,23 1 0 0 0,-21 1-382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19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47 1896 0 0,'4'-46'16276'0'0,"-5"46"-16284"0"0,0 0 1 0 0,0 1-1 0 0,0-1 0 0 0,0 0 0 0 0,1 1 1 0 0,-1-1-1 0 0,0 1 0 0 0,0-1 0 0 0,0 1 1 0 0,0-1-1 0 0,1 1 0 0 0,-1 0 0 0 0,0 0 0 0 0,1-1 1 0 0,-1 1-1 0 0,0 0 0 0 0,1 0 0 0 0,-1 0 1 0 0,1-1-1 0 0,-1 3 0 0 0,-7 12 224 0 0,1 1 0 0 0,0 0 0 0 0,2 0 0 0 0,0 0-1 0 0,-4 21 1 0 0,-8 90-351 0 0,13-97 147 0 0,-13 211-265 0 0,6-63 129 0 0,5 370 160 0 0,5-76-8 0 0,-6-320 0 0 0,-29 310 128 0 0,24-371-156 0 0,0 179 0 0 0,15-238 3 0 0,1 1 0 0 0,18 60-1 0 0,-12-56-233 0 0,-4-20-1271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0.4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 4609 0 0,'5'-3'630'0'0,"1"1"0"0"0,-1-1 0 0 0,1 1 1 0 0,-1 0-1 0 0,1 0 0 0 0,0 1 0 0 0,0 0 0 0 0,8-1 0 0 0,-5 0 180 0 0,54-2 2200 0 0,-2 1-3058 0 0,-44-1-201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6.9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52 5985 0 0,'-11'25'4952'0'0,"24"-32"-2422"0"0,7-6-705 0 0,32-21 1500 0 0,-16 16-8564 0 0,-21 14-505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7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 1840 0 0,'-2'0'383'0'0,"1"-1"0"0"0,-1 1 1 0 0,0 0-1 0 0,0 0 0 0 0,0 0 0 0 0,1 1 0 0 0,-1-1 0 0 0,0 0 0 0 0,0 1 0 0 0,1-1 0 0 0,-1 1 0 0 0,0 0 0 0 0,1-1 0 0 0,-1 1 0 0 0,0 0 0 0 0,1 0 0 0 0,-1 0 0 0 0,1 0 0 0 0,0 0 0 0 0,-1 0 0 0 0,1 1 1 0 0,-2 1-1 0 0,2 0 2 0 0,-1 1 0 0 0,1 0 0 0 0,0 0 1 0 0,0 0-1 0 0,0 0 0 0 0,1 0 0 0 0,-1 0 1 0 0,1 0-1 0 0,0 5 0 0 0,1 50 170 0 0,2 1-1 0 0,15 77 0 0 0,4 54-389 0 0,-19 448 348 0 0,-12-532-329 0 0,4-58-6 0 0,2-1 0 0 0,1 1 0 0 0,8 63 0 0 0,-5-78-770 0 0,-2-30 328 0 0,1 0 1 0 0,0 1-1 0 0,0-1 0 0 0,0 0 1 0 0,0 1-1 0 0,1-1 1 0 0,0 0-1 0 0,0 0 1 0 0,0 1-1 0 0,0-1 1 0 0,1 0-1 0 0,3 6 1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4T21:40:28.7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 3225 0 0,'26'-22'7576'0'0,"-21"23"-7281"0"0,0 0-1 0 0,0 0 1 0 0,-1 1-1 0 0,1-1 1 0 0,-1 1 0 0 0,1 0-1 0 0,-1 0 1 0 0,1 1-1 0 0,-1-1 1 0 0,6 6-1 0 0,20 10-972 0 0,-4-6-2564 0 0,0-2-1110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4:59.7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 2 9674 0 0,'2'-1'2221'0'0,"-3"12"-1342"0"0,-6 17-145 0 0,-74 173 2295 0 0,-17 51-1466 0 0,81-198-1052 0 0,1 1-1 0 0,-13 97 0 0 0,27-141-347 0 0,1 0 1 0 0,1-1-1 0 0,0 1 1 0 0,0 0-1 0 0,1 0 1 0 0,0-1-1 0 0,1 1 1 0 0,0-1-1 0 0,1 1 1 0 0,5 13-1 0 0,-5-19-99 0 0,0 0 0 0 0,0 0 0 0 0,0 0-1 0 0,1 0 1 0 0,-1 0 0 0 0,1-1 0 0 0,0 1 0 0 0,0-1-1 0 0,1 0 1 0 0,-1-1 0 0 0,1 1 0 0 0,0-1 0 0 0,0 0-1 0 0,0 0 1 0 0,1 0 0 0 0,-1-1 0 0 0,0 0 0 0 0,1 0-1 0 0,0 0 1 0 0,7 1 0 0 0,17 2 38 0 0,1-1 0 0 0,-1-1-1 0 0,1-1 1 0 0,32-4 0 0 0,123-18 563 0 0,-10 0-888 0 0,-144 19-279 0 0,0 1-1 0 0,0 1 1 0 0,47 8-1 0 0,-50-2-2886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0.0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75 8290 0 0,'-2'-4'699'0'0,"1"-1"0"0"0,0 0 0 0 0,0 0 0 0 0,0-1 0 0 0,0 1 1 0 0,1 0-1 0 0,0 0 0 0 0,0 0 0 0 0,0 0 0 0 0,1 0 0 0 0,-1 0 0 0 0,5-9 1141 0 0,-5 14-1786 0 0,0 0 0 0 0,0 0 1 0 0,0 0-1 0 0,0 0 0 0 0,0 0 1 0 0,0 0-1 0 0,1 0 0 0 0,-1 0 1 0 0,0 0-1 0 0,0 0 0 0 0,0 0 0 0 0,0 0 1 0 0,0 0-1 0 0,1 0 0 0 0,-1 0 1 0 0,0 0-1 0 0,0 0 0 0 0,0 0 1 0 0,1 0 433 0 0,0 1-433 0 0,7 7 1185 0 0,5 14-487 0 0,0 6-567 0 0,-2 1-1 0 0,-1 1 0 0 0,-1 0 0 0 0,-2 0 0 0 0,0 1 1 0 0,2 53-1 0 0,-7 192 112 0 0,-3-247-253 0 0,1-16-114 0 0,-2 35-932 0 0,2 0 0 0 0,9 77-1 0 0,-3-94-6482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0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53 7834 0 0,'-1'-4'694'0'0,"-10"-45"8146"0"0,18 126-3662 0 0,0-6-4931 0 0,-13 166 207 0 0,0-156-428 0 0,5 0 0 0 0,9 92 0 0 0,-4-144 60 0 0,10 37 0 0 0,3-20-1563 0 0,7-6-5325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0.6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42 203 456 0 0,'-3'-2'230'0'0,"0"0"1"0"0,0 0-1 0 0,0-1 0 0 0,0 1 0 0 0,1 0 0 0 0,-1-1 1 0 0,0 0-1 0 0,1 1 0 0 0,0-1 0 0 0,0 0 1 0 0,0 0-1 0 0,0 0 0 0 0,0-1 0 0 0,1 1 0 0 0,-1 0 1 0 0,1-1-1 0 0,-1-5 0 0 0,1 7-108 0 0,1-1-1 0 0,0 1 0 0 0,0-1 1 0 0,0 0-1 0 0,0 1 1 0 0,1-1-1 0 0,-1 1 1 0 0,1-1-1 0 0,-1 0 1 0 0,1 1-1 0 0,0 0 0 0 0,0-1 1 0 0,0 1-1 0 0,0-1 1 0 0,1 1-1 0 0,-1 0 1 0 0,1 0-1 0 0,-1 0 1 0 0,1 0-1 0 0,0 0 1 0 0,0 0-1 0 0,-1 0 0 0 0,1 0 1 0 0,4-1-1 0 0,14-9-95 0 0,0 1 0 0 0,0 1-1 0 0,1 1 1 0 0,1 1 0 0 0,0 1 0 0 0,27-5-1 0 0,-23 5-111 0 0,15-5-34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0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0 4321 0 0,'-1'2'160'0'0,"0"-1"-1"0"0,0 0 1 0 0,0 0 0 0 0,0 0 0 0 0,-1 0 0 0 0,1 0-1 0 0,0 0 1 0 0,0 0 0 0 0,-1 0 0 0 0,1-1-1 0 0,-1 1 1 0 0,1 0 0 0 0,0-1 0 0 0,-1 1-1 0 0,1-1 1 0 0,-1 0 0 0 0,-18 3 7944 0 0,14 6-4781 0 0,1 13-2501 0 0,5-21-664 0 0,-2 11 70 0 0,0 0-1 0 0,1 0 1 0 0,1 0-1 0 0,0 0 1 0 0,0 0-1 0 0,1 0 1 0 0,1 0-1 0 0,0 0 1 0 0,5 17-1 0 0,-4-23-186 0 0,-1 1 0 0 0,1-1 1 0 0,0 0-1 0 0,1 0 0 0 0,-1 0 0 0 0,1 0 0 0 0,0 0 0 0 0,1-1 0 0 0,-1 0 0 0 0,1 0 1 0 0,0 0-1 0 0,1-1 0 0 0,-1 1 0 0 0,1-1 0 0 0,0 0 0 0 0,0-1 0 0 0,11 6 0 0 0,-6-5-17 0 0,-1-1 0 0 0,1 0 0 0 0,0 0 0 0 0,0-1 0 0 0,0 0 0 0 0,0-1 0 0 0,1 0 0 0 0,-1-1 0 0 0,0 0 0 0 0,16-3 0 0 0,-24 3-12 0 0,1-1 0 0 0,-1 0 0 0 0,0 0 0 0 0,0 0 0 0 0,0 0 0 0 0,0-1 0 0 0,0 1 0 0 0,0-1 0 0 0,0 0 0 0 0,0 1 0 0 0,0-1 0 0 0,-1-1 0 0 0,1 1 0 0 0,-1 0 0 0 0,0-1 0 0 0,3-2 0 0 0,-4 2 4 0 0,1-1 0 0 0,-1 1 1 0 0,0 0-1 0 0,0-1 0 0 0,0 1 0 0 0,0-1 1 0 0,0 1-1 0 0,-1-1 0 0 0,0 1 0 0 0,1-1 1 0 0,-1 1-1 0 0,-1-1 0 0 0,1 1 0 0 0,0-1 1 0 0,-1 1-1 0 0,0-1 0 0 0,0 1 0 0 0,-2-6 1 0 0,-1-2 11 0 0,0 1 0 0 0,-1-1 0 0 0,0 1 0 0 0,-1-1 0 0 0,0 2 1 0 0,-1-1-1 0 0,0 1 0 0 0,0 0 0 0 0,-1 0 0 0 0,0 1 1 0 0,-1 0-1 0 0,1 0 0 0 0,-2 1 0 0 0,-10-7 0 0 0,12 9-998 0 0,-1 1-1 0 0,1 0 1 0 0,-1 0-1 0 0,0 1 1 0 0,0 0-1 0 0,-13-3 1 0 0,-4 3-6285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1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 22 11979 0 0,'-2'-2'154'0'0,"1"0"0"0"0,-1 0 0 0 0,0 1 0 0 0,1-1 0 0 0,-1 1 1 0 0,0-1-1 0 0,0 1 0 0 0,0 0 0 0 0,-1 0 0 0 0,1-1 1 0 0,0 1-1 0 0,0 1 0 0 0,0-1 0 0 0,-1 0 0 0 0,1 1 0 0 0,0-1 1 0 0,-1 1-1 0 0,1 0 0 0 0,-1-1 0 0 0,1 1 0 0 0,0 0 0 0 0,-1 1 1 0 0,1-1-1 0 0,-1 0 0 0 0,1 1 0 0 0,0-1 0 0 0,-1 1 1 0 0,1 0-1 0 0,0 0 0 0 0,0 0 0 0 0,-3 1 0 0 0,-1 1 33 0 0,0 0-1 0 0,0 1 0 0 0,1 0 1 0 0,-1 0-1 0 0,1 0 1 0 0,0 0-1 0 0,0 1 0 0 0,0 0 1 0 0,1 0-1 0 0,-6 7 1 0 0,-2 9 59 0 0,0 1 1 0 0,2 1 0 0 0,0-1-1 0 0,1 1 1 0 0,-6 29 0 0 0,-20 124 340 0 0,32-160-532 0 0,-5 35 111 0 0,2 0 1 0 0,3 0 0 0 0,4 77 0 0 0,1-103-111 0 0,1 0 1 0 0,1-1-1 0 0,1 1 1 0 0,1-1-1 0 0,1 0 1 0 0,1 0-1 0 0,2-1 1 0 0,0 0-1 0 0,16 25 1 0 0,-18-35-15 0 0,1-1 0 0 0,0 0 0 0 0,1-1-1 0 0,0 0 1 0 0,1-1 0 0 0,0 0 0 0 0,1-1 0 0 0,0 0 0 0 0,0 0 0 0 0,1-2 0 0 0,0 1 0 0 0,0-2 0 0 0,1 0 0 0 0,0 0-1 0 0,0-1 1 0 0,0-1 0 0 0,1-1 0 0 0,-1 0 0 0 0,1 0 0 0 0,29 0 0 0 0,-36-4-14 0 0,-1 1 0 0 0,0-2 1 0 0,0 1-1 0 0,0-1 0 0 0,0 0 0 0 0,0 0 1 0 0,-1-1-1 0 0,1 0 0 0 0,-1 0 0 0 0,1 0 0 0 0,-1-1 1 0 0,0 0-1 0 0,0 0 0 0 0,-1-1 0 0 0,10-9 1 0 0,-8 7 12 0 0,-2-1 1 0 0,1 1 0 0 0,-1-1 0 0 0,0 0-1 0 0,0-1 1 0 0,-1 1 0 0 0,0-1 0 0 0,-1 0 0 0 0,0 0-1 0 0,0 0 1 0 0,1-12 0 0 0,-2 11-19 0 0,-1 1 0 0 0,0-1 1 0 0,-1 0-1 0 0,0 1 0 0 0,-1-1 0 0 0,0 1 1 0 0,0-1-1 0 0,-1 1 0 0 0,0-1 0 0 0,-1 1 0 0 0,-4-10 1 0 0,4 12-38 0 0,0 0 1 0 0,0 1-1 0 0,-1 0 1 0 0,0 0-1 0 0,-1 0 1 0 0,1 1-1 0 0,-1-1 1 0 0,0 1-1 0 0,0 0 1 0 0,-1 0 0 0 0,1 1-1 0 0,-1 0 1 0 0,0 0-1 0 0,0 0 1 0 0,-12-5-1 0 0,11 7-48 0 0,0 0 0 0 0,0 0 0 0 0,-1 1 0 0 0,1-1 0 0 0,0 2 0 0 0,-1-1 0 0 0,1 1-1 0 0,-1 0 1 0 0,1 1 0 0 0,0-1 0 0 0,-1 1 0 0 0,1 1 0 0 0,0 0 0 0 0,0 0 0 0 0,-13 5 0 0 0,7-1-534 0 0,0 0 0 0 0,-22 15 0 0 0,-16 20-5539 0 0,25-13-456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2.3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59 11979 0 0,'0'-1'36'0'0,"0"1"0"0"0,0-1 0 0 0,0 1 0 0 0,0-1 0 0 0,0 1 0 0 0,-1-1 0 0 0,1 1 1 0 0,0-1-1 0 0,0 1 0 0 0,0-1 0 0 0,1 1 0 0 0,-1-1 0 0 0,0 1 0 0 0,0 0 1 0 0,0-1-1 0 0,0 1 0 0 0,0-1 0 0 0,0 1 0 0 0,1-1 0 0 0,-1 1 0 0 0,0-1 0 0 0,0 1 1 0 0,1 0-1 0 0,-1-1 0 0 0,0 1 0 0 0,1-1 0 0 0,-1 1 0 0 0,0 0 0 0 0,1-1 1 0 0,-1 1-1 0 0,1 0 0 0 0,-1 0 0 0 0,1-1 0 0 0,-1 1 0 0 0,0 0 0 0 0,1 0 0 0 0,-1 0 1 0 0,1-1-1 0 0,-1 1 0 0 0,1 0 0 0 0,-1 0 0 0 0,1 0 0 0 0,-1 0 0 0 0,1 0 0 0 0,-1 0 1 0 0,1 0-1 0 0,-1 0 0 0 0,1 0 0 0 0,-1 0 0 0 0,1 0 0 0 0,-1 1 0 0 0,1-1 1 0 0,-1 0-1 0 0,1 0 0 0 0,-1 0 0 0 0,0 1 0 0 0,2-1 0 0 0,1 1 151 0 0,0-1-1 0 0,0 1 0 0 0,0 0 1 0 0,0 1-1 0 0,0-1 0 0 0,0 0 1 0 0,0 1-1 0 0,4 2 0 0 0,-3 1 103 0 0,1 0-1 0 0,-1 1 0 0 0,0-1 0 0 0,-1 1 0 0 0,1 0 0 0 0,-1 0 1 0 0,0 0-1 0 0,3 10 0 0 0,15 59 856 0 0,-14-43-726 0 0,-2-16-364 0 0,-1 3 52 0 0,1 0-1 0 0,0 0 0 0 0,2 0 1 0 0,1-1-1 0 0,0 0 1 0 0,1 0-1 0 0,13 19 0 0 0,-22-37-103 0 0,1 1 0 0 0,-1-1-1 0 0,0 1 1 0 0,1-1-1 0 0,-1 1 1 0 0,1-1-1 0 0,-1 0 1 0 0,1 1-1 0 0,-1-1 1 0 0,1 1-1 0 0,-1-1 1 0 0,1 0 0 0 0,-1 0-1 0 0,1 1 1 0 0,-1-1-1 0 0,1 0 1 0 0,-1 0-1 0 0,1 0 1 0 0,0 0-1 0 0,-1 1 1 0 0,1-1-1 0 0,-1 0 1 0 0,1 0 0 0 0,0 0-1 0 0,-1 0 1 0 0,1 0-1 0 0,-1 0 1 0 0,1-1-1 0 0,0 1 1 0 0,15-15 107 0 0,7-33 119 0 0,-21 41-203 0 0,32-83 70 0 0,-23 57-49 0 0,1 1 1 0 0,1 0 0 0 0,2 1 0 0 0,1 1 0 0 0,26-38 0 0 0,-41 66-42 0 0,1 0 0 0 0,0 0 1 0 0,-1 0-1 0 0,1 0 0 0 0,0 0 1 0 0,0 0-1 0 0,0 0 0 0 0,1 0 1 0 0,-1 1-1 0 0,0-1 0 0 0,1 1 1 0 0,-1 0-1 0 0,1 0 0 0 0,-1 0 1 0 0,1 0-1 0 0,0 0 0 0 0,4-1 1 0 0,-5 2 6 0 0,1 1-1 0 0,-1-1 1 0 0,0 0 0 0 0,0 1 0 0 0,0-1 0 0 0,0 1 0 0 0,0 0 0 0 0,0-1-1 0 0,0 1 1 0 0,0 0 0 0 0,0 0 0 0 0,0 1 0 0 0,0-1 0 0 0,0 0-1 0 0,-1 1 1 0 0,1-1 0 0 0,2 3 0 0 0,2 4 24 0 0,0 0 0 0 0,-1 0 0 0 0,0 1 1 0 0,0 0-1 0 0,-1 0 0 0 0,0 0 0 0 0,0 0 0 0 0,3 13 0 0 0,16 85 47 0 0,-16-69-70 0 0,2 0-1 0 0,1-1 1 0 0,21 51 0 0 0,-31-87-11 0 0,0 0 0 0 0,1 0 0 0 0,-1 0 0 0 0,0 0 0 0 0,1-1 1 0 0,-1 1-1 0 0,1 0 0 0 0,-1 0 0 0 0,1 0 0 0 0,0 0 0 0 0,-1 0 0 0 0,1-1 0 0 0,0 1 0 0 0,0 0 1 0 0,-1 0-1 0 0,1-1 0 0 0,0 1 0 0 0,0-1 0 0 0,0 1 0 0 0,0-1 0 0 0,0 1 0 0 0,0-1 1 0 0,0 1-1 0 0,0-1 0 0 0,0 0 0 0 0,0 0 0 0 0,1 1 0 0 0,-1-2-2 0 0,1 1 1 0 0,-1-1-1 0 0,1 0 0 0 0,-1 1 0 0 0,0-1 0 0 0,1 0 1 0 0,-1 0-1 0 0,0 0 0 0 0,0 0 0 0 0,0 0 0 0 0,0 0 0 0 0,0 0 1 0 0,0 0-1 0 0,0 0 0 0 0,0-1 0 0 0,1-1 0 0 0,5-9 54 0 0,0-1 0 0 0,9-27-1 0 0,-14 35 3 0 0,15-42 71 0 0,-6 13-30 0 0,27-54 0 0 0,-34 80-85 0 0,0 0 0 0 0,0 1 0 0 0,1 0 0 0 0,0 0 0 0 0,0 0 1 0 0,1 1-1 0 0,0 0 0 0 0,0 0 0 0 0,1 0 0 0 0,-1 1 0 0 0,1 0 0 0 0,12-6 0 0 0,-16 9-5 0 0,1 0-1 0 0,0 1 0 0 0,0-1 1 0 0,-1 1-1 0 0,1 0 0 0 0,0 0 1 0 0,0 1-1 0 0,0-1 0 0 0,0 1 1 0 0,0 0-1 0 0,0 0 0 0 0,0 0 1 0 0,1 0-1 0 0,-1 1 0 0 0,-1 0 1 0 0,7 1-1 0 0,-4 0 9 0 0,-1 1 1 0 0,0 0 0 0 0,0 0-1 0 0,0 0 1 0 0,-1 0-1 0 0,1 1 1 0 0,-1-1-1 0 0,1 1 1 0 0,-1 0-1 0 0,5 7 1 0 0,5 10 18 0 0,0 1 0 0 0,-2 0 0 0 0,0 0 0 0 0,11 33 0 0 0,-12-27-88 0 0,34 58-766 0 0,-23-51-5742 0 0,-10-19-379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3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1 282 2304 0 0,'0'1'190'0'0,"1"-1"-1"0"0,0 1 0 0 0,-1 0 0 0 0,1 0 0 0 0,0-1 0 0 0,0 1 0 0 0,-1 0 0 0 0,1-1 0 0 0,0 1 0 0 0,0-1 1 0 0,0 1-1 0 0,0-1 0 0 0,0 0 0 0 0,-1 1 0 0 0,1-1 0 0 0,0 0 0 0 0,0 1 0 0 0,0-1 0 0 0,0 0 0 0 0,0 0 0 0 0,0 0 1 0 0,0 0-1 0 0,0 0 0 0 0,0 0 0 0 0,0 0 0 0 0,0 0 0 0 0,0-1 0 0 0,0 1 0 0 0,1-1 0 0 0,34-4 4355 0 0,-30 3-3934 0 0,-1 0-1 0 0,1-1 1 0 0,-1 1-1 0 0,0-1 1 0 0,0 0-1 0 0,0 0 0 0 0,0-1 1 0 0,0 1-1 0 0,8-9 1 0 0,-8 7-325 0 0,-1-1 1 0 0,1 0-1 0 0,-1 0 1 0 0,0 0-1 0 0,0-1 1 0 0,-1 0 0 0 0,5-10-1 0 0,-6 10-238 0 0,0 0-1 0 0,0 0 1 0 0,0 0 0 0 0,-1 0 0 0 0,0 0-1 0 0,0 0 1 0 0,-1-1 0 0 0,0 1-1 0 0,-1 0 1 0 0,1 0 0 0 0,-1-1-1 0 0,0 1 1 0 0,-1 0 0 0 0,0 0 0 0 0,0 0-1 0 0,0 0 1 0 0,-6-9 0 0 0,8 15-38 0 0,-1-1 0 0 0,0 0-1 0 0,0 1 1 0 0,0-1 0 0 0,0 0 0 0 0,0 1 0 0 0,0 0 0 0 0,0-1 0 0 0,-1 1 0 0 0,1 0 0 0 0,0-1 0 0 0,-1 1 0 0 0,1 0 0 0 0,-1 0 0 0 0,0 0-1 0 0,1 0 1 0 0,-1 0 0 0 0,0 1 0 0 0,1-1 0 0 0,-1 0 0 0 0,0 1 0 0 0,0-1 0 0 0,1 1 0 0 0,-1 0 0 0 0,0 0 0 0 0,0 0 0 0 0,0 0 0 0 0,0 0 0 0 0,1 0-1 0 0,-1 0 1 0 0,0 0 0 0 0,0 1 0 0 0,0-1 0 0 0,0 1 0 0 0,1-1 0 0 0,-1 1 0 0 0,0 0 0 0 0,1-1 0 0 0,-1 1 0 0 0,0 0 0 0 0,-2 3 0 0 0,-2 0-42 0 0,0 1 0 0 0,1 0 0 0 0,0 0 0 0 0,0 0 0 0 0,0 1 1 0 0,0-1-1 0 0,1 1 0 0 0,0 1 0 0 0,-4 7 0 0 0,5-7 16 0 0,0-1-1 0 0,0 1 0 0 0,1-1 1 0 0,0 1-1 0 0,0 0 0 0 0,1 0 1 0 0,0 0-1 0 0,0 0 1 0 0,1 0-1 0 0,0 0 0 0 0,0 0 1 0 0,0 0-1 0 0,1 0 0 0 0,0 0 1 0 0,0-1-1 0 0,1 1 0 0 0,0 0 1 0 0,0 0-1 0 0,1-1 1 0 0,4 10-1 0 0,-2-7-4 0 0,1-1 0 0 0,1 1 0 0 0,-1-1 0 0 0,1 0 0 0 0,0-1 0 0 0,1 0 0 0 0,0 0 0 0 0,0 0 0 0 0,1-1 0 0 0,-1 0 0 0 0,1-1 0 0 0,0 0 0 0 0,12 4 0 0 0,-4-1-469 0 0,2-1 0 0 0,-1-1 0 0 0,0 0 0 0 0,1-2 0 0 0,0 0 0 0 0,0-1 0 0 0,1-1 0 0 0,29 0 0 0 0,-41-2 315 0 0,-1-1 0 0 0,1 0 1 0 0,-1 0-1 0 0,0-1 0 0 0,0 0 1 0 0,0 0-1 0 0,0-1 0 0 0,0 1 1 0 0,0-2-1 0 0,-1 1 0 0 0,1-1 1 0 0,-1 0-1 0 0,0 0 0 0 0,0-1 1 0 0,-1 1-1 0 0,1-1 0 0 0,-1-1 1 0 0,0 1-1 0 0,0-1 1 0 0,-1 0-1 0 0,1 0 0 0 0,-1 0 1 0 0,-1 0-1 0 0,1-1 0 0 0,2-7 1 0 0,-1-1 182 0 0,-1 0 1 0 0,-1 0 0 0 0,0-1 0 0 0,-1 1-1 0 0,0 0 1 0 0,-2-26 0 0 0,0 26 793 0 0,0 0 1 0 0,1 1-1 0 0,0-1 1 0 0,2 0-1 0 0,-1 1 0 0 0,2-1 1 0 0,7-20-1 0 0,-11 35-731 0 0,0-1-1 0 0,0 1 1 0 0,1-1 0 0 0,-1 0-1 0 0,0 1 1 0 0,0-1 0 0 0,0 1-1 0 0,1-1 1 0 0,-1 1 0 0 0,0-1-1 0 0,1 1 1 0 0,-1 0 0 0 0,0-1-1 0 0,1 1 1 0 0,-1-1 0 0 0,1 1-1 0 0,-1 0 1 0 0,0-1 0 0 0,1 1-1 0 0,-1 0 1 0 0,1-1 0 0 0,-1 1-1 0 0,1 0 1 0 0,-1 0 0 0 0,1-1-1 0 0,-1 1 1 0 0,1 0 0 0 0,0 0-1 0 0,-1 0 1 0 0,1 0-1 0 0,-1 0 1 0 0,1 0 0 0 0,-1 0-1 0 0,1 0 1 0 0,0 0 0 0 0,-1 0-1 0 0,1 0 1 0 0,1 1 14 0 0,0 0 1 0 0,-1 1-1 0 0,1-1 0 0 0,-1 0 0 0 0,0 1 0 0 0,1-1 1 0 0,-1 1-1 0 0,0-1 0 0 0,0 1 0 0 0,0 0 0 0 0,1 1 1 0 0,20 49 305 0 0,-4 37-316 0 0,-12-57-21 0 0,12 40 0 0 0,-15-62-46 0 0,1 0-1 0 0,0 0 1 0 0,1 0 0 0 0,0 0-1 0 0,0-1 1 0 0,1 0-1 0 0,13 15 1 0 0,-18-23-7 0 0,-1 0 0 0 0,1 0 1 0 0,-1-1-1 0 0,1 1 0 0 0,-1 0 1 0 0,1 0-1 0 0,-1-1 0 0 0,1 1 0 0 0,0 0 1 0 0,0-1-1 0 0,-1 1 0 0 0,1 0 0 0 0,0-1 1 0 0,0 1-1 0 0,0-1 0 0 0,0 0 1 0 0,0 1-1 0 0,-1-1 0 0 0,1 0 0 0 0,0 1 1 0 0,0-1-1 0 0,0 0 0 0 0,0 0 0 0 0,0 0 1 0 0,0 0-1 0 0,0 0 0 0 0,0 0 1 0 0,0 0-1 0 0,0 0 0 0 0,0 0 0 0 0,0-1 1 0 0,0 1-1 0 0,0 0 0 0 0,0 0 0 0 0,0-1 1 0 0,-1 1-1 0 0,1-1 0 0 0,0 1 1 0 0,0-1-1 0 0,0 1 0 0 0,-1-1 0 0 0,1 1 1 0 0,0-1-1 0 0,0 0 0 0 0,-1 0 0 0 0,1 1 1 0 0,-1-1-1 0 0,1 0 0 0 0,0-1 1 0 0,4-6 6 0 0,-1-1 1 0 0,-1 1 0 0 0,1-1-1 0 0,2-14 1 0 0,1 0 17 0 0,6-11 61 0 0,-2 4-12 0 0,24-47-1 0 0,-32 70-46 0 0,1 1-1 0 0,0 0 1 0 0,0 0 0 0 0,0 0-1 0 0,1 1 1 0 0,0-1-1 0 0,0 1 1 0 0,0 0 0 0 0,0 1-1 0 0,1-1 1 0 0,0 1-1 0 0,0 0 1 0 0,8-3 0 0 0,-11 6-21 0 0,0 0 0 0 0,0 0 0 0 0,0 1 0 0 0,0-1 0 0 0,0 1 0 0 0,0 0 0 0 0,0 0 1 0 0,0 0-1 0 0,0 0 0 0 0,0 0 0 0 0,0 1 0 0 0,0-1 0 0 0,0 1 0 0 0,0 0 0 0 0,-1 0 1 0 0,1 0-1 0 0,0 0 0 0 0,0 1 0 0 0,-1-1 0 0 0,1 1 0 0 0,-1-1 0 0 0,1 1 0 0 0,-1 0 0 0 0,1 0 1 0 0,-1 0-1 0 0,0 1 0 0 0,0-1 0 0 0,0 0 0 0 0,-1 1 0 0 0,3 2 0 0 0,6 10 45 0 0,-1 1 0 0 0,0-1 0 0 0,12 31-1 0 0,-17-36-45 0 0,55 105-148 0 0,-21-43 70 0 0,-22-107 73 0 0,0-10 45 0 0,2 1 1 0 0,2 0-1 0 0,2 2 0 0 0,33-50 1 0 0,-53 89-34 0 0,0 0 1 0 0,0 0-1 0 0,0 0 0 0 0,1 1 1 0 0,-1-1-1 0 0,1 1 0 0 0,-1 0 1 0 0,1-1-1 0 0,0 1 1 0 0,0 0-1 0 0,0 1 0 0 0,0-1 1 0 0,0 0-1 0 0,0 1 0 0 0,1 0 1 0 0,-1 0-1 0 0,0 0 1 0 0,1 0-1 0 0,6 0 0 0 0,-7 1 5 0 0,1 0-1 0 0,-1 1 1 0 0,0 0-1 0 0,1 0 1 0 0,-1 0-1 0 0,0 0 0 0 0,0 0 1 0 0,1 1-1 0 0,-1-1 1 0 0,0 1-1 0 0,0 0 1 0 0,-1 0-1 0 0,1 0 0 0 0,0 0 1 0 0,-1 0-1 0 0,1 1 1 0 0,-1-1-1 0 0,0 1 0 0 0,4 5 1 0 0,10 17 53 0 0,-1 0 0 0 0,18 40 0 0 0,-19-34-28 0 0,22 33-1 0 0,-29-54-227 0 0,0 0-1 0 0,0-1 0 0 0,1 1 0 0 0,1-2 0 0 0,-1 1 0 0 0,1-1 0 0 0,11 7 0 0 0,-10-9-494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3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 12899 0 0,'-1'0'997'0'0,"0"2"-710"0"0,0 0 0 0 0,-1 0 0 0 0,1 0 0 0 0,0 0 0 0 0,0 1 0 0 0,0-1 1 0 0,0 1-1 0 0,0-1 0 0 0,0 4 0 0 0,0-3-1 0 0,-7 29 276 0 0,0 1 0 0 0,2 0-1 0 0,2 0 1 0 0,1 0 0 0 0,1 37 0 0 0,4-16-124 0 0,2-1 1 0 0,16 76-1 0 0,-9-80-87 0 0,20 56-1 0 0,-24-83-239 0 0,2-1 1 0 0,0-1-1 0 0,2 1 1 0 0,25 36-1 0 0,-35-56-99 0 0,0 1 0 0 0,-1-1 1 0 0,1 0-1 0 0,0 0 0 0 0,0 1 0 0 0,0-1 0 0 0,0 0 0 0 0,0 0 1 0 0,1 0-1 0 0,-1 0 0 0 0,0 0 0 0 0,0 0 0 0 0,1-1 1 0 0,-1 1-1 0 0,0 0 0 0 0,1-1 0 0 0,-1 1 0 0 0,1-1 1 0 0,-1 1-1 0 0,1-1 0 0 0,-1 0 0 0 0,1 1 0 0 0,-1-1 1 0 0,1 0-1 0 0,-1 0 0 0 0,1 0 0 0 0,0 0 0 0 0,-1 0 1 0 0,1-1-1 0 0,-1 1 0 0 0,3-1 0 0 0,-2-1 8 0 0,1 1-1 0 0,-1-1 1 0 0,0 0 0 0 0,-1 0-1 0 0,1 0 1 0 0,0 0-1 0 0,0 0 1 0 0,-1 0 0 0 0,1 0-1 0 0,-1-1 1 0 0,0 1-1 0 0,0 0 1 0 0,0-1 0 0 0,0 1-1 0 0,0-1 1 0 0,0 1 0 0 0,-1-1-1 0 0,1-3 1 0 0,1-9 31 0 0,-1 1 0 0 0,-2-27 1 0 0,3-20-1 0 0,0 54 1 0 0,0 8-136 0 0,4 9-335 0 0,-5-7 254 0 0,-1-3 21 0 0,3 4-436 0 0,16 18-411 0 0,-18-21 811 0 0,-1-1 0 0 0,1 1 0 0 0,0 0-1 0 0,0-1 1 0 0,-1 1 0 0 0,1-1 0 0 0,0 0 0 0 0,0 1-1 0 0,0-1 1 0 0,0 1 0 0 0,0-1 0 0 0,-1 0 0 0 0,1 0-1 0 0,0 0 1 0 0,0 1 0 0 0,0-1 0 0 0,0 0 0 0 0,0 0 0 0 0,0 0-1 0 0,0 0 1 0 0,0-1 0 0 0,0 1 0 0 0,0 0 0 0 0,0 0-1 0 0,-1 0 1 0 0,1-1 0 0 0,0 1 0 0 0,0-1 0 0 0,0 1-1 0 0,0 0 1 0 0,-1-1 0 0 0,1 1 0 0 0,0-1 0 0 0,0 0-1 0 0,0 0 1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4.6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0 307 11058 0 0,'9'-1'876'0'0,"0"1"0"0"0,-1-1 0 0 0,1-1-1 0 0,-1 0 1 0 0,1 0 0 0 0,-1-1 0 0 0,0 0-1 0 0,10-4 1 0 0,-8 1-453 0 0,0 1 0 0 0,0-2-1 0 0,-1 1 1 0 0,0-1 0 0 0,0-1-1 0 0,9-9 1 0 0,-12 12-350 0 0,-1-1 1 0 0,0 0-1 0 0,0 0 1 0 0,0 0-1 0 0,-1 0 0 0 0,0-1 1 0 0,-1 0-1 0 0,1 0 1 0 0,-1 0-1 0 0,0 0 1 0 0,-1 0-1 0 0,0-1 0 0 0,0 1 1 0 0,-1-1-1 0 0,1 1 1 0 0,-2-1-1 0 0,1 0 1 0 0,-1 1-1 0 0,0-1 0 0 0,-1 0 1 0 0,-2-11-1 0 0,2 15-104 0 0,0 1-1 0 0,0-1 0 0 0,0 1 0 0 0,-1-1 1 0 0,1 1-1 0 0,-1 0 0 0 0,0 0 0 0 0,0 0 0 0 0,0 0 1 0 0,0 0-1 0 0,-1 0 0 0 0,1 0 0 0 0,-1 1 1 0 0,0-1-1 0 0,1 1 0 0 0,-1 0 0 0 0,0 0 1 0 0,0 0-1 0 0,-1 0 0 0 0,1 1 0 0 0,0-1 1 0 0,-1 1-1 0 0,-3-2 0 0 0,4 3 22 0 0,0 0 1 0 0,0-1-1 0 0,0 1 1 0 0,0 0-1 0 0,0 1 1 0 0,0-1-1 0 0,0 0 1 0 0,0 1-1 0 0,0 0 1 0 0,0 0-1 0 0,0-1 0 0 0,1 2 1 0 0,-1-1-1 0 0,0 0 1 0 0,0 1-1 0 0,1-1 1 0 0,-1 1-1 0 0,1 0 1 0 0,-1-1-1 0 0,1 1 1 0 0,0 1-1 0 0,0-1 1 0 0,0 0-1 0 0,0 0 0 0 0,0 1 1 0 0,0-1-1 0 0,-2 6 1 0 0,0 0-14 0 0,-1 0 0 0 0,1 1 1 0 0,1-1-1 0 0,0 1 0 0 0,0 0 0 0 0,1 0 1 0 0,0 0-1 0 0,0 0 0 0 0,1 0 0 0 0,1 0 1 0 0,-1 1-1 0 0,2 13 0 0 0,1-10 20 0 0,0-1 0 0 0,1 0 0 0 0,0 0 0 0 0,1 0 1 0 0,0 0-1 0 0,1 0 0 0 0,0-1 0 0 0,12 19 0 0 0,-8-17-39 0 0,0 0 0 0 0,1 0-1 0 0,0-1 1 0 0,1 0 0 0 0,1-1 0 0 0,0-1 0 0 0,0 1 0 0 0,1-2 0 0 0,0 0 0 0 0,1 0 0 0 0,0-1 0 0 0,0-1-1 0 0,1-1 1 0 0,29 10 0 0 0,-33-14-270 0 0,0 0 1 0 0,-1-1-1 0 0,1 0 0 0 0,0-1 0 0 0,19-2 0 0 0,-4-3-1064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4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15 144 6449 0 0,'-1'1'127'0'0,"0"-1"0"0"0,0 1 0 0 0,0 0 0 0 0,0 0 0 0 0,0 0 0 0 0,0 0 0 0 0,0 0 0 0 0,0 0 0 0 0,1 0-1 0 0,-1 0 1 0 0,0 0 0 0 0,1 0 0 0 0,-1 0 0 0 0,0 1 0 0 0,1-1 0 0 0,0 0 0 0 0,-1 0 0 0 0,1 1 0 0 0,0-1 0 0 0,-1 0-1 0 0,1 0 1 0 0,0 1 0 0 0,0-1 0 0 0,0 0 0 0 0,0 1 0 0 0,1-1 0 0 0,-1 0 0 0 0,0 1 0 0 0,0-1 0 0 0,2 2 0 0 0,-1 2 367 0 0,0 0 0 0 0,0 0 0 0 0,1 0 0 0 0,0 0 0 0 0,0-1 0 0 0,0 1 0 0 0,4 6 0 0 0,14 13 1243 0 0,37 35-1 0 0,-39-41-1407 0 0,0 0 0 0 0,-2 1-1 0 0,22 31 1 0 0,-14-4 488 0 0,-17-32 2743 0 0,-9-33-3341 0 0,2-1 1 0 0,0 0-1 0 0,1 0 0 0 0,1 1 0 0 0,5-23 0 0 0,30-95-207 0 0,-31 118-208 0 0,1 0 1 0 0,0 1-1 0 0,1 0 0 0 0,1 1 1 0 0,17-25-1 0 0,-22 36-176 0 0,1 0-1 0 0,0 1 1 0 0,0 0-1 0 0,0 0 1 0 0,1 0 0 0 0,0 0-1 0 0,10-5 1 0 0,-11 7-333 0 0,1 1 0 0 0,-1-1 0 0 0,0 1 0 0 0,1 1 0 0 0,-1-1 0 0 0,1 1 0 0 0,-1 0 0 0 0,1 0 0 0 0,-1 1 0 0 0,1 0 0 0 0,6 0 0 0 0,14 3-2516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05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259 5 6449 0 0,'0'0'67'0'0,"0"0"0"0"0,-1-1-1 0 0,1 1 1 0 0,0 0 0 0 0,0-1-1 0 0,0 1 1 0 0,-1 0 0 0 0,1 0-1 0 0,0-1 1 0 0,0 1 0 0 0,-1 0-1 0 0,1 0 1 0 0,0-1-1 0 0,0 1 1 0 0,-1 0 0 0 0,1 0-1 0 0,0 0 1 0 0,-1 0 0 0 0,1 0-1 0 0,0-1 1 0 0,-1 1 0 0 0,1 0-1 0 0,0 0 1 0 0,-1 0 0 0 0,1 0-1 0 0,0 0 1 0 0,-1 0 0 0 0,1 0-1 0 0,-1 0 1 0 0,1 0 0 0 0,0 0-1 0 0,-1 0 1 0 0,1 0-1 0 0,0 0 1 0 0,-1 1 0 0 0,0-1-1 0 0,-14 12 2223 0 0,-12 21 716 0 0,27-32-2971 0 0,-5 7 345 0 0,0 0-1 0 0,0 0 1 0 0,1 0-1 0 0,0 1 1 0 0,0-1-1 0 0,1 1 1 0 0,0 0 0 0 0,1 0-1 0 0,0 1 1 0 0,0-1-1 0 0,1 0 1 0 0,0 1 0 0 0,1-1-1 0 0,0 0 1 0 0,1 10-1 0 0,1-6-154 0 0,1 0 0 0 0,0 0 0 0 0,1 0 0 0 0,0-1 1 0 0,1 0-1 0 0,1 0 0 0 0,0 0 0 0 0,0-1 0 0 0,1 0 0 0 0,10 13 0 0 0,-13-20-194 0 0,-1 0 0 0 0,0 1-1 0 0,0-1 1 0 0,0 1 0 0 0,-1 0 0 0 0,1-1 0 0 0,-1 1-1 0 0,-1 0 1 0 0,1 1 0 0 0,-1-1 0 0 0,1 0 0 0 0,-1 0 0 0 0,-1 1-1 0 0,1 5 1 0 0,-2-6-17 0 0,0 0 1 0 0,0-1-1 0 0,0 1 0 0 0,0 0 0 0 0,-1-1 1 0 0,0 0-1 0 0,0 1 0 0 0,0-1 0 0 0,0 0 0 0 0,-1 0 1 0 0,0 0-1 0 0,0 0 0 0 0,0 0 0 0 0,0-1 1 0 0,0 1-1 0 0,-6 3 0 0 0,-10 8-318 0 0,0-1-1 0 0,-1-1 1 0 0,0-1-1 0 0,-1-1 1 0 0,-40 15 0 0 0,5-4-7441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1.4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 61 5529 0 0,'-5'-4'-261'0'0,"0"0"0"0"0,-1 1 0 0 0,1-1 0 0 0,-1 1 0 0 0,1 1 0 0 0,-12-5 0 0 0,9 4 738 0 0,1 0 0 0 0,0 0 0 0 0,1 0-1 0 0,-1-1 1 0 0,-8-6 0 0 0,-9 2 8255 0 0,24 9-8594 0 0,-1 2 236 0 0,1 0-1 0 0,-1 1 0 0 0,1-1 1 0 0,0 0-1 0 0,0 1 0 0 0,0-1 1 0 0,0 0-1 0 0,1 4 0 0 0,18 196 1727 0 0,23 414-1503 0 0,-41-571-1061 0 0,1 104-33 0 0,7-52-5426 0 0,-2-46-369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1.6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16 330 920 0 0,'-2'-3'36'0'0,"0"0"0"0"0,1 0-1 0 0,-1 1 1 0 0,1-1 0 0 0,-1 0 0 0 0,1-1-1 0 0,0 1 1 0 0,0 0 0 0 0,0 0-1 0 0,1 0 1 0 0,-1 0 0 0 0,1-4 0 0 0,0 4 356 0 0,1 1 0 0 0,0 0 0 0 0,-1-1 1 0 0,1 1-1 0 0,0 0 0 0 0,0 0 1 0 0,0 0-1 0 0,1 0 0 0 0,-1 0 0 0 0,0 0 1 0 0,1 0-1 0 0,0 0 0 0 0,-1 0 0 0 0,1 1 1 0 0,0-1-1 0 0,0 1 0 0 0,0-1 1 0 0,2-1-1 0 0,50-36 1983 0 0,2 1-1 0 0,2 3 1 0 0,97-43 0 0 0,-129 67-2175 0 0,0 1 0 0 0,1 1 0 0 0,1 2 0 0 0,-1 0 0 0 0,1 2 0 0 0,0 1 0 0 0,0 2 0 0 0,0 0 0 0 0,0 2 1 0 0,1 1-1 0 0,36 6 0 0 0,-32 1-1870 0 0,-5 3-5219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1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21 227 10594 0 0,'-17'20'951'0'0,"13"-15"-80"0"0,14-15 316 0 0,120-118 2453 0 0,-109 110-4318 0 0,1 1-1 0 0,1 1 1 0 0,1 1-1 0 0,38-18 1 0 0,-24 20-3672 0 0,-37 12 4160 0 0,1 1-1 0 0,-1 0 0 0 0,1 0 1 0 0,0 0-1 0 0,-1 0 0 0 0,1 0 1 0 0,-1 0-1 0 0,1 0 0 0 0,0 0 1 0 0,-1 1-1 0 0,1-1 0 0 0,-1 0 0 0 0,1 1 1 0 0,-1 0-1 0 0,1-1 0 0 0,-1 1 1 0 0,0 0-1 0 0,1 0 0 0 0,-1-1 1 0 0,0 1-1 0 0,2 2 0 0 0,4 7-10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2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23 103 14283 0 0,'-3'3'165'0'0,"0"1"0"0"0,1-1 0 0 0,-1 1 0 0 0,1 0 0 0 0,0 0 1 0 0,0-1-1 0 0,0 1 0 0 0,-1 6 0 0 0,3-9-132 0 0,0 0 1 0 0,0 0 0 0 0,0 0-1 0 0,0 0 1 0 0,0 0 0 0 0,0-1-1 0 0,0 1 1 0 0,0 0-1 0 0,1 0 1 0 0,-1 0 0 0 0,0 0-1 0 0,0-1 1 0 0,1 1-1 0 0,-1 0 1 0 0,1 0 0 0 0,-1-1-1 0 0,1 1 1 0 0,0 1-1 0 0,1-1 16 0 0,0 1 0 0 0,-1-1 0 0 0,1 1 0 0 0,0-1 0 0 0,0 0-1 0 0,1 0 1 0 0,-1 0 0 0 0,0 0 0 0 0,4 1 0 0 0,0 0 149 0 0,0-1 0 0 0,1 0 0 0 0,-1 0 1 0 0,0-1-1 0 0,1 0 0 0 0,-1 0 1 0 0,0 0-1 0 0,1-1 0 0 0,-1 0 0 0 0,0 0 1 0 0,8-3-1 0 0,12-5 336 0 0,33-15 0 0 0,-36 14-409 0 0,285-103-2413 0 0,-264 99 2288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2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14283 0 0,'0'0'37'0'0,"0"0"-1"0"0,-1 0 1 0 0,1 0 0 0 0,0 0 0 0 0,0 0-1 0 0,0 0 1 0 0,-1 0 0 0 0,1 0 0 0 0,0 0-1 0 0,0 0 1 0 0,0 0 0 0 0,0 0-1 0 0,-1 0 1 0 0,1 0 0 0 0,0 0 0 0 0,0 0-1 0 0,0 1 1 0 0,-1-1 0 0 0,1 0 0 0 0,0 0-1 0 0,0 0 1 0 0,0 0 0 0 0,0 0-1 0 0,0 0 1 0 0,-1 0 0 0 0,1 0 0 0 0,0 1-1 0 0,0-1 1 0 0,0 0 0 0 0,0 0-1 0 0,0 0 1 0 0,0 0 0 0 0,0 1 0 0 0,-1-1-1 0 0,1 0 1 0 0,0 0 0 0 0,0 0 0 0 0,0 0-1 0 0,0 1 1 0 0,0-1 0 0 0,0 0-1 0 0,0 0 1 0 0,0 0 0 0 0,0 0 0 0 0,0 1-1 0 0,0-1 1 0 0,0 0 0 0 0,0 0-1 0 0,0 0 1 0 0,0 1 0 0 0,0-1 0 0 0,1 0-1 0 0,8 14 1187 0 0,30 23 268 0 0,-26-25-683 0 0,262 233 1983 0 0,-200-181-4615 0 0,-54-46-5643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2.3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386 2 13363 0 0,'0'0'98'0'0,"-1"0"0"0"0,1 0 0 0 0,0 0 0 0 0,-1 0 0 0 0,1-1 0 0 0,0 1 0 0 0,-1 0 0 0 0,1 0 0 0 0,0 0 0 0 0,-1 0 0 0 0,1 0 0 0 0,0 0 0 0 0,-1 0 0 0 0,1 0 0 0 0,-1 0 0 0 0,1 0 0 0 0,0 0 0 0 0,-1 0-1 0 0,1 0 1 0 0,0 0 0 0 0,-1 0 0 0 0,1 1 0 0 0,0-1 0 0 0,-1 0 0 0 0,1 0 0 0 0,0 0 0 0 0,-1 0 0 0 0,1 1 0 0 0,0-1 0 0 0,-1 0 0 0 0,1 0 0 0 0,0 1 0 0 0,0-1 0 0 0,-1 0 0 0 0,1 0 0 0 0,0 1 0 0 0,0-1 0 0 0,-1 1 0 0 0,-10 15 1424 0 0,8-11-1160 0 0,-101 165 3203 0 0,-9 13-2845 0 0,112-182-721 0 0,-87 141 96 0 0,79-125-334 0 0,1 0 1 0 0,1 1 0 0 0,1 0 0 0 0,0 1 0 0 0,1-1-1 0 0,-4 33 1 0 0,7-12-392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3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314 468 6913 0 0,'1'-7'340'0'0,"0"0"-1"0"0,-1 0 0 0 0,0 0 0 0 0,-1 0 0 0 0,0 0 0 0 0,0 1 0 0 0,0-1 0 0 0,-1 0 0 0 0,0 1 1 0 0,0-1-1 0 0,-1 1 0 0 0,1-1 0 0 0,-1 1 0 0 0,-1 0 0 0 0,1 0 0 0 0,-1 0 0 0 0,-6-7 0 0 0,7 10-142 0 0,0 0 0 0 0,0 1-1 0 0,-1-1 1 0 0,1 0 0 0 0,-1 1-1 0 0,1 0 1 0 0,-1 0-1 0 0,0 0 1 0 0,1 0 0 0 0,-1 0-1 0 0,0 1 1 0 0,0 0 0 0 0,0 0-1 0 0,-1 0 1 0 0,1 0-1 0 0,0 1 1 0 0,0-1 0 0 0,0 1-1 0 0,-1 0 1 0 0,1 1-1 0 0,0-1 1 0 0,0 1 0 0 0,0-1-1 0 0,0 1 1 0 0,-1 0 0 0 0,1 1-1 0 0,1-1 1 0 0,-1 1-1 0 0,-6 3 1 0 0,2 0-149 0 0,-1 1 0 0 0,1 0-1 0 0,0 1 1 0 0,0 0 0 0 0,1 0 0 0 0,0 1-1 0 0,0 0 1 0 0,1 0 0 0 0,0 0-1 0 0,0 1 1 0 0,1 0 0 0 0,0 0 0 0 0,1 0-1 0 0,-4 11 1 0 0,-3 10 87 0 0,1 0 0 0 0,2 1 0 0 0,-6 41 0 0 0,10-46-81 0 0,-1 48 0 0 0,5-67-46 0 0,0-1 0 0 0,0 0-1 0 0,1 1 1 0 0,0-1 0 0 0,0 0 0 0 0,0 0-1 0 0,1 1 1 0 0,0-1 0 0 0,0 0-1 0 0,1-1 1 0 0,-1 1 0 0 0,1 0 0 0 0,5 7-1 0 0,-6-11-8 0 0,0-1 0 0 0,-1 1-1 0 0,1 0 1 0 0,0-1 0 0 0,-1 0 0 0 0,1 1-1 0 0,0-1 1 0 0,0 0 0 0 0,0 0-1 0 0,0 0 1 0 0,0 0 0 0 0,1 0 0 0 0,-1-1-1 0 0,0 1 1 0 0,0-1 0 0 0,0 1-1 0 0,1-1 1 0 0,-1 0 0 0 0,0 0-1 0 0,4 0 1 0 0,-2-1-5 0 0,1 1-1 0 0,0-2 1 0 0,0 1 0 0 0,-1 0-1 0 0,1-1 1 0 0,-1 0-1 0 0,1 0 1 0 0,-1-1-1 0 0,5-2 1 0 0,6-6-21 0 0,-1-1 0 0 0,-1 0 0 0 0,0 0 0 0 0,13-17 0 0 0,-1-2-52 0 0,-3-1-1 0 0,0-1 1 0 0,-2-1 0 0 0,-2-1 0 0 0,23-60 0 0 0,51-196-98 0 0,-70 209 519 0 0,3-16 1395 0 0,-27 126-1446 0 0,1 0-1 0 0,1 0 1 0 0,1-1 0 0 0,6 32 0 0 0,-4-32-174 0 0,3 22-93 0 0,2-1 1 0 0,2 0-1 0 0,17 49 1 0 0,-17-69-97 0 0,0-1 1 0 0,2 0 0 0 0,2-1-1 0 0,0-1 1 0 0,2 0 0 0 0,26 32-1 0 0,-41-55 54 0 0,0 0-1 0 0,0-1 0 0 0,0 1 0 0 0,0-1 1 0 0,1 1-1 0 0,-1-1 0 0 0,0 1 1 0 0,1-1-1 0 0,0 0 0 0 0,-1 0 1 0 0,1 0-1 0 0,0 0 0 0 0,-1 0 1 0 0,1 0-1 0 0,0 0 0 0 0,0-1 1 0 0,0 1-1 0 0,0-1 0 0 0,0 1 1 0 0,-1-1-1 0 0,1 0 0 0 0,0 1 0 0 0,0-1 1 0 0,0 0-1 0 0,0 0 0 0 0,0-1 1 0 0,3 1-1 0 0,-2-2-10 0 0,0 0 0 0 0,0 0-1 0 0,0 0 1 0 0,0 0 0 0 0,-1 0 0 0 0,1-1-1 0 0,-1 1 1 0 0,1-1 0 0 0,-1 0 0 0 0,0 0 0 0 0,0 0-1 0 0,0 0 1 0 0,-1 0 0 0 0,3-6 0 0 0,10-24 41 0 0,-2-1 0 0 0,13-53 1 0 0,-16 49 288 0 0,28-69 1 0 0,-37 105-281 0 0,1 0 1 0 0,0 1 0 0 0,-1-1 0 0 0,1 0-1 0 0,0 1 1 0 0,0-1 0 0 0,0 1-1 0 0,0-1 1 0 0,0 1 0 0 0,0-1-1 0 0,1 1 1 0 0,-1 0 0 0 0,0 0-1 0 0,1 0 1 0 0,-1 0 0 0 0,1 0-1 0 0,-1 0 1 0 0,1 0 0 0 0,-1 0 0 0 0,1 0-1 0 0,0 1 1 0 0,-1-1 0 0 0,1 0-1 0 0,3 0 1 0 0,-2 2-5 0 0,0-1-1 0 0,-1 1 1 0 0,1-1 0 0 0,-1 1-1 0 0,1 0 1 0 0,-1 0 0 0 0,1 0-1 0 0,-1 0 1 0 0,1 0 0 0 0,-1 1-1 0 0,0-1 1 0 0,0 1 0 0 0,1 0-1 0 0,2 3 1 0 0,5 5 7 0 0,0 1 0 0 0,-1 0 0 0 0,-1 1 0 0 0,1 0 0 0 0,6 14 0 0 0,4 13-595 0 0,-4-9 1245 0 0,35 53-1 0 0,-44-74-1103 0 0,1 0-1 0 0,1 0 1 0 0,13 11 0 0 0,-15-16-337 0 0,-1 0 0 0 0,1 0 0 0 0,-1 0 0 0 0,1-1 0 0 0,0 0 0 0 0,1 0 0 0 0,5 2-1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3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266 68 7834 0 0,'-2'-6'892'0'0,"0"0"1"0"0,-1 0 0 0 0,0 0 0 0 0,-1 1 0 0 0,1-1 0 0 0,-1 1-1 0 0,0 0 1 0 0,-6-7 0 0 0,8 11-779 0 0,1 0 0 0 0,-1-1 0 0 0,1 2 0 0 0,-1-1 0 0 0,0 0 0 0 0,1 0 0 0 0,-1 0 0 0 0,0 1 0 0 0,0-1 0 0 0,1 1 0 0 0,-1-1-1 0 0,0 1 1 0 0,0 0 0 0 0,0 0 0 0 0,0 0 0 0 0,0 0 0 0 0,1 0 0 0 0,-1 0 0 0 0,0 0 0 0 0,0 1 0 0 0,0-1 0 0 0,0 0 0 0 0,1 1 0 0 0,-1 0 0 0 0,0-1 0 0 0,0 1 0 0 0,1 0 0 0 0,-1 0 0 0 0,1 0 0 0 0,-1 0 0 0 0,1 0 0 0 0,-1 1 0 0 0,1-1 0 0 0,-3 3 0 0 0,-9 9 47 0 0,1 0 1 0 0,0 1 0 0 0,0 1-1 0 0,1 0 1 0 0,1 0-1 0 0,-10 22 1 0 0,-41 103 662 0 0,57-130-1004 0 0,1 1 1 0 0,0 0 0 0 0,0 0 0 0 0,2 0 0 0 0,-1 0-1 0 0,1 20 1 0 0,0-28 139 0 0,1-1 1 0 0,0 0-1 0 0,1 1 1 0 0,-1-1-1 0 0,0 1 0 0 0,1-1 1 0 0,-1 0-1 0 0,1 1 1 0 0,-1-1-1 0 0,1 0 1 0 0,0 0-1 0 0,0 1 0 0 0,0-1 1 0 0,1 0-1 0 0,-1 0 1 0 0,0 0-1 0 0,1 0 0 0 0,-1 0 1 0 0,1-1-1 0 0,0 1 1 0 0,0 0-1 0 0,-1-1 0 0 0,1 1 1 0 0,0-1-1 0 0,0 0 1 0 0,0 1-1 0 0,1-1 0 0 0,-1 0 1 0 0,0 0-1 0 0,0-1 1 0 0,1 1-1 0 0,-1 0 0 0 0,0-1 1 0 0,1 1-1 0 0,-1-1 1 0 0,1 0-1 0 0,2 0 0 0 0,1 0-58 0 0,-1-1-1 0 0,0-1 0 0 0,0 1 0 0 0,1-1 0 0 0,-1 1 0 0 0,0-1 0 0 0,0-1 0 0 0,-1 1 0 0 0,1-1 0 0 0,0 0 1 0 0,-1 0-1 0 0,0 0 0 0 0,0 0 0 0 0,0-1 0 0 0,0 0 0 0 0,0 0 0 0 0,6-8 0 0 0,2-5 288 0 0,-1 0 0 0 0,0 0-1 0 0,11-25 1 0 0,0-10 274 0 0,7-17 72 0 0,-26 63-436 0 0,0 0 0 0 0,0 1 0 0 0,1-1 0 0 0,0 1 0 0 0,0 0 0 0 0,0 0-1 0 0,1 0 1 0 0,6-5 0 0 0,-10 9-63 0 0,0 0 1 0 0,0 0-1 0 0,0 0 0 0 0,0 0 0 0 0,0 1 0 0 0,0-1 0 0 0,1 0 0 0 0,-1 1 1 0 0,0-1-1 0 0,0 1 0 0 0,0-1 0 0 0,1 1 0 0 0,-1 0 0 0 0,0-1 0 0 0,1 1 1 0 0,-1 0-1 0 0,0 0 0 0 0,1 0 0 0 0,-1 0 0 0 0,0 0 0 0 0,0 0 0 0 0,1 0 1 0 0,-1 1-1 0 0,0-1 0 0 0,1 0 0 0 0,-1 1 0 0 0,0-1 0 0 0,0 1 1 0 0,0-1-1 0 0,1 1 0 0 0,-1 0 0 0 0,0-1 0 0 0,0 1 0 0 0,0 0 0 0 0,0 0 1 0 0,0 0-1 0 0,0 0 0 0 0,0 0 0 0 0,0 0 0 0 0,-1 0 0 0 0,1 0 0 0 0,0 0 1 0 0,-1 0-1 0 0,1 0 0 0 0,-1 1 0 0 0,1-1 0 0 0,-1 0 0 0 0,1 2 0 0 0,3 8 77 0 0,-1 0-1 0 0,0 0 0 0 0,-1 1 0 0 0,2 14 0 0 0,-4-20-122 0 0,2 6 25 0 0,-1 4 15 0 0,2 1 1 0 0,0 0 0 0 0,1-1 0 0 0,9 26 0 0 0,-12-38-101 0 0,1-1 1 0 0,-1 1-1 0 0,1-1 1 0 0,0 0-1 0 0,0 0 1 0 0,0 0-1 0 0,1 0 1 0 0,-1 0-1 0 0,1 0 1 0 0,-1-1-1 0 0,1 1 1 0 0,0-1 0 0 0,0 0-1 0 0,0 1 1 0 0,0-1-1 0 0,1-1 1 0 0,-1 1-1 0 0,0 0 1 0 0,1-1-1 0 0,-1 0 1 0 0,1 0-1 0 0,0 0 1 0 0,-1 0-1 0 0,1 0 1 0 0,0-1 0 0 0,6 0-1 0 0,-9 0 25 0 0,1 0-1 0 0,0-1 1 0 0,-1 1-1 0 0,1-1 1 0 0,-1 1 0 0 0,1-1-1 0 0,-1 0 1 0 0,1 0 0 0 0,-1 1-1 0 0,1-1 1 0 0,-1 0-1 0 0,0 0 1 0 0,1-1 0 0 0,-1 1-1 0 0,0 0 1 0 0,0 0-1 0 0,0-1 1 0 0,0 1 0 0 0,0 0-1 0 0,0-1 1 0 0,0 1 0 0 0,0-1-1 0 0,0-2 1 0 0,16-44 359 0 0,-13 34-226 0 0,0 1 57 0 0,1-7 80 0 0,1 0 1 0 0,2 1-1 0 0,0 0 1 0 0,13-22-1 0 0,-19 37-168 0 0,1 0-1 0 0,0 1 0 0 0,0-1 0 0 0,0 0 1 0 0,0 1-1 0 0,1 0 0 0 0,-1 0 0 0 0,1 0 1 0 0,0 0-1 0 0,6-3 0 0 0,-8 5-19 0 0,1 0 0 0 0,0 0-1 0 0,0 0 1 0 0,0 0 0 0 0,0 0-1 0 0,0 1 1 0 0,1 0 0 0 0,-1-1-1 0 0,0 1 1 0 0,0 0 0 0 0,0 1-1 0 0,0-1 1 0 0,0 0 0 0 0,0 1-1 0 0,0 0 1 0 0,0 0 0 0 0,4 1-1 0 0,-3 0-18 0 0,0 0 0 0 0,0-1-1 0 0,-1 2 1 0 0,1-1-1 0 0,-1 0 1 0 0,1 1-1 0 0,-1 0 1 0 0,0 0 0 0 0,0 0-1 0 0,0 0 1 0 0,-1 0-1 0 0,4 4 1 0 0,23 49 95 0 0,-2-3-79 0 0,-24-49-34 0 0,-1-1 0 0 0,1 1-1 0 0,0-1 1 0 0,0 0 0 0 0,0 0-1 0 0,0 0 1 0 0,0-1 0 0 0,1 1-1 0 0,-1-1 1 0 0,1 1 0 0 0,5 1 0 0 0,-7-3-32 0 0,0 0 0 0 0,0 0 0 0 0,0 0 0 0 0,1 0 1 0 0,-1-1-1 0 0,0 1 0 0 0,0-1 0 0 0,1 1 0 0 0,-1-1 1 0 0,0 0-1 0 0,1 0 0 0 0,-1 0 0 0 0,0 0 0 0 0,1-1 1 0 0,-1 1-1 0 0,0 0 0 0 0,0-1 0 0 0,1 0 0 0 0,-1 1 1 0 0,0-1-1 0 0,0 0 0 0 0,0 0 0 0 0,0 0 1 0 0,0-1-1 0 0,0 1 0 0 0,0 0 0 0 0,0-1 0 0 0,-1 1 1 0 0,1-1-1 0 0,-1 0 0 0 0,1 0 0 0 0,-1 1 0 0 0,1-1 1 0 0,0-2-1 0 0,4-8-69 0 0,0 0 0 0 0,-1 0 0 0 0,0 0 1 0 0,-1 0-1 0 0,3-15 0 0 0,6-16-201 0 0,-12 41 297 0 0,0 1 0 0 0,-1-1-1 0 0,1 0 1 0 0,0 0 0 0 0,0 1-1 0 0,0-1 1 0 0,0 1 0 0 0,1-1-1 0 0,-1 1 1 0 0,0-1 0 0 0,1 1-1 0 0,-1-1 1 0 0,1 1-1 0 0,-1 0 1 0 0,1 0 0 0 0,-1 0-1 0 0,1 0 1 0 0,0 0 0 0 0,2-1-1 0 0,-2 2 4 0 0,0 0-1 0 0,0 0 0 0 0,0 0 0 0 0,-1 0 0 0 0,1 0 1 0 0,0 0-1 0 0,0 1 0 0 0,-1-1 0 0 0,1 0 1 0 0,0 1-1 0 0,-1 0 0 0 0,1-1 0 0 0,0 1 1 0 0,-1 0-1 0 0,1 0 0 0 0,-1 0 0 0 0,2 1 0 0 0,3 3 20 0 0,0 0 0 0 0,-1 0-1 0 0,0 0 1 0 0,0 1-1 0 0,0 0 1 0 0,-1 0-1 0 0,1 0 1 0 0,4 11-1 0 0,28 50-186 0 0,-16-41-5511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4.1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201 22 14283 0 0,'1'-1'93'0'0,"-1"0"0"0"0,0 1-1 0 0,0-1 1 0 0,0 0 0 0 0,0 0 0 0 0,0 1 0 0 0,0-1-1 0 0,0 0 1 0 0,0 0 0 0 0,0 1 0 0 0,0-1 0 0 0,0 0-1 0 0,-1 0 1 0 0,1 1 0 0 0,0-1 0 0 0,0 0 0 0 0,-1 1-1 0 0,1-1 1 0 0,-1 0 0 0 0,1 1 0 0 0,0-1 0 0 0,-1 0-1 0 0,1 1 1 0 0,-1-1 0 0 0,0 1 0 0 0,1-1-1 0 0,-1 1 1 0 0,1-1 0 0 0,-1 1 0 0 0,0 0 0 0 0,0-1-1 0 0,0 1 38 0 0,-1 0 0 0 0,1 0-1 0 0,-1 1 1 0 0,1-1 0 0 0,0 0-1 0 0,-1 1 1 0 0,1-1 0 0 0,0 1-1 0 0,-1 0 1 0 0,1-1 0 0 0,0 1-1 0 0,0 0 1 0 0,0 0 0 0 0,0 0-1 0 0,-2 1 1 0 0,-4 4 397 0 0,-1 2 0 0 0,1-1 0 0 0,-10 15 0 0 0,0 6-582 0 0,2-1 1 0 0,2 2-1 0 0,0 0 0 0 0,2 0 0 0 0,1 1 0 0 0,1 1 0 0 0,-6 43 0 0 0,15-51-1834 0 0,0-23 1836 0 0,1 0 1 0 0,-1 0 0 0 0,0 0-1 0 0,0 1 1 0 0,1-1 0 0 0,-1 0 0 0 0,0 0-1 0 0,0 0 1 0 0,1 0 0 0 0,-1 0-1 0 0,0 0 1 0 0,1 0 0 0 0,-1 0 0 0 0,0 0-1 0 0,1 0 1 0 0,-1 0 0 0 0,0 0 0 0 0,0 0-1 0 0,1 0 1 0 0,-1-1 0 0 0,0 1-1 0 0,0 0 1 0 0,1 0 0 0 0,-1 0 0 0 0,0 0-1 0 0,1 0 1 0 0,-1-1 0 0 0,0 1-1 0 0,0 0 1 0 0,0 0 0 0 0,1 0 0 0 0,-1-1-1 0 0,0 1 1 0 0,0 0 0 0 0,0 0 0 0 0,0-1-1 0 0,1 1 1 0 0,26-38-1533 0 0,-22 31 2212 0 0,7-10-251 0 0,39-53 1579 0 0,-47 65-1677 0 0,1 0 1 0 0,0 0 0 0 0,0 0-1 0 0,0 1 1 0 0,1-1 0 0 0,-1 1-1 0 0,1 1 1 0 0,0-1 0 0 0,12-4-1 0 0,-16 7-222 0 0,1 1 0 0 0,-1 0 0 0 0,0 0-1 0 0,1 0 1 0 0,-1 0 0 0 0,0 0 0 0 0,0 1-1 0 0,1-1 1 0 0,-1 1 0 0 0,0-1 0 0 0,0 1 0 0 0,0 0-1 0 0,0 0 1 0 0,0 0 0 0 0,0 0 0 0 0,0 0-1 0 0,0 1 1 0 0,0-1 0 0 0,0 0 0 0 0,-1 1 0 0 0,1-1-1 0 0,0 1 1 0 0,-1 0 0 0 0,0 0 0 0 0,1-1 0 0 0,-1 1-1 0 0,0 0 1 0 0,1 3 0 0 0,5 6 84 0 0,0 0 1 0 0,-2 0-1 0 0,8 20 0 0 0,-5-6-82 0 0,-1 1-1 0 0,-2 0 0 0 0,0 0 1 0 0,-2 0-1 0 0,-1 1 1 0 0,-1-1-1 0 0,-1 1 0 0 0,-6 46 1 0 0,0-33-59 0 0,-2 0 1 0 0,-2-1 0 0 0,-1 0 0 0 0,-2-1-1 0 0,-19 40 1 0 0,12-36 128 0 0,-48 71 1 0 0,54-93-484 0 0,-1-1 1 0 0,0 0-1 0 0,-2-1 1 0 0,0-1 0 0 0,-24 18-1 0 0,18-18-7577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4.5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202 219 6449 0 0,'10'0'240'0'0,"20"-3"217"0"0,-49-23 455 0 0,5 6 117 0 0,-22-43 0 0 0,25 40 685 0 0,-23-31-1 0 0,33 52-1547 0 0,-1 0 0 0 0,1 0-1 0 0,-1 0 1 0 0,1 0 0 0 0,-1 0 0 0 0,0 0 0 0 0,1 1-1 0 0,-1-1 1 0 0,0 1 0 0 0,0-1 0 0 0,0 1 0 0 0,-1 0-1 0 0,1-1 1 0 0,0 1 0 0 0,0 0 0 0 0,-1 1 0 0 0,1-1-1 0 0,-1 0 1 0 0,1 1 0 0 0,0-1 0 0 0,-1 1 0 0 0,1 0 0 0 0,-1-1-1 0 0,1 1 1 0 0,-1 1 0 0 0,1-1 0 0 0,-1 0 0 0 0,-4 2-1 0 0,4-1 10 0 0,-1 1-1 0 0,1 0 1 0 0,0 0-1 0 0,0 0 1 0 0,0 0 0 0 0,0 1-1 0 0,0-1 1 0 0,1 1-1 0 0,-1 0 1 0 0,1 0-1 0 0,-1 0 1 0 0,1 0-1 0 0,0 0 1 0 0,0 0-1 0 0,1 1 1 0 0,-1-1-1 0 0,1 1 1 0 0,-3 6-1 0 0,1 2-54 0 0,0 1 0 0 0,1-1 0 0 0,0 1 0 0 0,1-1 0 0 0,0 1 0 0 0,1 0 0 0 0,0-1 0 0 0,1 1 0 0 0,1-1 0 0 0,0 1 0 0 0,0-1 0 0 0,1 1-1 0 0,1-1 1 0 0,0 0 0 0 0,1-1 0 0 0,0 1 0 0 0,1-1 0 0 0,0 0 0 0 0,1 0 0 0 0,13 17 0 0 0,-10-16-124 0 0,0-1-1 0 0,1 0 1 0 0,0-1 0 0 0,1 0-1 0 0,0-1 1 0 0,1 0-1 0 0,0 0 1 0 0,0-2 0 0 0,1 0-1 0 0,0 0 1 0 0,0-1 0 0 0,0-1-1 0 0,1 0 1 0 0,0-1 0 0 0,0-1-1 0 0,28 3 1 0 0,2-4-247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5.0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12 10594 0 0,'0'0'112'0'0,"0"0"1"0"0,0-1-1 0 0,0 1 0 0 0,0 0 0 0 0,0-1 0 0 0,0 1 1 0 0,0-1-1 0 0,0 1 0 0 0,0 0 0 0 0,0-1 0 0 0,0 1 1 0 0,0 0-1 0 0,0-1 0 0 0,0 1 0 0 0,0-1 0 0 0,0 1 0 0 0,-1 0 1 0 0,1-1-1 0 0,0 1 0 0 0,0 0 0 0 0,0-1 0 0 0,-1 1 1 0 0,1 0-1 0 0,0 0 0 0 0,0-1 0 0 0,-1 1 0 0 0,1 0 1 0 0,0 0-1 0 0,-1-1 0 0 0,1 1 0 0 0,0 0 0 0 0,-1 0 1 0 0,1 0-1 0 0,0-1 0 0 0,-1 1 0 0 0,1 0 0 0 0,0 0 0 0 0,-1 0 1 0 0,1 0-1 0 0,-1 0 0 0 0,1 0 0 0 0,0 0 0 0 0,-1 0 1 0 0,1 0-1 0 0,0 0 0 0 0,-1 0 0 0 0,1 0 0 0 0,-1 0 1 0 0,1 0-1 0 0,0 0 0 0 0,-1 0 0 0 0,1 1 0 0 0,0-1 1 0 0,-1 0-1 0 0,1 0 0 0 0,0 0 0 0 0,-1 1 0 0 0,1-1 0 0 0,0 0 1 0 0,-1 0-1 0 0,1 1 0 0 0,0-1 0 0 0,0 0 0 0 0,-1 1 1 0 0,-18 18 2738 0 0,12-2-2566 0 0,1-1 0 0 0,0 1 0 0 0,1 1 0 0 0,1-1 0 0 0,1 1 1 0 0,-3 30-1 0 0,5-20-153 0 0,1 0-1 0 0,1 0 1 0 0,7 43 0 0 0,-5-52-60 0 0,2 0 0 0 0,0 0 0 0 0,1-1 0 0 0,1 0 0 0 0,1 0 0 0 0,0-1 0 0 0,1 0 0 0 0,1 0 0 0 0,24 30 0 0 0,-28-39-120 0 0,1-1-1 0 0,0 0 1 0 0,1 0-1 0 0,-1 0 0 0 0,1-1 1 0 0,0 0-1 0 0,1-1 1 0 0,-1 0-1 0 0,1 0 0 0 0,0-1 1 0 0,1 0-1 0 0,-1-1 1 0 0,1 1-1 0 0,-1-2 0 0 0,1 0 1 0 0,0 0-1 0 0,0 0 1 0 0,0-1-1 0 0,0-1 1 0 0,18-1-1 0 0,2-3-687 0 0,0-2-180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5.4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131 166 9218 0 0,'-1'0'147'0'0,"1"-1"0"0"0,-1 0 0 0 0,0 1 0 0 0,1-1 0 0 0,-1 0 0 0 0,1 1 0 0 0,-1-1 0 0 0,0 1 0 0 0,1-1 0 0 0,-1 1 0 0 0,0-1 0 0 0,0 1 0 0 0,0 0 0 0 0,1-1 0 0 0,-1 1 0 0 0,0 0-1 0 0,0 0 1 0 0,0 0 0 0 0,0-1 0 0 0,1 1 0 0 0,-1 0 0 0 0,0 0 0 0 0,0 0 0 0 0,0 0 0 0 0,0 0 0 0 0,0 1 0 0 0,1-1 0 0 0,-1 0 0 0 0,-1 1 0 0 0,1 0 98 0 0,0 1 1 0 0,0 0-1 0 0,1-1 1 0 0,-1 1-1 0 0,1 0 0 0 0,-1 0 1 0 0,1 0-1 0 0,0-1 0 0 0,-1 1 1 0 0,1 0-1 0 0,0 0 1 0 0,0 0-1 0 0,1 0 0 0 0,-1 2 1 0 0,1 2-151 0 0,0 1 1 0 0,0-1-1 0 0,1 0 1 0 0,0 1-1 0 0,0-1 0 0 0,0 0 1 0 0,1 0-1 0 0,0 0 1 0 0,0-1-1 0 0,0 1 1 0 0,1-1-1 0 0,0 0 1 0 0,0 0-1 0 0,0 0 1 0 0,0 0-1 0 0,1-1 0 0 0,0 1 1 0 0,0-1-1 0 0,0 0 1 0 0,1-1-1 0 0,-1 1 1 0 0,1-1-1 0 0,0-1 1 0 0,0 1-1 0 0,0-1 1 0 0,8 3-1 0 0,-8-3-64 0 0,-1-1 0 0 0,1 0 0 0 0,-1 0 1 0 0,1 0-1 0 0,-1 0 0 0 0,1-1 0 0 0,-1 0 0 0 0,1 0 0 0 0,-1-1 0 0 0,1 0 1 0 0,-1 1-1 0 0,1-2 0 0 0,-1 1 0 0 0,0-1 0 0 0,1 0 0 0 0,-1 0 1 0 0,0 0-1 0 0,0-1 0 0 0,0 1 0 0 0,-1-1 0 0 0,1 0 0 0 0,-1-1 0 0 0,1 1 1 0 0,-1-1-1 0 0,0 0 0 0 0,-1 0 0 0 0,1 0 0 0 0,-1-1 0 0 0,1 1 1 0 0,-1-1-1 0 0,2-5 0 0 0,-2 5 60 0 0,-1 0 0 0 0,-1 1 0 0 0,1-1 1 0 0,0 0-1 0 0,-1 0 0 0 0,0-1 0 0 0,0 1 1 0 0,-1 0-1 0 0,0 0 0 0 0,1 0 0 0 0,-2-1 1 0 0,1 1-1 0 0,-1 0 0 0 0,-1-8 0 0 0,0 5-53 0 0,-1 1-1 0 0,0 0 0 0 0,0-1 1 0 0,-1 1-1 0 0,1 1 1 0 0,-1-1-1 0 0,-1 0 1 0 0,0 1-1 0 0,-5-6 0 0 0,1 2-35 0 0,0 1 0 0 0,-1 1-1 0 0,0 0 1 0 0,0 0-1 0 0,-1 1 1 0 0,0 0 0 0 0,0 1-1 0 0,-1 0 1 0 0,1 1-1 0 0,-1 0 1 0 0,-20-5 0 0 0,21 8-188 0 0,0 0 1 0 0,0 1-1 0 0,0 0 1 0 0,0 0-1 0 0,0 1 1 0 0,0 0-1 0 0,0 1 1 0 0,1 1-1 0 0,-1 0 1 0 0,0 0-1 0 0,0 1 1 0 0,1 0-1 0 0,-12 6 1 0 0,-4 5-986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5.7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22 9218 0 0,'-1'-2'225'0'0,"-1"0"0"0"0,0 0-1 0 0,1 1 1 0 0,-1-1 0 0 0,0 0 0 0 0,0 1 0 0 0,0-1-1 0 0,0 1 1 0 0,0 0 0 0 0,-1-1 0 0 0,1 1 0 0 0,-3-1-1 0 0,4 2-81 0 0,-1 0-1 0 0,1 0 0 0 0,0 0 0 0 0,0 0 0 0 0,-1 0 1 0 0,1 0-1 0 0,0 0 0 0 0,-1 0 0 0 0,1 0 0 0 0,0 1 1 0 0,0-1-1 0 0,0 1 0 0 0,-1-1 0 0 0,1 1 0 0 0,0-1 1 0 0,0 1-1 0 0,0 0 0 0 0,0-1 0 0 0,0 1 0 0 0,0 0 1 0 0,0 0-1 0 0,0 0 0 0 0,0 0 0 0 0,0 0 1 0 0,1 0-1 0 0,-1 0 0 0 0,-1 2 0 0 0,0 1 122 0 0,-1 0 0 0 0,1 1-1 0 0,0-1 1 0 0,1 1 0 0 0,-1-1 0 0 0,1 1-1 0 0,0 0 1 0 0,0-1 0 0 0,1 1 0 0 0,-1 0 0 0 0,1 0-1 0 0,0 4 1 0 0,9 64 1081 0 0,-4-36-876 0 0,11 60 47 0 0,-16-97-518 0 0,0 0 0 0 0,0 0 0 0 0,0 0-1 0 0,0 0 1 0 0,0 1 0 0 0,0-1 0 0 0,0 0 0 0 0,0 0 0 0 0,0 0 0 0 0,0 0 0 0 0,0 0 0 0 0,0 0 0 0 0,0 0 0 0 0,0 1 0 0 0,1-1 0 0 0,-1 0 0 0 0,0 0 0 0 0,0 0 0 0 0,0 0 0 0 0,0 0 0 0 0,0 0 0 0 0,0 0 0 0 0,0 0-1 0 0,1 0 1 0 0,-1 0 0 0 0,0 0 0 0 0,0 0 0 0 0,0 0 0 0 0,0 0 0 0 0,0 0 0 0 0,0 0 0 0 0,1 0 0 0 0,-1 0 0 0 0,0 0 0 0 0,0 0 0 0 0,0 0 0 0 0,0 0 0 0 0,0 0 0 0 0,0 0 0 0 0,1 0 0 0 0,-1 0 0 0 0,0 0-1 0 0,0 0 1 0 0,0 0 0 0 0,0 0 0 0 0,0 0 0 0 0,0 0 0 0 0,0 0 0 0 0,1 0 0 0 0,-1 0 0 0 0,0-1 0 0 0,0 1 0 0 0,0 0 0 0 0,0 0 0 0 0,0 0 0 0 0,10-10-129 0 0,7-13-229 0 0,8-18-67 0 0,-6 9 415 0 0,1 2 0 0 0,1 0-1 0 0,32-34 1 0 0,-51 62 67 0 0,-1 0 0 0 0,1 1 0 0 0,0-1 1 0 0,0 0-1 0 0,0 1 0 0 0,-1 0 0 0 0,2-1 0 0 0,-1 1 0 0 0,0 0 0 0 0,0 0 0 0 0,0 0 0 0 0,1 0 1 0 0,-1 0-1 0 0,0 1 0 0 0,1-1 0 0 0,-1 1 0 0 0,0-1 0 0 0,1 1 0 0 0,-1 0 0 0 0,1 0 0 0 0,4 1 0 0 0,-4 0 3 0 0,0 0 0 0 0,1 0 0 0 0,-1 1 0 0 0,0-1 0 0 0,0 1 0 0 0,0 0 0 0 0,-1 0 0 0 0,1 0-1 0 0,0 0 1 0 0,-1 1 0 0 0,1-1 0 0 0,-1 1 0 0 0,4 4 0 0 0,3 8 9 0 0,1 0 1 0 0,-2 1 0 0 0,0 0-1 0 0,9 28 1 0 0,11 16-899 0 0,-17-43 51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6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14283 0 0,'13'22'6054'0'0,"-1"14"-3973"0"0,7 39-1653 0 0,-18-71-265 0 0,46 253 591 0 0,-6-29-611 0 0,-33-194-1200 0 0,20 49-1 0 0,-15-49-6770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6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34 14283 0 0,'-5'-2'249'0'0,"3"1"-156"0"0,0 1 0 0 0,0-1 0 0 0,0 0 0 0 0,0 0 0 0 0,0 0 1 0 0,0 0-1 0 0,0 0 0 0 0,1 0 0 0 0,-1-1 0 0 0,0 1 0 0 0,1 0 0 0 0,-1-1 0 0 0,-1-1 0 0 0,30-5 505 0 0,16 4-195 0 0,0 2-1 0 0,-1 1 1 0 0,79 11 0 0 0,-85-4-403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6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515 144 10594 0 0,'-6'-28'1209'0'0,"-1"19"-1238"0"0,-1-1 0 0 0,0 1 0 0 0,0 1 0 0 0,0-1 0 0 0,-1 2 0 0 0,0-1 0 0 0,-1 1 0 0 0,0 0 0 0 0,0 1 1 0 0,0 0-1 0 0,-1 1 0 0 0,0 0 0 0 0,0 1 0 0 0,0 0 0 0 0,-14-3 0 0 0,16 6 89 0 0,-1-1 0 0 0,1 1 1 0 0,0 1-1 0 0,-1-1 0 0 0,1 2 0 0 0,0-1 0 0 0,0 1 0 0 0,-1 1 0 0 0,1 0 0 0 0,0 0 1 0 0,0 1-1 0 0,1 0 0 0 0,-1 0 0 0 0,0 1 0 0 0,1 0 0 0 0,0 0 0 0 0,0 1 0 0 0,0 0 0 0 0,1 1 1 0 0,-8 7-1 0 0,-2 3 12 0 0,2 0-1 0 0,-1 2 1 0 0,2 0 0 0 0,-23 39 0 0 0,29-43 220 0 0,0 1 0 0 0,1 0 1 0 0,1 0-1 0 0,0 0 0 0 0,1 1 0 0 0,1 0 0 0 0,-4 27 0 0 0,8-37-197 0 0,0 0 1 0 0,0 0-1 0 0,1 0 0 0 0,-1 0 0 0 0,1 0 1 0 0,1 0-1 0 0,-1 0 0 0 0,1 0 0 0 0,0-1 1 0 0,0 1-1 0 0,1 0 0 0 0,0-1 0 0 0,0 0 1 0 0,0 0-1 0 0,6 8 0 0 0,-7-11-93 0 0,0 0 1 0 0,-1 0-1 0 0,1 0 0 0 0,1 0 1 0 0,-1-1-1 0 0,0 1 1 0 0,0-1-1 0 0,0 1 0 0 0,1-1 1 0 0,-1 0-1 0 0,1 0 0 0 0,-1 0 1 0 0,1 0-1 0 0,-1 0 0 0 0,1-1 1 0 0,0 1-1 0 0,-1-1 0 0 0,1 1 1 0 0,0-1-1 0 0,0 0 0 0 0,-1 0 1 0 0,1-1-1 0 0,0 1 0 0 0,-1 0 1 0 0,1-1-1 0 0,0 1 0 0 0,-1-1 1 0 0,1 0-1 0 0,-1 0 1 0 0,1 0-1 0 0,-1 0 0 0 0,1-1 1 0 0,-1 1-1 0 0,0-1 0 0 0,4-3 1 0 0,13-11 255 0 0,-1-1 0 0 0,-1 0 1 0 0,-1-2-1 0 0,-1 0 0 0 0,20-31 1 0 0,-20 28 269 0 0,0 0 1 0 0,2 1 0 0 0,0 1 0 0 0,23-20 0 0 0,-39 39-476 0 0,0 0 0 0 0,0 0 0 0 0,0 1 1 0 0,0-1-1 0 0,0 0 0 0 0,0 1 0 0 0,0-1 0 0 0,1 1 0 0 0,-1-1 1 0 0,0 1-1 0 0,0 0 0 0 0,1-1 0 0 0,-1 1 0 0 0,0 0 0 0 0,1 0 1 0 0,-1 0-1 0 0,0 0 0 0 0,1 0 0 0 0,-1 0 0 0 0,0 0 0 0 0,1 1 1 0 0,-1-1-1 0 0,0 0 0 0 0,0 1 0 0 0,1-1 0 0 0,-1 1 0 0 0,0-1 1 0 0,0 1-1 0 0,0 0 0 0 0,0-1 0 0 0,0 1 0 0 0,1 0 0 0 0,-2 0 1 0 0,1 0-1 0 0,0 0 0 0 0,0 0 0 0 0,0 0 0 0 0,0 0 0 0 0,0 0 1 0 0,0 2-1 0 0,6 7 25 0 0,0 1 1 0 0,-1 0-1 0 0,7 19 1 0 0,-2-8 73 0 0,3 6-407 0 0,1-1 0 0 0,2-1 0 0 0,1-1 0 0 0,0 0 0 0 0,2-1 0 0 0,39 36 0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7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100 587 2761 0 0,'22'-27'3857'0'0,"-19"25"-3053"0"0,0 0-1 0 0,-1-1 1 0 0,1 1 0 0 0,-1-1-1 0 0,0 0 1 0 0,0 0 0 0 0,0 1-1 0 0,0-2 1 0 0,0 1 0 0 0,-1 0-1 0 0,0-9 1941 0 0,-1 12-2685 0 0,0 0 0 0 0,0 0-1 0 0,0 0 1 0 0,0 0 0 0 0,-1 0 0 0 0,1 0 0 0 0,0 0-1 0 0,0 0 1 0 0,0 0 0 0 0,0 0 0 0 0,0 0-1 0 0,-1 0 1 0 0,1 0 0 0 0,0 0 0 0 0,0 0 0 0 0,0 0-1 0 0,-13 4 1136 0 0,-9 9-240 0 0,12-5-865 0 0,-1 0 1 0 0,1 1 0 0 0,1 1 0 0 0,0 0 0 0 0,0 0 0 0 0,1 1-1 0 0,0 0 1 0 0,1 0 0 0 0,0 1 0 0 0,-5 12 0 0 0,10-19-67 0 0,0 0-1 0 0,1 0 1 0 0,-1 0 0 0 0,1 0 0 0 0,0 0 0 0 0,1 0-1 0 0,-1 0 1 0 0,1 0 0 0 0,0 0 0 0 0,0 0 0 0 0,1 0-1 0 0,-1 0 1 0 0,1 0 0 0 0,0 0 0 0 0,1 0 0 0 0,-1 0-1 0 0,1-1 1 0 0,0 1 0 0 0,0 0 0 0 0,0-1 0 0 0,1 1-1 0 0,0-1 1 0 0,-1 0 0 0 0,2 0 0 0 0,-1 0 0 0 0,0 0-1 0 0,1-1 1 0 0,-1 1 0 0 0,7 3 0 0 0,-3-1-137 0 0,0-1 0 0 0,1 0 1 0 0,-1-1-1 0 0,1 0 0 0 0,0 0 1 0 0,0-1-1 0 0,1 0 0 0 0,-1 0 0 0 0,0-1 1 0 0,1 0-1 0 0,0 0 0 0 0,-1-1 1 0 0,1 0-1 0 0,0-1 0 0 0,0 0 0 0 0,0 0 1 0 0,-1-1-1 0 0,1 0 0 0 0,0 0 1 0 0,-1-1-1 0 0,1 0 0 0 0,-1-1 0 0 0,1 0 1 0 0,14-8-1 0 0,-2 0-288 0 0,0-1-1 0 0,-1-1 1 0 0,-1 0 0 0 0,0-2-1 0 0,-1 0 1 0 0,0-1 0 0 0,-2-1-1 0 0,16-20 1 0 0,-14 15-936 0 0,0-1 0 0 0,-2-1 0 0 0,-1 0 0 0 0,-1-1 0 0 0,-1 0 1 0 0,-2-1-1 0 0,0-1 0 0 0,-1 0 0 0 0,6-34 0 0 0,-5 15 1593 0 0,25-132 3568 0 0,-24 59 3424 0 0,-12 116-6748 0 0,0-1 0 0 0,-1 0 0 0 0,1 0 0 0 0,-1 0-1 0 0,0 0 1 0 0,0 1 0 0 0,0-1 0 0 0,-2-3 0 0 0,3 6-379 0 0,0 1 0 0 0,-1-1 0 0 0,1 1 1 0 0,0-1-1 0 0,0 1 0 0 0,-1-1 0 0 0,1 1 0 0 0,0 0 1 0 0,-1-1-1 0 0,1 1 0 0 0,0 0 0 0 0,-1-1 0 0 0,1 1 1 0 0,0 0-1 0 0,-1-1 0 0 0,1 1 0 0 0,-1 0 0 0 0,1 0 1 0 0,-1 0-1 0 0,1-1 0 0 0,-1 1 0 0 0,1 0 0 0 0,-1 0 1 0 0,1 0-1 0 0,-1 0 0 0 0,0 0-41 0 0,0 1-1 0 0,0-1 1 0 0,0 1-1 0 0,0-1 1 0 0,0 1-1 0 0,0-1 1 0 0,0 1-1 0 0,1 0 1 0 0,-1-1-1 0 0,0 1 1 0 0,1 0 0 0 0,-1 0-1 0 0,0 0 1 0 0,1 0-1 0 0,-1 0 1 0 0,1-1-1 0 0,-1 1 1 0 0,0 2-1 0 0,-2 7 35 0 0,0 1-1 0 0,0-1 1 0 0,1 1-1 0 0,0 0 1 0 0,1 0-1 0 0,0 0 0 0 0,1 1 1 0 0,2 19-1 0 0,-2-26-85 0 0,3 34 98 0 0,1-1 0 0 0,3 0 0 0 0,17 60 0 0 0,48 109 400 0 0,-7-27-175 0 0,-43-105-686 0 0,10 27-372 0 0,-9-34-6766 0 0,-16-49-70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7.3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15 10138 0 0,'-6'-2'376'0'0,"-27"-10"248"0"0,26 13 761 0 0,16 12 1754 0 0,-4-9-2797 0 0,-1-1 0 0 0,1 0 0 0 0,0 0 0 0 0,0 0 0 0 0,0-1 0 0 0,0 1 0 0 0,0-1 0 0 0,1-1 0 0 0,-1 1 0 0 0,1-1 0 0 0,-1 0 0 0 0,1 0-1 0 0,10 0 1 0 0,11 0 433 0 0,42-5-1 0 0,-58 3-594 0 0,101-11-2043 0 0,-78 9 1072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7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17972 0 0,'3'14'584'0'0,"-1"0"-1"0"0,0 0 1 0 0,0 0 0 0 0,-2 26 0 0 0,1-3-149 0 0,1 8-287 0 0,7 70 223 0 0,-7-100-2196 0 0,1 0 1 0 0,9 26-1 0 0,-8-31-31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7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45 2761 0 0,'-23'-45'10683'0'0,"29"60"-5997"0"0,1-1-5102 0 0,-3-2 331 0 0,2-1-1 0 0,-1-1 0 0 0,14 19 1 0 0,-6-13 85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8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 10138 0 0,'1'1'141'0'0,"1"-1"1"0"0,0 1-1 0 0,0 0 0 0 0,0 0 0 0 0,0-1 0 0 0,-1 1 1 0 0,1 1-1 0 0,0-1 0 0 0,-1 0 0 0 0,1 0 0 0 0,-1 1 0 0 0,1-1 1 0 0,-1 1-1 0 0,0-1 0 0 0,1 1 0 0 0,-1-1 0 0 0,0 1 1 0 0,0 0-1 0 0,0 0 0 0 0,0-1 0 0 0,0 4 0 0 0,16 41 1466 0 0,-15-35-1254 0 0,0 0 0 0 0,-1 0 0 0 0,0 17 0 0 0,-2-19-492 0 0,1-1 0 0 0,1 0 1 0 0,0 0-1 0 0,0 0 0 0 0,0 0 0 0 0,5 16 0 0 0,-5-24 77 0 0,-1 1 0 0 0,0 0-1 0 0,1-1 1 0 0,-1 1 0 0 0,0 0 0 0 0,1-1-1 0 0,-1 1 1 0 0,1-1 0 0 0,-1 1-1 0 0,1-1 1 0 0,-1 1 0 0 0,1-1 0 0 0,-1 1-1 0 0,1-1 1 0 0,0 0 0 0 0,-1 1-1 0 0,1-1 1 0 0,0 0 0 0 0,-1 1 0 0 0,1-1-1 0 0,0 0 1 0 0,-1 0 0 0 0,1 0-1 0 0,0 0 1 0 0,-1 1 0 0 0,1-1 0 0 0,1 0-1 0 0,21-8-907 0 0,15-22 244 0 0,21-37 943 0 0,-46 49 152 0 0,2 1 0 0 0,0 1 0 0 0,1 0 0 0 0,0 1 0 0 0,1 1 0 0 0,22-14 0 0 0,-38 27-223 0 0,1 0 0 0 0,0-1 0 0 0,0 1 0 0 0,0 0 0 0 0,0 0-1 0 0,0 0 1 0 0,1 1 0 0 0,-1-1 0 0 0,0 0 0 0 0,0 1 0 0 0,0-1 0 0 0,1 1 0 0 0,-1 0-1 0 0,0 0 1 0 0,0 0 0 0 0,1 0 0 0 0,-1 0 0 0 0,0 0 0 0 0,1 1 0 0 0,-1-1 0 0 0,0 1-1 0 0,0 0 1 0 0,0-1 0 0 0,0 1 0 0 0,3 2 0 0 0,-2-1-18 0 0,0 1 1 0 0,0 0-1 0 0,-1 1 1 0 0,1-1-1 0 0,-1 0 1 0 0,0 1-1 0 0,0-1 1 0 0,0 1-1 0 0,0 0 1 0 0,-1-1-1 0 0,0 1 1 0 0,1 0 0 0 0,0 6-1 0 0,3 11-1048 0 0,2 1-3609 0 0,0-1-1815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8.5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5 16588 0 0,'-1'0'103'0'0,"1"-1"0"0"0,0 1 0 0 0,-1 0 1 0 0,1-1-1 0 0,0 1 0 0 0,-1 0 1 0 0,1-1-1 0 0,-1 1 0 0 0,1 0 0 0 0,-1 0 1 0 0,1-1-1 0 0,-1 1 0 0 0,1 0 1 0 0,0 0-1 0 0,-1 0 0 0 0,1 0 0 0 0,-1 0 1 0 0,0-1-1 0 0,1 1 0 0 0,-1 0 1 0 0,1 0-1 0 0,-1 0 0 0 0,1 1 0 0 0,-1-1 1 0 0,1 0-1 0 0,-1 0 0 0 0,0 0 1 0 0,3 14 1777 0 0,2 1-1824 0 0,35 179 1519 0 0,26 143-665 0 0,-43-219-1538 0 0,71 223-1 0 0,-88-326 287 0 0,15 37-1090 0 0,-3-22-3317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8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47 353 3225 0 0,'-4'-1'583'0'0,"1"-1"0"0"0,-1 0 0 0 0,1 0 0 0 0,0 0 0 0 0,0-1 0 0 0,0 1 0 0 0,0-1 0 0 0,0 0 0 0 0,0 0 0 0 0,1 0 0 0 0,-1 0 0 0 0,-3-7 1 0 0,5 8-394 0 0,1 1 1 0 0,-1-1 0 0 0,1 0 0 0 0,-1 1 0 0 0,1-1 0 0 0,0 0 0 0 0,0 0 0 0 0,0 1 0 0 0,0-1 0 0 0,0 0 0 0 0,0 0 0 0 0,1 0 0 0 0,-1 1 0 0 0,0-1-1 0 0,1 0 1 0 0,-1 1 0 0 0,1-1 0 0 0,0 0 0 0 0,0 1 0 0 0,0-1 0 0 0,-1 1 0 0 0,1-1 0 0 0,1 1 0 0 0,-1-1 0 0 0,0 1 0 0 0,0 0 0 0 0,0 0 0 0 0,1 0-1 0 0,-1-1 1 0 0,1 1 0 0 0,1-1 0 0 0,13-9-40 0 0,0 1 0 0 0,0 1 0 0 0,1 0 0 0 0,0 1 0 0 0,24-8-1 0 0,96-22-721 0 0,-66 19-644 0 0,-24 6 722 0 0,119-30-5759 0 0,-132 36 5229 0 0,1 1 0 0 0,64 5 6469 0 0,-99 1-5348 0 0,-16 15 3194 0 0,-35 26-1512 0 0,31-26-749 0 0,10-7-880 0 0,2-1-1 0 0,-1 2 0 0 0,1-1 0 0 0,1 1 0 0 0,-1 1 0 0 0,2-1 0 0 0,-1 1 1 0 0,-7 16-1 0 0,13-24-152 0 0,0 1 0 0 0,-1 0 0 0 0,1-1 0 0 0,0 1 0 0 0,1 0 0 0 0,-1 0 0 0 0,1-1 0 0 0,-1 1 1 0 0,1 0-1 0 0,0 0 0 0 0,0 0 0 0 0,0 0 0 0 0,0 0 0 0 0,0-1 0 0 0,1 1 0 0 0,-1 0 0 0 0,1 0 0 0 0,0 0 0 0 0,0-1 1 0 0,0 1-1 0 0,0 0 0 0 0,0-1 0 0 0,1 1 0 0 0,-1-1 0 0 0,1 1 0 0 0,0-1 0 0 0,-1 0 0 0 0,1 0 0 0 0,0 0 0 0 0,0 0 1 0 0,1 0-1 0 0,-1 0 0 0 0,0 0 0 0 0,1-1 0 0 0,-1 1 0 0 0,1-1 0 0 0,-1 0 0 0 0,1 0 0 0 0,5 2 0 0 0,-2-1 21 0 0,1 0-1 0 0,0-1 1 0 0,-1 0-1 0 0,1 0 1 0 0,0 0-1 0 0,0-1 1 0 0,0 0-1 0 0,0 0 1 0 0,0-1-1 0 0,-1 0 1 0 0,1 0-1 0 0,0-1 1 0 0,0 1-1 0 0,-1-2 1 0 0,0 1-1 0 0,1-1 1 0 0,-1 0-1 0 0,0 0 1 0 0,0 0-1 0 0,0-1 1 0 0,7-6-1 0 0,-7 5 26 0 0,1 0 0 0 0,-1 0 0 0 0,-1 0 0 0 0,1-1 0 0 0,-1 1 0 0 0,0-2-1 0 0,0 1 1 0 0,-1 0 0 0 0,0-1 0 0 0,0 0 0 0 0,-1 0 0 0 0,1 0-1 0 0,-2 0 1 0 0,1-1 0 0 0,-1 1 0 0 0,0-1 0 0 0,0 1 0 0 0,0-13 0 0 0,-2 6-72 0 0,-1 0 1 0 0,-1 0 0 0 0,-1 1 0 0 0,0-1-1 0 0,0 0 1 0 0,-1 1 0 0 0,-1 0 0 0 0,0 0 0 0 0,-1 1-1 0 0,0-1 1 0 0,-10-12 0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3T23:25:18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1 19356 0 0,'-3'9'856'0'0,"1"-5"177"0"0,1 2-825 0 0,-1-1-208 0 0,1-4 0 0 0,-1 1 0 0 0,-1-2 240 0 0,0-2 8 0 0,-1 1 0 0 0,1-7 0 0 0,6-5-248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TMP transistor based</a:t>
            </a:r>
          </a:p>
          <a:p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 thermocouple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device for measuring temperature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It comprises two dissimilar metallic wires joined together to form a junction. When the junction is heated or cooled, a small voltage is generated in the electrical circuit of the thermocouple which can be measured, and this corresponds to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1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3.png"/><Relationship Id="rId181" Type="http://schemas.openxmlformats.org/officeDocument/2006/relationships/image" Target="../media/image91.png"/><Relationship Id="rId237" Type="http://schemas.openxmlformats.org/officeDocument/2006/relationships/image" Target="../media/image119.png"/><Relationship Id="rId279" Type="http://schemas.openxmlformats.org/officeDocument/2006/relationships/image" Target="../media/image140.png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269" Type="http://schemas.openxmlformats.org/officeDocument/2006/relationships/image" Target="../media/image135.png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30.png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281" Type="http://schemas.openxmlformats.org/officeDocument/2006/relationships/image" Target="../media/image141.png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261" Type="http://schemas.openxmlformats.org/officeDocument/2006/relationships/image" Target="../media/image131.png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283" Type="http://schemas.openxmlformats.org/officeDocument/2006/relationships/image" Target="../media/image142.png"/><Relationship Id="rId78" Type="http://schemas.openxmlformats.org/officeDocument/2006/relationships/customXml" Target="../ink/ink39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273" Type="http://schemas.openxmlformats.org/officeDocument/2006/relationships/image" Target="../media/image137.png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263" Type="http://schemas.openxmlformats.org/officeDocument/2006/relationships/image" Target="../media/image132.png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4" Type="http://schemas.openxmlformats.org/officeDocument/2006/relationships/customXml" Target="../ink/ink137.xml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264" Type="http://schemas.openxmlformats.org/officeDocument/2006/relationships/customXml" Target="../ink/ink132.xml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75" Type="http://schemas.openxmlformats.org/officeDocument/2006/relationships/image" Target="../media/image138.png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265" Type="http://schemas.openxmlformats.org/officeDocument/2006/relationships/image" Target="../media/image133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55" Type="http://schemas.openxmlformats.org/officeDocument/2006/relationships/image" Target="../media/image128.png"/><Relationship Id="rId276" Type="http://schemas.openxmlformats.org/officeDocument/2006/relationships/customXml" Target="../ink/ink138.xml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277" Type="http://schemas.openxmlformats.org/officeDocument/2006/relationships/image" Target="../media/image139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267" Type="http://schemas.openxmlformats.org/officeDocument/2006/relationships/image" Target="../media/image134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278" Type="http://schemas.openxmlformats.org/officeDocument/2006/relationships/customXml" Target="../ink/ink13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0.png"/><Relationship Id="rId299" Type="http://schemas.openxmlformats.org/officeDocument/2006/relationships/image" Target="../media/image291.png"/><Relationship Id="rId21" Type="http://schemas.openxmlformats.org/officeDocument/2006/relationships/image" Target="../media/image152.png"/><Relationship Id="rId63" Type="http://schemas.openxmlformats.org/officeDocument/2006/relationships/image" Target="../media/image173.png"/><Relationship Id="rId159" Type="http://schemas.openxmlformats.org/officeDocument/2006/relationships/image" Target="../media/image221.png"/><Relationship Id="rId324" Type="http://schemas.openxmlformats.org/officeDocument/2006/relationships/customXml" Target="../ink/ink303.xml"/><Relationship Id="rId366" Type="http://schemas.openxmlformats.org/officeDocument/2006/relationships/customXml" Target="../ink/ink324.xml"/><Relationship Id="rId170" Type="http://schemas.openxmlformats.org/officeDocument/2006/relationships/customXml" Target="../ink/ink226.xml"/><Relationship Id="rId226" Type="http://schemas.openxmlformats.org/officeDocument/2006/relationships/customXml" Target="../ink/ink254.xml"/><Relationship Id="rId268" Type="http://schemas.openxmlformats.org/officeDocument/2006/relationships/customXml" Target="../ink/ink275.xml"/><Relationship Id="rId32" Type="http://schemas.openxmlformats.org/officeDocument/2006/relationships/customXml" Target="../ink/ink157.xml"/><Relationship Id="rId74" Type="http://schemas.openxmlformats.org/officeDocument/2006/relationships/customXml" Target="../ink/ink178.xml"/><Relationship Id="rId128" Type="http://schemas.openxmlformats.org/officeDocument/2006/relationships/customXml" Target="../ink/ink205.xml"/><Relationship Id="rId335" Type="http://schemas.openxmlformats.org/officeDocument/2006/relationships/image" Target="../media/image309.png"/><Relationship Id="rId5" Type="http://schemas.openxmlformats.org/officeDocument/2006/relationships/image" Target="../media/image144.png"/><Relationship Id="rId181" Type="http://schemas.openxmlformats.org/officeDocument/2006/relationships/image" Target="../media/image232.png"/><Relationship Id="rId237" Type="http://schemas.openxmlformats.org/officeDocument/2006/relationships/image" Target="../media/image260.png"/><Relationship Id="rId279" Type="http://schemas.openxmlformats.org/officeDocument/2006/relationships/image" Target="../media/image281.png"/><Relationship Id="rId43" Type="http://schemas.openxmlformats.org/officeDocument/2006/relationships/image" Target="../media/image163.png"/><Relationship Id="rId139" Type="http://schemas.openxmlformats.org/officeDocument/2006/relationships/image" Target="../media/image211.png"/><Relationship Id="rId290" Type="http://schemas.openxmlformats.org/officeDocument/2006/relationships/customXml" Target="../ink/ink286.xml"/><Relationship Id="rId304" Type="http://schemas.openxmlformats.org/officeDocument/2006/relationships/customXml" Target="../ink/ink293.xml"/><Relationship Id="rId346" Type="http://schemas.openxmlformats.org/officeDocument/2006/relationships/customXml" Target="../ink/ink314.xml"/><Relationship Id="rId85" Type="http://schemas.openxmlformats.org/officeDocument/2006/relationships/image" Target="../media/image184.png"/><Relationship Id="rId150" Type="http://schemas.openxmlformats.org/officeDocument/2006/relationships/customXml" Target="../ink/ink216.xml"/><Relationship Id="rId192" Type="http://schemas.openxmlformats.org/officeDocument/2006/relationships/customXml" Target="../ink/ink237.xml"/><Relationship Id="rId206" Type="http://schemas.openxmlformats.org/officeDocument/2006/relationships/customXml" Target="../ink/ink244.xml"/><Relationship Id="rId248" Type="http://schemas.openxmlformats.org/officeDocument/2006/relationships/customXml" Target="../ink/ink265.xml"/><Relationship Id="rId12" Type="http://schemas.openxmlformats.org/officeDocument/2006/relationships/customXml" Target="../ink/ink147.xml"/><Relationship Id="rId108" Type="http://schemas.openxmlformats.org/officeDocument/2006/relationships/customXml" Target="../ink/ink195.xml"/><Relationship Id="rId315" Type="http://schemas.openxmlformats.org/officeDocument/2006/relationships/image" Target="../media/image299.png"/><Relationship Id="rId357" Type="http://schemas.openxmlformats.org/officeDocument/2006/relationships/image" Target="../media/image320.png"/><Relationship Id="rId54" Type="http://schemas.openxmlformats.org/officeDocument/2006/relationships/customXml" Target="../ink/ink168.xml"/><Relationship Id="rId96" Type="http://schemas.openxmlformats.org/officeDocument/2006/relationships/customXml" Target="../ink/ink189.xml"/><Relationship Id="rId161" Type="http://schemas.openxmlformats.org/officeDocument/2006/relationships/image" Target="../media/image222.png"/><Relationship Id="rId217" Type="http://schemas.openxmlformats.org/officeDocument/2006/relationships/image" Target="../media/image250.png"/><Relationship Id="rId259" Type="http://schemas.openxmlformats.org/officeDocument/2006/relationships/image" Target="../media/image271.png"/><Relationship Id="rId23" Type="http://schemas.openxmlformats.org/officeDocument/2006/relationships/image" Target="../media/image153.png"/><Relationship Id="rId119" Type="http://schemas.openxmlformats.org/officeDocument/2006/relationships/image" Target="../media/image201.png"/><Relationship Id="rId270" Type="http://schemas.openxmlformats.org/officeDocument/2006/relationships/customXml" Target="../ink/ink276.xml"/><Relationship Id="rId326" Type="http://schemas.openxmlformats.org/officeDocument/2006/relationships/customXml" Target="../ink/ink304.xml"/><Relationship Id="rId65" Type="http://schemas.openxmlformats.org/officeDocument/2006/relationships/image" Target="../media/image174.png"/><Relationship Id="rId130" Type="http://schemas.openxmlformats.org/officeDocument/2006/relationships/customXml" Target="../ink/ink206.xml"/><Relationship Id="rId368" Type="http://schemas.openxmlformats.org/officeDocument/2006/relationships/customXml" Target="../ink/ink325.xml"/><Relationship Id="rId172" Type="http://schemas.openxmlformats.org/officeDocument/2006/relationships/customXml" Target="../ink/ink227.xml"/><Relationship Id="rId228" Type="http://schemas.openxmlformats.org/officeDocument/2006/relationships/customXml" Target="../ink/ink255.xml"/><Relationship Id="rId281" Type="http://schemas.openxmlformats.org/officeDocument/2006/relationships/image" Target="../media/image282.png"/><Relationship Id="rId337" Type="http://schemas.openxmlformats.org/officeDocument/2006/relationships/image" Target="../media/image310.png"/><Relationship Id="rId34" Type="http://schemas.openxmlformats.org/officeDocument/2006/relationships/customXml" Target="../ink/ink158.xml"/><Relationship Id="rId76" Type="http://schemas.openxmlformats.org/officeDocument/2006/relationships/customXml" Target="../ink/ink179.xml"/><Relationship Id="rId141" Type="http://schemas.openxmlformats.org/officeDocument/2006/relationships/image" Target="../media/image212.png"/><Relationship Id="rId7" Type="http://schemas.openxmlformats.org/officeDocument/2006/relationships/image" Target="../media/image145.png"/><Relationship Id="rId183" Type="http://schemas.openxmlformats.org/officeDocument/2006/relationships/image" Target="../media/image233.png"/><Relationship Id="rId239" Type="http://schemas.openxmlformats.org/officeDocument/2006/relationships/image" Target="../media/image261.png"/><Relationship Id="rId250" Type="http://schemas.openxmlformats.org/officeDocument/2006/relationships/customXml" Target="../ink/ink266.xml"/><Relationship Id="rId292" Type="http://schemas.openxmlformats.org/officeDocument/2006/relationships/customXml" Target="../ink/ink287.xml"/><Relationship Id="rId306" Type="http://schemas.openxmlformats.org/officeDocument/2006/relationships/customXml" Target="../ink/ink294.xml"/><Relationship Id="rId45" Type="http://schemas.openxmlformats.org/officeDocument/2006/relationships/image" Target="../media/image164.png"/><Relationship Id="rId87" Type="http://schemas.openxmlformats.org/officeDocument/2006/relationships/image" Target="../media/image185.png"/><Relationship Id="rId110" Type="http://schemas.openxmlformats.org/officeDocument/2006/relationships/customXml" Target="../ink/ink196.xml"/><Relationship Id="rId348" Type="http://schemas.openxmlformats.org/officeDocument/2006/relationships/customXml" Target="../ink/ink315.xml"/><Relationship Id="rId152" Type="http://schemas.openxmlformats.org/officeDocument/2006/relationships/customXml" Target="../ink/ink217.xml"/><Relationship Id="rId194" Type="http://schemas.openxmlformats.org/officeDocument/2006/relationships/customXml" Target="../ink/ink238.xml"/><Relationship Id="rId208" Type="http://schemas.openxmlformats.org/officeDocument/2006/relationships/customXml" Target="../ink/ink245.xml"/><Relationship Id="rId261" Type="http://schemas.openxmlformats.org/officeDocument/2006/relationships/image" Target="../media/image272.png"/><Relationship Id="rId14" Type="http://schemas.openxmlformats.org/officeDocument/2006/relationships/customXml" Target="../ink/ink148.xml"/><Relationship Id="rId56" Type="http://schemas.openxmlformats.org/officeDocument/2006/relationships/customXml" Target="../ink/ink169.xml"/><Relationship Id="rId317" Type="http://schemas.openxmlformats.org/officeDocument/2006/relationships/image" Target="../media/image300.png"/><Relationship Id="rId359" Type="http://schemas.openxmlformats.org/officeDocument/2006/relationships/image" Target="../media/image321.png"/><Relationship Id="rId98" Type="http://schemas.openxmlformats.org/officeDocument/2006/relationships/customXml" Target="../ink/ink190.xml"/><Relationship Id="rId121" Type="http://schemas.openxmlformats.org/officeDocument/2006/relationships/image" Target="../media/image202.png"/><Relationship Id="rId163" Type="http://schemas.openxmlformats.org/officeDocument/2006/relationships/image" Target="../media/image223.png"/><Relationship Id="rId219" Type="http://schemas.openxmlformats.org/officeDocument/2006/relationships/image" Target="../media/image251.png"/><Relationship Id="rId230" Type="http://schemas.openxmlformats.org/officeDocument/2006/relationships/customXml" Target="../ink/ink256.xml"/><Relationship Id="rId25" Type="http://schemas.openxmlformats.org/officeDocument/2006/relationships/image" Target="../media/image154.png"/><Relationship Id="rId67" Type="http://schemas.openxmlformats.org/officeDocument/2006/relationships/image" Target="../media/image175.png"/><Relationship Id="rId272" Type="http://schemas.openxmlformats.org/officeDocument/2006/relationships/customXml" Target="../ink/ink277.xml"/><Relationship Id="rId328" Type="http://schemas.openxmlformats.org/officeDocument/2006/relationships/customXml" Target="../ink/ink305.xml"/><Relationship Id="rId132" Type="http://schemas.openxmlformats.org/officeDocument/2006/relationships/customXml" Target="../ink/ink207.xml"/><Relationship Id="rId174" Type="http://schemas.openxmlformats.org/officeDocument/2006/relationships/customXml" Target="../ink/ink228.xml"/><Relationship Id="rId241" Type="http://schemas.openxmlformats.org/officeDocument/2006/relationships/image" Target="../media/image262.png"/><Relationship Id="rId15" Type="http://schemas.openxmlformats.org/officeDocument/2006/relationships/image" Target="../media/image149.png"/><Relationship Id="rId36" Type="http://schemas.openxmlformats.org/officeDocument/2006/relationships/customXml" Target="../ink/ink159.xml"/><Relationship Id="rId57" Type="http://schemas.openxmlformats.org/officeDocument/2006/relationships/image" Target="../media/image170.png"/><Relationship Id="rId262" Type="http://schemas.openxmlformats.org/officeDocument/2006/relationships/customXml" Target="../ink/ink272.xml"/><Relationship Id="rId283" Type="http://schemas.openxmlformats.org/officeDocument/2006/relationships/image" Target="../media/image283.png"/><Relationship Id="rId318" Type="http://schemas.openxmlformats.org/officeDocument/2006/relationships/customXml" Target="../ink/ink300.xml"/><Relationship Id="rId339" Type="http://schemas.openxmlformats.org/officeDocument/2006/relationships/image" Target="../media/image311.png"/><Relationship Id="rId78" Type="http://schemas.openxmlformats.org/officeDocument/2006/relationships/customXml" Target="../ink/ink180.xml"/><Relationship Id="rId99" Type="http://schemas.openxmlformats.org/officeDocument/2006/relationships/image" Target="../media/image191.png"/><Relationship Id="rId101" Type="http://schemas.openxmlformats.org/officeDocument/2006/relationships/image" Target="../media/image192.png"/><Relationship Id="rId122" Type="http://schemas.openxmlformats.org/officeDocument/2006/relationships/customXml" Target="../ink/ink202.xml"/><Relationship Id="rId143" Type="http://schemas.openxmlformats.org/officeDocument/2006/relationships/image" Target="../media/image213.png"/><Relationship Id="rId164" Type="http://schemas.openxmlformats.org/officeDocument/2006/relationships/customXml" Target="../ink/ink223.xml"/><Relationship Id="rId185" Type="http://schemas.openxmlformats.org/officeDocument/2006/relationships/image" Target="../media/image234.png"/><Relationship Id="rId350" Type="http://schemas.openxmlformats.org/officeDocument/2006/relationships/customXml" Target="../ink/ink316.xml"/><Relationship Id="rId9" Type="http://schemas.openxmlformats.org/officeDocument/2006/relationships/image" Target="../media/image146.png"/><Relationship Id="rId210" Type="http://schemas.openxmlformats.org/officeDocument/2006/relationships/customXml" Target="../ink/ink246.xml"/><Relationship Id="rId26" Type="http://schemas.openxmlformats.org/officeDocument/2006/relationships/customXml" Target="../ink/ink154.xml"/><Relationship Id="rId231" Type="http://schemas.openxmlformats.org/officeDocument/2006/relationships/image" Target="../media/image257.png"/><Relationship Id="rId252" Type="http://schemas.openxmlformats.org/officeDocument/2006/relationships/customXml" Target="../ink/ink267.xml"/><Relationship Id="rId273" Type="http://schemas.openxmlformats.org/officeDocument/2006/relationships/image" Target="../media/image278.png"/><Relationship Id="rId294" Type="http://schemas.openxmlformats.org/officeDocument/2006/relationships/customXml" Target="../ink/ink288.xml"/><Relationship Id="rId308" Type="http://schemas.openxmlformats.org/officeDocument/2006/relationships/customXml" Target="../ink/ink295.xml"/><Relationship Id="rId329" Type="http://schemas.openxmlformats.org/officeDocument/2006/relationships/image" Target="../media/image306.png"/><Relationship Id="rId47" Type="http://schemas.openxmlformats.org/officeDocument/2006/relationships/image" Target="../media/image165.png"/><Relationship Id="rId68" Type="http://schemas.openxmlformats.org/officeDocument/2006/relationships/customXml" Target="../ink/ink175.xml"/><Relationship Id="rId89" Type="http://schemas.openxmlformats.org/officeDocument/2006/relationships/image" Target="../media/image186.png"/><Relationship Id="rId112" Type="http://schemas.openxmlformats.org/officeDocument/2006/relationships/customXml" Target="../ink/ink197.xml"/><Relationship Id="rId133" Type="http://schemas.openxmlformats.org/officeDocument/2006/relationships/image" Target="../media/image208.png"/><Relationship Id="rId154" Type="http://schemas.openxmlformats.org/officeDocument/2006/relationships/customXml" Target="../ink/ink218.xml"/><Relationship Id="rId175" Type="http://schemas.openxmlformats.org/officeDocument/2006/relationships/image" Target="../media/image229.png"/><Relationship Id="rId340" Type="http://schemas.openxmlformats.org/officeDocument/2006/relationships/customXml" Target="../ink/ink311.xml"/><Relationship Id="rId361" Type="http://schemas.openxmlformats.org/officeDocument/2006/relationships/image" Target="../media/image322.png"/><Relationship Id="rId196" Type="http://schemas.openxmlformats.org/officeDocument/2006/relationships/customXml" Target="../ink/ink239.xml"/><Relationship Id="rId200" Type="http://schemas.openxmlformats.org/officeDocument/2006/relationships/customXml" Target="../ink/ink241.xml"/><Relationship Id="rId16" Type="http://schemas.openxmlformats.org/officeDocument/2006/relationships/customXml" Target="../ink/ink149.xml"/><Relationship Id="rId221" Type="http://schemas.openxmlformats.org/officeDocument/2006/relationships/image" Target="../media/image252.png"/><Relationship Id="rId242" Type="http://schemas.openxmlformats.org/officeDocument/2006/relationships/customXml" Target="../ink/ink262.xml"/><Relationship Id="rId263" Type="http://schemas.openxmlformats.org/officeDocument/2006/relationships/image" Target="../media/image273.png"/><Relationship Id="rId284" Type="http://schemas.openxmlformats.org/officeDocument/2006/relationships/customXml" Target="../ink/ink283.xml"/><Relationship Id="rId319" Type="http://schemas.openxmlformats.org/officeDocument/2006/relationships/image" Target="../media/image301.png"/><Relationship Id="rId37" Type="http://schemas.openxmlformats.org/officeDocument/2006/relationships/image" Target="../media/image160.png"/><Relationship Id="rId58" Type="http://schemas.openxmlformats.org/officeDocument/2006/relationships/customXml" Target="../ink/ink170.xml"/><Relationship Id="rId79" Type="http://schemas.openxmlformats.org/officeDocument/2006/relationships/image" Target="../media/image181.png"/><Relationship Id="rId102" Type="http://schemas.openxmlformats.org/officeDocument/2006/relationships/customXml" Target="../ink/ink192.xml"/><Relationship Id="rId123" Type="http://schemas.openxmlformats.org/officeDocument/2006/relationships/image" Target="../media/image203.png"/><Relationship Id="rId144" Type="http://schemas.openxmlformats.org/officeDocument/2006/relationships/customXml" Target="../ink/ink213.xml"/><Relationship Id="rId330" Type="http://schemas.openxmlformats.org/officeDocument/2006/relationships/customXml" Target="../ink/ink306.xml"/><Relationship Id="rId90" Type="http://schemas.openxmlformats.org/officeDocument/2006/relationships/customXml" Target="../ink/ink186.xml"/><Relationship Id="rId165" Type="http://schemas.openxmlformats.org/officeDocument/2006/relationships/image" Target="../media/image224.png"/><Relationship Id="rId186" Type="http://schemas.openxmlformats.org/officeDocument/2006/relationships/customXml" Target="../ink/ink234.xml"/><Relationship Id="rId351" Type="http://schemas.openxmlformats.org/officeDocument/2006/relationships/image" Target="../media/image317.png"/><Relationship Id="rId211" Type="http://schemas.openxmlformats.org/officeDocument/2006/relationships/image" Target="../media/image247.png"/><Relationship Id="rId232" Type="http://schemas.openxmlformats.org/officeDocument/2006/relationships/customXml" Target="../ink/ink257.xml"/><Relationship Id="rId253" Type="http://schemas.openxmlformats.org/officeDocument/2006/relationships/image" Target="../media/image268.png"/><Relationship Id="rId274" Type="http://schemas.openxmlformats.org/officeDocument/2006/relationships/customXml" Target="../ink/ink278.xml"/><Relationship Id="rId295" Type="http://schemas.openxmlformats.org/officeDocument/2006/relationships/image" Target="../media/image289.png"/><Relationship Id="rId309" Type="http://schemas.openxmlformats.org/officeDocument/2006/relationships/image" Target="../media/image296.png"/><Relationship Id="rId27" Type="http://schemas.openxmlformats.org/officeDocument/2006/relationships/image" Target="../media/image155.png"/><Relationship Id="rId48" Type="http://schemas.openxmlformats.org/officeDocument/2006/relationships/customXml" Target="../ink/ink165.xml"/><Relationship Id="rId69" Type="http://schemas.openxmlformats.org/officeDocument/2006/relationships/image" Target="../media/image176.png"/><Relationship Id="rId113" Type="http://schemas.openxmlformats.org/officeDocument/2006/relationships/image" Target="../media/image198.png"/><Relationship Id="rId134" Type="http://schemas.openxmlformats.org/officeDocument/2006/relationships/customXml" Target="../ink/ink208.xml"/><Relationship Id="rId320" Type="http://schemas.openxmlformats.org/officeDocument/2006/relationships/customXml" Target="../ink/ink301.xml"/><Relationship Id="rId80" Type="http://schemas.openxmlformats.org/officeDocument/2006/relationships/customXml" Target="../ink/ink181.xml"/><Relationship Id="rId155" Type="http://schemas.openxmlformats.org/officeDocument/2006/relationships/image" Target="../media/image219.png"/><Relationship Id="rId176" Type="http://schemas.openxmlformats.org/officeDocument/2006/relationships/customXml" Target="../ink/ink229.xml"/><Relationship Id="rId197" Type="http://schemas.openxmlformats.org/officeDocument/2006/relationships/image" Target="../media/image240.png"/><Relationship Id="rId341" Type="http://schemas.openxmlformats.org/officeDocument/2006/relationships/image" Target="../media/image312.png"/><Relationship Id="rId362" Type="http://schemas.openxmlformats.org/officeDocument/2006/relationships/customXml" Target="../ink/ink322.xml"/><Relationship Id="rId201" Type="http://schemas.openxmlformats.org/officeDocument/2006/relationships/image" Target="../media/image242.png"/><Relationship Id="rId222" Type="http://schemas.openxmlformats.org/officeDocument/2006/relationships/customXml" Target="../ink/ink252.xml"/><Relationship Id="rId243" Type="http://schemas.openxmlformats.org/officeDocument/2006/relationships/image" Target="../media/image263.png"/><Relationship Id="rId264" Type="http://schemas.openxmlformats.org/officeDocument/2006/relationships/customXml" Target="../ink/ink273.xml"/><Relationship Id="rId285" Type="http://schemas.openxmlformats.org/officeDocument/2006/relationships/image" Target="../media/image284.png"/><Relationship Id="rId17" Type="http://schemas.openxmlformats.org/officeDocument/2006/relationships/image" Target="../media/image150.png"/><Relationship Id="rId38" Type="http://schemas.openxmlformats.org/officeDocument/2006/relationships/customXml" Target="../ink/ink160.xml"/><Relationship Id="rId59" Type="http://schemas.openxmlformats.org/officeDocument/2006/relationships/image" Target="../media/image171.png"/><Relationship Id="rId103" Type="http://schemas.openxmlformats.org/officeDocument/2006/relationships/image" Target="../media/image193.png"/><Relationship Id="rId124" Type="http://schemas.openxmlformats.org/officeDocument/2006/relationships/customXml" Target="../ink/ink203.xml"/><Relationship Id="rId310" Type="http://schemas.openxmlformats.org/officeDocument/2006/relationships/customXml" Target="../ink/ink296.xml"/><Relationship Id="rId70" Type="http://schemas.openxmlformats.org/officeDocument/2006/relationships/customXml" Target="../ink/ink176.xml"/><Relationship Id="rId91" Type="http://schemas.openxmlformats.org/officeDocument/2006/relationships/image" Target="../media/image187.png"/><Relationship Id="rId145" Type="http://schemas.openxmlformats.org/officeDocument/2006/relationships/image" Target="../media/image214.png"/><Relationship Id="rId166" Type="http://schemas.openxmlformats.org/officeDocument/2006/relationships/customXml" Target="../ink/ink224.xml"/><Relationship Id="rId187" Type="http://schemas.openxmlformats.org/officeDocument/2006/relationships/image" Target="../media/image235.png"/><Relationship Id="rId331" Type="http://schemas.openxmlformats.org/officeDocument/2006/relationships/image" Target="../media/image307.png"/><Relationship Id="rId352" Type="http://schemas.openxmlformats.org/officeDocument/2006/relationships/customXml" Target="../ink/ink31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7.xml"/><Relationship Id="rId233" Type="http://schemas.openxmlformats.org/officeDocument/2006/relationships/image" Target="../media/image258.png"/><Relationship Id="rId254" Type="http://schemas.openxmlformats.org/officeDocument/2006/relationships/customXml" Target="../ink/ink268.xml"/><Relationship Id="rId28" Type="http://schemas.openxmlformats.org/officeDocument/2006/relationships/customXml" Target="../ink/ink155.xml"/><Relationship Id="rId49" Type="http://schemas.openxmlformats.org/officeDocument/2006/relationships/image" Target="../media/image166.png"/><Relationship Id="rId114" Type="http://schemas.openxmlformats.org/officeDocument/2006/relationships/customXml" Target="../ink/ink198.xml"/><Relationship Id="rId275" Type="http://schemas.openxmlformats.org/officeDocument/2006/relationships/image" Target="../media/image279.png"/><Relationship Id="rId296" Type="http://schemas.openxmlformats.org/officeDocument/2006/relationships/customXml" Target="../ink/ink289.xml"/><Relationship Id="rId300" Type="http://schemas.openxmlformats.org/officeDocument/2006/relationships/customXml" Target="../ink/ink291.xml"/><Relationship Id="rId60" Type="http://schemas.openxmlformats.org/officeDocument/2006/relationships/customXml" Target="../ink/ink171.xml"/><Relationship Id="rId81" Type="http://schemas.openxmlformats.org/officeDocument/2006/relationships/image" Target="../media/image182.png"/><Relationship Id="rId135" Type="http://schemas.openxmlformats.org/officeDocument/2006/relationships/image" Target="../media/image209.png"/><Relationship Id="rId156" Type="http://schemas.openxmlformats.org/officeDocument/2006/relationships/customXml" Target="../ink/ink219.xml"/><Relationship Id="rId177" Type="http://schemas.openxmlformats.org/officeDocument/2006/relationships/image" Target="../media/image230.png"/><Relationship Id="rId198" Type="http://schemas.openxmlformats.org/officeDocument/2006/relationships/customXml" Target="../ink/ink240.xml"/><Relationship Id="rId321" Type="http://schemas.openxmlformats.org/officeDocument/2006/relationships/image" Target="../media/image302.png"/><Relationship Id="rId342" Type="http://schemas.openxmlformats.org/officeDocument/2006/relationships/customXml" Target="../ink/ink312.xml"/><Relationship Id="rId363" Type="http://schemas.openxmlformats.org/officeDocument/2006/relationships/image" Target="../media/image323.png"/><Relationship Id="rId202" Type="http://schemas.openxmlformats.org/officeDocument/2006/relationships/customXml" Target="../ink/ink242.xml"/><Relationship Id="rId223" Type="http://schemas.openxmlformats.org/officeDocument/2006/relationships/image" Target="../media/image253.png"/><Relationship Id="rId244" Type="http://schemas.openxmlformats.org/officeDocument/2006/relationships/customXml" Target="../ink/ink263.xml"/><Relationship Id="rId18" Type="http://schemas.openxmlformats.org/officeDocument/2006/relationships/customXml" Target="../ink/ink150.xml"/><Relationship Id="rId39" Type="http://schemas.openxmlformats.org/officeDocument/2006/relationships/image" Target="../media/image161.png"/><Relationship Id="rId265" Type="http://schemas.openxmlformats.org/officeDocument/2006/relationships/image" Target="../media/image274.png"/><Relationship Id="rId286" Type="http://schemas.openxmlformats.org/officeDocument/2006/relationships/customXml" Target="../ink/ink284.xml"/><Relationship Id="rId50" Type="http://schemas.openxmlformats.org/officeDocument/2006/relationships/customXml" Target="../ink/ink166.xml"/><Relationship Id="rId104" Type="http://schemas.openxmlformats.org/officeDocument/2006/relationships/customXml" Target="../ink/ink193.xml"/><Relationship Id="rId125" Type="http://schemas.openxmlformats.org/officeDocument/2006/relationships/image" Target="../media/image204.png"/><Relationship Id="rId146" Type="http://schemas.openxmlformats.org/officeDocument/2006/relationships/customXml" Target="../ink/ink214.xml"/><Relationship Id="rId167" Type="http://schemas.openxmlformats.org/officeDocument/2006/relationships/image" Target="../media/image225.png"/><Relationship Id="rId188" Type="http://schemas.openxmlformats.org/officeDocument/2006/relationships/customXml" Target="../ink/ink235.xml"/><Relationship Id="rId311" Type="http://schemas.openxmlformats.org/officeDocument/2006/relationships/image" Target="../media/image297.png"/><Relationship Id="rId332" Type="http://schemas.openxmlformats.org/officeDocument/2006/relationships/customXml" Target="../ink/ink307.xml"/><Relationship Id="rId353" Type="http://schemas.openxmlformats.org/officeDocument/2006/relationships/image" Target="../media/image318.png"/><Relationship Id="rId71" Type="http://schemas.openxmlformats.org/officeDocument/2006/relationships/image" Target="../media/image177.png"/><Relationship Id="rId92" Type="http://schemas.openxmlformats.org/officeDocument/2006/relationships/customXml" Target="../ink/ink187.xml"/><Relationship Id="rId213" Type="http://schemas.openxmlformats.org/officeDocument/2006/relationships/image" Target="../media/image248.png"/><Relationship Id="rId234" Type="http://schemas.openxmlformats.org/officeDocument/2006/relationships/customXml" Target="../ink/ink258.xml"/><Relationship Id="rId2" Type="http://schemas.openxmlformats.org/officeDocument/2006/relationships/customXml" Target="../ink/ink142.xml"/><Relationship Id="rId29" Type="http://schemas.openxmlformats.org/officeDocument/2006/relationships/image" Target="../media/image156.png"/><Relationship Id="rId255" Type="http://schemas.openxmlformats.org/officeDocument/2006/relationships/image" Target="../media/image269.png"/><Relationship Id="rId276" Type="http://schemas.openxmlformats.org/officeDocument/2006/relationships/customXml" Target="../ink/ink279.xml"/><Relationship Id="rId297" Type="http://schemas.openxmlformats.org/officeDocument/2006/relationships/image" Target="../media/image290.png"/><Relationship Id="rId40" Type="http://schemas.openxmlformats.org/officeDocument/2006/relationships/customXml" Target="../ink/ink161.xml"/><Relationship Id="rId115" Type="http://schemas.openxmlformats.org/officeDocument/2006/relationships/image" Target="../media/image199.png"/><Relationship Id="rId136" Type="http://schemas.openxmlformats.org/officeDocument/2006/relationships/customXml" Target="../ink/ink209.xml"/><Relationship Id="rId157" Type="http://schemas.openxmlformats.org/officeDocument/2006/relationships/image" Target="../media/image220.png"/><Relationship Id="rId178" Type="http://schemas.openxmlformats.org/officeDocument/2006/relationships/customXml" Target="../ink/ink230.xml"/><Relationship Id="rId301" Type="http://schemas.openxmlformats.org/officeDocument/2006/relationships/image" Target="../media/image292.png"/><Relationship Id="rId322" Type="http://schemas.openxmlformats.org/officeDocument/2006/relationships/customXml" Target="../ink/ink302.xml"/><Relationship Id="rId343" Type="http://schemas.openxmlformats.org/officeDocument/2006/relationships/image" Target="../media/image313.png"/><Relationship Id="rId364" Type="http://schemas.openxmlformats.org/officeDocument/2006/relationships/customXml" Target="../ink/ink323.xml"/><Relationship Id="rId61" Type="http://schemas.openxmlformats.org/officeDocument/2006/relationships/image" Target="../media/image172.png"/><Relationship Id="rId82" Type="http://schemas.openxmlformats.org/officeDocument/2006/relationships/customXml" Target="../ink/ink182.xml"/><Relationship Id="rId199" Type="http://schemas.openxmlformats.org/officeDocument/2006/relationships/image" Target="../media/image241.png"/><Relationship Id="rId203" Type="http://schemas.openxmlformats.org/officeDocument/2006/relationships/image" Target="../media/image243.png"/><Relationship Id="rId19" Type="http://schemas.openxmlformats.org/officeDocument/2006/relationships/image" Target="../media/image151.png"/><Relationship Id="rId224" Type="http://schemas.openxmlformats.org/officeDocument/2006/relationships/customXml" Target="../ink/ink253.xml"/><Relationship Id="rId245" Type="http://schemas.openxmlformats.org/officeDocument/2006/relationships/image" Target="../media/image264.png"/><Relationship Id="rId266" Type="http://schemas.openxmlformats.org/officeDocument/2006/relationships/customXml" Target="../ink/ink274.xml"/><Relationship Id="rId287" Type="http://schemas.openxmlformats.org/officeDocument/2006/relationships/image" Target="../media/image285.png"/><Relationship Id="rId30" Type="http://schemas.openxmlformats.org/officeDocument/2006/relationships/customXml" Target="../ink/ink156.xml"/><Relationship Id="rId105" Type="http://schemas.openxmlformats.org/officeDocument/2006/relationships/image" Target="../media/image194.png"/><Relationship Id="rId126" Type="http://schemas.openxmlformats.org/officeDocument/2006/relationships/customXml" Target="../ink/ink204.xml"/><Relationship Id="rId147" Type="http://schemas.openxmlformats.org/officeDocument/2006/relationships/image" Target="../media/image215.png"/><Relationship Id="rId168" Type="http://schemas.openxmlformats.org/officeDocument/2006/relationships/customXml" Target="../ink/ink225.xml"/><Relationship Id="rId312" Type="http://schemas.openxmlformats.org/officeDocument/2006/relationships/customXml" Target="../ink/ink297.xml"/><Relationship Id="rId333" Type="http://schemas.openxmlformats.org/officeDocument/2006/relationships/image" Target="../media/image308.png"/><Relationship Id="rId354" Type="http://schemas.openxmlformats.org/officeDocument/2006/relationships/customXml" Target="../ink/ink318.xml"/><Relationship Id="rId51" Type="http://schemas.openxmlformats.org/officeDocument/2006/relationships/image" Target="../media/image167.png"/><Relationship Id="rId72" Type="http://schemas.openxmlformats.org/officeDocument/2006/relationships/customXml" Target="../ink/ink177.xml"/><Relationship Id="rId93" Type="http://schemas.openxmlformats.org/officeDocument/2006/relationships/image" Target="../media/image188.png"/><Relationship Id="rId189" Type="http://schemas.openxmlformats.org/officeDocument/2006/relationships/image" Target="../media/image236.png"/><Relationship Id="rId3" Type="http://schemas.openxmlformats.org/officeDocument/2006/relationships/image" Target="../media/image143.png"/><Relationship Id="rId214" Type="http://schemas.openxmlformats.org/officeDocument/2006/relationships/customXml" Target="../ink/ink248.xml"/><Relationship Id="rId235" Type="http://schemas.openxmlformats.org/officeDocument/2006/relationships/image" Target="../media/image259.png"/><Relationship Id="rId256" Type="http://schemas.openxmlformats.org/officeDocument/2006/relationships/customXml" Target="../ink/ink269.xml"/><Relationship Id="rId277" Type="http://schemas.openxmlformats.org/officeDocument/2006/relationships/image" Target="../media/image280.png"/><Relationship Id="rId298" Type="http://schemas.openxmlformats.org/officeDocument/2006/relationships/customXml" Target="../ink/ink290.xml"/><Relationship Id="rId116" Type="http://schemas.openxmlformats.org/officeDocument/2006/relationships/customXml" Target="../ink/ink199.xml"/><Relationship Id="rId137" Type="http://schemas.openxmlformats.org/officeDocument/2006/relationships/image" Target="../media/image210.png"/><Relationship Id="rId158" Type="http://schemas.openxmlformats.org/officeDocument/2006/relationships/customXml" Target="../ink/ink220.xml"/><Relationship Id="rId302" Type="http://schemas.openxmlformats.org/officeDocument/2006/relationships/customXml" Target="../ink/ink292.xml"/><Relationship Id="rId323" Type="http://schemas.openxmlformats.org/officeDocument/2006/relationships/image" Target="../media/image303.png"/><Relationship Id="rId344" Type="http://schemas.openxmlformats.org/officeDocument/2006/relationships/customXml" Target="../ink/ink313.xml"/><Relationship Id="rId20" Type="http://schemas.openxmlformats.org/officeDocument/2006/relationships/customXml" Target="../ink/ink151.xml"/><Relationship Id="rId41" Type="http://schemas.openxmlformats.org/officeDocument/2006/relationships/image" Target="../media/image162.png"/><Relationship Id="rId62" Type="http://schemas.openxmlformats.org/officeDocument/2006/relationships/customXml" Target="../ink/ink172.xml"/><Relationship Id="rId83" Type="http://schemas.openxmlformats.org/officeDocument/2006/relationships/image" Target="../media/image183.png"/><Relationship Id="rId179" Type="http://schemas.openxmlformats.org/officeDocument/2006/relationships/image" Target="../media/image231.png"/><Relationship Id="rId365" Type="http://schemas.openxmlformats.org/officeDocument/2006/relationships/image" Target="../media/image324.png"/><Relationship Id="rId190" Type="http://schemas.openxmlformats.org/officeDocument/2006/relationships/customXml" Target="../ink/ink236.xml"/><Relationship Id="rId204" Type="http://schemas.openxmlformats.org/officeDocument/2006/relationships/customXml" Target="../ink/ink243.xml"/><Relationship Id="rId225" Type="http://schemas.openxmlformats.org/officeDocument/2006/relationships/image" Target="../media/image254.png"/><Relationship Id="rId246" Type="http://schemas.openxmlformats.org/officeDocument/2006/relationships/customXml" Target="../ink/ink264.xml"/><Relationship Id="rId267" Type="http://schemas.openxmlformats.org/officeDocument/2006/relationships/image" Target="../media/image275.png"/><Relationship Id="rId288" Type="http://schemas.openxmlformats.org/officeDocument/2006/relationships/customXml" Target="../ink/ink285.xml"/><Relationship Id="rId106" Type="http://schemas.openxmlformats.org/officeDocument/2006/relationships/customXml" Target="../ink/ink194.xml"/><Relationship Id="rId127" Type="http://schemas.openxmlformats.org/officeDocument/2006/relationships/image" Target="../media/image205.png"/><Relationship Id="rId313" Type="http://schemas.openxmlformats.org/officeDocument/2006/relationships/image" Target="../media/image298.png"/><Relationship Id="rId10" Type="http://schemas.openxmlformats.org/officeDocument/2006/relationships/customXml" Target="../ink/ink146.xml"/><Relationship Id="rId31" Type="http://schemas.openxmlformats.org/officeDocument/2006/relationships/image" Target="../media/image157.png"/><Relationship Id="rId52" Type="http://schemas.openxmlformats.org/officeDocument/2006/relationships/customXml" Target="../ink/ink167.xml"/><Relationship Id="rId73" Type="http://schemas.openxmlformats.org/officeDocument/2006/relationships/image" Target="../media/image178.png"/><Relationship Id="rId94" Type="http://schemas.openxmlformats.org/officeDocument/2006/relationships/customXml" Target="../ink/ink188.xml"/><Relationship Id="rId148" Type="http://schemas.openxmlformats.org/officeDocument/2006/relationships/customXml" Target="../ink/ink215.xml"/><Relationship Id="rId169" Type="http://schemas.openxmlformats.org/officeDocument/2006/relationships/image" Target="../media/image226.png"/><Relationship Id="rId334" Type="http://schemas.openxmlformats.org/officeDocument/2006/relationships/customXml" Target="../ink/ink308.xml"/><Relationship Id="rId355" Type="http://schemas.openxmlformats.org/officeDocument/2006/relationships/image" Target="../media/image319.png"/><Relationship Id="rId4" Type="http://schemas.openxmlformats.org/officeDocument/2006/relationships/customXml" Target="../ink/ink143.xml"/><Relationship Id="rId180" Type="http://schemas.openxmlformats.org/officeDocument/2006/relationships/customXml" Target="../ink/ink231.xml"/><Relationship Id="rId215" Type="http://schemas.openxmlformats.org/officeDocument/2006/relationships/image" Target="../media/image249.png"/><Relationship Id="rId236" Type="http://schemas.openxmlformats.org/officeDocument/2006/relationships/customXml" Target="../ink/ink259.xml"/><Relationship Id="rId257" Type="http://schemas.openxmlformats.org/officeDocument/2006/relationships/image" Target="../media/image270.png"/><Relationship Id="rId278" Type="http://schemas.openxmlformats.org/officeDocument/2006/relationships/customXml" Target="../ink/ink280.xml"/><Relationship Id="rId303" Type="http://schemas.openxmlformats.org/officeDocument/2006/relationships/image" Target="../media/image293.png"/><Relationship Id="rId42" Type="http://schemas.openxmlformats.org/officeDocument/2006/relationships/customXml" Target="../ink/ink162.xml"/><Relationship Id="rId84" Type="http://schemas.openxmlformats.org/officeDocument/2006/relationships/customXml" Target="../ink/ink183.xml"/><Relationship Id="rId138" Type="http://schemas.openxmlformats.org/officeDocument/2006/relationships/customXml" Target="../ink/ink210.xml"/><Relationship Id="rId345" Type="http://schemas.openxmlformats.org/officeDocument/2006/relationships/image" Target="../media/image314.png"/><Relationship Id="rId191" Type="http://schemas.openxmlformats.org/officeDocument/2006/relationships/image" Target="../media/image237.png"/><Relationship Id="rId205" Type="http://schemas.openxmlformats.org/officeDocument/2006/relationships/image" Target="../media/image244.png"/><Relationship Id="rId247" Type="http://schemas.openxmlformats.org/officeDocument/2006/relationships/image" Target="../media/image265.png"/><Relationship Id="rId107" Type="http://schemas.openxmlformats.org/officeDocument/2006/relationships/image" Target="../media/image195.png"/><Relationship Id="rId289" Type="http://schemas.openxmlformats.org/officeDocument/2006/relationships/image" Target="../media/image286.png"/><Relationship Id="rId11" Type="http://schemas.openxmlformats.org/officeDocument/2006/relationships/image" Target="../media/image147.png"/><Relationship Id="rId53" Type="http://schemas.openxmlformats.org/officeDocument/2006/relationships/image" Target="../media/image168.png"/><Relationship Id="rId149" Type="http://schemas.openxmlformats.org/officeDocument/2006/relationships/image" Target="../media/image216.png"/><Relationship Id="rId314" Type="http://schemas.openxmlformats.org/officeDocument/2006/relationships/customXml" Target="../ink/ink298.xml"/><Relationship Id="rId356" Type="http://schemas.openxmlformats.org/officeDocument/2006/relationships/customXml" Target="../ink/ink319.xml"/><Relationship Id="rId95" Type="http://schemas.openxmlformats.org/officeDocument/2006/relationships/image" Target="../media/image189.png"/><Relationship Id="rId160" Type="http://schemas.openxmlformats.org/officeDocument/2006/relationships/customXml" Target="../ink/ink221.xml"/><Relationship Id="rId216" Type="http://schemas.openxmlformats.org/officeDocument/2006/relationships/customXml" Target="../ink/ink249.xml"/><Relationship Id="rId258" Type="http://schemas.openxmlformats.org/officeDocument/2006/relationships/customXml" Target="../ink/ink270.xml"/><Relationship Id="rId22" Type="http://schemas.openxmlformats.org/officeDocument/2006/relationships/customXml" Target="../ink/ink152.xml"/><Relationship Id="rId64" Type="http://schemas.openxmlformats.org/officeDocument/2006/relationships/customXml" Target="../ink/ink173.xml"/><Relationship Id="rId118" Type="http://schemas.openxmlformats.org/officeDocument/2006/relationships/customXml" Target="../ink/ink200.xml"/><Relationship Id="rId325" Type="http://schemas.openxmlformats.org/officeDocument/2006/relationships/image" Target="../media/image304.png"/><Relationship Id="rId367" Type="http://schemas.openxmlformats.org/officeDocument/2006/relationships/image" Target="../media/image325.png"/><Relationship Id="rId171" Type="http://schemas.openxmlformats.org/officeDocument/2006/relationships/image" Target="../media/image227.png"/><Relationship Id="rId227" Type="http://schemas.openxmlformats.org/officeDocument/2006/relationships/image" Target="../media/image255.png"/><Relationship Id="rId269" Type="http://schemas.openxmlformats.org/officeDocument/2006/relationships/image" Target="../media/image276.png"/><Relationship Id="rId33" Type="http://schemas.openxmlformats.org/officeDocument/2006/relationships/image" Target="../media/image158.png"/><Relationship Id="rId129" Type="http://schemas.openxmlformats.org/officeDocument/2006/relationships/image" Target="../media/image206.png"/><Relationship Id="rId280" Type="http://schemas.openxmlformats.org/officeDocument/2006/relationships/customXml" Target="../ink/ink281.xml"/><Relationship Id="rId336" Type="http://schemas.openxmlformats.org/officeDocument/2006/relationships/customXml" Target="../ink/ink309.xml"/><Relationship Id="rId75" Type="http://schemas.openxmlformats.org/officeDocument/2006/relationships/image" Target="../media/image179.png"/><Relationship Id="rId140" Type="http://schemas.openxmlformats.org/officeDocument/2006/relationships/customXml" Target="../ink/ink211.xml"/><Relationship Id="rId182" Type="http://schemas.openxmlformats.org/officeDocument/2006/relationships/customXml" Target="../ink/ink232.xml"/><Relationship Id="rId6" Type="http://schemas.openxmlformats.org/officeDocument/2006/relationships/customXml" Target="../ink/ink144.xml"/><Relationship Id="rId238" Type="http://schemas.openxmlformats.org/officeDocument/2006/relationships/customXml" Target="../ink/ink260.xml"/><Relationship Id="rId291" Type="http://schemas.openxmlformats.org/officeDocument/2006/relationships/image" Target="../media/image287.png"/><Relationship Id="rId305" Type="http://schemas.openxmlformats.org/officeDocument/2006/relationships/image" Target="../media/image294.png"/><Relationship Id="rId347" Type="http://schemas.openxmlformats.org/officeDocument/2006/relationships/image" Target="../media/image315.png"/><Relationship Id="rId44" Type="http://schemas.openxmlformats.org/officeDocument/2006/relationships/customXml" Target="../ink/ink163.xml"/><Relationship Id="rId86" Type="http://schemas.openxmlformats.org/officeDocument/2006/relationships/customXml" Target="../ink/ink184.xml"/><Relationship Id="rId151" Type="http://schemas.openxmlformats.org/officeDocument/2006/relationships/image" Target="../media/image217.png"/><Relationship Id="rId193" Type="http://schemas.openxmlformats.org/officeDocument/2006/relationships/image" Target="../media/image238.png"/><Relationship Id="rId207" Type="http://schemas.openxmlformats.org/officeDocument/2006/relationships/image" Target="../media/image245.png"/><Relationship Id="rId249" Type="http://schemas.openxmlformats.org/officeDocument/2006/relationships/image" Target="../media/image266.png"/><Relationship Id="rId13" Type="http://schemas.openxmlformats.org/officeDocument/2006/relationships/image" Target="../media/image148.png"/><Relationship Id="rId109" Type="http://schemas.openxmlformats.org/officeDocument/2006/relationships/image" Target="../media/image196.png"/><Relationship Id="rId260" Type="http://schemas.openxmlformats.org/officeDocument/2006/relationships/customXml" Target="../ink/ink271.xml"/><Relationship Id="rId316" Type="http://schemas.openxmlformats.org/officeDocument/2006/relationships/customXml" Target="../ink/ink299.xml"/><Relationship Id="rId55" Type="http://schemas.openxmlformats.org/officeDocument/2006/relationships/image" Target="../media/image169.png"/><Relationship Id="rId97" Type="http://schemas.openxmlformats.org/officeDocument/2006/relationships/image" Target="../media/image190.png"/><Relationship Id="rId120" Type="http://schemas.openxmlformats.org/officeDocument/2006/relationships/customXml" Target="../ink/ink201.xml"/><Relationship Id="rId358" Type="http://schemas.openxmlformats.org/officeDocument/2006/relationships/customXml" Target="../ink/ink320.xml"/><Relationship Id="rId162" Type="http://schemas.openxmlformats.org/officeDocument/2006/relationships/customXml" Target="../ink/ink222.xml"/><Relationship Id="rId218" Type="http://schemas.openxmlformats.org/officeDocument/2006/relationships/customXml" Target="../ink/ink250.xml"/><Relationship Id="rId271" Type="http://schemas.openxmlformats.org/officeDocument/2006/relationships/image" Target="../media/image277.png"/><Relationship Id="rId24" Type="http://schemas.openxmlformats.org/officeDocument/2006/relationships/customXml" Target="../ink/ink153.xml"/><Relationship Id="rId66" Type="http://schemas.openxmlformats.org/officeDocument/2006/relationships/customXml" Target="../ink/ink174.xml"/><Relationship Id="rId131" Type="http://schemas.openxmlformats.org/officeDocument/2006/relationships/image" Target="../media/image207.png"/><Relationship Id="rId327" Type="http://schemas.openxmlformats.org/officeDocument/2006/relationships/image" Target="../media/image305.png"/><Relationship Id="rId369" Type="http://schemas.openxmlformats.org/officeDocument/2006/relationships/image" Target="../media/image326.png"/><Relationship Id="rId173" Type="http://schemas.openxmlformats.org/officeDocument/2006/relationships/image" Target="../media/image228.png"/><Relationship Id="rId229" Type="http://schemas.openxmlformats.org/officeDocument/2006/relationships/image" Target="../media/image256.png"/><Relationship Id="rId240" Type="http://schemas.openxmlformats.org/officeDocument/2006/relationships/customXml" Target="../ink/ink261.xml"/><Relationship Id="rId35" Type="http://schemas.openxmlformats.org/officeDocument/2006/relationships/image" Target="../media/image159.png"/><Relationship Id="rId77" Type="http://schemas.openxmlformats.org/officeDocument/2006/relationships/image" Target="../media/image180.png"/><Relationship Id="rId100" Type="http://schemas.openxmlformats.org/officeDocument/2006/relationships/customXml" Target="../ink/ink191.xml"/><Relationship Id="rId282" Type="http://schemas.openxmlformats.org/officeDocument/2006/relationships/customXml" Target="../ink/ink282.xml"/><Relationship Id="rId338" Type="http://schemas.openxmlformats.org/officeDocument/2006/relationships/customXml" Target="../ink/ink310.xml"/><Relationship Id="rId8" Type="http://schemas.openxmlformats.org/officeDocument/2006/relationships/customXml" Target="../ink/ink145.xml"/><Relationship Id="rId142" Type="http://schemas.openxmlformats.org/officeDocument/2006/relationships/customXml" Target="../ink/ink212.xml"/><Relationship Id="rId184" Type="http://schemas.openxmlformats.org/officeDocument/2006/relationships/customXml" Target="../ink/ink233.xml"/><Relationship Id="rId251" Type="http://schemas.openxmlformats.org/officeDocument/2006/relationships/image" Target="../media/image267.png"/><Relationship Id="rId46" Type="http://schemas.openxmlformats.org/officeDocument/2006/relationships/customXml" Target="../ink/ink164.xml"/><Relationship Id="rId293" Type="http://schemas.openxmlformats.org/officeDocument/2006/relationships/image" Target="../media/image288.png"/><Relationship Id="rId307" Type="http://schemas.openxmlformats.org/officeDocument/2006/relationships/image" Target="../media/image295.png"/><Relationship Id="rId349" Type="http://schemas.openxmlformats.org/officeDocument/2006/relationships/image" Target="../media/image316.png"/><Relationship Id="rId88" Type="http://schemas.openxmlformats.org/officeDocument/2006/relationships/customXml" Target="../ink/ink185.xml"/><Relationship Id="rId111" Type="http://schemas.openxmlformats.org/officeDocument/2006/relationships/image" Target="../media/image197.png"/><Relationship Id="rId153" Type="http://schemas.openxmlformats.org/officeDocument/2006/relationships/image" Target="../media/image218.png"/><Relationship Id="rId195" Type="http://schemas.openxmlformats.org/officeDocument/2006/relationships/image" Target="../media/image239.png"/><Relationship Id="rId209" Type="http://schemas.openxmlformats.org/officeDocument/2006/relationships/image" Target="../media/image246.png"/><Relationship Id="rId360" Type="http://schemas.openxmlformats.org/officeDocument/2006/relationships/customXml" Target="../ink/ink321.xml"/><Relationship Id="rId220" Type="http://schemas.openxmlformats.org/officeDocument/2006/relationships/customXml" Target="../ink/ink25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4.png"/><Relationship Id="rId299" Type="http://schemas.openxmlformats.org/officeDocument/2006/relationships/image" Target="../media/image475.png"/><Relationship Id="rId21" Type="http://schemas.openxmlformats.org/officeDocument/2006/relationships/image" Target="../media/image336.png"/><Relationship Id="rId63" Type="http://schemas.openxmlformats.org/officeDocument/2006/relationships/image" Target="../media/image357.png"/><Relationship Id="rId159" Type="http://schemas.openxmlformats.org/officeDocument/2006/relationships/image" Target="../media/image405.png"/><Relationship Id="rId170" Type="http://schemas.openxmlformats.org/officeDocument/2006/relationships/customXml" Target="../ink/ink410.xml"/><Relationship Id="rId226" Type="http://schemas.openxmlformats.org/officeDocument/2006/relationships/customXml" Target="../ink/ink438.xml"/><Relationship Id="rId268" Type="http://schemas.openxmlformats.org/officeDocument/2006/relationships/customXml" Target="../ink/ink459.xml"/><Relationship Id="rId32" Type="http://schemas.openxmlformats.org/officeDocument/2006/relationships/customXml" Target="../ink/ink341.xml"/><Relationship Id="rId74" Type="http://schemas.openxmlformats.org/officeDocument/2006/relationships/customXml" Target="../ink/ink362.xml"/><Relationship Id="rId128" Type="http://schemas.openxmlformats.org/officeDocument/2006/relationships/customXml" Target="../ink/ink389.xml"/><Relationship Id="rId5" Type="http://schemas.openxmlformats.org/officeDocument/2006/relationships/image" Target="../media/image328.png"/><Relationship Id="rId181" Type="http://schemas.openxmlformats.org/officeDocument/2006/relationships/image" Target="../media/image416.png"/><Relationship Id="rId237" Type="http://schemas.openxmlformats.org/officeDocument/2006/relationships/image" Target="../media/image444.png"/><Relationship Id="rId279" Type="http://schemas.openxmlformats.org/officeDocument/2006/relationships/image" Target="../media/image465.png"/><Relationship Id="rId43" Type="http://schemas.openxmlformats.org/officeDocument/2006/relationships/image" Target="../media/image347.png"/><Relationship Id="rId139" Type="http://schemas.openxmlformats.org/officeDocument/2006/relationships/image" Target="../media/image395.png"/><Relationship Id="rId290" Type="http://schemas.openxmlformats.org/officeDocument/2006/relationships/customXml" Target="../ink/ink470.xml"/><Relationship Id="rId304" Type="http://schemas.openxmlformats.org/officeDocument/2006/relationships/customXml" Target="../ink/ink477.xml"/><Relationship Id="rId85" Type="http://schemas.openxmlformats.org/officeDocument/2006/relationships/image" Target="../media/image368.png"/><Relationship Id="rId150" Type="http://schemas.openxmlformats.org/officeDocument/2006/relationships/customXml" Target="../ink/ink400.xml"/><Relationship Id="rId192" Type="http://schemas.openxmlformats.org/officeDocument/2006/relationships/customXml" Target="../ink/ink421.xml"/><Relationship Id="rId206" Type="http://schemas.openxmlformats.org/officeDocument/2006/relationships/customXml" Target="../ink/ink428.xml"/><Relationship Id="rId248" Type="http://schemas.openxmlformats.org/officeDocument/2006/relationships/customXml" Target="../ink/ink449.xml"/><Relationship Id="rId12" Type="http://schemas.openxmlformats.org/officeDocument/2006/relationships/customXml" Target="../ink/ink331.xml"/><Relationship Id="rId108" Type="http://schemas.openxmlformats.org/officeDocument/2006/relationships/customXml" Target="../ink/ink379.xml"/><Relationship Id="rId54" Type="http://schemas.openxmlformats.org/officeDocument/2006/relationships/customXml" Target="../ink/ink352.xml"/><Relationship Id="rId96" Type="http://schemas.openxmlformats.org/officeDocument/2006/relationships/customXml" Target="../ink/ink373.xml"/><Relationship Id="rId161" Type="http://schemas.openxmlformats.org/officeDocument/2006/relationships/image" Target="../media/image406.png"/><Relationship Id="rId217" Type="http://schemas.openxmlformats.org/officeDocument/2006/relationships/image" Target="../media/image434.png"/><Relationship Id="rId259" Type="http://schemas.openxmlformats.org/officeDocument/2006/relationships/image" Target="../media/image455.png"/><Relationship Id="rId23" Type="http://schemas.openxmlformats.org/officeDocument/2006/relationships/image" Target="../media/image337.png"/><Relationship Id="rId119" Type="http://schemas.openxmlformats.org/officeDocument/2006/relationships/image" Target="../media/image385.png"/><Relationship Id="rId270" Type="http://schemas.openxmlformats.org/officeDocument/2006/relationships/customXml" Target="../ink/ink460.xml"/><Relationship Id="rId291" Type="http://schemas.openxmlformats.org/officeDocument/2006/relationships/image" Target="../media/image471.png"/><Relationship Id="rId305" Type="http://schemas.openxmlformats.org/officeDocument/2006/relationships/image" Target="../media/image478.png"/><Relationship Id="rId44" Type="http://schemas.openxmlformats.org/officeDocument/2006/relationships/customXml" Target="../ink/ink347.xml"/><Relationship Id="rId65" Type="http://schemas.openxmlformats.org/officeDocument/2006/relationships/image" Target="../media/image358.png"/><Relationship Id="rId86" Type="http://schemas.openxmlformats.org/officeDocument/2006/relationships/customXml" Target="../ink/ink368.xml"/><Relationship Id="rId130" Type="http://schemas.openxmlformats.org/officeDocument/2006/relationships/customXml" Target="../ink/ink390.xml"/><Relationship Id="rId151" Type="http://schemas.openxmlformats.org/officeDocument/2006/relationships/image" Target="../media/image401.png"/><Relationship Id="rId172" Type="http://schemas.openxmlformats.org/officeDocument/2006/relationships/customXml" Target="../ink/ink411.xml"/><Relationship Id="rId193" Type="http://schemas.openxmlformats.org/officeDocument/2006/relationships/image" Target="../media/image422.png"/><Relationship Id="rId207" Type="http://schemas.openxmlformats.org/officeDocument/2006/relationships/image" Target="../media/image429.png"/><Relationship Id="rId228" Type="http://schemas.openxmlformats.org/officeDocument/2006/relationships/customXml" Target="../ink/ink439.xml"/><Relationship Id="rId249" Type="http://schemas.openxmlformats.org/officeDocument/2006/relationships/image" Target="../media/image450.png"/><Relationship Id="rId13" Type="http://schemas.openxmlformats.org/officeDocument/2006/relationships/image" Target="../media/image332.png"/><Relationship Id="rId109" Type="http://schemas.openxmlformats.org/officeDocument/2006/relationships/image" Target="../media/image380.png"/><Relationship Id="rId260" Type="http://schemas.openxmlformats.org/officeDocument/2006/relationships/customXml" Target="../ink/ink455.xml"/><Relationship Id="rId281" Type="http://schemas.openxmlformats.org/officeDocument/2006/relationships/image" Target="../media/image466.png"/><Relationship Id="rId34" Type="http://schemas.openxmlformats.org/officeDocument/2006/relationships/customXml" Target="../ink/ink342.xml"/><Relationship Id="rId55" Type="http://schemas.openxmlformats.org/officeDocument/2006/relationships/image" Target="../media/image353.png"/><Relationship Id="rId76" Type="http://schemas.openxmlformats.org/officeDocument/2006/relationships/customXml" Target="../ink/ink363.xml"/><Relationship Id="rId97" Type="http://schemas.openxmlformats.org/officeDocument/2006/relationships/image" Target="../media/image374.png"/><Relationship Id="rId120" Type="http://schemas.openxmlformats.org/officeDocument/2006/relationships/customXml" Target="../ink/ink385.xml"/><Relationship Id="rId141" Type="http://schemas.openxmlformats.org/officeDocument/2006/relationships/image" Target="../media/image396.png"/><Relationship Id="rId7" Type="http://schemas.openxmlformats.org/officeDocument/2006/relationships/image" Target="../media/image329.png"/><Relationship Id="rId162" Type="http://schemas.openxmlformats.org/officeDocument/2006/relationships/customXml" Target="../ink/ink406.xml"/><Relationship Id="rId183" Type="http://schemas.openxmlformats.org/officeDocument/2006/relationships/image" Target="../media/image417.png"/><Relationship Id="rId218" Type="http://schemas.openxmlformats.org/officeDocument/2006/relationships/customXml" Target="../ink/ink434.xml"/><Relationship Id="rId239" Type="http://schemas.openxmlformats.org/officeDocument/2006/relationships/image" Target="../media/image445.png"/><Relationship Id="rId250" Type="http://schemas.openxmlformats.org/officeDocument/2006/relationships/customXml" Target="../ink/ink450.xml"/><Relationship Id="rId271" Type="http://schemas.openxmlformats.org/officeDocument/2006/relationships/image" Target="../media/image461.png"/><Relationship Id="rId292" Type="http://schemas.openxmlformats.org/officeDocument/2006/relationships/customXml" Target="../ink/ink471.xml"/><Relationship Id="rId306" Type="http://schemas.openxmlformats.org/officeDocument/2006/relationships/customXml" Target="../ink/ink478.xml"/><Relationship Id="rId24" Type="http://schemas.openxmlformats.org/officeDocument/2006/relationships/customXml" Target="../ink/ink337.xml"/><Relationship Id="rId45" Type="http://schemas.openxmlformats.org/officeDocument/2006/relationships/image" Target="../media/image348.png"/><Relationship Id="rId66" Type="http://schemas.openxmlformats.org/officeDocument/2006/relationships/customXml" Target="../ink/ink358.xml"/><Relationship Id="rId87" Type="http://schemas.openxmlformats.org/officeDocument/2006/relationships/image" Target="../media/image369.png"/><Relationship Id="rId110" Type="http://schemas.openxmlformats.org/officeDocument/2006/relationships/customXml" Target="../ink/ink380.xml"/><Relationship Id="rId131" Type="http://schemas.openxmlformats.org/officeDocument/2006/relationships/image" Target="../media/image391.png"/><Relationship Id="rId152" Type="http://schemas.openxmlformats.org/officeDocument/2006/relationships/customXml" Target="../ink/ink401.xml"/><Relationship Id="rId173" Type="http://schemas.openxmlformats.org/officeDocument/2006/relationships/image" Target="../media/image412.png"/><Relationship Id="rId194" Type="http://schemas.openxmlformats.org/officeDocument/2006/relationships/customXml" Target="../ink/ink422.xml"/><Relationship Id="rId208" Type="http://schemas.openxmlformats.org/officeDocument/2006/relationships/customXml" Target="../ink/ink429.xml"/><Relationship Id="rId229" Type="http://schemas.openxmlformats.org/officeDocument/2006/relationships/image" Target="../media/image440.png"/><Relationship Id="rId240" Type="http://schemas.openxmlformats.org/officeDocument/2006/relationships/customXml" Target="../ink/ink445.xml"/><Relationship Id="rId261" Type="http://schemas.openxmlformats.org/officeDocument/2006/relationships/image" Target="../media/image456.png"/><Relationship Id="rId14" Type="http://schemas.openxmlformats.org/officeDocument/2006/relationships/customXml" Target="../ink/ink332.xml"/><Relationship Id="rId35" Type="http://schemas.openxmlformats.org/officeDocument/2006/relationships/image" Target="../media/image343.png"/><Relationship Id="rId56" Type="http://schemas.openxmlformats.org/officeDocument/2006/relationships/customXml" Target="../ink/ink353.xml"/><Relationship Id="rId77" Type="http://schemas.openxmlformats.org/officeDocument/2006/relationships/image" Target="../media/image364.png"/><Relationship Id="rId100" Type="http://schemas.openxmlformats.org/officeDocument/2006/relationships/customXml" Target="../ink/ink375.xml"/><Relationship Id="rId282" Type="http://schemas.openxmlformats.org/officeDocument/2006/relationships/customXml" Target="../ink/ink466.xml"/><Relationship Id="rId8" Type="http://schemas.openxmlformats.org/officeDocument/2006/relationships/customXml" Target="../ink/ink329.xml"/><Relationship Id="rId98" Type="http://schemas.openxmlformats.org/officeDocument/2006/relationships/customXml" Target="../ink/ink374.xml"/><Relationship Id="rId121" Type="http://schemas.openxmlformats.org/officeDocument/2006/relationships/image" Target="../media/image386.png"/><Relationship Id="rId142" Type="http://schemas.openxmlformats.org/officeDocument/2006/relationships/customXml" Target="../ink/ink396.xml"/><Relationship Id="rId163" Type="http://schemas.openxmlformats.org/officeDocument/2006/relationships/image" Target="../media/image407.png"/><Relationship Id="rId184" Type="http://schemas.openxmlformats.org/officeDocument/2006/relationships/customXml" Target="../ink/ink417.xml"/><Relationship Id="rId219" Type="http://schemas.openxmlformats.org/officeDocument/2006/relationships/image" Target="../media/image435.png"/><Relationship Id="rId230" Type="http://schemas.openxmlformats.org/officeDocument/2006/relationships/customXml" Target="../ink/ink440.xml"/><Relationship Id="rId251" Type="http://schemas.openxmlformats.org/officeDocument/2006/relationships/image" Target="../media/image451.png"/><Relationship Id="rId25" Type="http://schemas.openxmlformats.org/officeDocument/2006/relationships/image" Target="../media/image338.png"/><Relationship Id="rId46" Type="http://schemas.openxmlformats.org/officeDocument/2006/relationships/customXml" Target="../ink/ink348.xml"/><Relationship Id="rId67" Type="http://schemas.openxmlformats.org/officeDocument/2006/relationships/image" Target="../media/image359.png"/><Relationship Id="rId272" Type="http://schemas.openxmlformats.org/officeDocument/2006/relationships/customXml" Target="../ink/ink461.xml"/><Relationship Id="rId293" Type="http://schemas.openxmlformats.org/officeDocument/2006/relationships/image" Target="../media/image472.png"/><Relationship Id="rId307" Type="http://schemas.openxmlformats.org/officeDocument/2006/relationships/image" Target="../media/image479.png"/><Relationship Id="rId88" Type="http://schemas.openxmlformats.org/officeDocument/2006/relationships/customXml" Target="../ink/ink369.xml"/><Relationship Id="rId111" Type="http://schemas.openxmlformats.org/officeDocument/2006/relationships/image" Target="../media/image381.png"/><Relationship Id="rId132" Type="http://schemas.openxmlformats.org/officeDocument/2006/relationships/customXml" Target="../ink/ink391.xml"/><Relationship Id="rId153" Type="http://schemas.openxmlformats.org/officeDocument/2006/relationships/image" Target="../media/image402.png"/><Relationship Id="rId174" Type="http://schemas.openxmlformats.org/officeDocument/2006/relationships/customXml" Target="../ink/ink412.xml"/><Relationship Id="rId195" Type="http://schemas.openxmlformats.org/officeDocument/2006/relationships/image" Target="../media/image423.png"/><Relationship Id="rId209" Type="http://schemas.openxmlformats.org/officeDocument/2006/relationships/image" Target="../media/image430.png"/><Relationship Id="rId220" Type="http://schemas.openxmlformats.org/officeDocument/2006/relationships/customXml" Target="../ink/ink435.xml"/><Relationship Id="rId241" Type="http://schemas.openxmlformats.org/officeDocument/2006/relationships/image" Target="../media/image446.png"/><Relationship Id="rId15" Type="http://schemas.openxmlformats.org/officeDocument/2006/relationships/image" Target="../media/image333.png"/><Relationship Id="rId36" Type="http://schemas.openxmlformats.org/officeDocument/2006/relationships/customXml" Target="../ink/ink343.xml"/><Relationship Id="rId57" Type="http://schemas.openxmlformats.org/officeDocument/2006/relationships/image" Target="../media/image354.png"/><Relationship Id="rId262" Type="http://schemas.openxmlformats.org/officeDocument/2006/relationships/customXml" Target="../ink/ink456.xml"/><Relationship Id="rId283" Type="http://schemas.openxmlformats.org/officeDocument/2006/relationships/image" Target="../media/image467.png"/><Relationship Id="rId78" Type="http://schemas.openxmlformats.org/officeDocument/2006/relationships/customXml" Target="../ink/ink364.xml"/><Relationship Id="rId99" Type="http://schemas.openxmlformats.org/officeDocument/2006/relationships/image" Target="../media/image375.png"/><Relationship Id="rId101" Type="http://schemas.openxmlformats.org/officeDocument/2006/relationships/image" Target="../media/image376.png"/><Relationship Id="rId122" Type="http://schemas.openxmlformats.org/officeDocument/2006/relationships/customXml" Target="../ink/ink386.xml"/><Relationship Id="rId143" Type="http://schemas.openxmlformats.org/officeDocument/2006/relationships/image" Target="../media/image397.png"/><Relationship Id="rId164" Type="http://schemas.openxmlformats.org/officeDocument/2006/relationships/customXml" Target="../ink/ink407.xml"/><Relationship Id="rId185" Type="http://schemas.openxmlformats.org/officeDocument/2006/relationships/image" Target="../media/image418.png"/><Relationship Id="rId9" Type="http://schemas.openxmlformats.org/officeDocument/2006/relationships/image" Target="../media/image330.png"/><Relationship Id="rId210" Type="http://schemas.openxmlformats.org/officeDocument/2006/relationships/customXml" Target="../ink/ink430.xml"/><Relationship Id="rId26" Type="http://schemas.openxmlformats.org/officeDocument/2006/relationships/customXml" Target="../ink/ink338.xml"/><Relationship Id="rId231" Type="http://schemas.openxmlformats.org/officeDocument/2006/relationships/image" Target="../media/image441.png"/><Relationship Id="rId252" Type="http://schemas.openxmlformats.org/officeDocument/2006/relationships/customXml" Target="../ink/ink451.xml"/><Relationship Id="rId273" Type="http://schemas.openxmlformats.org/officeDocument/2006/relationships/image" Target="../media/image462.png"/><Relationship Id="rId294" Type="http://schemas.openxmlformats.org/officeDocument/2006/relationships/customXml" Target="../ink/ink472.xml"/><Relationship Id="rId47" Type="http://schemas.openxmlformats.org/officeDocument/2006/relationships/image" Target="../media/image349.png"/><Relationship Id="rId68" Type="http://schemas.openxmlformats.org/officeDocument/2006/relationships/customXml" Target="../ink/ink359.xml"/><Relationship Id="rId89" Type="http://schemas.openxmlformats.org/officeDocument/2006/relationships/image" Target="../media/image370.png"/><Relationship Id="rId112" Type="http://schemas.openxmlformats.org/officeDocument/2006/relationships/customXml" Target="../ink/ink381.xml"/><Relationship Id="rId133" Type="http://schemas.openxmlformats.org/officeDocument/2006/relationships/image" Target="../media/image392.png"/><Relationship Id="rId154" Type="http://schemas.openxmlformats.org/officeDocument/2006/relationships/customXml" Target="../ink/ink402.xml"/><Relationship Id="rId175" Type="http://schemas.openxmlformats.org/officeDocument/2006/relationships/image" Target="../media/image413.png"/><Relationship Id="rId196" Type="http://schemas.openxmlformats.org/officeDocument/2006/relationships/customXml" Target="../ink/ink423.xml"/><Relationship Id="rId200" Type="http://schemas.openxmlformats.org/officeDocument/2006/relationships/customXml" Target="../ink/ink425.xml"/><Relationship Id="rId16" Type="http://schemas.openxmlformats.org/officeDocument/2006/relationships/customXml" Target="../ink/ink333.xml"/><Relationship Id="rId221" Type="http://schemas.openxmlformats.org/officeDocument/2006/relationships/image" Target="../media/image436.png"/><Relationship Id="rId242" Type="http://schemas.openxmlformats.org/officeDocument/2006/relationships/customXml" Target="../ink/ink446.xml"/><Relationship Id="rId263" Type="http://schemas.openxmlformats.org/officeDocument/2006/relationships/image" Target="../media/image457.png"/><Relationship Id="rId284" Type="http://schemas.openxmlformats.org/officeDocument/2006/relationships/customXml" Target="../ink/ink467.xml"/><Relationship Id="rId37" Type="http://schemas.openxmlformats.org/officeDocument/2006/relationships/image" Target="../media/image344.png"/><Relationship Id="rId58" Type="http://schemas.openxmlformats.org/officeDocument/2006/relationships/customXml" Target="../ink/ink354.xml"/><Relationship Id="rId79" Type="http://schemas.openxmlformats.org/officeDocument/2006/relationships/image" Target="../media/image365.png"/><Relationship Id="rId102" Type="http://schemas.openxmlformats.org/officeDocument/2006/relationships/customXml" Target="../ink/ink376.xml"/><Relationship Id="rId123" Type="http://schemas.openxmlformats.org/officeDocument/2006/relationships/image" Target="../media/image387.png"/><Relationship Id="rId144" Type="http://schemas.openxmlformats.org/officeDocument/2006/relationships/customXml" Target="../ink/ink397.xml"/><Relationship Id="rId90" Type="http://schemas.openxmlformats.org/officeDocument/2006/relationships/customXml" Target="../ink/ink370.xml"/><Relationship Id="rId165" Type="http://schemas.openxmlformats.org/officeDocument/2006/relationships/image" Target="../media/image408.png"/><Relationship Id="rId186" Type="http://schemas.openxmlformats.org/officeDocument/2006/relationships/customXml" Target="../ink/ink418.xml"/><Relationship Id="rId211" Type="http://schemas.openxmlformats.org/officeDocument/2006/relationships/image" Target="../media/image431.png"/><Relationship Id="rId232" Type="http://schemas.openxmlformats.org/officeDocument/2006/relationships/customXml" Target="../ink/ink441.xml"/><Relationship Id="rId253" Type="http://schemas.openxmlformats.org/officeDocument/2006/relationships/image" Target="../media/image452.png"/><Relationship Id="rId274" Type="http://schemas.openxmlformats.org/officeDocument/2006/relationships/customXml" Target="../ink/ink462.xml"/><Relationship Id="rId295" Type="http://schemas.openxmlformats.org/officeDocument/2006/relationships/image" Target="../media/image473.png"/><Relationship Id="rId27" Type="http://schemas.openxmlformats.org/officeDocument/2006/relationships/image" Target="../media/image339.png"/><Relationship Id="rId48" Type="http://schemas.openxmlformats.org/officeDocument/2006/relationships/customXml" Target="../ink/ink349.xml"/><Relationship Id="rId69" Type="http://schemas.openxmlformats.org/officeDocument/2006/relationships/image" Target="../media/image360.png"/><Relationship Id="rId113" Type="http://schemas.openxmlformats.org/officeDocument/2006/relationships/image" Target="../media/image382.png"/><Relationship Id="rId134" Type="http://schemas.openxmlformats.org/officeDocument/2006/relationships/customXml" Target="../ink/ink392.xml"/><Relationship Id="rId80" Type="http://schemas.openxmlformats.org/officeDocument/2006/relationships/customXml" Target="../ink/ink365.xml"/><Relationship Id="rId155" Type="http://schemas.openxmlformats.org/officeDocument/2006/relationships/image" Target="../media/image403.png"/><Relationship Id="rId176" Type="http://schemas.openxmlformats.org/officeDocument/2006/relationships/customXml" Target="../ink/ink413.xml"/><Relationship Id="rId197" Type="http://schemas.openxmlformats.org/officeDocument/2006/relationships/image" Target="../media/image424.png"/><Relationship Id="rId201" Type="http://schemas.openxmlformats.org/officeDocument/2006/relationships/image" Target="../media/image426.png"/><Relationship Id="rId222" Type="http://schemas.openxmlformats.org/officeDocument/2006/relationships/customXml" Target="../ink/ink436.xml"/><Relationship Id="rId243" Type="http://schemas.openxmlformats.org/officeDocument/2006/relationships/image" Target="../media/image447.png"/><Relationship Id="rId264" Type="http://schemas.openxmlformats.org/officeDocument/2006/relationships/customXml" Target="../ink/ink457.xml"/><Relationship Id="rId285" Type="http://schemas.openxmlformats.org/officeDocument/2006/relationships/image" Target="../media/image468.png"/><Relationship Id="rId17" Type="http://schemas.openxmlformats.org/officeDocument/2006/relationships/image" Target="../media/image334.png"/><Relationship Id="rId38" Type="http://schemas.openxmlformats.org/officeDocument/2006/relationships/customXml" Target="../ink/ink344.xml"/><Relationship Id="rId59" Type="http://schemas.openxmlformats.org/officeDocument/2006/relationships/image" Target="../media/image355.png"/><Relationship Id="rId103" Type="http://schemas.openxmlformats.org/officeDocument/2006/relationships/image" Target="../media/image377.png"/><Relationship Id="rId124" Type="http://schemas.openxmlformats.org/officeDocument/2006/relationships/customXml" Target="../ink/ink387.xml"/><Relationship Id="rId70" Type="http://schemas.openxmlformats.org/officeDocument/2006/relationships/customXml" Target="../ink/ink360.xml"/><Relationship Id="rId91" Type="http://schemas.openxmlformats.org/officeDocument/2006/relationships/image" Target="../media/image371.png"/><Relationship Id="rId145" Type="http://schemas.openxmlformats.org/officeDocument/2006/relationships/image" Target="../media/image398.png"/><Relationship Id="rId166" Type="http://schemas.openxmlformats.org/officeDocument/2006/relationships/customXml" Target="../ink/ink408.xml"/><Relationship Id="rId187" Type="http://schemas.openxmlformats.org/officeDocument/2006/relationships/image" Target="../media/image41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31.xml"/><Relationship Id="rId233" Type="http://schemas.openxmlformats.org/officeDocument/2006/relationships/image" Target="../media/image442.png"/><Relationship Id="rId254" Type="http://schemas.openxmlformats.org/officeDocument/2006/relationships/customXml" Target="../ink/ink452.xml"/><Relationship Id="rId28" Type="http://schemas.openxmlformats.org/officeDocument/2006/relationships/customXml" Target="../ink/ink339.xml"/><Relationship Id="rId49" Type="http://schemas.openxmlformats.org/officeDocument/2006/relationships/image" Target="../media/image350.png"/><Relationship Id="rId114" Type="http://schemas.openxmlformats.org/officeDocument/2006/relationships/customXml" Target="../ink/ink382.xml"/><Relationship Id="rId275" Type="http://schemas.openxmlformats.org/officeDocument/2006/relationships/image" Target="../media/image463.png"/><Relationship Id="rId296" Type="http://schemas.openxmlformats.org/officeDocument/2006/relationships/customXml" Target="../ink/ink473.xml"/><Relationship Id="rId300" Type="http://schemas.openxmlformats.org/officeDocument/2006/relationships/customXml" Target="../ink/ink475.xml"/><Relationship Id="rId60" Type="http://schemas.openxmlformats.org/officeDocument/2006/relationships/customXml" Target="../ink/ink355.xml"/><Relationship Id="rId81" Type="http://schemas.openxmlformats.org/officeDocument/2006/relationships/image" Target="../media/image366.png"/><Relationship Id="rId135" Type="http://schemas.openxmlformats.org/officeDocument/2006/relationships/image" Target="../media/image393.png"/><Relationship Id="rId156" Type="http://schemas.openxmlformats.org/officeDocument/2006/relationships/customXml" Target="../ink/ink403.xml"/><Relationship Id="rId177" Type="http://schemas.openxmlformats.org/officeDocument/2006/relationships/image" Target="../media/image414.png"/><Relationship Id="rId198" Type="http://schemas.openxmlformats.org/officeDocument/2006/relationships/customXml" Target="../ink/ink424.xml"/><Relationship Id="rId202" Type="http://schemas.openxmlformats.org/officeDocument/2006/relationships/customXml" Target="../ink/ink426.xml"/><Relationship Id="rId223" Type="http://schemas.openxmlformats.org/officeDocument/2006/relationships/image" Target="../media/image437.png"/><Relationship Id="rId244" Type="http://schemas.openxmlformats.org/officeDocument/2006/relationships/customXml" Target="../ink/ink447.xml"/><Relationship Id="rId18" Type="http://schemas.openxmlformats.org/officeDocument/2006/relationships/customXml" Target="../ink/ink334.xml"/><Relationship Id="rId39" Type="http://schemas.openxmlformats.org/officeDocument/2006/relationships/image" Target="../media/image345.png"/><Relationship Id="rId265" Type="http://schemas.openxmlformats.org/officeDocument/2006/relationships/image" Target="../media/image458.png"/><Relationship Id="rId286" Type="http://schemas.openxmlformats.org/officeDocument/2006/relationships/customXml" Target="../ink/ink468.xml"/><Relationship Id="rId50" Type="http://schemas.openxmlformats.org/officeDocument/2006/relationships/customXml" Target="../ink/ink350.xml"/><Relationship Id="rId104" Type="http://schemas.openxmlformats.org/officeDocument/2006/relationships/customXml" Target="../ink/ink377.xml"/><Relationship Id="rId125" Type="http://schemas.openxmlformats.org/officeDocument/2006/relationships/image" Target="../media/image388.png"/><Relationship Id="rId146" Type="http://schemas.openxmlformats.org/officeDocument/2006/relationships/customXml" Target="../ink/ink398.xml"/><Relationship Id="rId167" Type="http://schemas.openxmlformats.org/officeDocument/2006/relationships/image" Target="../media/image409.png"/><Relationship Id="rId188" Type="http://schemas.openxmlformats.org/officeDocument/2006/relationships/customXml" Target="../ink/ink419.xml"/><Relationship Id="rId71" Type="http://schemas.openxmlformats.org/officeDocument/2006/relationships/image" Target="../media/image361.png"/><Relationship Id="rId92" Type="http://schemas.openxmlformats.org/officeDocument/2006/relationships/customXml" Target="../ink/ink371.xml"/><Relationship Id="rId213" Type="http://schemas.openxmlformats.org/officeDocument/2006/relationships/image" Target="../media/image432.png"/><Relationship Id="rId234" Type="http://schemas.openxmlformats.org/officeDocument/2006/relationships/customXml" Target="../ink/ink442.xml"/><Relationship Id="rId2" Type="http://schemas.openxmlformats.org/officeDocument/2006/relationships/customXml" Target="../ink/ink326.xml"/><Relationship Id="rId29" Type="http://schemas.openxmlformats.org/officeDocument/2006/relationships/image" Target="../media/image340.png"/><Relationship Id="rId255" Type="http://schemas.openxmlformats.org/officeDocument/2006/relationships/image" Target="../media/image453.png"/><Relationship Id="rId276" Type="http://schemas.openxmlformats.org/officeDocument/2006/relationships/customXml" Target="../ink/ink463.xml"/><Relationship Id="rId297" Type="http://schemas.openxmlformats.org/officeDocument/2006/relationships/image" Target="../media/image474.png"/><Relationship Id="rId40" Type="http://schemas.openxmlformats.org/officeDocument/2006/relationships/customXml" Target="../ink/ink345.xml"/><Relationship Id="rId115" Type="http://schemas.openxmlformats.org/officeDocument/2006/relationships/image" Target="../media/image383.png"/><Relationship Id="rId136" Type="http://schemas.openxmlformats.org/officeDocument/2006/relationships/customXml" Target="../ink/ink393.xml"/><Relationship Id="rId157" Type="http://schemas.openxmlformats.org/officeDocument/2006/relationships/image" Target="../media/image404.png"/><Relationship Id="rId178" Type="http://schemas.openxmlformats.org/officeDocument/2006/relationships/customXml" Target="../ink/ink414.xml"/><Relationship Id="rId301" Type="http://schemas.openxmlformats.org/officeDocument/2006/relationships/image" Target="../media/image476.png"/><Relationship Id="rId61" Type="http://schemas.openxmlformats.org/officeDocument/2006/relationships/image" Target="../media/image356.png"/><Relationship Id="rId82" Type="http://schemas.openxmlformats.org/officeDocument/2006/relationships/customXml" Target="../ink/ink366.xml"/><Relationship Id="rId199" Type="http://schemas.openxmlformats.org/officeDocument/2006/relationships/image" Target="../media/image425.png"/><Relationship Id="rId203" Type="http://schemas.openxmlformats.org/officeDocument/2006/relationships/image" Target="../media/image427.png"/><Relationship Id="rId19" Type="http://schemas.openxmlformats.org/officeDocument/2006/relationships/image" Target="../media/image335.png"/><Relationship Id="rId224" Type="http://schemas.openxmlformats.org/officeDocument/2006/relationships/customXml" Target="../ink/ink437.xml"/><Relationship Id="rId245" Type="http://schemas.openxmlformats.org/officeDocument/2006/relationships/image" Target="../media/image448.png"/><Relationship Id="rId266" Type="http://schemas.openxmlformats.org/officeDocument/2006/relationships/customXml" Target="../ink/ink458.xml"/><Relationship Id="rId287" Type="http://schemas.openxmlformats.org/officeDocument/2006/relationships/image" Target="../media/image469.png"/><Relationship Id="rId30" Type="http://schemas.openxmlformats.org/officeDocument/2006/relationships/customXml" Target="../ink/ink340.xml"/><Relationship Id="rId105" Type="http://schemas.openxmlformats.org/officeDocument/2006/relationships/image" Target="../media/image378.png"/><Relationship Id="rId126" Type="http://schemas.openxmlformats.org/officeDocument/2006/relationships/customXml" Target="../ink/ink388.xml"/><Relationship Id="rId147" Type="http://schemas.openxmlformats.org/officeDocument/2006/relationships/image" Target="../media/image399.png"/><Relationship Id="rId168" Type="http://schemas.openxmlformats.org/officeDocument/2006/relationships/customXml" Target="../ink/ink409.xml"/><Relationship Id="rId51" Type="http://schemas.openxmlformats.org/officeDocument/2006/relationships/image" Target="../media/image351.png"/><Relationship Id="rId72" Type="http://schemas.openxmlformats.org/officeDocument/2006/relationships/customXml" Target="../ink/ink361.xml"/><Relationship Id="rId93" Type="http://schemas.openxmlformats.org/officeDocument/2006/relationships/image" Target="../media/image372.png"/><Relationship Id="rId189" Type="http://schemas.openxmlformats.org/officeDocument/2006/relationships/image" Target="../media/image420.png"/><Relationship Id="rId3" Type="http://schemas.openxmlformats.org/officeDocument/2006/relationships/image" Target="../media/image327.png"/><Relationship Id="rId214" Type="http://schemas.openxmlformats.org/officeDocument/2006/relationships/customXml" Target="../ink/ink432.xml"/><Relationship Id="rId235" Type="http://schemas.openxmlformats.org/officeDocument/2006/relationships/image" Target="../media/image443.png"/><Relationship Id="rId256" Type="http://schemas.openxmlformats.org/officeDocument/2006/relationships/customXml" Target="../ink/ink453.xml"/><Relationship Id="rId277" Type="http://schemas.openxmlformats.org/officeDocument/2006/relationships/image" Target="../media/image464.png"/><Relationship Id="rId298" Type="http://schemas.openxmlformats.org/officeDocument/2006/relationships/customXml" Target="../ink/ink474.xml"/><Relationship Id="rId116" Type="http://schemas.openxmlformats.org/officeDocument/2006/relationships/customXml" Target="../ink/ink383.xml"/><Relationship Id="rId137" Type="http://schemas.openxmlformats.org/officeDocument/2006/relationships/image" Target="../media/image394.png"/><Relationship Id="rId158" Type="http://schemas.openxmlformats.org/officeDocument/2006/relationships/customXml" Target="../ink/ink404.xml"/><Relationship Id="rId302" Type="http://schemas.openxmlformats.org/officeDocument/2006/relationships/customXml" Target="../ink/ink476.xml"/><Relationship Id="rId20" Type="http://schemas.openxmlformats.org/officeDocument/2006/relationships/customXml" Target="../ink/ink335.xml"/><Relationship Id="rId41" Type="http://schemas.openxmlformats.org/officeDocument/2006/relationships/image" Target="../media/image346.png"/><Relationship Id="rId62" Type="http://schemas.openxmlformats.org/officeDocument/2006/relationships/customXml" Target="../ink/ink356.xml"/><Relationship Id="rId83" Type="http://schemas.openxmlformats.org/officeDocument/2006/relationships/image" Target="../media/image367.png"/><Relationship Id="rId179" Type="http://schemas.openxmlformats.org/officeDocument/2006/relationships/image" Target="../media/image415.png"/><Relationship Id="rId190" Type="http://schemas.openxmlformats.org/officeDocument/2006/relationships/customXml" Target="../ink/ink420.xml"/><Relationship Id="rId204" Type="http://schemas.openxmlformats.org/officeDocument/2006/relationships/customXml" Target="../ink/ink427.xml"/><Relationship Id="rId225" Type="http://schemas.openxmlformats.org/officeDocument/2006/relationships/image" Target="../media/image438.png"/><Relationship Id="rId246" Type="http://schemas.openxmlformats.org/officeDocument/2006/relationships/customXml" Target="../ink/ink448.xml"/><Relationship Id="rId267" Type="http://schemas.openxmlformats.org/officeDocument/2006/relationships/image" Target="../media/image459.png"/><Relationship Id="rId288" Type="http://schemas.openxmlformats.org/officeDocument/2006/relationships/customXml" Target="../ink/ink469.xml"/><Relationship Id="rId106" Type="http://schemas.openxmlformats.org/officeDocument/2006/relationships/customXml" Target="../ink/ink378.xml"/><Relationship Id="rId127" Type="http://schemas.openxmlformats.org/officeDocument/2006/relationships/image" Target="../media/image389.png"/><Relationship Id="rId10" Type="http://schemas.openxmlformats.org/officeDocument/2006/relationships/customXml" Target="../ink/ink330.xml"/><Relationship Id="rId31" Type="http://schemas.openxmlformats.org/officeDocument/2006/relationships/image" Target="../media/image341.png"/><Relationship Id="rId52" Type="http://schemas.openxmlformats.org/officeDocument/2006/relationships/customXml" Target="../ink/ink351.xml"/><Relationship Id="rId73" Type="http://schemas.openxmlformats.org/officeDocument/2006/relationships/image" Target="../media/image362.png"/><Relationship Id="rId94" Type="http://schemas.openxmlformats.org/officeDocument/2006/relationships/customXml" Target="../ink/ink372.xml"/><Relationship Id="rId148" Type="http://schemas.openxmlformats.org/officeDocument/2006/relationships/customXml" Target="../ink/ink399.xml"/><Relationship Id="rId169" Type="http://schemas.openxmlformats.org/officeDocument/2006/relationships/image" Target="../media/image410.png"/><Relationship Id="rId4" Type="http://schemas.openxmlformats.org/officeDocument/2006/relationships/customXml" Target="../ink/ink327.xml"/><Relationship Id="rId180" Type="http://schemas.openxmlformats.org/officeDocument/2006/relationships/customXml" Target="../ink/ink415.xml"/><Relationship Id="rId215" Type="http://schemas.openxmlformats.org/officeDocument/2006/relationships/image" Target="../media/image433.png"/><Relationship Id="rId236" Type="http://schemas.openxmlformats.org/officeDocument/2006/relationships/customXml" Target="../ink/ink443.xml"/><Relationship Id="rId257" Type="http://schemas.openxmlformats.org/officeDocument/2006/relationships/image" Target="../media/image454.png"/><Relationship Id="rId278" Type="http://schemas.openxmlformats.org/officeDocument/2006/relationships/customXml" Target="../ink/ink464.xml"/><Relationship Id="rId303" Type="http://schemas.openxmlformats.org/officeDocument/2006/relationships/image" Target="../media/image477.png"/><Relationship Id="rId42" Type="http://schemas.openxmlformats.org/officeDocument/2006/relationships/customXml" Target="../ink/ink346.xml"/><Relationship Id="rId84" Type="http://schemas.openxmlformats.org/officeDocument/2006/relationships/customXml" Target="../ink/ink367.xml"/><Relationship Id="rId138" Type="http://schemas.openxmlformats.org/officeDocument/2006/relationships/customXml" Target="../ink/ink394.xml"/><Relationship Id="rId191" Type="http://schemas.openxmlformats.org/officeDocument/2006/relationships/image" Target="../media/image421.png"/><Relationship Id="rId205" Type="http://schemas.openxmlformats.org/officeDocument/2006/relationships/image" Target="../media/image428.png"/><Relationship Id="rId247" Type="http://schemas.openxmlformats.org/officeDocument/2006/relationships/image" Target="../media/image449.png"/><Relationship Id="rId107" Type="http://schemas.openxmlformats.org/officeDocument/2006/relationships/image" Target="../media/image379.png"/><Relationship Id="rId289" Type="http://schemas.openxmlformats.org/officeDocument/2006/relationships/image" Target="../media/image470.png"/><Relationship Id="rId11" Type="http://schemas.openxmlformats.org/officeDocument/2006/relationships/image" Target="../media/image331.png"/><Relationship Id="rId53" Type="http://schemas.openxmlformats.org/officeDocument/2006/relationships/image" Target="../media/image352.png"/><Relationship Id="rId149" Type="http://schemas.openxmlformats.org/officeDocument/2006/relationships/image" Target="../media/image400.png"/><Relationship Id="rId95" Type="http://schemas.openxmlformats.org/officeDocument/2006/relationships/image" Target="../media/image373.png"/><Relationship Id="rId160" Type="http://schemas.openxmlformats.org/officeDocument/2006/relationships/customXml" Target="../ink/ink405.xml"/><Relationship Id="rId216" Type="http://schemas.openxmlformats.org/officeDocument/2006/relationships/customXml" Target="../ink/ink433.xml"/><Relationship Id="rId258" Type="http://schemas.openxmlformats.org/officeDocument/2006/relationships/customXml" Target="../ink/ink454.xml"/><Relationship Id="rId22" Type="http://schemas.openxmlformats.org/officeDocument/2006/relationships/customXml" Target="../ink/ink336.xml"/><Relationship Id="rId64" Type="http://schemas.openxmlformats.org/officeDocument/2006/relationships/customXml" Target="../ink/ink357.xml"/><Relationship Id="rId118" Type="http://schemas.openxmlformats.org/officeDocument/2006/relationships/customXml" Target="../ink/ink384.xml"/><Relationship Id="rId171" Type="http://schemas.openxmlformats.org/officeDocument/2006/relationships/image" Target="../media/image411.png"/><Relationship Id="rId227" Type="http://schemas.openxmlformats.org/officeDocument/2006/relationships/image" Target="../media/image439.png"/><Relationship Id="rId269" Type="http://schemas.openxmlformats.org/officeDocument/2006/relationships/image" Target="../media/image460.png"/><Relationship Id="rId33" Type="http://schemas.openxmlformats.org/officeDocument/2006/relationships/image" Target="../media/image342.png"/><Relationship Id="rId129" Type="http://schemas.openxmlformats.org/officeDocument/2006/relationships/image" Target="../media/image390.png"/><Relationship Id="rId280" Type="http://schemas.openxmlformats.org/officeDocument/2006/relationships/customXml" Target="../ink/ink465.xml"/><Relationship Id="rId75" Type="http://schemas.openxmlformats.org/officeDocument/2006/relationships/image" Target="../media/image363.png"/><Relationship Id="rId140" Type="http://schemas.openxmlformats.org/officeDocument/2006/relationships/customXml" Target="../ink/ink395.xml"/><Relationship Id="rId182" Type="http://schemas.openxmlformats.org/officeDocument/2006/relationships/customXml" Target="../ink/ink416.xml"/><Relationship Id="rId6" Type="http://schemas.openxmlformats.org/officeDocument/2006/relationships/customXml" Target="../ink/ink328.xml"/><Relationship Id="rId238" Type="http://schemas.openxmlformats.org/officeDocument/2006/relationships/customXml" Target="../ink/ink44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7.png"/><Relationship Id="rId21" Type="http://schemas.openxmlformats.org/officeDocument/2006/relationships/image" Target="../media/image489.png"/><Relationship Id="rId42" Type="http://schemas.openxmlformats.org/officeDocument/2006/relationships/customXml" Target="../ink/ink499.xml"/><Relationship Id="rId63" Type="http://schemas.openxmlformats.org/officeDocument/2006/relationships/image" Target="../media/image510.png"/><Relationship Id="rId84" Type="http://schemas.openxmlformats.org/officeDocument/2006/relationships/customXml" Target="../ink/ink520.xml"/><Relationship Id="rId138" Type="http://schemas.openxmlformats.org/officeDocument/2006/relationships/customXml" Target="../ink/ink547.xml"/><Relationship Id="rId159" Type="http://schemas.openxmlformats.org/officeDocument/2006/relationships/image" Target="../media/image558.png"/><Relationship Id="rId170" Type="http://schemas.openxmlformats.org/officeDocument/2006/relationships/customXml" Target="../ink/ink563.xml"/><Relationship Id="rId107" Type="http://schemas.openxmlformats.org/officeDocument/2006/relationships/image" Target="../media/image532.png"/><Relationship Id="rId11" Type="http://schemas.openxmlformats.org/officeDocument/2006/relationships/image" Target="../media/image484.png"/><Relationship Id="rId32" Type="http://schemas.openxmlformats.org/officeDocument/2006/relationships/customXml" Target="../ink/ink494.xml"/><Relationship Id="rId53" Type="http://schemas.openxmlformats.org/officeDocument/2006/relationships/image" Target="../media/image505.png"/><Relationship Id="rId74" Type="http://schemas.openxmlformats.org/officeDocument/2006/relationships/customXml" Target="../ink/ink515.xml"/><Relationship Id="rId128" Type="http://schemas.openxmlformats.org/officeDocument/2006/relationships/customXml" Target="../ink/ink542.xml"/><Relationship Id="rId149" Type="http://schemas.openxmlformats.org/officeDocument/2006/relationships/image" Target="../media/image553.png"/><Relationship Id="rId5" Type="http://schemas.openxmlformats.org/officeDocument/2006/relationships/image" Target="../media/image481.png"/><Relationship Id="rId95" Type="http://schemas.openxmlformats.org/officeDocument/2006/relationships/image" Target="../media/image526.png"/><Relationship Id="rId160" Type="http://schemas.openxmlformats.org/officeDocument/2006/relationships/customXml" Target="../ink/ink558.xml"/><Relationship Id="rId181" Type="http://schemas.openxmlformats.org/officeDocument/2006/relationships/image" Target="../media/image569.png"/><Relationship Id="rId22" Type="http://schemas.openxmlformats.org/officeDocument/2006/relationships/customXml" Target="../ink/ink489.xml"/><Relationship Id="rId43" Type="http://schemas.openxmlformats.org/officeDocument/2006/relationships/image" Target="../media/image500.png"/><Relationship Id="rId64" Type="http://schemas.openxmlformats.org/officeDocument/2006/relationships/customXml" Target="../ink/ink510.xml"/><Relationship Id="rId118" Type="http://schemas.openxmlformats.org/officeDocument/2006/relationships/customXml" Target="../ink/ink537.xml"/><Relationship Id="rId139" Type="http://schemas.openxmlformats.org/officeDocument/2006/relationships/image" Target="../media/image548.png"/><Relationship Id="rId85" Type="http://schemas.openxmlformats.org/officeDocument/2006/relationships/image" Target="../media/image521.png"/><Relationship Id="rId150" Type="http://schemas.openxmlformats.org/officeDocument/2006/relationships/customXml" Target="../ink/ink553.xml"/><Relationship Id="rId171" Type="http://schemas.openxmlformats.org/officeDocument/2006/relationships/image" Target="../media/image564.png"/><Relationship Id="rId12" Type="http://schemas.openxmlformats.org/officeDocument/2006/relationships/customXml" Target="../ink/ink484.xml"/><Relationship Id="rId33" Type="http://schemas.openxmlformats.org/officeDocument/2006/relationships/image" Target="../media/image495.png"/><Relationship Id="rId108" Type="http://schemas.openxmlformats.org/officeDocument/2006/relationships/customXml" Target="../ink/ink532.xml"/><Relationship Id="rId129" Type="http://schemas.openxmlformats.org/officeDocument/2006/relationships/image" Target="../media/image543.png"/><Relationship Id="rId54" Type="http://schemas.openxmlformats.org/officeDocument/2006/relationships/customXml" Target="../ink/ink505.xml"/><Relationship Id="rId75" Type="http://schemas.openxmlformats.org/officeDocument/2006/relationships/image" Target="../media/image516.png"/><Relationship Id="rId96" Type="http://schemas.openxmlformats.org/officeDocument/2006/relationships/customXml" Target="../ink/ink526.xml"/><Relationship Id="rId140" Type="http://schemas.openxmlformats.org/officeDocument/2006/relationships/customXml" Target="../ink/ink548.xml"/><Relationship Id="rId161" Type="http://schemas.openxmlformats.org/officeDocument/2006/relationships/image" Target="../media/image559.png"/><Relationship Id="rId182" Type="http://schemas.openxmlformats.org/officeDocument/2006/relationships/customXml" Target="../ink/ink569.xml"/><Relationship Id="rId6" Type="http://schemas.openxmlformats.org/officeDocument/2006/relationships/customXml" Target="../ink/ink481.xml"/><Relationship Id="rId23" Type="http://schemas.openxmlformats.org/officeDocument/2006/relationships/image" Target="../media/image490.png"/><Relationship Id="rId119" Type="http://schemas.openxmlformats.org/officeDocument/2006/relationships/image" Target="../media/image538.png"/><Relationship Id="rId44" Type="http://schemas.openxmlformats.org/officeDocument/2006/relationships/customXml" Target="../ink/ink500.xml"/><Relationship Id="rId60" Type="http://schemas.openxmlformats.org/officeDocument/2006/relationships/customXml" Target="../ink/ink508.xml"/><Relationship Id="rId65" Type="http://schemas.openxmlformats.org/officeDocument/2006/relationships/image" Target="../media/image511.png"/><Relationship Id="rId81" Type="http://schemas.openxmlformats.org/officeDocument/2006/relationships/image" Target="../media/image519.png"/><Relationship Id="rId86" Type="http://schemas.openxmlformats.org/officeDocument/2006/relationships/customXml" Target="../ink/ink521.xml"/><Relationship Id="rId130" Type="http://schemas.openxmlformats.org/officeDocument/2006/relationships/customXml" Target="../ink/ink543.xml"/><Relationship Id="rId135" Type="http://schemas.openxmlformats.org/officeDocument/2006/relationships/image" Target="../media/image546.png"/><Relationship Id="rId151" Type="http://schemas.openxmlformats.org/officeDocument/2006/relationships/image" Target="../media/image554.png"/><Relationship Id="rId156" Type="http://schemas.openxmlformats.org/officeDocument/2006/relationships/customXml" Target="../ink/ink556.xml"/><Relationship Id="rId177" Type="http://schemas.openxmlformats.org/officeDocument/2006/relationships/image" Target="../media/image567.png"/><Relationship Id="rId172" Type="http://schemas.openxmlformats.org/officeDocument/2006/relationships/customXml" Target="../ink/ink564.xml"/><Relationship Id="rId13" Type="http://schemas.openxmlformats.org/officeDocument/2006/relationships/image" Target="../media/image485.png"/><Relationship Id="rId18" Type="http://schemas.openxmlformats.org/officeDocument/2006/relationships/customXml" Target="../ink/ink487.xml"/><Relationship Id="rId39" Type="http://schemas.openxmlformats.org/officeDocument/2006/relationships/image" Target="../media/image498.png"/><Relationship Id="rId109" Type="http://schemas.openxmlformats.org/officeDocument/2006/relationships/image" Target="../media/image533.png"/><Relationship Id="rId34" Type="http://schemas.openxmlformats.org/officeDocument/2006/relationships/customXml" Target="../ink/ink495.xml"/><Relationship Id="rId50" Type="http://schemas.openxmlformats.org/officeDocument/2006/relationships/customXml" Target="../ink/ink503.xml"/><Relationship Id="rId55" Type="http://schemas.openxmlformats.org/officeDocument/2006/relationships/image" Target="../media/image506.png"/><Relationship Id="rId76" Type="http://schemas.openxmlformats.org/officeDocument/2006/relationships/customXml" Target="../ink/ink516.xml"/><Relationship Id="rId97" Type="http://schemas.openxmlformats.org/officeDocument/2006/relationships/image" Target="../media/image527.png"/><Relationship Id="rId104" Type="http://schemas.openxmlformats.org/officeDocument/2006/relationships/customXml" Target="../ink/ink530.xml"/><Relationship Id="rId120" Type="http://schemas.openxmlformats.org/officeDocument/2006/relationships/customXml" Target="../ink/ink538.xml"/><Relationship Id="rId125" Type="http://schemas.openxmlformats.org/officeDocument/2006/relationships/image" Target="../media/image541.png"/><Relationship Id="rId141" Type="http://schemas.openxmlformats.org/officeDocument/2006/relationships/image" Target="../media/image549.png"/><Relationship Id="rId146" Type="http://schemas.openxmlformats.org/officeDocument/2006/relationships/customXml" Target="../ink/ink551.xml"/><Relationship Id="rId167" Type="http://schemas.openxmlformats.org/officeDocument/2006/relationships/image" Target="../media/image562.png"/><Relationship Id="rId7" Type="http://schemas.openxmlformats.org/officeDocument/2006/relationships/image" Target="../media/image482.png"/><Relationship Id="rId71" Type="http://schemas.openxmlformats.org/officeDocument/2006/relationships/image" Target="../media/image514.png"/><Relationship Id="rId92" Type="http://schemas.openxmlformats.org/officeDocument/2006/relationships/customXml" Target="../ink/ink524.xml"/><Relationship Id="rId162" Type="http://schemas.openxmlformats.org/officeDocument/2006/relationships/customXml" Target="../ink/ink559.xml"/><Relationship Id="rId183" Type="http://schemas.openxmlformats.org/officeDocument/2006/relationships/image" Target="../media/image570.png"/><Relationship Id="rId2" Type="http://schemas.openxmlformats.org/officeDocument/2006/relationships/customXml" Target="../ink/ink479.xml"/><Relationship Id="rId29" Type="http://schemas.openxmlformats.org/officeDocument/2006/relationships/image" Target="../media/image493.png"/><Relationship Id="rId24" Type="http://schemas.openxmlformats.org/officeDocument/2006/relationships/customXml" Target="../ink/ink490.xml"/><Relationship Id="rId40" Type="http://schemas.openxmlformats.org/officeDocument/2006/relationships/customXml" Target="../ink/ink498.xml"/><Relationship Id="rId45" Type="http://schemas.openxmlformats.org/officeDocument/2006/relationships/image" Target="../media/image501.png"/><Relationship Id="rId66" Type="http://schemas.openxmlformats.org/officeDocument/2006/relationships/customXml" Target="../ink/ink511.xml"/><Relationship Id="rId87" Type="http://schemas.openxmlformats.org/officeDocument/2006/relationships/image" Target="../media/image522.png"/><Relationship Id="rId110" Type="http://schemas.openxmlformats.org/officeDocument/2006/relationships/customXml" Target="../ink/ink533.xml"/><Relationship Id="rId115" Type="http://schemas.openxmlformats.org/officeDocument/2006/relationships/image" Target="../media/image536.png"/><Relationship Id="rId131" Type="http://schemas.openxmlformats.org/officeDocument/2006/relationships/image" Target="../media/image544.png"/><Relationship Id="rId136" Type="http://schemas.openxmlformats.org/officeDocument/2006/relationships/customXml" Target="../ink/ink546.xml"/><Relationship Id="rId157" Type="http://schemas.openxmlformats.org/officeDocument/2006/relationships/image" Target="../media/image557.png"/><Relationship Id="rId178" Type="http://schemas.openxmlformats.org/officeDocument/2006/relationships/customXml" Target="../ink/ink567.xml"/><Relationship Id="rId61" Type="http://schemas.openxmlformats.org/officeDocument/2006/relationships/image" Target="../media/image509.png"/><Relationship Id="rId82" Type="http://schemas.openxmlformats.org/officeDocument/2006/relationships/customXml" Target="../ink/ink519.xml"/><Relationship Id="rId152" Type="http://schemas.openxmlformats.org/officeDocument/2006/relationships/customXml" Target="../ink/ink554.xml"/><Relationship Id="rId173" Type="http://schemas.openxmlformats.org/officeDocument/2006/relationships/image" Target="../media/image565.png"/><Relationship Id="rId19" Type="http://schemas.openxmlformats.org/officeDocument/2006/relationships/image" Target="../media/image488.png"/><Relationship Id="rId14" Type="http://schemas.openxmlformats.org/officeDocument/2006/relationships/customXml" Target="../ink/ink485.xml"/><Relationship Id="rId30" Type="http://schemas.openxmlformats.org/officeDocument/2006/relationships/customXml" Target="../ink/ink493.xml"/><Relationship Id="rId35" Type="http://schemas.openxmlformats.org/officeDocument/2006/relationships/image" Target="../media/image496.png"/><Relationship Id="rId56" Type="http://schemas.openxmlformats.org/officeDocument/2006/relationships/customXml" Target="../ink/ink506.xml"/><Relationship Id="rId77" Type="http://schemas.openxmlformats.org/officeDocument/2006/relationships/image" Target="../media/image517.png"/><Relationship Id="rId100" Type="http://schemas.openxmlformats.org/officeDocument/2006/relationships/customXml" Target="../ink/ink528.xml"/><Relationship Id="rId105" Type="http://schemas.openxmlformats.org/officeDocument/2006/relationships/image" Target="../media/image531.png"/><Relationship Id="rId126" Type="http://schemas.openxmlformats.org/officeDocument/2006/relationships/customXml" Target="../ink/ink541.xml"/><Relationship Id="rId147" Type="http://schemas.openxmlformats.org/officeDocument/2006/relationships/image" Target="../media/image552.png"/><Relationship Id="rId168" Type="http://schemas.openxmlformats.org/officeDocument/2006/relationships/customXml" Target="../ink/ink562.xml"/><Relationship Id="rId8" Type="http://schemas.openxmlformats.org/officeDocument/2006/relationships/customXml" Target="../ink/ink482.xml"/><Relationship Id="rId51" Type="http://schemas.openxmlformats.org/officeDocument/2006/relationships/image" Target="../media/image504.png"/><Relationship Id="rId72" Type="http://schemas.openxmlformats.org/officeDocument/2006/relationships/customXml" Target="../ink/ink514.xml"/><Relationship Id="rId93" Type="http://schemas.openxmlformats.org/officeDocument/2006/relationships/image" Target="../media/image525.png"/><Relationship Id="rId98" Type="http://schemas.openxmlformats.org/officeDocument/2006/relationships/customXml" Target="../ink/ink527.xml"/><Relationship Id="rId121" Type="http://schemas.openxmlformats.org/officeDocument/2006/relationships/image" Target="../media/image539.png"/><Relationship Id="rId142" Type="http://schemas.openxmlformats.org/officeDocument/2006/relationships/customXml" Target="../ink/ink549.xml"/><Relationship Id="rId163" Type="http://schemas.openxmlformats.org/officeDocument/2006/relationships/image" Target="../media/image560.png"/><Relationship Id="rId3" Type="http://schemas.openxmlformats.org/officeDocument/2006/relationships/image" Target="../media/image480.png"/><Relationship Id="rId25" Type="http://schemas.openxmlformats.org/officeDocument/2006/relationships/image" Target="../media/image491.png"/><Relationship Id="rId46" Type="http://schemas.openxmlformats.org/officeDocument/2006/relationships/customXml" Target="../ink/ink501.xml"/><Relationship Id="rId67" Type="http://schemas.openxmlformats.org/officeDocument/2006/relationships/image" Target="../media/image512.png"/><Relationship Id="rId116" Type="http://schemas.openxmlformats.org/officeDocument/2006/relationships/customXml" Target="../ink/ink536.xml"/><Relationship Id="rId137" Type="http://schemas.openxmlformats.org/officeDocument/2006/relationships/image" Target="../media/image547.png"/><Relationship Id="rId158" Type="http://schemas.openxmlformats.org/officeDocument/2006/relationships/customXml" Target="../ink/ink557.xml"/><Relationship Id="rId20" Type="http://schemas.openxmlformats.org/officeDocument/2006/relationships/customXml" Target="../ink/ink488.xml"/><Relationship Id="rId41" Type="http://schemas.openxmlformats.org/officeDocument/2006/relationships/image" Target="../media/image499.png"/><Relationship Id="rId62" Type="http://schemas.openxmlformats.org/officeDocument/2006/relationships/customXml" Target="../ink/ink509.xml"/><Relationship Id="rId83" Type="http://schemas.openxmlformats.org/officeDocument/2006/relationships/image" Target="../media/image520.png"/><Relationship Id="rId88" Type="http://schemas.openxmlformats.org/officeDocument/2006/relationships/customXml" Target="../ink/ink522.xml"/><Relationship Id="rId111" Type="http://schemas.openxmlformats.org/officeDocument/2006/relationships/image" Target="../media/image534.png"/><Relationship Id="rId132" Type="http://schemas.openxmlformats.org/officeDocument/2006/relationships/customXml" Target="../ink/ink544.xml"/><Relationship Id="rId153" Type="http://schemas.openxmlformats.org/officeDocument/2006/relationships/image" Target="../media/image555.png"/><Relationship Id="rId174" Type="http://schemas.openxmlformats.org/officeDocument/2006/relationships/customXml" Target="../ink/ink565.xml"/><Relationship Id="rId179" Type="http://schemas.openxmlformats.org/officeDocument/2006/relationships/image" Target="../media/image568.png"/><Relationship Id="rId15" Type="http://schemas.openxmlformats.org/officeDocument/2006/relationships/image" Target="../media/image486.png"/><Relationship Id="rId36" Type="http://schemas.openxmlformats.org/officeDocument/2006/relationships/customXml" Target="../ink/ink496.xml"/><Relationship Id="rId57" Type="http://schemas.openxmlformats.org/officeDocument/2006/relationships/image" Target="../media/image507.png"/><Relationship Id="rId106" Type="http://schemas.openxmlformats.org/officeDocument/2006/relationships/customXml" Target="../ink/ink531.xml"/><Relationship Id="rId127" Type="http://schemas.openxmlformats.org/officeDocument/2006/relationships/image" Target="../media/image542.png"/><Relationship Id="rId10" Type="http://schemas.openxmlformats.org/officeDocument/2006/relationships/customXml" Target="../ink/ink483.xml"/><Relationship Id="rId31" Type="http://schemas.openxmlformats.org/officeDocument/2006/relationships/image" Target="../media/image494.png"/><Relationship Id="rId52" Type="http://schemas.openxmlformats.org/officeDocument/2006/relationships/customXml" Target="../ink/ink504.xml"/><Relationship Id="rId73" Type="http://schemas.openxmlformats.org/officeDocument/2006/relationships/image" Target="../media/image515.png"/><Relationship Id="rId78" Type="http://schemas.openxmlformats.org/officeDocument/2006/relationships/customXml" Target="../ink/ink517.xml"/><Relationship Id="rId94" Type="http://schemas.openxmlformats.org/officeDocument/2006/relationships/customXml" Target="../ink/ink525.xml"/><Relationship Id="rId99" Type="http://schemas.openxmlformats.org/officeDocument/2006/relationships/image" Target="../media/image528.png"/><Relationship Id="rId101" Type="http://schemas.openxmlformats.org/officeDocument/2006/relationships/image" Target="../media/image529.png"/><Relationship Id="rId122" Type="http://schemas.openxmlformats.org/officeDocument/2006/relationships/customXml" Target="../ink/ink539.xml"/><Relationship Id="rId143" Type="http://schemas.openxmlformats.org/officeDocument/2006/relationships/image" Target="../media/image550.png"/><Relationship Id="rId148" Type="http://schemas.openxmlformats.org/officeDocument/2006/relationships/customXml" Target="../ink/ink552.xml"/><Relationship Id="rId164" Type="http://schemas.openxmlformats.org/officeDocument/2006/relationships/customXml" Target="../ink/ink560.xml"/><Relationship Id="rId169" Type="http://schemas.openxmlformats.org/officeDocument/2006/relationships/image" Target="../media/image563.png"/><Relationship Id="rId4" Type="http://schemas.openxmlformats.org/officeDocument/2006/relationships/customXml" Target="../ink/ink480.xml"/><Relationship Id="rId9" Type="http://schemas.openxmlformats.org/officeDocument/2006/relationships/image" Target="../media/image483.png"/><Relationship Id="rId180" Type="http://schemas.openxmlformats.org/officeDocument/2006/relationships/customXml" Target="../ink/ink568.xml"/><Relationship Id="rId26" Type="http://schemas.openxmlformats.org/officeDocument/2006/relationships/customXml" Target="../ink/ink491.xml"/><Relationship Id="rId47" Type="http://schemas.openxmlformats.org/officeDocument/2006/relationships/image" Target="../media/image502.png"/><Relationship Id="rId68" Type="http://schemas.openxmlformats.org/officeDocument/2006/relationships/customXml" Target="../ink/ink512.xml"/><Relationship Id="rId89" Type="http://schemas.openxmlformats.org/officeDocument/2006/relationships/image" Target="../media/image523.png"/><Relationship Id="rId112" Type="http://schemas.openxmlformats.org/officeDocument/2006/relationships/customXml" Target="../ink/ink534.xml"/><Relationship Id="rId133" Type="http://schemas.openxmlformats.org/officeDocument/2006/relationships/image" Target="../media/image545.png"/><Relationship Id="rId154" Type="http://schemas.openxmlformats.org/officeDocument/2006/relationships/customXml" Target="../ink/ink555.xml"/><Relationship Id="rId175" Type="http://schemas.openxmlformats.org/officeDocument/2006/relationships/image" Target="../media/image566.png"/><Relationship Id="rId16" Type="http://schemas.openxmlformats.org/officeDocument/2006/relationships/customXml" Target="../ink/ink486.xml"/><Relationship Id="rId37" Type="http://schemas.openxmlformats.org/officeDocument/2006/relationships/image" Target="../media/image497.png"/><Relationship Id="rId58" Type="http://schemas.openxmlformats.org/officeDocument/2006/relationships/customXml" Target="../ink/ink507.xml"/><Relationship Id="rId79" Type="http://schemas.openxmlformats.org/officeDocument/2006/relationships/image" Target="../media/image518.png"/><Relationship Id="rId102" Type="http://schemas.openxmlformats.org/officeDocument/2006/relationships/customXml" Target="../ink/ink529.xml"/><Relationship Id="rId123" Type="http://schemas.openxmlformats.org/officeDocument/2006/relationships/image" Target="../media/image540.png"/><Relationship Id="rId144" Type="http://schemas.openxmlformats.org/officeDocument/2006/relationships/customXml" Target="../ink/ink550.xml"/><Relationship Id="rId90" Type="http://schemas.openxmlformats.org/officeDocument/2006/relationships/customXml" Target="../ink/ink523.xml"/><Relationship Id="rId165" Type="http://schemas.openxmlformats.org/officeDocument/2006/relationships/image" Target="../media/image561.png"/><Relationship Id="rId27" Type="http://schemas.openxmlformats.org/officeDocument/2006/relationships/image" Target="../media/image492.png"/><Relationship Id="rId48" Type="http://schemas.openxmlformats.org/officeDocument/2006/relationships/customXml" Target="../ink/ink502.xml"/><Relationship Id="rId69" Type="http://schemas.openxmlformats.org/officeDocument/2006/relationships/image" Target="../media/image513.png"/><Relationship Id="rId113" Type="http://schemas.openxmlformats.org/officeDocument/2006/relationships/image" Target="../media/image535.png"/><Relationship Id="rId134" Type="http://schemas.openxmlformats.org/officeDocument/2006/relationships/customXml" Target="../ink/ink545.xml"/><Relationship Id="rId80" Type="http://schemas.openxmlformats.org/officeDocument/2006/relationships/customXml" Target="../ink/ink518.xml"/><Relationship Id="rId155" Type="http://schemas.openxmlformats.org/officeDocument/2006/relationships/image" Target="../media/image556.png"/><Relationship Id="rId176" Type="http://schemas.openxmlformats.org/officeDocument/2006/relationships/customXml" Target="../ink/ink566.xml"/><Relationship Id="rId17" Type="http://schemas.openxmlformats.org/officeDocument/2006/relationships/image" Target="../media/image487.png"/><Relationship Id="rId38" Type="http://schemas.openxmlformats.org/officeDocument/2006/relationships/customXml" Target="../ink/ink497.xml"/><Relationship Id="rId59" Type="http://schemas.openxmlformats.org/officeDocument/2006/relationships/image" Target="../media/image508.png"/><Relationship Id="rId103" Type="http://schemas.openxmlformats.org/officeDocument/2006/relationships/image" Target="../media/image530.png"/><Relationship Id="rId124" Type="http://schemas.openxmlformats.org/officeDocument/2006/relationships/customXml" Target="../ink/ink540.xml"/><Relationship Id="rId70" Type="http://schemas.openxmlformats.org/officeDocument/2006/relationships/customXml" Target="../ink/ink513.xml"/><Relationship Id="rId91" Type="http://schemas.openxmlformats.org/officeDocument/2006/relationships/image" Target="../media/image524.png"/><Relationship Id="rId145" Type="http://schemas.openxmlformats.org/officeDocument/2006/relationships/image" Target="../media/image551.png"/><Relationship Id="rId166" Type="http://schemas.openxmlformats.org/officeDocument/2006/relationships/customXml" Target="../ink/ink56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492.xml"/><Relationship Id="rId49" Type="http://schemas.openxmlformats.org/officeDocument/2006/relationships/image" Target="../media/image503.png"/><Relationship Id="rId114" Type="http://schemas.openxmlformats.org/officeDocument/2006/relationships/customXml" Target="../ink/ink53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8.png"/><Relationship Id="rId299" Type="http://schemas.openxmlformats.org/officeDocument/2006/relationships/image" Target="../media/image714.png"/><Relationship Id="rId21" Type="http://schemas.openxmlformats.org/officeDocument/2006/relationships/image" Target="../media/image580.png"/><Relationship Id="rId63" Type="http://schemas.openxmlformats.org/officeDocument/2006/relationships/image" Target="../media/image601.png"/><Relationship Id="rId159" Type="http://schemas.openxmlformats.org/officeDocument/2006/relationships/image" Target="../media/image649.png"/><Relationship Id="rId324" Type="http://schemas.openxmlformats.org/officeDocument/2006/relationships/customXml" Target="../ink/ink736.xml"/><Relationship Id="rId170" Type="http://schemas.openxmlformats.org/officeDocument/2006/relationships/customXml" Target="../ink/ink654.xml"/><Relationship Id="rId226" Type="http://schemas.openxmlformats.org/officeDocument/2006/relationships/customXml" Target="../ink/ink683.xml"/><Relationship Id="rId268" Type="http://schemas.openxmlformats.org/officeDocument/2006/relationships/customXml" Target="../ink/ink708.xml"/><Relationship Id="rId32" Type="http://schemas.openxmlformats.org/officeDocument/2006/relationships/customXml" Target="../ink/ink585.xml"/><Relationship Id="rId74" Type="http://schemas.openxmlformats.org/officeDocument/2006/relationships/customXml" Target="../ink/ink606.xml"/><Relationship Id="rId128" Type="http://schemas.openxmlformats.org/officeDocument/2006/relationships/customXml" Target="../ink/ink633.xml"/><Relationship Id="rId335" Type="http://schemas.openxmlformats.org/officeDocument/2006/relationships/image" Target="../media/image732.png"/><Relationship Id="rId5" Type="http://schemas.openxmlformats.org/officeDocument/2006/relationships/image" Target="../media/image572.png"/><Relationship Id="rId181" Type="http://schemas.openxmlformats.org/officeDocument/2006/relationships/image" Target="../media/image660.png"/><Relationship Id="rId237" Type="http://schemas.openxmlformats.org/officeDocument/2006/relationships/image" Target="../media/image683.png"/><Relationship Id="rId279" Type="http://schemas.openxmlformats.org/officeDocument/2006/relationships/image" Target="../media/image704.png"/><Relationship Id="rId43" Type="http://schemas.openxmlformats.org/officeDocument/2006/relationships/image" Target="../media/image591.png"/><Relationship Id="rId139" Type="http://schemas.openxmlformats.org/officeDocument/2006/relationships/image" Target="../media/image639.png"/><Relationship Id="rId290" Type="http://schemas.openxmlformats.org/officeDocument/2006/relationships/customXml" Target="../ink/ink719.xml"/><Relationship Id="rId304" Type="http://schemas.openxmlformats.org/officeDocument/2006/relationships/customXml" Target="../ink/ink726.xml"/><Relationship Id="rId346" Type="http://schemas.openxmlformats.org/officeDocument/2006/relationships/customXml" Target="../ink/ink747.xml"/><Relationship Id="rId85" Type="http://schemas.openxmlformats.org/officeDocument/2006/relationships/image" Target="../media/image612.png"/><Relationship Id="rId150" Type="http://schemas.openxmlformats.org/officeDocument/2006/relationships/customXml" Target="../ink/ink644.xml"/><Relationship Id="rId192" Type="http://schemas.openxmlformats.org/officeDocument/2006/relationships/customXml" Target="../ink/ink665.xml"/><Relationship Id="rId206" Type="http://schemas.openxmlformats.org/officeDocument/2006/relationships/customXml" Target="../ink/ink672.xml"/><Relationship Id="rId248" Type="http://schemas.openxmlformats.org/officeDocument/2006/relationships/customXml" Target="../ink/ink698.xml"/><Relationship Id="rId12" Type="http://schemas.openxmlformats.org/officeDocument/2006/relationships/customXml" Target="../ink/ink575.xml"/><Relationship Id="rId108" Type="http://schemas.openxmlformats.org/officeDocument/2006/relationships/customXml" Target="../ink/ink623.xml"/><Relationship Id="rId315" Type="http://schemas.openxmlformats.org/officeDocument/2006/relationships/image" Target="../media/image722.png"/><Relationship Id="rId54" Type="http://schemas.openxmlformats.org/officeDocument/2006/relationships/customXml" Target="../ink/ink596.xml"/><Relationship Id="rId96" Type="http://schemas.openxmlformats.org/officeDocument/2006/relationships/customXml" Target="../ink/ink617.xml"/><Relationship Id="rId161" Type="http://schemas.openxmlformats.org/officeDocument/2006/relationships/image" Target="../media/image650.png"/><Relationship Id="rId217" Type="http://schemas.openxmlformats.org/officeDocument/2006/relationships/image" Target="../media/image678.png"/><Relationship Id="rId259" Type="http://schemas.openxmlformats.org/officeDocument/2006/relationships/image" Target="../media/image694.png"/><Relationship Id="rId23" Type="http://schemas.openxmlformats.org/officeDocument/2006/relationships/image" Target="../media/image581.png"/><Relationship Id="rId119" Type="http://schemas.openxmlformats.org/officeDocument/2006/relationships/image" Target="../media/image629.png"/><Relationship Id="rId270" Type="http://schemas.openxmlformats.org/officeDocument/2006/relationships/customXml" Target="../ink/ink709.xml"/><Relationship Id="rId326" Type="http://schemas.openxmlformats.org/officeDocument/2006/relationships/customXml" Target="../ink/ink737.xml"/><Relationship Id="rId65" Type="http://schemas.openxmlformats.org/officeDocument/2006/relationships/image" Target="../media/image602.png"/><Relationship Id="rId130" Type="http://schemas.openxmlformats.org/officeDocument/2006/relationships/customXml" Target="../ink/ink634.xml"/><Relationship Id="rId172" Type="http://schemas.openxmlformats.org/officeDocument/2006/relationships/customXml" Target="../ink/ink655.xml"/><Relationship Id="rId228" Type="http://schemas.openxmlformats.org/officeDocument/2006/relationships/customXml" Target="../ink/ink685.xml"/><Relationship Id="rId281" Type="http://schemas.openxmlformats.org/officeDocument/2006/relationships/image" Target="../media/image705.png"/><Relationship Id="rId337" Type="http://schemas.openxmlformats.org/officeDocument/2006/relationships/image" Target="../media/image733.png"/><Relationship Id="rId34" Type="http://schemas.openxmlformats.org/officeDocument/2006/relationships/customXml" Target="../ink/ink586.xml"/><Relationship Id="rId76" Type="http://schemas.openxmlformats.org/officeDocument/2006/relationships/customXml" Target="../ink/ink607.xml"/><Relationship Id="rId141" Type="http://schemas.openxmlformats.org/officeDocument/2006/relationships/image" Target="../media/image640.png"/><Relationship Id="rId7" Type="http://schemas.openxmlformats.org/officeDocument/2006/relationships/image" Target="../media/image573.png"/><Relationship Id="rId183" Type="http://schemas.openxmlformats.org/officeDocument/2006/relationships/image" Target="../media/image661.png"/><Relationship Id="rId239" Type="http://schemas.openxmlformats.org/officeDocument/2006/relationships/image" Target="../media/image684.png"/><Relationship Id="rId250" Type="http://schemas.openxmlformats.org/officeDocument/2006/relationships/customXml" Target="../ink/ink699.xml"/><Relationship Id="rId292" Type="http://schemas.openxmlformats.org/officeDocument/2006/relationships/customXml" Target="../ink/ink720.xml"/><Relationship Id="rId306" Type="http://schemas.openxmlformats.org/officeDocument/2006/relationships/customXml" Target="../ink/ink727.xml"/><Relationship Id="rId45" Type="http://schemas.openxmlformats.org/officeDocument/2006/relationships/image" Target="../media/image592.png"/><Relationship Id="rId87" Type="http://schemas.openxmlformats.org/officeDocument/2006/relationships/image" Target="../media/image613.png"/><Relationship Id="rId110" Type="http://schemas.openxmlformats.org/officeDocument/2006/relationships/customXml" Target="../ink/ink624.xml"/><Relationship Id="rId348" Type="http://schemas.openxmlformats.org/officeDocument/2006/relationships/customXml" Target="../ink/ink748.xml"/><Relationship Id="rId152" Type="http://schemas.openxmlformats.org/officeDocument/2006/relationships/customXml" Target="../ink/ink645.xml"/><Relationship Id="rId194" Type="http://schemas.openxmlformats.org/officeDocument/2006/relationships/customXml" Target="../ink/ink666.xml"/><Relationship Id="rId208" Type="http://schemas.openxmlformats.org/officeDocument/2006/relationships/customXml" Target="../ink/ink673.xml"/><Relationship Id="rId261" Type="http://schemas.openxmlformats.org/officeDocument/2006/relationships/image" Target="../media/image695.png"/><Relationship Id="rId14" Type="http://schemas.openxmlformats.org/officeDocument/2006/relationships/customXml" Target="../ink/ink576.xml"/><Relationship Id="rId56" Type="http://schemas.openxmlformats.org/officeDocument/2006/relationships/customXml" Target="../ink/ink597.xml"/><Relationship Id="rId317" Type="http://schemas.openxmlformats.org/officeDocument/2006/relationships/image" Target="../media/image723.png"/><Relationship Id="rId98" Type="http://schemas.openxmlformats.org/officeDocument/2006/relationships/customXml" Target="../ink/ink618.xml"/><Relationship Id="rId121" Type="http://schemas.openxmlformats.org/officeDocument/2006/relationships/image" Target="../media/image630.png"/><Relationship Id="rId163" Type="http://schemas.openxmlformats.org/officeDocument/2006/relationships/image" Target="../media/image651.png"/><Relationship Id="rId219" Type="http://schemas.openxmlformats.org/officeDocument/2006/relationships/image" Target="../media/image679.png"/><Relationship Id="rId230" Type="http://schemas.openxmlformats.org/officeDocument/2006/relationships/customXml" Target="../ink/ink687.xml"/><Relationship Id="rId251" Type="http://schemas.openxmlformats.org/officeDocument/2006/relationships/image" Target="../media/image690.png"/><Relationship Id="rId25" Type="http://schemas.openxmlformats.org/officeDocument/2006/relationships/image" Target="../media/image582.png"/><Relationship Id="rId46" Type="http://schemas.openxmlformats.org/officeDocument/2006/relationships/customXml" Target="../ink/ink592.xml"/><Relationship Id="rId67" Type="http://schemas.openxmlformats.org/officeDocument/2006/relationships/image" Target="../media/image603.png"/><Relationship Id="rId272" Type="http://schemas.openxmlformats.org/officeDocument/2006/relationships/customXml" Target="../ink/ink710.xml"/><Relationship Id="rId293" Type="http://schemas.openxmlformats.org/officeDocument/2006/relationships/image" Target="../media/image711.png"/><Relationship Id="rId307" Type="http://schemas.openxmlformats.org/officeDocument/2006/relationships/image" Target="../media/image718.png"/><Relationship Id="rId328" Type="http://schemas.openxmlformats.org/officeDocument/2006/relationships/customXml" Target="../ink/ink738.xml"/><Relationship Id="rId349" Type="http://schemas.openxmlformats.org/officeDocument/2006/relationships/image" Target="../media/image739.png"/><Relationship Id="rId88" Type="http://schemas.openxmlformats.org/officeDocument/2006/relationships/customXml" Target="../ink/ink613.xml"/><Relationship Id="rId111" Type="http://schemas.openxmlformats.org/officeDocument/2006/relationships/image" Target="../media/image625.png"/><Relationship Id="rId132" Type="http://schemas.openxmlformats.org/officeDocument/2006/relationships/customXml" Target="../ink/ink635.xml"/><Relationship Id="rId153" Type="http://schemas.openxmlformats.org/officeDocument/2006/relationships/image" Target="../media/image646.png"/><Relationship Id="rId174" Type="http://schemas.openxmlformats.org/officeDocument/2006/relationships/customXml" Target="../ink/ink656.xml"/><Relationship Id="rId195" Type="http://schemas.openxmlformats.org/officeDocument/2006/relationships/image" Target="../media/image667.png"/><Relationship Id="rId209" Type="http://schemas.openxmlformats.org/officeDocument/2006/relationships/image" Target="../media/image674.png"/><Relationship Id="rId220" Type="http://schemas.openxmlformats.org/officeDocument/2006/relationships/customXml" Target="../ink/ink679.xml"/><Relationship Id="rId241" Type="http://schemas.openxmlformats.org/officeDocument/2006/relationships/image" Target="../media/image685.png"/><Relationship Id="rId15" Type="http://schemas.openxmlformats.org/officeDocument/2006/relationships/image" Target="../media/image577.png"/><Relationship Id="rId36" Type="http://schemas.openxmlformats.org/officeDocument/2006/relationships/customXml" Target="../ink/ink587.xml"/><Relationship Id="rId57" Type="http://schemas.openxmlformats.org/officeDocument/2006/relationships/image" Target="../media/image598.png"/><Relationship Id="rId262" Type="http://schemas.openxmlformats.org/officeDocument/2006/relationships/customXml" Target="../ink/ink705.xml"/><Relationship Id="rId283" Type="http://schemas.openxmlformats.org/officeDocument/2006/relationships/image" Target="../media/image706.png"/><Relationship Id="rId318" Type="http://schemas.openxmlformats.org/officeDocument/2006/relationships/customXml" Target="../ink/ink733.xml"/><Relationship Id="rId339" Type="http://schemas.openxmlformats.org/officeDocument/2006/relationships/image" Target="../media/image734.png"/><Relationship Id="rId78" Type="http://schemas.openxmlformats.org/officeDocument/2006/relationships/customXml" Target="../ink/ink608.xml"/><Relationship Id="rId99" Type="http://schemas.openxmlformats.org/officeDocument/2006/relationships/image" Target="../media/image619.png"/><Relationship Id="rId101" Type="http://schemas.openxmlformats.org/officeDocument/2006/relationships/image" Target="../media/image620.png"/><Relationship Id="rId122" Type="http://schemas.openxmlformats.org/officeDocument/2006/relationships/customXml" Target="../ink/ink630.xml"/><Relationship Id="rId143" Type="http://schemas.openxmlformats.org/officeDocument/2006/relationships/image" Target="../media/image641.png"/><Relationship Id="rId164" Type="http://schemas.openxmlformats.org/officeDocument/2006/relationships/customXml" Target="../ink/ink651.xml"/><Relationship Id="rId185" Type="http://schemas.openxmlformats.org/officeDocument/2006/relationships/image" Target="../media/image662.png"/><Relationship Id="rId350" Type="http://schemas.openxmlformats.org/officeDocument/2006/relationships/customXml" Target="../ink/ink749.xml"/><Relationship Id="rId9" Type="http://schemas.openxmlformats.org/officeDocument/2006/relationships/image" Target="../media/image574.png"/><Relationship Id="rId210" Type="http://schemas.openxmlformats.org/officeDocument/2006/relationships/customXml" Target="../ink/ink674.xml"/><Relationship Id="rId26" Type="http://schemas.openxmlformats.org/officeDocument/2006/relationships/customXml" Target="../ink/ink582.xml"/><Relationship Id="rId231" Type="http://schemas.openxmlformats.org/officeDocument/2006/relationships/customXml" Target="../ink/ink688.xml"/><Relationship Id="rId252" Type="http://schemas.openxmlformats.org/officeDocument/2006/relationships/customXml" Target="../ink/ink700.xml"/><Relationship Id="rId273" Type="http://schemas.openxmlformats.org/officeDocument/2006/relationships/image" Target="../media/image701.png"/><Relationship Id="rId294" Type="http://schemas.openxmlformats.org/officeDocument/2006/relationships/customXml" Target="../ink/ink721.xml"/><Relationship Id="rId308" Type="http://schemas.openxmlformats.org/officeDocument/2006/relationships/customXml" Target="../ink/ink728.xml"/><Relationship Id="rId329" Type="http://schemas.openxmlformats.org/officeDocument/2006/relationships/image" Target="../media/image729.png"/><Relationship Id="rId47" Type="http://schemas.openxmlformats.org/officeDocument/2006/relationships/image" Target="../media/image593.png"/><Relationship Id="rId68" Type="http://schemas.openxmlformats.org/officeDocument/2006/relationships/customXml" Target="../ink/ink603.xml"/><Relationship Id="rId89" Type="http://schemas.openxmlformats.org/officeDocument/2006/relationships/image" Target="../media/image614.png"/><Relationship Id="rId112" Type="http://schemas.openxmlformats.org/officeDocument/2006/relationships/customXml" Target="../ink/ink625.xml"/><Relationship Id="rId133" Type="http://schemas.openxmlformats.org/officeDocument/2006/relationships/image" Target="../media/image636.png"/><Relationship Id="rId154" Type="http://schemas.openxmlformats.org/officeDocument/2006/relationships/customXml" Target="../ink/ink646.xml"/><Relationship Id="rId175" Type="http://schemas.openxmlformats.org/officeDocument/2006/relationships/image" Target="../media/image657.png"/><Relationship Id="rId340" Type="http://schemas.openxmlformats.org/officeDocument/2006/relationships/customXml" Target="../ink/ink744.xml"/><Relationship Id="rId196" Type="http://schemas.openxmlformats.org/officeDocument/2006/relationships/customXml" Target="../ink/ink667.xml"/><Relationship Id="rId200" Type="http://schemas.openxmlformats.org/officeDocument/2006/relationships/customXml" Target="../ink/ink669.xml"/><Relationship Id="rId16" Type="http://schemas.openxmlformats.org/officeDocument/2006/relationships/customXml" Target="../ink/ink577.xml"/><Relationship Id="rId221" Type="http://schemas.openxmlformats.org/officeDocument/2006/relationships/image" Target="../media/image680.png"/><Relationship Id="rId242" Type="http://schemas.openxmlformats.org/officeDocument/2006/relationships/customXml" Target="../ink/ink695.xml"/><Relationship Id="rId263" Type="http://schemas.openxmlformats.org/officeDocument/2006/relationships/image" Target="../media/image696.png"/><Relationship Id="rId284" Type="http://schemas.openxmlformats.org/officeDocument/2006/relationships/customXml" Target="../ink/ink716.xml"/><Relationship Id="rId319" Type="http://schemas.openxmlformats.org/officeDocument/2006/relationships/image" Target="../media/image724.png"/><Relationship Id="rId37" Type="http://schemas.openxmlformats.org/officeDocument/2006/relationships/image" Target="../media/image588.png"/><Relationship Id="rId58" Type="http://schemas.openxmlformats.org/officeDocument/2006/relationships/customXml" Target="../ink/ink598.xml"/><Relationship Id="rId79" Type="http://schemas.openxmlformats.org/officeDocument/2006/relationships/image" Target="../media/image609.png"/><Relationship Id="rId102" Type="http://schemas.openxmlformats.org/officeDocument/2006/relationships/customXml" Target="../ink/ink620.xml"/><Relationship Id="rId123" Type="http://schemas.openxmlformats.org/officeDocument/2006/relationships/image" Target="../media/image631.png"/><Relationship Id="rId144" Type="http://schemas.openxmlformats.org/officeDocument/2006/relationships/customXml" Target="../ink/ink641.xml"/><Relationship Id="rId330" Type="http://schemas.openxmlformats.org/officeDocument/2006/relationships/customXml" Target="../ink/ink739.xml"/><Relationship Id="rId90" Type="http://schemas.openxmlformats.org/officeDocument/2006/relationships/customXml" Target="../ink/ink614.xml"/><Relationship Id="rId165" Type="http://schemas.openxmlformats.org/officeDocument/2006/relationships/image" Target="../media/image652.png"/><Relationship Id="rId186" Type="http://schemas.openxmlformats.org/officeDocument/2006/relationships/customXml" Target="../ink/ink662.xml"/><Relationship Id="rId351" Type="http://schemas.openxmlformats.org/officeDocument/2006/relationships/image" Target="../media/image740.png"/><Relationship Id="rId211" Type="http://schemas.openxmlformats.org/officeDocument/2006/relationships/image" Target="../media/image675.png"/><Relationship Id="rId232" Type="http://schemas.openxmlformats.org/officeDocument/2006/relationships/customXml" Target="../ink/ink689.xml"/><Relationship Id="rId253" Type="http://schemas.openxmlformats.org/officeDocument/2006/relationships/image" Target="../media/image691.png"/><Relationship Id="rId274" Type="http://schemas.openxmlformats.org/officeDocument/2006/relationships/customXml" Target="../ink/ink711.xml"/><Relationship Id="rId295" Type="http://schemas.openxmlformats.org/officeDocument/2006/relationships/image" Target="../media/image712.png"/><Relationship Id="rId309" Type="http://schemas.openxmlformats.org/officeDocument/2006/relationships/image" Target="../media/image719.png"/><Relationship Id="rId27" Type="http://schemas.openxmlformats.org/officeDocument/2006/relationships/image" Target="../media/image583.png"/><Relationship Id="rId48" Type="http://schemas.openxmlformats.org/officeDocument/2006/relationships/customXml" Target="../ink/ink593.xml"/><Relationship Id="rId69" Type="http://schemas.openxmlformats.org/officeDocument/2006/relationships/image" Target="../media/image604.png"/><Relationship Id="rId113" Type="http://schemas.openxmlformats.org/officeDocument/2006/relationships/image" Target="../media/image626.png"/><Relationship Id="rId134" Type="http://schemas.openxmlformats.org/officeDocument/2006/relationships/customXml" Target="../ink/ink636.xml"/><Relationship Id="rId320" Type="http://schemas.openxmlformats.org/officeDocument/2006/relationships/customXml" Target="../ink/ink734.xml"/><Relationship Id="rId80" Type="http://schemas.openxmlformats.org/officeDocument/2006/relationships/customXml" Target="../ink/ink609.xml"/><Relationship Id="rId155" Type="http://schemas.openxmlformats.org/officeDocument/2006/relationships/image" Target="../media/image647.png"/><Relationship Id="rId176" Type="http://schemas.openxmlformats.org/officeDocument/2006/relationships/customXml" Target="../ink/ink657.xml"/><Relationship Id="rId197" Type="http://schemas.openxmlformats.org/officeDocument/2006/relationships/image" Target="../media/image668.png"/><Relationship Id="rId341" Type="http://schemas.openxmlformats.org/officeDocument/2006/relationships/image" Target="../media/image735.png"/><Relationship Id="rId201" Type="http://schemas.openxmlformats.org/officeDocument/2006/relationships/image" Target="../media/image670.png"/><Relationship Id="rId222" Type="http://schemas.openxmlformats.org/officeDocument/2006/relationships/customXml" Target="../ink/ink680.xml"/><Relationship Id="rId243" Type="http://schemas.openxmlformats.org/officeDocument/2006/relationships/image" Target="../media/image686.png"/><Relationship Id="rId264" Type="http://schemas.openxmlformats.org/officeDocument/2006/relationships/customXml" Target="../ink/ink706.xml"/><Relationship Id="rId285" Type="http://schemas.openxmlformats.org/officeDocument/2006/relationships/image" Target="../media/image707.png"/><Relationship Id="rId17" Type="http://schemas.openxmlformats.org/officeDocument/2006/relationships/image" Target="../media/image578.png"/><Relationship Id="rId38" Type="http://schemas.openxmlformats.org/officeDocument/2006/relationships/customXml" Target="../ink/ink588.xml"/><Relationship Id="rId59" Type="http://schemas.openxmlformats.org/officeDocument/2006/relationships/image" Target="../media/image599.png"/><Relationship Id="rId103" Type="http://schemas.openxmlformats.org/officeDocument/2006/relationships/image" Target="../media/image621.png"/><Relationship Id="rId124" Type="http://schemas.openxmlformats.org/officeDocument/2006/relationships/customXml" Target="../ink/ink631.xml"/><Relationship Id="rId310" Type="http://schemas.openxmlformats.org/officeDocument/2006/relationships/customXml" Target="../ink/ink729.xml"/><Relationship Id="rId70" Type="http://schemas.openxmlformats.org/officeDocument/2006/relationships/customXml" Target="../ink/ink604.xml"/><Relationship Id="rId91" Type="http://schemas.openxmlformats.org/officeDocument/2006/relationships/image" Target="../media/image615.png"/><Relationship Id="rId145" Type="http://schemas.openxmlformats.org/officeDocument/2006/relationships/image" Target="../media/image642.png"/><Relationship Id="rId166" Type="http://schemas.openxmlformats.org/officeDocument/2006/relationships/customXml" Target="../ink/ink652.xml"/><Relationship Id="rId187" Type="http://schemas.openxmlformats.org/officeDocument/2006/relationships/image" Target="../media/image663.png"/><Relationship Id="rId331" Type="http://schemas.openxmlformats.org/officeDocument/2006/relationships/image" Target="../media/image730.png"/><Relationship Id="rId352" Type="http://schemas.openxmlformats.org/officeDocument/2006/relationships/customXml" Target="../ink/ink75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75.xml"/><Relationship Id="rId233" Type="http://schemas.openxmlformats.org/officeDocument/2006/relationships/customXml" Target="../ink/ink690.xml"/><Relationship Id="rId254" Type="http://schemas.openxmlformats.org/officeDocument/2006/relationships/customXml" Target="../ink/ink701.xml"/><Relationship Id="rId28" Type="http://schemas.openxmlformats.org/officeDocument/2006/relationships/customXml" Target="../ink/ink583.xml"/><Relationship Id="rId49" Type="http://schemas.openxmlformats.org/officeDocument/2006/relationships/image" Target="../media/image594.png"/><Relationship Id="rId114" Type="http://schemas.openxmlformats.org/officeDocument/2006/relationships/customXml" Target="../ink/ink626.xml"/><Relationship Id="rId275" Type="http://schemas.openxmlformats.org/officeDocument/2006/relationships/image" Target="../media/image702.png"/><Relationship Id="rId296" Type="http://schemas.openxmlformats.org/officeDocument/2006/relationships/customXml" Target="../ink/ink722.xml"/><Relationship Id="rId300" Type="http://schemas.openxmlformats.org/officeDocument/2006/relationships/customXml" Target="../ink/ink724.xml"/><Relationship Id="rId60" Type="http://schemas.openxmlformats.org/officeDocument/2006/relationships/customXml" Target="../ink/ink599.xml"/><Relationship Id="rId81" Type="http://schemas.openxmlformats.org/officeDocument/2006/relationships/image" Target="../media/image610.png"/><Relationship Id="rId135" Type="http://schemas.openxmlformats.org/officeDocument/2006/relationships/image" Target="../media/image637.png"/><Relationship Id="rId156" Type="http://schemas.openxmlformats.org/officeDocument/2006/relationships/customXml" Target="../ink/ink647.xml"/><Relationship Id="rId177" Type="http://schemas.openxmlformats.org/officeDocument/2006/relationships/image" Target="../media/image658.png"/><Relationship Id="rId198" Type="http://schemas.openxmlformats.org/officeDocument/2006/relationships/customXml" Target="../ink/ink668.xml"/><Relationship Id="rId321" Type="http://schemas.openxmlformats.org/officeDocument/2006/relationships/image" Target="../media/image725.png"/><Relationship Id="rId342" Type="http://schemas.openxmlformats.org/officeDocument/2006/relationships/customXml" Target="../ink/ink745.xml"/><Relationship Id="rId202" Type="http://schemas.openxmlformats.org/officeDocument/2006/relationships/customXml" Target="../ink/ink670.xml"/><Relationship Id="rId223" Type="http://schemas.openxmlformats.org/officeDocument/2006/relationships/image" Target="../media/image681.png"/><Relationship Id="rId244" Type="http://schemas.openxmlformats.org/officeDocument/2006/relationships/customXml" Target="../ink/ink696.xml"/><Relationship Id="rId18" Type="http://schemas.openxmlformats.org/officeDocument/2006/relationships/customXml" Target="../ink/ink578.xml"/><Relationship Id="rId39" Type="http://schemas.openxmlformats.org/officeDocument/2006/relationships/image" Target="../media/image589.png"/><Relationship Id="rId265" Type="http://schemas.openxmlformats.org/officeDocument/2006/relationships/image" Target="../media/image697.png"/><Relationship Id="rId286" Type="http://schemas.openxmlformats.org/officeDocument/2006/relationships/customXml" Target="../ink/ink717.xml"/><Relationship Id="rId50" Type="http://schemas.openxmlformats.org/officeDocument/2006/relationships/customXml" Target="../ink/ink594.xml"/><Relationship Id="rId104" Type="http://schemas.openxmlformats.org/officeDocument/2006/relationships/customXml" Target="../ink/ink621.xml"/><Relationship Id="rId125" Type="http://schemas.openxmlformats.org/officeDocument/2006/relationships/image" Target="../media/image632.png"/><Relationship Id="rId146" Type="http://schemas.openxmlformats.org/officeDocument/2006/relationships/customXml" Target="../ink/ink642.xml"/><Relationship Id="rId167" Type="http://schemas.openxmlformats.org/officeDocument/2006/relationships/image" Target="../media/image653.png"/><Relationship Id="rId188" Type="http://schemas.openxmlformats.org/officeDocument/2006/relationships/customXml" Target="../ink/ink663.xml"/><Relationship Id="rId311" Type="http://schemas.openxmlformats.org/officeDocument/2006/relationships/image" Target="../media/image720.png"/><Relationship Id="rId332" Type="http://schemas.openxmlformats.org/officeDocument/2006/relationships/customXml" Target="../ink/ink740.xml"/><Relationship Id="rId353" Type="http://schemas.openxmlformats.org/officeDocument/2006/relationships/image" Target="../media/image741.png"/><Relationship Id="rId71" Type="http://schemas.openxmlformats.org/officeDocument/2006/relationships/image" Target="../media/image605.png"/><Relationship Id="rId92" Type="http://schemas.openxmlformats.org/officeDocument/2006/relationships/customXml" Target="../ink/ink615.xml"/><Relationship Id="rId213" Type="http://schemas.openxmlformats.org/officeDocument/2006/relationships/image" Target="../media/image676.png"/><Relationship Id="rId234" Type="http://schemas.openxmlformats.org/officeDocument/2006/relationships/customXml" Target="../ink/ink691.xml"/><Relationship Id="rId2" Type="http://schemas.openxmlformats.org/officeDocument/2006/relationships/customXml" Target="../ink/ink570.xml"/><Relationship Id="rId29" Type="http://schemas.openxmlformats.org/officeDocument/2006/relationships/image" Target="../media/image584.png"/><Relationship Id="rId255" Type="http://schemas.openxmlformats.org/officeDocument/2006/relationships/image" Target="../media/image692.png"/><Relationship Id="rId276" Type="http://schemas.openxmlformats.org/officeDocument/2006/relationships/customXml" Target="../ink/ink712.xml"/><Relationship Id="rId297" Type="http://schemas.openxmlformats.org/officeDocument/2006/relationships/image" Target="../media/image713.png"/><Relationship Id="rId40" Type="http://schemas.openxmlformats.org/officeDocument/2006/relationships/customXml" Target="../ink/ink589.xml"/><Relationship Id="rId115" Type="http://schemas.openxmlformats.org/officeDocument/2006/relationships/image" Target="../media/image627.png"/><Relationship Id="rId136" Type="http://schemas.openxmlformats.org/officeDocument/2006/relationships/customXml" Target="../ink/ink637.xml"/><Relationship Id="rId157" Type="http://schemas.openxmlformats.org/officeDocument/2006/relationships/image" Target="../media/image648.png"/><Relationship Id="rId178" Type="http://schemas.openxmlformats.org/officeDocument/2006/relationships/customXml" Target="../ink/ink658.xml"/><Relationship Id="rId301" Type="http://schemas.openxmlformats.org/officeDocument/2006/relationships/image" Target="../media/image715.png"/><Relationship Id="rId322" Type="http://schemas.openxmlformats.org/officeDocument/2006/relationships/customXml" Target="../ink/ink735.xml"/><Relationship Id="rId343" Type="http://schemas.openxmlformats.org/officeDocument/2006/relationships/image" Target="../media/image736.png"/><Relationship Id="rId61" Type="http://schemas.openxmlformats.org/officeDocument/2006/relationships/image" Target="../media/image600.png"/><Relationship Id="rId82" Type="http://schemas.openxmlformats.org/officeDocument/2006/relationships/customXml" Target="../ink/ink610.xml"/><Relationship Id="rId199" Type="http://schemas.openxmlformats.org/officeDocument/2006/relationships/image" Target="../media/image669.png"/><Relationship Id="rId203" Type="http://schemas.openxmlformats.org/officeDocument/2006/relationships/image" Target="../media/image671.png"/><Relationship Id="rId19" Type="http://schemas.openxmlformats.org/officeDocument/2006/relationships/image" Target="../media/image579.png"/><Relationship Id="rId224" Type="http://schemas.openxmlformats.org/officeDocument/2006/relationships/customXml" Target="../ink/ink681.xml"/><Relationship Id="rId245" Type="http://schemas.openxmlformats.org/officeDocument/2006/relationships/image" Target="../media/image687.png"/><Relationship Id="rId266" Type="http://schemas.openxmlformats.org/officeDocument/2006/relationships/customXml" Target="../ink/ink707.xml"/><Relationship Id="rId287" Type="http://schemas.openxmlformats.org/officeDocument/2006/relationships/image" Target="../media/image708.png"/><Relationship Id="rId30" Type="http://schemas.openxmlformats.org/officeDocument/2006/relationships/customXml" Target="../ink/ink584.xml"/><Relationship Id="rId105" Type="http://schemas.openxmlformats.org/officeDocument/2006/relationships/image" Target="../media/image622.png"/><Relationship Id="rId126" Type="http://schemas.openxmlformats.org/officeDocument/2006/relationships/customXml" Target="../ink/ink632.xml"/><Relationship Id="rId147" Type="http://schemas.openxmlformats.org/officeDocument/2006/relationships/image" Target="../media/image643.png"/><Relationship Id="rId168" Type="http://schemas.openxmlformats.org/officeDocument/2006/relationships/customXml" Target="../ink/ink653.xml"/><Relationship Id="rId312" Type="http://schemas.openxmlformats.org/officeDocument/2006/relationships/customXml" Target="../ink/ink730.xml"/><Relationship Id="rId333" Type="http://schemas.openxmlformats.org/officeDocument/2006/relationships/image" Target="../media/image731.png"/><Relationship Id="rId354" Type="http://schemas.openxmlformats.org/officeDocument/2006/relationships/customXml" Target="../ink/ink751.xml"/><Relationship Id="rId51" Type="http://schemas.openxmlformats.org/officeDocument/2006/relationships/image" Target="../media/image595.png"/><Relationship Id="rId72" Type="http://schemas.openxmlformats.org/officeDocument/2006/relationships/customXml" Target="../ink/ink605.xml"/><Relationship Id="rId93" Type="http://schemas.openxmlformats.org/officeDocument/2006/relationships/image" Target="../media/image616.png"/><Relationship Id="rId189" Type="http://schemas.openxmlformats.org/officeDocument/2006/relationships/image" Target="../media/image664.png"/><Relationship Id="rId3" Type="http://schemas.openxmlformats.org/officeDocument/2006/relationships/image" Target="../media/image571.png"/><Relationship Id="rId214" Type="http://schemas.openxmlformats.org/officeDocument/2006/relationships/customXml" Target="../ink/ink676.xml"/><Relationship Id="rId235" Type="http://schemas.openxmlformats.org/officeDocument/2006/relationships/image" Target="../media/image682.png"/><Relationship Id="rId256" Type="http://schemas.openxmlformats.org/officeDocument/2006/relationships/customXml" Target="../ink/ink702.xml"/><Relationship Id="rId277" Type="http://schemas.openxmlformats.org/officeDocument/2006/relationships/image" Target="../media/image703.png"/><Relationship Id="rId298" Type="http://schemas.openxmlformats.org/officeDocument/2006/relationships/customXml" Target="../ink/ink723.xml"/><Relationship Id="rId116" Type="http://schemas.openxmlformats.org/officeDocument/2006/relationships/customXml" Target="../ink/ink627.xml"/><Relationship Id="rId137" Type="http://schemas.openxmlformats.org/officeDocument/2006/relationships/image" Target="../media/image638.png"/><Relationship Id="rId158" Type="http://schemas.openxmlformats.org/officeDocument/2006/relationships/customXml" Target="../ink/ink648.xml"/><Relationship Id="rId302" Type="http://schemas.openxmlformats.org/officeDocument/2006/relationships/customXml" Target="../ink/ink725.xml"/><Relationship Id="rId323" Type="http://schemas.openxmlformats.org/officeDocument/2006/relationships/image" Target="../media/image726.png"/><Relationship Id="rId344" Type="http://schemas.openxmlformats.org/officeDocument/2006/relationships/customXml" Target="../ink/ink746.xml"/><Relationship Id="rId20" Type="http://schemas.openxmlformats.org/officeDocument/2006/relationships/customXml" Target="../ink/ink579.xml"/><Relationship Id="rId41" Type="http://schemas.openxmlformats.org/officeDocument/2006/relationships/image" Target="../media/image590.png"/><Relationship Id="rId62" Type="http://schemas.openxmlformats.org/officeDocument/2006/relationships/customXml" Target="../ink/ink600.xml"/><Relationship Id="rId83" Type="http://schemas.openxmlformats.org/officeDocument/2006/relationships/image" Target="../media/image611.png"/><Relationship Id="rId179" Type="http://schemas.openxmlformats.org/officeDocument/2006/relationships/image" Target="../media/image659.png"/><Relationship Id="rId190" Type="http://schemas.openxmlformats.org/officeDocument/2006/relationships/customXml" Target="../ink/ink664.xml"/><Relationship Id="rId204" Type="http://schemas.openxmlformats.org/officeDocument/2006/relationships/customXml" Target="../ink/ink671.xml"/><Relationship Id="rId225" Type="http://schemas.openxmlformats.org/officeDocument/2006/relationships/customXml" Target="../ink/ink682.xml"/><Relationship Id="rId246" Type="http://schemas.openxmlformats.org/officeDocument/2006/relationships/customXml" Target="../ink/ink697.xml"/><Relationship Id="rId267" Type="http://schemas.openxmlformats.org/officeDocument/2006/relationships/image" Target="../media/image698.png"/><Relationship Id="rId288" Type="http://schemas.openxmlformats.org/officeDocument/2006/relationships/customXml" Target="../ink/ink718.xml"/><Relationship Id="rId106" Type="http://schemas.openxmlformats.org/officeDocument/2006/relationships/customXml" Target="../ink/ink622.xml"/><Relationship Id="rId127" Type="http://schemas.openxmlformats.org/officeDocument/2006/relationships/image" Target="../media/image633.png"/><Relationship Id="rId313" Type="http://schemas.openxmlformats.org/officeDocument/2006/relationships/image" Target="../media/image721.png"/><Relationship Id="rId10" Type="http://schemas.openxmlformats.org/officeDocument/2006/relationships/customXml" Target="../ink/ink574.xml"/><Relationship Id="rId31" Type="http://schemas.openxmlformats.org/officeDocument/2006/relationships/image" Target="../media/image585.png"/><Relationship Id="rId52" Type="http://schemas.openxmlformats.org/officeDocument/2006/relationships/customXml" Target="../ink/ink595.xml"/><Relationship Id="rId73" Type="http://schemas.openxmlformats.org/officeDocument/2006/relationships/image" Target="../media/image606.png"/><Relationship Id="rId94" Type="http://schemas.openxmlformats.org/officeDocument/2006/relationships/customXml" Target="../ink/ink616.xml"/><Relationship Id="rId148" Type="http://schemas.openxmlformats.org/officeDocument/2006/relationships/customXml" Target="../ink/ink643.xml"/><Relationship Id="rId169" Type="http://schemas.openxmlformats.org/officeDocument/2006/relationships/image" Target="../media/image654.png"/><Relationship Id="rId334" Type="http://schemas.openxmlformats.org/officeDocument/2006/relationships/customXml" Target="../ink/ink741.xml"/><Relationship Id="rId355" Type="http://schemas.openxmlformats.org/officeDocument/2006/relationships/image" Target="../media/image742.png"/><Relationship Id="rId4" Type="http://schemas.openxmlformats.org/officeDocument/2006/relationships/customXml" Target="../ink/ink571.xml"/><Relationship Id="rId180" Type="http://schemas.openxmlformats.org/officeDocument/2006/relationships/customXml" Target="../ink/ink659.xml"/><Relationship Id="rId215" Type="http://schemas.openxmlformats.org/officeDocument/2006/relationships/image" Target="../media/image677.png"/><Relationship Id="rId236" Type="http://schemas.openxmlformats.org/officeDocument/2006/relationships/customXml" Target="../ink/ink692.xml"/><Relationship Id="rId257" Type="http://schemas.openxmlformats.org/officeDocument/2006/relationships/image" Target="../media/image693.png"/><Relationship Id="rId278" Type="http://schemas.openxmlformats.org/officeDocument/2006/relationships/customXml" Target="../ink/ink713.xml"/><Relationship Id="rId303" Type="http://schemas.openxmlformats.org/officeDocument/2006/relationships/image" Target="../media/image716.png"/><Relationship Id="rId42" Type="http://schemas.openxmlformats.org/officeDocument/2006/relationships/customXml" Target="../ink/ink590.xml"/><Relationship Id="rId84" Type="http://schemas.openxmlformats.org/officeDocument/2006/relationships/customXml" Target="../ink/ink611.xml"/><Relationship Id="rId138" Type="http://schemas.openxmlformats.org/officeDocument/2006/relationships/customXml" Target="../ink/ink638.xml"/><Relationship Id="rId345" Type="http://schemas.openxmlformats.org/officeDocument/2006/relationships/image" Target="../media/image737.png"/><Relationship Id="rId191" Type="http://schemas.openxmlformats.org/officeDocument/2006/relationships/image" Target="../media/image665.png"/><Relationship Id="rId205" Type="http://schemas.openxmlformats.org/officeDocument/2006/relationships/image" Target="../media/image672.png"/><Relationship Id="rId247" Type="http://schemas.openxmlformats.org/officeDocument/2006/relationships/image" Target="../media/image688.png"/><Relationship Id="rId107" Type="http://schemas.openxmlformats.org/officeDocument/2006/relationships/image" Target="../media/image623.png"/><Relationship Id="rId289" Type="http://schemas.openxmlformats.org/officeDocument/2006/relationships/image" Target="../media/image709.png"/><Relationship Id="rId11" Type="http://schemas.openxmlformats.org/officeDocument/2006/relationships/image" Target="../media/image575.png"/><Relationship Id="rId53" Type="http://schemas.openxmlformats.org/officeDocument/2006/relationships/image" Target="../media/image596.png"/><Relationship Id="rId149" Type="http://schemas.openxmlformats.org/officeDocument/2006/relationships/image" Target="../media/image644.png"/><Relationship Id="rId314" Type="http://schemas.openxmlformats.org/officeDocument/2006/relationships/customXml" Target="../ink/ink731.xml"/><Relationship Id="rId95" Type="http://schemas.openxmlformats.org/officeDocument/2006/relationships/image" Target="../media/image617.png"/><Relationship Id="rId160" Type="http://schemas.openxmlformats.org/officeDocument/2006/relationships/customXml" Target="../ink/ink649.xml"/><Relationship Id="rId216" Type="http://schemas.openxmlformats.org/officeDocument/2006/relationships/customXml" Target="../ink/ink677.xml"/><Relationship Id="rId258" Type="http://schemas.openxmlformats.org/officeDocument/2006/relationships/customXml" Target="../ink/ink703.xml"/><Relationship Id="rId22" Type="http://schemas.openxmlformats.org/officeDocument/2006/relationships/customXml" Target="../ink/ink580.xml"/><Relationship Id="rId64" Type="http://schemas.openxmlformats.org/officeDocument/2006/relationships/customXml" Target="../ink/ink601.xml"/><Relationship Id="rId118" Type="http://schemas.openxmlformats.org/officeDocument/2006/relationships/customXml" Target="../ink/ink628.xml"/><Relationship Id="rId325" Type="http://schemas.openxmlformats.org/officeDocument/2006/relationships/image" Target="../media/image727.png"/><Relationship Id="rId171" Type="http://schemas.openxmlformats.org/officeDocument/2006/relationships/image" Target="../media/image655.png"/><Relationship Id="rId227" Type="http://schemas.openxmlformats.org/officeDocument/2006/relationships/customXml" Target="../ink/ink684.xml"/><Relationship Id="rId269" Type="http://schemas.openxmlformats.org/officeDocument/2006/relationships/image" Target="../media/image699.png"/><Relationship Id="rId33" Type="http://schemas.openxmlformats.org/officeDocument/2006/relationships/image" Target="../media/image586.png"/><Relationship Id="rId129" Type="http://schemas.openxmlformats.org/officeDocument/2006/relationships/image" Target="../media/image634.png"/><Relationship Id="rId280" Type="http://schemas.openxmlformats.org/officeDocument/2006/relationships/customXml" Target="../ink/ink714.xml"/><Relationship Id="rId336" Type="http://schemas.openxmlformats.org/officeDocument/2006/relationships/customXml" Target="../ink/ink742.xml"/><Relationship Id="rId75" Type="http://schemas.openxmlformats.org/officeDocument/2006/relationships/image" Target="../media/image607.png"/><Relationship Id="rId140" Type="http://schemas.openxmlformats.org/officeDocument/2006/relationships/customXml" Target="../ink/ink639.xml"/><Relationship Id="rId182" Type="http://schemas.openxmlformats.org/officeDocument/2006/relationships/customXml" Target="../ink/ink660.xml"/><Relationship Id="rId6" Type="http://schemas.openxmlformats.org/officeDocument/2006/relationships/customXml" Target="../ink/ink572.xml"/><Relationship Id="rId238" Type="http://schemas.openxmlformats.org/officeDocument/2006/relationships/customXml" Target="../ink/ink693.xml"/><Relationship Id="rId291" Type="http://schemas.openxmlformats.org/officeDocument/2006/relationships/image" Target="../media/image710.png"/><Relationship Id="rId305" Type="http://schemas.openxmlformats.org/officeDocument/2006/relationships/image" Target="../media/image717.png"/><Relationship Id="rId347" Type="http://schemas.openxmlformats.org/officeDocument/2006/relationships/image" Target="../media/image738.png"/><Relationship Id="rId44" Type="http://schemas.openxmlformats.org/officeDocument/2006/relationships/customXml" Target="../ink/ink591.xml"/><Relationship Id="rId86" Type="http://schemas.openxmlformats.org/officeDocument/2006/relationships/customXml" Target="../ink/ink612.xml"/><Relationship Id="rId151" Type="http://schemas.openxmlformats.org/officeDocument/2006/relationships/image" Target="../media/image645.png"/><Relationship Id="rId193" Type="http://schemas.openxmlformats.org/officeDocument/2006/relationships/image" Target="../media/image666.png"/><Relationship Id="rId207" Type="http://schemas.openxmlformats.org/officeDocument/2006/relationships/image" Target="../media/image673.png"/><Relationship Id="rId249" Type="http://schemas.openxmlformats.org/officeDocument/2006/relationships/image" Target="../media/image689.png"/><Relationship Id="rId13" Type="http://schemas.openxmlformats.org/officeDocument/2006/relationships/image" Target="../media/image576.png"/><Relationship Id="rId109" Type="http://schemas.openxmlformats.org/officeDocument/2006/relationships/image" Target="../media/image624.png"/><Relationship Id="rId260" Type="http://schemas.openxmlformats.org/officeDocument/2006/relationships/customXml" Target="../ink/ink704.xml"/><Relationship Id="rId316" Type="http://schemas.openxmlformats.org/officeDocument/2006/relationships/customXml" Target="../ink/ink732.xml"/><Relationship Id="rId55" Type="http://schemas.openxmlformats.org/officeDocument/2006/relationships/image" Target="../media/image597.png"/><Relationship Id="rId97" Type="http://schemas.openxmlformats.org/officeDocument/2006/relationships/image" Target="../media/image618.png"/><Relationship Id="rId120" Type="http://schemas.openxmlformats.org/officeDocument/2006/relationships/customXml" Target="../ink/ink629.xml"/><Relationship Id="rId162" Type="http://schemas.openxmlformats.org/officeDocument/2006/relationships/customXml" Target="../ink/ink650.xml"/><Relationship Id="rId218" Type="http://schemas.openxmlformats.org/officeDocument/2006/relationships/customXml" Target="../ink/ink678.xml"/><Relationship Id="rId271" Type="http://schemas.openxmlformats.org/officeDocument/2006/relationships/image" Target="../media/image700.png"/><Relationship Id="rId24" Type="http://schemas.openxmlformats.org/officeDocument/2006/relationships/customXml" Target="../ink/ink581.xml"/><Relationship Id="rId66" Type="http://schemas.openxmlformats.org/officeDocument/2006/relationships/customXml" Target="../ink/ink602.xml"/><Relationship Id="rId131" Type="http://schemas.openxmlformats.org/officeDocument/2006/relationships/image" Target="../media/image635.png"/><Relationship Id="rId327" Type="http://schemas.openxmlformats.org/officeDocument/2006/relationships/image" Target="../media/image728.png"/><Relationship Id="rId173" Type="http://schemas.openxmlformats.org/officeDocument/2006/relationships/image" Target="../media/image656.png"/><Relationship Id="rId229" Type="http://schemas.openxmlformats.org/officeDocument/2006/relationships/customXml" Target="../ink/ink686.xml"/><Relationship Id="rId240" Type="http://schemas.openxmlformats.org/officeDocument/2006/relationships/customXml" Target="../ink/ink694.xml"/><Relationship Id="rId35" Type="http://schemas.openxmlformats.org/officeDocument/2006/relationships/image" Target="../media/image587.png"/><Relationship Id="rId77" Type="http://schemas.openxmlformats.org/officeDocument/2006/relationships/image" Target="../media/image608.png"/><Relationship Id="rId100" Type="http://schemas.openxmlformats.org/officeDocument/2006/relationships/customXml" Target="../ink/ink619.xml"/><Relationship Id="rId282" Type="http://schemas.openxmlformats.org/officeDocument/2006/relationships/customXml" Target="../ink/ink715.xml"/><Relationship Id="rId338" Type="http://schemas.openxmlformats.org/officeDocument/2006/relationships/customXml" Target="../ink/ink743.xml"/><Relationship Id="rId8" Type="http://schemas.openxmlformats.org/officeDocument/2006/relationships/customXml" Target="../ink/ink573.xml"/><Relationship Id="rId142" Type="http://schemas.openxmlformats.org/officeDocument/2006/relationships/customXml" Target="../ink/ink640.xml"/><Relationship Id="rId184" Type="http://schemas.openxmlformats.org/officeDocument/2006/relationships/customXml" Target="../ink/ink66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0.png"/><Relationship Id="rId21" Type="http://schemas.openxmlformats.org/officeDocument/2006/relationships/image" Target="../media/image752.png"/><Relationship Id="rId42" Type="http://schemas.openxmlformats.org/officeDocument/2006/relationships/customXml" Target="../ink/ink772.xml"/><Relationship Id="rId63" Type="http://schemas.openxmlformats.org/officeDocument/2006/relationships/image" Target="../media/image773.png"/><Relationship Id="rId84" Type="http://schemas.openxmlformats.org/officeDocument/2006/relationships/customXml" Target="../ink/ink793.xml"/><Relationship Id="rId138" Type="http://schemas.openxmlformats.org/officeDocument/2006/relationships/customXml" Target="../ink/ink820.xml"/><Relationship Id="rId159" Type="http://schemas.openxmlformats.org/officeDocument/2006/relationships/image" Target="../media/image821.png"/><Relationship Id="rId170" Type="http://schemas.openxmlformats.org/officeDocument/2006/relationships/customXml" Target="../ink/ink836.xml"/><Relationship Id="rId191" Type="http://schemas.openxmlformats.org/officeDocument/2006/relationships/image" Target="../media/image837.png"/><Relationship Id="rId205" Type="http://schemas.openxmlformats.org/officeDocument/2006/relationships/image" Target="../media/image844.png"/><Relationship Id="rId226" Type="http://schemas.openxmlformats.org/officeDocument/2006/relationships/customXml" Target="../ink/ink864.xml"/><Relationship Id="rId107" Type="http://schemas.openxmlformats.org/officeDocument/2006/relationships/image" Target="../media/image795.png"/><Relationship Id="rId11" Type="http://schemas.openxmlformats.org/officeDocument/2006/relationships/image" Target="../media/image747.png"/><Relationship Id="rId32" Type="http://schemas.openxmlformats.org/officeDocument/2006/relationships/customXml" Target="../ink/ink767.xml"/><Relationship Id="rId53" Type="http://schemas.openxmlformats.org/officeDocument/2006/relationships/image" Target="../media/image768.png"/><Relationship Id="rId74" Type="http://schemas.openxmlformats.org/officeDocument/2006/relationships/customXml" Target="../ink/ink788.xml"/><Relationship Id="rId128" Type="http://schemas.openxmlformats.org/officeDocument/2006/relationships/customXml" Target="../ink/ink815.xml"/><Relationship Id="rId149" Type="http://schemas.openxmlformats.org/officeDocument/2006/relationships/image" Target="../media/image816.png"/><Relationship Id="rId5" Type="http://schemas.openxmlformats.org/officeDocument/2006/relationships/image" Target="../media/image744.png"/><Relationship Id="rId95" Type="http://schemas.openxmlformats.org/officeDocument/2006/relationships/image" Target="../media/image789.png"/><Relationship Id="rId160" Type="http://schemas.openxmlformats.org/officeDocument/2006/relationships/customXml" Target="../ink/ink831.xml"/><Relationship Id="rId181" Type="http://schemas.openxmlformats.org/officeDocument/2006/relationships/image" Target="../media/image832.png"/><Relationship Id="rId216" Type="http://schemas.openxmlformats.org/officeDocument/2006/relationships/customXml" Target="../ink/ink859.xml"/><Relationship Id="rId237" Type="http://schemas.openxmlformats.org/officeDocument/2006/relationships/image" Target="../media/image860.png"/><Relationship Id="rId22" Type="http://schemas.openxmlformats.org/officeDocument/2006/relationships/customXml" Target="../ink/ink762.xml"/><Relationship Id="rId43" Type="http://schemas.openxmlformats.org/officeDocument/2006/relationships/image" Target="../media/image763.png"/><Relationship Id="rId64" Type="http://schemas.openxmlformats.org/officeDocument/2006/relationships/customXml" Target="../ink/ink783.xml"/><Relationship Id="rId118" Type="http://schemas.openxmlformats.org/officeDocument/2006/relationships/customXml" Target="../ink/ink810.xml"/><Relationship Id="rId139" Type="http://schemas.openxmlformats.org/officeDocument/2006/relationships/image" Target="../media/image811.png"/><Relationship Id="rId85" Type="http://schemas.openxmlformats.org/officeDocument/2006/relationships/image" Target="../media/image784.png"/><Relationship Id="rId150" Type="http://schemas.openxmlformats.org/officeDocument/2006/relationships/customXml" Target="../ink/ink826.xml"/><Relationship Id="rId171" Type="http://schemas.openxmlformats.org/officeDocument/2006/relationships/image" Target="../media/image827.png"/><Relationship Id="rId192" Type="http://schemas.openxmlformats.org/officeDocument/2006/relationships/customXml" Target="../ink/ink847.xml"/><Relationship Id="rId206" Type="http://schemas.openxmlformats.org/officeDocument/2006/relationships/customXml" Target="../ink/ink854.xml"/><Relationship Id="rId227" Type="http://schemas.openxmlformats.org/officeDocument/2006/relationships/image" Target="../media/image855.png"/><Relationship Id="rId12" Type="http://schemas.openxmlformats.org/officeDocument/2006/relationships/customXml" Target="../ink/ink757.xml"/><Relationship Id="rId33" Type="http://schemas.openxmlformats.org/officeDocument/2006/relationships/image" Target="../media/image758.png"/><Relationship Id="rId108" Type="http://schemas.openxmlformats.org/officeDocument/2006/relationships/customXml" Target="../ink/ink805.xml"/><Relationship Id="rId129" Type="http://schemas.openxmlformats.org/officeDocument/2006/relationships/image" Target="../media/image806.png"/><Relationship Id="rId54" Type="http://schemas.openxmlformats.org/officeDocument/2006/relationships/customXml" Target="../ink/ink778.xml"/><Relationship Id="rId75" Type="http://schemas.openxmlformats.org/officeDocument/2006/relationships/image" Target="../media/image779.png"/><Relationship Id="rId96" Type="http://schemas.openxmlformats.org/officeDocument/2006/relationships/customXml" Target="../ink/ink799.xml"/><Relationship Id="rId140" Type="http://schemas.openxmlformats.org/officeDocument/2006/relationships/customXml" Target="../ink/ink821.xml"/><Relationship Id="rId161" Type="http://schemas.openxmlformats.org/officeDocument/2006/relationships/image" Target="../media/image822.png"/><Relationship Id="rId182" Type="http://schemas.openxmlformats.org/officeDocument/2006/relationships/customXml" Target="../ink/ink842.xml"/><Relationship Id="rId217" Type="http://schemas.openxmlformats.org/officeDocument/2006/relationships/image" Target="../media/image850.png"/><Relationship Id="rId6" Type="http://schemas.openxmlformats.org/officeDocument/2006/relationships/customXml" Target="../ink/ink754.xml"/><Relationship Id="rId23" Type="http://schemas.openxmlformats.org/officeDocument/2006/relationships/image" Target="../media/image753.png"/><Relationship Id="rId119" Type="http://schemas.openxmlformats.org/officeDocument/2006/relationships/image" Target="../media/image801.png"/><Relationship Id="rId44" Type="http://schemas.openxmlformats.org/officeDocument/2006/relationships/customXml" Target="../ink/ink773.xml"/><Relationship Id="rId65" Type="http://schemas.openxmlformats.org/officeDocument/2006/relationships/image" Target="../media/image774.png"/><Relationship Id="rId86" Type="http://schemas.openxmlformats.org/officeDocument/2006/relationships/customXml" Target="../ink/ink794.xml"/><Relationship Id="rId130" Type="http://schemas.openxmlformats.org/officeDocument/2006/relationships/customXml" Target="../ink/ink816.xml"/><Relationship Id="rId151" Type="http://schemas.openxmlformats.org/officeDocument/2006/relationships/image" Target="../media/image817.png"/><Relationship Id="rId172" Type="http://schemas.openxmlformats.org/officeDocument/2006/relationships/customXml" Target="../ink/ink837.xml"/><Relationship Id="rId193" Type="http://schemas.openxmlformats.org/officeDocument/2006/relationships/image" Target="../media/image838.png"/><Relationship Id="rId207" Type="http://schemas.openxmlformats.org/officeDocument/2006/relationships/image" Target="../media/image845.png"/><Relationship Id="rId228" Type="http://schemas.openxmlformats.org/officeDocument/2006/relationships/customXml" Target="../ink/ink865.xml"/><Relationship Id="rId13" Type="http://schemas.openxmlformats.org/officeDocument/2006/relationships/image" Target="../media/image748.png"/><Relationship Id="rId109" Type="http://schemas.openxmlformats.org/officeDocument/2006/relationships/image" Target="../media/image796.png"/><Relationship Id="rId34" Type="http://schemas.openxmlformats.org/officeDocument/2006/relationships/customXml" Target="../ink/ink768.xml"/><Relationship Id="rId55" Type="http://schemas.openxmlformats.org/officeDocument/2006/relationships/image" Target="../media/image769.png"/><Relationship Id="rId76" Type="http://schemas.openxmlformats.org/officeDocument/2006/relationships/customXml" Target="../ink/ink789.xml"/><Relationship Id="rId97" Type="http://schemas.openxmlformats.org/officeDocument/2006/relationships/image" Target="../media/image790.png"/><Relationship Id="rId120" Type="http://schemas.openxmlformats.org/officeDocument/2006/relationships/customXml" Target="../ink/ink811.xml"/><Relationship Id="rId141" Type="http://schemas.openxmlformats.org/officeDocument/2006/relationships/image" Target="../media/image812.png"/><Relationship Id="rId7" Type="http://schemas.openxmlformats.org/officeDocument/2006/relationships/image" Target="../media/image745.png"/><Relationship Id="rId162" Type="http://schemas.openxmlformats.org/officeDocument/2006/relationships/customXml" Target="../ink/ink832.xml"/><Relationship Id="rId183" Type="http://schemas.openxmlformats.org/officeDocument/2006/relationships/image" Target="../media/image833.png"/><Relationship Id="rId218" Type="http://schemas.openxmlformats.org/officeDocument/2006/relationships/customXml" Target="../ink/ink860.xml"/><Relationship Id="rId24" Type="http://schemas.openxmlformats.org/officeDocument/2006/relationships/customXml" Target="../ink/ink763.xml"/><Relationship Id="rId45" Type="http://schemas.openxmlformats.org/officeDocument/2006/relationships/image" Target="../media/image764.png"/><Relationship Id="rId66" Type="http://schemas.openxmlformats.org/officeDocument/2006/relationships/customXml" Target="../ink/ink784.xml"/><Relationship Id="rId87" Type="http://schemas.openxmlformats.org/officeDocument/2006/relationships/image" Target="../media/image785.png"/><Relationship Id="rId110" Type="http://schemas.openxmlformats.org/officeDocument/2006/relationships/customXml" Target="../ink/ink806.xml"/><Relationship Id="rId131" Type="http://schemas.openxmlformats.org/officeDocument/2006/relationships/image" Target="../media/image807.png"/><Relationship Id="rId152" Type="http://schemas.openxmlformats.org/officeDocument/2006/relationships/customXml" Target="../ink/ink827.xml"/><Relationship Id="rId173" Type="http://schemas.openxmlformats.org/officeDocument/2006/relationships/image" Target="../media/image828.png"/><Relationship Id="rId194" Type="http://schemas.openxmlformats.org/officeDocument/2006/relationships/customXml" Target="../ink/ink848.xml"/><Relationship Id="rId208" Type="http://schemas.openxmlformats.org/officeDocument/2006/relationships/customXml" Target="../ink/ink855.xml"/><Relationship Id="rId229" Type="http://schemas.openxmlformats.org/officeDocument/2006/relationships/image" Target="../media/image856.png"/><Relationship Id="rId14" Type="http://schemas.openxmlformats.org/officeDocument/2006/relationships/customXml" Target="../ink/ink758.xml"/><Relationship Id="rId35" Type="http://schemas.openxmlformats.org/officeDocument/2006/relationships/image" Target="../media/image759.png"/><Relationship Id="rId56" Type="http://schemas.openxmlformats.org/officeDocument/2006/relationships/customXml" Target="../ink/ink779.xml"/><Relationship Id="rId77" Type="http://schemas.openxmlformats.org/officeDocument/2006/relationships/image" Target="../media/image780.png"/><Relationship Id="rId100" Type="http://schemas.openxmlformats.org/officeDocument/2006/relationships/customXml" Target="../ink/ink801.xml"/><Relationship Id="rId8" Type="http://schemas.openxmlformats.org/officeDocument/2006/relationships/customXml" Target="../ink/ink755.xml"/><Relationship Id="rId98" Type="http://schemas.openxmlformats.org/officeDocument/2006/relationships/customXml" Target="../ink/ink800.xml"/><Relationship Id="rId121" Type="http://schemas.openxmlformats.org/officeDocument/2006/relationships/image" Target="../media/image802.png"/><Relationship Id="rId142" Type="http://schemas.openxmlformats.org/officeDocument/2006/relationships/customXml" Target="../ink/ink822.xml"/><Relationship Id="rId163" Type="http://schemas.openxmlformats.org/officeDocument/2006/relationships/image" Target="../media/image823.png"/><Relationship Id="rId184" Type="http://schemas.openxmlformats.org/officeDocument/2006/relationships/customXml" Target="../ink/ink843.xml"/><Relationship Id="rId219" Type="http://schemas.openxmlformats.org/officeDocument/2006/relationships/image" Target="../media/image851.png"/><Relationship Id="rId230" Type="http://schemas.openxmlformats.org/officeDocument/2006/relationships/customXml" Target="../ink/ink866.xml"/><Relationship Id="rId25" Type="http://schemas.openxmlformats.org/officeDocument/2006/relationships/image" Target="../media/image754.png"/><Relationship Id="rId46" Type="http://schemas.openxmlformats.org/officeDocument/2006/relationships/customXml" Target="../ink/ink774.xml"/><Relationship Id="rId67" Type="http://schemas.openxmlformats.org/officeDocument/2006/relationships/image" Target="../media/image775.png"/><Relationship Id="rId88" Type="http://schemas.openxmlformats.org/officeDocument/2006/relationships/customXml" Target="../ink/ink795.xml"/><Relationship Id="rId111" Type="http://schemas.openxmlformats.org/officeDocument/2006/relationships/image" Target="../media/image797.png"/><Relationship Id="rId132" Type="http://schemas.openxmlformats.org/officeDocument/2006/relationships/customXml" Target="../ink/ink817.xml"/><Relationship Id="rId153" Type="http://schemas.openxmlformats.org/officeDocument/2006/relationships/image" Target="../media/image818.png"/><Relationship Id="rId174" Type="http://schemas.openxmlformats.org/officeDocument/2006/relationships/customXml" Target="../ink/ink838.xml"/><Relationship Id="rId195" Type="http://schemas.openxmlformats.org/officeDocument/2006/relationships/image" Target="../media/image839.png"/><Relationship Id="rId209" Type="http://schemas.openxmlformats.org/officeDocument/2006/relationships/image" Target="../media/image846.png"/><Relationship Id="rId190" Type="http://schemas.openxmlformats.org/officeDocument/2006/relationships/customXml" Target="../ink/ink846.xml"/><Relationship Id="rId204" Type="http://schemas.openxmlformats.org/officeDocument/2006/relationships/customXml" Target="../ink/ink853.xml"/><Relationship Id="rId220" Type="http://schemas.openxmlformats.org/officeDocument/2006/relationships/customXml" Target="../ink/ink861.xml"/><Relationship Id="rId225" Type="http://schemas.openxmlformats.org/officeDocument/2006/relationships/image" Target="../media/image854.png"/><Relationship Id="rId15" Type="http://schemas.openxmlformats.org/officeDocument/2006/relationships/image" Target="../media/image749.png"/><Relationship Id="rId36" Type="http://schemas.openxmlformats.org/officeDocument/2006/relationships/customXml" Target="../ink/ink769.xml"/><Relationship Id="rId57" Type="http://schemas.openxmlformats.org/officeDocument/2006/relationships/image" Target="../media/image770.png"/><Relationship Id="rId106" Type="http://schemas.openxmlformats.org/officeDocument/2006/relationships/customXml" Target="../ink/ink804.xml"/><Relationship Id="rId127" Type="http://schemas.openxmlformats.org/officeDocument/2006/relationships/image" Target="../media/image805.png"/><Relationship Id="rId10" Type="http://schemas.openxmlformats.org/officeDocument/2006/relationships/customXml" Target="../ink/ink756.xml"/><Relationship Id="rId31" Type="http://schemas.openxmlformats.org/officeDocument/2006/relationships/image" Target="../media/image757.png"/><Relationship Id="rId52" Type="http://schemas.openxmlformats.org/officeDocument/2006/relationships/customXml" Target="../ink/ink777.xml"/><Relationship Id="rId73" Type="http://schemas.openxmlformats.org/officeDocument/2006/relationships/image" Target="../media/image778.png"/><Relationship Id="rId78" Type="http://schemas.openxmlformats.org/officeDocument/2006/relationships/customXml" Target="../ink/ink790.xml"/><Relationship Id="rId94" Type="http://schemas.openxmlformats.org/officeDocument/2006/relationships/customXml" Target="../ink/ink798.xml"/><Relationship Id="rId99" Type="http://schemas.openxmlformats.org/officeDocument/2006/relationships/image" Target="../media/image791.png"/><Relationship Id="rId101" Type="http://schemas.openxmlformats.org/officeDocument/2006/relationships/image" Target="../media/image792.png"/><Relationship Id="rId122" Type="http://schemas.openxmlformats.org/officeDocument/2006/relationships/customXml" Target="../ink/ink812.xml"/><Relationship Id="rId143" Type="http://schemas.openxmlformats.org/officeDocument/2006/relationships/image" Target="../media/image813.png"/><Relationship Id="rId148" Type="http://schemas.openxmlformats.org/officeDocument/2006/relationships/customXml" Target="../ink/ink825.xml"/><Relationship Id="rId164" Type="http://schemas.openxmlformats.org/officeDocument/2006/relationships/customXml" Target="../ink/ink833.xml"/><Relationship Id="rId169" Type="http://schemas.openxmlformats.org/officeDocument/2006/relationships/image" Target="../media/image826.png"/><Relationship Id="rId185" Type="http://schemas.openxmlformats.org/officeDocument/2006/relationships/image" Target="../media/image834.png"/><Relationship Id="rId4" Type="http://schemas.openxmlformats.org/officeDocument/2006/relationships/customXml" Target="../ink/ink753.xml"/><Relationship Id="rId9" Type="http://schemas.openxmlformats.org/officeDocument/2006/relationships/image" Target="../media/image746.png"/><Relationship Id="rId180" Type="http://schemas.openxmlformats.org/officeDocument/2006/relationships/customXml" Target="../ink/ink841.xml"/><Relationship Id="rId210" Type="http://schemas.openxmlformats.org/officeDocument/2006/relationships/customXml" Target="../ink/ink856.xml"/><Relationship Id="rId215" Type="http://schemas.openxmlformats.org/officeDocument/2006/relationships/image" Target="../media/image849.png"/><Relationship Id="rId236" Type="http://schemas.openxmlformats.org/officeDocument/2006/relationships/customXml" Target="../ink/ink869.xml"/><Relationship Id="rId26" Type="http://schemas.openxmlformats.org/officeDocument/2006/relationships/customXml" Target="../ink/ink764.xml"/><Relationship Id="rId231" Type="http://schemas.openxmlformats.org/officeDocument/2006/relationships/image" Target="../media/image857.png"/><Relationship Id="rId47" Type="http://schemas.openxmlformats.org/officeDocument/2006/relationships/image" Target="../media/image765.png"/><Relationship Id="rId68" Type="http://schemas.openxmlformats.org/officeDocument/2006/relationships/customXml" Target="../ink/ink785.xml"/><Relationship Id="rId89" Type="http://schemas.openxmlformats.org/officeDocument/2006/relationships/image" Target="../media/image786.png"/><Relationship Id="rId112" Type="http://schemas.openxmlformats.org/officeDocument/2006/relationships/customXml" Target="../ink/ink807.xml"/><Relationship Id="rId133" Type="http://schemas.openxmlformats.org/officeDocument/2006/relationships/image" Target="../media/image808.png"/><Relationship Id="rId154" Type="http://schemas.openxmlformats.org/officeDocument/2006/relationships/customXml" Target="../ink/ink828.xml"/><Relationship Id="rId175" Type="http://schemas.openxmlformats.org/officeDocument/2006/relationships/image" Target="../media/image829.png"/><Relationship Id="rId196" Type="http://schemas.openxmlformats.org/officeDocument/2006/relationships/customXml" Target="../ink/ink849.xml"/><Relationship Id="rId200" Type="http://schemas.openxmlformats.org/officeDocument/2006/relationships/customXml" Target="../ink/ink851.xml"/><Relationship Id="rId16" Type="http://schemas.openxmlformats.org/officeDocument/2006/relationships/customXml" Target="../ink/ink759.xml"/><Relationship Id="rId221" Type="http://schemas.openxmlformats.org/officeDocument/2006/relationships/image" Target="../media/image852.png"/><Relationship Id="rId37" Type="http://schemas.openxmlformats.org/officeDocument/2006/relationships/image" Target="../media/image760.png"/><Relationship Id="rId58" Type="http://schemas.openxmlformats.org/officeDocument/2006/relationships/customXml" Target="../ink/ink780.xml"/><Relationship Id="rId79" Type="http://schemas.openxmlformats.org/officeDocument/2006/relationships/image" Target="../media/image781.png"/><Relationship Id="rId102" Type="http://schemas.openxmlformats.org/officeDocument/2006/relationships/customXml" Target="../ink/ink802.xml"/><Relationship Id="rId123" Type="http://schemas.openxmlformats.org/officeDocument/2006/relationships/image" Target="../media/image803.png"/><Relationship Id="rId144" Type="http://schemas.openxmlformats.org/officeDocument/2006/relationships/customXml" Target="../ink/ink823.xml"/><Relationship Id="rId90" Type="http://schemas.openxmlformats.org/officeDocument/2006/relationships/customXml" Target="../ink/ink796.xml"/><Relationship Id="rId165" Type="http://schemas.openxmlformats.org/officeDocument/2006/relationships/image" Target="../media/image824.png"/><Relationship Id="rId186" Type="http://schemas.openxmlformats.org/officeDocument/2006/relationships/customXml" Target="../ink/ink844.xml"/><Relationship Id="rId211" Type="http://schemas.openxmlformats.org/officeDocument/2006/relationships/image" Target="../media/image847.png"/><Relationship Id="rId232" Type="http://schemas.openxmlformats.org/officeDocument/2006/relationships/customXml" Target="../ink/ink867.xml"/><Relationship Id="rId27" Type="http://schemas.openxmlformats.org/officeDocument/2006/relationships/image" Target="../media/image755.png"/><Relationship Id="rId48" Type="http://schemas.openxmlformats.org/officeDocument/2006/relationships/customXml" Target="../ink/ink775.xml"/><Relationship Id="rId69" Type="http://schemas.openxmlformats.org/officeDocument/2006/relationships/image" Target="../media/image776.png"/><Relationship Id="rId113" Type="http://schemas.openxmlformats.org/officeDocument/2006/relationships/image" Target="../media/image798.png"/><Relationship Id="rId134" Type="http://schemas.openxmlformats.org/officeDocument/2006/relationships/customXml" Target="../ink/ink818.xml"/><Relationship Id="rId80" Type="http://schemas.openxmlformats.org/officeDocument/2006/relationships/customXml" Target="../ink/ink791.xml"/><Relationship Id="rId155" Type="http://schemas.openxmlformats.org/officeDocument/2006/relationships/image" Target="../media/image819.png"/><Relationship Id="rId176" Type="http://schemas.openxmlformats.org/officeDocument/2006/relationships/customXml" Target="../ink/ink839.xml"/><Relationship Id="rId197" Type="http://schemas.openxmlformats.org/officeDocument/2006/relationships/image" Target="../media/image840.png"/><Relationship Id="rId201" Type="http://schemas.openxmlformats.org/officeDocument/2006/relationships/image" Target="../media/image842.png"/><Relationship Id="rId222" Type="http://schemas.openxmlformats.org/officeDocument/2006/relationships/customXml" Target="../ink/ink862.xml"/><Relationship Id="rId17" Type="http://schemas.openxmlformats.org/officeDocument/2006/relationships/image" Target="../media/image750.png"/><Relationship Id="rId38" Type="http://schemas.openxmlformats.org/officeDocument/2006/relationships/customXml" Target="../ink/ink770.xml"/><Relationship Id="rId59" Type="http://schemas.openxmlformats.org/officeDocument/2006/relationships/image" Target="../media/image771.png"/><Relationship Id="rId103" Type="http://schemas.openxmlformats.org/officeDocument/2006/relationships/image" Target="../media/image793.png"/><Relationship Id="rId124" Type="http://schemas.openxmlformats.org/officeDocument/2006/relationships/customXml" Target="../ink/ink813.xml"/><Relationship Id="rId70" Type="http://schemas.openxmlformats.org/officeDocument/2006/relationships/customXml" Target="../ink/ink786.xml"/><Relationship Id="rId91" Type="http://schemas.openxmlformats.org/officeDocument/2006/relationships/image" Target="../media/image787.png"/><Relationship Id="rId145" Type="http://schemas.openxmlformats.org/officeDocument/2006/relationships/image" Target="../media/image814.png"/><Relationship Id="rId166" Type="http://schemas.openxmlformats.org/officeDocument/2006/relationships/customXml" Target="../ink/ink834.xml"/><Relationship Id="rId187" Type="http://schemas.openxmlformats.org/officeDocument/2006/relationships/image" Target="../media/image83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57.xml"/><Relationship Id="rId233" Type="http://schemas.openxmlformats.org/officeDocument/2006/relationships/image" Target="../media/image858.png"/><Relationship Id="rId28" Type="http://schemas.openxmlformats.org/officeDocument/2006/relationships/customXml" Target="../ink/ink765.xml"/><Relationship Id="rId49" Type="http://schemas.openxmlformats.org/officeDocument/2006/relationships/image" Target="../media/image766.png"/><Relationship Id="rId114" Type="http://schemas.openxmlformats.org/officeDocument/2006/relationships/customXml" Target="../ink/ink808.xml"/><Relationship Id="rId60" Type="http://schemas.openxmlformats.org/officeDocument/2006/relationships/customXml" Target="../ink/ink781.xml"/><Relationship Id="rId81" Type="http://schemas.openxmlformats.org/officeDocument/2006/relationships/image" Target="../media/image782.png"/><Relationship Id="rId135" Type="http://schemas.openxmlformats.org/officeDocument/2006/relationships/image" Target="../media/image809.png"/><Relationship Id="rId156" Type="http://schemas.openxmlformats.org/officeDocument/2006/relationships/customXml" Target="../ink/ink829.xml"/><Relationship Id="rId177" Type="http://schemas.openxmlformats.org/officeDocument/2006/relationships/image" Target="../media/image830.png"/><Relationship Id="rId198" Type="http://schemas.openxmlformats.org/officeDocument/2006/relationships/customXml" Target="../ink/ink850.xml"/><Relationship Id="rId202" Type="http://schemas.openxmlformats.org/officeDocument/2006/relationships/customXml" Target="../ink/ink852.xml"/><Relationship Id="rId223" Type="http://schemas.openxmlformats.org/officeDocument/2006/relationships/image" Target="../media/image853.png"/><Relationship Id="rId18" Type="http://schemas.openxmlformats.org/officeDocument/2006/relationships/customXml" Target="../ink/ink760.xml"/><Relationship Id="rId39" Type="http://schemas.openxmlformats.org/officeDocument/2006/relationships/image" Target="../media/image761.png"/><Relationship Id="rId50" Type="http://schemas.openxmlformats.org/officeDocument/2006/relationships/customXml" Target="../ink/ink776.xml"/><Relationship Id="rId104" Type="http://schemas.openxmlformats.org/officeDocument/2006/relationships/customXml" Target="../ink/ink803.xml"/><Relationship Id="rId125" Type="http://schemas.openxmlformats.org/officeDocument/2006/relationships/image" Target="../media/image804.png"/><Relationship Id="rId146" Type="http://schemas.openxmlformats.org/officeDocument/2006/relationships/customXml" Target="../ink/ink824.xml"/><Relationship Id="rId167" Type="http://schemas.openxmlformats.org/officeDocument/2006/relationships/image" Target="../media/image825.png"/><Relationship Id="rId188" Type="http://schemas.openxmlformats.org/officeDocument/2006/relationships/customXml" Target="../ink/ink845.xml"/><Relationship Id="rId71" Type="http://schemas.openxmlformats.org/officeDocument/2006/relationships/image" Target="../media/image777.png"/><Relationship Id="rId92" Type="http://schemas.openxmlformats.org/officeDocument/2006/relationships/customXml" Target="../ink/ink797.xml"/><Relationship Id="rId213" Type="http://schemas.openxmlformats.org/officeDocument/2006/relationships/image" Target="../media/image848.png"/><Relationship Id="rId234" Type="http://schemas.openxmlformats.org/officeDocument/2006/relationships/customXml" Target="../ink/ink868.xml"/><Relationship Id="rId2" Type="http://schemas.openxmlformats.org/officeDocument/2006/relationships/customXml" Target="../ink/ink752.xml"/><Relationship Id="rId29" Type="http://schemas.openxmlformats.org/officeDocument/2006/relationships/image" Target="../media/image756.png"/><Relationship Id="rId40" Type="http://schemas.openxmlformats.org/officeDocument/2006/relationships/customXml" Target="../ink/ink771.xml"/><Relationship Id="rId115" Type="http://schemas.openxmlformats.org/officeDocument/2006/relationships/image" Target="../media/image799.png"/><Relationship Id="rId136" Type="http://schemas.openxmlformats.org/officeDocument/2006/relationships/customXml" Target="../ink/ink819.xml"/><Relationship Id="rId157" Type="http://schemas.openxmlformats.org/officeDocument/2006/relationships/image" Target="../media/image820.png"/><Relationship Id="rId178" Type="http://schemas.openxmlformats.org/officeDocument/2006/relationships/customXml" Target="../ink/ink840.xml"/><Relationship Id="rId61" Type="http://schemas.openxmlformats.org/officeDocument/2006/relationships/image" Target="../media/image772.png"/><Relationship Id="rId82" Type="http://schemas.openxmlformats.org/officeDocument/2006/relationships/customXml" Target="../ink/ink792.xml"/><Relationship Id="rId199" Type="http://schemas.openxmlformats.org/officeDocument/2006/relationships/image" Target="../media/image841.png"/><Relationship Id="rId203" Type="http://schemas.openxmlformats.org/officeDocument/2006/relationships/image" Target="../media/image843.png"/><Relationship Id="rId19" Type="http://schemas.openxmlformats.org/officeDocument/2006/relationships/image" Target="../media/image751.png"/><Relationship Id="rId224" Type="http://schemas.openxmlformats.org/officeDocument/2006/relationships/customXml" Target="../ink/ink863.xml"/><Relationship Id="rId30" Type="http://schemas.openxmlformats.org/officeDocument/2006/relationships/customXml" Target="../ink/ink766.xml"/><Relationship Id="rId105" Type="http://schemas.openxmlformats.org/officeDocument/2006/relationships/image" Target="../media/image794.png"/><Relationship Id="rId126" Type="http://schemas.openxmlformats.org/officeDocument/2006/relationships/customXml" Target="../ink/ink814.xml"/><Relationship Id="rId147" Type="http://schemas.openxmlformats.org/officeDocument/2006/relationships/image" Target="../media/image815.png"/><Relationship Id="rId168" Type="http://schemas.openxmlformats.org/officeDocument/2006/relationships/customXml" Target="../ink/ink835.xml"/><Relationship Id="rId51" Type="http://schemas.openxmlformats.org/officeDocument/2006/relationships/image" Target="../media/image767.png"/><Relationship Id="rId72" Type="http://schemas.openxmlformats.org/officeDocument/2006/relationships/customXml" Target="../ink/ink787.xml"/><Relationship Id="rId93" Type="http://schemas.openxmlformats.org/officeDocument/2006/relationships/image" Target="../media/image788.png"/><Relationship Id="rId189" Type="http://schemas.openxmlformats.org/officeDocument/2006/relationships/image" Target="../media/image836.png"/><Relationship Id="rId3" Type="http://schemas.openxmlformats.org/officeDocument/2006/relationships/image" Target="../media/image743.png"/><Relationship Id="rId214" Type="http://schemas.openxmlformats.org/officeDocument/2006/relationships/customXml" Target="../ink/ink858.xml"/><Relationship Id="rId235" Type="http://schemas.openxmlformats.org/officeDocument/2006/relationships/image" Target="../media/image859.png"/><Relationship Id="rId116" Type="http://schemas.openxmlformats.org/officeDocument/2006/relationships/customXml" Target="../ink/ink809.xml"/><Relationship Id="rId137" Type="http://schemas.openxmlformats.org/officeDocument/2006/relationships/image" Target="../media/image810.png"/><Relationship Id="rId158" Type="http://schemas.openxmlformats.org/officeDocument/2006/relationships/customXml" Target="../ink/ink830.xml"/><Relationship Id="rId20" Type="http://schemas.openxmlformats.org/officeDocument/2006/relationships/customXml" Target="../ink/ink761.xml"/><Relationship Id="rId41" Type="http://schemas.openxmlformats.org/officeDocument/2006/relationships/image" Target="../media/image762.png"/><Relationship Id="rId62" Type="http://schemas.openxmlformats.org/officeDocument/2006/relationships/customXml" Target="../ink/ink782.xml"/><Relationship Id="rId83" Type="http://schemas.openxmlformats.org/officeDocument/2006/relationships/image" Target="../media/image783.png"/><Relationship Id="rId179" Type="http://schemas.openxmlformats.org/officeDocument/2006/relationships/image" Target="../media/image83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10.xml"/><Relationship Id="rId42" Type="http://schemas.openxmlformats.org/officeDocument/2006/relationships/image" Target="../media/image2511.png"/><Relationship Id="rId63" Type="http://schemas.openxmlformats.org/officeDocument/2006/relationships/customXml" Target="../ink/ink883.xml"/><Relationship Id="rId84" Type="http://schemas.openxmlformats.org/officeDocument/2006/relationships/image" Target="../media/image4611.png"/><Relationship Id="rId138" Type="http://schemas.openxmlformats.org/officeDocument/2006/relationships/image" Target="../media/image7310.png"/><Relationship Id="rId159" Type="http://schemas.openxmlformats.org/officeDocument/2006/relationships/customXml" Target="../ink/ink931.xml"/><Relationship Id="rId170" Type="http://schemas.openxmlformats.org/officeDocument/2006/relationships/image" Target="../media/image13100.png"/><Relationship Id="rId191" Type="http://schemas.openxmlformats.org/officeDocument/2006/relationships/customXml" Target="../ink/ink947.xml"/><Relationship Id="rId107" Type="http://schemas.openxmlformats.org/officeDocument/2006/relationships/customXml" Target="../ink/ink905.xml"/><Relationship Id="rId53" Type="http://schemas.openxmlformats.org/officeDocument/2006/relationships/customXml" Target="../ink/ink878.xml"/><Relationship Id="rId74" Type="http://schemas.openxmlformats.org/officeDocument/2006/relationships/image" Target="../media/image4111.png"/><Relationship Id="rId128" Type="http://schemas.openxmlformats.org/officeDocument/2006/relationships/image" Target="../media/image6810.png"/><Relationship Id="rId149" Type="http://schemas.openxmlformats.org/officeDocument/2006/relationships/customXml" Target="../ink/ink926.xml"/><Relationship Id="rId95" Type="http://schemas.openxmlformats.org/officeDocument/2006/relationships/customXml" Target="../ink/ink899.xml"/><Relationship Id="rId160" Type="http://schemas.openxmlformats.org/officeDocument/2006/relationships/image" Target="../media/image8100.png"/><Relationship Id="rId181" Type="http://schemas.openxmlformats.org/officeDocument/2006/relationships/customXml" Target="../ink/ink942.xml"/><Relationship Id="rId43" Type="http://schemas.openxmlformats.org/officeDocument/2006/relationships/customXml" Target="../ink/ink873.xml"/><Relationship Id="rId64" Type="http://schemas.openxmlformats.org/officeDocument/2006/relationships/image" Target="../media/image3611.png"/><Relationship Id="rId118" Type="http://schemas.openxmlformats.org/officeDocument/2006/relationships/image" Target="../media/image6310.png"/><Relationship Id="rId139" Type="http://schemas.openxmlformats.org/officeDocument/2006/relationships/customXml" Target="../ink/ink921.xml"/><Relationship Id="rId85" Type="http://schemas.openxmlformats.org/officeDocument/2006/relationships/customXml" Target="../ink/ink894.xml"/><Relationship Id="rId150" Type="http://schemas.openxmlformats.org/officeDocument/2006/relationships/image" Target="../media/image7910.png"/><Relationship Id="rId171" Type="http://schemas.openxmlformats.org/officeDocument/2006/relationships/customXml" Target="../ink/ink937.xml"/><Relationship Id="rId192" Type="http://schemas.openxmlformats.org/officeDocument/2006/relationships/image" Target="../media/image8310.png"/><Relationship Id="rId38" Type="http://schemas.openxmlformats.org/officeDocument/2006/relationships/image" Target="../media/image2311.png"/><Relationship Id="rId59" Type="http://schemas.openxmlformats.org/officeDocument/2006/relationships/customXml" Target="../ink/ink881.xml"/><Relationship Id="rId103" Type="http://schemas.openxmlformats.org/officeDocument/2006/relationships/customXml" Target="../ink/ink903.xml"/><Relationship Id="rId108" Type="http://schemas.openxmlformats.org/officeDocument/2006/relationships/image" Target="../media/image5810.png"/><Relationship Id="rId124" Type="http://schemas.openxmlformats.org/officeDocument/2006/relationships/image" Target="../media/image6610.png"/><Relationship Id="rId129" Type="http://schemas.openxmlformats.org/officeDocument/2006/relationships/customXml" Target="../ink/ink916.xml"/><Relationship Id="rId54" Type="http://schemas.openxmlformats.org/officeDocument/2006/relationships/image" Target="../media/image3111.png"/><Relationship Id="rId70" Type="http://schemas.openxmlformats.org/officeDocument/2006/relationships/image" Target="../media/image3911.png"/><Relationship Id="rId75" Type="http://schemas.openxmlformats.org/officeDocument/2006/relationships/customXml" Target="../ink/ink889.xml"/><Relationship Id="rId91" Type="http://schemas.openxmlformats.org/officeDocument/2006/relationships/customXml" Target="../ink/ink897.xml"/><Relationship Id="rId96" Type="http://schemas.openxmlformats.org/officeDocument/2006/relationships/image" Target="../media/image5210.png"/><Relationship Id="rId140" Type="http://schemas.openxmlformats.org/officeDocument/2006/relationships/image" Target="../media/image7410.png"/><Relationship Id="rId145" Type="http://schemas.openxmlformats.org/officeDocument/2006/relationships/customXml" Target="../ink/ink924.xml"/><Relationship Id="rId161" Type="http://schemas.openxmlformats.org/officeDocument/2006/relationships/customXml" Target="../ink/ink932.xml"/><Relationship Id="rId166" Type="http://schemas.openxmlformats.org/officeDocument/2006/relationships/image" Target="../media/image11100.png"/><Relationship Id="rId182" Type="http://schemas.openxmlformats.org/officeDocument/2006/relationships/image" Target="../media/image19100.png"/><Relationship Id="rId187" Type="http://schemas.openxmlformats.org/officeDocument/2006/relationships/customXml" Target="../ink/ink945.xml"/><Relationship Id="rId1" Type="http://schemas.openxmlformats.org/officeDocument/2006/relationships/slideLayout" Target="../slideLayouts/slideLayout2.xml"/><Relationship Id="rId49" Type="http://schemas.openxmlformats.org/officeDocument/2006/relationships/customXml" Target="../ink/ink876.xml"/><Relationship Id="rId114" Type="http://schemas.openxmlformats.org/officeDocument/2006/relationships/image" Target="../media/image6110.png"/><Relationship Id="rId119" Type="http://schemas.openxmlformats.org/officeDocument/2006/relationships/customXml" Target="../ink/ink911.xml"/><Relationship Id="rId44" Type="http://schemas.openxmlformats.org/officeDocument/2006/relationships/image" Target="../media/image2611.png"/><Relationship Id="rId60" Type="http://schemas.openxmlformats.org/officeDocument/2006/relationships/image" Target="../media/image3411.png"/><Relationship Id="rId65" Type="http://schemas.openxmlformats.org/officeDocument/2006/relationships/customXml" Target="../ink/ink884.xml"/><Relationship Id="rId81" Type="http://schemas.openxmlformats.org/officeDocument/2006/relationships/customXml" Target="../ink/ink892.xml"/><Relationship Id="rId86" Type="http://schemas.openxmlformats.org/officeDocument/2006/relationships/image" Target="../media/image4710.png"/><Relationship Id="rId130" Type="http://schemas.openxmlformats.org/officeDocument/2006/relationships/image" Target="../media/image6910.png"/><Relationship Id="rId135" Type="http://schemas.openxmlformats.org/officeDocument/2006/relationships/customXml" Target="../ink/ink919.xml"/><Relationship Id="rId151" Type="http://schemas.openxmlformats.org/officeDocument/2006/relationships/customXml" Target="../ink/ink927.xml"/><Relationship Id="rId156" Type="http://schemas.openxmlformats.org/officeDocument/2006/relationships/image" Target="../media/image6100.png"/><Relationship Id="rId177" Type="http://schemas.openxmlformats.org/officeDocument/2006/relationships/customXml" Target="../ink/ink940.xml"/><Relationship Id="rId198" Type="http://schemas.openxmlformats.org/officeDocument/2006/relationships/image" Target="../media/image8610.png"/><Relationship Id="rId172" Type="http://schemas.openxmlformats.org/officeDocument/2006/relationships/image" Target="../media/image14100.png"/><Relationship Id="rId193" Type="http://schemas.openxmlformats.org/officeDocument/2006/relationships/customXml" Target="../ink/ink948.xml"/><Relationship Id="rId202" Type="http://schemas.openxmlformats.org/officeDocument/2006/relationships/image" Target="../media/image8810.png"/><Relationship Id="rId39" Type="http://schemas.openxmlformats.org/officeDocument/2006/relationships/customXml" Target="../ink/ink871.xml"/><Relationship Id="rId109" Type="http://schemas.openxmlformats.org/officeDocument/2006/relationships/customXml" Target="../ink/ink906.xml"/><Relationship Id="rId50" Type="http://schemas.openxmlformats.org/officeDocument/2006/relationships/image" Target="../media/image2911.png"/><Relationship Id="rId55" Type="http://schemas.openxmlformats.org/officeDocument/2006/relationships/customXml" Target="../ink/ink879.xml"/><Relationship Id="rId76" Type="http://schemas.openxmlformats.org/officeDocument/2006/relationships/image" Target="../media/image4211.png"/><Relationship Id="rId97" Type="http://schemas.openxmlformats.org/officeDocument/2006/relationships/customXml" Target="../ink/ink900.xml"/><Relationship Id="rId104" Type="http://schemas.openxmlformats.org/officeDocument/2006/relationships/image" Target="../media/image5610.png"/><Relationship Id="rId120" Type="http://schemas.openxmlformats.org/officeDocument/2006/relationships/image" Target="../media/image6410.png"/><Relationship Id="rId125" Type="http://schemas.openxmlformats.org/officeDocument/2006/relationships/customXml" Target="../ink/ink914.xml"/><Relationship Id="rId141" Type="http://schemas.openxmlformats.org/officeDocument/2006/relationships/customXml" Target="../ink/ink922.xml"/><Relationship Id="rId146" Type="http://schemas.openxmlformats.org/officeDocument/2006/relationships/image" Target="../media/image7710.png"/><Relationship Id="rId167" Type="http://schemas.openxmlformats.org/officeDocument/2006/relationships/customXml" Target="../ink/ink935.xml"/><Relationship Id="rId188" Type="http://schemas.openxmlformats.org/officeDocument/2006/relationships/image" Target="../media/image2236.png"/><Relationship Id="rId71" Type="http://schemas.openxmlformats.org/officeDocument/2006/relationships/customXml" Target="../ink/ink887.xml"/><Relationship Id="rId92" Type="http://schemas.openxmlformats.org/officeDocument/2006/relationships/image" Target="../media/image5010.png"/><Relationship Id="rId162" Type="http://schemas.openxmlformats.org/officeDocument/2006/relationships/image" Target="../media/image9100.png"/><Relationship Id="rId183" Type="http://schemas.openxmlformats.org/officeDocument/2006/relationships/customXml" Target="../ink/ink943.xml"/><Relationship Id="rId2" Type="http://schemas.openxmlformats.org/officeDocument/2006/relationships/image" Target="../media/image861.png"/><Relationship Id="rId40" Type="http://schemas.openxmlformats.org/officeDocument/2006/relationships/image" Target="../media/image2411.png"/><Relationship Id="rId45" Type="http://schemas.openxmlformats.org/officeDocument/2006/relationships/customXml" Target="../ink/ink874.xml"/><Relationship Id="rId66" Type="http://schemas.openxmlformats.org/officeDocument/2006/relationships/image" Target="../media/image3710.png"/><Relationship Id="rId87" Type="http://schemas.openxmlformats.org/officeDocument/2006/relationships/customXml" Target="../ink/ink895.xml"/><Relationship Id="rId110" Type="http://schemas.openxmlformats.org/officeDocument/2006/relationships/image" Target="../media/image5910.png"/><Relationship Id="rId115" Type="http://schemas.openxmlformats.org/officeDocument/2006/relationships/customXml" Target="../ink/ink909.xml"/><Relationship Id="rId131" Type="http://schemas.openxmlformats.org/officeDocument/2006/relationships/customXml" Target="../ink/ink917.xml"/><Relationship Id="rId136" Type="http://schemas.openxmlformats.org/officeDocument/2006/relationships/image" Target="../media/image7210.png"/><Relationship Id="rId157" Type="http://schemas.openxmlformats.org/officeDocument/2006/relationships/customXml" Target="../ink/ink930.xml"/><Relationship Id="rId178" Type="http://schemas.openxmlformats.org/officeDocument/2006/relationships/image" Target="../media/image17100.png"/><Relationship Id="rId61" Type="http://schemas.openxmlformats.org/officeDocument/2006/relationships/customXml" Target="../ink/ink882.xml"/><Relationship Id="rId82" Type="http://schemas.openxmlformats.org/officeDocument/2006/relationships/image" Target="../media/image4511.png"/><Relationship Id="rId152" Type="http://schemas.openxmlformats.org/officeDocument/2006/relationships/image" Target="../media/image8010.png"/><Relationship Id="rId173" Type="http://schemas.openxmlformats.org/officeDocument/2006/relationships/customXml" Target="../ink/ink938.xml"/><Relationship Id="rId194" Type="http://schemas.openxmlformats.org/officeDocument/2006/relationships/image" Target="../media/image8410.png"/><Relationship Id="rId199" Type="http://schemas.openxmlformats.org/officeDocument/2006/relationships/customXml" Target="../ink/ink951.xml"/><Relationship Id="rId56" Type="http://schemas.openxmlformats.org/officeDocument/2006/relationships/image" Target="../media/image3211.png"/><Relationship Id="rId77" Type="http://schemas.openxmlformats.org/officeDocument/2006/relationships/customXml" Target="../ink/ink890.xml"/><Relationship Id="rId100" Type="http://schemas.openxmlformats.org/officeDocument/2006/relationships/image" Target="../media/image5410.png"/><Relationship Id="rId105" Type="http://schemas.openxmlformats.org/officeDocument/2006/relationships/customXml" Target="../ink/ink904.xml"/><Relationship Id="rId126" Type="http://schemas.openxmlformats.org/officeDocument/2006/relationships/image" Target="../media/image6710.png"/><Relationship Id="rId147" Type="http://schemas.openxmlformats.org/officeDocument/2006/relationships/customXml" Target="../ink/ink925.xml"/><Relationship Id="rId168" Type="http://schemas.openxmlformats.org/officeDocument/2006/relationships/image" Target="../media/image12100.png"/><Relationship Id="rId51" Type="http://schemas.openxmlformats.org/officeDocument/2006/relationships/customXml" Target="../ink/ink877.xml"/><Relationship Id="rId72" Type="http://schemas.openxmlformats.org/officeDocument/2006/relationships/image" Target="../media/image4011.png"/><Relationship Id="rId93" Type="http://schemas.openxmlformats.org/officeDocument/2006/relationships/customXml" Target="../ink/ink898.xml"/><Relationship Id="rId98" Type="http://schemas.openxmlformats.org/officeDocument/2006/relationships/image" Target="../media/image5310.png"/><Relationship Id="rId121" Type="http://schemas.openxmlformats.org/officeDocument/2006/relationships/customXml" Target="../ink/ink912.xml"/><Relationship Id="rId142" Type="http://schemas.openxmlformats.org/officeDocument/2006/relationships/image" Target="../media/image7510.png"/><Relationship Id="rId163" Type="http://schemas.openxmlformats.org/officeDocument/2006/relationships/customXml" Target="../ink/ink933.xml"/><Relationship Id="rId184" Type="http://schemas.openxmlformats.org/officeDocument/2006/relationships/image" Target="../media/image20100.png"/><Relationship Id="rId189" Type="http://schemas.openxmlformats.org/officeDocument/2006/relationships/customXml" Target="../ink/ink946.xml"/><Relationship Id="rId3" Type="http://schemas.openxmlformats.org/officeDocument/2006/relationships/customXml" Target="../ink/ink870.xml"/><Relationship Id="rId46" Type="http://schemas.openxmlformats.org/officeDocument/2006/relationships/image" Target="../media/image2711.png"/><Relationship Id="rId67" Type="http://schemas.openxmlformats.org/officeDocument/2006/relationships/customXml" Target="../ink/ink885.xml"/><Relationship Id="rId116" Type="http://schemas.openxmlformats.org/officeDocument/2006/relationships/image" Target="../media/image6210.png"/><Relationship Id="rId137" Type="http://schemas.openxmlformats.org/officeDocument/2006/relationships/customXml" Target="../ink/ink920.xml"/><Relationship Id="rId158" Type="http://schemas.openxmlformats.org/officeDocument/2006/relationships/image" Target="../media/image7100.png"/><Relationship Id="rId41" Type="http://schemas.openxmlformats.org/officeDocument/2006/relationships/customXml" Target="../ink/ink872.xml"/><Relationship Id="rId62" Type="http://schemas.openxmlformats.org/officeDocument/2006/relationships/image" Target="../media/image3511.png"/><Relationship Id="rId83" Type="http://schemas.openxmlformats.org/officeDocument/2006/relationships/customXml" Target="../ink/ink893.xml"/><Relationship Id="rId88" Type="http://schemas.openxmlformats.org/officeDocument/2006/relationships/image" Target="../media/image4810.png"/><Relationship Id="rId111" Type="http://schemas.openxmlformats.org/officeDocument/2006/relationships/customXml" Target="../ink/ink907.xml"/><Relationship Id="rId132" Type="http://schemas.openxmlformats.org/officeDocument/2006/relationships/image" Target="../media/image7010.png"/><Relationship Id="rId153" Type="http://schemas.openxmlformats.org/officeDocument/2006/relationships/customXml" Target="../ink/ink928.xml"/><Relationship Id="rId174" Type="http://schemas.openxmlformats.org/officeDocument/2006/relationships/image" Target="../media/image15100.png"/><Relationship Id="rId179" Type="http://schemas.openxmlformats.org/officeDocument/2006/relationships/customXml" Target="../ink/ink941.xml"/><Relationship Id="rId195" Type="http://schemas.openxmlformats.org/officeDocument/2006/relationships/customXml" Target="../ink/ink949.xml"/><Relationship Id="rId190" Type="http://schemas.openxmlformats.org/officeDocument/2006/relationships/image" Target="../media/image8210.png"/><Relationship Id="rId57" Type="http://schemas.openxmlformats.org/officeDocument/2006/relationships/customXml" Target="../ink/ink880.xml"/><Relationship Id="rId106" Type="http://schemas.openxmlformats.org/officeDocument/2006/relationships/image" Target="../media/image5710.png"/><Relationship Id="rId127" Type="http://schemas.openxmlformats.org/officeDocument/2006/relationships/customXml" Target="../ink/ink915.xml"/><Relationship Id="rId52" Type="http://schemas.openxmlformats.org/officeDocument/2006/relationships/image" Target="../media/image3011.png"/><Relationship Id="rId73" Type="http://schemas.openxmlformats.org/officeDocument/2006/relationships/customXml" Target="../ink/ink888.xml"/><Relationship Id="rId78" Type="http://schemas.openxmlformats.org/officeDocument/2006/relationships/image" Target="../media/image4310.png"/><Relationship Id="rId94" Type="http://schemas.openxmlformats.org/officeDocument/2006/relationships/image" Target="../media/image5110.png"/><Relationship Id="rId99" Type="http://schemas.openxmlformats.org/officeDocument/2006/relationships/customXml" Target="../ink/ink901.xml"/><Relationship Id="rId101" Type="http://schemas.openxmlformats.org/officeDocument/2006/relationships/customXml" Target="../ink/ink902.xml"/><Relationship Id="rId122" Type="http://schemas.openxmlformats.org/officeDocument/2006/relationships/image" Target="../media/image6510.png"/><Relationship Id="rId143" Type="http://schemas.openxmlformats.org/officeDocument/2006/relationships/customXml" Target="../ink/ink923.xml"/><Relationship Id="rId148" Type="http://schemas.openxmlformats.org/officeDocument/2006/relationships/image" Target="../media/image7810.png"/><Relationship Id="rId164" Type="http://schemas.openxmlformats.org/officeDocument/2006/relationships/image" Target="../media/image10100.png"/><Relationship Id="rId169" Type="http://schemas.openxmlformats.org/officeDocument/2006/relationships/customXml" Target="../ink/ink936.xml"/><Relationship Id="rId185" Type="http://schemas.openxmlformats.org/officeDocument/2006/relationships/customXml" Target="../ink/ink944.xml"/><Relationship Id="rId180" Type="http://schemas.openxmlformats.org/officeDocument/2006/relationships/image" Target="../media/image18100.png"/><Relationship Id="rId47" Type="http://schemas.openxmlformats.org/officeDocument/2006/relationships/customXml" Target="../ink/ink875.xml"/><Relationship Id="rId68" Type="http://schemas.openxmlformats.org/officeDocument/2006/relationships/image" Target="../media/image3811.png"/><Relationship Id="rId89" Type="http://schemas.openxmlformats.org/officeDocument/2006/relationships/customXml" Target="../ink/ink896.xml"/><Relationship Id="rId112" Type="http://schemas.openxmlformats.org/officeDocument/2006/relationships/image" Target="../media/image6010.png"/><Relationship Id="rId133" Type="http://schemas.openxmlformats.org/officeDocument/2006/relationships/customXml" Target="../ink/ink918.xml"/><Relationship Id="rId154" Type="http://schemas.openxmlformats.org/officeDocument/2006/relationships/image" Target="../media/image8110.png"/><Relationship Id="rId175" Type="http://schemas.openxmlformats.org/officeDocument/2006/relationships/customXml" Target="../ink/ink939.xml"/><Relationship Id="rId196" Type="http://schemas.openxmlformats.org/officeDocument/2006/relationships/image" Target="../media/image8510.png"/><Relationship Id="rId200" Type="http://schemas.openxmlformats.org/officeDocument/2006/relationships/image" Target="../media/image8710.png"/><Relationship Id="rId58" Type="http://schemas.openxmlformats.org/officeDocument/2006/relationships/image" Target="../media/image3311.png"/><Relationship Id="rId79" Type="http://schemas.openxmlformats.org/officeDocument/2006/relationships/customXml" Target="../ink/ink891.xml"/><Relationship Id="rId102" Type="http://schemas.openxmlformats.org/officeDocument/2006/relationships/image" Target="../media/image5510.png"/><Relationship Id="rId123" Type="http://schemas.openxmlformats.org/officeDocument/2006/relationships/customXml" Target="../ink/ink913.xml"/><Relationship Id="rId144" Type="http://schemas.openxmlformats.org/officeDocument/2006/relationships/image" Target="../media/image7610.png"/><Relationship Id="rId90" Type="http://schemas.openxmlformats.org/officeDocument/2006/relationships/image" Target="../media/image4910.png"/><Relationship Id="rId165" Type="http://schemas.openxmlformats.org/officeDocument/2006/relationships/customXml" Target="../ink/ink934.xml"/><Relationship Id="rId186" Type="http://schemas.openxmlformats.org/officeDocument/2006/relationships/image" Target="../media/image2188.png"/><Relationship Id="rId48" Type="http://schemas.openxmlformats.org/officeDocument/2006/relationships/image" Target="../media/image2811.png"/><Relationship Id="rId69" Type="http://schemas.openxmlformats.org/officeDocument/2006/relationships/customXml" Target="../ink/ink886.xml"/><Relationship Id="rId113" Type="http://schemas.openxmlformats.org/officeDocument/2006/relationships/customXml" Target="../ink/ink908.xml"/><Relationship Id="rId134" Type="http://schemas.openxmlformats.org/officeDocument/2006/relationships/image" Target="../media/image7110.png"/><Relationship Id="rId80" Type="http://schemas.openxmlformats.org/officeDocument/2006/relationships/image" Target="../media/image4410.png"/><Relationship Id="rId155" Type="http://schemas.openxmlformats.org/officeDocument/2006/relationships/customXml" Target="../ink/ink929.xml"/><Relationship Id="rId176" Type="http://schemas.openxmlformats.org/officeDocument/2006/relationships/image" Target="../media/image16100.png"/><Relationship Id="rId197" Type="http://schemas.openxmlformats.org/officeDocument/2006/relationships/customXml" Target="../ink/ink950.xml"/><Relationship Id="rId201" Type="http://schemas.openxmlformats.org/officeDocument/2006/relationships/customXml" Target="../ink/ink95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610.png"/><Relationship Id="rId299" Type="http://schemas.openxmlformats.org/officeDocument/2006/relationships/image" Target="../media/image2371.png"/><Relationship Id="rId21" Type="http://schemas.openxmlformats.org/officeDocument/2006/relationships/image" Target="../media/image9810.png"/><Relationship Id="rId63" Type="http://schemas.openxmlformats.org/officeDocument/2006/relationships/image" Target="../media/image11910.png"/><Relationship Id="rId159" Type="http://schemas.openxmlformats.org/officeDocument/2006/relationships/image" Target="../media/image16710.png"/><Relationship Id="rId324" Type="http://schemas.openxmlformats.org/officeDocument/2006/relationships/customXml" Target="../ink/ink1114.xml"/><Relationship Id="rId170" Type="http://schemas.openxmlformats.org/officeDocument/2006/relationships/customXml" Target="../ink/ink1037.xml"/><Relationship Id="rId226" Type="http://schemas.openxmlformats.org/officeDocument/2006/relationships/customXml" Target="../ink/ink1065.xml"/><Relationship Id="rId268" Type="http://schemas.openxmlformats.org/officeDocument/2006/relationships/customXml" Target="../ink/ink1086.xml"/><Relationship Id="rId32" Type="http://schemas.openxmlformats.org/officeDocument/2006/relationships/customXml" Target="../ink/ink968.xml"/><Relationship Id="rId74" Type="http://schemas.openxmlformats.org/officeDocument/2006/relationships/customXml" Target="../ink/ink989.xml"/><Relationship Id="rId128" Type="http://schemas.openxmlformats.org/officeDocument/2006/relationships/customXml" Target="../ink/ink1016.xml"/><Relationship Id="rId5" Type="http://schemas.openxmlformats.org/officeDocument/2006/relationships/image" Target="../media/image9010.png"/><Relationship Id="rId181" Type="http://schemas.openxmlformats.org/officeDocument/2006/relationships/image" Target="../media/image17810.png"/><Relationship Id="rId237" Type="http://schemas.openxmlformats.org/officeDocument/2006/relationships/image" Target="../media/image20610.png"/><Relationship Id="rId279" Type="http://schemas.openxmlformats.org/officeDocument/2006/relationships/image" Target="../media/image2271.png"/><Relationship Id="rId43" Type="http://schemas.openxmlformats.org/officeDocument/2006/relationships/image" Target="../media/image10910.png"/><Relationship Id="rId139" Type="http://schemas.openxmlformats.org/officeDocument/2006/relationships/image" Target="../media/image15710.png"/><Relationship Id="rId290" Type="http://schemas.openxmlformats.org/officeDocument/2006/relationships/customXml" Target="../ink/ink1097.xml"/><Relationship Id="rId304" Type="http://schemas.openxmlformats.org/officeDocument/2006/relationships/customXml" Target="../ink/ink1104.xml"/><Relationship Id="rId85" Type="http://schemas.openxmlformats.org/officeDocument/2006/relationships/image" Target="../media/image13010.png"/><Relationship Id="rId150" Type="http://schemas.openxmlformats.org/officeDocument/2006/relationships/customXml" Target="../ink/ink1027.xml"/><Relationship Id="rId192" Type="http://schemas.openxmlformats.org/officeDocument/2006/relationships/customXml" Target="../ink/ink1048.xml"/><Relationship Id="rId206" Type="http://schemas.openxmlformats.org/officeDocument/2006/relationships/customXml" Target="../ink/ink1055.xml"/><Relationship Id="rId248" Type="http://schemas.openxmlformats.org/officeDocument/2006/relationships/customXml" Target="../ink/ink1076.xml"/><Relationship Id="rId12" Type="http://schemas.openxmlformats.org/officeDocument/2006/relationships/customXml" Target="../ink/ink958.xml"/><Relationship Id="rId108" Type="http://schemas.openxmlformats.org/officeDocument/2006/relationships/customXml" Target="../ink/ink1006.xml"/><Relationship Id="rId315" Type="http://schemas.openxmlformats.org/officeDocument/2006/relationships/image" Target="../media/image2451.png"/><Relationship Id="rId54" Type="http://schemas.openxmlformats.org/officeDocument/2006/relationships/customXml" Target="../ink/ink979.xml"/><Relationship Id="rId96" Type="http://schemas.openxmlformats.org/officeDocument/2006/relationships/customXml" Target="../ink/ink1000.xml"/><Relationship Id="rId161" Type="http://schemas.openxmlformats.org/officeDocument/2006/relationships/image" Target="../media/image16810.png"/><Relationship Id="rId217" Type="http://schemas.openxmlformats.org/officeDocument/2006/relationships/image" Target="../media/image19610.png"/><Relationship Id="rId259" Type="http://schemas.openxmlformats.org/officeDocument/2006/relationships/image" Target="../media/image21710.png"/><Relationship Id="rId23" Type="http://schemas.openxmlformats.org/officeDocument/2006/relationships/image" Target="../media/image9910.png"/><Relationship Id="rId119" Type="http://schemas.openxmlformats.org/officeDocument/2006/relationships/image" Target="../media/image14710.png"/><Relationship Id="rId270" Type="http://schemas.openxmlformats.org/officeDocument/2006/relationships/customXml" Target="../ink/ink1087.xml"/><Relationship Id="rId326" Type="http://schemas.openxmlformats.org/officeDocument/2006/relationships/customXml" Target="../ink/ink1115.xml"/><Relationship Id="rId65" Type="http://schemas.openxmlformats.org/officeDocument/2006/relationships/image" Target="../media/image12010.png"/><Relationship Id="rId130" Type="http://schemas.openxmlformats.org/officeDocument/2006/relationships/customXml" Target="../ink/ink1017.xml"/><Relationship Id="rId172" Type="http://schemas.openxmlformats.org/officeDocument/2006/relationships/customXml" Target="../ink/ink1038.xml"/><Relationship Id="rId228" Type="http://schemas.openxmlformats.org/officeDocument/2006/relationships/customXml" Target="../ink/ink1066.xml"/><Relationship Id="rId281" Type="http://schemas.openxmlformats.org/officeDocument/2006/relationships/image" Target="../media/image2281.png"/><Relationship Id="rId34" Type="http://schemas.openxmlformats.org/officeDocument/2006/relationships/customXml" Target="../ink/ink969.xml"/><Relationship Id="rId76" Type="http://schemas.openxmlformats.org/officeDocument/2006/relationships/customXml" Target="../ink/ink990.xml"/><Relationship Id="rId141" Type="http://schemas.openxmlformats.org/officeDocument/2006/relationships/image" Target="../media/image15810.png"/><Relationship Id="rId7" Type="http://schemas.openxmlformats.org/officeDocument/2006/relationships/image" Target="../media/image9110.png"/><Relationship Id="rId183" Type="http://schemas.openxmlformats.org/officeDocument/2006/relationships/image" Target="../media/image17910.png"/><Relationship Id="rId239" Type="http://schemas.openxmlformats.org/officeDocument/2006/relationships/image" Target="../media/image20710.png"/><Relationship Id="rId250" Type="http://schemas.openxmlformats.org/officeDocument/2006/relationships/customXml" Target="../ink/ink1077.xml"/><Relationship Id="rId271" Type="http://schemas.openxmlformats.org/officeDocument/2006/relationships/image" Target="../media/image2237.png"/><Relationship Id="rId292" Type="http://schemas.openxmlformats.org/officeDocument/2006/relationships/customXml" Target="../ink/ink1098.xml"/><Relationship Id="rId306" Type="http://schemas.openxmlformats.org/officeDocument/2006/relationships/customXml" Target="../ink/ink1105.xml"/><Relationship Id="rId24" Type="http://schemas.openxmlformats.org/officeDocument/2006/relationships/customXml" Target="../ink/ink964.xml"/><Relationship Id="rId45" Type="http://schemas.openxmlformats.org/officeDocument/2006/relationships/image" Target="../media/image11010.png"/><Relationship Id="rId66" Type="http://schemas.openxmlformats.org/officeDocument/2006/relationships/customXml" Target="../ink/ink985.xml"/><Relationship Id="rId87" Type="http://schemas.openxmlformats.org/officeDocument/2006/relationships/image" Target="../media/image13110.png"/><Relationship Id="rId110" Type="http://schemas.openxmlformats.org/officeDocument/2006/relationships/customXml" Target="../ink/ink1007.xml"/><Relationship Id="rId131" Type="http://schemas.openxmlformats.org/officeDocument/2006/relationships/image" Target="../media/image15310.png"/><Relationship Id="rId327" Type="http://schemas.openxmlformats.org/officeDocument/2006/relationships/image" Target="../media/image2512.png"/><Relationship Id="rId152" Type="http://schemas.openxmlformats.org/officeDocument/2006/relationships/customXml" Target="../ink/ink1028.xml"/><Relationship Id="rId173" Type="http://schemas.openxmlformats.org/officeDocument/2006/relationships/image" Target="../media/image17410.png"/><Relationship Id="rId194" Type="http://schemas.openxmlformats.org/officeDocument/2006/relationships/customXml" Target="../ink/ink1049.xml"/><Relationship Id="rId208" Type="http://schemas.openxmlformats.org/officeDocument/2006/relationships/customXml" Target="../ink/ink1056.xml"/><Relationship Id="rId229" Type="http://schemas.openxmlformats.org/officeDocument/2006/relationships/image" Target="../media/image20210.png"/><Relationship Id="rId240" Type="http://schemas.openxmlformats.org/officeDocument/2006/relationships/customXml" Target="../ink/ink1072.xml"/><Relationship Id="rId261" Type="http://schemas.openxmlformats.org/officeDocument/2006/relationships/image" Target="../media/image21810.png"/><Relationship Id="rId14" Type="http://schemas.openxmlformats.org/officeDocument/2006/relationships/customXml" Target="../ink/ink959.xml"/><Relationship Id="rId35" Type="http://schemas.openxmlformats.org/officeDocument/2006/relationships/image" Target="../media/image10510.png"/><Relationship Id="rId56" Type="http://schemas.openxmlformats.org/officeDocument/2006/relationships/customXml" Target="../ink/ink980.xml"/><Relationship Id="rId77" Type="http://schemas.openxmlformats.org/officeDocument/2006/relationships/image" Target="../media/image12610.png"/><Relationship Id="rId100" Type="http://schemas.openxmlformats.org/officeDocument/2006/relationships/customXml" Target="../ink/ink1002.xml"/><Relationship Id="rId282" Type="http://schemas.openxmlformats.org/officeDocument/2006/relationships/customXml" Target="../ink/ink1093.xml"/><Relationship Id="rId317" Type="http://schemas.openxmlformats.org/officeDocument/2006/relationships/image" Target="../media/image2461.png"/><Relationship Id="rId8" Type="http://schemas.openxmlformats.org/officeDocument/2006/relationships/customXml" Target="../ink/ink956.xml"/><Relationship Id="rId98" Type="http://schemas.openxmlformats.org/officeDocument/2006/relationships/customXml" Target="../ink/ink1001.xml"/><Relationship Id="rId121" Type="http://schemas.openxmlformats.org/officeDocument/2006/relationships/image" Target="../media/image14810.png"/><Relationship Id="rId142" Type="http://schemas.openxmlformats.org/officeDocument/2006/relationships/customXml" Target="../ink/ink1023.xml"/><Relationship Id="rId163" Type="http://schemas.openxmlformats.org/officeDocument/2006/relationships/image" Target="../media/image16910.png"/><Relationship Id="rId184" Type="http://schemas.openxmlformats.org/officeDocument/2006/relationships/customXml" Target="../ink/ink1044.xml"/><Relationship Id="rId219" Type="http://schemas.openxmlformats.org/officeDocument/2006/relationships/image" Target="../media/image19710.png"/><Relationship Id="rId230" Type="http://schemas.openxmlformats.org/officeDocument/2006/relationships/customXml" Target="../ink/ink1067.xml"/><Relationship Id="rId251" Type="http://schemas.openxmlformats.org/officeDocument/2006/relationships/image" Target="../media/image21310.png"/><Relationship Id="rId25" Type="http://schemas.openxmlformats.org/officeDocument/2006/relationships/image" Target="../media/image10010.png"/><Relationship Id="rId46" Type="http://schemas.openxmlformats.org/officeDocument/2006/relationships/customXml" Target="../ink/ink975.xml"/><Relationship Id="rId67" Type="http://schemas.openxmlformats.org/officeDocument/2006/relationships/image" Target="../media/image12110.png"/><Relationship Id="rId272" Type="http://schemas.openxmlformats.org/officeDocument/2006/relationships/customXml" Target="../ink/ink1088.xml"/><Relationship Id="rId293" Type="http://schemas.openxmlformats.org/officeDocument/2006/relationships/image" Target="../media/image2341.png"/><Relationship Id="rId307" Type="http://schemas.openxmlformats.org/officeDocument/2006/relationships/image" Target="../media/image2412.png"/><Relationship Id="rId328" Type="http://schemas.openxmlformats.org/officeDocument/2006/relationships/customXml" Target="../ink/ink1116.xml"/><Relationship Id="rId88" Type="http://schemas.openxmlformats.org/officeDocument/2006/relationships/customXml" Target="../ink/ink996.xml"/><Relationship Id="rId111" Type="http://schemas.openxmlformats.org/officeDocument/2006/relationships/image" Target="../media/image14310.png"/><Relationship Id="rId132" Type="http://schemas.openxmlformats.org/officeDocument/2006/relationships/customXml" Target="../ink/ink1018.xml"/><Relationship Id="rId153" Type="http://schemas.openxmlformats.org/officeDocument/2006/relationships/image" Target="../media/image16410.png"/><Relationship Id="rId174" Type="http://schemas.openxmlformats.org/officeDocument/2006/relationships/customXml" Target="../ink/ink1039.xml"/><Relationship Id="rId195" Type="http://schemas.openxmlformats.org/officeDocument/2006/relationships/image" Target="../media/image18510.png"/><Relationship Id="rId209" Type="http://schemas.openxmlformats.org/officeDocument/2006/relationships/image" Target="../media/image19210.png"/><Relationship Id="rId220" Type="http://schemas.openxmlformats.org/officeDocument/2006/relationships/customXml" Target="../ink/ink1062.xml"/><Relationship Id="rId241" Type="http://schemas.openxmlformats.org/officeDocument/2006/relationships/image" Target="../media/image20810.png"/><Relationship Id="rId15" Type="http://schemas.openxmlformats.org/officeDocument/2006/relationships/image" Target="../media/image9510.png"/><Relationship Id="rId36" Type="http://schemas.openxmlformats.org/officeDocument/2006/relationships/customXml" Target="../ink/ink970.xml"/><Relationship Id="rId57" Type="http://schemas.openxmlformats.org/officeDocument/2006/relationships/image" Target="../media/image11610.png"/><Relationship Id="rId262" Type="http://schemas.openxmlformats.org/officeDocument/2006/relationships/customXml" Target="../ink/ink1083.xml"/><Relationship Id="rId283" Type="http://schemas.openxmlformats.org/officeDocument/2006/relationships/image" Target="../media/image2291.png"/><Relationship Id="rId318" Type="http://schemas.openxmlformats.org/officeDocument/2006/relationships/customXml" Target="../ink/ink1111.xml"/><Relationship Id="rId78" Type="http://schemas.openxmlformats.org/officeDocument/2006/relationships/customXml" Target="../ink/ink991.xml"/><Relationship Id="rId99" Type="http://schemas.openxmlformats.org/officeDocument/2006/relationships/image" Target="../media/image13710.png"/><Relationship Id="rId101" Type="http://schemas.openxmlformats.org/officeDocument/2006/relationships/image" Target="../media/image13810.png"/><Relationship Id="rId122" Type="http://schemas.openxmlformats.org/officeDocument/2006/relationships/customXml" Target="../ink/ink1013.xml"/><Relationship Id="rId143" Type="http://schemas.openxmlformats.org/officeDocument/2006/relationships/image" Target="../media/image15910.png"/><Relationship Id="rId164" Type="http://schemas.openxmlformats.org/officeDocument/2006/relationships/customXml" Target="../ink/ink1034.xml"/><Relationship Id="rId185" Type="http://schemas.openxmlformats.org/officeDocument/2006/relationships/image" Target="../media/image18010.png"/><Relationship Id="rId9" Type="http://schemas.openxmlformats.org/officeDocument/2006/relationships/image" Target="../media/image9210.png"/><Relationship Id="rId210" Type="http://schemas.openxmlformats.org/officeDocument/2006/relationships/customXml" Target="../ink/ink1057.xml"/><Relationship Id="rId26" Type="http://schemas.openxmlformats.org/officeDocument/2006/relationships/customXml" Target="../ink/ink965.xml"/><Relationship Id="rId231" Type="http://schemas.openxmlformats.org/officeDocument/2006/relationships/image" Target="../media/image20310.png"/><Relationship Id="rId252" Type="http://schemas.openxmlformats.org/officeDocument/2006/relationships/customXml" Target="../ink/ink1078.xml"/><Relationship Id="rId273" Type="http://schemas.openxmlformats.org/officeDocument/2006/relationships/image" Target="../media/image2241.png"/><Relationship Id="rId294" Type="http://schemas.openxmlformats.org/officeDocument/2006/relationships/customXml" Target="../ink/ink1099.xml"/><Relationship Id="rId308" Type="http://schemas.openxmlformats.org/officeDocument/2006/relationships/customXml" Target="../ink/ink1106.xml"/><Relationship Id="rId329" Type="http://schemas.openxmlformats.org/officeDocument/2006/relationships/image" Target="../media/image2521.png"/><Relationship Id="rId47" Type="http://schemas.openxmlformats.org/officeDocument/2006/relationships/image" Target="../media/image11110.png"/><Relationship Id="rId68" Type="http://schemas.openxmlformats.org/officeDocument/2006/relationships/customXml" Target="../ink/ink986.xml"/><Relationship Id="rId89" Type="http://schemas.openxmlformats.org/officeDocument/2006/relationships/image" Target="../media/image13210.png"/><Relationship Id="rId112" Type="http://schemas.openxmlformats.org/officeDocument/2006/relationships/customXml" Target="../ink/ink1008.xml"/><Relationship Id="rId133" Type="http://schemas.openxmlformats.org/officeDocument/2006/relationships/image" Target="../media/image15410.png"/><Relationship Id="rId154" Type="http://schemas.openxmlformats.org/officeDocument/2006/relationships/customXml" Target="../ink/ink1029.xml"/><Relationship Id="rId175" Type="http://schemas.openxmlformats.org/officeDocument/2006/relationships/image" Target="../media/image17510.png"/><Relationship Id="rId196" Type="http://schemas.openxmlformats.org/officeDocument/2006/relationships/customXml" Target="../ink/ink1050.xml"/><Relationship Id="rId200" Type="http://schemas.openxmlformats.org/officeDocument/2006/relationships/customXml" Target="../ink/ink1052.xml"/><Relationship Id="rId16" Type="http://schemas.openxmlformats.org/officeDocument/2006/relationships/customXml" Target="../ink/ink960.xml"/><Relationship Id="rId221" Type="http://schemas.openxmlformats.org/officeDocument/2006/relationships/image" Target="../media/image19810.png"/><Relationship Id="rId242" Type="http://schemas.openxmlformats.org/officeDocument/2006/relationships/customXml" Target="../ink/ink1073.xml"/><Relationship Id="rId263" Type="http://schemas.openxmlformats.org/officeDocument/2006/relationships/image" Target="../media/image21910.png"/><Relationship Id="rId284" Type="http://schemas.openxmlformats.org/officeDocument/2006/relationships/customXml" Target="../ink/ink1094.xml"/><Relationship Id="rId319" Type="http://schemas.openxmlformats.org/officeDocument/2006/relationships/image" Target="../media/image2471.png"/><Relationship Id="rId37" Type="http://schemas.openxmlformats.org/officeDocument/2006/relationships/image" Target="../media/image10610.png"/><Relationship Id="rId58" Type="http://schemas.openxmlformats.org/officeDocument/2006/relationships/customXml" Target="../ink/ink981.xml"/><Relationship Id="rId79" Type="http://schemas.openxmlformats.org/officeDocument/2006/relationships/image" Target="../media/image12710.png"/><Relationship Id="rId102" Type="http://schemas.openxmlformats.org/officeDocument/2006/relationships/customXml" Target="../ink/ink1003.xml"/><Relationship Id="rId123" Type="http://schemas.openxmlformats.org/officeDocument/2006/relationships/image" Target="../media/image14910.png"/><Relationship Id="rId144" Type="http://schemas.openxmlformats.org/officeDocument/2006/relationships/customXml" Target="../ink/ink1024.xml"/><Relationship Id="rId330" Type="http://schemas.openxmlformats.org/officeDocument/2006/relationships/customXml" Target="../ink/ink1117.xml"/><Relationship Id="rId90" Type="http://schemas.openxmlformats.org/officeDocument/2006/relationships/customXml" Target="../ink/ink997.xml"/><Relationship Id="rId165" Type="http://schemas.openxmlformats.org/officeDocument/2006/relationships/image" Target="../media/image17010.png"/><Relationship Id="rId186" Type="http://schemas.openxmlformats.org/officeDocument/2006/relationships/customXml" Target="../ink/ink1045.xml"/><Relationship Id="rId211" Type="http://schemas.openxmlformats.org/officeDocument/2006/relationships/image" Target="../media/image19310.png"/><Relationship Id="rId232" Type="http://schemas.openxmlformats.org/officeDocument/2006/relationships/customXml" Target="../ink/ink1068.xml"/><Relationship Id="rId253" Type="http://schemas.openxmlformats.org/officeDocument/2006/relationships/image" Target="../media/image21410.png"/><Relationship Id="rId274" Type="http://schemas.openxmlformats.org/officeDocument/2006/relationships/customXml" Target="../ink/ink1089.xml"/><Relationship Id="rId295" Type="http://schemas.openxmlformats.org/officeDocument/2006/relationships/image" Target="../media/image2351.png"/><Relationship Id="rId309" Type="http://schemas.openxmlformats.org/officeDocument/2006/relationships/image" Target="../media/image2421.png"/><Relationship Id="rId27" Type="http://schemas.openxmlformats.org/officeDocument/2006/relationships/image" Target="../media/image10110.png"/><Relationship Id="rId48" Type="http://schemas.openxmlformats.org/officeDocument/2006/relationships/customXml" Target="../ink/ink976.xml"/><Relationship Id="rId69" Type="http://schemas.openxmlformats.org/officeDocument/2006/relationships/image" Target="../media/image12210.png"/><Relationship Id="rId113" Type="http://schemas.openxmlformats.org/officeDocument/2006/relationships/image" Target="../media/image14410.png"/><Relationship Id="rId134" Type="http://schemas.openxmlformats.org/officeDocument/2006/relationships/customXml" Target="../ink/ink1019.xml"/><Relationship Id="rId320" Type="http://schemas.openxmlformats.org/officeDocument/2006/relationships/customXml" Target="../ink/ink1112.xml"/><Relationship Id="rId80" Type="http://schemas.openxmlformats.org/officeDocument/2006/relationships/customXml" Target="../ink/ink992.xml"/><Relationship Id="rId155" Type="http://schemas.openxmlformats.org/officeDocument/2006/relationships/image" Target="../media/image16510.png"/><Relationship Id="rId176" Type="http://schemas.openxmlformats.org/officeDocument/2006/relationships/customXml" Target="../ink/ink1040.xml"/><Relationship Id="rId197" Type="http://schemas.openxmlformats.org/officeDocument/2006/relationships/image" Target="../media/image18610.png"/><Relationship Id="rId201" Type="http://schemas.openxmlformats.org/officeDocument/2006/relationships/image" Target="../media/image18810.png"/><Relationship Id="rId222" Type="http://schemas.openxmlformats.org/officeDocument/2006/relationships/customXml" Target="../ink/ink1063.xml"/><Relationship Id="rId243" Type="http://schemas.openxmlformats.org/officeDocument/2006/relationships/image" Target="../media/image20910.png"/><Relationship Id="rId264" Type="http://schemas.openxmlformats.org/officeDocument/2006/relationships/customXml" Target="../ink/ink1084.xml"/><Relationship Id="rId285" Type="http://schemas.openxmlformats.org/officeDocument/2006/relationships/image" Target="../media/image2301.png"/><Relationship Id="rId17" Type="http://schemas.openxmlformats.org/officeDocument/2006/relationships/image" Target="../media/image9610.png"/><Relationship Id="rId38" Type="http://schemas.openxmlformats.org/officeDocument/2006/relationships/customXml" Target="../ink/ink971.xml"/><Relationship Id="rId59" Type="http://schemas.openxmlformats.org/officeDocument/2006/relationships/image" Target="../media/image11710.png"/><Relationship Id="rId103" Type="http://schemas.openxmlformats.org/officeDocument/2006/relationships/image" Target="../media/image13910.png"/><Relationship Id="rId124" Type="http://schemas.openxmlformats.org/officeDocument/2006/relationships/customXml" Target="../ink/ink1014.xml"/><Relationship Id="rId310" Type="http://schemas.openxmlformats.org/officeDocument/2006/relationships/customXml" Target="../ink/ink1107.xml"/><Relationship Id="rId70" Type="http://schemas.openxmlformats.org/officeDocument/2006/relationships/customXml" Target="../ink/ink987.xml"/><Relationship Id="rId91" Type="http://schemas.openxmlformats.org/officeDocument/2006/relationships/image" Target="../media/image13310.png"/><Relationship Id="rId145" Type="http://schemas.openxmlformats.org/officeDocument/2006/relationships/image" Target="../media/image16010.png"/><Relationship Id="rId166" Type="http://schemas.openxmlformats.org/officeDocument/2006/relationships/customXml" Target="../ink/ink1035.xml"/><Relationship Id="rId187" Type="http://schemas.openxmlformats.org/officeDocument/2006/relationships/image" Target="../media/image18110.png"/><Relationship Id="rId331" Type="http://schemas.openxmlformats.org/officeDocument/2006/relationships/image" Target="../media/image253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58.xml"/><Relationship Id="rId233" Type="http://schemas.openxmlformats.org/officeDocument/2006/relationships/image" Target="../media/image20410.png"/><Relationship Id="rId254" Type="http://schemas.openxmlformats.org/officeDocument/2006/relationships/customXml" Target="../ink/ink1079.xml"/><Relationship Id="rId28" Type="http://schemas.openxmlformats.org/officeDocument/2006/relationships/customXml" Target="../ink/ink966.xml"/><Relationship Id="rId49" Type="http://schemas.openxmlformats.org/officeDocument/2006/relationships/image" Target="../media/image11210.png"/><Relationship Id="rId114" Type="http://schemas.openxmlformats.org/officeDocument/2006/relationships/customXml" Target="../ink/ink1009.xml"/><Relationship Id="rId275" Type="http://schemas.openxmlformats.org/officeDocument/2006/relationships/image" Target="../media/image2251.png"/><Relationship Id="rId296" Type="http://schemas.openxmlformats.org/officeDocument/2006/relationships/customXml" Target="../ink/ink1100.xml"/><Relationship Id="rId300" Type="http://schemas.openxmlformats.org/officeDocument/2006/relationships/customXml" Target="../ink/ink1102.xml"/><Relationship Id="rId60" Type="http://schemas.openxmlformats.org/officeDocument/2006/relationships/customXml" Target="../ink/ink982.xml"/><Relationship Id="rId81" Type="http://schemas.openxmlformats.org/officeDocument/2006/relationships/image" Target="../media/image12810.png"/><Relationship Id="rId135" Type="http://schemas.openxmlformats.org/officeDocument/2006/relationships/image" Target="../media/image15510.png"/><Relationship Id="rId156" Type="http://schemas.openxmlformats.org/officeDocument/2006/relationships/customXml" Target="../ink/ink1030.xml"/><Relationship Id="rId177" Type="http://schemas.openxmlformats.org/officeDocument/2006/relationships/image" Target="../media/image17610.png"/><Relationship Id="rId198" Type="http://schemas.openxmlformats.org/officeDocument/2006/relationships/customXml" Target="../ink/ink1051.xml"/><Relationship Id="rId321" Type="http://schemas.openxmlformats.org/officeDocument/2006/relationships/image" Target="../media/image2481.png"/><Relationship Id="rId202" Type="http://schemas.openxmlformats.org/officeDocument/2006/relationships/customXml" Target="../ink/ink1053.xml"/><Relationship Id="rId223" Type="http://schemas.openxmlformats.org/officeDocument/2006/relationships/image" Target="../media/image19910.png"/><Relationship Id="rId244" Type="http://schemas.openxmlformats.org/officeDocument/2006/relationships/customXml" Target="../ink/ink1074.xml"/><Relationship Id="rId18" Type="http://schemas.openxmlformats.org/officeDocument/2006/relationships/customXml" Target="../ink/ink961.xml"/><Relationship Id="rId39" Type="http://schemas.openxmlformats.org/officeDocument/2006/relationships/image" Target="../media/image10710.png"/><Relationship Id="rId265" Type="http://schemas.openxmlformats.org/officeDocument/2006/relationships/image" Target="../media/image22010.png"/><Relationship Id="rId286" Type="http://schemas.openxmlformats.org/officeDocument/2006/relationships/customXml" Target="../ink/ink1095.xml"/><Relationship Id="rId50" Type="http://schemas.openxmlformats.org/officeDocument/2006/relationships/customXml" Target="../ink/ink977.xml"/><Relationship Id="rId104" Type="http://schemas.openxmlformats.org/officeDocument/2006/relationships/customXml" Target="../ink/ink1004.xml"/><Relationship Id="rId125" Type="http://schemas.openxmlformats.org/officeDocument/2006/relationships/image" Target="../media/image15010.png"/><Relationship Id="rId146" Type="http://schemas.openxmlformats.org/officeDocument/2006/relationships/customXml" Target="../ink/ink1025.xml"/><Relationship Id="rId167" Type="http://schemas.openxmlformats.org/officeDocument/2006/relationships/image" Target="../media/image17110.png"/><Relationship Id="rId188" Type="http://schemas.openxmlformats.org/officeDocument/2006/relationships/customXml" Target="../ink/ink1046.xml"/><Relationship Id="rId311" Type="http://schemas.openxmlformats.org/officeDocument/2006/relationships/image" Target="../media/image2431.png"/><Relationship Id="rId71" Type="http://schemas.openxmlformats.org/officeDocument/2006/relationships/image" Target="../media/image12310.png"/><Relationship Id="rId92" Type="http://schemas.openxmlformats.org/officeDocument/2006/relationships/customXml" Target="../ink/ink998.xml"/><Relationship Id="rId213" Type="http://schemas.openxmlformats.org/officeDocument/2006/relationships/image" Target="../media/image19410.png"/><Relationship Id="rId234" Type="http://schemas.openxmlformats.org/officeDocument/2006/relationships/customXml" Target="../ink/ink1069.xml"/><Relationship Id="rId2" Type="http://schemas.openxmlformats.org/officeDocument/2006/relationships/customXml" Target="../ink/ink953.xml"/><Relationship Id="rId29" Type="http://schemas.openxmlformats.org/officeDocument/2006/relationships/image" Target="../media/image10210.png"/><Relationship Id="rId255" Type="http://schemas.openxmlformats.org/officeDocument/2006/relationships/image" Target="../media/image21510.png"/><Relationship Id="rId276" Type="http://schemas.openxmlformats.org/officeDocument/2006/relationships/customXml" Target="../ink/ink1090.xml"/><Relationship Id="rId297" Type="http://schemas.openxmlformats.org/officeDocument/2006/relationships/image" Target="../media/image2361.png"/><Relationship Id="rId40" Type="http://schemas.openxmlformats.org/officeDocument/2006/relationships/customXml" Target="../ink/ink972.xml"/><Relationship Id="rId115" Type="http://schemas.openxmlformats.org/officeDocument/2006/relationships/image" Target="../media/image14510.png"/><Relationship Id="rId136" Type="http://schemas.openxmlformats.org/officeDocument/2006/relationships/customXml" Target="../ink/ink1020.xml"/><Relationship Id="rId157" Type="http://schemas.openxmlformats.org/officeDocument/2006/relationships/image" Target="../media/image16610.png"/><Relationship Id="rId178" Type="http://schemas.openxmlformats.org/officeDocument/2006/relationships/customXml" Target="../ink/ink1041.xml"/><Relationship Id="rId301" Type="http://schemas.openxmlformats.org/officeDocument/2006/relationships/image" Target="../media/image2381.png"/><Relationship Id="rId322" Type="http://schemas.openxmlformats.org/officeDocument/2006/relationships/customXml" Target="../ink/ink1113.xml"/><Relationship Id="rId61" Type="http://schemas.openxmlformats.org/officeDocument/2006/relationships/image" Target="../media/image11810.png"/><Relationship Id="rId82" Type="http://schemas.openxmlformats.org/officeDocument/2006/relationships/customXml" Target="../ink/ink993.xml"/><Relationship Id="rId199" Type="http://schemas.openxmlformats.org/officeDocument/2006/relationships/image" Target="../media/image18710.png"/><Relationship Id="rId203" Type="http://schemas.openxmlformats.org/officeDocument/2006/relationships/image" Target="../media/image18910.png"/><Relationship Id="rId19" Type="http://schemas.openxmlformats.org/officeDocument/2006/relationships/image" Target="../media/image9710.png"/><Relationship Id="rId224" Type="http://schemas.openxmlformats.org/officeDocument/2006/relationships/customXml" Target="../ink/ink1064.xml"/><Relationship Id="rId245" Type="http://schemas.openxmlformats.org/officeDocument/2006/relationships/image" Target="../media/image21010.png"/><Relationship Id="rId266" Type="http://schemas.openxmlformats.org/officeDocument/2006/relationships/customXml" Target="../ink/ink1085.xml"/><Relationship Id="rId287" Type="http://schemas.openxmlformats.org/officeDocument/2006/relationships/image" Target="../media/image2312.png"/><Relationship Id="rId30" Type="http://schemas.openxmlformats.org/officeDocument/2006/relationships/customXml" Target="../ink/ink967.xml"/><Relationship Id="rId105" Type="http://schemas.openxmlformats.org/officeDocument/2006/relationships/image" Target="../media/image14010.png"/><Relationship Id="rId126" Type="http://schemas.openxmlformats.org/officeDocument/2006/relationships/customXml" Target="../ink/ink1015.xml"/><Relationship Id="rId147" Type="http://schemas.openxmlformats.org/officeDocument/2006/relationships/image" Target="../media/image16110.png"/><Relationship Id="rId168" Type="http://schemas.openxmlformats.org/officeDocument/2006/relationships/customXml" Target="../ink/ink1036.xml"/><Relationship Id="rId312" Type="http://schemas.openxmlformats.org/officeDocument/2006/relationships/customXml" Target="../ink/ink1108.xml"/><Relationship Id="rId51" Type="http://schemas.openxmlformats.org/officeDocument/2006/relationships/image" Target="../media/image11310.png"/><Relationship Id="rId72" Type="http://schemas.openxmlformats.org/officeDocument/2006/relationships/customXml" Target="../ink/ink988.xml"/><Relationship Id="rId93" Type="http://schemas.openxmlformats.org/officeDocument/2006/relationships/image" Target="../media/image13410.png"/><Relationship Id="rId189" Type="http://schemas.openxmlformats.org/officeDocument/2006/relationships/image" Target="../media/image18210.png"/><Relationship Id="rId3" Type="http://schemas.openxmlformats.org/officeDocument/2006/relationships/image" Target="../media/image8910.png"/><Relationship Id="rId214" Type="http://schemas.openxmlformats.org/officeDocument/2006/relationships/customXml" Target="../ink/ink1059.xml"/><Relationship Id="rId235" Type="http://schemas.openxmlformats.org/officeDocument/2006/relationships/image" Target="../media/image20510.png"/><Relationship Id="rId256" Type="http://schemas.openxmlformats.org/officeDocument/2006/relationships/customXml" Target="../ink/ink1080.xml"/><Relationship Id="rId277" Type="http://schemas.openxmlformats.org/officeDocument/2006/relationships/image" Target="../media/image2261.png"/><Relationship Id="rId298" Type="http://schemas.openxmlformats.org/officeDocument/2006/relationships/customXml" Target="../ink/ink1101.xml"/><Relationship Id="rId116" Type="http://schemas.openxmlformats.org/officeDocument/2006/relationships/customXml" Target="../ink/ink1010.xml"/><Relationship Id="rId137" Type="http://schemas.openxmlformats.org/officeDocument/2006/relationships/image" Target="../media/image15610.png"/><Relationship Id="rId158" Type="http://schemas.openxmlformats.org/officeDocument/2006/relationships/customXml" Target="../ink/ink1031.xml"/><Relationship Id="rId302" Type="http://schemas.openxmlformats.org/officeDocument/2006/relationships/customXml" Target="../ink/ink1103.xml"/><Relationship Id="rId323" Type="http://schemas.openxmlformats.org/officeDocument/2006/relationships/image" Target="../media/image2491.png"/><Relationship Id="rId20" Type="http://schemas.openxmlformats.org/officeDocument/2006/relationships/customXml" Target="../ink/ink962.xml"/><Relationship Id="rId41" Type="http://schemas.openxmlformats.org/officeDocument/2006/relationships/image" Target="../media/image10810.png"/><Relationship Id="rId62" Type="http://schemas.openxmlformats.org/officeDocument/2006/relationships/customXml" Target="../ink/ink983.xml"/><Relationship Id="rId83" Type="http://schemas.openxmlformats.org/officeDocument/2006/relationships/image" Target="../media/image12910.png"/><Relationship Id="rId179" Type="http://schemas.openxmlformats.org/officeDocument/2006/relationships/image" Target="../media/image17710.png"/><Relationship Id="rId190" Type="http://schemas.openxmlformats.org/officeDocument/2006/relationships/customXml" Target="../ink/ink1047.xml"/><Relationship Id="rId204" Type="http://schemas.openxmlformats.org/officeDocument/2006/relationships/customXml" Target="../ink/ink1054.xml"/><Relationship Id="rId225" Type="http://schemas.openxmlformats.org/officeDocument/2006/relationships/image" Target="../media/image20010.png"/><Relationship Id="rId246" Type="http://schemas.openxmlformats.org/officeDocument/2006/relationships/customXml" Target="../ink/ink1075.xml"/><Relationship Id="rId267" Type="http://schemas.openxmlformats.org/officeDocument/2006/relationships/image" Target="../media/image22110.png"/><Relationship Id="rId288" Type="http://schemas.openxmlformats.org/officeDocument/2006/relationships/customXml" Target="../ink/ink1096.xml"/><Relationship Id="rId106" Type="http://schemas.openxmlformats.org/officeDocument/2006/relationships/customXml" Target="../ink/ink1005.xml"/><Relationship Id="rId127" Type="http://schemas.openxmlformats.org/officeDocument/2006/relationships/image" Target="../media/image15110.png"/><Relationship Id="rId313" Type="http://schemas.openxmlformats.org/officeDocument/2006/relationships/image" Target="../media/image2441.png"/><Relationship Id="rId10" Type="http://schemas.openxmlformats.org/officeDocument/2006/relationships/customXml" Target="../ink/ink957.xml"/><Relationship Id="rId31" Type="http://schemas.openxmlformats.org/officeDocument/2006/relationships/image" Target="../media/image10310.png"/><Relationship Id="rId52" Type="http://schemas.openxmlformats.org/officeDocument/2006/relationships/customXml" Target="../ink/ink978.xml"/><Relationship Id="rId73" Type="http://schemas.openxmlformats.org/officeDocument/2006/relationships/image" Target="../media/image12410.png"/><Relationship Id="rId94" Type="http://schemas.openxmlformats.org/officeDocument/2006/relationships/customXml" Target="../ink/ink999.xml"/><Relationship Id="rId148" Type="http://schemas.openxmlformats.org/officeDocument/2006/relationships/customXml" Target="../ink/ink1026.xml"/><Relationship Id="rId169" Type="http://schemas.openxmlformats.org/officeDocument/2006/relationships/image" Target="../media/image17210.png"/><Relationship Id="rId4" Type="http://schemas.openxmlformats.org/officeDocument/2006/relationships/customXml" Target="../ink/ink954.xml"/><Relationship Id="rId180" Type="http://schemas.openxmlformats.org/officeDocument/2006/relationships/customXml" Target="../ink/ink1042.xml"/><Relationship Id="rId215" Type="http://schemas.openxmlformats.org/officeDocument/2006/relationships/image" Target="../media/image19510.png"/><Relationship Id="rId236" Type="http://schemas.openxmlformats.org/officeDocument/2006/relationships/customXml" Target="../ink/ink1070.xml"/><Relationship Id="rId257" Type="http://schemas.openxmlformats.org/officeDocument/2006/relationships/image" Target="../media/image21610.png"/><Relationship Id="rId278" Type="http://schemas.openxmlformats.org/officeDocument/2006/relationships/customXml" Target="../ink/ink1091.xml"/><Relationship Id="rId303" Type="http://schemas.openxmlformats.org/officeDocument/2006/relationships/image" Target="../media/image2391.png"/><Relationship Id="rId42" Type="http://schemas.openxmlformats.org/officeDocument/2006/relationships/customXml" Target="../ink/ink973.xml"/><Relationship Id="rId84" Type="http://schemas.openxmlformats.org/officeDocument/2006/relationships/customXml" Target="../ink/ink994.xml"/><Relationship Id="rId138" Type="http://schemas.openxmlformats.org/officeDocument/2006/relationships/customXml" Target="../ink/ink1021.xml"/><Relationship Id="rId191" Type="http://schemas.openxmlformats.org/officeDocument/2006/relationships/image" Target="../media/image18310.png"/><Relationship Id="rId205" Type="http://schemas.openxmlformats.org/officeDocument/2006/relationships/image" Target="../media/image19010.png"/><Relationship Id="rId247" Type="http://schemas.openxmlformats.org/officeDocument/2006/relationships/image" Target="../media/image21110.png"/><Relationship Id="rId107" Type="http://schemas.openxmlformats.org/officeDocument/2006/relationships/image" Target="../media/image14110.png"/><Relationship Id="rId289" Type="http://schemas.openxmlformats.org/officeDocument/2006/relationships/image" Target="../media/image2321.png"/><Relationship Id="rId11" Type="http://schemas.openxmlformats.org/officeDocument/2006/relationships/image" Target="../media/image9310.png"/><Relationship Id="rId53" Type="http://schemas.openxmlformats.org/officeDocument/2006/relationships/image" Target="../media/image11410.png"/><Relationship Id="rId149" Type="http://schemas.openxmlformats.org/officeDocument/2006/relationships/image" Target="../media/image16210.png"/><Relationship Id="rId314" Type="http://schemas.openxmlformats.org/officeDocument/2006/relationships/customXml" Target="../ink/ink1109.xml"/><Relationship Id="rId95" Type="http://schemas.openxmlformats.org/officeDocument/2006/relationships/image" Target="../media/image13510.png"/><Relationship Id="rId160" Type="http://schemas.openxmlformats.org/officeDocument/2006/relationships/customXml" Target="../ink/ink1032.xml"/><Relationship Id="rId216" Type="http://schemas.openxmlformats.org/officeDocument/2006/relationships/customXml" Target="../ink/ink1060.xml"/><Relationship Id="rId258" Type="http://schemas.openxmlformats.org/officeDocument/2006/relationships/customXml" Target="../ink/ink1081.xml"/><Relationship Id="rId22" Type="http://schemas.openxmlformats.org/officeDocument/2006/relationships/customXml" Target="../ink/ink963.xml"/><Relationship Id="rId64" Type="http://schemas.openxmlformats.org/officeDocument/2006/relationships/customXml" Target="../ink/ink984.xml"/><Relationship Id="rId118" Type="http://schemas.openxmlformats.org/officeDocument/2006/relationships/customXml" Target="../ink/ink1011.xml"/><Relationship Id="rId325" Type="http://schemas.openxmlformats.org/officeDocument/2006/relationships/image" Target="../media/image2501.png"/><Relationship Id="rId171" Type="http://schemas.openxmlformats.org/officeDocument/2006/relationships/image" Target="../media/image17310.png"/><Relationship Id="rId227" Type="http://schemas.openxmlformats.org/officeDocument/2006/relationships/image" Target="../media/image20110.png"/><Relationship Id="rId269" Type="http://schemas.openxmlformats.org/officeDocument/2006/relationships/image" Target="../media/image22210.png"/><Relationship Id="rId33" Type="http://schemas.openxmlformats.org/officeDocument/2006/relationships/image" Target="../media/image10410.png"/><Relationship Id="rId129" Type="http://schemas.openxmlformats.org/officeDocument/2006/relationships/image" Target="../media/image15210.png"/><Relationship Id="rId280" Type="http://schemas.openxmlformats.org/officeDocument/2006/relationships/customXml" Target="../ink/ink1092.xml"/><Relationship Id="rId75" Type="http://schemas.openxmlformats.org/officeDocument/2006/relationships/image" Target="../media/image12510.png"/><Relationship Id="rId140" Type="http://schemas.openxmlformats.org/officeDocument/2006/relationships/customXml" Target="../ink/ink1022.xml"/><Relationship Id="rId182" Type="http://schemas.openxmlformats.org/officeDocument/2006/relationships/customXml" Target="../ink/ink1043.xml"/><Relationship Id="rId6" Type="http://schemas.openxmlformats.org/officeDocument/2006/relationships/customXml" Target="../ink/ink955.xml"/><Relationship Id="rId238" Type="http://schemas.openxmlformats.org/officeDocument/2006/relationships/customXml" Target="../ink/ink1071.xml"/><Relationship Id="rId291" Type="http://schemas.openxmlformats.org/officeDocument/2006/relationships/image" Target="../media/image2331.png"/><Relationship Id="rId305" Type="http://schemas.openxmlformats.org/officeDocument/2006/relationships/image" Target="../media/image2401.png"/><Relationship Id="rId44" Type="http://schemas.openxmlformats.org/officeDocument/2006/relationships/customXml" Target="../ink/ink974.xml"/><Relationship Id="rId86" Type="http://schemas.openxmlformats.org/officeDocument/2006/relationships/customXml" Target="../ink/ink995.xml"/><Relationship Id="rId151" Type="http://schemas.openxmlformats.org/officeDocument/2006/relationships/image" Target="../media/image16310.png"/><Relationship Id="rId193" Type="http://schemas.openxmlformats.org/officeDocument/2006/relationships/image" Target="../media/image18410.png"/><Relationship Id="rId207" Type="http://schemas.openxmlformats.org/officeDocument/2006/relationships/image" Target="../media/image19110.png"/><Relationship Id="rId249" Type="http://schemas.openxmlformats.org/officeDocument/2006/relationships/image" Target="../media/image21210.png"/><Relationship Id="rId13" Type="http://schemas.openxmlformats.org/officeDocument/2006/relationships/image" Target="../media/image9410.png"/><Relationship Id="rId109" Type="http://schemas.openxmlformats.org/officeDocument/2006/relationships/image" Target="../media/image14210.png"/><Relationship Id="rId260" Type="http://schemas.openxmlformats.org/officeDocument/2006/relationships/customXml" Target="../ink/ink1082.xml"/><Relationship Id="rId316" Type="http://schemas.openxmlformats.org/officeDocument/2006/relationships/customXml" Target="../ink/ink1110.xml"/><Relationship Id="rId55" Type="http://schemas.openxmlformats.org/officeDocument/2006/relationships/image" Target="../media/image11510.png"/><Relationship Id="rId97" Type="http://schemas.openxmlformats.org/officeDocument/2006/relationships/image" Target="../media/image13610.png"/><Relationship Id="rId120" Type="http://schemas.openxmlformats.org/officeDocument/2006/relationships/customXml" Target="../ink/ink1012.xml"/><Relationship Id="rId162" Type="http://schemas.openxmlformats.org/officeDocument/2006/relationships/customXml" Target="../ink/ink1033.xml"/><Relationship Id="rId218" Type="http://schemas.openxmlformats.org/officeDocument/2006/relationships/customXml" Target="../ink/ink106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8.png"/><Relationship Id="rId299" Type="http://schemas.openxmlformats.org/officeDocument/2006/relationships/image" Target="../media/image1009.png"/><Relationship Id="rId21" Type="http://schemas.openxmlformats.org/officeDocument/2006/relationships/image" Target="../media/image871.png"/><Relationship Id="rId63" Type="http://schemas.openxmlformats.org/officeDocument/2006/relationships/image" Target="../media/image892.png"/><Relationship Id="rId159" Type="http://schemas.openxmlformats.org/officeDocument/2006/relationships/image" Target="../media/image939.png"/><Relationship Id="rId324" Type="http://schemas.openxmlformats.org/officeDocument/2006/relationships/customXml" Target="../ink/ink1279.xml"/><Relationship Id="rId170" Type="http://schemas.openxmlformats.org/officeDocument/2006/relationships/customXml" Target="../ink/ink1202.xml"/><Relationship Id="rId226" Type="http://schemas.openxmlformats.org/officeDocument/2006/relationships/customXml" Target="../ink/ink1230.xml"/><Relationship Id="rId268" Type="http://schemas.openxmlformats.org/officeDocument/2006/relationships/customXml" Target="../ink/ink1251.xml"/><Relationship Id="rId32" Type="http://schemas.openxmlformats.org/officeDocument/2006/relationships/customXml" Target="../ink/ink1133.xml"/><Relationship Id="rId74" Type="http://schemas.openxmlformats.org/officeDocument/2006/relationships/customXml" Target="../ink/ink1154.xml"/><Relationship Id="rId128" Type="http://schemas.openxmlformats.org/officeDocument/2006/relationships/customXml" Target="../ink/ink1181.xml"/><Relationship Id="rId5" Type="http://schemas.openxmlformats.org/officeDocument/2006/relationships/image" Target="../media/image863.png"/><Relationship Id="rId181" Type="http://schemas.openxmlformats.org/officeDocument/2006/relationships/image" Target="../media/image950.png"/><Relationship Id="rId237" Type="http://schemas.openxmlformats.org/officeDocument/2006/relationships/image" Target="../media/image978.png"/><Relationship Id="rId279" Type="http://schemas.openxmlformats.org/officeDocument/2006/relationships/image" Target="../media/image999.png"/><Relationship Id="rId43" Type="http://schemas.openxmlformats.org/officeDocument/2006/relationships/image" Target="../media/image882.png"/><Relationship Id="rId139" Type="http://schemas.openxmlformats.org/officeDocument/2006/relationships/image" Target="../media/image929.png"/><Relationship Id="rId290" Type="http://schemas.openxmlformats.org/officeDocument/2006/relationships/customXml" Target="../ink/ink1262.xml"/><Relationship Id="rId304" Type="http://schemas.openxmlformats.org/officeDocument/2006/relationships/customXml" Target="../ink/ink1269.xml"/><Relationship Id="rId85" Type="http://schemas.openxmlformats.org/officeDocument/2006/relationships/image" Target="../media/image902.png"/><Relationship Id="rId150" Type="http://schemas.openxmlformats.org/officeDocument/2006/relationships/customXml" Target="../ink/ink1192.xml"/><Relationship Id="rId192" Type="http://schemas.openxmlformats.org/officeDocument/2006/relationships/customXml" Target="../ink/ink1213.xml"/><Relationship Id="rId206" Type="http://schemas.openxmlformats.org/officeDocument/2006/relationships/customXml" Target="../ink/ink1220.xml"/><Relationship Id="rId248" Type="http://schemas.openxmlformats.org/officeDocument/2006/relationships/customXml" Target="../ink/ink1241.xml"/><Relationship Id="rId12" Type="http://schemas.openxmlformats.org/officeDocument/2006/relationships/customXml" Target="../ink/ink1123.xml"/><Relationship Id="rId108" Type="http://schemas.openxmlformats.org/officeDocument/2006/relationships/customXml" Target="../ink/ink1171.xml"/><Relationship Id="rId315" Type="http://schemas.openxmlformats.org/officeDocument/2006/relationships/image" Target="../media/image1017.png"/><Relationship Id="rId54" Type="http://schemas.openxmlformats.org/officeDocument/2006/relationships/customXml" Target="../ink/ink1144.xml"/><Relationship Id="rId96" Type="http://schemas.openxmlformats.org/officeDocument/2006/relationships/customXml" Target="../ink/ink1165.xml"/><Relationship Id="rId161" Type="http://schemas.openxmlformats.org/officeDocument/2006/relationships/image" Target="../media/image940.png"/><Relationship Id="rId217" Type="http://schemas.openxmlformats.org/officeDocument/2006/relationships/image" Target="../media/image968.png"/><Relationship Id="rId259" Type="http://schemas.openxmlformats.org/officeDocument/2006/relationships/image" Target="../media/image989.png"/><Relationship Id="rId23" Type="http://schemas.openxmlformats.org/officeDocument/2006/relationships/image" Target="../media/image872.png"/><Relationship Id="rId119" Type="http://schemas.openxmlformats.org/officeDocument/2006/relationships/image" Target="../media/image919.png"/><Relationship Id="rId270" Type="http://schemas.openxmlformats.org/officeDocument/2006/relationships/customXml" Target="../ink/ink1252.xml"/><Relationship Id="rId326" Type="http://schemas.openxmlformats.org/officeDocument/2006/relationships/customXml" Target="../ink/ink1280.xml"/><Relationship Id="rId65" Type="http://schemas.openxmlformats.org/officeDocument/2006/relationships/image" Target="../media/image893.png"/><Relationship Id="rId130" Type="http://schemas.openxmlformats.org/officeDocument/2006/relationships/customXml" Target="../ink/ink1182.xml"/><Relationship Id="rId172" Type="http://schemas.openxmlformats.org/officeDocument/2006/relationships/customXml" Target="../ink/ink1203.xml"/><Relationship Id="rId228" Type="http://schemas.openxmlformats.org/officeDocument/2006/relationships/customXml" Target="../ink/ink1231.xml"/><Relationship Id="rId281" Type="http://schemas.openxmlformats.org/officeDocument/2006/relationships/image" Target="../media/image1000.png"/><Relationship Id="rId34" Type="http://schemas.openxmlformats.org/officeDocument/2006/relationships/customXml" Target="../ink/ink1134.xml"/><Relationship Id="rId76" Type="http://schemas.openxmlformats.org/officeDocument/2006/relationships/customXml" Target="../ink/ink1155.xml"/><Relationship Id="rId141" Type="http://schemas.openxmlformats.org/officeDocument/2006/relationships/image" Target="../media/image930.png"/><Relationship Id="rId7" Type="http://schemas.openxmlformats.org/officeDocument/2006/relationships/image" Target="../media/image864.png"/><Relationship Id="rId162" Type="http://schemas.openxmlformats.org/officeDocument/2006/relationships/customXml" Target="../ink/ink1198.xml"/><Relationship Id="rId183" Type="http://schemas.openxmlformats.org/officeDocument/2006/relationships/image" Target="../media/image951.png"/><Relationship Id="rId218" Type="http://schemas.openxmlformats.org/officeDocument/2006/relationships/customXml" Target="../ink/ink1226.xml"/><Relationship Id="rId239" Type="http://schemas.openxmlformats.org/officeDocument/2006/relationships/image" Target="../media/image979.png"/><Relationship Id="rId250" Type="http://schemas.openxmlformats.org/officeDocument/2006/relationships/customXml" Target="../ink/ink1242.xml"/><Relationship Id="rId271" Type="http://schemas.openxmlformats.org/officeDocument/2006/relationships/image" Target="../media/image995.png"/><Relationship Id="rId292" Type="http://schemas.openxmlformats.org/officeDocument/2006/relationships/customXml" Target="../ink/ink1263.xml"/><Relationship Id="rId306" Type="http://schemas.openxmlformats.org/officeDocument/2006/relationships/customXml" Target="../ink/ink1270.xml"/><Relationship Id="rId24" Type="http://schemas.openxmlformats.org/officeDocument/2006/relationships/customXml" Target="../ink/ink1129.xml"/><Relationship Id="rId45" Type="http://schemas.openxmlformats.org/officeDocument/2006/relationships/image" Target="../media/image883.png"/><Relationship Id="rId66" Type="http://schemas.openxmlformats.org/officeDocument/2006/relationships/customXml" Target="../ink/ink1150.xml"/><Relationship Id="rId87" Type="http://schemas.openxmlformats.org/officeDocument/2006/relationships/image" Target="../media/image903.png"/><Relationship Id="rId110" Type="http://schemas.openxmlformats.org/officeDocument/2006/relationships/customXml" Target="../ink/ink1172.xml"/><Relationship Id="rId131" Type="http://schemas.openxmlformats.org/officeDocument/2006/relationships/image" Target="../media/image925.png"/><Relationship Id="rId327" Type="http://schemas.openxmlformats.org/officeDocument/2006/relationships/image" Target="../media/image1023.png"/><Relationship Id="rId152" Type="http://schemas.openxmlformats.org/officeDocument/2006/relationships/customXml" Target="../ink/ink1193.xml"/><Relationship Id="rId173" Type="http://schemas.openxmlformats.org/officeDocument/2006/relationships/image" Target="../media/image946.png"/><Relationship Id="rId194" Type="http://schemas.openxmlformats.org/officeDocument/2006/relationships/customXml" Target="../ink/ink1214.xml"/><Relationship Id="rId208" Type="http://schemas.openxmlformats.org/officeDocument/2006/relationships/customXml" Target="../ink/ink1221.xml"/><Relationship Id="rId229" Type="http://schemas.openxmlformats.org/officeDocument/2006/relationships/image" Target="../media/image974.png"/><Relationship Id="rId240" Type="http://schemas.openxmlformats.org/officeDocument/2006/relationships/customXml" Target="../ink/ink1237.xml"/><Relationship Id="rId261" Type="http://schemas.openxmlformats.org/officeDocument/2006/relationships/image" Target="../media/image990.png"/><Relationship Id="rId14" Type="http://schemas.openxmlformats.org/officeDocument/2006/relationships/customXml" Target="../ink/ink1124.xml"/><Relationship Id="rId35" Type="http://schemas.openxmlformats.org/officeDocument/2006/relationships/image" Target="../media/image878.png"/><Relationship Id="rId56" Type="http://schemas.openxmlformats.org/officeDocument/2006/relationships/customXml" Target="../ink/ink1145.xml"/><Relationship Id="rId77" Type="http://schemas.openxmlformats.org/officeDocument/2006/relationships/image" Target="../media/image578.png"/><Relationship Id="rId100" Type="http://schemas.openxmlformats.org/officeDocument/2006/relationships/customXml" Target="../ink/ink1167.xml"/><Relationship Id="rId282" Type="http://schemas.openxmlformats.org/officeDocument/2006/relationships/customXml" Target="../ink/ink1258.xml"/><Relationship Id="rId317" Type="http://schemas.openxmlformats.org/officeDocument/2006/relationships/image" Target="../media/image1018.png"/><Relationship Id="rId8" Type="http://schemas.openxmlformats.org/officeDocument/2006/relationships/customXml" Target="../ink/ink1121.xml"/><Relationship Id="rId98" Type="http://schemas.openxmlformats.org/officeDocument/2006/relationships/customXml" Target="../ink/ink1166.xml"/><Relationship Id="rId121" Type="http://schemas.openxmlformats.org/officeDocument/2006/relationships/image" Target="../media/image920.png"/><Relationship Id="rId142" Type="http://schemas.openxmlformats.org/officeDocument/2006/relationships/customXml" Target="../ink/ink1188.xml"/><Relationship Id="rId163" Type="http://schemas.openxmlformats.org/officeDocument/2006/relationships/image" Target="../media/image941.png"/><Relationship Id="rId184" Type="http://schemas.openxmlformats.org/officeDocument/2006/relationships/customXml" Target="../ink/ink1209.xml"/><Relationship Id="rId219" Type="http://schemas.openxmlformats.org/officeDocument/2006/relationships/image" Target="../media/image969.png"/><Relationship Id="rId230" Type="http://schemas.openxmlformats.org/officeDocument/2006/relationships/customXml" Target="../ink/ink1232.xml"/><Relationship Id="rId251" Type="http://schemas.openxmlformats.org/officeDocument/2006/relationships/image" Target="../media/image985.png"/><Relationship Id="rId25" Type="http://schemas.openxmlformats.org/officeDocument/2006/relationships/image" Target="../media/image873.png"/><Relationship Id="rId46" Type="http://schemas.openxmlformats.org/officeDocument/2006/relationships/customXml" Target="../ink/ink1140.xml"/><Relationship Id="rId67" Type="http://schemas.openxmlformats.org/officeDocument/2006/relationships/image" Target="../media/image894.png"/><Relationship Id="rId272" Type="http://schemas.openxmlformats.org/officeDocument/2006/relationships/customXml" Target="../ink/ink1253.xml"/><Relationship Id="rId293" Type="http://schemas.openxmlformats.org/officeDocument/2006/relationships/image" Target="../media/image1006.png"/><Relationship Id="rId307" Type="http://schemas.openxmlformats.org/officeDocument/2006/relationships/image" Target="../media/image1013.png"/><Relationship Id="rId88" Type="http://schemas.openxmlformats.org/officeDocument/2006/relationships/customXml" Target="../ink/ink1161.xml"/><Relationship Id="rId111" Type="http://schemas.openxmlformats.org/officeDocument/2006/relationships/image" Target="../media/image915.png"/><Relationship Id="rId132" Type="http://schemas.openxmlformats.org/officeDocument/2006/relationships/customXml" Target="../ink/ink1183.xml"/><Relationship Id="rId153" Type="http://schemas.openxmlformats.org/officeDocument/2006/relationships/image" Target="../media/image936.png"/><Relationship Id="rId174" Type="http://schemas.openxmlformats.org/officeDocument/2006/relationships/customXml" Target="../ink/ink1204.xml"/><Relationship Id="rId195" Type="http://schemas.openxmlformats.org/officeDocument/2006/relationships/image" Target="../media/image957.png"/><Relationship Id="rId209" Type="http://schemas.openxmlformats.org/officeDocument/2006/relationships/image" Target="../media/image964.png"/><Relationship Id="rId220" Type="http://schemas.openxmlformats.org/officeDocument/2006/relationships/customXml" Target="../ink/ink1227.xml"/><Relationship Id="rId241" Type="http://schemas.openxmlformats.org/officeDocument/2006/relationships/image" Target="../media/image980.png"/><Relationship Id="rId15" Type="http://schemas.openxmlformats.org/officeDocument/2006/relationships/image" Target="../media/image868.png"/><Relationship Id="rId36" Type="http://schemas.openxmlformats.org/officeDocument/2006/relationships/customXml" Target="../ink/ink1135.xml"/><Relationship Id="rId57" Type="http://schemas.openxmlformats.org/officeDocument/2006/relationships/image" Target="../media/image889.png"/><Relationship Id="rId262" Type="http://schemas.openxmlformats.org/officeDocument/2006/relationships/customXml" Target="../ink/ink1248.xml"/><Relationship Id="rId283" Type="http://schemas.openxmlformats.org/officeDocument/2006/relationships/image" Target="../media/image1001.png"/><Relationship Id="rId318" Type="http://schemas.openxmlformats.org/officeDocument/2006/relationships/customXml" Target="../ink/ink1276.xml"/><Relationship Id="rId78" Type="http://schemas.openxmlformats.org/officeDocument/2006/relationships/customXml" Target="../ink/ink1156.xml"/><Relationship Id="rId99" Type="http://schemas.openxmlformats.org/officeDocument/2006/relationships/image" Target="../media/image909.png"/><Relationship Id="rId101" Type="http://schemas.openxmlformats.org/officeDocument/2006/relationships/image" Target="../media/image910.png"/><Relationship Id="rId122" Type="http://schemas.openxmlformats.org/officeDocument/2006/relationships/customXml" Target="../ink/ink1178.xml"/><Relationship Id="rId143" Type="http://schemas.openxmlformats.org/officeDocument/2006/relationships/image" Target="../media/image931.png"/><Relationship Id="rId164" Type="http://schemas.openxmlformats.org/officeDocument/2006/relationships/customXml" Target="../ink/ink1199.xml"/><Relationship Id="rId185" Type="http://schemas.openxmlformats.org/officeDocument/2006/relationships/image" Target="../media/image952.png"/><Relationship Id="rId9" Type="http://schemas.openxmlformats.org/officeDocument/2006/relationships/image" Target="../media/image865.png"/><Relationship Id="rId210" Type="http://schemas.openxmlformats.org/officeDocument/2006/relationships/customXml" Target="../ink/ink1222.xml"/><Relationship Id="rId26" Type="http://schemas.openxmlformats.org/officeDocument/2006/relationships/customXml" Target="../ink/ink1130.xml"/><Relationship Id="rId231" Type="http://schemas.openxmlformats.org/officeDocument/2006/relationships/image" Target="../media/image975.png"/><Relationship Id="rId252" Type="http://schemas.openxmlformats.org/officeDocument/2006/relationships/customXml" Target="../ink/ink1243.xml"/><Relationship Id="rId273" Type="http://schemas.openxmlformats.org/officeDocument/2006/relationships/image" Target="../media/image996.png"/><Relationship Id="rId294" Type="http://schemas.openxmlformats.org/officeDocument/2006/relationships/customXml" Target="../ink/ink1264.xml"/><Relationship Id="rId308" Type="http://schemas.openxmlformats.org/officeDocument/2006/relationships/customXml" Target="../ink/ink1271.xml"/><Relationship Id="rId47" Type="http://schemas.openxmlformats.org/officeDocument/2006/relationships/image" Target="../media/image884.png"/><Relationship Id="rId68" Type="http://schemas.openxmlformats.org/officeDocument/2006/relationships/customXml" Target="../ink/ink1151.xml"/><Relationship Id="rId89" Type="http://schemas.openxmlformats.org/officeDocument/2006/relationships/image" Target="../media/image904.png"/><Relationship Id="rId112" Type="http://schemas.openxmlformats.org/officeDocument/2006/relationships/customXml" Target="../ink/ink1173.xml"/><Relationship Id="rId133" Type="http://schemas.openxmlformats.org/officeDocument/2006/relationships/image" Target="../media/image926.png"/><Relationship Id="rId154" Type="http://schemas.openxmlformats.org/officeDocument/2006/relationships/customXml" Target="../ink/ink1194.xml"/><Relationship Id="rId175" Type="http://schemas.openxmlformats.org/officeDocument/2006/relationships/image" Target="../media/image947.png"/><Relationship Id="rId196" Type="http://schemas.openxmlformats.org/officeDocument/2006/relationships/customXml" Target="../ink/ink1215.xml"/><Relationship Id="rId200" Type="http://schemas.openxmlformats.org/officeDocument/2006/relationships/customXml" Target="../ink/ink1217.xml"/><Relationship Id="rId16" Type="http://schemas.openxmlformats.org/officeDocument/2006/relationships/customXml" Target="../ink/ink1125.xml"/><Relationship Id="rId221" Type="http://schemas.openxmlformats.org/officeDocument/2006/relationships/image" Target="../media/image970.png"/><Relationship Id="rId242" Type="http://schemas.openxmlformats.org/officeDocument/2006/relationships/customXml" Target="../ink/ink1238.xml"/><Relationship Id="rId263" Type="http://schemas.openxmlformats.org/officeDocument/2006/relationships/image" Target="../media/image991.png"/><Relationship Id="rId284" Type="http://schemas.openxmlformats.org/officeDocument/2006/relationships/customXml" Target="../ink/ink1259.xml"/><Relationship Id="rId319" Type="http://schemas.openxmlformats.org/officeDocument/2006/relationships/image" Target="../media/image1019.png"/><Relationship Id="rId37" Type="http://schemas.openxmlformats.org/officeDocument/2006/relationships/image" Target="../media/image879.png"/><Relationship Id="rId58" Type="http://schemas.openxmlformats.org/officeDocument/2006/relationships/customXml" Target="../ink/ink1146.xml"/><Relationship Id="rId79" Type="http://schemas.openxmlformats.org/officeDocument/2006/relationships/image" Target="../media/image899.png"/><Relationship Id="rId102" Type="http://schemas.openxmlformats.org/officeDocument/2006/relationships/customXml" Target="../ink/ink1168.xml"/><Relationship Id="rId123" Type="http://schemas.openxmlformats.org/officeDocument/2006/relationships/image" Target="../media/image921.png"/><Relationship Id="rId144" Type="http://schemas.openxmlformats.org/officeDocument/2006/relationships/customXml" Target="../ink/ink1189.xml"/><Relationship Id="rId90" Type="http://schemas.openxmlformats.org/officeDocument/2006/relationships/customXml" Target="../ink/ink1162.xml"/><Relationship Id="rId165" Type="http://schemas.openxmlformats.org/officeDocument/2006/relationships/image" Target="../media/image942.png"/><Relationship Id="rId186" Type="http://schemas.openxmlformats.org/officeDocument/2006/relationships/customXml" Target="../ink/ink1210.xml"/><Relationship Id="rId211" Type="http://schemas.openxmlformats.org/officeDocument/2006/relationships/image" Target="../media/image965.png"/><Relationship Id="rId232" Type="http://schemas.openxmlformats.org/officeDocument/2006/relationships/customXml" Target="../ink/ink1233.xml"/><Relationship Id="rId253" Type="http://schemas.openxmlformats.org/officeDocument/2006/relationships/image" Target="../media/image986.png"/><Relationship Id="rId274" Type="http://schemas.openxmlformats.org/officeDocument/2006/relationships/customXml" Target="../ink/ink1254.xml"/><Relationship Id="rId295" Type="http://schemas.openxmlformats.org/officeDocument/2006/relationships/image" Target="../media/image1007.png"/><Relationship Id="rId309" Type="http://schemas.openxmlformats.org/officeDocument/2006/relationships/image" Target="../media/image1014.png"/><Relationship Id="rId27" Type="http://schemas.openxmlformats.org/officeDocument/2006/relationships/image" Target="../media/image874.png"/><Relationship Id="rId48" Type="http://schemas.openxmlformats.org/officeDocument/2006/relationships/customXml" Target="../ink/ink1141.xml"/><Relationship Id="rId69" Type="http://schemas.openxmlformats.org/officeDocument/2006/relationships/image" Target="../media/image895.png"/><Relationship Id="rId113" Type="http://schemas.openxmlformats.org/officeDocument/2006/relationships/image" Target="../media/image916.png"/><Relationship Id="rId134" Type="http://schemas.openxmlformats.org/officeDocument/2006/relationships/customXml" Target="../ink/ink1184.xml"/><Relationship Id="rId320" Type="http://schemas.openxmlformats.org/officeDocument/2006/relationships/customXml" Target="../ink/ink1277.xml"/><Relationship Id="rId80" Type="http://schemas.openxmlformats.org/officeDocument/2006/relationships/customXml" Target="../ink/ink1157.xml"/><Relationship Id="rId155" Type="http://schemas.openxmlformats.org/officeDocument/2006/relationships/image" Target="../media/image937.png"/><Relationship Id="rId176" Type="http://schemas.openxmlformats.org/officeDocument/2006/relationships/customXml" Target="../ink/ink1205.xml"/><Relationship Id="rId197" Type="http://schemas.openxmlformats.org/officeDocument/2006/relationships/image" Target="../media/image958.png"/><Relationship Id="rId201" Type="http://schemas.openxmlformats.org/officeDocument/2006/relationships/image" Target="../media/image960.png"/><Relationship Id="rId222" Type="http://schemas.openxmlformats.org/officeDocument/2006/relationships/customXml" Target="../ink/ink1228.xml"/><Relationship Id="rId243" Type="http://schemas.openxmlformats.org/officeDocument/2006/relationships/image" Target="../media/image981.png"/><Relationship Id="rId264" Type="http://schemas.openxmlformats.org/officeDocument/2006/relationships/customXml" Target="../ink/ink1249.xml"/><Relationship Id="rId285" Type="http://schemas.openxmlformats.org/officeDocument/2006/relationships/image" Target="../media/image1002.png"/><Relationship Id="rId17" Type="http://schemas.openxmlformats.org/officeDocument/2006/relationships/image" Target="../media/image869.png"/><Relationship Id="rId38" Type="http://schemas.openxmlformats.org/officeDocument/2006/relationships/customXml" Target="../ink/ink1136.xml"/><Relationship Id="rId59" Type="http://schemas.openxmlformats.org/officeDocument/2006/relationships/image" Target="../media/image890.png"/><Relationship Id="rId103" Type="http://schemas.openxmlformats.org/officeDocument/2006/relationships/image" Target="../media/image911.png"/><Relationship Id="rId124" Type="http://schemas.openxmlformats.org/officeDocument/2006/relationships/customXml" Target="../ink/ink1179.xml"/><Relationship Id="rId310" Type="http://schemas.openxmlformats.org/officeDocument/2006/relationships/customXml" Target="../ink/ink1272.xml"/><Relationship Id="rId70" Type="http://schemas.openxmlformats.org/officeDocument/2006/relationships/customXml" Target="../ink/ink1152.xml"/><Relationship Id="rId91" Type="http://schemas.openxmlformats.org/officeDocument/2006/relationships/image" Target="../media/image905.png"/><Relationship Id="rId145" Type="http://schemas.openxmlformats.org/officeDocument/2006/relationships/image" Target="../media/image932.png"/><Relationship Id="rId166" Type="http://schemas.openxmlformats.org/officeDocument/2006/relationships/customXml" Target="../ink/ink1200.xml"/><Relationship Id="rId187" Type="http://schemas.openxmlformats.org/officeDocument/2006/relationships/image" Target="../media/image95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23.xml"/><Relationship Id="rId233" Type="http://schemas.openxmlformats.org/officeDocument/2006/relationships/image" Target="../media/image976.png"/><Relationship Id="rId254" Type="http://schemas.openxmlformats.org/officeDocument/2006/relationships/customXml" Target="../ink/ink1244.xml"/><Relationship Id="rId28" Type="http://schemas.openxmlformats.org/officeDocument/2006/relationships/customXml" Target="../ink/ink1131.xml"/><Relationship Id="rId49" Type="http://schemas.openxmlformats.org/officeDocument/2006/relationships/image" Target="../media/image885.png"/><Relationship Id="rId114" Type="http://schemas.openxmlformats.org/officeDocument/2006/relationships/customXml" Target="../ink/ink1174.xml"/><Relationship Id="rId275" Type="http://schemas.openxmlformats.org/officeDocument/2006/relationships/image" Target="../media/image997.png"/><Relationship Id="rId296" Type="http://schemas.openxmlformats.org/officeDocument/2006/relationships/customXml" Target="../ink/ink1265.xml"/><Relationship Id="rId300" Type="http://schemas.openxmlformats.org/officeDocument/2006/relationships/customXml" Target="../ink/ink1267.xml"/><Relationship Id="rId60" Type="http://schemas.openxmlformats.org/officeDocument/2006/relationships/customXml" Target="../ink/ink1147.xml"/><Relationship Id="rId81" Type="http://schemas.openxmlformats.org/officeDocument/2006/relationships/image" Target="../media/image900.png"/><Relationship Id="rId135" Type="http://schemas.openxmlformats.org/officeDocument/2006/relationships/image" Target="../media/image927.png"/><Relationship Id="rId156" Type="http://schemas.openxmlformats.org/officeDocument/2006/relationships/customXml" Target="../ink/ink1195.xml"/><Relationship Id="rId177" Type="http://schemas.openxmlformats.org/officeDocument/2006/relationships/image" Target="../media/image948.png"/><Relationship Id="rId198" Type="http://schemas.openxmlformats.org/officeDocument/2006/relationships/customXml" Target="../ink/ink1216.xml"/><Relationship Id="rId321" Type="http://schemas.openxmlformats.org/officeDocument/2006/relationships/image" Target="../media/image1020.png"/><Relationship Id="rId202" Type="http://schemas.openxmlformats.org/officeDocument/2006/relationships/customXml" Target="../ink/ink1218.xml"/><Relationship Id="rId223" Type="http://schemas.openxmlformats.org/officeDocument/2006/relationships/image" Target="../media/image971.png"/><Relationship Id="rId244" Type="http://schemas.openxmlformats.org/officeDocument/2006/relationships/customXml" Target="../ink/ink1239.xml"/><Relationship Id="rId18" Type="http://schemas.openxmlformats.org/officeDocument/2006/relationships/customXml" Target="../ink/ink1126.xml"/><Relationship Id="rId39" Type="http://schemas.openxmlformats.org/officeDocument/2006/relationships/image" Target="../media/image880.png"/><Relationship Id="rId265" Type="http://schemas.openxmlformats.org/officeDocument/2006/relationships/image" Target="../media/image992.png"/><Relationship Id="rId286" Type="http://schemas.openxmlformats.org/officeDocument/2006/relationships/customXml" Target="../ink/ink1260.xml"/><Relationship Id="rId50" Type="http://schemas.openxmlformats.org/officeDocument/2006/relationships/customXml" Target="../ink/ink1142.xml"/><Relationship Id="rId104" Type="http://schemas.openxmlformats.org/officeDocument/2006/relationships/customXml" Target="../ink/ink1169.xml"/><Relationship Id="rId125" Type="http://schemas.openxmlformats.org/officeDocument/2006/relationships/image" Target="../media/image922.png"/><Relationship Id="rId146" Type="http://schemas.openxmlformats.org/officeDocument/2006/relationships/customXml" Target="../ink/ink1190.xml"/><Relationship Id="rId167" Type="http://schemas.openxmlformats.org/officeDocument/2006/relationships/image" Target="../media/image943.png"/><Relationship Id="rId188" Type="http://schemas.openxmlformats.org/officeDocument/2006/relationships/customXml" Target="../ink/ink1211.xml"/><Relationship Id="rId311" Type="http://schemas.openxmlformats.org/officeDocument/2006/relationships/image" Target="../media/image1015.png"/><Relationship Id="rId71" Type="http://schemas.openxmlformats.org/officeDocument/2006/relationships/image" Target="../media/image896.png"/><Relationship Id="rId92" Type="http://schemas.openxmlformats.org/officeDocument/2006/relationships/customXml" Target="../ink/ink1163.xml"/><Relationship Id="rId213" Type="http://schemas.openxmlformats.org/officeDocument/2006/relationships/image" Target="../media/image966.png"/><Relationship Id="rId234" Type="http://schemas.openxmlformats.org/officeDocument/2006/relationships/customXml" Target="../ink/ink1234.xml"/><Relationship Id="rId2" Type="http://schemas.openxmlformats.org/officeDocument/2006/relationships/customXml" Target="../ink/ink1118.xml"/><Relationship Id="rId29" Type="http://schemas.openxmlformats.org/officeDocument/2006/relationships/image" Target="../media/image875.png"/><Relationship Id="rId255" Type="http://schemas.openxmlformats.org/officeDocument/2006/relationships/image" Target="../media/image987.png"/><Relationship Id="rId276" Type="http://schemas.openxmlformats.org/officeDocument/2006/relationships/customXml" Target="../ink/ink1255.xml"/><Relationship Id="rId297" Type="http://schemas.openxmlformats.org/officeDocument/2006/relationships/image" Target="../media/image1008.png"/><Relationship Id="rId40" Type="http://schemas.openxmlformats.org/officeDocument/2006/relationships/customXml" Target="../ink/ink1137.xml"/><Relationship Id="rId115" Type="http://schemas.openxmlformats.org/officeDocument/2006/relationships/image" Target="../media/image917.png"/><Relationship Id="rId136" Type="http://schemas.openxmlformats.org/officeDocument/2006/relationships/customXml" Target="../ink/ink1185.xml"/><Relationship Id="rId157" Type="http://schemas.openxmlformats.org/officeDocument/2006/relationships/image" Target="../media/image938.png"/><Relationship Id="rId178" Type="http://schemas.openxmlformats.org/officeDocument/2006/relationships/customXml" Target="../ink/ink1206.xml"/><Relationship Id="rId301" Type="http://schemas.openxmlformats.org/officeDocument/2006/relationships/image" Target="../media/image1010.png"/><Relationship Id="rId322" Type="http://schemas.openxmlformats.org/officeDocument/2006/relationships/customXml" Target="../ink/ink1278.xml"/><Relationship Id="rId61" Type="http://schemas.openxmlformats.org/officeDocument/2006/relationships/image" Target="../media/image891.png"/><Relationship Id="rId82" Type="http://schemas.openxmlformats.org/officeDocument/2006/relationships/customXml" Target="../ink/ink1158.xml"/><Relationship Id="rId199" Type="http://schemas.openxmlformats.org/officeDocument/2006/relationships/image" Target="../media/image959.png"/><Relationship Id="rId203" Type="http://schemas.openxmlformats.org/officeDocument/2006/relationships/image" Target="../media/image961.png"/><Relationship Id="rId19" Type="http://schemas.openxmlformats.org/officeDocument/2006/relationships/image" Target="../media/image870.png"/><Relationship Id="rId224" Type="http://schemas.openxmlformats.org/officeDocument/2006/relationships/customXml" Target="../ink/ink1229.xml"/><Relationship Id="rId245" Type="http://schemas.openxmlformats.org/officeDocument/2006/relationships/image" Target="../media/image982.png"/><Relationship Id="rId266" Type="http://schemas.openxmlformats.org/officeDocument/2006/relationships/customXml" Target="../ink/ink1250.xml"/><Relationship Id="rId287" Type="http://schemas.openxmlformats.org/officeDocument/2006/relationships/image" Target="../media/image1003.png"/><Relationship Id="rId30" Type="http://schemas.openxmlformats.org/officeDocument/2006/relationships/customXml" Target="../ink/ink1132.xml"/><Relationship Id="rId105" Type="http://schemas.openxmlformats.org/officeDocument/2006/relationships/image" Target="../media/image912.png"/><Relationship Id="rId126" Type="http://schemas.openxmlformats.org/officeDocument/2006/relationships/customXml" Target="../ink/ink1180.xml"/><Relationship Id="rId147" Type="http://schemas.openxmlformats.org/officeDocument/2006/relationships/image" Target="../media/image933.png"/><Relationship Id="rId168" Type="http://schemas.openxmlformats.org/officeDocument/2006/relationships/customXml" Target="../ink/ink1201.xml"/><Relationship Id="rId312" Type="http://schemas.openxmlformats.org/officeDocument/2006/relationships/customXml" Target="../ink/ink1273.xml"/><Relationship Id="rId51" Type="http://schemas.openxmlformats.org/officeDocument/2006/relationships/image" Target="../media/image886.png"/><Relationship Id="rId72" Type="http://schemas.openxmlformats.org/officeDocument/2006/relationships/customXml" Target="../ink/ink1153.xml"/><Relationship Id="rId93" Type="http://schemas.openxmlformats.org/officeDocument/2006/relationships/image" Target="../media/image906.png"/><Relationship Id="rId189" Type="http://schemas.openxmlformats.org/officeDocument/2006/relationships/image" Target="../media/image954.png"/><Relationship Id="rId3" Type="http://schemas.openxmlformats.org/officeDocument/2006/relationships/image" Target="../media/image862.png"/><Relationship Id="rId214" Type="http://schemas.openxmlformats.org/officeDocument/2006/relationships/customXml" Target="../ink/ink1224.xml"/><Relationship Id="rId235" Type="http://schemas.openxmlformats.org/officeDocument/2006/relationships/image" Target="../media/image977.png"/><Relationship Id="rId256" Type="http://schemas.openxmlformats.org/officeDocument/2006/relationships/customXml" Target="../ink/ink1245.xml"/><Relationship Id="rId277" Type="http://schemas.openxmlformats.org/officeDocument/2006/relationships/image" Target="../media/image998.png"/><Relationship Id="rId298" Type="http://schemas.openxmlformats.org/officeDocument/2006/relationships/customXml" Target="../ink/ink1266.xml"/><Relationship Id="rId116" Type="http://schemas.openxmlformats.org/officeDocument/2006/relationships/customXml" Target="../ink/ink1175.xml"/><Relationship Id="rId137" Type="http://schemas.openxmlformats.org/officeDocument/2006/relationships/image" Target="../media/image928.png"/><Relationship Id="rId158" Type="http://schemas.openxmlformats.org/officeDocument/2006/relationships/customXml" Target="../ink/ink1196.xml"/><Relationship Id="rId302" Type="http://schemas.openxmlformats.org/officeDocument/2006/relationships/customXml" Target="../ink/ink1268.xml"/><Relationship Id="rId323" Type="http://schemas.openxmlformats.org/officeDocument/2006/relationships/image" Target="../media/image1021.png"/><Relationship Id="rId20" Type="http://schemas.openxmlformats.org/officeDocument/2006/relationships/customXml" Target="../ink/ink1127.xml"/><Relationship Id="rId41" Type="http://schemas.openxmlformats.org/officeDocument/2006/relationships/image" Target="../media/image881.png"/><Relationship Id="rId62" Type="http://schemas.openxmlformats.org/officeDocument/2006/relationships/customXml" Target="../ink/ink1148.xml"/><Relationship Id="rId83" Type="http://schemas.openxmlformats.org/officeDocument/2006/relationships/image" Target="../media/image901.png"/><Relationship Id="rId179" Type="http://schemas.openxmlformats.org/officeDocument/2006/relationships/image" Target="../media/image949.png"/><Relationship Id="rId190" Type="http://schemas.openxmlformats.org/officeDocument/2006/relationships/customXml" Target="../ink/ink1212.xml"/><Relationship Id="rId204" Type="http://schemas.openxmlformats.org/officeDocument/2006/relationships/customXml" Target="../ink/ink1219.xml"/><Relationship Id="rId225" Type="http://schemas.openxmlformats.org/officeDocument/2006/relationships/image" Target="../media/image972.png"/><Relationship Id="rId246" Type="http://schemas.openxmlformats.org/officeDocument/2006/relationships/customXml" Target="../ink/ink1240.xml"/><Relationship Id="rId267" Type="http://schemas.openxmlformats.org/officeDocument/2006/relationships/image" Target="../media/image993.png"/><Relationship Id="rId288" Type="http://schemas.openxmlformats.org/officeDocument/2006/relationships/customXml" Target="../ink/ink1261.xml"/><Relationship Id="rId106" Type="http://schemas.openxmlformats.org/officeDocument/2006/relationships/customXml" Target="../ink/ink1170.xml"/><Relationship Id="rId127" Type="http://schemas.openxmlformats.org/officeDocument/2006/relationships/image" Target="../media/image923.png"/><Relationship Id="rId313" Type="http://schemas.openxmlformats.org/officeDocument/2006/relationships/image" Target="../media/image1016.png"/><Relationship Id="rId10" Type="http://schemas.openxmlformats.org/officeDocument/2006/relationships/customXml" Target="../ink/ink1122.xml"/><Relationship Id="rId31" Type="http://schemas.openxmlformats.org/officeDocument/2006/relationships/image" Target="../media/image876.png"/><Relationship Id="rId52" Type="http://schemas.openxmlformats.org/officeDocument/2006/relationships/customXml" Target="../ink/ink1143.xml"/><Relationship Id="rId73" Type="http://schemas.openxmlformats.org/officeDocument/2006/relationships/image" Target="../media/image897.png"/><Relationship Id="rId94" Type="http://schemas.openxmlformats.org/officeDocument/2006/relationships/customXml" Target="../ink/ink1164.xml"/><Relationship Id="rId148" Type="http://schemas.openxmlformats.org/officeDocument/2006/relationships/customXml" Target="../ink/ink1191.xml"/><Relationship Id="rId169" Type="http://schemas.openxmlformats.org/officeDocument/2006/relationships/image" Target="../media/image944.png"/><Relationship Id="rId4" Type="http://schemas.openxmlformats.org/officeDocument/2006/relationships/customXml" Target="../ink/ink1119.xml"/><Relationship Id="rId180" Type="http://schemas.openxmlformats.org/officeDocument/2006/relationships/customXml" Target="../ink/ink1207.xml"/><Relationship Id="rId215" Type="http://schemas.openxmlformats.org/officeDocument/2006/relationships/image" Target="../media/image967.png"/><Relationship Id="rId236" Type="http://schemas.openxmlformats.org/officeDocument/2006/relationships/customXml" Target="../ink/ink1235.xml"/><Relationship Id="rId257" Type="http://schemas.openxmlformats.org/officeDocument/2006/relationships/image" Target="../media/image988.png"/><Relationship Id="rId278" Type="http://schemas.openxmlformats.org/officeDocument/2006/relationships/customXml" Target="../ink/ink1256.xml"/><Relationship Id="rId303" Type="http://schemas.openxmlformats.org/officeDocument/2006/relationships/image" Target="../media/image1011.png"/><Relationship Id="rId42" Type="http://schemas.openxmlformats.org/officeDocument/2006/relationships/customXml" Target="../ink/ink1138.xml"/><Relationship Id="rId84" Type="http://schemas.openxmlformats.org/officeDocument/2006/relationships/customXml" Target="../ink/ink1159.xml"/><Relationship Id="rId138" Type="http://schemas.openxmlformats.org/officeDocument/2006/relationships/customXml" Target="../ink/ink1186.xml"/><Relationship Id="rId191" Type="http://schemas.openxmlformats.org/officeDocument/2006/relationships/image" Target="../media/image955.png"/><Relationship Id="rId205" Type="http://schemas.openxmlformats.org/officeDocument/2006/relationships/image" Target="../media/image962.png"/><Relationship Id="rId247" Type="http://schemas.openxmlformats.org/officeDocument/2006/relationships/image" Target="../media/image983.png"/><Relationship Id="rId107" Type="http://schemas.openxmlformats.org/officeDocument/2006/relationships/image" Target="../media/image913.png"/><Relationship Id="rId289" Type="http://schemas.openxmlformats.org/officeDocument/2006/relationships/image" Target="../media/image1004.png"/><Relationship Id="rId11" Type="http://schemas.openxmlformats.org/officeDocument/2006/relationships/image" Target="../media/image866.png"/><Relationship Id="rId53" Type="http://schemas.openxmlformats.org/officeDocument/2006/relationships/image" Target="../media/image887.png"/><Relationship Id="rId149" Type="http://schemas.openxmlformats.org/officeDocument/2006/relationships/image" Target="../media/image934.png"/><Relationship Id="rId314" Type="http://schemas.openxmlformats.org/officeDocument/2006/relationships/customXml" Target="../ink/ink1274.xml"/><Relationship Id="rId95" Type="http://schemas.openxmlformats.org/officeDocument/2006/relationships/image" Target="../media/image907.png"/><Relationship Id="rId160" Type="http://schemas.openxmlformats.org/officeDocument/2006/relationships/customXml" Target="../ink/ink1197.xml"/><Relationship Id="rId216" Type="http://schemas.openxmlformats.org/officeDocument/2006/relationships/customXml" Target="../ink/ink1225.xml"/><Relationship Id="rId258" Type="http://schemas.openxmlformats.org/officeDocument/2006/relationships/customXml" Target="../ink/ink1246.xml"/><Relationship Id="rId22" Type="http://schemas.openxmlformats.org/officeDocument/2006/relationships/customXml" Target="../ink/ink1128.xml"/><Relationship Id="rId64" Type="http://schemas.openxmlformats.org/officeDocument/2006/relationships/customXml" Target="../ink/ink1149.xml"/><Relationship Id="rId118" Type="http://schemas.openxmlformats.org/officeDocument/2006/relationships/customXml" Target="../ink/ink1176.xml"/><Relationship Id="rId325" Type="http://schemas.openxmlformats.org/officeDocument/2006/relationships/image" Target="../media/image1022.png"/><Relationship Id="rId171" Type="http://schemas.openxmlformats.org/officeDocument/2006/relationships/image" Target="../media/image945.png"/><Relationship Id="rId227" Type="http://schemas.openxmlformats.org/officeDocument/2006/relationships/image" Target="../media/image973.png"/><Relationship Id="rId269" Type="http://schemas.openxmlformats.org/officeDocument/2006/relationships/image" Target="../media/image994.png"/><Relationship Id="rId33" Type="http://schemas.openxmlformats.org/officeDocument/2006/relationships/image" Target="../media/image877.png"/><Relationship Id="rId129" Type="http://schemas.openxmlformats.org/officeDocument/2006/relationships/image" Target="../media/image924.png"/><Relationship Id="rId280" Type="http://schemas.openxmlformats.org/officeDocument/2006/relationships/customXml" Target="../ink/ink1257.xml"/><Relationship Id="rId75" Type="http://schemas.openxmlformats.org/officeDocument/2006/relationships/image" Target="../media/image898.png"/><Relationship Id="rId140" Type="http://schemas.openxmlformats.org/officeDocument/2006/relationships/customXml" Target="../ink/ink1187.xml"/><Relationship Id="rId182" Type="http://schemas.openxmlformats.org/officeDocument/2006/relationships/customXml" Target="../ink/ink1208.xml"/><Relationship Id="rId6" Type="http://schemas.openxmlformats.org/officeDocument/2006/relationships/customXml" Target="../ink/ink1120.xml"/><Relationship Id="rId238" Type="http://schemas.openxmlformats.org/officeDocument/2006/relationships/customXml" Target="../ink/ink1236.xml"/><Relationship Id="rId291" Type="http://schemas.openxmlformats.org/officeDocument/2006/relationships/image" Target="../media/image1005.png"/><Relationship Id="rId305" Type="http://schemas.openxmlformats.org/officeDocument/2006/relationships/image" Target="../media/image1012.png"/><Relationship Id="rId44" Type="http://schemas.openxmlformats.org/officeDocument/2006/relationships/customXml" Target="../ink/ink1139.xml"/><Relationship Id="rId86" Type="http://schemas.openxmlformats.org/officeDocument/2006/relationships/customXml" Target="../ink/ink1160.xml"/><Relationship Id="rId151" Type="http://schemas.openxmlformats.org/officeDocument/2006/relationships/image" Target="../media/image935.png"/><Relationship Id="rId193" Type="http://schemas.openxmlformats.org/officeDocument/2006/relationships/image" Target="../media/image956.png"/><Relationship Id="rId207" Type="http://schemas.openxmlformats.org/officeDocument/2006/relationships/image" Target="../media/image963.png"/><Relationship Id="rId249" Type="http://schemas.openxmlformats.org/officeDocument/2006/relationships/image" Target="../media/image984.png"/><Relationship Id="rId13" Type="http://schemas.openxmlformats.org/officeDocument/2006/relationships/image" Target="../media/image867.png"/><Relationship Id="rId109" Type="http://schemas.openxmlformats.org/officeDocument/2006/relationships/image" Target="../media/image914.png"/><Relationship Id="rId260" Type="http://schemas.openxmlformats.org/officeDocument/2006/relationships/customXml" Target="../ink/ink1247.xml"/><Relationship Id="rId316" Type="http://schemas.openxmlformats.org/officeDocument/2006/relationships/customXml" Target="../ink/ink1275.xml"/><Relationship Id="rId55" Type="http://schemas.openxmlformats.org/officeDocument/2006/relationships/image" Target="../media/image888.png"/><Relationship Id="rId97" Type="http://schemas.openxmlformats.org/officeDocument/2006/relationships/image" Target="../media/image908.png"/><Relationship Id="rId120" Type="http://schemas.openxmlformats.org/officeDocument/2006/relationships/customXml" Target="../ink/ink117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12.png"/><Relationship Id="rId299" Type="http://schemas.openxmlformats.org/officeDocument/2006/relationships/image" Target="../media/image4020.png"/><Relationship Id="rId21" Type="http://schemas.openxmlformats.org/officeDocument/2006/relationships/image" Target="../media/image2631.png"/><Relationship Id="rId63" Type="http://schemas.openxmlformats.org/officeDocument/2006/relationships/image" Target="../media/image2841.png"/><Relationship Id="rId159" Type="http://schemas.openxmlformats.org/officeDocument/2006/relationships/image" Target="../media/image3321.png"/><Relationship Id="rId324" Type="http://schemas.openxmlformats.org/officeDocument/2006/relationships/customXml" Target="../ink/ink1442.xml"/><Relationship Id="rId170" Type="http://schemas.openxmlformats.org/officeDocument/2006/relationships/customXml" Target="../ink/ink1365.xml"/><Relationship Id="rId226" Type="http://schemas.openxmlformats.org/officeDocument/2006/relationships/customXml" Target="../ink/ink1393.xml"/><Relationship Id="rId268" Type="http://schemas.openxmlformats.org/officeDocument/2006/relationships/customXml" Target="../ink/ink1414.xml"/><Relationship Id="rId32" Type="http://schemas.openxmlformats.org/officeDocument/2006/relationships/customXml" Target="../ink/ink1296.xml"/><Relationship Id="rId74" Type="http://schemas.openxmlformats.org/officeDocument/2006/relationships/customXml" Target="../ink/ink1317.xml"/><Relationship Id="rId128" Type="http://schemas.openxmlformats.org/officeDocument/2006/relationships/customXml" Target="../ink/ink1344.xml"/><Relationship Id="rId335" Type="http://schemas.openxmlformats.org/officeDocument/2006/relationships/image" Target="../media/image4201.png"/><Relationship Id="rId5" Type="http://schemas.openxmlformats.org/officeDocument/2006/relationships/image" Target="../media/image2551.png"/><Relationship Id="rId181" Type="http://schemas.openxmlformats.org/officeDocument/2006/relationships/image" Target="../media/image3431.png"/><Relationship Id="rId237" Type="http://schemas.openxmlformats.org/officeDocument/2006/relationships/image" Target="../media/image3711.png"/><Relationship Id="rId279" Type="http://schemas.openxmlformats.org/officeDocument/2006/relationships/image" Target="../media/image3921.png"/><Relationship Id="rId43" Type="http://schemas.openxmlformats.org/officeDocument/2006/relationships/image" Target="../media/image2741.png"/><Relationship Id="rId139" Type="http://schemas.openxmlformats.org/officeDocument/2006/relationships/image" Target="../media/image3221.png"/><Relationship Id="rId290" Type="http://schemas.openxmlformats.org/officeDocument/2006/relationships/customXml" Target="../ink/ink1425.xml"/><Relationship Id="rId304" Type="http://schemas.openxmlformats.org/officeDocument/2006/relationships/customXml" Target="../ink/ink1432.xml"/><Relationship Id="rId346" Type="http://schemas.openxmlformats.org/officeDocument/2006/relationships/customXml" Target="../ink/ink1453.xml"/><Relationship Id="rId85" Type="http://schemas.openxmlformats.org/officeDocument/2006/relationships/image" Target="../media/image2951.png"/><Relationship Id="rId150" Type="http://schemas.openxmlformats.org/officeDocument/2006/relationships/customXml" Target="../ink/ink1355.xml"/><Relationship Id="rId192" Type="http://schemas.openxmlformats.org/officeDocument/2006/relationships/customXml" Target="../ink/ink1376.xml"/><Relationship Id="rId206" Type="http://schemas.openxmlformats.org/officeDocument/2006/relationships/customXml" Target="../ink/ink1383.xml"/><Relationship Id="rId248" Type="http://schemas.openxmlformats.org/officeDocument/2006/relationships/customXml" Target="../ink/ink1404.xml"/><Relationship Id="rId12" Type="http://schemas.openxmlformats.org/officeDocument/2006/relationships/customXml" Target="../ink/ink1286.xml"/><Relationship Id="rId108" Type="http://schemas.openxmlformats.org/officeDocument/2006/relationships/customXml" Target="../ink/ink1334.xml"/><Relationship Id="rId315" Type="http://schemas.openxmlformats.org/officeDocument/2006/relationships/image" Target="../media/image4101.png"/><Relationship Id="rId54" Type="http://schemas.openxmlformats.org/officeDocument/2006/relationships/customXml" Target="../ink/ink1307.xml"/><Relationship Id="rId96" Type="http://schemas.openxmlformats.org/officeDocument/2006/relationships/customXml" Target="../ink/ink1328.xml"/><Relationship Id="rId161" Type="http://schemas.openxmlformats.org/officeDocument/2006/relationships/image" Target="../media/image3331.png"/><Relationship Id="rId217" Type="http://schemas.openxmlformats.org/officeDocument/2006/relationships/image" Target="../media/image3612.png"/><Relationship Id="rId259" Type="http://schemas.openxmlformats.org/officeDocument/2006/relationships/image" Target="../media/image3821.png"/><Relationship Id="rId23" Type="http://schemas.openxmlformats.org/officeDocument/2006/relationships/image" Target="../media/image2641.png"/><Relationship Id="rId119" Type="http://schemas.openxmlformats.org/officeDocument/2006/relationships/image" Target="../media/image3121.png"/><Relationship Id="rId270" Type="http://schemas.openxmlformats.org/officeDocument/2006/relationships/customXml" Target="../ink/ink1415.xml"/><Relationship Id="rId326" Type="http://schemas.openxmlformats.org/officeDocument/2006/relationships/customXml" Target="../ink/ink1443.xml"/><Relationship Id="rId65" Type="http://schemas.openxmlformats.org/officeDocument/2006/relationships/image" Target="../media/image2851.png"/><Relationship Id="rId130" Type="http://schemas.openxmlformats.org/officeDocument/2006/relationships/customXml" Target="../ink/ink1345.xml"/><Relationship Id="rId172" Type="http://schemas.openxmlformats.org/officeDocument/2006/relationships/customXml" Target="../ink/ink1366.xml"/><Relationship Id="rId228" Type="http://schemas.openxmlformats.org/officeDocument/2006/relationships/customXml" Target="../ink/ink1394.xml"/><Relationship Id="rId281" Type="http://schemas.openxmlformats.org/officeDocument/2006/relationships/image" Target="../media/image3931.png"/><Relationship Id="rId337" Type="http://schemas.openxmlformats.org/officeDocument/2006/relationships/image" Target="../media/image4212.png"/><Relationship Id="rId34" Type="http://schemas.openxmlformats.org/officeDocument/2006/relationships/customXml" Target="../ink/ink1297.xml"/><Relationship Id="rId76" Type="http://schemas.openxmlformats.org/officeDocument/2006/relationships/customXml" Target="../ink/ink1318.xml"/><Relationship Id="rId141" Type="http://schemas.openxmlformats.org/officeDocument/2006/relationships/image" Target="../media/image3231.png"/><Relationship Id="rId7" Type="http://schemas.openxmlformats.org/officeDocument/2006/relationships/image" Target="../media/image2561.png"/><Relationship Id="rId183" Type="http://schemas.openxmlformats.org/officeDocument/2006/relationships/image" Target="../media/image3441.png"/><Relationship Id="rId239" Type="http://schemas.openxmlformats.org/officeDocument/2006/relationships/image" Target="../media/image3720.png"/><Relationship Id="rId250" Type="http://schemas.openxmlformats.org/officeDocument/2006/relationships/customXml" Target="../ink/ink1405.xml"/><Relationship Id="rId292" Type="http://schemas.openxmlformats.org/officeDocument/2006/relationships/customXml" Target="../ink/ink1426.xml"/><Relationship Id="rId306" Type="http://schemas.openxmlformats.org/officeDocument/2006/relationships/customXml" Target="../ink/ink1433.xml"/><Relationship Id="rId45" Type="http://schemas.openxmlformats.org/officeDocument/2006/relationships/image" Target="../media/image2751.png"/><Relationship Id="rId87" Type="http://schemas.openxmlformats.org/officeDocument/2006/relationships/image" Target="../media/image2961.png"/><Relationship Id="rId110" Type="http://schemas.openxmlformats.org/officeDocument/2006/relationships/customXml" Target="../ink/ink1335.xml"/><Relationship Id="rId348" Type="http://schemas.openxmlformats.org/officeDocument/2006/relationships/customXml" Target="../ink/ink1454.xml"/><Relationship Id="rId152" Type="http://schemas.openxmlformats.org/officeDocument/2006/relationships/customXml" Target="../ink/ink1356.xml"/><Relationship Id="rId194" Type="http://schemas.openxmlformats.org/officeDocument/2006/relationships/customXml" Target="../ink/ink1377.xml"/><Relationship Id="rId208" Type="http://schemas.openxmlformats.org/officeDocument/2006/relationships/customXml" Target="../ink/ink1384.xml"/><Relationship Id="rId261" Type="http://schemas.openxmlformats.org/officeDocument/2006/relationships/image" Target="../media/image3831.png"/><Relationship Id="rId14" Type="http://schemas.openxmlformats.org/officeDocument/2006/relationships/customXml" Target="../ink/ink1287.xml"/><Relationship Id="rId56" Type="http://schemas.openxmlformats.org/officeDocument/2006/relationships/customXml" Target="../ink/ink1308.xml"/><Relationship Id="rId317" Type="http://schemas.openxmlformats.org/officeDocument/2006/relationships/image" Target="../media/image4112.png"/><Relationship Id="rId8" Type="http://schemas.openxmlformats.org/officeDocument/2006/relationships/customXml" Target="../ink/ink1284.xml"/><Relationship Id="rId98" Type="http://schemas.openxmlformats.org/officeDocument/2006/relationships/customXml" Target="../ink/ink1329.xml"/><Relationship Id="rId121" Type="http://schemas.openxmlformats.org/officeDocument/2006/relationships/image" Target="../media/image3131.png"/><Relationship Id="rId142" Type="http://schemas.openxmlformats.org/officeDocument/2006/relationships/customXml" Target="../ink/ink1351.xml"/><Relationship Id="rId163" Type="http://schemas.openxmlformats.org/officeDocument/2006/relationships/image" Target="../media/image3341.png"/><Relationship Id="rId184" Type="http://schemas.openxmlformats.org/officeDocument/2006/relationships/customXml" Target="../ink/ink1372.xml"/><Relationship Id="rId219" Type="http://schemas.openxmlformats.org/officeDocument/2006/relationships/image" Target="../media/image3621.png"/><Relationship Id="rId230" Type="http://schemas.openxmlformats.org/officeDocument/2006/relationships/customXml" Target="../ink/ink1395.xml"/><Relationship Id="rId251" Type="http://schemas.openxmlformats.org/officeDocument/2006/relationships/image" Target="../media/image3781.png"/><Relationship Id="rId25" Type="http://schemas.openxmlformats.org/officeDocument/2006/relationships/image" Target="../media/image2651.png"/><Relationship Id="rId46" Type="http://schemas.openxmlformats.org/officeDocument/2006/relationships/customXml" Target="../ink/ink1303.xml"/><Relationship Id="rId67" Type="http://schemas.openxmlformats.org/officeDocument/2006/relationships/image" Target="../media/image2861.png"/><Relationship Id="rId272" Type="http://schemas.openxmlformats.org/officeDocument/2006/relationships/customXml" Target="../ink/ink1416.xml"/><Relationship Id="rId293" Type="http://schemas.openxmlformats.org/officeDocument/2006/relationships/image" Target="../media/image3991.png"/><Relationship Id="rId307" Type="http://schemas.openxmlformats.org/officeDocument/2006/relationships/image" Target="../media/image4061.png"/><Relationship Id="rId328" Type="http://schemas.openxmlformats.org/officeDocument/2006/relationships/customXml" Target="../ink/ink1444.xml"/><Relationship Id="rId349" Type="http://schemas.openxmlformats.org/officeDocument/2006/relationships/image" Target="../media/image4270.png"/><Relationship Id="rId88" Type="http://schemas.openxmlformats.org/officeDocument/2006/relationships/customXml" Target="../ink/ink1324.xml"/><Relationship Id="rId111" Type="http://schemas.openxmlformats.org/officeDocument/2006/relationships/image" Target="../media/image3081.png"/><Relationship Id="rId132" Type="http://schemas.openxmlformats.org/officeDocument/2006/relationships/customXml" Target="../ink/ink1346.xml"/><Relationship Id="rId153" Type="http://schemas.openxmlformats.org/officeDocument/2006/relationships/image" Target="../media/image3291.png"/><Relationship Id="rId174" Type="http://schemas.openxmlformats.org/officeDocument/2006/relationships/customXml" Target="../ink/ink1367.xml"/><Relationship Id="rId195" Type="http://schemas.openxmlformats.org/officeDocument/2006/relationships/image" Target="../media/image3501.png"/><Relationship Id="rId209" Type="http://schemas.openxmlformats.org/officeDocument/2006/relationships/image" Target="../media/image3571.png"/><Relationship Id="rId220" Type="http://schemas.openxmlformats.org/officeDocument/2006/relationships/customXml" Target="../ink/ink1390.xml"/><Relationship Id="rId241" Type="http://schemas.openxmlformats.org/officeDocument/2006/relationships/image" Target="../media/image3731.png"/><Relationship Id="rId15" Type="http://schemas.openxmlformats.org/officeDocument/2006/relationships/image" Target="../media/image2601.png"/><Relationship Id="rId36" Type="http://schemas.openxmlformats.org/officeDocument/2006/relationships/customXml" Target="../ink/ink1298.xml"/><Relationship Id="rId57" Type="http://schemas.openxmlformats.org/officeDocument/2006/relationships/image" Target="../media/image2812.png"/><Relationship Id="rId262" Type="http://schemas.openxmlformats.org/officeDocument/2006/relationships/customXml" Target="../ink/ink1411.xml"/><Relationship Id="rId283" Type="http://schemas.openxmlformats.org/officeDocument/2006/relationships/image" Target="../media/image3941.png"/><Relationship Id="rId318" Type="http://schemas.openxmlformats.org/officeDocument/2006/relationships/customXml" Target="../ink/ink1439.xml"/><Relationship Id="rId339" Type="http://schemas.openxmlformats.org/officeDocument/2006/relationships/image" Target="../media/image4221.png"/><Relationship Id="rId78" Type="http://schemas.openxmlformats.org/officeDocument/2006/relationships/customXml" Target="../ink/ink1319.xml"/><Relationship Id="rId99" Type="http://schemas.openxmlformats.org/officeDocument/2006/relationships/image" Target="../media/image3021.png"/><Relationship Id="rId101" Type="http://schemas.openxmlformats.org/officeDocument/2006/relationships/image" Target="../media/image3031.png"/><Relationship Id="rId122" Type="http://schemas.openxmlformats.org/officeDocument/2006/relationships/customXml" Target="../ink/ink1341.xml"/><Relationship Id="rId143" Type="http://schemas.openxmlformats.org/officeDocument/2006/relationships/image" Target="../media/image3241.png"/><Relationship Id="rId164" Type="http://schemas.openxmlformats.org/officeDocument/2006/relationships/customXml" Target="../ink/ink1362.xml"/><Relationship Id="rId185" Type="http://schemas.openxmlformats.org/officeDocument/2006/relationships/image" Target="../media/image3451.png"/><Relationship Id="rId9" Type="http://schemas.openxmlformats.org/officeDocument/2006/relationships/image" Target="../media/image2571.png"/><Relationship Id="rId210" Type="http://schemas.openxmlformats.org/officeDocument/2006/relationships/customXml" Target="../ink/ink1385.xml"/><Relationship Id="rId26" Type="http://schemas.openxmlformats.org/officeDocument/2006/relationships/customXml" Target="../ink/ink1293.xml"/><Relationship Id="rId231" Type="http://schemas.openxmlformats.org/officeDocument/2006/relationships/image" Target="../media/image3681.png"/><Relationship Id="rId252" Type="http://schemas.openxmlformats.org/officeDocument/2006/relationships/customXml" Target="../ink/ink1406.xml"/><Relationship Id="rId273" Type="http://schemas.openxmlformats.org/officeDocument/2006/relationships/image" Target="../media/image3891.png"/><Relationship Id="rId294" Type="http://schemas.openxmlformats.org/officeDocument/2006/relationships/customXml" Target="../ink/ink1427.xml"/><Relationship Id="rId308" Type="http://schemas.openxmlformats.org/officeDocument/2006/relationships/customXml" Target="../ink/ink1434.xml"/><Relationship Id="rId329" Type="http://schemas.openxmlformats.org/officeDocument/2006/relationships/image" Target="../media/image4171.png"/><Relationship Id="rId47" Type="http://schemas.openxmlformats.org/officeDocument/2006/relationships/image" Target="../media/image2761.png"/><Relationship Id="rId68" Type="http://schemas.openxmlformats.org/officeDocument/2006/relationships/customXml" Target="../ink/ink1314.xml"/><Relationship Id="rId89" Type="http://schemas.openxmlformats.org/officeDocument/2006/relationships/image" Target="../media/image2971.png"/><Relationship Id="rId112" Type="http://schemas.openxmlformats.org/officeDocument/2006/relationships/customXml" Target="../ink/ink1336.xml"/><Relationship Id="rId133" Type="http://schemas.openxmlformats.org/officeDocument/2006/relationships/image" Target="../media/image3191.png"/><Relationship Id="rId154" Type="http://schemas.openxmlformats.org/officeDocument/2006/relationships/customXml" Target="../ink/ink1357.xml"/><Relationship Id="rId175" Type="http://schemas.openxmlformats.org/officeDocument/2006/relationships/image" Target="../media/image3401.png"/><Relationship Id="rId340" Type="http://schemas.openxmlformats.org/officeDocument/2006/relationships/customXml" Target="../ink/ink1450.xml"/><Relationship Id="rId196" Type="http://schemas.openxmlformats.org/officeDocument/2006/relationships/customXml" Target="../ink/ink1378.xml"/><Relationship Id="rId200" Type="http://schemas.openxmlformats.org/officeDocument/2006/relationships/customXml" Target="../ink/ink1380.xml"/><Relationship Id="rId16" Type="http://schemas.openxmlformats.org/officeDocument/2006/relationships/customXml" Target="../ink/ink1288.xml"/><Relationship Id="rId221" Type="http://schemas.openxmlformats.org/officeDocument/2006/relationships/image" Target="../media/image3631.png"/><Relationship Id="rId242" Type="http://schemas.openxmlformats.org/officeDocument/2006/relationships/customXml" Target="../ink/ink1401.xml"/><Relationship Id="rId263" Type="http://schemas.openxmlformats.org/officeDocument/2006/relationships/image" Target="../media/image3841.png"/><Relationship Id="rId284" Type="http://schemas.openxmlformats.org/officeDocument/2006/relationships/customXml" Target="../ink/ink1422.xml"/><Relationship Id="rId319" Type="http://schemas.openxmlformats.org/officeDocument/2006/relationships/image" Target="../media/image4121.png"/><Relationship Id="rId37" Type="http://schemas.openxmlformats.org/officeDocument/2006/relationships/image" Target="../media/image2712.png"/><Relationship Id="rId58" Type="http://schemas.openxmlformats.org/officeDocument/2006/relationships/customXml" Target="../ink/ink1309.xml"/><Relationship Id="rId79" Type="http://schemas.openxmlformats.org/officeDocument/2006/relationships/image" Target="../media/image2921.png"/><Relationship Id="rId102" Type="http://schemas.openxmlformats.org/officeDocument/2006/relationships/customXml" Target="../ink/ink1331.xml"/><Relationship Id="rId123" Type="http://schemas.openxmlformats.org/officeDocument/2006/relationships/image" Target="../media/image3141.png"/><Relationship Id="rId144" Type="http://schemas.openxmlformats.org/officeDocument/2006/relationships/customXml" Target="../ink/ink1352.xml"/><Relationship Id="rId330" Type="http://schemas.openxmlformats.org/officeDocument/2006/relationships/customXml" Target="../ink/ink1445.xml"/><Relationship Id="rId90" Type="http://schemas.openxmlformats.org/officeDocument/2006/relationships/customXml" Target="../ink/ink1325.xml"/><Relationship Id="rId165" Type="http://schemas.openxmlformats.org/officeDocument/2006/relationships/image" Target="../media/image3351.png"/><Relationship Id="rId186" Type="http://schemas.openxmlformats.org/officeDocument/2006/relationships/customXml" Target="../ink/ink1373.xml"/><Relationship Id="rId211" Type="http://schemas.openxmlformats.org/officeDocument/2006/relationships/image" Target="../media/image3581.png"/><Relationship Id="rId232" Type="http://schemas.openxmlformats.org/officeDocument/2006/relationships/customXml" Target="../ink/ink1396.xml"/><Relationship Id="rId253" Type="http://schemas.openxmlformats.org/officeDocument/2006/relationships/image" Target="../media/image3791.png"/><Relationship Id="rId274" Type="http://schemas.openxmlformats.org/officeDocument/2006/relationships/customXml" Target="../ink/ink1417.xml"/><Relationship Id="rId295" Type="http://schemas.openxmlformats.org/officeDocument/2006/relationships/image" Target="../media/image4001.png"/><Relationship Id="rId309" Type="http://schemas.openxmlformats.org/officeDocument/2006/relationships/image" Target="../media/image4071.png"/><Relationship Id="rId27" Type="http://schemas.openxmlformats.org/officeDocument/2006/relationships/image" Target="../media/image2661.png"/><Relationship Id="rId48" Type="http://schemas.openxmlformats.org/officeDocument/2006/relationships/customXml" Target="../ink/ink1304.xml"/><Relationship Id="rId69" Type="http://schemas.openxmlformats.org/officeDocument/2006/relationships/image" Target="../media/image2871.png"/><Relationship Id="rId113" Type="http://schemas.openxmlformats.org/officeDocument/2006/relationships/image" Target="../media/image3091.png"/><Relationship Id="rId134" Type="http://schemas.openxmlformats.org/officeDocument/2006/relationships/customXml" Target="../ink/ink1347.xml"/><Relationship Id="rId320" Type="http://schemas.openxmlformats.org/officeDocument/2006/relationships/customXml" Target="../ink/ink1440.xml"/><Relationship Id="rId80" Type="http://schemas.openxmlformats.org/officeDocument/2006/relationships/customXml" Target="../ink/ink1320.xml"/><Relationship Id="rId155" Type="http://schemas.openxmlformats.org/officeDocument/2006/relationships/image" Target="../media/image3301.png"/><Relationship Id="rId176" Type="http://schemas.openxmlformats.org/officeDocument/2006/relationships/customXml" Target="../ink/ink1368.xml"/><Relationship Id="rId197" Type="http://schemas.openxmlformats.org/officeDocument/2006/relationships/image" Target="../media/image3512.png"/><Relationship Id="rId341" Type="http://schemas.openxmlformats.org/officeDocument/2006/relationships/image" Target="../media/image4231.png"/><Relationship Id="rId201" Type="http://schemas.openxmlformats.org/officeDocument/2006/relationships/image" Target="../media/image3530.png"/><Relationship Id="rId222" Type="http://schemas.openxmlformats.org/officeDocument/2006/relationships/customXml" Target="../ink/ink1391.xml"/><Relationship Id="rId243" Type="http://schemas.openxmlformats.org/officeDocument/2006/relationships/image" Target="../media/image3741.png"/><Relationship Id="rId264" Type="http://schemas.openxmlformats.org/officeDocument/2006/relationships/customXml" Target="../ink/ink1412.xml"/><Relationship Id="rId285" Type="http://schemas.openxmlformats.org/officeDocument/2006/relationships/image" Target="../media/image3951.png"/><Relationship Id="rId17" Type="http://schemas.openxmlformats.org/officeDocument/2006/relationships/image" Target="../media/image2612.png"/><Relationship Id="rId38" Type="http://schemas.openxmlformats.org/officeDocument/2006/relationships/customXml" Target="../ink/ink1299.xml"/><Relationship Id="rId59" Type="http://schemas.openxmlformats.org/officeDocument/2006/relationships/image" Target="../media/image2821.png"/><Relationship Id="rId103" Type="http://schemas.openxmlformats.org/officeDocument/2006/relationships/image" Target="../media/image3041.png"/><Relationship Id="rId124" Type="http://schemas.openxmlformats.org/officeDocument/2006/relationships/customXml" Target="../ink/ink1342.xml"/><Relationship Id="rId310" Type="http://schemas.openxmlformats.org/officeDocument/2006/relationships/customXml" Target="../ink/ink1435.xml"/><Relationship Id="rId70" Type="http://schemas.openxmlformats.org/officeDocument/2006/relationships/customXml" Target="../ink/ink1315.xml"/><Relationship Id="rId91" Type="http://schemas.openxmlformats.org/officeDocument/2006/relationships/image" Target="../media/image2981.png"/><Relationship Id="rId145" Type="http://schemas.openxmlformats.org/officeDocument/2006/relationships/image" Target="../media/image3251.png"/><Relationship Id="rId166" Type="http://schemas.openxmlformats.org/officeDocument/2006/relationships/customXml" Target="../ink/ink1363.xml"/><Relationship Id="rId187" Type="http://schemas.openxmlformats.org/officeDocument/2006/relationships/image" Target="../media/image3461.png"/><Relationship Id="rId331" Type="http://schemas.openxmlformats.org/officeDocument/2006/relationships/image" Target="../media/image418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86.xml"/><Relationship Id="rId233" Type="http://schemas.openxmlformats.org/officeDocument/2006/relationships/image" Target="../media/image3691.png"/><Relationship Id="rId254" Type="http://schemas.openxmlformats.org/officeDocument/2006/relationships/customXml" Target="../ink/ink1407.xml"/><Relationship Id="rId28" Type="http://schemas.openxmlformats.org/officeDocument/2006/relationships/customXml" Target="../ink/ink1294.xml"/><Relationship Id="rId49" Type="http://schemas.openxmlformats.org/officeDocument/2006/relationships/image" Target="../media/image2771.png"/><Relationship Id="rId114" Type="http://schemas.openxmlformats.org/officeDocument/2006/relationships/customXml" Target="../ink/ink1337.xml"/><Relationship Id="rId275" Type="http://schemas.openxmlformats.org/officeDocument/2006/relationships/image" Target="../media/image3901.png"/><Relationship Id="rId296" Type="http://schemas.openxmlformats.org/officeDocument/2006/relationships/customXml" Target="../ink/ink1428.xml"/><Relationship Id="rId300" Type="http://schemas.openxmlformats.org/officeDocument/2006/relationships/customXml" Target="../ink/ink1430.xml"/><Relationship Id="rId60" Type="http://schemas.openxmlformats.org/officeDocument/2006/relationships/customXml" Target="../ink/ink1310.xml"/><Relationship Id="rId81" Type="http://schemas.openxmlformats.org/officeDocument/2006/relationships/image" Target="../media/image2931.png"/><Relationship Id="rId135" Type="http://schemas.openxmlformats.org/officeDocument/2006/relationships/image" Target="../media/image3201.png"/><Relationship Id="rId156" Type="http://schemas.openxmlformats.org/officeDocument/2006/relationships/customXml" Target="../ink/ink1358.xml"/><Relationship Id="rId177" Type="http://schemas.openxmlformats.org/officeDocument/2006/relationships/image" Target="../media/image3412.png"/><Relationship Id="rId198" Type="http://schemas.openxmlformats.org/officeDocument/2006/relationships/customXml" Target="../ink/ink1379.xml"/><Relationship Id="rId321" Type="http://schemas.openxmlformats.org/officeDocument/2006/relationships/image" Target="../media/image4131.png"/><Relationship Id="rId342" Type="http://schemas.openxmlformats.org/officeDocument/2006/relationships/customXml" Target="../ink/ink1451.xml"/><Relationship Id="rId202" Type="http://schemas.openxmlformats.org/officeDocument/2006/relationships/customXml" Target="../ink/ink1381.xml"/><Relationship Id="rId223" Type="http://schemas.openxmlformats.org/officeDocument/2006/relationships/image" Target="../media/image3641.png"/><Relationship Id="rId244" Type="http://schemas.openxmlformats.org/officeDocument/2006/relationships/customXml" Target="../ink/ink1402.xml"/><Relationship Id="rId18" Type="http://schemas.openxmlformats.org/officeDocument/2006/relationships/customXml" Target="../ink/ink1289.xml"/><Relationship Id="rId39" Type="http://schemas.openxmlformats.org/officeDocument/2006/relationships/image" Target="../media/image2721.png"/><Relationship Id="rId265" Type="http://schemas.openxmlformats.org/officeDocument/2006/relationships/image" Target="../media/image3851.png"/><Relationship Id="rId286" Type="http://schemas.openxmlformats.org/officeDocument/2006/relationships/customXml" Target="../ink/ink1423.xml"/><Relationship Id="rId50" Type="http://schemas.openxmlformats.org/officeDocument/2006/relationships/customXml" Target="../ink/ink1305.xml"/><Relationship Id="rId104" Type="http://schemas.openxmlformats.org/officeDocument/2006/relationships/customXml" Target="../ink/ink1332.xml"/><Relationship Id="rId125" Type="http://schemas.openxmlformats.org/officeDocument/2006/relationships/image" Target="../media/image3151.png"/><Relationship Id="rId146" Type="http://schemas.openxmlformats.org/officeDocument/2006/relationships/customXml" Target="../ink/ink1353.xml"/><Relationship Id="rId167" Type="http://schemas.openxmlformats.org/officeDocument/2006/relationships/image" Target="../media/image3361.png"/><Relationship Id="rId188" Type="http://schemas.openxmlformats.org/officeDocument/2006/relationships/customXml" Target="../ink/ink1374.xml"/><Relationship Id="rId311" Type="http://schemas.openxmlformats.org/officeDocument/2006/relationships/image" Target="../media/image4081.png"/><Relationship Id="rId332" Type="http://schemas.openxmlformats.org/officeDocument/2006/relationships/customXml" Target="../ink/ink1446.xml"/><Relationship Id="rId71" Type="http://schemas.openxmlformats.org/officeDocument/2006/relationships/image" Target="../media/image2881.png"/><Relationship Id="rId92" Type="http://schemas.openxmlformats.org/officeDocument/2006/relationships/customXml" Target="../ink/ink1326.xml"/><Relationship Id="rId213" Type="http://schemas.openxmlformats.org/officeDocument/2006/relationships/image" Target="../media/image3591.png"/><Relationship Id="rId234" Type="http://schemas.openxmlformats.org/officeDocument/2006/relationships/customXml" Target="../ink/ink1397.xml"/><Relationship Id="rId2" Type="http://schemas.openxmlformats.org/officeDocument/2006/relationships/customXml" Target="../ink/ink1281.xml"/><Relationship Id="rId29" Type="http://schemas.openxmlformats.org/officeDocument/2006/relationships/image" Target="../media/image2671.png"/><Relationship Id="rId255" Type="http://schemas.openxmlformats.org/officeDocument/2006/relationships/image" Target="../media/image3801.png"/><Relationship Id="rId276" Type="http://schemas.openxmlformats.org/officeDocument/2006/relationships/customXml" Target="../ink/ink1418.xml"/><Relationship Id="rId297" Type="http://schemas.openxmlformats.org/officeDocument/2006/relationships/image" Target="../media/image4012.png"/><Relationship Id="rId40" Type="http://schemas.openxmlformats.org/officeDocument/2006/relationships/customXml" Target="../ink/ink1300.xml"/><Relationship Id="rId115" Type="http://schemas.openxmlformats.org/officeDocument/2006/relationships/image" Target="../media/image3101.png"/><Relationship Id="rId136" Type="http://schemas.openxmlformats.org/officeDocument/2006/relationships/customXml" Target="../ink/ink1348.xml"/><Relationship Id="rId157" Type="http://schemas.openxmlformats.org/officeDocument/2006/relationships/image" Target="../media/image3312.png"/><Relationship Id="rId178" Type="http://schemas.openxmlformats.org/officeDocument/2006/relationships/customXml" Target="../ink/ink1369.xml"/><Relationship Id="rId301" Type="http://schemas.openxmlformats.org/officeDocument/2006/relationships/image" Target="../media/image4030.png"/><Relationship Id="rId322" Type="http://schemas.openxmlformats.org/officeDocument/2006/relationships/customXml" Target="../ink/ink1441.xml"/><Relationship Id="rId343" Type="http://schemas.openxmlformats.org/officeDocument/2006/relationships/image" Target="../media/image4241.png"/><Relationship Id="rId61" Type="http://schemas.openxmlformats.org/officeDocument/2006/relationships/image" Target="../media/image2831.png"/><Relationship Id="rId82" Type="http://schemas.openxmlformats.org/officeDocument/2006/relationships/customXml" Target="../ink/ink1321.xml"/><Relationship Id="rId199" Type="http://schemas.openxmlformats.org/officeDocument/2006/relationships/image" Target="../media/image3521.png"/><Relationship Id="rId203" Type="http://schemas.openxmlformats.org/officeDocument/2006/relationships/image" Target="../media/image3541.png"/><Relationship Id="rId19" Type="http://schemas.openxmlformats.org/officeDocument/2006/relationships/image" Target="../media/image2621.png"/><Relationship Id="rId224" Type="http://schemas.openxmlformats.org/officeDocument/2006/relationships/customXml" Target="../ink/ink1392.xml"/><Relationship Id="rId245" Type="http://schemas.openxmlformats.org/officeDocument/2006/relationships/image" Target="../media/image3751.png"/><Relationship Id="rId266" Type="http://schemas.openxmlformats.org/officeDocument/2006/relationships/customXml" Target="../ink/ink1413.xml"/><Relationship Id="rId287" Type="http://schemas.openxmlformats.org/officeDocument/2006/relationships/image" Target="../media/image3961.png"/><Relationship Id="rId30" Type="http://schemas.openxmlformats.org/officeDocument/2006/relationships/customXml" Target="../ink/ink1295.xml"/><Relationship Id="rId105" Type="http://schemas.openxmlformats.org/officeDocument/2006/relationships/image" Target="../media/image3051.png"/><Relationship Id="rId126" Type="http://schemas.openxmlformats.org/officeDocument/2006/relationships/customXml" Target="../ink/ink1343.xml"/><Relationship Id="rId147" Type="http://schemas.openxmlformats.org/officeDocument/2006/relationships/image" Target="../media/image3261.png"/><Relationship Id="rId168" Type="http://schemas.openxmlformats.org/officeDocument/2006/relationships/customXml" Target="../ink/ink1364.xml"/><Relationship Id="rId312" Type="http://schemas.openxmlformats.org/officeDocument/2006/relationships/customXml" Target="../ink/ink1436.xml"/><Relationship Id="rId333" Type="http://schemas.openxmlformats.org/officeDocument/2006/relationships/image" Target="../media/image4191.png"/><Relationship Id="rId51" Type="http://schemas.openxmlformats.org/officeDocument/2006/relationships/image" Target="../media/image2781.png"/><Relationship Id="rId72" Type="http://schemas.openxmlformats.org/officeDocument/2006/relationships/customXml" Target="../ink/ink1316.xml"/><Relationship Id="rId93" Type="http://schemas.openxmlformats.org/officeDocument/2006/relationships/image" Target="../media/image2991.png"/><Relationship Id="rId189" Type="http://schemas.openxmlformats.org/officeDocument/2006/relationships/image" Target="../media/image3471.png"/><Relationship Id="rId3" Type="http://schemas.openxmlformats.org/officeDocument/2006/relationships/image" Target="../media/image2541.png"/><Relationship Id="rId214" Type="http://schemas.openxmlformats.org/officeDocument/2006/relationships/customXml" Target="../ink/ink1387.xml"/><Relationship Id="rId235" Type="http://schemas.openxmlformats.org/officeDocument/2006/relationships/image" Target="../media/image3700.png"/><Relationship Id="rId256" Type="http://schemas.openxmlformats.org/officeDocument/2006/relationships/customXml" Target="../ink/ink1408.xml"/><Relationship Id="rId277" Type="http://schemas.openxmlformats.org/officeDocument/2006/relationships/image" Target="../media/image3912.png"/><Relationship Id="rId298" Type="http://schemas.openxmlformats.org/officeDocument/2006/relationships/customXml" Target="../ink/ink1429.xml"/><Relationship Id="rId116" Type="http://schemas.openxmlformats.org/officeDocument/2006/relationships/customXml" Target="../ink/ink1338.xml"/><Relationship Id="rId137" Type="http://schemas.openxmlformats.org/officeDocument/2006/relationships/image" Target="../media/image3212.png"/><Relationship Id="rId158" Type="http://schemas.openxmlformats.org/officeDocument/2006/relationships/customXml" Target="../ink/ink1359.xml"/><Relationship Id="rId302" Type="http://schemas.openxmlformats.org/officeDocument/2006/relationships/customXml" Target="../ink/ink1431.xml"/><Relationship Id="rId323" Type="http://schemas.openxmlformats.org/officeDocument/2006/relationships/image" Target="../media/image4141.png"/><Relationship Id="rId344" Type="http://schemas.openxmlformats.org/officeDocument/2006/relationships/customXml" Target="../ink/ink1452.xml"/><Relationship Id="rId20" Type="http://schemas.openxmlformats.org/officeDocument/2006/relationships/customXml" Target="../ink/ink1290.xml"/><Relationship Id="rId41" Type="http://schemas.openxmlformats.org/officeDocument/2006/relationships/image" Target="../media/image2731.png"/><Relationship Id="rId62" Type="http://schemas.openxmlformats.org/officeDocument/2006/relationships/customXml" Target="../ink/ink1311.xml"/><Relationship Id="rId83" Type="http://schemas.openxmlformats.org/officeDocument/2006/relationships/image" Target="../media/image2941.png"/><Relationship Id="rId179" Type="http://schemas.openxmlformats.org/officeDocument/2006/relationships/image" Target="../media/image3421.png"/><Relationship Id="rId190" Type="http://schemas.openxmlformats.org/officeDocument/2006/relationships/customXml" Target="../ink/ink1375.xml"/><Relationship Id="rId204" Type="http://schemas.openxmlformats.org/officeDocument/2006/relationships/customXml" Target="../ink/ink1382.xml"/><Relationship Id="rId225" Type="http://schemas.openxmlformats.org/officeDocument/2006/relationships/image" Target="../media/image3651.png"/><Relationship Id="rId246" Type="http://schemas.openxmlformats.org/officeDocument/2006/relationships/customXml" Target="../ink/ink1403.xml"/><Relationship Id="rId267" Type="http://schemas.openxmlformats.org/officeDocument/2006/relationships/image" Target="../media/image3861.png"/><Relationship Id="rId288" Type="http://schemas.openxmlformats.org/officeDocument/2006/relationships/customXml" Target="../ink/ink1424.xml"/><Relationship Id="rId106" Type="http://schemas.openxmlformats.org/officeDocument/2006/relationships/customXml" Target="../ink/ink1333.xml"/><Relationship Id="rId127" Type="http://schemas.openxmlformats.org/officeDocument/2006/relationships/image" Target="../media/image3161.png"/><Relationship Id="rId313" Type="http://schemas.openxmlformats.org/officeDocument/2006/relationships/image" Target="../media/image4091.png"/><Relationship Id="rId10" Type="http://schemas.openxmlformats.org/officeDocument/2006/relationships/customXml" Target="../ink/ink1285.xml"/><Relationship Id="rId31" Type="http://schemas.openxmlformats.org/officeDocument/2006/relationships/image" Target="../media/image2681.png"/><Relationship Id="rId52" Type="http://schemas.openxmlformats.org/officeDocument/2006/relationships/customXml" Target="../ink/ink1306.xml"/><Relationship Id="rId73" Type="http://schemas.openxmlformats.org/officeDocument/2006/relationships/image" Target="../media/image2891.png"/><Relationship Id="rId94" Type="http://schemas.openxmlformats.org/officeDocument/2006/relationships/customXml" Target="../ink/ink1327.xml"/><Relationship Id="rId148" Type="http://schemas.openxmlformats.org/officeDocument/2006/relationships/customXml" Target="../ink/ink1354.xml"/><Relationship Id="rId169" Type="http://schemas.openxmlformats.org/officeDocument/2006/relationships/image" Target="../media/image3371.png"/><Relationship Id="rId334" Type="http://schemas.openxmlformats.org/officeDocument/2006/relationships/customXml" Target="../ink/ink1447.xml"/><Relationship Id="rId4" Type="http://schemas.openxmlformats.org/officeDocument/2006/relationships/customXml" Target="../ink/ink1282.xml"/><Relationship Id="rId180" Type="http://schemas.openxmlformats.org/officeDocument/2006/relationships/customXml" Target="../ink/ink1370.xml"/><Relationship Id="rId215" Type="http://schemas.openxmlformats.org/officeDocument/2006/relationships/image" Target="../media/image3601.png"/><Relationship Id="rId236" Type="http://schemas.openxmlformats.org/officeDocument/2006/relationships/customXml" Target="../ink/ink1398.xml"/><Relationship Id="rId257" Type="http://schemas.openxmlformats.org/officeDocument/2006/relationships/image" Target="../media/image3812.png"/><Relationship Id="rId278" Type="http://schemas.openxmlformats.org/officeDocument/2006/relationships/customXml" Target="../ink/ink1419.xml"/><Relationship Id="rId303" Type="http://schemas.openxmlformats.org/officeDocument/2006/relationships/image" Target="../media/image4041.png"/><Relationship Id="rId42" Type="http://schemas.openxmlformats.org/officeDocument/2006/relationships/customXml" Target="../ink/ink1301.xml"/><Relationship Id="rId84" Type="http://schemas.openxmlformats.org/officeDocument/2006/relationships/customXml" Target="../ink/ink1322.xml"/><Relationship Id="rId138" Type="http://schemas.openxmlformats.org/officeDocument/2006/relationships/customXml" Target="../ink/ink1349.xml"/><Relationship Id="rId345" Type="http://schemas.openxmlformats.org/officeDocument/2006/relationships/image" Target="../media/image4251.png"/><Relationship Id="rId191" Type="http://schemas.openxmlformats.org/officeDocument/2006/relationships/image" Target="../media/image3481.png"/><Relationship Id="rId205" Type="http://schemas.openxmlformats.org/officeDocument/2006/relationships/image" Target="../media/image3551.png"/><Relationship Id="rId247" Type="http://schemas.openxmlformats.org/officeDocument/2006/relationships/image" Target="../media/image3761.png"/><Relationship Id="rId107" Type="http://schemas.openxmlformats.org/officeDocument/2006/relationships/image" Target="../media/image3061.png"/><Relationship Id="rId289" Type="http://schemas.openxmlformats.org/officeDocument/2006/relationships/image" Target="../media/image3971.png"/><Relationship Id="rId11" Type="http://schemas.openxmlformats.org/officeDocument/2006/relationships/image" Target="../media/image2581.png"/><Relationship Id="rId53" Type="http://schemas.openxmlformats.org/officeDocument/2006/relationships/image" Target="../media/image2791.png"/><Relationship Id="rId149" Type="http://schemas.openxmlformats.org/officeDocument/2006/relationships/image" Target="../media/image3271.png"/><Relationship Id="rId314" Type="http://schemas.openxmlformats.org/officeDocument/2006/relationships/customXml" Target="../ink/ink1437.xml"/><Relationship Id="rId95" Type="http://schemas.openxmlformats.org/officeDocument/2006/relationships/image" Target="../media/image3001.png"/><Relationship Id="rId160" Type="http://schemas.openxmlformats.org/officeDocument/2006/relationships/customXml" Target="../ink/ink1360.xml"/><Relationship Id="rId216" Type="http://schemas.openxmlformats.org/officeDocument/2006/relationships/customXml" Target="../ink/ink1388.xml"/><Relationship Id="rId258" Type="http://schemas.openxmlformats.org/officeDocument/2006/relationships/customXml" Target="../ink/ink1409.xml"/><Relationship Id="rId22" Type="http://schemas.openxmlformats.org/officeDocument/2006/relationships/customXml" Target="../ink/ink1291.xml"/><Relationship Id="rId64" Type="http://schemas.openxmlformats.org/officeDocument/2006/relationships/customXml" Target="../ink/ink1312.xml"/><Relationship Id="rId118" Type="http://schemas.openxmlformats.org/officeDocument/2006/relationships/customXml" Target="../ink/ink1339.xml"/><Relationship Id="rId325" Type="http://schemas.openxmlformats.org/officeDocument/2006/relationships/image" Target="../media/image4151.png"/><Relationship Id="rId171" Type="http://schemas.openxmlformats.org/officeDocument/2006/relationships/image" Target="../media/image3381.png"/><Relationship Id="rId227" Type="http://schemas.openxmlformats.org/officeDocument/2006/relationships/image" Target="../media/image3661.png"/><Relationship Id="rId269" Type="http://schemas.openxmlformats.org/officeDocument/2006/relationships/image" Target="../media/image3871.png"/><Relationship Id="rId33" Type="http://schemas.openxmlformats.org/officeDocument/2006/relationships/image" Target="../media/image2691.png"/><Relationship Id="rId129" Type="http://schemas.openxmlformats.org/officeDocument/2006/relationships/image" Target="../media/image3171.png"/><Relationship Id="rId280" Type="http://schemas.openxmlformats.org/officeDocument/2006/relationships/customXml" Target="../ink/ink1420.xml"/><Relationship Id="rId336" Type="http://schemas.openxmlformats.org/officeDocument/2006/relationships/customXml" Target="../ink/ink1448.xml"/><Relationship Id="rId75" Type="http://schemas.openxmlformats.org/officeDocument/2006/relationships/image" Target="../media/image2901.png"/><Relationship Id="rId140" Type="http://schemas.openxmlformats.org/officeDocument/2006/relationships/customXml" Target="../ink/ink1350.xml"/><Relationship Id="rId182" Type="http://schemas.openxmlformats.org/officeDocument/2006/relationships/customXml" Target="../ink/ink1371.xml"/><Relationship Id="rId6" Type="http://schemas.openxmlformats.org/officeDocument/2006/relationships/customXml" Target="../ink/ink1283.xml"/><Relationship Id="rId238" Type="http://schemas.openxmlformats.org/officeDocument/2006/relationships/customXml" Target="../ink/ink1399.xml"/><Relationship Id="rId291" Type="http://schemas.openxmlformats.org/officeDocument/2006/relationships/image" Target="../media/image3981.png"/><Relationship Id="rId305" Type="http://schemas.openxmlformats.org/officeDocument/2006/relationships/image" Target="../media/image4051.png"/><Relationship Id="rId347" Type="http://schemas.openxmlformats.org/officeDocument/2006/relationships/image" Target="../media/image4261.png"/><Relationship Id="rId44" Type="http://schemas.openxmlformats.org/officeDocument/2006/relationships/customXml" Target="../ink/ink1302.xml"/><Relationship Id="rId86" Type="http://schemas.openxmlformats.org/officeDocument/2006/relationships/customXml" Target="../ink/ink1323.xml"/><Relationship Id="rId151" Type="http://schemas.openxmlformats.org/officeDocument/2006/relationships/image" Target="../media/image3281.png"/><Relationship Id="rId193" Type="http://schemas.openxmlformats.org/officeDocument/2006/relationships/image" Target="../media/image3491.png"/><Relationship Id="rId207" Type="http://schemas.openxmlformats.org/officeDocument/2006/relationships/image" Target="../media/image3561.png"/><Relationship Id="rId249" Type="http://schemas.openxmlformats.org/officeDocument/2006/relationships/image" Target="../media/image3771.png"/><Relationship Id="rId13" Type="http://schemas.openxmlformats.org/officeDocument/2006/relationships/image" Target="../media/image2591.png"/><Relationship Id="rId109" Type="http://schemas.openxmlformats.org/officeDocument/2006/relationships/image" Target="../media/image3071.png"/><Relationship Id="rId260" Type="http://schemas.openxmlformats.org/officeDocument/2006/relationships/customXml" Target="../ink/ink1410.xml"/><Relationship Id="rId316" Type="http://schemas.openxmlformats.org/officeDocument/2006/relationships/customXml" Target="../ink/ink1438.xml"/><Relationship Id="rId55" Type="http://schemas.openxmlformats.org/officeDocument/2006/relationships/image" Target="../media/image2801.png"/><Relationship Id="rId97" Type="http://schemas.openxmlformats.org/officeDocument/2006/relationships/image" Target="../media/image3012.png"/><Relationship Id="rId120" Type="http://schemas.openxmlformats.org/officeDocument/2006/relationships/customXml" Target="../ink/ink1340.xml"/><Relationship Id="rId162" Type="http://schemas.openxmlformats.org/officeDocument/2006/relationships/customXml" Target="../ink/ink1361.xml"/><Relationship Id="rId218" Type="http://schemas.openxmlformats.org/officeDocument/2006/relationships/customXml" Target="../ink/ink1389.xml"/><Relationship Id="rId271" Type="http://schemas.openxmlformats.org/officeDocument/2006/relationships/image" Target="../media/image3881.png"/><Relationship Id="rId24" Type="http://schemas.openxmlformats.org/officeDocument/2006/relationships/customXml" Target="../ink/ink1292.xml"/><Relationship Id="rId66" Type="http://schemas.openxmlformats.org/officeDocument/2006/relationships/customXml" Target="../ink/ink1313.xml"/><Relationship Id="rId131" Type="http://schemas.openxmlformats.org/officeDocument/2006/relationships/image" Target="../media/image3181.png"/><Relationship Id="rId327" Type="http://schemas.openxmlformats.org/officeDocument/2006/relationships/image" Target="../media/image4161.png"/><Relationship Id="rId173" Type="http://schemas.openxmlformats.org/officeDocument/2006/relationships/image" Target="../media/image3391.png"/><Relationship Id="rId229" Type="http://schemas.openxmlformats.org/officeDocument/2006/relationships/image" Target="../media/image3671.png"/><Relationship Id="rId240" Type="http://schemas.openxmlformats.org/officeDocument/2006/relationships/customXml" Target="../ink/ink1400.xml"/><Relationship Id="rId35" Type="http://schemas.openxmlformats.org/officeDocument/2006/relationships/image" Target="../media/image2701.png"/><Relationship Id="rId77" Type="http://schemas.openxmlformats.org/officeDocument/2006/relationships/image" Target="../media/image2912.png"/><Relationship Id="rId100" Type="http://schemas.openxmlformats.org/officeDocument/2006/relationships/customXml" Target="../ink/ink1330.xml"/><Relationship Id="rId282" Type="http://schemas.openxmlformats.org/officeDocument/2006/relationships/customXml" Target="../ink/ink1421.xml"/><Relationship Id="rId338" Type="http://schemas.openxmlformats.org/officeDocument/2006/relationships/customXml" Target="../ink/ink1449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300.png"/><Relationship Id="rId21" Type="http://schemas.openxmlformats.org/officeDocument/2006/relationships/customXml" Target="../ink/ink1464.xml"/><Relationship Id="rId42" Type="http://schemas.openxmlformats.org/officeDocument/2006/relationships/image" Target="../media/image10101.png"/><Relationship Id="rId47" Type="http://schemas.openxmlformats.org/officeDocument/2006/relationships/customXml" Target="../ink/ink1477.xml"/><Relationship Id="rId63" Type="http://schemas.openxmlformats.org/officeDocument/2006/relationships/customXml" Target="../ink/ink1485.xml"/><Relationship Id="rId68" Type="http://schemas.openxmlformats.org/officeDocument/2006/relationships/image" Target="../media/image1140.png"/><Relationship Id="rId84" Type="http://schemas.openxmlformats.org/officeDocument/2006/relationships/image" Target="../media/image1220.png"/><Relationship Id="rId89" Type="http://schemas.openxmlformats.org/officeDocument/2006/relationships/customXml" Target="../ink/ink1498.xml"/><Relationship Id="rId112" Type="http://schemas.openxmlformats.org/officeDocument/2006/relationships/image" Target="../media/image4400.png"/><Relationship Id="rId16" Type="http://schemas.openxmlformats.org/officeDocument/2006/relationships/image" Target="../media/image8800.png"/><Relationship Id="rId107" Type="http://schemas.openxmlformats.org/officeDocument/2006/relationships/customXml" Target="../ink/ink1507.xml"/><Relationship Id="rId11" Type="http://schemas.openxmlformats.org/officeDocument/2006/relationships/customXml" Target="../ink/ink1459.xml"/><Relationship Id="rId32" Type="http://schemas.openxmlformats.org/officeDocument/2006/relationships/image" Target="../media/image9600.png"/><Relationship Id="rId37" Type="http://schemas.openxmlformats.org/officeDocument/2006/relationships/customXml" Target="../ink/ink1472.xml"/><Relationship Id="rId53" Type="http://schemas.openxmlformats.org/officeDocument/2006/relationships/customXml" Target="../ink/ink1480.xml"/><Relationship Id="rId58" Type="http://schemas.openxmlformats.org/officeDocument/2006/relationships/image" Target="../media/image1090.png"/><Relationship Id="rId74" Type="http://schemas.openxmlformats.org/officeDocument/2006/relationships/image" Target="../media/image1170.png"/><Relationship Id="rId79" Type="http://schemas.openxmlformats.org/officeDocument/2006/relationships/customXml" Target="../ink/ink1493.xml"/><Relationship Id="rId102" Type="http://schemas.openxmlformats.org/officeDocument/2006/relationships/image" Target="../media/image4350.png"/><Relationship Id="rId5" Type="http://schemas.openxmlformats.org/officeDocument/2006/relationships/customXml" Target="../ink/ink1456.xml"/><Relationship Id="rId90" Type="http://schemas.openxmlformats.org/officeDocument/2006/relationships/image" Target="../media/image4290.png"/><Relationship Id="rId95" Type="http://schemas.openxmlformats.org/officeDocument/2006/relationships/customXml" Target="../ink/ink1501.xml"/><Relationship Id="rId22" Type="http://schemas.openxmlformats.org/officeDocument/2006/relationships/image" Target="../media/image9101.png"/><Relationship Id="rId27" Type="http://schemas.openxmlformats.org/officeDocument/2006/relationships/customXml" Target="../ink/ink1467.xml"/><Relationship Id="rId43" Type="http://schemas.openxmlformats.org/officeDocument/2006/relationships/customXml" Target="../ink/ink1475.xml"/><Relationship Id="rId48" Type="http://schemas.openxmlformats.org/officeDocument/2006/relationships/image" Target="../media/image1040.png"/><Relationship Id="rId64" Type="http://schemas.openxmlformats.org/officeDocument/2006/relationships/image" Target="../media/image1120.png"/><Relationship Id="rId69" Type="http://schemas.openxmlformats.org/officeDocument/2006/relationships/customXml" Target="../ink/ink1488.xml"/><Relationship Id="rId113" Type="http://schemas.openxmlformats.org/officeDocument/2006/relationships/customXml" Target="../ink/ink1510.xml"/><Relationship Id="rId80" Type="http://schemas.openxmlformats.org/officeDocument/2006/relationships/image" Target="../media/image1200.png"/><Relationship Id="rId85" Type="http://schemas.openxmlformats.org/officeDocument/2006/relationships/customXml" Target="../ink/ink1496.xml"/><Relationship Id="rId12" Type="http://schemas.openxmlformats.org/officeDocument/2006/relationships/image" Target="../media/image8600.png"/><Relationship Id="rId17" Type="http://schemas.openxmlformats.org/officeDocument/2006/relationships/customXml" Target="../ink/ink1462.xml"/><Relationship Id="rId33" Type="http://schemas.openxmlformats.org/officeDocument/2006/relationships/customXml" Target="../ink/ink1470.xml"/><Relationship Id="rId38" Type="http://schemas.openxmlformats.org/officeDocument/2006/relationships/image" Target="../media/image9900.png"/><Relationship Id="rId59" Type="http://schemas.openxmlformats.org/officeDocument/2006/relationships/customXml" Target="../ink/ink1483.xml"/><Relationship Id="rId103" Type="http://schemas.openxmlformats.org/officeDocument/2006/relationships/customXml" Target="../ink/ink1505.xml"/><Relationship Id="rId108" Type="http://schemas.openxmlformats.org/officeDocument/2006/relationships/image" Target="../media/image4380.png"/><Relationship Id="rId54" Type="http://schemas.openxmlformats.org/officeDocument/2006/relationships/image" Target="../media/image1070.png"/><Relationship Id="rId70" Type="http://schemas.openxmlformats.org/officeDocument/2006/relationships/image" Target="../media/image1150.png"/><Relationship Id="rId75" Type="http://schemas.openxmlformats.org/officeDocument/2006/relationships/customXml" Target="../ink/ink1491.xml"/><Relationship Id="rId91" Type="http://schemas.openxmlformats.org/officeDocument/2006/relationships/customXml" Target="../ink/ink1499.xml"/><Relationship Id="rId96" Type="http://schemas.openxmlformats.org/officeDocument/2006/relationships/image" Target="../media/image4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0.png"/><Relationship Id="rId15" Type="http://schemas.openxmlformats.org/officeDocument/2006/relationships/customXml" Target="../ink/ink1461.xml"/><Relationship Id="rId23" Type="http://schemas.openxmlformats.org/officeDocument/2006/relationships/customXml" Target="../ink/ink1465.xml"/><Relationship Id="rId28" Type="http://schemas.openxmlformats.org/officeDocument/2006/relationships/image" Target="../media/image9400.png"/><Relationship Id="rId36" Type="http://schemas.openxmlformats.org/officeDocument/2006/relationships/image" Target="../media/image9800.png"/><Relationship Id="rId49" Type="http://schemas.openxmlformats.org/officeDocument/2006/relationships/customXml" Target="../ink/ink1478.xml"/><Relationship Id="rId57" Type="http://schemas.openxmlformats.org/officeDocument/2006/relationships/customXml" Target="../ink/ink1482.xml"/><Relationship Id="rId106" Type="http://schemas.openxmlformats.org/officeDocument/2006/relationships/image" Target="../media/image4370.png"/><Relationship Id="rId114" Type="http://schemas.openxmlformats.org/officeDocument/2006/relationships/image" Target="../media/image4411.png"/><Relationship Id="rId10" Type="http://schemas.openxmlformats.org/officeDocument/2006/relationships/image" Target="../media/image8500.png"/><Relationship Id="rId31" Type="http://schemas.openxmlformats.org/officeDocument/2006/relationships/customXml" Target="../ink/ink1469.xml"/><Relationship Id="rId44" Type="http://schemas.openxmlformats.org/officeDocument/2006/relationships/image" Target="../media/image10200.png"/><Relationship Id="rId52" Type="http://schemas.openxmlformats.org/officeDocument/2006/relationships/image" Target="../media/image1060.png"/><Relationship Id="rId60" Type="http://schemas.openxmlformats.org/officeDocument/2006/relationships/image" Target="../media/image1100.png"/><Relationship Id="rId65" Type="http://schemas.openxmlformats.org/officeDocument/2006/relationships/customXml" Target="../ink/ink1486.xml"/><Relationship Id="rId73" Type="http://schemas.openxmlformats.org/officeDocument/2006/relationships/customXml" Target="../ink/ink1490.xml"/><Relationship Id="rId78" Type="http://schemas.openxmlformats.org/officeDocument/2006/relationships/image" Target="../media/image1190.png"/><Relationship Id="rId81" Type="http://schemas.openxmlformats.org/officeDocument/2006/relationships/customXml" Target="../ink/ink1494.xml"/><Relationship Id="rId86" Type="http://schemas.openxmlformats.org/officeDocument/2006/relationships/image" Target="../media/image1230.png"/><Relationship Id="rId94" Type="http://schemas.openxmlformats.org/officeDocument/2006/relationships/image" Target="../media/image4311.png"/><Relationship Id="rId99" Type="http://schemas.openxmlformats.org/officeDocument/2006/relationships/customXml" Target="../ink/ink1503.xml"/><Relationship Id="rId101" Type="http://schemas.openxmlformats.org/officeDocument/2006/relationships/customXml" Target="../ink/ink1504.xml"/><Relationship Id="rId4" Type="http://schemas.openxmlformats.org/officeDocument/2006/relationships/image" Target="../media/image8200.png"/><Relationship Id="rId9" Type="http://schemas.openxmlformats.org/officeDocument/2006/relationships/customXml" Target="../ink/ink1458.xml"/><Relationship Id="rId13" Type="http://schemas.openxmlformats.org/officeDocument/2006/relationships/customXml" Target="../ink/ink1460.xml"/><Relationship Id="rId18" Type="http://schemas.openxmlformats.org/officeDocument/2006/relationships/image" Target="../media/image8900.png"/><Relationship Id="rId39" Type="http://schemas.openxmlformats.org/officeDocument/2006/relationships/customXml" Target="../ink/ink1473.xml"/><Relationship Id="rId109" Type="http://schemas.openxmlformats.org/officeDocument/2006/relationships/customXml" Target="../ink/ink1508.xml"/><Relationship Id="rId34" Type="http://schemas.openxmlformats.org/officeDocument/2006/relationships/image" Target="../media/image9700.png"/><Relationship Id="rId50" Type="http://schemas.openxmlformats.org/officeDocument/2006/relationships/image" Target="../media/image1050.png"/><Relationship Id="rId55" Type="http://schemas.openxmlformats.org/officeDocument/2006/relationships/customXml" Target="../ink/ink1481.xml"/><Relationship Id="rId76" Type="http://schemas.openxmlformats.org/officeDocument/2006/relationships/image" Target="../media/image1180.png"/><Relationship Id="rId97" Type="http://schemas.openxmlformats.org/officeDocument/2006/relationships/customXml" Target="../ink/ink1502.xml"/><Relationship Id="rId104" Type="http://schemas.openxmlformats.org/officeDocument/2006/relationships/image" Target="../media/image4360.png"/><Relationship Id="rId7" Type="http://schemas.openxmlformats.org/officeDocument/2006/relationships/customXml" Target="../ink/ink1457.xml"/><Relationship Id="rId71" Type="http://schemas.openxmlformats.org/officeDocument/2006/relationships/customXml" Target="../ink/ink1489.xml"/><Relationship Id="rId92" Type="http://schemas.openxmlformats.org/officeDocument/2006/relationships/image" Target="../media/image4300.png"/><Relationship Id="rId2" Type="http://schemas.openxmlformats.org/officeDocument/2006/relationships/image" Target="../media/image861.png"/><Relationship Id="rId29" Type="http://schemas.openxmlformats.org/officeDocument/2006/relationships/customXml" Target="../ink/ink1468.xml"/><Relationship Id="rId24" Type="http://schemas.openxmlformats.org/officeDocument/2006/relationships/image" Target="../media/image9200.png"/><Relationship Id="rId40" Type="http://schemas.openxmlformats.org/officeDocument/2006/relationships/image" Target="../media/image10000.png"/><Relationship Id="rId45" Type="http://schemas.openxmlformats.org/officeDocument/2006/relationships/customXml" Target="../ink/ink1476.xml"/><Relationship Id="rId66" Type="http://schemas.openxmlformats.org/officeDocument/2006/relationships/image" Target="../media/image1130.png"/><Relationship Id="rId87" Type="http://schemas.openxmlformats.org/officeDocument/2006/relationships/customXml" Target="../ink/ink1497.xml"/><Relationship Id="rId110" Type="http://schemas.openxmlformats.org/officeDocument/2006/relationships/image" Target="../media/image4390.png"/><Relationship Id="rId61" Type="http://schemas.openxmlformats.org/officeDocument/2006/relationships/customXml" Target="../ink/ink1484.xml"/><Relationship Id="rId82" Type="http://schemas.openxmlformats.org/officeDocument/2006/relationships/image" Target="../media/image1210.png"/><Relationship Id="rId19" Type="http://schemas.openxmlformats.org/officeDocument/2006/relationships/customXml" Target="../ink/ink1463.xml"/><Relationship Id="rId14" Type="http://schemas.openxmlformats.org/officeDocument/2006/relationships/image" Target="../media/image8700.png"/><Relationship Id="rId30" Type="http://schemas.openxmlformats.org/officeDocument/2006/relationships/image" Target="../media/image9500.png"/><Relationship Id="rId35" Type="http://schemas.openxmlformats.org/officeDocument/2006/relationships/customXml" Target="../ink/ink1471.xml"/><Relationship Id="rId56" Type="http://schemas.openxmlformats.org/officeDocument/2006/relationships/image" Target="../media/image1080.png"/><Relationship Id="rId77" Type="http://schemas.openxmlformats.org/officeDocument/2006/relationships/customXml" Target="../ink/ink1492.xml"/><Relationship Id="rId100" Type="http://schemas.openxmlformats.org/officeDocument/2006/relationships/image" Target="../media/image4340.png"/><Relationship Id="rId105" Type="http://schemas.openxmlformats.org/officeDocument/2006/relationships/customXml" Target="../ink/ink1506.xml"/><Relationship Id="rId8" Type="http://schemas.openxmlformats.org/officeDocument/2006/relationships/image" Target="../media/image8400.png"/><Relationship Id="rId51" Type="http://schemas.openxmlformats.org/officeDocument/2006/relationships/customXml" Target="../ink/ink1479.xml"/><Relationship Id="rId72" Type="http://schemas.openxmlformats.org/officeDocument/2006/relationships/image" Target="../media/image1160.png"/><Relationship Id="rId93" Type="http://schemas.openxmlformats.org/officeDocument/2006/relationships/customXml" Target="../ink/ink1500.xml"/><Relationship Id="rId98" Type="http://schemas.openxmlformats.org/officeDocument/2006/relationships/image" Target="../media/image4330.png"/><Relationship Id="rId3" Type="http://schemas.openxmlformats.org/officeDocument/2006/relationships/customXml" Target="../ink/ink1455.xml"/><Relationship Id="rId25" Type="http://schemas.openxmlformats.org/officeDocument/2006/relationships/customXml" Target="../ink/ink1466.xml"/><Relationship Id="rId46" Type="http://schemas.openxmlformats.org/officeDocument/2006/relationships/image" Target="../media/image1030.png"/><Relationship Id="rId67" Type="http://schemas.openxmlformats.org/officeDocument/2006/relationships/customXml" Target="../ink/ink1487.xml"/><Relationship Id="rId20" Type="http://schemas.openxmlformats.org/officeDocument/2006/relationships/image" Target="../media/image9000.png"/><Relationship Id="rId41" Type="http://schemas.openxmlformats.org/officeDocument/2006/relationships/customXml" Target="../ink/ink1474.xml"/><Relationship Id="rId62" Type="http://schemas.openxmlformats.org/officeDocument/2006/relationships/image" Target="../media/image1110.png"/><Relationship Id="rId83" Type="http://schemas.openxmlformats.org/officeDocument/2006/relationships/customXml" Target="../ink/ink1495.xml"/><Relationship Id="rId88" Type="http://schemas.openxmlformats.org/officeDocument/2006/relationships/image" Target="../media/image4280.png"/><Relationship Id="rId111" Type="http://schemas.openxmlformats.org/officeDocument/2006/relationships/customXml" Target="../ink/ink1509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16.xml"/><Relationship Id="rId18" Type="http://schemas.openxmlformats.org/officeDocument/2006/relationships/image" Target="../media/image1033.png"/><Relationship Id="rId26" Type="http://schemas.openxmlformats.org/officeDocument/2006/relationships/image" Target="../media/image1037.png"/><Relationship Id="rId39" Type="http://schemas.openxmlformats.org/officeDocument/2006/relationships/customXml" Target="../ink/ink1529.xml"/><Relationship Id="rId21" Type="http://schemas.openxmlformats.org/officeDocument/2006/relationships/customXml" Target="../ink/ink1520.xml"/><Relationship Id="rId34" Type="http://schemas.openxmlformats.org/officeDocument/2006/relationships/image" Target="../media/image1042.png"/><Relationship Id="rId7" Type="http://schemas.openxmlformats.org/officeDocument/2006/relationships/customXml" Target="../ink/ink1513.xml"/><Relationship Id="rId12" Type="http://schemas.openxmlformats.org/officeDocument/2006/relationships/image" Target="../media/image1029.png"/><Relationship Id="rId17" Type="http://schemas.openxmlformats.org/officeDocument/2006/relationships/customXml" Target="../ink/ink1518.xml"/><Relationship Id="rId25" Type="http://schemas.openxmlformats.org/officeDocument/2006/relationships/customXml" Target="../ink/ink1522.xml"/><Relationship Id="rId33" Type="http://schemas.openxmlformats.org/officeDocument/2006/relationships/customXml" Target="../ink/ink1526.xml"/><Relationship Id="rId38" Type="http://schemas.openxmlformats.org/officeDocument/2006/relationships/image" Target="../media/image1044.png"/><Relationship Id="rId2" Type="http://schemas.openxmlformats.org/officeDocument/2006/relationships/image" Target="../media/image1024.png"/><Relationship Id="rId16" Type="http://schemas.openxmlformats.org/officeDocument/2006/relationships/image" Target="../media/image1032.png"/><Relationship Id="rId20" Type="http://schemas.openxmlformats.org/officeDocument/2006/relationships/image" Target="../media/image1034.png"/><Relationship Id="rId29" Type="http://schemas.openxmlformats.org/officeDocument/2006/relationships/customXml" Target="../ink/ink15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6.png"/><Relationship Id="rId11" Type="http://schemas.openxmlformats.org/officeDocument/2006/relationships/customXml" Target="../ink/ink1515.xml"/><Relationship Id="rId24" Type="http://schemas.openxmlformats.org/officeDocument/2006/relationships/image" Target="../media/image1036.png"/><Relationship Id="rId32" Type="http://schemas.openxmlformats.org/officeDocument/2006/relationships/image" Target="../media/image1041.png"/><Relationship Id="rId37" Type="http://schemas.openxmlformats.org/officeDocument/2006/relationships/customXml" Target="../ink/ink1528.xml"/><Relationship Id="rId40" Type="http://schemas.openxmlformats.org/officeDocument/2006/relationships/image" Target="../media/image1045.png"/><Relationship Id="rId5" Type="http://schemas.openxmlformats.org/officeDocument/2006/relationships/customXml" Target="../ink/ink1512.xml"/><Relationship Id="rId15" Type="http://schemas.openxmlformats.org/officeDocument/2006/relationships/customXml" Target="../ink/ink1517.xml"/><Relationship Id="rId23" Type="http://schemas.openxmlformats.org/officeDocument/2006/relationships/customXml" Target="../ink/ink1521.xml"/><Relationship Id="rId28" Type="http://schemas.openxmlformats.org/officeDocument/2006/relationships/image" Target="../media/image1038.png"/><Relationship Id="rId36" Type="http://schemas.openxmlformats.org/officeDocument/2006/relationships/image" Target="../media/image1043.png"/><Relationship Id="rId10" Type="http://schemas.openxmlformats.org/officeDocument/2006/relationships/image" Target="../media/image1028.png"/><Relationship Id="rId19" Type="http://schemas.openxmlformats.org/officeDocument/2006/relationships/customXml" Target="../ink/ink1519.xml"/><Relationship Id="rId31" Type="http://schemas.openxmlformats.org/officeDocument/2006/relationships/customXml" Target="../ink/ink1525.xml"/><Relationship Id="rId4" Type="http://schemas.openxmlformats.org/officeDocument/2006/relationships/image" Target="../media/image1025.png"/><Relationship Id="rId9" Type="http://schemas.openxmlformats.org/officeDocument/2006/relationships/customXml" Target="../ink/ink1514.xml"/><Relationship Id="rId14" Type="http://schemas.openxmlformats.org/officeDocument/2006/relationships/image" Target="../media/image1031.png"/><Relationship Id="rId22" Type="http://schemas.openxmlformats.org/officeDocument/2006/relationships/image" Target="../media/image1035.png"/><Relationship Id="rId27" Type="http://schemas.openxmlformats.org/officeDocument/2006/relationships/customXml" Target="../ink/ink1523.xml"/><Relationship Id="rId30" Type="http://schemas.openxmlformats.org/officeDocument/2006/relationships/image" Target="../media/image1039.png"/><Relationship Id="rId35" Type="http://schemas.openxmlformats.org/officeDocument/2006/relationships/customXml" Target="../ink/ink1527.xml"/><Relationship Id="rId8" Type="http://schemas.openxmlformats.org/officeDocument/2006/relationships/image" Target="../media/image1027.png"/><Relationship Id="rId3" Type="http://schemas.openxmlformats.org/officeDocument/2006/relationships/customXml" Target="../ink/ink15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32.xml"/><Relationship Id="rId13" Type="http://schemas.openxmlformats.org/officeDocument/2006/relationships/image" Target="../media/image1300.png"/><Relationship Id="rId18" Type="http://schemas.openxmlformats.org/officeDocument/2006/relationships/customXml" Target="../ink/ink1537.xml"/><Relationship Id="rId3" Type="http://schemas.openxmlformats.org/officeDocument/2006/relationships/image" Target="../media/image1046.png"/><Relationship Id="rId21" Type="http://schemas.openxmlformats.org/officeDocument/2006/relationships/image" Target="../media/image1340.png"/><Relationship Id="rId7" Type="http://schemas.openxmlformats.org/officeDocument/2006/relationships/image" Target="../media/image1270.png"/><Relationship Id="rId12" Type="http://schemas.openxmlformats.org/officeDocument/2006/relationships/customXml" Target="../ink/ink1534.xml"/><Relationship Id="rId17" Type="http://schemas.openxmlformats.org/officeDocument/2006/relationships/image" Target="../media/image132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536.xml"/><Relationship Id="rId20" Type="http://schemas.openxmlformats.org/officeDocument/2006/relationships/customXml" Target="../ink/ink15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31.xml"/><Relationship Id="rId11" Type="http://schemas.openxmlformats.org/officeDocument/2006/relationships/image" Target="../media/image1290.png"/><Relationship Id="rId5" Type="http://schemas.openxmlformats.org/officeDocument/2006/relationships/image" Target="../media/image1260.png"/><Relationship Id="rId15" Type="http://schemas.openxmlformats.org/officeDocument/2006/relationships/image" Target="../media/image1310.png"/><Relationship Id="rId23" Type="http://schemas.openxmlformats.org/officeDocument/2006/relationships/image" Target="../media/image1350.png"/><Relationship Id="rId10" Type="http://schemas.openxmlformats.org/officeDocument/2006/relationships/customXml" Target="../ink/ink1533.xml"/><Relationship Id="rId19" Type="http://schemas.openxmlformats.org/officeDocument/2006/relationships/image" Target="../media/image1330.png"/><Relationship Id="rId4" Type="http://schemas.openxmlformats.org/officeDocument/2006/relationships/customXml" Target="../ink/ink1530.xml"/><Relationship Id="rId9" Type="http://schemas.openxmlformats.org/officeDocument/2006/relationships/image" Target="../media/image1280.png"/><Relationship Id="rId14" Type="http://schemas.openxmlformats.org/officeDocument/2006/relationships/customXml" Target="../ink/ink1535.xml"/><Relationship Id="rId22" Type="http://schemas.openxmlformats.org/officeDocument/2006/relationships/customXml" Target="../ink/ink1539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97.xml"/><Relationship Id="rId21" Type="http://schemas.openxmlformats.org/officeDocument/2006/relationships/customXml" Target="../ink/ink1549.xml"/><Relationship Id="rId42" Type="http://schemas.openxmlformats.org/officeDocument/2006/relationships/image" Target="../media/image1560.png"/><Relationship Id="rId63" Type="http://schemas.openxmlformats.org/officeDocument/2006/relationships/customXml" Target="../ink/ink1570.xml"/><Relationship Id="rId84" Type="http://schemas.openxmlformats.org/officeDocument/2006/relationships/image" Target="../media/image1770.png"/><Relationship Id="rId138" Type="http://schemas.openxmlformats.org/officeDocument/2006/relationships/image" Target="../media/image2040.png"/><Relationship Id="rId159" Type="http://schemas.openxmlformats.org/officeDocument/2006/relationships/customXml" Target="../ink/ink1618.xml"/><Relationship Id="rId170" Type="http://schemas.openxmlformats.org/officeDocument/2006/relationships/image" Target="../media/image1061.png"/><Relationship Id="rId107" Type="http://schemas.openxmlformats.org/officeDocument/2006/relationships/customXml" Target="../ink/ink1592.xml"/><Relationship Id="rId11" Type="http://schemas.openxmlformats.org/officeDocument/2006/relationships/customXml" Target="../ink/ink1544.xml"/><Relationship Id="rId32" Type="http://schemas.openxmlformats.org/officeDocument/2006/relationships/image" Target="../media/image1510.png"/><Relationship Id="rId53" Type="http://schemas.openxmlformats.org/officeDocument/2006/relationships/customXml" Target="../ink/ink1565.xml"/><Relationship Id="rId74" Type="http://schemas.openxmlformats.org/officeDocument/2006/relationships/image" Target="../media/image1720.png"/><Relationship Id="rId128" Type="http://schemas.openxmlformats.org/officeDocument/2006/relationships/image" Target="../media/image1990.png"/><Relationship Id="rId149" Type="http://schemas.openxmlformats.org/officeDocument/2006/relationships/customXml" Target="../ink/ink1613.xml"/><Relationship Id="rId5" Type="http://schemas.openxmlformats.org/officeDocument/2006/relationships/customXml" Target="../ink/ink1541.xml"/><Relationship Id="rId95" Type="http://schemas.openxmlformats.org/officeDocument/2006/relationships/customXml" Target="../ink/ink1586.xml"/><Relationship Id="rId160" Type="http://schemas.openxmlformats.org/officeDocument/2006/relationships/image" Target="../media/image1055.png"/><Relationship Id="rId181" Type="http://schemas.openxmlformats.org/officeDocument/2006/relationships/customXml" Target="../ink/ink1629.xml"/><Relationship Id="rId22" Type="http://schemas.openxmlformats.org/officeDocument/2006/relationships/image" Target="../media/image1460.png"/><Relationship Id="rId43" Type="http://schemas.openxmlformats.org/officeDocument/2006/relationships/customXml" Target="../ink/ink1560.xml"/><Relationship Id="rId64" Type="http://schemas.openxmlformats.org/officeDocument/2006/relationships/image" Target="../media/image1670.png"/><Relationship Id="rId118" Type="http://schemas.openxmlformats.org/officeDocument/2006/relationships/image" Target="../media/image1940.png"/><Relationship Id="rId139" Type="http://schemas.openxmlformats.org/officeDocument/2006/relationships/customXml" Target="../ink/ink1608.xml"/><Relationship Id="rId85" Type="http://schemas.openxmlformats.org/officeDocument/2006/relationships/customXml" Target="../ink/ink1581.xml"/><Relationship Id="rId150" Type="http://schemas.openxmlformats.org/officeDocument/2006/relationships/image" Target="../media/image1049.png"/><Relationship Id="rId171" Type="http://schemas.openxmlformats.org/officeDocument/2006/relationships/customXml" Target="../ink/ink1624.xml"/><Relationship Id="rId12" Type="http://schemas.openxmlformats.org/officeDocument/2006/relationships/image" Target="../media/image1410.png"/><Relationship Id="rId33" Type="http://schemas.openxmlformats.org/officeDocument/2006/relationships/customXml" Target="../ink/ink1555.xml"/><Relationship Id="rId108" Type="http://schemas.openxmlformats.org/officeDocument/2006/relationships/image" Target="../media/image1890.png"/><Relationship Id="rId129" Type="http://schemas.openxmlformats.org/officeDocument/2006/relationships/customXml" Target="../ink/ink1603.xml"/><Relationship Id="rId54" Type="http://schemas.openxmlformats.org/officeDocument/2006/relationships/image" Target="../media/image1620.png"/><Relationship Id="rId75" Type="http://schemas.openxmlformats.org/officeDocument/2006/relationships/customXml" Target="../ink/ink1576.xml"/><Relationship Id="rId96" Type="http://schemas.openxmlformats.org/officeDocument/2006/relationships/image" Target="../media/image1830.png"/><Relationship Id="rId140" Type="http://schemas.openxmlformats.org/officeDocument/2006/relationships/image" Target="../media/image2050.png"/><Relationship Id="rId161" Type="http://schemas.openxmlformats.org/officeDocument/2006/relationships/customXml" Target="../ink/ink1619.xml"/><Relationship Id="rId182" Type="http://schemas.openxmlformats.org/officeDocument/2006/relationships/image" Target="../media/image1067.png"/><Relationship Id="rId6" Type="http://schemas.openxmlformats.org/officeDocument/2006/relationships/image" Target="../media/image1380.png"/><Relationship Id="rId23" Type="http://schemas.openxmlformats.org/officeDocument/2006/relationships/customXml" Target="../ink/ink1550.xml"/><Relationship Id="rId119" Type="http://schemas.openxmlformats.org/officeDocument/2006/relationships/customXml" Target="../ink/ink1598.xml"/><Relationship Id="rId44" Type="http://schemas.openxmlformats.org/officeDocument/2006/relationships/image" Target="../media/image1570.png"/><Relationship Id="rId65" Type="http://schemas.openxmlformats.org/officeDocument/2006/relationships/customXml" Target="../ink/ink1571.xml"/><Relationship Id="rId86" Type="http://schemas.openxmlformats.org/officeDocument/2006/relationships/image" Target="../media/image1780.png"/><Relationship Id="rId130" Type="http://schemas.openxmlformats.org/officeDocument/2006/relationships/image" Target="../media/image2000.png"/><Relationship Id="rId151" Type="http://schemas.openxmlformats.org/officeDocument/2006/relationships/customXml" Target="../ink/ink1614.xml"/><Relationship Id="rId172" Type="http://schemas.openxmlformats.org/officeDocument/2006/relationships/image" Target="../media/image1062.png"/><Relationship Id="rId13" Type="http://schemas.openxmlformats.org/officeDocument/2006/relationships/customXml" Target="../ink/ink1545.xml"/><Relationship Id="rId18" Type="http://schemas.openxmlformats.org/officeDocument/2006/relationships/image" Target="../media/image1440.png"/><Relationship Id="rId39" Type="http://schemas.openxmlformats.org/officeDocument/2006/relationships/customXml" Target="../ink/ink1558.xml"/><Relationship Id="rId109" Type="http://schemas.openxmlformats.org/officeDocument/2006/relationships/customXml" Target="../ink/ink1593.xml"/><Relationship Id="rId34" Type="http://schemas.openxmlformats.org/officeDocument/2006/relationships/image" Target="../media/image1520.png"/><Relationship Id="rId50" Type="http://schemas.openxmlformats.org/officeDocument/2006/relationships/image" Target="../media/image1600.png"/><Relationship Id="rId55" Type="http://schemas.openxmlformats.org/officeDocument/2006/relationships/customXml" Target="../ink/ink1566.xml"/><Relationship Id="rId76" Type="http://schemas.openxmlformats.org/officeDocument/2006/relationships/image" Target="../media/image1730.png"/><Relationship Id="rId97" Type="http://schemas.openxmlformats.org/officeDocument/2006/relationships/customXml" Target="../ink/ink1587.xml"/><Relationship Id="rId104" Type="http://schemas.openxmlformats.org/officeDocument/2006/relationships/image" Target="../media/image1870.png"/><Relationship Id="rId120" Type="http://schemas.openxmlformats.org/officeDocument/2006/relationships/image" Target="../media/image1950.png"/><Relationship Id="rId125" Type="http://schemas.openxmlformats.org/officeDocument/2006/relationships/customXml" Target="../ink/ink1601.xml"/><Relationship Id="rId141" Type="http://schemas.openxmlformats.org/officeDocument/2006/relationships/customXml" Target="../ink/ink1609.xml"/><Relationship Id="rId146" Type="http://schemas.openxmlformats.org/officeDocument/2006/relationships/image" Target="../media/image2080.png"/><Relationship Id="rId167" Type="http://schemas.openxmlformats.org/officeDocument/2006/relationships/customXml" Target="../ink/ink1622.xml"/><Relationship Id="rId188" Type="http://schemas.openxmlformats.org/officeDocument/2006/relationships/image" Target="../media/image1071.png"/><Relationship Id="rId7" Type="http://schemas.openxmlformats.org/officeDocument/2006/relationships/customXml" Target="../ink/ink1542.xml"/><Relationship Id="rId71" Type="http://schemas.openxmlformats.org/officeDocument/2006/relationships/customXml" Target="../ink/ink1574.xml"/><Relationship Id="rId92" Type="http://schemas.openxmlformats.org/officeDocument/2006/relationships/image" Target="../media/image1810.png"/><Relationship Id="rId162" Type="http://schemas.openxmlformats.org/officeDocument/2006/relationships/image" Target="../media/image1056.png"/><Relationship Id="rId183" Type="http://schemas.openxmlformats.org/officeDocument/2006/relationships/customXml" Target="../ink/ink1630.xml"/><Relationship Id="rId2" Type="http://schemas.openxmlformats.org/officeDocument/2006/relationships/image" Target="../media/image1047.png"/><Relationship Id="rId29" Type="http://schemas.openxmlformats.org/officeDocument/2006/relationships/customXml" Target="../ink/ink1553.xml"/><Relationship Id="rId24" Type="http://schemas.openxmlformats.org/officeDocument/2006/relationships/image" Target="../media/image1470.png"/><Relationship Id="rId40" Type="http://schemas.openxmlformats.org/officeDocument/2006/relationships/image" Target="../media/image1550.png"/><Relationship Id="rId45" Type="http://schemas.openxmlformats.org/officeDocument/2006/relationships/customXml" Target="../ink/ink1561.xml"/><Relationship Id="rId66" Type="http://schemas.openxmlformats.org/officeDocument/2006/relationships/image" Target="../media/image1680.png"/><Relationship Id="rId87" Type="http://schemas.openxmlformats.org/officeDocument/2006/relationships/customXml" Target="../ink/ink1582.xml"/><Relationship Id="rId110" Type="http://schemas.openxmlformats.org/officeDocument/2006/relationships/image" Target="../media/image1900.png"/><Relationship Id="rId115" Type="http://schemas.openxmlformats.org/officeDocument/2006/relationships/customXml" Target="../ink/ink1596.xml"/><Relationship Id="rId131" Type="http://schemas.openxmlformats.org/officeDocument/2006/relationships/customXml" Target="../ink/ink1604.xml"/><Relationship Id="rId136" Type="http://schemas.openxmlformats.org/officeDocument/2006/relationships/image" Target="../media/image2030.png"/><Relationship Id="rId157" Type="http://schemas.openxmlformats.org/officeDocument/2006/relationships/customXml" Target="../ink/ink1617.xml"/><Relationship Id="rId178" Type="http://schemas.openxmlformats.org/officeDocument/2006/relationships/image" Target="../media/image1065.png"/><Relationship Id="rId61" Type="http://schemas.openxmlformats.org/officeDocument/2006/relationships/customXml" Target="../ink/ink1569.xml"/><Relationship Id="rId82" Type="http://schemas.openxmlformats.org/officeDocument/2006/relationships/image" Target="../media/image1760.png"/><Relationship Id="rId152" Type="http://schemas.openxmlformats.org/officeDocument/2006/relationships/image" Target="../media/image1051.png"/><Relationship Id="rId173" Type="http://schemas.openxmlformats.org/officeDocument/2006/relationships/customXml" Target="../ink/ink1625.xml"/><Relationship Id="rId19" Type="http://schemas.openxmlformats.org/officeDocument/2006/relationships/customXml" Target="../ink/ink1548.xml"/><Relationship Id="rId14" Type="http://schemas.openxmlformats.org/officeDocument/2006/relationships/image" Target="../media/image1420.png"/><Relationship Id="rId30" Type="http://schemas.openxmlformats.org/officeDocument/2006/relationships/image" Target="../media/image1500.png"/><Relationship Id="rId35" Type="http://schemas.openxmlformats.org/officeDocument/2006/relationships/customXml" Target="../ink/ink1556.xml"/><Relationship Id="rId56" Type="http://schemas.openxmlformats.org/officeDocument/2006/relationships/image" Target="../media/image1630.png"/><Relationship Id="rId77" Type="http://schemas.openxmlformats.org/officeDocument/2006/relationships/customXml" Target="../ink/ink1577.xml"/><Relationship Id="rId100" Type="http://schemas.openxmlformats.org/officeDocument/2006/relationships/image" Target="../media/image1850.png"/><Relationship Id="rId105" Type="http://schemas.openxmlformats.org/officeDocument/2006/relationships/customXml" Target="../ink/ink1591.xml"/><Relationship Id="rId126" Type="http://schemas.openxmlformats.org/officeDocument/2006/relationships/image" Target="../media/image1980.png"/><Relationship Id="rId147" Type="http://schemas.openxmlformats.org/officeDocument/2006/relationships/customXml" Target="../ink/ink1612.xml"/><Relationship Id="rId168" Type="http://schemas.openxmlformats.org/officeDocument/2006/relationships/image" Target="../media/image1059.png"/><Relationship Id="rId8" Type="http://schemas.openxmlformats.org/officeDocument/2006/relationships/image" Target="../media/image1390.png"/><Relationship Id="rId51" Type="http://schemas.openxmlformats.org/officeDocument/2006/relationships/customXml" Target="../ink/ink1564.xml"/><Relationship Id="rId72" Type="http://schemas.openxmlformats.org/officeDocument/2006/relationships/image" Target="../media/image1710.png"/><Relationship Id="rId93" Type="http://schemas.openxmlformats.org/officeDocument/2006/relationships/customXml" Target="../ink/ink1585.xml"/><Relationship Id="rId98" Type="http://schemas.openxmlformats.org/officeDocument/2006/relationships/image" Target="../media/image1840.png"/><Relationship Id="rId121" Type="http://schemas.openxmlformats.org/officeDocument/2006/relationships/customXml" Target="../ink/ink1599.xml"/><Relationship Id="rId142" Type="http://schemas.openxmlformats.org/officeDocument/2006/relationships/image" Target="../media/image2060.png"/><Relationship Id="rId163" Type="http://schemas.openxmlformats.org/officeDocument/2006/relationships/customXml" Target="../ink/ink1620.xml"/><Relationship Id="rId184" Type="http://schemas.openxmlformats.org/officeDocument/2006/relationships/image" Target="../media/image1068.png"/><Relationship Id="rId3" Type="http://schemas.openxmlformats.org/officeDocument/2006/relationships/customXml" Target="../ink/ink1540.xml"/><Relationship Id="rId25" Type="http://schemas.openxmlformats.org/officeDocument/2006/relationships/customXml" Target="../ink/ink1551.xml"/><Relationship Id="rId46" Type="http://schemas.openxmlformats.org/officeDocument/2006/relationships/image" Target="../media/image1580.png"/><Relationship Id="rId67" Type="http://schemas.openxmlformats.org/officeDocument/2006/relationships/customXml" Target="../ink/ink1572.xml"/><Relationship Id="rId116" Type="http://schemas.openxmlformats.org/officeDocument/2006/relationships/image" Target="../media/image1930.png"/><Relationship Id="rId137" Type="http://schemas.openxmlformats.org/officeDocument/2006/relationships/customXml" Target="../ink/ink1607.xml"/><Relationship Id="rId158" Type="http://schemas.openxmlformats.org/officeDocument/2006/relationships/image" Target="../media/image1054.png"/><Relationship Id="rId20" Type="http://schemas.openxmlformats.org/officeDocument/2006/relationships/image" Target="../media/image1450.png"/><Relationship Id="rId41" Type="http://schemas.openxmlformats.org/officeDocument/2006/relationships/customXml" Target="../ink/ink1559.xml"/><Relationship Id="rId62" Type="http://schemas.openxmlformats.org/officeDocument/2006/relationships/image" Target="../media/image1660.png"/><Relationship Id="rId83" Type="http://schemas.openxmlformats.org/officeDocument/2006/relationships/customXml" Target="../ink/ink1580.xml"/><Relationship Id="rId88" Type="http://schemas.openxmlformats.org/officeDocument/2006/relationships/image" Target="../media/image1790.png"/><Relationship Id="rId111" Type="http://schemas.openxmlformats.org/officeDocument/2006/relationships/customXml" Target="../ink/ink1594.xml"/><Relationship Id="rId132" Type="http://schemas.openxmlformats.org/officeDocument/2006/relationships/image" Target="../media/image2010.png"/><Relationship Id="rId153" Type="http://schemas.openxmlformats.org/officeDocument/2006/relationships/customXml" Target="../ink/ink1615.xml"/><Relationship Id="rId174" Type="http://schemas.openxmlformats.org/officeDocument/2006/relationships/image" Target="../media/image1063.png"/><Relationship Id="rId179" Type="http://schemas.openxmlformats.org/officeDocument/2006/relationships/customXml" Target="../ink/ink1628.xml"/><Relationship Id="rId15" Type="http://schemas.openxmlformats.org/officeDocument/2006/relationships/customXml" Target="../ink/ink1546.xml"/><Relationship Id="rId36" Type="http://schemas.openxmlformats.org/officeDocument/2006/relationships/image" Target="../media/image1530.png"/><Relationship Id="rId57" Type="http://schemas.openxmlformats.org/officeDocument/2006/relationships/customXml" Target="../ink/ink1567.xml"/><Relationship Id="rId106" Type="http://schemas.openxmlformats.org/officeDocument/2006/relationships/image" Target="../media/image1880.png"/><Relationship Id="rId127" Type="http://schemas.openxmlformats.org/officeDocument/2006/relationships/customXml" Target="../ink/ink1602.xml"/><Relationship Id="rId10" Type="http://schemas.openxmlformats.org/officeDocument/2006/relationships/image" Target="../media/image1400.png"/><Relationship Id="rId31" Type="http://schemas.openxmlformats.org/officeDocument/2006/relationships/customXml" Target="../ink/ink1554.xml"/><Relationship Id="rId52" Type="http://schemas.openxmlformats.org/officeDocument/2006/relationships/image" Target="../media/image1610.png"/><Relationship Id="rId73" Type="http://schemas.openxmlformats.org/officeDocument/2006/relationships/customXml" Target="../ink/ink1575.xml"/><Relationship Id="rId78" Type="http://schemas.openxmlformats.org/officeDocument/2006/relationships/image" Target="../media/image1740.png"/><Relationship Id="rId94" Type="http://schemas.openxmlformats.org/officeDocument/2006/relationships/image" Target="../media/image1820.png"/><Relationship Id="rId99" Type="http://schemas.openxmlformats.org/officeDocument/2006/relationships/customXml" Target="../ink/ink1588.xml"/><Relationship Id="rId101" Type="http://schemas.openxmlformats.org/officeDocument/2006/relationships/customXml" Target="../ink/ink1589.xml"/><Relationship Id="rId122" Type="http://schemas.openxmlformats.org/officeDocument/2006/relationships/image" Target="../media/image1960.png"/><Relationship Id="rId143" Type="http://schemas.openxmlformats.org/officeDocument/2006/relationships/customXml" Target="../ink/ink1610.xml"/><Relationship Id="rId148" Type="http://schemas.openxmlformats.org/officeDocument/2006/relationships/image" Target="../media/image1048.png"/><Relationship Id="rId164" Type="http://schemas.openxmlformats.org/officeDocument/2006/relationships/image" Target="../media/image1057.png"/><Relationship Id="rId169" Type="http://schemas.openxmlformats.org/officeDocument/2006/relationships/customXml" Target="../ink/ink1623.xml"/><Relationship Id="rId185" Type="http://schemas.openxmlformats.org/officeDocument/2006/relationships/customXml" Target="../ink/ink1631.xml"/><Relationship Id="rId4" Type="http://schemas.openxmlformats.org/officeDocument/2006/relationships/image" Target="../media/image1370.png"/><Relationship Id="rId9" Type="http://schemas.openxmlformats.org/officeDocument/2006/relationships/customXml" Target="../ink/ink1543.xml"/><Relationship Id="rId180" Type="http://schemas.openxmlformats.org/officeDocument/2006/relationships/image" Target="../media/image1066.png"/><Relationship Id="rId26" Type="http://schemas.openxmlformats.org/officeDocument/2006/relationships/image" Target="../media/image1480.png"/><Relationship Id="rId47" Type="http://schemas.openxmlformats.org/officeDocument/2006/relationships/customXml" Target="../ink/ink1562.xml"/><Relationship Id="rId68" Type="http://schemas.openxmlformats.org/officeDocument/2006/relationships/image" Target="../media/image1690.png"/><Relationship Id="rId89" Type="http://schemas.openxmlformats.org/officeDocument/2006/relationships/customXml" Target="../ink/ink1583.xml"/><Relationship Id="rId112" Type="http://schemas.openxmlformats.org/officeDocument/2006/relationships/image" Target="../media/image1910.png"/><Relationship Id="rId133" Type="http://schemas.openxmlformats.org/officeDocument/2006/relationships/customXml" Target="../ink/ink1605.xml"/><Relationship Id="rId154" Type="http://schemas.openxmlformats.org/officeDocument/2006/relationships/image" Target="../media/image1052.png"/><Relationship Id="rId175" Type="http://schemas.openxmlformats.org/officeDocument/2006/relationships/customXml" Target="../ink/ink1626.xml"/><Relationship Id="rId16" Type="http://schemas.openxmlformats.org/officeDocument/2006/relationships/image" Target="../media/image1430.png"/><Relationship Id="rId37" Type="http://schemas.openxmlformats.org/officeDocument/2006/relationships/customXml" Target="../ink/ink1557.xml"/><Relationship Id="rId58" Type="http://schemas.openxmlformats.org/officeDocument/2006/relationships/image" Target="../media/image1640.png"/><Relationship Id="rId79" Type="http://schemas.openxmlformats.org/officeDocument/2006/relationships/customXml" Target="../ink/ink1578.xml"/><Relationship Id="rId102" Type="http://schemas.openxmlformats.org/officeDocument/2006/relationships/image" Target="../media/image1860.png"/><Relationship Id="rId123" Type="http://schemas.openxmlformats.org/officeDocument/2006/relationships/customXml" Target="../ink/ink1600.xml"/><Relationship Id="rId144" Type="http://schemas.openxmlformats.org/officeDocument/2006/relationships/image" Target="../media/image2070.png"/><Relationship Id="rId90" Type="http://schemas.openxmlformats.org/officeDocument/2006/relationships/image" Target="../media/image1800.png"/><Relationship Id="rId165" Type="http://schemas.openxmlformats.org/officeDocument/2006/relationships/customXml" Target="../ink/ink1621.xml"/><Relationship Id="rId186" Type="http://schemas.openxmlformats.org/officeDocument/2006/relationships/image" Target="../media/image1069.png"/><Relationship Id="rId27" Type="http://schemas.openxmlformats.org/officeDocument/2006/relationships/customXml" Target="../ink/ink1552.xml"/><Relationship Id="rId48" Type="http://schemas.openxmlformats.org/officeDocument/2006/relationships/image" Target="../media/image1590.png"/><Relationship Id="rId69" Type="http://schemas.openxmlformats.org/officeDocument/2006/relationships/customXml" Target="../ink/ink1573.xml"/><Relationship Id="rId113" Type="http://schemas.openxmlformats.org/officeDocument/2006/relationships/customXml" Target="../ink/ink1595.xml"/><Relationship Id="rId134" Type="http://schemas.openxmlformats.org/officeDocument/2006/relationships/image" Target="../media/image2020.png"/><Relationship Id="rId80" Type="http://schemas.openxmlformats.org/officeDocument/2006/relationships/image" Target="../media/image1750.png"/><Relationship Id="rId155" Type="http://schemas.openxmlformats.org/officeDocument/2006/relationships/customXml" Target="../ink/ink1616.xml"/><Relationship Id="rId176" Type="http://schemas.openxmlformats.org/officeDocument/2006/relationships/image" Target="../media/image1064.png"/><Relationship Id="rId17" Type="http://schemas.openxmlformats.org/officeDocument/2006/relationships/customXml" Target="../ink/ink1547.xml"/><Relationship Id="rId38" Type="http://schemas.openxmlformats.org/officeDocument/2006/relationships/image" Target="../media/image1540.png"/><Relationship Id="rId59" Type="http://schemas.openxmlformats.org/officeDocument/2006/relationships/customXml" Target="../ink/ink1568.xml"/><Relationship Id="rId103" Type="http://schemas.openxmlformats.org/officeDocument/2006/relationships/customXml" Target="../ink/ink1590.xml"/><Relationship Id="rId124" Type="http://schemas.openxmlformats.org/officeDocument/2006/relationships/image" Target="../media/image1970.png"/><Relationship Id="rId70" Type="http://schemas.openxmlformats.org/officeDocument/2006/relationships/image" Target="../media/image1700.png"/><Relationship Id="rId91" Type="http://schemas.openxmlformats.org/officeDocument/2006/relationships/customXml" Target="../ink/ink1584.xml"/><Relationship Id="rId145" Type="http://schemas.openxmlformats.org/officeDocument/2006/relationships/customXml" Target="../ink/ink1611.xml"/><Relationship Id="rId166" Type="http://schemas.openxmlformats.org/officeDocument/2006/relationships/image" Target="../media/image1058.png"/><Relationship Id="rId187" Type="http://schemas.openxmlformats.org/officeDocument/2006/relationships/customXml" Target="../ink/ink1632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490.png"/><Relationship Id="rId49" Type="http://schemas.openxmlformats.org/officeDocument/2006/relationships/customXml" Target="../ink/ink1563.xml"/><Relationship Id="rId114" Type="http://schemas.openxmlformats.org/officeDocument/2006/relationships/image" Target="../media/image1920.png"/><Relationship Id="rId60" Type="http://schemas.openxmlformats.org/officeDocument/2006/relationships/image" Target="../media/image1650.png"/><Relationship Id="rId81" Type="http://schemas.openxmlformats.org/officeDocument/2006/relationships/customXml" Target="../ink/ink1579.xml"/><Relationship Id="rId135" Type="http://schemas.openxmlformats.org/officeDocument/2006/relationships/customXml" Target="../ink/ink1606.xml"/><Relationship Id="rId156" Type="http://schemas.openxmlformats.org/officeDocument/2006/relationships/image" Target="../media/image1053.png"/><Relationship Id="rId177" Type="http://schemas.openxmlformats.org/officeDocument/2006/relationships/customXml" Target="../ink/ink162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35.png"/><Relationship Id="rId299" Type="http://schemas.openxmlformats.org/officeDocument/2006/relationships/image" Target="../media/image1236.png"/><Relationship Id="rId21" Type="http://schemas.openxmlformats.org/officeDocument/2006/relationships/image" Target="../media/image1082.png"/><Relationship Id="rId63" Type="http://schemas.openxmlformats.org/officeDocument/2006/relationships/image" Target="../media/image1105.png"/><Relationship Id="rId159" Type="http://schemas.openxmlformats.org/officeDocument/2006/relationships/image" Target="../media/image1158.png"/><Relationship Id="rId324" Type="http://schemas.openxmlformats.org/officeDocument/2006/relationships/customXml" Target="../ink/ink1794.xml"/><Relationship Id="rId366" Type="http://schemas.openxmlformats.org/officeDocument/2006/relationships/customXml" Target="../ink/ink1815.xml"/><Relationship Id="rId170" Type="http://schemas.openxmlformats.org/officeDocument/2006/relationships/customXml" Target="../ink/ink1717.xml"/><Relationship Id="rId226" Type="http://schemas.openxmlformats.org/officeDocument/2006/relationships/customXml" Target="../ink/ink1745.xml"/><Relationship Id="rId268" Type="http://schemas.openxmlformats.org/officeDocument/2006/relationships/customXml" Target="../ink/ink1766.xml"/><Relationship Id="rId32" Type="http://schemas.openxmlformats.org/officeDocument/2006/relationships/customXml" Target="../ink/ink1648.xml"/><Relationship Id="rId74" Type="http://schemas.openxmlformats.org/officeDocument/2006/relationships/customXml" Target="../ink/ink1669.xml"/><Relationship Id="rId128" Type="http://schemas.openxmlformats.org/officeDocument/2006/relationships/customXml" Target="../ink/ink1696.xml"/><Relationship Id="rId335" Type="http://schemas.openxmlformats.org/officeDocument/2006/relationships/image" Target="../media/image1254.png"/><Relationship Id="rId377" Type="http://schemas.openxmlformats.org/officeDocument/2006/relationships/image" Target="../media/image1277.png"/><Relationship Id="rId5" Type="http://schemas.openxmlformats.org/officeDocument/2006/relationships/image" Target="../media/image1073.png"/><Relationship Id="rId181" Type="http://schemas.openxmlformats.org/officeDocument/2006/relationships/image" Target="../media/image1171.png"/><Relationship Id="rId237" Type="http://schemas.openxmlformats.org/officeDocument/2006/relationships/image" Target="../media/image1202.png"/><Relationship Id="rId279" Type="http://schemas.openxmlformats.org/officeDocument/2006/relationships/image" Target="../media/image1225.png"/><Relationship Id="rId43" Type="http://schemas.openxmlformats.org/officeDocument/2006/relationships/image" Target="../media/image1094.png"/><Relationship Id="rId139" Type="http://schemas.openxmlformats.org/officeDocument/2006/relationships/image" Target="../media/image1147.png"/><Relationship Id="rId290" Type="http://schemas.openxmlformats.org/officeDocument/2006/relationships/customXml" Target="../ink/ink1777.xml"/><Relationship Id="rId304" Type="http://schemas.openxmlformats.org/officeDocument/2006/relationships/customXml" Target="../ink/ink1784.xml"/><Relationship Id="rId346" Type="http://schemas.openxmlformats.org/officeDocument/2006/relationships/customXml" Target="../ink/ink1805.xml"/><Relationship Id="rId388" Type="http://schemas.openxmlformats.org/officeDocument/2006/relationships/customXml" Target="../ink/ink1826.xml"/><Relationship Id="rId85" Type="http://schemas.openxmlformats.org/officeDocument/2006/relationships/image" Target="../media/image1117.png"/><Relationship Id="rId150" Type="http://schemas.openxmlformats.org/officeDocument/2006/relationships/customXml" Target="../ink/ink1707.xml"/><Relationship Id="rId192" Type="http://schemas.openxmlformats.org/officeDocument/2006/relationships/customXml" Target="../ink/ink1728.xml"/><Relationship Id="rId206" Type="http://schemas.openxmlformats.org/officeDocument/2006/relationships/customXml" Target="../ink/ink1735.xml"/><Relationship Id="rId248" Type="http://schemas.openxmlformats.org/officeDocument/2006/relationships/customXml" Target="../ink/ink1756.xml"/><Relationship Id="rId12" Type="http://schemas.openxmlformats.org/officeDocument/2006/relationships/customXml" Target="../ink/ink1638.xml"/><Relationship Id="rId108" Type="http://schemas.openxmlformats.org/officeDocument/2006/relationships/customXml" Target="../ink/ink1686.xml"/><Relationship Id="rId315" Type="http://schemas.openxmlformats.org/officeDocument/2006/relationships/image" Target="../media/image1244.png"/><Relationship Id="rId357" Type="http://schemas.openxmlformats.org/officeDocument/2006/relationships/image" Target="../media/image1266.png"/><Relationship Id="rId54" Type="http://schemas.openxmlformats.org/officeDocument/2006/relationships/customXml" Target="../ink/ink1659.xml"/><Relationship Id="rId96" Type="http://schemas.openxmlformats.org/officeDocument/2006/relationships/customXml" Target="../ink/ink1680.xml"/><Relationship Id="rId161" Type="http://schemas.openxmlformats.org/officeDocument/2006/relationships/image" Target="../media/image1159.png"/><Relationship Id="rId217" Type="http://schemas.openxmlformats.org/officeDocument/2006/relationships/image" Target="../media/image1191.png"/><Relationship Id="rId259" Type="http://schemas.openxmlformats.org/officeDocument/2006/relationships/image" Target="../media/image1214.png"/><Relationship Id="rId23" Type="http://schemas.openxmlformats.org/officeDocument/2006/relationships/image" Target="../media/image1083.png"/><Relationship Id="rId119" Type="http://schemas.openxmlformats.org/officeDocument/2006/relationships/image" Target="../media/image1136.png"/><Relationship Id="rId270" Type="http://schemas.openxmlformats.org/officeDocument/2006/relationships/customXml" Target="../ink/ink1767.xml"/><Relationship Id="rId326" Type="http://schemas.openxmlformats.org/officeDocument/2006/relationships/customXml" Target="../ink/ink1795.xml"/><Relationship Id="rId65" Type="http://schemas.openxmlformats.org/officeDocument/2006/relationships/image" Target="../media/image1106.png"/><Relationship Id="rId130" Type="http://schemas.openxmlformats.org/officeDocument/2006/relationships/customXml" Target="../ink/ink1697.xml"/><Relationship Id="rId368" Type="http://schemas.openxmlformats.org/officeDocument/2006/relationships/customXml" Target="../ink/ink1816.xml"/><Relationship Id="rId172" Type="http://schemas.openxmlformats.org/officeDocument/2006/relationships/customXml" Target="../ink/ink1718.xml"/><Relationship Id="rId228" Type="http://schemas.openxmlformats.org/officeDocument/2006/relationships/customXml" Target="../ink/ink1746.xml"/><Relationship Id="rId281" Type="http://schemas.openxmlformats.org/officeDocument/2006/relationships/image" Target="../media/image1226.png"/><Relationship Id="rId337" Type="http://schemas.openxmlformats.org/officeDocument/2006/relationships/image" Target="../media/image1255.png"/><Relationship Id="rId34" Type="http://schemas.openxmlformats.org/officeDocument/2006/relationships/customXml" Target="../ink/ink1649.xml"/><Relationship Id="rId76" Type="http://schemas.openxmlformats.org/officeDocument/2006/relationships/customXml" Target="../ink/ink1670.xml"/><Relationship Id="rId141" Type="http://schemas.openxmlformats.org/officeDocument/2006/relationships/image" Target="../media/image1148.png"/><Relationship Id="rId379" Type="http://schemas.openxmlformats.org/officeDocument/2006/relationships/image" Target="../media/image1278.png"/><Relationship Id="rId7" Type="http://schemas.openxmlformats.org/officeDocument/2006/relationships/image" Target="../media/image1074.png"/><Relationship Id="rId183" Type="http://schemas.openxmlformats.org/officeDocument/2006/relationships/image" Target="../media/image1172.png"/><Relationship Id="rId239" Type="http://schemas.openxmlformats.org/officeDocument/2006/relationships/image" Target="../media/image1203.png"/><Relationship Id="rId250" Type="http://schemas.openxmlformats.org/officeDocument/2006/relationships/customXml" Target="../ink/ink1757.xml"/><Relationship Id="rId292" Type="http://schemas.openxmlformats.org/officeDocument/2006/relationships/customXml" Target="../ink/ink1778.xml"/><Relationship Id="rId306" Type="http://schemas.openxmlformats.org/officeDocument/2006/relationships/customXml" Target="../ink/ink1785.xml"/><Relationship Id="rId45" Type="http://schemas.openxmlformats.org/officeDocument/2006/relationships/image" Target="../media/image1095.png"/><Relationship Id="rId87" Type="http://schemas.openxmlformats.org/officeDocument/2006/relationships/image" Target="../media/image1118.png"/><Relationship Id="rId110" Type="http://schemas.openxmlformats.org/officeDocument/2006/relationships/customXml" Target="../ink/ink1687.xml"/><Relationship Id="rId348" Type="http://schemas.openxmlformats.org/officeDocument/2006/relationships/customXml" Target="../ink/ink1806.xml"/><Relationship Id="rId152" Type="http://schemas.openxmlformats.org/officeDocument/2006/relationships/customXml" Target="../ink/ink1708.xml"/><Relationship Id="rId194" Type="http://schemas.openxmlformats.org/officeDocument/2006/relationships/customXml" Target="../ink/ink1729.xml"/><Relationship Id="rId208" Type="http://schemas.openxmlformats.org/officeDocument/2006/relationships/customXml" Target="../ink/ink1736.xml"/><Relationship Id="rId261" Type="http://schemas.openxmlformats.org/officeDocument/2006/relationships/image" Target="../media/image1215.png"/><Relationship Id="rId14" Type="http://schemas.openxmlformats.org/officeDocument/2006/relationships/customXml" Target="../ink/ink1639.xml"/><Relationship Id="rId56" Type="http://schemas.openxmlformats.org/officeDocument/2006/relationships/customXml" Target="../ink/ink1660.xml"/><Relationship Id="rId317" Type="http://schemas.openxmlformats.org/officeDocument/2006/relationships/image" Target="../media/image1245.png"/><Relationship Id="rId359" Type="http://schemas.openxmlformats.org/officeDocument/2006/relationships/image" Target="../media/image1267.png"/><Relationship Id="rId98" Type="http://schemas.openxmlformats.org/officeDocument/2006/relationships/customXml" Target="../ink/ink1681.xml"/><Relationship Id="rId121" Type="http://schemas.openxmlformats.org/officeDocument/2006/relationships/image" Target="../media/image1137.png"/><Relationship Id="rId163" Type="http://schemas.openxmlformats.org/officeDocument/2006/relationships/image" Target="../media/image1161.png"/><Relationship Id="rId219" Type="http://schemas.openxmlformats.org/officeDocument/2006/relationships/image" Target="../media/image1192.png"/><Relationship Id="rId370" Type="http://schemas.openxmlformats.org/officeDocument/2006/relationships/customXml" Target="../ink/ink1817.xml"/><Relationship Id="rId230" Type="http://schemas.openxmlformats.org/officeDocument/2006/relationships/customXml" Target="../ink/ink1747.xml"/><Relationship Id="rId25" Type="http://schemas.openxmlformats.org/officeDocument/2006/relationships/image" Target="../media/image1084.png"/><Relationship Id="rId67" Type="http://schemas.openxmlformats.org/officeDocument/2006/relationships/image" Target="../media/image1107.png"/><Relationship Id="rId272" Type="http://schemas.openxmlformats.org/officeDocument/2006/relationships/customXml" Target="../ink/ink1768.xml"/><Relationship Id="rId328" Type="http://schemas.openxmlformats.org/officeDocument/2006/relationships/customXml" Target="../ink/ink1796.xml"/><Relationship Id="rId132" Type="http://schemas.openxmlformats.org/officeDocument/2006/relationships/customXml" Target="../ink/ink1698.xml"/><Relationship Id="rId174" Type="http://schemas.openxmlformats.org/officeDocument/2006/relationships/customXml" Target="../ink/ink1719.xml"/><Relationship Id="rId381" Type="http://schemas.openxmlformats.org/officeDocument/2006/relationships/image" Target="../media/image1279.png"/><Relationship Id="rId241" Type="http://schemas.openxmlformats.org/officeDocument/2006/relationships/image" Target="../media/image1204.png"/><Relationship Id="rId36" Type="http://schemas.openxmlformats.org/officeDocument/2006/relationships/customXml" Target="../ink/ink1650.xml"/><Relationship Id="rId283" Type="http://schemas.openxmlformats.org/officeDocument/2006/relationships/image" Target="../media/image1227.png"/><Relationship Id="rId339" Type="http://schemas.openxmlformats.org/officeDocument/2006/relationships/image" Target="../media/image1256.png"/><Relationship Id="rId78" Type="http://schemas.openxmlformats.org/officeDocument/2006/relationships/customXml" Target="../ink/ink1671.xml"/><Relationship Id="rId101" Type="http://schemas.openxmlformats.org/officeDocument/2006/relationships/image" Target="../media/image1126.png"/><Relationship Id="rId143" Type="http://schemas.openxmlformats.org/officeDocument/2006/relationships/image" Target="../media/image1149.png"/><Relationship Id="rId185" Type="http://schemas.openxmlformats.org/officeDocument/2006/relationships/image" Target="../media/image1173.png"/><Relationship Id="rId350" Type="http://schemas.openxmlformats.org/officeDocument/2006/relationships/customXml" Target="../ink/ink1807.xml"/><Relationship Id="rId9" Type="http://schemas.openxmlformats.org/officeDocument/2006/relationships/image" Target="../media/image1075.png"/><Relationship Id="rId210" Type="http://schemas.openxmlformats.org/officeDocument/2006/relationships/customXml" Target="../ink/ink1737.xml"/><Relationship Id="rId252" Type="http://schemas.openxmlformats.org/officeDocument/2006/relationships/customXml" Target="../ink/ink1758.xml"/><Relationship Id="rId294" Type="http://schemas.openxmlformats.org/officeDocument/2006/relationships/customXml" Target="../ink/ink1779.xml"/><Relationship Id="rId308" Type="http://schemas.openxmlformats.org/officeDocument/2006/relationships/customXml" Target="../ink/ink1786.xml"/><Relationship Id="rId47" Type="http://schemas.openxmlformats.org/officeDocument/2006/relationships/image" Target="../media/image1096.png"/><Relationship Id="rId89" Type="http://schemas.openxmlformats.org/officeDocument/2006/relationships/image" Target="../media/image1119.png"/><Relationship Id="rId112" Type="http://schemas.openxmlformats.org/officeDocument/2006/relationships/customXml" Target="../ink/ink1688.xml"/><Relationship Id="rId154" Type="http://schemas.openxmlformats.org/officeDocument/2006/relationships/customXml" Target="../ink/ink1709.xml"/><Relationship Id="rId361" Type="http://schemas.openxmlformats.org/officeDocument/2006/relationships/image" Target="../media/image1268.png"/><Relationship Id="rId196" Type="http://schemas.openxmlformats.org/officeDocument/2006/relationships/customXml" Target="../ink/ink1730.xml"/><Relationship Id="rId200" Type="http://schemas.openxmlformats.org/officeDocument/2006/relationships/customXml" Target="../ink/ink1732.xml"/><Relationship Id="rId382" Type="http://schemas.openxmlformats.org/officeDocument/2006/relationships/customXml" Target="../ink/ink1823.xml"/><Relationship Id="rId16" Type="http://schemas.openxmlformats.org/officeDocument/2006/relationships/customXml" Target="../ink/ink1640.xml"/><Relationship Id="rId221" Type="http://schemas.openxmlformats.org/officeDocument/2006/relationships/image" Target="../media/image1193.png"/><Relationship Id="rId242" Type="http://schemas.openxmlformats.org/officeDocument/2006/relationships/customXml" Target="../ink/ink1753.xml"/><Relationship Id="rId263" Type="http://schemas.openxmlformats.org/officeDocument/2006/relationships/image" Target="../media/image1216.png"/><Relationship Id="rId284" Type="http://schemas.openxmlformats.org/officeDocument/2006/relationships/customXml" Target="../ink/ink1774.xml"/><Relationship Id="rId319" Type="http://schemas.openxmlformats.org/officeDocument/2006/relationships/image" Target="../media/image1246.png"/><Relationship Id="rId37" Type="http://schemas.openxmlformats.org/officeDocument/2006/relationships/image" Target="../media/image1091.png"/><Relationship Id="rId58" Type="http://schemas.openxmlformats.org/officeDocument/2006/relationships/customXml" Target="../ink/ink1661.xml"/><Relationship Id="rId79" Type="http://schemas.openxmlformats.org/officeDocument/2006/relationships/image" Target="../media/image1114.png"/><Relationship Id="rId102" Type="http://schemas.openxmlformats.org/officeDocument/2006/relationships/customXml" Target="../ink/ink1683.xml"/><Relationship Id="rId123" Type="http://schemas.openxmlformats.org/officeDocument/2006/relationships/image" Target="../media/image1138.png"/><Relationship Id="rId144" Type="http://schemas.openxmlformats.org/officeDocument/2006/relationships/customXml" Target="../ink/ink1704.xml"/><Relationship Id="rId330" Type="http://schemas.openxmlformats.org/officeDocument/2006/relationships/customXml" Target="../ink/ink1797.xml"/><Relationship Id="rId90" Type="http://schemas.openxmlformats.org/officeDocument/2006/relationships/customXml" Target="../ink/ink1677.xml"/><Relationship Id="rId165" Type="http://schemas.openxmlformats.org/officeDocument/2006/relationships/image" Target="../media/image1162.png"/><Relationship Id="rId186" Type="http://schemas.openxmlformats.org/officeDocument/2006/relationships/customXml" Target="../ink/ink1725.xml"/><Relationship Id="rId351" Type="http://schemas.openxmlformats.org/officeDocument/2006/relationships/image" Target="../media/image1263.png"/><Relationship Id="rId372" Type="http://schemas.openxmlformats.org/officeDocument/2006/relationships/customXml" Target="../ink/ink1818.xml"/><Relationship Id="rId211" Type="http://schemas.openxmlformats.org/officeDocument/2006/relationships/image" Target="../media/image1187.png"/><Relationship Id="rId232" Type="http://schemas.openxmlformats.org/officeDocument/2006/relationships/customXml" Target="../ink/ink1748.xml"/><Relationship Id="rId253" Type="http://schemas.openxmlformats.org/officeDocument/2006/relationships/image" Target="../media/image1211.png"/><Relationship Id="rId274" Type="http://schemas.openxmlformats.org/officeDocument/2006/relationships/customXml" Target="../ink/ink1769.xml"/><Relationship Id="rId295" Type="http://schemas.openxmlformats.org/officeDocument/2006/relationships/image" Target="../media/image1234.png"/><Relationship Id="rId309" Type="http://schemas.openxmlformats.org/officeDocument/2006/relationships/image" Target="../media/image1241.png"/><Relationship Id="rId27" Type="http://schemas.openxmlformats.org/officeDocument/2006/relationships/image" Target="../media/image1085.png"/><Relationship Id="rId48" Type="http://schemas.openxmlformats.org/officeDocument/2006/relationships/customXml" Target="../ink/ink1656.xml"/><Relationship Id="rId69" Type="http://schemas.openxmlformats.org/officeDocument/2006/relationships/image" Target="../media/image1108.png"/><Relationship Id="rId113" Type="http://schemas.openxmlformats.org/officeDocument/2006/relationships/image" Target="../media/image1133.png"/><Relationship Id="rId134" Type="http://schemas.openxmlformats.org/officeDocument/2006/relationships/customXml" Target="../ink/ink1699.xml"/><Relationship Id="rId320" Type="http://schemas.openxmlformats.org/officeDocument/2006/relationships/customXml" Target="../ink/ink1792.xml"/><Relationship Id="rId80" Type="http://schemas.openxmlformats.org/officeDocument/2006/relationships/customXml" Target="../ink/ink1672.xml"/><Relationship Id="rId155" Type="http://schemas.openxmlformats.org/officeDocument/2006/relationships/image" Target="../media/image1156.png"/><Relationship Id="rId176" Type="http://schemas.openxmlformats.org/officeDocument/2006/relationships/customXml" Target="../ink/ink1720.xml"/><Relationship Id="rId197" Type="http://schemas.openxmlformats.org/officeDocument/2006/relationships/image" Target="../media/image1179.png"/><Relationship Id="rId341" Type="http://schemas.openxmlformats.org/officeDocument/2006/relationships/image" Target="../media/image1257.png"/><Relationship Id="rId362" Type="http://schemas.openxmlformats.org/officeDocument/2006/relationships/customXml" Target="../ink/ink1813.xml"/><Relationship Id="rId383" Type="http://schemas.openxmlformats.org/officeDocument/2006/relationships/image" Target="../media/image1281.png"/><Relationship Id="rId201" Type="http://schemas.openxmlformats.org/officeDocument/2006/relationships/image" Target="../media/image1182.png"/><Relationship Id="rId222" Type="http://schemas.openxmlformats.org/officeDocument/2006/relationships/customXml" Target="../ink/ink1743.xml"/><Relationship Id="rId243" Type="http://schemas.openxmlformats.org/officeDocument/2006/relationships/image" Target="../media/image1205.png"/><Relationship Id="rId264" Type="http://schemas.openxmlformats.org/officeDocument/2006/relationships/customXml" Target="../ink/ink1764.xml"/><Relationship Id="rId285" Type="http://schemas.openxmlformats.org/officeDocument/2006/relationships/image" Target="../media/image1228.png"/><Relationship Id="rId17" Type="http://schemas.openxmlformats.org/officeDocument/2006/relationships/image" Target="../media/image1079.png"/><Relationship Id="rId38" Type="http://schemas.openxmlformats.org/officeDocument/2006/relationships/customXml" Target="../ink/ink1651.xml"/><Relationship Id="rId59" Type="http://schemas.openxmlformats.org/officeDocument/2006/relationships/image" Target="../media/image1103.png"/><Relationship Id="rId103" Type="http://schemas.openxmlformats.org/officeDocument/2006/relationships/image" Target="../media/image1127.png"/><Relationship Id="rId124" Type="http://schemas.openxmlformats.org/officeDocument/2006/relationships/customXml" Target="../ink/ink1694.xml"/><Relationship Id="rId310" Type="http://schemas.openxmlformats.org/officeDocument/2006/relationships/customXml" Target="../ink/ink1787.xml"/><Relationship Id="rId70" Type="http://schemas.openxmlformats.org/officeDocument/2006/relationships/customXml" Target="../ink/ink1667.xml"/><Relationship Id="rId91" Type="http://schemas.openxmlformats.org/officeDocument/2006/relationships/image" Target="../media/image1121.png"/><Relationship Id="rId145" Type="http://schemas.openxmlformats.org/officeDocument/2006/relationships/image" Target="../media/image1151.png"/><Relationship Id="rId166" Type="http://schemas.openxmlformats.org/officeDocument/2006/relationships/customXml" Target="../ink/ink1715.xml"/><Relationship Id="rId187" Type="http://schemas.openxmlformats.org/officeDocument/2006/relationships/image" Target="../media/image1174.png"/><Relationship Id="rId331" Type="http://schemas.openxmlformats.org/officeDocument/2006/relationships/image" Target="../media/image1252.png"/><Relationship Id="rId352" Type="http://schemas.openxmlformats.org/officeDocument/2006/relationships/customXml" Target="../ink/ink1808.xml"/><Relationship Id="rId373" Type="http://schemas.openxmlformats.org/officeDocument/2006/relationships/image" Target="../media/image127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38.xml"/><Relationship Id="rId233" Type="http://schemas.openxmlformats.org/officeDocument/2006/relationships/image" Target="../media/image1199.png"/><Relationship Id="rId254" Type="http://schemas.openxmlformats.org/officeDocument/2006/relationships/customXml" Target="../ink/ink1759.xml"/><Relationship Id="rId28" Type="http://schemas.openxmlformats.org/officeDocument/2006/relationships/customXml" Target="../ink/ink1646.xml"/><Relationship Id="rId49" Type="http://schemas.openxmlformats.org/officeDocument/2006/relationships/image" Target="../media/image1097.png"/><Relationship Id="rId114" Type="http://schemas.openxmlformats.org/officeDocument/2006/relationships/customXml" Target="../ink/ink1689.xml"/><Relationship Id="rId275" Type="http://schemas.openxmlformats.org/officeDocument/2006/relationships/image" Target="../media/image1223.png"/><Relationship Id="rId296" Type="http://schemas.openxmlformats.org/officeDocument/2006/relationships/customXml" Target="../ink/ink1780.xml"/><Relationship Id="rId300" Type="http://schemas.openxmlformats.org/officeDocument/2006/relationships/customXml" Target="../ink/ink1782.xml"/><Relationship Id="rId60" Type="http://schemas.openxmlformats.org/officeDocument/2006/relationships/customXml" Target="../ink/ink1662.xml"/><Relationship Id="rId81" Type="http://schemas.openxmlformats.org/officeDocument/2006/relationships/image" Target="../media/image1115.png"/><Relationship Id="rId135" Type="http://schemas.openxmlformats.org/officeDocument/2006/relationships/image" Target="../media/image1145.png"/><Relationship Id="rId156" Type="http://schemas.openxmlformats.org/officeDocument/2006/relationships/customXml" Target="../ink/ink1710.xml"/><Relationship Id="rId177" Type="http://schemas.openxmlformats.org/officeDocument/2006/relationships/image" Target="../media/image1168.png"/><Relationship Id="rId198" Type="http://schemas.openxmlformats.org/officeDocument/2006/relationships/customXml" Target="../ink/ink1731.xml"/><Relationship Id="rId321" Type="http://schemas.openxmlformats.org/officeDocument/2006/relationships/image" Target="../media/image1247.png"/><Relationship Id="rId342" Type="http://schemas.openxmlformats.org/officeDocument/2006/relationships/customXml" Target="../ink/ink1803.xml"/><Relationship Id="rId363" Type="http://schemas.openxmlformats.org/officeDocument/2006/relationships/image" Target="../media/image1269.png"/><Relationship Id="rId384" Type="http://schemas.openxmlformats.org/officeDocument/2006/relationships/customXml" Target="../ink/ink1824.xml"/><Relationship Id="rId202" Type="http://schemas.openxmlformats.org/officeDocument/2006/relationships/customXml" Target="../ink/ink1733.xml"/><Relationship Id="rId223" Type="http://schemas.openxmlformats.org/officeDocument/2006/relationships/image" Target="../media/image1194.png"/><Relationship Id="rId244" Type="http://schemas.openxmlformats.org/officeDocument/2006/relationships/customXml" Target="../ink/ink1754.xml"/><Relationship Id="rId18" Type="http://schemas.openxmlformats.org/officeDocument/2006/relationships/customXml" Target="../ink/ink1641.xml"/><Relationship Id="rId39" Type="http://schemas.openxmlformats.org/officeDocument/2006/relationships/image" Target="../media/image1092.png"/><Relationship Id="rId265" Type="http://schemas.openxmlformats.org/officeDocument/2006/relationships/image" Target="../media/image1217.png"/><Relationship Id="rId286" Type="http://schemas.openxmlformats.org/officeDocument/2006/relationships/customXml" Target="../ink/ink1775.xml"/><Relationship Id="rId50" Type="http://schemas.openxmlformats.org/officeDocument/2006/relationships/customXml" Target="../ink/ink1657.xml"/><Relationship Id="rId104" Type="http://schemas.openxmlformats.org/officeDocument/2006/relationships/customXml" Target="../ink/ink1684.xml"/><Relationship Id="rId125" Type="http://schemas.openxmlformats.org/officeDocument/2006/relationships/image" Target="../media/image1139.png"/><Relationship Id="rId146" Type="http://schemas.openxmlformats.org/officeDocument/2006/relationships/customXml" Target="../ink/ink1705.xml"/><Relationship Id="rId167" Type="http://schemas.openxmlformats.org/officeDocument/2006/relationships/image" Target="../media/image1163.png"/><Relationship Id="rId188" Type="http://schemas.openxmlformats.org/officeDocument/2006/relationships/customXml" Target="../ink/ink1726.xml"/><Relationship Id="rId311" Type="http://schemas.openxmlformats.org/officeDocument/2006/relationships/image" Target="../media/image1242.png"/><Relationship Id="rId332" Type="http://schemas.openxmlformats.org/officeDocument/2006/relationships/customXml" Target="../ink/ink1798.xml"/><Relationship Id="rId353" Type="http://schemas.openxmlformats.org/officeDocument/2006/relationships/image" Target="../media/image1264.png"/><Relationship Id="rId374" Type="http://schemas.openxmlformats.org/officeDocument/2006/relationships/customXml" Target="../ink/ink1819.xml"/><Relationship Id="rId71" Type="http://schemas.openxmlformats.org/officeDocument/2006/relationships/image" Target="../media/image1109.png"/><Relationship Id="rId92" Type="http://schemas.openxmlformats.org/officeDocument/2006/relationships/customXml" Target="../ink/ink1678.xml"/><Relationship Id="rId213" Type="http://schemas.openxmlformats.org/officeDocument/2006/relationships/image" Target="../media/image1188.png"/><Relationship Id="rId234" Type="http://schemas.openxmlformats.org/officeDocument/2006/relationships/customXml" Target="../ink/ink1749.xml"/><Relationship Id="rId2" Type="http://schemas.openxmlformats.org/officeDocument/2006/relationships/customXml" Target="../ink/ink1633.xml"/><Relationship Id="rId29" Type="http://schemas.openxmlformats.org/officeDocument/2006/relationships/image" Target="../media/image1086.png"/><Relationship Id="rId255" Type="http://schemas.openxmlformats.org/officeDocument/2006/relationships/image" Target="../media/image1212.png"/><Relationship Id="rId276" Type="http://schemas.openxmlformats.org/officeDocument/2006/relationships/customXml" Target="../ink/ink1770.xml"/><Relationship Id="rId297" Type="http://schemas.openxmlformats.org/officeDocument/2006/relationships/image" Target="../media/image1235.png"/><Relationship Id="rId40" Type="http://schemas.openxmlformats.org/officeDocument/2006/relationships/customXml" Target="../ink/ink1652.xml"/><Relationship Id="rId115" Type="http://schemas.openxmlformats.org/officeDocument/2006/relationships/image" Target="../media/image1134.png"/><Relationship Id="rId136" Type="http://schemas.openxmlformats.org/officeDocument/2006/relationships/customXml" Target="../ink/ink1700.xml"/><Relationship Id="rId157" Type="http://schemas.openxmlformats.org/officeDocument/2006/relationships/image" Target="../media/image1157.png"/><Relationship Id="rId178" Type="http://schemas.openxmlformats.org/officeDocument/2006/relationships/customXml" Target="../ink/ink1721.xml"/><Relationship Id="rId301" Type="http://schemas.openxmlformats.org/officeDocument/2006/relationships/image" Target="../media/image1237.png"/><Relationship Id="rId322" Type="http://schemas.openxmlformats.org/officeDocument/2006/relationships/customXml" Target="../ink/ink1793.xml"/><Relationship Id="rId343" Type="http://schemas.openxmlformats.org/officeDocument/2006/relationships/image" Target="../media/image1258.png"/><Relationship Id="rId364" Type="http://schemas.openxmlformats.org/officeDocument/2006/relationships/customXml" Target="../ink/ink1814.xml"/><Relationship Id="rId61" Type="http://schemas.openxmlformats.org/officeDocument/2006/relationships/image" Target="../media/image1104.png"/><Relationship Id="rId82" Type="http://schemas.openxmlformats.org/officeDocument/2006/relationships/customXml" Target="../ink/ink1673.xml"/><Relationship Id="rId199" Type="http://schemas.openxmlformats.org/officeDocument/2006/relationships/image" Target="../media/image1181.png"/><Relationship Id="rId203" Type="http://schemas.openxmlformats.org/officeDocument/2006/relationships/image" Target="../media/image1183.png"/><Relationship Id="rId385" Type="http://schemas.openxmlformats.org/officeDocument/2006/relationships/image" Target="../media/image1282.png"/><Relationship Id="rId19" Type="http://schemas.openxmlformats.org/officeDocument/2006/relationships/image" Target="../media/image1081.png"/><Relationship Id="rId224" Type="http://schemas.openxmlformats.org/officeDocument/2006/relationships/customXml" Target="../ink/ink1744.xml"/><Relationship Id="rId245" Type="http://schemas.openxmlformats.org/officeDocument/2006/relationships/image" Target="../media/image1206.png"/><Relationship Id="rId266" Type="http://schemas.openxmlformats.org/officeDocument/2006/relationships/customXml" Target="../ink/ink1765.xml"/><Relationship Id="rId287" Type="http://schemas.openxmlformats.org/officeDocument/2006/relationships/image" Target="../media/image1229.png"/><Relationship Id="rId30" Type="http://schemas.openxmlformats.org/officeDocument/2006/relationships/customXml" Target="../ink/ink1647.xml"/><Relationship Id="rId105" Type="http://schemas.openxmlformats.org/officeDocument/2006/relationships/image" Target="../media/image1128.png"/><Relationship Id="rId126" Type="http://schemas.openxmlformats.org/officeDocument/2006/relationships/customXml" Target="../ink/ink1695.xml"/><Relationship Id="rId147" Type="http://schemas.openxmlformats.org/officeDocument/2006/relationships/image" Target="../media/image1152.png"/><Relationship Id="rId168" Type="http://schemas.openxmlformats.org/officeDocument/2006/relationships/customXml" Target="../ink/ink1716.xml"/><Relationship Id="rId312" Type="http://schemas.openxmlformats.org/officeDocument/2006/relationships/customXml" Target="../ink/ink1788.xml"/><Relationship Id="rId333" Type="http://schemas.openxmlformats.org/officeDocument/2006/relationships/image" Target="../media/image1253.png"/><Relationship Id="rId354" Type="http://schemas.openxmlformats.org/officeDocument/2006/relationships/customXml" Target="../ink/ink1809.xml"/><Relationship Id="rId51" Type="http://schemas.openxmlformats.org/officeDocument/2006/relationships/image" Target="../media/image1098.png"/><Relationship Id="rId72" Type="http://schemas.openxmlformats.org/officeDocument/2006/relationships/customXml" Target="../ink/ink1668.xml"/><Relationship Id="rId93" Type="http://schemas.openxmlformats.org/officeDocument/2006/relationships/image" Target="../media/image1122.png"/><Relationship Id="rId189" Type="http://schemas.openxmlformats.org/officeDocument/2006/relationships/image" Target="../media/image1175.png"/><Relationship Id="rId375" Type="http://schemas.openxmlformats.org/officeDocument/2006/relationships/image" Target="../media/image1276.png"/><Relationship Id="rId3" Type="http://schemas.openxmlformats.org/officeDocument/2006/relationships/image" Target="../media/image1072.png"/><Relationship Id="rId214" Type="http://schemas.openxmlformats.org/officeDocument/2006/relationships/customXml" Target="../ink/ink1739.xml"/><Relationship Id="rId235" Type="http://schemas.openxmlformats.org/officeDocument/2006/relationships/image" Target="../media/image1201.png"/><Relationship Id="rId256" Type="http://schemas.openxmlformats.org/officeDocument/2006/relationships/customXml" Target="../ink/ink1760.xml"/><Relationship Id="rId277" Type="http://schemas.openxmlformats.org/officeDocument/2006/relationships/image" Target="../media/image1224.png"/><Relationship Id="rId298" Type="http://schemas.openxmlformats.org/officeDocument/2006/relationships/customXml" Target="../ink/ink1781.xml"/><Relationship Id="rId116" Type="http://schemas.openxmlformats.org/officeDocument/2006/relationships/customXml" Target="../ink/ink1690.xml"/><Relationship Id="rId137" Type="http://schemas.openxmlformats.org/officeDocument/2006/relationships/image" Target="../media/image1146.png"/><Relationship Id="rId158" Type="http://schemas.openxmlformats.org/officeDocument/2006/relationships/customXml" Target="../ink/ink1711.xml"/><Relationship Id="rId302" Type="http://schemas.openxmlformats.org/officeDocument/2006/relationships/customXml" Target="../ink/ink1783.xml"/><Relationship Id="rId323" Type="http://schemas.openxmlformats.org/officeDocument/2006/relationships/image" Target="../media/image1248.png"/><Relationship Id="rId344" Type="http://schemas.openxmlformats.org/officeDocument/2006/relationships/customXml" Target="../ink/ink1804.xml"/><Relationship Id="rId20" Type="http://schemas.openxmlformats.org/officeDocument/2006/relationships/customXml" Target="../ink/ink1642.xml"/><Relationship Id="rId41" Type="http://schemas.openxmlformats.org/officeDocument/2006/relationships/image" Target="../media/image1093.png"/><Relationship Id="rId62" Type="http://schemas.openxmlformats.org/officeDocument/2006/relationships/customXml" Target="../ink/ink1663.xml"/><Relationship Id="rId83" Type="http://schemas.openxmlformats.org/officeDocument/2006/relationships/image" Target="../media/image1116.png"/><Relationship Id="rId179" Type="http://schemas.openxmlformats.org/officeDocument/2006/relationships/image" Target="../media/image1169.png"/><Relationship Id="rId365" Type="http://schemas.openxmlformats.org/officeDocument/2006/relationships/image" Target="../media/image1271.png"/><Relationship Id="rId386" Type="http://schemas.openxmlformats.org/officeDocument/2006/relationships/customXml" Target="../ink/ink1825.xml"/><Relationship Id="rId190" Type="http://schemas.openxmlformats.org/officeDocument/2006/relationships/customXml" Target="../ink/ink1727.xml"/><Relationship Id="rId204" Type="http://schemas.openxmlformats.org/officeDocument/2006/relationships/customXml" Target="../ink/ink1734.xml"/><Relationship Id="rId225" Type="http://schemas.openxmlformats.org/officeDocument/2006/relationships/image" Target="../media/image1195.png"/><Relationship Id="rId246" Type="http://schemas.openxmlformats.org/officeDocument/2006/relationships/customXml" Target="../ink/ink1755.xml"/><Relationship Id="rId267" Type="http://schemas.openxmlformats.org/officeDocument/2006/relationships/image" Target="../media/image1218.png"/><Relationship Id="rId288" Type="http://schemas.openxmlformats.org/officeDocument/2006/relationships/customXml" Target="../ink/ink1776.xml"/><Relationship Id="rId106" Type="http://schemas.openxmlformats.org/officeDocument/2006/relationships/customXml" Target="../ink/ink1685.xml"/><Relationship Id="rId127" Type="http://schemas.openxmlformats.org/officeDocument/2006/relationships/image" Target="../media/image1141.png"/><Relationship Id="rId313" Type="http://schemas.openxmlformats.org/officeDocument/2006/relationships/image" Target="../media/image1243.png"/><Relationship Id="rId10" Type="http://schemas.openxmlformats.org/officeDocument/2006/relationships/customXml" Target="../ink/ink1637.xml"/><Relationship Id="rId31" Type="http://schemas.openxmlformats.org/officeDocument/2006/relationships/image" Target="../media/image1087.png"/><Relationship Id="rId52" Type="http://schemas.openxmlformats.org/officeDocument/2006/relationships/customXml" Target="../ink/ink1658.xml"/><Relationship Id="rId73" Type="http://schemas.openxmlformats.org/officeDocument/2006/relationships/image" Target="../media/image1111.png"/><Relationship Id="rId94" Type="http://schemas.openxmlformats.org/officeDocument/2006/relationships/customXml" Target="../ink/ink1679.xml"/><Relationship Id="rId148" Type="http://schemas.openxmlformats.org/officeDocument/2006/relationships/customXml" Target="../ink/ink1706.xml"/><Relationship Id="rId169" Type="http://schemas.openxmlformats.org/officeDocument/2006/relationships/image" Target="../media/image1164.png"/><Relationship Id="rId334" Type="http://schemas.openxmlformats.org/officeDocument/2006/relationships/customXml" Target="../ink/ink1799.xml"/><Relationship Id="rId355" Type="http://schemas.openxmlformats.org/officeDocument/2006/relationships/image" Target="../media/image1265.png"/><Relationship Id="rId376" Type="http://schemas.openxmlformats.org/officeDocument/2006/relationships/customXml" Target="../ink/ink1820.xml"/><Relationship Id="rId4" Type="http://schemas.openxmlformats.org/officeDocument/2006/relationships/customXml" Target="../ink/ink1634.xml"/><Relationship Id="rId180" Type="http://schemas.openxmlformats.org/officeDocument/2006/relationships/customXml" Target="../ink/ink1722.xml"/><Relationship Id="rId215" Type="http://schemas.openxmlformats.org/officeDocument/2006/relationships/image" Target="../media/image1189.png"/><Relationship Id="rId236" Type="http://schemas.openxmlformats.org/officeDocument/2006/relationships/customXml" Target="../ink/ink1750.xml"/><Relationship Id="rId257" Type="http://schemas.openxmlformats.org/officeDocument/2006/relationships/image" Target="../media/image1213.png"/><Relationship Id="rId278" Type="http://schemas.openxmlformats.org/officeDocument/2006/relationships/customXml" Target="../ink/ink1771.xml"/><Relationship Id="rId303" Type="http://schemas.openxmlformats.org/officeDocument/2006/relationships/image" Target="../media/image1238.png"/><Relationship Id="rId42" Type="http://schemas.openxmlformats.org/officeDocument/2006/relationships/customXml" Target="../ink/ink1653.xml"/><Relationship Id="rId84" Type="http://schemas.openxmlformats.org/officeDocument/2006/relationships/customXml" Target="../ink/ink1674.xml"/><Relationship Id="rId138" Type="http://schemas.openxmlformats.org/officeDocument/2006/relationships/customXml" Target="../ink/ink1701.xml"/><Relationship Id="rId345" Type="http://schemas.openxmlformats.org/officeDocument/2006/relationships/image" Target="../media/image1259.png"/><Relationship Id="rId387" Type="http://schemas.openxmlformats.org/officeDocument/2006/relationships/image" Target="../media/image1283.png"/><Relationship Id="rId191" Type="http://schemas.openxmlformats.org/officeDocument/2006/relationships/image" Target="../media/image1176.png"/><Relationship Id="rId205" Type="http://schemas.openxmlformats.org/officeDocument/2006/relationships/image" Target="../media/image1184.png"/><Relationship Id="rId247" Type="http://schemas.openxmlformats.org/officeDocument/2006/relationships/image" Target="../media/image1207.png"/><Relationship Id="rId107" Type="http://schemas.openxmlformats.org/officeDocument/2006/relationships/image" Target="../media/image1129.png"/><Relationship Id="rId289" Type="http://schemas.openxmlformats.org/officeDocument/2006/relationships/image" Target="../media/image1231.png"/><Relationship Id="rId11" Type="http://schemas.openxmlformats.org/officeDocument/2006/relationships/image" Target="../media/image1076.png"/><Relationship Id="rId53" Type="http://schemas.openxmlformats.org/officeDocument/2006/relationships/image" Target="../media/image1099.png"/><Relationship Id="rId149" Type="http://schemas.openxmlformats.org/officeDocument/2006/relationships/image" Target="../media/image1153.png"/><Relationship Id="rId314" Type="http://schemas.openxmlformats.org/officeDocument/2006/relationships/customXml" Target="../ink/ink1789.xml"/><Relationship Id="rId356" Type="http://schemas.openxmlformats.org/officeDocument/2006/relationships/customXml" Target="../ink/ink1810.xml"/><Relationship Id="rId95" Type="http://schemas.openxmlformats.org/officeDocument/2006/relationships/image" Target="../media/image1123.png"/><Relationship Id="rId160" Type="http://schemas.openxmlformats.org/officeDocument/2006/relationships/customXml" Target="../ink/ink1712.xml"/><Relationship Id="rId216" Type="http://schemas.openxmlformats.org/officeDocument/2006/relationships/customXml" Target="../ink/ink1740.xml"/><Relationship Id="rId258" Type="http://schemas.openxmlformats.org/officeDocument/2006/relationships/customXml" Target="../ink/ink1761.xml"/><Relationship Id="rId22" Type="http://schemas.openxmlformats.org/officeDocument/2006/relationships/customXml" Target="../ink/ink1643.xml"/><Relationship Id="rId64" Type="http://schemas.openxmlformats.org/officeDocument/2006/relationships/customXml" Target="../ink/ink1664.xml"/><Relationship Id="rId118" Type="http://schemas.openxmlformats.org/officeDocument/2006/relationships/customXml" Target="../ink/ink1691.xml"/><Relationship Id="rId325" Type="http://schemas.openxmlformats.org/officeDocument/2006/relationships/image" Target="../media/image1249.png"/><Relationship Id="rId367" Type="http://schemas.openxmlformats.org/officeDocument/2006/relationships/image" Target="../media/image1272.png"/><Relationship Id="rId171" Type="http://schemas.openxmlformats.org/officeDocument/2006/relationships/image" Target="../media/image1165.png"/><Relationship Id="rId227" Type="http://schemas.openxmlformats.org/officeDocument/2006/relationships/image" Target="../media/image1196.png"/><Relationship Id="rId269" Type="http://schemas.openxmlformats.org/officeDocument/2006/relationships/image" Target="../media/image1219.png"/><Relationship Id="rId33" Type="http://schemas.openxmlformats.org/officeDocument/2006/relationships/image" Target="../media/image1088.png"/><Relationship Id="rId129" Type="http://schemas.openxmlformats.org/officeDocument/2006/relationships/image" Target="../media/image1142.png"/><Relationship Id="rId280" Type="http://schemas.openxmlformats.org/officeDocument/2006/relationships/customXml" Target="../ink/ink1772.xml"/><Relationship Id="rId336" Type="http://schemas.openxmlformats.org/officeDocument/2006/relationships/customXml" Target="../ink/ink1800.xml"/><Relationship Id="rId75" Type="http://schemas.openxmlformats.org/officeDocument/2006/relationships/image" Target="../media/image1112.png"/><Relationship Id="rId140" Type="http://schemas.openxmlformats.org/officeDocument/2006/relationships/customXml" Target="../ink/ink1702.xml"/><Relationship Id="rId182" Type="http://schemas.openxmlformats.org/officeDocument/2006/relationships/customXml" Target="../ink/ink1723.xml"/><Relationship Id="rId378" Type="http://schemas.openxmlformats.org/officeDocument/2006/relationships/customXml" Target="../ink/ink1821.xml"/><Relationship Id="rId6" Type="http://schemas.openxmlformats.org/officeDocument/2006/relationships/customXml" Target="../ink/ink1635.xml"/><Relationship Id="rId238" Type="http://schemas.openxmlformats.org/officeDocument/2006/relationships/customXml" Target="../ink/ink1751.xml"/><Relationship Id="rId291" Type="http://schemas.openxmlformats.org/officeDocument/2006/relationships/image" Target="../media/image1232.png"/><Relationship Id="rId305" Type="http://schemas.openxmlformats.org/officeDocument/2006/relationships/image" Target="../media/image1239.png"/><Relationship Id="rId347" Type="http://schemas.openxmlformats.org/officeDocument/2006/relationships/image" Target="../media/image1261.png"/><Relationship Id="rId44" Type="http://schemas.openxmlformats.org/officeDocument/2006/relationships/customXml" Target="../ink/ink1654.xml"/><Relationship Id="rId86" Type="http://schemas.openxmlformats.org/officeDocument/2006/relationships/customXml" Target="../ink/ink1675.xml"/><Relationship Id="rId151" Type="http://schemas.openxmlformats.org/officeDocument/2006/relationships/image" Target="../media/image1154.png"/><Relationship Id="rId389" Type="http://schemas.openxmlformats.org/officeDocument/2006/relationships/image" Target="../media/image1284.png"/><Relationship Id="rId193" Type="http://schemas.openxmlformats.org/officeDocument/2006/relationships/image" Target="../media/image1177.png"/><Relationship Id="rId207" Type="http://schemas.openxmlformats.org/officeDocument/2006/relationships/image" Target="../media/image1185.png"/><Relationship Id="rId249" Type="http://schemas.openxmlformats.org/officeDocument/2006/relationships/image" Target="../media/image1208.png"/><Relationship Id="rId13" Type="http://schemas.openxmlformats.org/officeDocument/2006/relationships/image" Target="../media/image1077.png"/><Relationship Id="rId109" Type="http://schemas.openxmlformats.org/officeDocument/2006/relationships/image" Target="../media/image1131.png"/><Relationship Id="rId260" Type="http://schemas.openxmlformats.org/officeDocument/2006/relationships/customXml" Target="../ink/ink1762.xml"/><Relationship Id="rId316" Type="http://schemas.openxmlformats.org/officeDocument/2006/relationships/customXml" Target="../ink/ink1790.xml"/><Relationship Id="rId55" Type="http://schemas.openxmlformats.org/officeDocument/2006/relationships/image" Target="../media/image1101.png"/><Relationship Id="rId97" Type="http://schemas.openxmlformats.org/officeDocument/2006/relationships/image" Target="../media/image1124.png"/><Relationship Id="rId120" Type="http://schemas.openxmlformats.org/officeDocument/2006/relationships/customXml" Target="../ink/ink1692.xml"/><Relationship Id="rId358" Type="http://schemas.openxmlformats.org/officeDocument/2006/relationships/customXml" Target="../ink/ink1811.xml"/><Relationship Id="rId162" Type="http://schemas.openxmlformats.org/officeDocument/2006/relationships/customXml" Target="../ink/ink1713.xml"/><Relationship Id="rId218" Type="http://schemas.openxmlformats.org/officeDocument/2006/relationships/customXml" Target="../ink/ink1741.xml"/><Relationship Id="rId271" Type="http://schemas.openxmlformats.org/officeDocument/2006/relationships/image" Target="../media/image1221.png"/><Relationship Id="rId24" Type="http://schemas.openxmlformats.org/officeDocument/2006/relationships/customXml" Target="../ink/ink1644.xml"/><Relationship Id="rId66" Type="http://schemas.openxmlformats.org/officeDocument/2006/relationships/customXml" Target="../ink/ink1665.xml"/><Relationship Id="rId131" Type="http://schemas.openxmlformats.org/officeDocument/2006/relationships/image" Target="../media/image1143.png"/><Relationship Id="rId327" Type="http://schemas.openxmlformats.org/officeDocument/2006/relationships/image" Target="../media/image1250.png"/><Relationship Id="rId369" Type="http://schemas.openxmlformats.org/officeDocument/2006/relationships/image" Target="../media/image1273.png"/><Relationship Id="rId173" Type="http://schemas.openxmlformats.org/officeDocument/2006/relationships/image" Target="../media/image1166.png"/><Relationship Id="rId229" Type="http://schemas.openxmlformats.org/officeDocument/2006/relationships/image" Target="../media/image1197.png"/><Relationship Id="rId380" Type="http://schemas.openxmlformats.org/officeDocument/2006/relationships/customXml" Target="../ink/ink1822.xml"/><Relationship Id="rId240" Type="http://schemas.openxmlformats.org/officeDocument/2006/relationships/customXml" Target="../ink/ink1752.xml"/><Relationship Id="rId35" Type="http://schemas.openxmlformats.org/officeDocument/2006/relationships/image" Target="../media/image1089.png"/><Relationship Id="rId77" Type="http://schemas.openxmlformats.org/officeDocument/2006/relationships/image" Target="../media/image1113.png"/><Relationship Id="rId100" Type="http://schemas.openxmlformats.org/officeDocument/2006/relationships/customXml" Target="../ink/ink1682.xml"/><Relationship Id="rId282" Type="http://schemas.openxmlformats.org/officeDocument/2006/relationships/customXml" Target="../ink/ink1773.xml"/><Relationship Id="rId338" Type="http://schemas.openxmlformats.org/officeDocument/2006/relationships/customXml" Target="../ink/ink1801.xml"/><Relationship Id="rId8" Type="http://schemas.openxmlformats.org/officeDocument/2006/relationships/customXml" Target="../ink/ink1636.xml"/><Relationship Id="rId142" Type="http://schemas.openxmlformats.org/officeDocument/2006/relationships/customXml" Target="../ink/ink1703.xml"/><Relationship Id="rId184" Type="http://schemas.openxmlformats.org/officeDocument/2006/relationships/customXml" Target="../ink/ink1724.xml"/><Relationship Id="rId251" Type="http://schemas.openxmlformats.org/officeDocument/2006/relationships/image" Target="../media/image1209.png"/><Relationship Id="rId46" Type="http://schemas.openxmlformats.org/officeDocument/2006/relationships/customXml" Target="../ink/ink1655.xml"/><Relationship Id="rId293" Type="http://schemas.openxmlformats.org/officeDocument/2006/relationships/image" Target="../media/image1233.png"/><Relationship Id="rId307" Type="http://schemas.openxmlformats.org/officeDocument/2006/relationships/image" Target="../media/image1240.png"/><Relationship Id="rId349" Type="http://schemas.openxmlformats.org/officeDocument/2006/relationships/image" Target="../media/image1262.png"/><Relationship Id="rId88" Type="http://schemas.openxmlformats.org/officeDocument/2006/relationships/customXml" Target="../ink/ink1676.xml"/><Relationship Id="rId111" Type="http://schemas.openxmlformats.org/officeDocument/2006/relationships/image" Target="../media/image1132.png"/><Relationship Id="rId153" Type="http://schemas.openxmlformats.org/officeDocument/2006/relationships/image" Target="../media/image1155.png"/><Relationship Id="rId195" Type="http://schemas.openxmlformats.org/officeDocument/2006/relationships/image" Target="../media/image1178.png"/><Relationship Id="rId209" Type="http://schemas.openxmlformats.org/officeDocument/2006/relationships/image" Target="../media/image1186.png"/><Relationship Id="rId360" Type="http://schemas.openxmlformats.org/officeDocument/2006/relationships/customXml" Target="../ink/ink1812.xml"/><Relationship Id="rId220" Type="http://schemas.openxmlformats.org/officeDocument/2006/relationships/customXml" Target="../ink/ink1742.xml"/><Relationship Id="rId15" Type="http://schemas.openxmlformats.org/officeDocument/2006/relationships/image" Target="../media/image1078.png"/><Relationship Id="rId57" Type="http://schemas.openxmlformats.org/officeDocument/2006/relationships/image" Target="../media/image1102.png"/><Relationship Id="rId262" Type="http://schemas.openxmlformats.org/officeDocument/2006/relationships/customXml" Target="../ink/ink1763.xml"/><Relationship Id="rId318" Type="http://schemas.openxmlformats.org/officeDocument/2006/relationships/customXml" Target="../ink/ink1791.xml"/><Relationship Id="rId99" Type="http://schemas.openxmlformats.org/officeDocument/2006/relationships/image" Target="../media/image1125.png"/><Relationship Id="rId122" Type="http://schemas.openxmlformats.org/officeDocument/2006/relationships/customXml" Target="../ink/ink1693.xml"/><Relationship Id="rId164" Type="http://schemas.openxmlformats.org/officeDocument/2006/relationships/customXml" Target="../ink/ink1714.xml"/><Relationship Id="rId371" Type="http://schemas.openxmlformats.org/officeDocument/2006/relationships/image" Target="../media/image1274.png"/><Relationship Id="rId26" Type="http://schemas.openxmlformats.org/officeDocument/2006/relationships/customXml" Target="../ink/ink1645.xml"/><Relationship Id="rId231" Type="http://schemas.openxmlformats.org/officeDocument/2006/relationships/image" Target="../media/image1198.png"/><Relationship Id="rId273" Type="http://schemas.openxmlformats.org/officeDocument/2006/relationships/image" Target="../media/image1222.png"/><Relationship Id="rId329" Type="http://schemas.openxmlformats.org/officeDocument/2006/relationships/image" Target="../media/image1251.png"/><Relationship Id="rId68" Type="http://schemas.openxmlformats.org/officeDocument/2006/relationships/customXml" Target="../ink/ink1666.xml"/><Relationship Id="rId133" Type="http://schemas.openxmlformats.org/officeDocument/2006/relationships/image" Target="../media/image1144.png"/><Relationship Id="rId175" Type="http://schemas.openxmlformats.org/officeDocument/2006/relationships/image" Target="../media/image1167.png"/><Relationship Id="rId340" Type="http://schemas.openxmlformats.org/officeDocument/2006/relationships/customXml" Target="../ink/ink180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70.png"/><Relationship Id="rId299" Type="http://schemas.openxmlformats.org/officeDocument/2006/relationships/image" Target="../media/image4521.png"/><Relationship Id="rId21" Type="http://schemas.openxmlformats.org/officeDocument/2006/relationships/image" Target="../media/image2190.png"/><Relationship Id="rId63" Type="http://schemas.openxmlformats.org/officeDocument/2006/relationships/image" Target="../media/image2400.png"/><Relationship Id="rId159" Type="http://schemas.openxmlformats.org/officeDocument/2006/relationships/image" Target="../media/image2880.png"/><Relationship Id="rId324" Type="http://schemas.openxmlformats.org/officeDocument/2006/relationships/customXml" Target="../ink/ink1987.xml"/><Relationship Id="rId366" Type="http://schemas.openxmlformats.org/officeDocument/2006/relationships/customXml" Target="../ink/ink2008.xml"/><Relationship Id="rId170" Type="http://schemas.openxmlformats.org/officeDocument/2006/relationships/customXml" Target="../ink/ink1910.xml"/><Relationship Id="rId226" Type="http://schemas.openxmlformats.org/officeDocument/2006/relationships/customXml" Target="../ink/ink1938.xml"/><Relationship Id="rId433" Type="http://schemas.openxmlformats.org/officeDocument/2006/relationships/image" Target="../media/image1354.png"/><Relationship Id="rId268" Type="http://schemas.openxmlformats.org/officeDocument/2006/relationships/customXml" Target="../ink/ink1959.xml"/><Relationship Id="rId32" Type="http://schemas.openxmlformats.org/officeDocument/2006/relationships/customXml" Target="../ink/ink1841.xml"/><Relationship Id="rId74" Type="http://schemas.openxmlformats.org/officeDocument/2006/relationships/customXml" Target="../ink/ink1862.xml"/><Relationship Id="rId128" Type="http://schemas.openxmlformats.org/officeDocument/2006/relationships/customXml" Target="../ink/ink1889.xml"/><Relationship Id="rId335" Type="http://schemas.openxmlformats.org/officeDocument/2006/relationships/image" Target="../media/image1299.png"/><Relationship Id="rId377" Type="http://schemas.openxmlformats.org/officeDocument/2006/relationships/image" Target="../media/image1323.png"/><Relationship Id="rId5" Type="http://schemas.openxmlformats.org/officeDocument/2006/relationships/image" Target="../media/image2110.png"/><Relationship Id="rId181" Type="http://schemas.openxmlformats.org/officeDocument/2006/relationships/image" Target="../media/image2990.png"/><Relationship Id="rId237" Type="http://schemas.openxmlformats.org/officeDocument/2006/relationships/image" Target="../media/image3270.png"/><Relationship Id="rId402" Type="http://schemas.openxmlformats.org/officeDocument/2006/relationships/customXml" Target="../ink/ink2026.xml"/><Relationship Id="rId279" Type="http://schemas.openxmlformats.org/officeDocument/2006/relationships/image" Target="../media/image3480.png"/><Relationship Id="rId444" Type="http://schemas.openxmlformats.org/officeDocument/2006/relationships/customXml" Target="../ink/ink2047.xml"/><Relationship Id="rId43" Type="http://schemas.openxmlformats.org/officeDocument/2006/relationships/image" Target="../media/image2300.png"/><Relationship Id="rId139" Type="http://schemas.openxmlformats.org/officeDocument/2006/relationships/image" Target="../media/image2780.png"/><Relationship Id="rId290" Type="http://schemas.openxmlformats.org/officeDocument/2006/relationships/customXml" Target="../ink/ink1970.xml"/><Relationship Id="rId304" Type="http://schemas.openxmlformats.org/officeDocument/2006/relationships/customXml" Target="../ink/ink1977.xml"/><Relationship Id="rId346" Type="http://schemas.openxmlformats.org/officeDocument/2006/relationships/customXml" Target="../ink/ink1998.xml"/><Relationship Id="rId388" Type="http://schemas.openxmlformats.org/officeDocument/2006/relationships/customXml" Target="../ink/ink2019.xml"/><Relationship Id="rId85" Type="http://schemas.openxmlformats.org/officeDocument/2006/relationships/image" Target="../media/image2510.png"/><Relationship Id="rId150" Type="http://schemas.openxmlformats.org/officeDocument/2006/relationships/customXml" Target="../ink/ink1900.xml"/><Relationship Id="rId192" Type="http://schemas.openxmlformats.org/officeDocument/2006/relationships/customXml" Target="../ink/ink1921.xml"/><Relationship Id="rId206" Type="http://schemas.openxmlformats.org/officeDocument/2006/relationships/customXml" Target="../ink/ink1928.xml"/><Relationship Id="rId413" Type="http://schemas.openxmlformats.org/officeDocument/2006/relationships/image" Target="../media/image1343.png"/><Relationship Id="rId248" Type="http://schemas.openxmlformats.org/officeDocument/2006/relationships/customXml" Target="../ink/ink1949.xml"/><Relationship Id="rId455" Type="http://schemas.openxmlformats.org/officeDocument/2006/relationships/image" Target="../media/image1365.png"/><Relationship Id="rId12" Type="http://schemas.openxmlformats.org/officeDocument/2006/relationships/customXml" Target="../ink/ink1831.xml"/><Relationship Id="rId108" Type="http://schemas.openxmlformats.org/officeDocument/2006/relationships/customXml" Target="../ink/ink1879.xml"/><Relationship Id="rId315" Type="http://schemas.openxmlformats.org/officeDocument/2006/relationships/image" Target="../media/image1288.png"/><Relationship Id="rId357" Type="http://schemas.openxmlformats.org/officeDocument/2006/relationships/image" Target="../media/image1312.png"/><Relationship Id="rId54" Type="http://schemas.openxmlformats.org/officeDocument/2006/relationships/customXml" Target="../ink/ink1852.xml"/><Relationship Id="rId96" Type="http://schemas.openxmlformats.org/officeDocument/2006/relationships/customXml" Target="../ink/ink1873.xml"/><Relationship Id="rId161" Type="http://schemas.openxmlformats.org/officeDocument/2006/relationships/image" Target="../media/image2890.png"/><Relationship Id="rId217" Type="http://schemas.openxmlformats.org/officeDocument/2006/relationships/image" Target="../media/image3170.png"/><Relationship Id="rId399" Type="http://schemas.openxmlformats.org/officeDocument/2006/relationships/image" Target="../media/image1335.png"/><Relationship Id="rId259" Type="http://schemas.openxmlformats.org/officeDocument/2006/relationships/image" Target="../media/image3380.png"/><Relationship Id="rId424" Type="http://schemas.openxmlformats.org/officeDocument/2006/relationships/customXml" Target="../ink/ink2037.xml"/><Relationship Id="rId466" Type="http://schemas.openxmlformats.org/officeDocument/2006/relationships/customXml" Target="../ink/ink2058.xml"/><Relationship Id="rId23" Type="http://schemas.openxmlformats.org/officeDocument/2006/relationships/image" Target="../media/image2200.png"/><Relationship Id="rId119" Type="http://schemas.openxmlformats.org/officeDocument/2006/relationships/image" Target="../media/image2680.png"/><Relationship Id="rId270" Type="http://schemas.openxmlformats.org/officeDocument/2006/relationships/customXml" Target="../ink/ink1960.xml"/><Relationship Id="rId326" Type="http://schemas.openxmlformats.org/officeDocument/2006/relationships/customXml" Target="../ink/ink1988.xml"/><Relationship Id="rId65" Type="http://schemas.openxmlformats.org/officeDocument/2006/relationships/image" Target="../media/image2410.png"/><Relationship Id="rId130" Type="http://schemas.openxmlformats.org/officeDocument/2006/relationships/customXml" Target="../ink/ink1890.xml"/><Relationship Id="rId368" Type="http://schemas.openxmlformats.org/officeDocument/2006/relationships/customXml" Target="../ink/ink2009.xml"/><Relationship Id="rId172" Type="http://schemas.openxmlformats.org/officeDocument/2006/relationships/customXml" Target="../ink/ink1911.xml"/><Relationship Id="rId228" Type="http://schemas.openxmlformats.org/officeDocument/2006/relationships/customXml" Target="../ink/ink1939.xml"/><Relationship Id="rId435" Type="http://schemas.openxmlformats.org/officeDocument/2006/relationships/image" Target="../media/image1355.png"/><Relationship Id="rId281" Type="http://schemas.openxmlformats.org/officeDocument/2006/relationships/image" Target="../media/image3490.png"/><Relationship Id="rId337" Type="http://schemas.openxmlformats.org/officeDocument/2006/relationships/image" Target="../media/image1301.png"/><Relationship Id="rId34" Type="http://schemas.openxmlformats.org/officeDocument/2006/relationships/customXml" Target="../ink/ink1842.xml"/><Relationship Id="rId76" Type="http://schemas.openxmlformats.org/officeDocument/2006/relationships/customXml" Target="../ink/ink1863.xml"/><Relationship Id="rId141" Type="http://schemas.openxmlformats.org/officeDocument/2006/relationships/image" Target="../media/image2790.png"/><Relationship Id="rId379" Type="http://schemas.openxmlformats.org/officeDocument/2006/relationships/image" Target="../media/image1324.png"/><Relationship Id="rId7" Type="http://schemas.openxmlformats.org/officeDocument/2006/relationships/image" Target="../media/image2120.png"/><Relationship Id="rId183" Type="http://schemas.openxmlformats.org/officeDocument/2006/relationships/image" Target="../media/image3000.png"/><Relationship Id="rId239" Type="http://schemas.openxmlformats.org/officeDocument/2006/relationships/image" Target="../media/image3280.png"/><Relationship Id="rId390" Type="http://schemas.openxmlformats.org/officeDocument/2006/relationships/customXml" Target="../ink/ink2020.xml"/><Relationship Id="rId404" Type="http://schemas.openxmlformats.org/officeDocument/2006/relationships/customXml" Target="../ink/ink2027.xml"/><Relationship Id="rId446" Type="http://schemas.openxmlformats.org/officeDocument/2006/relationships/customXml" Target="../ink/ink2048.xml"/><Relationship Id="rId250" Type="http://schemas.openxmlformats.org/officeDocument/2006/relationships/customXml" Target="../ink/ink1950.xml"/><Relationship Id="rId292" Type="http://schemas.openxmlformats.org/officeDocument/2006/relationships/customXml" Target="../ink/ink1971.xml"/><Relationship Id="rId306" Type="http://schemas.openxmlformats.org/officeDocument/2006/relationships/customXml" Target="../ink/ink1978.xml"/><Relationship Id="rId45" Type="http://schemas.openxmlformats.org/officeDocument/2006/relationships/image" Target="../media/image2310.png"/><Relationship Id="rId87" Type="http://schemas.openxmlformats.org/officeDocument/2006/relationships/image" Target="../media/image2520.png"/><Relationship Id="rId110" Type="http://schemas.openxmlformats.org/officeDocument/2006/relationships/customXml" Target="../ink/ink1880.xml"/><Relationship Id="rId348" Type="http://schemas.openxmlformats.org/officeDocument/2006/relationships/customXml" Target="../ink/ink1999.xml"/><Relationship Id="rId152" Type="http://schemas.openxmlformats.org/officeDocument/2006/relationships/customXml" Target="../ink/ink1901.xml"/><Relationship Id="rId194" Type="http://schemas.openxmlformats.org/officeDocument/2006/relationships/customXml" Target="../ink/ink1922.xml"/><Relationship Id="rId208" Type="http://schemas.openxmlformats.org/officeDocument/2006/relationships/customXml" Target="../ink/ink1929.xml"/><Relationship Id="rId415" Type="http://schemas.openxmlformats.org/officeDocument/2006/relationships/image" Target="../media/image1344.png"/><Relationship Id="rId457" Type="http://schemas.openxmlformats.org/officeDocument/2006/relationships/image" Target="../media/image1366.png"/><Relationship Id="rId261" Type="http://schemas.openxmlformats.org/officeDocument/2006/relationships/image" Target="../media/image3390.png"/><Relationship Id="rId14" Type="http://schemas.openxmlformats.org/officeDocument/2006/relationships/customXml" Target="../ink/ink1832.xml"/><Relationship Id="rId56" Type="http://schemas.openxmlformats.org/officeDocument/2006/relationships/customXml" Target="../ink/ink1853.xml"/><Relationship Id="rId317" Type="http://schemas.openxmlformats.org/officeDocument/2006/relationships/image" Target="../media/image1289.png"/><Relationship Id="rId359" Type="http://schemas.openxmlformats.org/officeDocument/2006/relationships/image" Target="../media/image1313.png"/><Relationship Id="rId98" Type="http://schemas.openxmlformats.org/officeDocument/2006/relationships/customXml" Target="../ink/ink1874.xml"/><Relationship Id="rId121" Type="http://schemas.openxmlformats.org/officeDocument/2006/relationships/image" Target="../media/image2690.png"/><Relationship Id="rId163" Type="http://schemas.openxmlformats.org/officeDocument/2006/relationships/image" Target="../media/image2900.png"/><Relationship Id="rId219" Type="http://schemas.openxmlformats.org/officeDocument/2006/relationships/image" Target="../media/image3180.png"/><Relationship Id="rId370" Type="http://schemas.openxmlformats.org/officeDocument/2006/relationships/customXml" Target="../ink/ink2010.xml"/><Relationship Id="rId426" Type="http://schemas.openxmlformats.org/officeDocument/2006/relationships/customXml" Target="../ink/ink2038.xml"/><Relationship Id="rId230" Type="http://schemas.openxmlformats.org/officeDocument/2006/relationships/customXml" Target="../ink/ink1940.xml"/><Relationship Id="rId468" Type="http://schemas.openxmlformats.org/officeDocument/2006/relationships/customXml" Target="../ink/ink2059.xml"/><Relationship Id="rId25" Type="http://schemas.openxmlformats.org/officeDocument/2006/relationships/image" Target="../media/image2210.png"/><Relationship Id="rId67" Type="http://schemas.openxmlformats.org/officeDocument/2006/relationships/image" Target="../media/image2420.png"/><Relationship Id="rId272" Type="http://schemas.openxmlformats.org/officeDocument/2006/relationships/customXml" Target="../ink/ink1961.xml"/><Relationship Id="rId328" Type="http://schemas.openxmlformats.org/officeDocument/2006/relationships/customXml" Target="../ink/ink1989.xml"/><Relationship Id="rId132" Type="http://schemas.openxmlformats.org/officeDocument/2006/relationships/customXml" Target="../ink/ink1891.xml"/><Relationship Id="rId174" Type="http://schemas.openxmlformats.org/officeDocument/2006/relationships/customXml" Target="../ink/ink1912.xml"/><Relationship Id="rId381" Type="http://schemas.openxmlformats.org/officeDocument/2006/relationships/image" Target="../media/image1325.png"/><Relationship Id="rId241" Type="http://schemas.openxmlformats.org/officeDocument/2006/relationships/image" Target="../media/image3290.png"/><Relationship Id="rId437" Type="http://schemas.openxmlformats.org/officeDocument/2006/relationships/image" Target="../media/image1356.png"/><Relationship Id="rId36" Type="http://schemas.openxmlformats.org/officeDocument/2006/relationships/customXml" Target="../ink/ink1843.xml"/><Relationship Id="rId283" Type="http://schemas.openxmlformats.org/officeDocument/2006/relationships/image" Target="../media/image3500.png"/><Relationship Id="rId339" Type="http://schemas.openxmlformats.org/officeDocument/2006/relationships/image" Target="../media/image1302.png"/><Relationship Id="rId78" Type="http://schemas.openxmlformats.org/officeDocument/2006/relationships/customXml" Target="../ink/ink1864.xml"/><Relationship Id="rId101" Type="http://schemas.openxmlformats.org/officeDocument/2006/relationships/image" Target="../media/image2590.png"/><Relationship Id="rId143" Type="http://schemas.openxmlformats.org/officeDocument/2006/relationships/image" Target="../media/image2800.png"/><Relationship Id="rId185" Type="http://schemas.openxmlformats.org/officeDocument/2006/relationships/image" Target="../media/image3010.png"/><Relationship Id="rId350" Type="http://schemas.openxmlformats.org/officeDocument/2006/relationships/customXml" Target="../ink/ink2000.xml"/><Relationship Id="rId406" Type="http://schemas.openxmlformats.org/officeDocument/2006/relationships/customXml" Target="../ink/ink2028.xml"/><Relationship Id="rId9" Type="http://schemas.openxmlformats.org/officeDocument/2006/relationships/image" Target="../media/image2130.png"/><Relationship Id="rId210" Type="http://schemas.openxmlformats.org/officeDocument/2006/relationships/customXml" Target="../ink/ink1930.xml"/><Relationship Id="rId392" Type="http://schemas.openxmlformats.org/officeDocument/2006/relationships/customXml" Target="../ink/ink2021.xml"/><Relationship Id="rId448" Type="http://schemas.openxmlformats.org/officeDocument/2006/relationships/customXml" Target="../ink/ink2049.xml"/><Relationship Id="rId252" Type="http://schemas.openxmlformats.org/officeDocument/2006/relationships/customXml" Target="../ink/ink1951.xml"/><Relationship Id="rId294" Type="http://schemas.openxmlformats.org/officeDocument/2006/relationships/customXml" Target="../ink/ink1972.xml"/><Relationship Id="rId308" Type="http://schemas.openxmlformats.org/officeDocument/2006/relationships/customXml" Target="../ink/ink1979.xml"/><Relationship Id="rId47" Type="http://schemas.openxmlformats.org/officeDocument/2006/relationships/image" Target="../media/image2320.png"/><Relationship Id="rId89" Type="http://schemas.openxmlformats.org/officeDocument/2006/relationships/image" Target="../media/image2530.png"/><Relationship Id="rId112" Type="http://schemas.openxmlformats.org/officeDocument/2006/relationships/customXml" Target="../ink/ink1881.xml"/><Relationship Id="rId154" Type="http://schemas.openxmlformats.org/officeDocument/2006/relationships/customXml" Target="../ink/ink1902.xml"/><Relationship Id="rId361" Type="http://schemas.openxmlformats.org/officeDocument/2006/relationships/image" Target="../media/image1314.png"/><Relationship Id="rId196" Type="http://schemas.openxmlformats.org/officeDocument/2006/relationships/customXml" Target="../ink/ink1923.xml"/><Relationship Id="rId417" Type="http://schemas.openxmlformats.org/officeDocument/2006/relationships/image" Target="../media/image1345.png"/><Relationship Id="rId459" Type="http://schemas.openxmlformats.org/officeDocument/2006/relationships/image" Target="../media/image1367.png"/><Relationship Id="rId16" Type="http://schemas.openxmlformats.org/officeDocument/2006/relationships/customXml" Target="../ink/ink1833.xml"/><Relationship Id="rId221" Type="http://schemas.openxmlformats.org/officeDocument/2006/relationships/image" Target="../media/image3190.png"/><Relationship Id="rId263" Type="http://schemas.openxmlformats.org/officeDocument/2006/relationships/image" Target="../media/image3400.png"/><Relationship Id="rId319" Type="http://schemas.openxmlformats.org/officeDocument/2006/relationships/image" Target="../media/image1291.png"/><Relationship Id="rId470" Type="http://schemas.openxmlformats.org/officeDocument/2006/relationships/customXml" Target="../ink/ink2060.xml"/><Relationship Id="rId58" Type="http://schemas.openxmlformats.org/officeDocument/2006/relationships/customXml" Target="../ink/ink1854.xml"/><Relationship Id="rId123" Type="http://schemas.openxmlformats.org/officeDocument/2006/relationships/image" Target="../media/image2700.png"/><Relationship Id="rId330" Type="http://schemas.openxmlformats.org/officeDocument/2006/relationships/customXml" Target="../ink/ink1990.xml"/><Relationship Id="rId165" Type="http://schemas.openxmlformats.org/officeDocument/2006/relationships/image" Target="../media/image2910.png"/><Relationship Id="rId372" Type="http://schemas.openxmlformats.org/officeDocument/2006/relationships/customXml" Target="../ink/ink2011.xml"/><Relationship Id="rId428" Type="http://schemas.openxmlformats.org/officeDocument/2006/relationships/customXml" Target="../ink/ink2039.xml"/><Relationship Id="rId232" Type="http://schemas.openxmlformats.org/officeDocument/2006/relationships/customXml" Target="../ink/ink1941.xml"/><Relationship Id="rId274" Type="http://schemas.openxmlformats.org/officeDocument/2006/relationships/customXml" Target="../ink/ink1962.xml"/><Relationship Id="rId27" Type="http://schemas.openxmlformats.org/officeDocument/2006/relationships/image" Target="../media/image2220.png"/><Relationship Id="rId69" Type="http://schemas.openxmlformats.org/officeDocument/2006/relationships/image" Target="../media/image2430.png"/><Relationship Id="rId134" Type="http://schemas.openxmlformats.org/officeDocument/2006/relationships/customXml" Target="../ink/ink1892.xml"/><Relationship Id="rId80" Type="http://schemas.openxmlformats.org/officeDocument/2006/relationships/customXml" Target="../ink/ink1865.xml"/><Relationship Id="rId176" Type="http://schemas.openxmlformats.org/officeDocument/2006/relationships/customXml" Target="../ink/ink1913.xml"/><Relationship Id="rId341" Type="http://schemas.openxmlformats.org/officeDocument/2006/relationships/image" Target="../media/image1303.png"/><Relationship Id="rId383" Type="http://schemas.openxmlformats.org/officeDocument/2006/relationships/image" Target="../media/image1326.png"/><Relationship Id="rId439" Type="http://schemas.openxmlformats.org/officeDocument/2006/relationships/image" Target="../media/image1357.png"/><Relationship Id="rId201" Type="http://schemas.openxmlformats.org/officeDocument/2006/relationships/image" Target="../media/image3090.png"/><Relationship Id="rId243" Type="http://schemas.openxmlformats.org/officeDocument/2006/relationships/image" Target="../media/image3300.png"/><Relationship Id="rId285" Type="http://schemas.openxmlformats.org/officeDocument/2006/relationships/image" Target="../media/image3510.png"/><Relationship Id="rId450" Type="http://schemas.openxmlformats.org/officeDocument/2006/relationships/customXml" Target="../ink/ink2050.xml"/><Relationship Id="rId38" Type="http://schemas.openxmlformats.org/officeDocument/2006/relationships/customXml" Target="../ink/ink1844.xml"/><Relationship Id="rId103" Type="http://schemas.openxmlformats.org/officeDocument/2006/relationships/image" Target="../media/image2600.png"/><Relationship Id="rId310" Type="http://schemas.openxmlformats.org/officeDocument/2006/relationships/customXml" Target="../ink/ink1980.xml"/><Relationship Id="rId91" Type="http://schemas.openxmlformats.org/officeDocument/2006/relationships/image" Target="../media/image2540.png"/><Relationship Id="rId145" Type="http://schemas.openxmlformats.org/officeDocument/2006/relationships/image" Target="../media/image2810.png"/><Relationship Id="rId187" Type="http://schemas.openxmlformats.org/officeDocument/2006/relationships/image" Target="../media/image3020.png"/><Relationship Id="rId352" Type="http://schemas.openxmlformats.org/officeDocument/2006/relationships/customXml" Target="../ink/ink2001.xml"/><Relationship Id="rId394" Type="http://schemas.openxmlformats.org/officeDocument/2006/relationships/customXml" Target="../ink/ink2022.xml"/><Relationship Id="rId408" Type="http://schemas.openxmlformats.org/officeDocument/2006/relationships/customXml" Target="../ink/ink2029.xml"/><Relationship Id="rId212" Type="http://schemas.openxmlformats.org/officeDocument/2006/relationships/customXml" Target="../ink/ink1931.xml"/><Relationship Id="rId254" Type="http://schemas.openxmlformats.org/officeDocument/2006/relationships/customXml" Target="../ink/ink1952.xml"/><Relationship Id="rId49" Type="http://schemas.openxmlformats.org/officeDocument/2006/relationships/image" Target="../media/image2330.png"/><Relationship Id="rId114" Type="http://schemas.openxmlformats.org/officeDocument/2006/relationships/customXml" Target="../ink/ink1882.xml"/><Relationship Id="rId296" Type="http://schemas.openxmlformats.org/officeDocument/2006/relationships/customXml" Target="../ink/ink1973.xml"/><Relationship Id="rId461" Type="http://schemas.openxmlformats.org/officeDocument/2006/relationships/image" Target="../media/image1368.png"/><Relationship Id="rId60" Type="http://schemas.openxmlformats.org/officeDocument/2006/relationships/customXml" Target="../ink/ink1855.xml"/><Relationship Id="rId156" Type="http://schemas.openxmlformats.org/officeDocument/2006/relationships/customXml" Target="../ink/ink1903.xml"/><Relationship Id="rId198" Type="http://schemas.openxmlformats.org/officeDocument/2006/relationships/customXml" Target="../ink/ink1924.xml"/><Relationship Id="rId321" Type="http://schemas.openxmlformats.org/officeDocument/2006/relationships/image" Target="../media/image1292.png"/><Relationship Id="rId363" Type="http://schemas.openxmlformats.org/officeDocument/2006/relationships/image" Target="../media/image1315.png"/><Relationship Id="rId419" Type="http://schemas.openxmlformats.org/officeDocument/2006/relationships/image" Target="../media/image1346.png"/><Relationship Id="rId223" Type="http://schemas.openxmlformats.org/officeDocument/2006/relationships/image" Target="../media/image3200.png"/><Relationship Id="rId430" Type="http://schemas.openxmlformats.org/officeDocument/2006/relationships/customXml" Target="../ink/ink2040.xml"/><Relationship Id="rId18" Type="http://schemas.openxmlformats.org/officeDocument/2006/relationships/customXml" Target="../ink/ink1834.xml"/><Relationship Id="rId265" Type="http://schemas.openxmlformats.org/officeDocument/2006/relationships/image" Target="../media/image3410.png"/><Relationship Id="rId472" Type="http://schemas.openxmlformats.org/officeDocument/2006/relationships/customXml" Target="../ink/ink2061.xml"/><Relationship Id="rId125" Type="http://schemas.openxmlformats.org/officeDocument/2006/relationships/image" Target="../media/image2710.png"/><Relationship Id="rId167" Type="http://schemas.openxmlformats.org/officeDocument/2006/relationships/image" Target="../media/image2920.png"/><Relationship Id="rId332" Type="http://schemas.openxmlformats.org/officeDocument/2006/relationships/customXml" Target="../ink/ink1991.xml"/><Relationship Id="rId374" Type="http://schemas.openxmlformats.org/officeDocument/2006/relationships/customXml" Target="../ink/ink2012.xml"/><Relationship Id="rId71" Type="http://schemas.openxmlformats.org/officeDocument/2006/relationships/image" Target="../media/image2440.png"/><Relationship Id="rId234" Type="http://schemas.openxmlformats.org/officeDocument/2006/relationships/customXml" Target="../ink/ink1942.xml"/><Relationship Id="rId2" Type="http://schemas.openxmlformats.org/officeDocument/2006/relationships/image" Target="../media/image1285.png"/><Relationship Id="rId29" Type="http://schemas.openxmlformats.org/officeDocument/2006/relationships/image" Target="../media/image2230.png"/><Relationship Id="rId276" Type="http://schemas.openxmlformats.org/officeDocument/2006/relationships/customXml" Target="../ink/ink1963.xml"/><Relationship Id="rId441" Type="http://schemas.openxmlformats.org/officeDocument/2006/relationships/image" Target="../media/image1358.png"/><Relationship Id="rId40" Type="http://schemas.openxmlformats.org/officeDocument/2006/relationships/customXml" Target="../ink/ink1845.xml"/><Relationship Id="rId136" Type="http://schemas.openxmlformats.org/officeDocument/2006/relationships/customXml" Target="../ink/ink1893.xml"/><Relationship Id="rId178" Type="http://schemas.openxmlformats.org/officeDocument/2006/relationships/customXml" Target="../ink/ink1914.xml"/><Relationship Id="rId301" Type="http://schemas.openxmlformats.org/officeDocument/2006/relationships/image" Target="../media/image4531.png"/><Relationship Id="rId343" Type="http://schemas.openxmlformats.org/officeDocument/2006/relationships/image" Target="../media/image1304.png"/><Relationship Id="rId82" Type="http://schemas.openxmlformats.org/officeDocument/2006/relationships/customXml" Target="../ink/ink1866.xml"/><Relationship Id="rId203" Type="http://schemas.openxmlformats.org/officeDocument/2006/relationships/image" Target="../media/image3100.png"/><Relationship Id="rId385" Type="http://schemas.openxmlformats.org/officeDocument/2006/relationships/image" Target="../media/image1327.png"/><Relationship Id="rId245" Type="http://schemas.openxmlformats.org/officeDocument/2006/relationships/image" Target="../media/image3310.png"/><Relationship Id="rId287" Type="http://schemas.openxmlformats.org/officeDocument/2006/relationships/image" Target="../media/image3520.png"/><Relationship Id="rId410" Type="http://schemas.openxmlformats.org/officeDocument/2006/relationships/customXml" Target="../ink/ink2030.xml"/><Relationship Id="rId452" Type="http://schemas.openxmlformats.org/officeDocument/2006/relationships/customXml" Target="../ink/ink2051.xml"/><Relationship Id="rId30" Type="http://schemas.openxmlformats.org/officeDocument/2006/relationships/customXml" Target="../ink/ink1840.xml"/><Relationship Id="rId105" Type="http://schemas.openxmlformats.org/officeDocument/2006/relationships/image" Target="../media/image2610.png"/><Relationship Id="rId126" Type="http://schemas.openxmlformats.org/officeDocument/2006/relationships/customXml" Target="../ink/ink1888.xml"/><Relationship Id="rId147" Type="http://schemas.openxmlformats.org/officeDocument/2006/relationships/image" Target="../media/image2820.png"/><Relationship Id="rId168" Type="http://schemas.openxmlformats.org/officeDocument/2006/relationships/customXml" Target="../ink/ink1909.xml"/><Relationship Id="rId312" Type="http://schemas.openxmlformats.org/officeDocument/2006/relationships/customXml" Target="../ink/ink1981.xml"/><Relationship Id="rId333" Type="http://schemas.openxmlformats.org/officeDocument/2006/relationships/image" Target="../media/image1298.png"/><Relationship Id="rId354" Type="http://schemas.openxmlformats.org/officeDocument/2006/relationships/customXml" Target="../ink/ink2002.xml"/><Relationship Id="rId51" Type="http://schemas.openxmlformats.org/officeDocument/2006/relationships/image" Target="../media/image2340.png"/><Relationship Id="rId72" Type="http://schemas.openxmlformats.org/officeDocument/2006/relationships/customXml" Target="../ink/ink1861.xml"/><Relationship Id="rId93" Type="http://schemas.openxmlformats.org/officeDocument/2006/relationships/image" Target="../media/image2550.png"/><Relationship Id="rId189" Type="http://schemas.openxmlformats.org/officeDocument/2006/relationships/image" Target="../media/image3030.png"/><Relationship Id="rId375" Type="http://schemas.openxmlformats.org/officeDocument/2006/relationships/image" Target="../media/image1322.png"/><Relationship Id="rId396" Type="http://schemas.openxmlformats.org/officeDocument/2006/relationships/customXml" Target="../ink/ink2023.xml"/><Relationship Id="rId3" Type="http://schemas.openxmlformats.org/officeDocument/2006/relationships/image" Target="../media/image1286.png"/><Relationship Id="rId214" Type="http://schemas.openxmlformats.org/officeDocument/2006/relationships/customXml" Target="../ink/ink1932.xml"/><Relationship Id="rId235" Type="http://schemas.openxmlformats.org/officeDocument/2006/relationships/image" Target="../media/image3260.png"/><Relationship Id="rId256" Type="http://schemas.openxmlformats.org/officeDocument/2006/relationships/customXml" Target="../ink/ink1953.xml"/><Relationship Id="rId277" Type="http://schemas.openxmlformats.org/officeDocument/2006/relationships/image" Target="../media/image3470.png"/><Relationship Id="rId298" Type="http://schemas.openxmlformats.org/officeDocument/2006/relationships/customXml" Target="../ink/ink1974.xml"/><Relationship Id="rId400" Type="http://schemas.openxmlformats.org/officeDocument/2006/relationships/customXml" Target="../ink/ink2025.xml"/><Relationship Id="rId421" Type="http://schemas.openxmlformats.org/officeDocument/2006/relationships/image" Target="../media/image1347.png"/><Relationship Id="rId442" Type="http://schemas.openxmlformats.org/officeDocument/2006/relationships/customXml" Target="../ink/ink2046.xml"/><Relationship Id="rId463" Type="http://schemas.openxmlformats.org/officeDocument/2006/relationships/image" Target="../media/image1369.png"/><Relationship Id="rId116" Type="http://schemas.openxmlformats.org/officeDocument/2006/relationships/customXml" Target="../ink/ink1883.xml"/><Relationship Id="rId137" Type="http://schemas.openxmlformats.org/officeDocument/2006/relationships/image" Target="../media/image2770.png"/><Relationship Id="rId158" Type="http://schemas.openxmlformats.org/officeDocument/2006/relationships/customXml" Target="../ink/ink1904.xml"/><Relationship Id="rId302" Type="http://schemas.openxmlformats.org/officeDocument/2006/relationships/customXml" Target="../ink/ink1976.xml"/><Relationship Id="rId323" Type="http://schemas.openxmlformats.org/officeDocument/2006/relationships/image" Target="../media/image1293.png"/><Relationship Id="rId344" Type="http://schemas.openxmlformats.org/officeDocument/2006/relationships/customXml" Target="../ink/ink1997.xml"/><Relationship Id="rId20" Type="http://schemas.openxmlformats.org/officeDocument/2006/relationships/customXml" Target="../ink/ink1835.xml"/><Relationship Id="rId41" Type="http://schemas.openxmlformats.org/officeDocument/2006/relationships/image" Target="../media/image2290.png"/><Relationship Id="rId62" Type="http://schemas.openxmlformats.org/officeDocument/2006/relationships/customXml" Target="../ink/ink1856.xml"/><Relationship Id="rId83" Type="http://schemas.openxmlformats.org/officeDocument/2006/relationships/image" Target="../media/image2500.png"/><Relationship Id="rId179" Type="http://schemas.openxmlformats.org/officeDocument/2006/relationships/image" Target="../media/image2980.png"/><Relationship Id="rId365" Type="http://schemas.openxmlformats.org/officeDocument/2006/relationships/image" Target="../media/image1316.png"/><Relationship Id="rId386" Type="http://schemas.openxmlformats.org/officeDocument/2006/relationships/customXml" Target="../ink/ink2018.xml"/><Relationship Id="rId190" Type="http://schemas.openxmlformats.org/officeDocument/2006/relationships/customXml" Target="../ink/ink1920.xml"/><Relationship Id="rId204" Type="http://schemas.openxmlformats.org/officeDocument/2006/relationships/customXml" Target="../ink/ink1927.xml"/><Relationship Id="rId225" Type="http://schemas.openxmlformats.org/officeDocument/2006/relationships/image" Target="../media/image3210.png"/><Relationship Id="rId246" Type="http://schemas.openxmlformats.org/officeDocument/2006/relationships/customXml" Target="../ink/ink1948.xml"/><Relationship Id="rId267" Type="http://schemas.openxmlformats.org/officeDocument/2006/relationships/image" Target="../media/image3420.png"/><Relationship Id="rId288" Type="http://schemas.openxmlformats.org/officeDocument/2006/relationships/customXml" Target="../ink/ink1969.xml"/><Relationship Id="rId411" Type="http://schemas.openxmlformats.org/officeDocument/2006/relationships/image" Target="../media/image1342.png"/><Relationship Id="rId432" Type="http://schemas.openxmlformats.org/officeDocument/2006/relationships/customXml" Target="../ink/ink2041.xml"/><Relationship Id="rId453" Type="http://schemas.openxmlformats.org/officeDocument/2006/relationships/image" Target="../media/image1364.png"/><Relationship Id="rId106" Type="http://schemas.openxmlformats.org/officeDocument/2006/relationships/customXml" Target="../ink/ink1878.xml"/><Relationship Id="rId127" Type="http://schemas.openxmlformats.org/officeDocument/2006/relationships/image" Target="../media/image2720.png"/><Relationship Id="rId313" Type="http://schemas.openxmlformats.org/officeDocument/2006/relationships/image" Target="../media/image1287.png"/><Relationship Id="rId10" Type="http://schemas.openxmlformats.org/officeDocument/2006/relationships/customXml" Target="../ink/ink1830.xml"/><Relationship Id="rId31" Type="http://schemas.openxmlformats.org/officeDocument/2006/relationships/image" Target="../media/image2240.png"/><Relationship Id="rId52" Type="http://schemas.openxmlformats.org/officeDocument/2006/relationships/customXml" Target="../ink/ink1851.xml"/><Relationship Id="rId73" Type="http://schemas.openxmlformats.org/officeDocument/2006/relationships/image" Target="../media/image2450.png"/><Relationship Id="rId94" Type="http://schemas.openxmlformats.org/officeDocument/2006/relationships/customXml" Target="../ink/ink1872.xml"/><Relationship Id="rId148" Type="http://schemas.openxmlformats.org/officeDocument/2006/relationships/customXml" Target="../ink/ink1899.xml"/><Relationship Id="rId169" Type="http://schemas.openxmlformats.org/officeDocument/2006/relationships/image" Target="../media/image2930.png"/><Relationship Id="rId334" Type="http://schemas.openxmlformats.org/officeDocument/2006/relationships/customXml" Target="../ink/ink1992.xml"/><Relationship Id="rId355" Type="http://schemas.openxmlformats.org/officeDocument/2006/relationships/image" Target="../media/image1311.png"/><Relationship Id="rId376" Type="http://schemas.openxmlformats.org/officeDocument/2006/relationships/customXml" Target="../ink/ink2013.xml"/><Relationship Id="rId397" Type="http://schemas.openxmlformats.org/officeDocument/2006/relationships/image" Target="../media/image1334.png"/><Relationship Id="rId4" Type="http://schemas.openxmlformats.org/officeDocument/2006/relationships/customXml" Target="../ink/ink1827.xml"/><Relationship Id="rId180" Type="http://schemas.openxmlformats.org/officeDocument/2006/relationships/customXml" Target="../ink/ink1915.xml"/><Relationship Id="rId215" Type="http://schemas.openxmlformats.org/officeDocument/2006/relationships/image" Target="../media/image3160.png"/><Relationship Id="rId236" Type="http://schemas.openxmlformats.org/officeDocument/2006/relationships/customXml" Target="../ink/ink1943.xml"/><Relationship Id="rId257" Type="http://schemas.openxmlformats.org/officeDocument/2006/relationships/image" Target="../media/image3370.png"/><Relationship Id="rId278" Type="http://schemas.openxmlformats.org/officeDocument/2006/relationships/customXml" Target="../ink/ink1964.xml"/><Relationship Id="rId401" Type="http://schemas.openxmlformats.org/officeDocument/2006/relationships/image" Target="../media/image1336.png"/><Relationship Id="rId422" Type="http://schemas.openxmlformats.org/officeDocument/2006/relationships/customXml" Target="../ink/ink2036.xml"/><Relationship Id="rId443" Type="http://schemas.openxmlformats.org/officeDocument/2006/relationships/image" Target="../media/image1359.png"/><Relationship Id="rId464" Type="http://schemas.openxmlformats.org/officeDocument/2006/relationships/customXml" Target="../ink/ink2057.xml"/><Relationship Id="rId303" Type="http://schemas.openxmlformats.org/officeDocument/2006/relationships/image" Target="../media/image4541.png"/><Relationship Id="rId42" Type="http://schemas.openxmlformats.org/officeDocument/2006/relationships/customXml" Target="../ink/ink1846.xml"/><Relationship Id="rId84" Type="http://schemas.openxmlformats.org/officeDocument/2006/relationships/customXml" Target="../ink/ink1867.xml"/><Relationship Id="rId138" Type="http://schemas.openxmlformats.org/officeDocument/2006/relationships/customXml" Target="../ink/ink1894.xml"/><Relationship Id="rId345" Type="http://schemas.openxmlformats.org/officeDocument/2006/relationships/image" Target="../media/image1305.png"/><Relationship Id="rId387" Type="http://schemas.openxmlformats.org/officeDocument/2006/relationships/image" Target="../media/image1328.png"/><Relationship Id="rId191" Type="http://schemas.openxmlformats.org/officeDocument/2006/relationships/image" Target="../media/image3040.png"/><Relationship Id="rId205" Type="http://schemas.openxmlformats.org/officeDocument/2006/relationships/image" Target="../media/image3110.png"/><Relationship Id="rId247" Type="http://schemas.openxmlformats.org/officeDocument/2006/relationships/image" Target="../media/image3320.png"/><Relationship Id="rId412" Type="http://schemas.openxmlformats.org/officeDocument/2006/relationships/customXml" Target="../ink/ink2031.xml"/><Relationship Id="rId107" Type="http://schemas.openxmlformats.org/officeDocument/2006/relationships/image" Target="../media/image2620.png"/><Relationship Id="rId289" Type="http://schemas.openxmlformats.org/officeDocument/2006/relationships/image" Target="../media/image4471.png"/><Relationship Id="rId454" Type="http://schemas.openxmlformats.org/officeDocument/2006/relationships/customXml" Target="../ink/ink2052.xml"/><Relationship Id="rId11" Type="http://schemas.openxmlformats.org/officeDocument/2006/relationships/image" Target="../media/image2140.png"/><Relationship Id="rId53" Type="http://schemas.openxmlformats.org/officeDocument/2006/relationships/image" Target="../media/image2350.png"/><Relationship Id="rId149" Type="http://schemas.openxmlformats.org/officeDocument/2006/relationships/image" Target="../media/image2830.png"/><Relationship Id="rId314" Type="http://schemas.openxmlformats.org/officeDocument/2006/relationships/customXml" Target="../ink/ink1982.xml"/><Relationship Id="rId356" Type="http://schemas.openxmlformats.org/officeDocument/2006/relationships/customXml" Target="../ink/ink2003.xml"/><Relationship Id="rId398" Type="http://schemas.openxmlformats.org/officeDocument/2006/relationships/customXml" Target="../ink/ink2024.xml"/><Relationship Id="rId95" Type="http://schemas.openxmlformats.org/officeDocument/2006/relationships/image" Target="../media/image2560.png"/><Relationship Id="rId160" Type="http://schemas.openxmlformats.org/officeDocument/2006/relationships/customXml" Target="../ink/ink1905.xml"/><Relationship Id="rId216" Type="http://schemas.openxmlformats.org/officeDocument/2006/relationships/customXml" Target="../ink/ink1933.xml"/><Relationship Id="rId423" Type="http://schemas.openxmlformats.org/officeDocument/2006/relationships/image" Target="../media/image1348.png"/><Relationship Id="rId258" Type="http://schemas.openxmlformats.org/officeDocument/2006/relationships/customXml" Target="../ink/ink1954.xml"/><Relationship Id="rId465" Type="http://schemas.openxmlformats.org/officeDocument/2006/relationships/image" Target="../media/image1371.png"/><Relationship Id="rId22" Type="http://schemas.openxmlformats.org/officeDocument/2006/relationships/customXml" Target="../ink/ink1836.xml"/><Relationship Id="rId64" Type="http://schemas.openxmlformats.org/officeDocument/2006/relationships/customXml" Target="../ink/ink1857.xml"/><Relationship Id="rId118" Type="http://schemas.openxmlformats.org/officeDocument/2006/relationships/customXml" Target="../ink/ink1884.xml"/><Relationship Id="rId325" Type="http://schemas.openxmlformats.org/officeDocument/2006/relationships/image" Target="../media/image1294.png"/><Relationship Id="rId367" Type="http://schemas.openxmlformats.org/officeDocument/2006/relationships/image" Target="../media/image1317.png"/><Relationship Id="rId171" Type="http://schemas.openxmlformats.org/officeDocument/2006/relationships/image" Target="../media/image2940.png"/><Relationship Id="rId227" Type="http://schemas.openxmlformats.org/officeDocument/2006/relationships/image" Target="../media/image3220.png"/><Relationship Id="rId269" Type="http://schemas.openxmlformats.org/officeDocument/2006/relationships/image" Target="../media/image3430.png"/><Relationship Id="rId434" Type="http://schemas.openxmlformats.org/officeDocument/2006/relationships/customXml" Target="../ink/ink2042.xml"/><Relationship Id="rId33" Type="http://schemas.openxmlformats.org/officeDocument/2006/relationships/image" Target="../media/image2250.png"/><Relationship Id="rId129" Type="http://schemas.openxmlformats.org/officeDocument/2006/relationships/image" Target="../media/image2730.png"/><Relationship Id="rId280" Type="http://schemas.openxmlformats.org/officeDocument/2006/relationships/customXml" Target="../ink/ink1965.xml"/><Relationship Id="rId336" Type="http://schemas.openxmlformats.org/officeDocument/2006/relationships/customXml" Target="../ink/ink1993.xml"/><Relationship Id="rId75" Type="http://schemas.openxmlformats.org/officeDocument/2006/relationships/image" Target="../media/image2460.png"/><Relationship Id="rId140" Type="http://schemas.openxmlformats.org/officeDocument/2006/relationships/customXml" Target="../ink/ink1895.xml"/><Relationship Id="rId182" Type="http://schemas.openxmlformats.org/officeDocument/2006/relationships/customXml" Target="../ink/ink1916.xml"/><Relationship Id="rId378" Type="http://schemas.openxmlformats.org/officeDocument/2006/relationships/customXml" Target="../ink/ink2014.xml"/><Relationship Id="rId403" Type="http://schemas.openxmlformats.org/officeDocument/2006/relationships/image" Target="../media/image1337.png"/><Relationship Id="rId6" Type="http://schemas.openxmlformats.org/officeDocument/2006/relationships/customXml" Target="../ink/ink1828.xml"/><Relationship Id="rId238" Type="http://schemas.openxmlformats.org/officeDocument/2006/relationships/customXml" Target="../ink/ink1944.xml"/><Relationship Id="rId445" Type="http://schemas.openxmlformats.org/officeDocument/2006/relationships/image" Target="../media/image1360.png"/><Relationship Id="rId291" Type="http://schemas.openxmlformats.org/officeDocument/2006/relationships/image" Target="../media/image4481.png"/><Relationship Id="rId305" Type="http://schemas.openxmlformats.org/officeDocument/2006/relationships/image" Target="../media/image4551.png"/><Relationship Id="rId347" Type="http://schemas.openxmlformats.org/officeDocument/2006/relationships/image" Target="../media/image1306.png"/><Relationship Id="rId44" Type="http://schemas.openxmlformats.org/officeDocument/2006/relationships/customXml" Target="../ink/ink1847.xml"/><Relationship Id="rId86" Type="http://schemas.openxmlformats.org/officeDocument/2006/relationships/customXml" Target="../ink/ink1868.xml"/><Relationship Id="rId151" Type="http://schemas.openxmlformats.org/officeDocument/2006/relationships/image" Target="../media/image2840.png"/><Relationship Id="rId389" Type="http://schemas.openxmlformats.org/officeDocument/2006/relationships/image" Target="../media/image1329.png"/><Relationship Id="rId193" Type="http://schemas.openxmlformats.org/officeDocument/2006/relationships/image" Target="../media/image3050.png"/><Relationship Id="rId207" Type="http://schemas.openxmlformats.org/officeDocument/2006/relationships/image" Target="../media/image3120.png"/><Relationship Id="rId249" Type="http://schemas.openxmlformats.org/officeDocument/2006/relationships/image" Target="../media/image3330.png"/><Relationship Id="rId414" Type="http://schemas.openxmlformats.org/officeDocument/2006/relationships/customXml" Target="../ink/ink2032.xml"/><Relationship Id="rId456" Type="http://schemas.openxmlformats.org/officeDocument/2006/relationships/customXml" Target="../ink/ink2053.xml"/><Relationship Id="rId13" Type="http://schemas.openxmlformats.org/officeDocument/2006/relationships/image" Target="../media/image2150.png"/><Relationship Id="rId109" Type="http://schemas.openxmlformats.org/officeDocument/2006/relationships/image" Target="../media/image2630.png"/><Relationship Id="rId260" Type="http://schemas.openxmlformats.org/officeDocument/2006/relationships/customXml" Target="../ink/ink1955.xml"/><Relationship Id="rId316" Type="http://schemas.openxmlformats.org/officeDocument/2006/relationships/customXml" Target="../ink/ink1983.xml"/><Relationship Id="rId55" Type="http://schemas.openxmlformats.org/officeDocument/2006/relationships/image" Target="../media/image2360.png"/><Relationship Id="rId97" Type="http://schemas.openxmlformats.org/officeDocument/2006/relationships/image" Target="../media/image2570.png"/><Relationship Id="rId120" Type="http://schemas.openxmlformats.org/officeDocument/2006/relationships/customXml" Target="../ink/ink1885.xml"/><Relationship Id="rId358" Type="http://schemas.openxmlformats.org/officeDocument/2006/relationships/customXml" Target="../ink/ink2004.xml"/><Relationship Id="rId162" Type="http://schemas.openxmlformats.org/officeDocument/2006/relationships/customXml" Target="../ink/ink1906.xml"/><Relationship Id="rId218" Type="http://schemas.openxmlformats.org/officeDocument/2006/relationships/customXml" Target="../ink/ink1934.xml"/><Relationship Id="rId425" Type="http://schemas.openxmlformats.org/officeDocument/2006/relationships/image" Target="../media/image1349.png"/><Relationship Id="rId467" Type="http://schemas.openxmlformats.org/officeDocument/2006/relationships/image" Target="../media/image1372.png"/><Relationship Id="rId271" Type="http://schemas.openxmlformats.org/officeDocument/2006/relationships/image" Target="../media/image3440.png"/><Relationship Id="rId24" Type="http://schemas.openxmlformats.org/officeDocument/2006/relationships/customXml" Target="../ink/ink1837.xml"/><Relationship Id="rId66" Type="http://schemas.openxmlformats.org/officeDocument/2006/relationships/customXml" Target="../ink/ink1858.xml"/><Relationship Id="rId131" Type="http://schemas.openxmlformats.org/officeDocument/2006/relationships/image" Target="../media/image2740.png"/><Relationship Id="rId327" Type="http://schemas.openxmlformats.org/officeDocument/2006/relationships/image" Target="../media/image1295.png"/><Relationship Id="rId369" Type="http://schemas.openxmlformats.org/officeDocument/2006/relationships/image" Target="../media/image1318.png"/><Relationship Id="rId173" Type="http://schemas.openxmlformats.org/officeDocument/2006/relationships/image" Target="../media/image2950.png"/><Relationship Id="rId229" Type="http://schemas.openxmlformats.org/officeDocument/2006/relationships/image" Target="../media/image3230.png"/><Relationship Id="rId380" Type="http://schemas.openxmlformats.org/officeDocument/2006/relationships/customXml" Target="../ink/ink2015.xml"/><Relationship Id="rId436" Type="http://schemas.openxmlformats.org/officeDocument/2006/relationships/customXml" Target="../ink/ink2043.xml"/><Relationship Id="rId240" Type="http://schemas.openxmlformats.org/officeDocument/2006/relationships/customXml" Target="../ink/ink1945.xml"/><Relationship Id="rId35" Type="http://schemas.openxmlformats.org/officeDocument/2006/relationships/image" Target="../media/image2260.png"/><Relationship Id="rId77" Type="http://schemas.openxmlformats.org/officeDocument/2006/relationships/image" Target="../media/image2470.png"/><Relationship Id="rId100" Type="http://schemas.openxmlformats.org/officeDocument/2006/relationships/customXml" Target="../ink/ink1875.xml"/><Relationship Id="rId282" Type="http://schemas.openxmlformats.org/officeDocument/2006/relationships/customXml" Target="../ink/ink1966.xml"/><Relationship Id="rId338" Type="http://schemas.openxmlformats.org/officeDocument/2006/relationships/customXml" Target="../ink/ink1994.xml"/><Relationship Id="rId8" Type="http://schemas.openxmlformats.org/officeDocument/2006/relationships/customXml" Target="../ink/ink1829.xml"/><Relationship Id="rId142" Type="http://schemas.openxmlformats.org/officeDocument/2006/relationships/customXml" Target="../ink/ink1896.xml"/><Relationship Id="rId184" Type="http://schemas.openxmlformats.org/officeDocument/2006/relationships/customXml" Target="../ink/ink1917.xml"/><Relationship Id="rId391" Type="http://schemas.openxmlformats.org/officeDocument/2006/relationships/image" Target="../media/image1331.png"/><Relationship Id="rId405" Type="http://schemas.openxmlformats.org/officeDocument/2006/relationships/image" Target="../media/image1338.png"/><Relationship Id="rId447" Type="http://schemas.openxmlformats.org/officeDocument/2006/relationships/image" Target="../media/image1361.png"/><Relationship Id="rId251" Type="http://schemas.openxmlformats.org/officeDocument/2006/relationships/image" Target="../media/image3340.png"/><Relationship Id="rId46" Type="http://schemas.openxmlformats.org/officeDocument/2006/relationships/customXml" Target="../ink/ink1848.xml"/><Relationship Id="rId293" Type="http://schemas.openxmlformats.org/officeDocument/2006/relationships/image" Target="../media/image4491.png"/><Relationship Id="rId307" Type="http://schemas.openxmlformats.org/officeDocument/2006/relationships/image" Target="../media/image4561.png"/><Relationship Id="rId349" Type="http://schemas.openxmlformats.org/officeDocument/2006/relationships/image" Target="../media/image1307.png"/><Relationship Id="rId88" Type="http://schemas.openxmlformats.org/officeDocument/2006/relationships/customXml" Target="../ink/ink1869.xml"/><Relationship Id="rId111" Type="http://schemas.openxmlformats.org/officeDocument/2006/relationships/image" Target="../media/image2640.png"/><Relationship Id="rId153" Type="http://schemas.openxmlformats.org/officeDocument/2006/relationships/image" Target="../media/image2850.png"/><Relationship Id="rId195" Type="http://schemas.openxmlformats.org/officeDocument/2006/relationships/image" Target="../media/image3060.png"/><Relationship Id="rId209" Type="http://schemas.openxmlformats.org/officeDocument/2006/relationships/image" Target="../media/image3130.png"/><Relationship Id="rId360" Type="http://schemas.openxmlformats.org/officeDocument/2006/relationships/customXml" Target="../ink/ink2005.xml"/><Relationship Id="rId416" Type="http://schemas.openxmlformats.org/officeDocument/2006/relationships/customXml" Target="../ink/ink2033.xml"/><Relationship Id="rId220" Type="http://schemas.openxmlformats.org/officeDocument/2006/relationships/customXml" Target="../ink/ink1935.xml"/><Relationship Id="rId458" Type="http://schemas.openxmlformats.org/officeDocument/2006/relationships/customXml" Target="../ink/ink2054.xml"/><Relationship Id="rId15" Type="http://schemas.openxmlformats.org/officeDocument/2006/relationships/image" Target="../media/image2160.png"/><Relationship Id="rId57" Type="http://schemas.openxmlformats.org/officeDocument/2006/relationships/image" Target="../media/image2370.png"/><Relationship Id="rId262" Type="http://schemas.openxmlformats.org/officeDocument/2006/relationships/customXml" Target="../ink/ink1956.xml"/><Relationship Id="rId318" Type="http://schemas.openxmlformats.org/officeDocument/2006/relationships/customXml" Target="../ink/ink1984.xml"/><Relationship Id="rId99" Type="http://schemas.openxmlformats.org/officeDocument/2006/relationships/image" Target="../media/image2580.png"/><Relationship Id="rId122" Type="http://schemas.openxmlformats.org/officeDocument/2006/relationships/customXml" Target="../ink/ink1886.xml"/><Relationship Id="rId164" Type="http://schemas.openxmlformats.org/officeDocument/2006/relationships/customXml" Target="../ink/ink1907.xml"/><Relationship Id="rId371" Type="http://schemas.openxmlformats.org/officeDocument/2006/relationships/image" Target="../media/image1319.png"/><Relationship Id="rId427" Type="http://schemas.openxmlformats.org/officeDocument/2006/relationships/image" Target="../media/image1351.png"/><Relationship Id="rId469" Type="http://schemas.openxmlformats.org/officeDocument/2006/relationships/image" Target="../media/image1373.png"/><Relationship Id="rId26" Type="http://schemas.openxmlformats.org/officeDocument/2006/relationships/customXml" Target="../ink/ink1838.xml"/><Relationship Id="rId231" Type="http://schemas.openxmlformats.org/officeDocument/2006/relationships/image" Target="../media/image3240.png"/><Relationship Id="rId273" Type="http://schemas.openxmlformats.org/officeDocument/2006/relationships/image" Target="../media/image3450.png"/><Relationship Id="rId329" Type="http://schemas.openxmlformats.org/officeDocument/2006/relationships/image" Target="../media/image1296.png"/><Relationship Id="rId68" Type="http://schemas.openxmlformats.org/officeDocument/2006/relationships/customXml" Target="../ink/ink1859.xml"/><Relationship Id="rId133" Type="http://schemas.openxmlformats.org/officeDocument/2006/relationships/image" Target="../media/image2750.png"/><Relationship Id="rId175" Type="http://schemas.openxmlformats.org/officeDocument/2006/relationships/image" Target="../media/image2960.png"/><Relationship Id="rId340" Type="http://schemas.openxmlformats.org/officeDocument/2006/relationships/customXml" Target="../ink/ink1995.xml"/><Relationship Id="rId200" Type="http://schemas.openxmlformats.org/officeDocument/2006/relationships/customXml" Target="../ink/ink1925.xml"/><Relationship Id="rId382" Type="http://schemas.openxmlformats.org/officeDocument/2006/relationships/customXml" Target="../ink/ink2016.xml"/><Relationship Id="rId438" Type="http://schemas.openxmlformats.org/officeDocument/2006/relationships/customXml" Target="../ink/ink2044.xml"/><Relationship Id="rId242" Type="http://schemas.openxmlformats.org/officeDocument/2006/relationships/customXml" Target="../ink/ink1946.xml"/><Relationship Id="rId284" Type="http://schemas.openxmlformats.org/officeDocument/2006/relationships/customXml" Target="../ink/ink1967.xml"/><Relationship Id="rId37" Type="http://schemas.openxmlformats.org/officeDocument/2006/relationships/image" Target="../media/image2270.png"/><Relationship Id="rId79" Type="http://schemas.openxmlformats.org/officeDocument/2006/relationships/image" Target="../media/image2480.png"/><Relationship Id="rId102" Type="http://schemas.openxmlformats.org/officeDocument/2006/relationships/customXml" Target="../ink/ink1876.xml"/><Relationship Id="rId144" Type="http://schemas.openxmlformats.org/officeDocument/2006/relationships/customXml" Target="../ink/ink1897.xml"/><Relationship Id="rId90" Type="http://schemas.openxmlformats.org/officeDocument/2006/relationships/customXml" Target="../ink/ink1870.xml"/><Relationship Id="rId186" Type="http://schemas.openxmlformats.org/officeDocument/2006/relationships/customXml" Target="../ink/ink1918.xml"/><Relationship Id="rId351" Type="http://schemas.openxmlformats.org/officeDocument/2006/relationships/image" Target="../media/image1308.png"/><Relationship Id="rId393" Type="http://schemas.openxmlformats.org/officeDocument/2006/relationships/image" Target="../media/image1332.png"/><Relationship Id="rId407" Type="http://schemas.openxmlformats.org/officeDocument/2006/relationships/image" Target="../media/image1339.png"/><Relationship Id="rId449" Type="http://schemas.openxmlformats.org/officeDocument/2006/relationships/image" Target="../media/image1362.png"/><Relationship Id="rId211" Type="http://schemas.openxmlformats.org/officeDocument/2006/relationships/image" Target="../media/image3140.png"/><Relationship Id="rId253" Type="http://schemas.openxmlformats.org/officeDocument/2006/relationships/image" Target="../media/image3350.png"/><Relationship Id="rId295" Type="http://schemas.openxmlformats.org/officeDocument/2006/relationships/image" Target="../media/image4501.png"/><Relationship Id="rId309" Type="http://schemas.openxmlformats.org/officeDocument/2006/relationships/image" Target="../media/image4571.png"/><Relationship Id="rId460" Type="http://schemas.openxmlformats.org/officeDocument/2006/relationships/customXml" Target="../ink/ink2055.xml"/><Relationship Id="rId48" Type="http://schemas.openxmlformats.org/officeDocument/2006/relationships/customXml" Target="../ink/ink1849.xml"/><Relationship Id="rId113" Type="http://schemas.openxmlformats.org/officeDocument/2006/relationships/image" Target="../media/image2650.png"/><Relationship Id="rId320" Type="http://schemas.openxmlformats.org/officeDocument/2006/relationships/customXml" Target="../ink/ink1985.xml"/><Relationship Id="rId155" Type="http://schemas.openxmlformats.org/officeDocument/2006/relationships/image" Target="../media/image2860.png"/><Relationship Id="rId197" Type="http://schemas.openxmlformats.org/officeDocument/2006/relationships/image" Target="../media/image3070.png"/><Relationship Id="rId362" Type="http://schemas.openxmlformats.org/officeDocument/2006/relationships/customXml" Target="../ink/ink2006.xml"/><Relationship Id="rId418" Type="http://schemas.openxmlformats.org/officeDocument/2006/relationships/customXml" Target="../ink/ink2034.xml"/><Relationship Id="rId222" Type="http://schemas.openxmlformats.org/officeDocument/2006/relationships/customXml" Target="../ink/ink1936.xml"/><Relationship Id="rId264" Type="http://schemas.openxmlformats.org/officeDocument/2006/relationships/customXml" Target="../ink/ink1957.xml"/><Relationship Id="rId471" Type="http://schemas.openxmlformats.org/officeDocument/2006/relationships/image" Target="../media/image1374.png"/><Relationship Id="rId17" Type="http://schemas.openxmlformats.org/officeDocument/2006/relationships/image" Target="../media/image2170.png"/><Relationship Id="rId59" Type="http://schemas.openxmlformats.org/officeDocument/2006/relationships/image" Target="../media/image2380.png"/><Relationship Id="rId124" Type="http://schemas.openxmlformats.org/officeDocument/2006/relationships/customXml" Target="../ink/ink1887.xml"/><Relationship Id="rId70" Type="http://schemas.openxmlformats.org/officeDocument/2006/relationships/customXml" Target="../ink/ink1860.xml"/><Relationship Id="rId166" Type="http://schemas.openxmlformats.org/officeDocument/2006/relationships/customXml" Target="../ink/ink1908.xml"/><Relationship Id="rId331" Type="http://schemas.openxmlformats.org/officeDocument/2006/relationships/image" Target="../media/image1297.png"/><Relationship Id="rId373" Type="http://schemas.openxmlformats.org/officeDocument/2006/relationships/image" Target="../media/image1321.png"/><Relationship Id="rId429" Type="http://schemas.openxmlformats.org/officeDocument/2006/relationships/image" Target="../media/image135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250.png"/><Relationship Id="rId440" Type="http://schemas.openxmlformats.org/officeDocument/2006/relationships/customXml" Target="../ink/ink2045.xml"/><Relationship Id="rId28" Type="http://schemas.openxmlformats.org/officeDocument/2006/relationships/customXml" Target="../ink/ink1839.xml"/><Relationship Id="rId275" Type="http://schemas.openxmlformats.org/officeDocument/2006/relationships/image" Target="../media/image3460.png"/><Relationship Id="rId300" Type="http://schemas.openxmlformats.org/officeDocument/2006/relationships/customXml" Target="../ink/ink1975.xml"/><Relationship Id="rId81" Type="http://schemas.openxmlformats.org/officeDocument/2006/relationships/image" Target="../media/image2490.png"/><Relationship Id="rId135" Type="http://schemas.openxmlformats.org/officeDocument/2006/relationships/image" Target="../media/image2760.png"/><Relationship Id="rId177" Type="http://schemas.openxmlformats.org/officeDocument/2006/relationships/image" Target="../media/image2970.png"/><Relationship Id="rId342" Type="http://schemas.openxmlformats.org/officeDocument/2006/relationships/customXml" Target="../ink/ink1996.xml"/><Relationship Id="rId384" Type="http://schemas.openxmlformats.org/officeDocument/2006/relationships/customXml" Target="../ink/ink2017.xml"/><Relationship Id="rId202" Type="http://schemas.openxmlformats.org/officeDocument/2006/relationships/customXml" Target="../ink/ink1926.xml"/><Relationship Id="rId244" Type="http://schemas.openxmlformats.org/officeDocument/2006/relationships/customXml" Target="../ink/ink1947.xml"/><Relationship Id="rId39" Type="http://schemas.openxmlformats.org/officeDocument/2006/relationships/image" Target="../media/image2280.png"/><Relationship Id="rId286" Type="http://schemas.openxmlformats.org/officeDocument/2006/relationships/customXml" Target="../ink/ink1968.xml"/><Relationship Id="rId451" Type="http://schemas.openxmlformats.org/officeDocument/2006/relationships/image" Target="../media/image1363.png"/><Relationship Id="rId50" Type="http://schemas.openxmlformats.org/officeDocument/2006/relationships/customXml" Target="../ink/ink1850.xml"/><Relationship Id="rId104" Type="http://schemas.openxmlformats.org/officeDocument/2006/relationships/customXml" Target="../ink/ink1877.xml"/><Relationship Id="rId146" Type="http://schemas.openxmlformats.org/officeDocument/2006/relationships/customXml" Target="../ink/ink1898.xml"/><Relationship Id="rId188" Type="http://schemas.openxmlformats.org/officeDocument/2006/relationships/customXml" Target="../ink/ink1919.xml"/><Relationship Id="rId311" Type="http://schemas.openxmlformats.org/officeDocument/2006/relationships/image" Target="../media/image4581.png"/><Relationship Id="rId353" Type="http://schemas.openxmlformats.org/officeDocument/2006/relationships/image" Target="../media/image1309.png"/><Relationship Id="rId395" Type="http://schemas.openxmlformats.org/officeDocument/2006/relationships/image" Target="../media/image1333.png"/><Relationship Id="rId409" Type="http://schemas.openxmlformats.org/officeDocument/2006/relationships/image" Target="../media/image1341.png"/><Relationship Id="rId92" Type="http://schemas.openxmlformats.org/officeDocument/2006/relationships/customXml" Target="../ink/ink1871.xml"/><Relationship Id="rId213" Type="http://schemas.openxmlformats.org/officeDocument/2006/relationships/image" Target="../media/image3150.png"/><Relationship Id="rId420" Type="http://schemas.openxmlformats.org/officeDocument/2006/relationships/customXml" Target="../ink/ink2035.xml"/><Relationship Id="rId255" Type="http://schemas.openxmlformats.org/officeDocument/2006/relationships/image" Target="../media/image3360.png"/><Relationship Id="rId297" Type="http://schemas.openxmlformats.org/officeDocument/2006/relationships/image" Target="../media/image4512.png"/><Relationship Id="rId462" Type="http://schemas.openxmlformats.org/officeDocument/2006/relationships/customXml" Target="../ink/ink2056.xml"/><Relationship Id="rId115" Type="http://schemas.openxmlformats.org/officeDocument/2006/relationships/image" Target="../media/image2660.png"/><Relationship Id="rId157" Type="http://schemas.openxmlformats.org/officeDocument/2006/relationships/image" Target="../media/image2870.png"/><Relationship Id="rId322" Type="http://schemas.openxmlformats.org/officeDocument/2006/relationships/customXml" Target="../ink/ink1986.xml"/><Relationship Id="rId364" Type="http://schemas.openxmlformats.org/officeDocument/2006/relationships/customXml" Target="../ink/ink2007.xml"/><Relationship Id="rId61" Type="http://schemas.openxmlformats.org/officeDocument/2006/relationships/image" Target="../media/image2390.png"/><Relationship Id="rId199" Type="http://schemas.openxmlformats.org/officeDocument/2006/relationships/image" Target="../media/image3080.png"/><Relationship Id="rId19" Type="http://schemas.openxmlformats.org/officeDocument/2006/relationships/image" Target="../media/image2180.png"/><Relationship Id="rId224" Type="http://schemas.openxmlformats.org/officeDocument/2006/relationships/customXml" Target="../ink/ink1937.xml"/><Relationship Id="rId266" Type="http://schemas.openxmlformats.org/officeDocument/2006/relationships/customXml" Target="../ink/ink1958.xml"/><Relationship Id="rId431" Type="http://schemas.openxmlformats.org/officeDocument/2006/relationships/image" Target="../media/image1353.png"/><Relationship Id="rId473" Type="http://schemas.openxmlformats.org/officeDocument/2006/relationships/image" Target="../media/image1375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9.png"/><Relationship Id="rId299" Type="http://schemas.openxmlformats.org/officeDocument/2006/relationships/image" Target="../media/image1541.png"/><Relationship Id="rId21" Type="http://schemas.openxmlformats.org/officeDocument/2006/relationships/image" Target="../media/image1386.png"/><Relationship Id="rId63" Type="http://schemas.openxmlformats.org/officeDocument/2006/relationships/image" Target="../media/image1409.png"/><Relationship Id="rId159" Type="http://schemas.openxmlformats.org/officeDocument/2006/relationships/image" Target="../media/image1463.png"/><Relationship Id="rId324" Type="http://schemas.openxmlformats.org/officeDocument/2006/relationships/customXml" Target="../ink/ink2223.xml"/><Relationship Id="rId366" Type="http://schemas.openxmlformats.org/officeDocument/2006/relationships/customXml" Target="../ink/ink2244.xml"/><Relationship Id="rId170" Type="http://schemas.openxmlformats.org/officeDocument/2006/relationships/customXml" Target="../ink/ink2146.xml"/><Relationship Id="rId226" Type="http://schemas.openxmlformats.org/officeDocument/2006/relationships/customXml" Target="../ink/ink2174.xml"/><Relationship Id="rId268" Type="http://schemas.openxmlformats.org/officeDocument/2006/relationships/customXml" Target="../ink/ink2195.xml"/><Relationship Id="rId32" Type="http://schemas.openxmlformats.org/officeDocument/2006/relationships/customXml" Target="../ink/ink2077.xml"/><Relationship Id="rId74" Type="http://schemas.openxmlformats.org/officeDocument/2006/relationships/customXml" Target="../ink/ink2098.xml"/><Relationship Id="rId128" Type="http://schemas.openxmlformats.org/officeDocument/2006/relationships/customXml" Target="../ink/ink2125.xml"/><Relationship Id="rId335" Type="http://schemas.openxmlformats.org/officeDocument/2006/relationships/image" Target="../media/image1561.png"/><Relationship Id="rId377" Type="http://schemas.openxmlformats.org/officeDocument/2006/relationships/image" Target="../media/image1584.png"/><Relationship Id="rId5" Type="http://schemas.openxmlformats.org/officeDocument/2006/relationships/image" Target="../media/image1377.png"/><Relationship Id="rId181" Type="http://schemas.openxmlformats.org/officeDocument/2006/relationships/image" Target="../media/image1475.png"/><Relationship Id="rId237" Type="http://schemas.openxmlformats.org/officeDocument/2006/relationships/image" Target="../media/image1506.png"/><Relationship Id="rId279" Type="http://schemas.openxmlformats.org/officeDocument/2006/relationships/image" Target="../media/image1529.png"/><Relationship Id="rId43" Type="http://schemas.openxmlformats.org/officeDocument/2006/relationships/image" Target="../media/image1398.png"/><Relationship Id="rId139" Type="http://schemas.openxmlformats.org/officeDocument/2006/relationships/image" Target="../media/image1452.png"/><Relationship Id="rId290" Type="http://schemas.openxmlformats.org/officeDocument/2006/relationships/customXml" Target="../ink/ink2206.xml"/><Relationship Id="rId304" Type="http://schemas.openxmlformats.org/officeDocument/2006/relationships/customXml" Target="../ink/ink2213.xml"/><Relationship Id="rId346" Type="http://schemas.openxmlformats.org/officeDocument/2006/relationships/customXml" Target="../ink/ink2234.xml"/><Relationship Id="rId85" Type="http://schemas.openxmlformats.org/officeDocument/2006/relationships/image" Target="../media/image1422.png"/><Relationship Id="rId150" Type="http://schemas.openxmlformats.org/officeDocument/2006/relationships/customXml" Target="../ink/ink2136.xml"/><Relationship Id="rId192" Type="http://schemas.openxmlformats.org/officeDocument/2006/relationships/customXml" Target="../ink/ink2157.xml"/><Relationship Id="rId206" Type="http://schemas.openxmlformats.org/officeDocument/2006/relationships/customXml" Target="../ink/ink2164.xml"/><Relationship Id="rId248" Type="http://schemas.openxmlformats.org/officeDocument/2006/relationships/customXml" Target="../ink/ink2185.xml"/><Relationship Id="rId12" Type="http://schemas.openxmlformats.org/officeDocument/2006/relationships/customXml" Target="../ink/ink2067.xml"/><Relationship Id="rId108" Type="http://schemas.openxmlformats.org/officeDocument/2006/relationships/customXml" Target="../ink/ink2115.xml"/><Relationship Id="rId315" Type="http://schemas.openxmlformats.org/officeDocument/2006/relationships/image" Target="../media/image1549.png"/><Relationship Id="rId357" Type="http://schemas.openxmlformats.org/officeDocument/2006/relationships/image" Target="../media/image1573.png"/><Relationship Id="rId54" Type="http://schemas.openxmlformats.org/officeDocument/2006/relationships/customXml" Target="../ink/ink2088.xml"/><Relationship Id="rId96" Type="http://schemas.openxmlformats.org/officeDocument/2006/relationships/customXml" Target="../ink/ink2109.xml"/><Relationship Id="rId161" Type="http://schemas.openxmlformats.org/officeDocument/2006/relationships/image" Target="../media/image1464.png"/><Relationship Id="rId217" Type="http://schemas.openxmlformats.org/officeDocument/2006/relationships/image" Target="../media/image1495.png"/><Relationship Id="rId259" Type="http://schemas.openxmlformats.org/officeDocument/2006/relationships/image" Target="../media/image1518.png"/><Relationship Id="rId23" Type="http://schemas.openxmlformats.org/officeDocument/2006/relationships/image" Target="../media/image1387.png"/><Relationship Id="rId119" Type="http://schemas.openxmlformats.org/officeDocument/2006/relationships/image" Target="../media/image1441.png"/><Relationship Id="rId270" Type="http://schemas.openxmlformats.org/officeDocument/2006/relationships/customXml" Target="../ink/ink2196.xml"/><Relationship Id="rId326" Type="http://schemas.openxmlformats.org/officeDocument/2006/relationships/customXml" Target="../ink/ink2224.xml"/><Relationship Id="rId65" Type="http://schemas.openxmlformats.org/officeDocument/2006/relationships/image" Target="../media/image1411.png"/><Relationship Id="rId130" Type="http://schemas.openxmlformats.org/officeDocument/2006/relationships/customXml" Target="../ink/ink2126.xml"/><Relationship Id="rId368" Type="http://schemas.openxmlformats.org/officeDocument/2006/relationships/customXml" Target="../ink/ink2245.xml"/><Relationship Id="rId172" Type="http://schemas.openxmlformats.org/officeDocument/2006/relationships/customXml" Target="../ink/ink2147.xml"/><Relationship Id="rId228" Type="http://schemas.openxmlformats.org/officeDocument/2006/relationships/customXml" Target="../ink/ink2175.xml"/><Relationship Id="rId281" Type="http://schemas.openxmlformats.org/officeDocument/2006/relationships/image" Target="../media/image1531.png"/><Relationship Id="rId337" Type="http://schemas.openxmlformats.org/officeDocument/2006/relationships/image" Target="../media/image1562.png"/><Relationship Id="rId34" Type="http://schemas.openxmlformats.org/officeDocument/2006/relationships/customXml" Target="../ink/ink2078.xml"/><Relationship Id="rId76" Type="http://schemas.openxmlformats.org/officeDocument/2006/relationships/customXml" Target="../ink/ink2099.xml"/><Relationship Id="rId141" Type="http://schemas.openxmlformats.org/officeDocument/2006/relationships/image" Target="../media/image1453.png"/><Relationship Id="rId379" Type="http://schemas.openxmlformats.org/officeDocument/2006/relationships/image" Target="../media/image1585.png"/><Relationship Id="rId7" Type="http://schemas.openxmlformats.org/officeDocument/2006/relationships/image" Target="../media/image1378.png"/><Relationship Id="rId183" Type="http://schemas.openxmlformats.org/officeDocument/2006/relationships/image" Target="../media/image1476.png"/><Relationship Id="rId239" Type="http://schemas.openxmlformats.org/officeDocument/2006/relationships/image" Target="../media/image1507.png"/><Relationship Id="rId250" Type="http://schemas.openxmlformats.org/officeDocument/2006/relationships/customXml" Target="../ink/ink2186.xml"/><Relationship Id="rId292" Type="http://schemas.openxmlformats.org/officeDocument/2006/relationships/customXml" Target="../ink/ink2207.xml"/><Relationship Id="rId306" Type="http://schemas.openxmlformats.org/officeDocument/2006/relationships/customXml" Target="../ink/ink2214.xml"/><Relationship Id="rId45" Type="http://schemas.openxmlformats.org/officeDocument/2006/relationships/image" Target="../media/image1399.png"/><Relationship Id="rId87" Type="http://schemas.openxmlformats.org/officeDocument/2006/relationships/image" Target="../media/image1423.png"/><Relationship Id="rId110" Type="http://schemas.openxmlformats.org/officeDocument/2006/relationships/customXml" Target="../ink/ink2116.xml"/><Relationship Id="rId348" Type="http://schemas.openxmlformats.org/officeDocument/2006/relationships/customXml" Target="../ink/ink2235.xml"/><Relationship Id="rId152" Type="http://schemas.openxmlformats.org/officeDocument/2006/relationships/customXml" Target="../ink/ink2137.xml"/><Relationship Id="rId194" Type="http://schemas.openxmlformats.org/officeDocument/2006/relationships/customXml" Target="../ink/ink2158.xml"/><Relationship Id="rId208" Type="http://schemas.openxmlformats.org/officeDocument/2006/relationships/customXml" Target="../ink/ink2165.xml"/><Relationship Id="rId261" Type="http://schemas.openxmlformats.org/officeDocument/2006/relationships/image" Target="../media/image1519.png"/><Relationship Id="rId14" Type="http://schemas.openxmlformats.org/officeDocument/2006/relationships/customXml" Target="../ink/ink2068.xml"/><Relationship Id="rId56" Type="http://schemas.openxmlformats.org/officeDocument/2006/relationships/customXml" Target="../ink/ink2089.xml"/><Relationship Id="rId317" Type="http://schemas.openxmlformats.org/officeDocument/2006/relationships/image" Target="../media/image1551.png"/><Relationship Id="rId359" Type="http://schemas.openxmlformats.org/officeDocument/2006/relationships/image" Target="../media/image1574.png"/><Relationship Id="rId98" Type="http://schemas.openxmlformats.org/officeDocument/2006/relationships/customXml" Target="../ink/ink2110.xml"/><Relationship Id="rId121" Type="http://schemas.openxmlformats.org/officeDocument/2006/relationships/image" Target="../media/image1442.png"/><Relationship Id="rId163" Type="http://schemas.openxmlformats.org/officeDocument/2006/relationships/image" Target="../media/image1465.png"/><Relationship Id="rId219" Type="http://schemas.openxmlformats.org/officeDocument/2006/relationships/image" Target="../media/image1496.png"/><Relationship Id="rId370" Type="http://schemas.openxmlformats.org/officeDocument/2006/relationships/customXml" Target="../ink/ink2246.xml"/><Relationship Id="rId230" Type="http://schemas.openxmlformats.org/officeDocument/2006/relationships/customXml" Target="../ink/ink2176.xml"/><Relationship Id="rId25" Type="http://schemas.openxmlformats.org/officeDocument/2006/relationships/image" Target="../media/image1388.png"/><Relationship Id="rId67" Type="http://schemas.openxmlformats.org/officeDocument/2006/relationships/image" Target="../media/image1412.png"/><Relationship Id="rId272" Type="http://schemas.openxmlformats.org/officeDocument/2006/relationships/customXml" Target="../ink/ink2197.xml"/><Relationship Id="rId328" Type="http://schemas.openxmlformats.org/officeDocument/2006/relationships/customXml" Target="../ink/ink2225.xml"/><Relationship Id="rId132" Type="http://schemas.openxmlformats.org/officeDocument/2006/relationships/customXml" Target="../ink/ink2127.xml"/><Relationship Id="rId174" Type="http://schemas.openxmlformats.org/officeDocument/2006/relationships/customXml" Target="../ink/ink2148.xml"/><Relationship Id="rId381" Type="http://schemas.openxmlformats.org/officeDocument/2006/relationships/image" Target="../media/image1586.png"/><Relationship Id="rId241" Type="http://schemas.openxmlformats.org/officeDocument/2006/relationships/image" Target="../media/image1508.png"/><Relationship Id="rId36" Type="http://schemas.openxmlformats.org/officeDocument/2006/relationships/customXml" Target="../ink/ink2079.xml"/><Relationship Id="rId283" Type="http://schemas.openxmlformats.org/officeDocument/2006/relationships/image" Target="../media/image1532.png"/><Relationship Id="rId339" Type="http://schemas.openxmlformats.org/officeDocument/2006/relationships/image" Target="../media/image1563.png"/><Relationship Id="rId78" Type="http://schemas.openxmlformats.org/officeDocument/2006/relationships/customXml" Target="../ink/ink2100.xml"/><Relationship Id="rId101" Type="http://schemas.openxmlformats.org/officeDocument/2006/relationships/image" Target="../media/image1431.png"/><Relationship Id="rId143" Type="http://schemas.openxmlformats.org/officeDocument/2006/relationships/image" Target="../media/image1454.png"/><Relationship Id="rId185" Type="http://schemas.openxmlformats.org/officeDocument/2006/relationships/image" Target="../media/image1477.png"/><Relationship Id="rId350" Type="http://schemas.openxmlformats.org/officeDocument/2006/relationships/customXml" Target="../ink/ink2236.xml"/><Relationship Id="rId9" Type="http://schemas.openxmlformats.org/officeDocument/2006/relationships/image" Target="../media/image1379.png"/><Relationship Id="rId210" Type="http://schemas.openxmlformats.org/officeDocument/2006/relationships/customXml" Target="../ink/ink2166.xml"/><Relationship Id="rId252" Type="http://schemas.openxmlformats.org/officeDocument/2006/relationships/customXml" Target="../ink/ink2187.xml"/><Relationship Id="rId294" Type="http://schemas.openxmlformats.org/officeDocument/2006/relationships/customXml" Target="../ink/ink2208.xml"/><Relationship Id="rId308" Type="http://schemas.openxmlformats.org/officeDocument/2006/relationships/customXml" Target="../ink/ink2215.xml"/><Relationship Id="rId47" Type="http://schemas.openxmlformats.org/officeDocument/2006/relationships/image" Target="../media/image1401.png"/><Relationship Id="rId68" Type="http://schemas.openxmlformats.org/officeDocument/2006/relationships/customXml" Target="../ink/ink2095.xml"/><Relationship Id="rId89" Type="http://schemas.openxmlformats.org/officeDocument/2006/relationships/image" Target="../media/image1424.png"/><Relationship Id="rId112" Type="http://schemas.openxmlformats.org/officeDocument/2006/relationships/customXml" Target="../ink/ink2117.xml"/><Relationship Id="rId133" Type="http://schemas.openxmlformats.org/officeDocument/2006/relationships/image" Target="../media/image1448.png"/><Relationship Id="rId154" Type="http://schemas.openxmlformats.org/officeDocument/2006/relationships/customXml" Target="../ink/ink2138.xml"/><Relationship Id="rId175" Type="http://schemas.openxmlformats.org/officeDocument/2006/relationships/image" Target="../media/image1472.png"/><Relationship Id="rId340" Type="http://schemas.openxmlformats.org/officeDocument/2006/relationships/customXml" Target="../ink/ink2231.xml"/><Relationship Id="rId361" Type="http://schemas.openxmlformats.org/officeDocument/2006/relationships/image" Target="../media/image1575.png"/><Relationship Id="rId196" Type="http://schemas.openxmlformats.org/officeDocument/2006/relationships/customXml" Target="../ink/ink2159.xml"/><Relationship Id="rId200" Type="http://schemas.openxmlformats.org/officeDocument/2006/relationships/customXml" Target="../ink/ink2161.xml"/><Relationship Id="rId382" Type="http://schemas.openxmlformats.org/officeDocument/2006/relationships/customXml" Target="../ink/ink2252.xml"/><Relationship Id="rId16" Type="http://schemas.openxmlformats.org/officeDocument/2006/relationships/customXml" Target="../ink/ink2069.xml"/><Relationship Id="rId221" Type="http://schemas.openxmlformats.org/officeDocument/2006/relationships/image" Target="../media/image1497.png"/><Relationship Id="rId242" Type="http://schemas.openxmlformats.org/officeDocument/2006/relationships/customXml" Target="../ink/ink2182.xml"/><Relationship Id="rId263" Type="http://schemas.openxmlformats.org/officeDocument/2006/relationships/image" Target="../media/image1521.png"/><Relationship Id="rId284" Type="http://schemas.openxmlformats.org/officeDocument/2006/relationships/customXml" Target="../ink/ink2203.xml"/><Relationship Id="rId319" Type="http://schemas.openxmlformats.org/officeDocument/2006/relationships/image" Target="../media/image1552.png"/><Relationship Id="rId37" Type="http://schemas.openxmlformats.org/officeDocument/2006/relationships/image" Target="../media/image1395.png"/><Relationship Id="rId58" Type="http://schemas.openxmlformats.org/officeDocument/2006/relationships/customXml" Target="../ink/ink2090.xml"/><Relationship Id="rId79" Type="http://schemas.openxmlformats.org/officeDocument/2006/relationships/image" Target="../media/image1418.png"/><Relationship Id="rId102" Type="http://schemas.openxmlformats.org/officeDocument/2006/relationships/customXml" Target="../ink/ink2112.xml"/><Relationship Id="rId123" Type="http://schemas.openxmlformats.org/officeDocument/2006/relationships/image" Target="../media/image1443.png"/><Relationship Id="rId144" Type="http://schemas.openxmlformats.org/officeDocument/2006/relationships/customXml" Target="../ink/ink2133.xml"/><Relationship Id="rId330" Type="http://schemas.openxmlformats.org/officeDocument/2006/relationships/customXml" Target="../ink/ink2226.xml"/><Relationship Id="rId90" Type="http://schemas.openxmlformats.org/officeDocument/2006/relationships/customXml" Target="../ink/ink2106.xml"/><Relationship Id="rId165" Type="http://schemas.openxmlformats.org/officeDocument/2006/relationships/image" Target="../media/image1466.png"/><Relationship Id="rId186" Type="http://schemas.openxmlformats.org/officeDocument/2006/relationships/customXml" Target="../ink/ink2154.xml"/><Relationship Id="rId351" Type="http://schemas.openxmlformats.org/officeDocument/2006/relationships/image" Target="../media/image1569.png"/><Relationship Id="rId372" Type="http://schemas.openxmlformats.org/officeDocument/2006/relationships/customXml" Target="../ink/ink2247.xml"/><Relationship Id="rId211" Type="http://schemas.openxmlformats.org/officeDocument/2006/relationships/image" Target="../media/image1492.png"/><Relationship Id="rId232" Type="http://schemas.openxmlformats.org/officeDocument/2006/relationships/customXml" Target="../ink/ink2177.xml"/><Relationship Id="rId253" Type="http://schemas.openxmlformats.org/officeDocument/2006/relationships/image" Target="../media/image1515.png"/><Relationship Id="rId274" Type="http://schemas.openxmlformats.org/officeDocument/2006/relationships/customXml" Target="../ink/ink2198.xml"/><Relationship Id="rId295" Type="http://schemas.openxmlformats.org/officeDocument/2006/relationships/image" Target="../media/image1538.png"/><Relationship Id="rId309" Type="http://schemas.openxmlformats.org/officeDocument/2006/relationships/image" Target="../media/image1546.png"/><Relationship Id="rId27" Type="http://schemas.openxmlformats.org/officeDocument/2006/relationships/image" Target="../media/image1389.png"/><Relationship Id="rId48" Type="http://schemas.openxmlformats.org/officeDocument/2006/relationships/customXml" Target="../ink/ink2085.xml"/><Relationship Id="rId69" Type="http://schemas.openxmlformats.org/officeDocument/2006/relationships/image" Target="../media/image1413.png"/><Relationship Id="rId113" Type="http://schemas.openxmlformats.org/officeDocument/2006/relationships/image" Target="../media/image1437.png"/><Relationship Id="rId134" Type="http://schemas.openxmlformats.org/officeDocument/2006/relationships/customXml" Target="../ink/ink2128.xml"/><Relationship Id="rId320" Type="http://schemas.openxmlformats.org/officeDocument/2006/relationships/customXml" Target="../ink/ink2221.xml"/><Relationship Id="rId80" Type="http://schemas.openxmlformats.org/officeDocument/2006/relationships/customXml" Target="../ink/ink2101.xml"/><Relationship Id="rId155" Type="http://schemas.openxmlformats.org/officeDocument/2006/relationships/image" Target="../media/image1461.png"/><Relationship Id="rId176" Type="http://schemas.openxmlformats.org/officeDocument/2006/relationships/customXml" Target="../ink/ink2149.xml"/><Relationship Id="rId197" Type="http://schemas.openxmlformats.org/officeDocument/2006/relationships/image" Target="../media/image1484.png"/><Relationship Id="rId341" Type="http://schemas.openxmlformats.org/officeDocument/2006/relationships/image" Target="../media/image1564.png"/><Relationship Id="rId362" Type="http://schemas.openxmlformats.org/officeDocument/2006/relationships/customXml" Target="../ink/ink2242.xml"/><Relationship Id="rId383" Type="http://schemas.openxmlformats.org/officeDocument/2006/relationships/image" Target="../media/image1587.png"/><Relationship Id="rId201" Type="http://schemas.openxmlformats.org/officeDocument/2006/relationships/image" Target="../media/image1486.png"/><Relationship Id="rId222" Type="http://schemas.openxmlformats.org/officeDocument/2006/relationships/customXml" Target="../ink/ink2172.xml"/><Relationship Id="rId243" Type="http://schemas.openxmlformats.org/officeDocument/2006/relationships/image" Target="../media/image1509.png"/><Relationship Id="rId264" Type="http://schemas.openxmlformats.org/officeDocument/2006/relationships/customXml" Target="../ink/ink2193.xml"/><Relationship Id="rId285" Type="http://schemas.openxmlformats.org/officeDocument/2006/relationships/image" Target="../media/image1533.png"/><Relationship Id="rId17" Type="http://schemas.openxmlformats.org/officeDocument/2006/relationships/image" Target="../media/image1384.png"/><Relationship Id="rId38" Type="http://schemas.openxmlformats.org/officeDocument/2006/relationships/customXml" Target="../ink/ink2080.xml"/><Relationship Id="rId59" Type="http://schemas.openxmlformats.org/officeDocument/2006/relationships/image" Target="../media/image1407.png"/><Relationship Id="rId103" Type="http://schemas.openxmlformats.org/officeDocument/2006/relationships/image" Target="../media/image1432.png"/><Relationship Id="rId124" Type="http://schemas.openxmlformats.org/officeDocument/2006/relationships/customXml" Target="../ink/ink2123.xml"/><Relationship Id="rId310" Type="http://schemas.openxmlformats.org/officeDocument/2006/relationships/customXml" Target="../ink/ink2216.xml"/><Relationship Id="rId70" Type="http://schemas.openxmlformats.org/officeDocument/2006/relationships/customXml" Target="../ink/ink2096.xml"/><Relationship Id="rId91" Type="http://schemas.openxmlformats.org/officeDocument/2006/relationships/image" Target="../media/image1425.png"/><Relationship Id="rId145" Type="http://schemas.openxmlformats.org/officeDocument/2006/relationships/image" Target="../media/image1455.png"/><Relationship Id="rId166" Type="http://schemas.openxmlformats.org/officeDocument/2006/relationships/customXml" Target="../ink/ink2144.xml"/><Relationship Id="rId187" Type="http://schemas.openxmlformats.org/officeDocument/2006/relationships/image" Target="../media/image1478.png"/><Relationship Id="rId331" Type="http://schemas.openxmlformats.org/officeDocument/2006/relationships/image" Target="../media/image1558.png"/><Relationship Id="rId352" Type="http://schemas.openxmlformats.org/officeDocument/2006/relationships/customXml" Target="../ink/ink2237.xml"/><Relationship Id="rId373" Type="http://schemas.openxmlformats.org/officeDocument/2006/relationships/image" Target="../media/image158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67.xml"/><Relationship Id="rId233" Type="http://schemas.openxmlformats.org/officeDocument/2006/relationships/image" Target="../media/image1504.png"/><Relationship Id="rId254" Type="http://schemas.openxmlformats.org/officeDocument/2006/relationships/customXml" Target="../ink/ink2188.xml"/><Relationship Id="rId28" Type="http://schemas.openxmlformats.org/officeDocument/2006/relationships/customXml" Target="../ink/ink2075.xml"/><Relationship Id="rId49" Type="http://schemas.openxmlformats.org/officeDocument/2006/relationships/image" Target="../media/image1402.png"/><Relationship Id="rId114" Type="http://schemas.openxmlformats.org/officeDocument/2006/relationships/customXml" Target="../ink/ink2118.xml"/><Relationship Id="rId275" Type="http://schemas.openxmlformats.org/officeDocument/2006/relationships/image" Target="../media/image1527.png"/><Relationship Id="rId296" Type="http://schemas.openxmlformats.org/officeDocument/2006/relationships/customXml" Target="../ink/ink2209.xml"/><Relationship Id="rId300" Type="http://schemas.openxmlformats.org/officeDocument/2006/relationships/customXml" Target="../ink/ink2211.xml"/><Relationship Id="rId60" Type="http://schemas.openxmlformats.org/officeDocument/2006/relationships/customXml" Target="../ink/ink2091.xml"/><Relationship Id="rId81" Type="http://schemas.openxmlformats.org/officeDocument/2006/relationships/image" Target="../media/image1419.png"/><Relationship Id="rId135" Type="http://schemas.openxmlformats.org/officeDocument/2006/relationships/image" Target="../media/image1449.png"/><Relationship Id="rId156" Type="http://schemas.openxmlformats.org/officeDocument/2006/relationships/customXml" Target="../ink/ink2139.xml"/><Relationship Id="rId177" Type="http://schemas.openxmlformats.org/officeDocument/2006/relationships/image" Target="../media/image1473.png"/><Relationship Id="rId198" Type="http://schemas.openxmlformats.org/officeDocument/2006/relationships/customXml" Target="../ink/ink2160.xml"/><Relationship Id="rId321" Type="http://schemas.openxmlformats.org/officeDocument/2006/relationships/image" Target="../media/image1553.png"/><Relationship Id="rId342" Type="http://schemas.openxmlformats.org/officeDocument/2006/relationships/customXml" Target="../ink/ink2232.xml"/><Relationship Id="rId363" Type="http://schemas.openxmlformats.org/officeDocument/2006/relationships/image" Target="../media/image1576.png"/><Relationship Id="rId384" Type="http://schemas.openxmlformats.org/officeDocument/2006/relationships/customXml" Target="../ink/ink2253.xml"/><Relationship Id="rId202" Type="http://schemas.openxmlformats.org/officeDocument/2006/relationships/customXml" Target="../ink/ink2162.xml"/><Relationship Id="rId223" Type="http://schemas.openxmlformats.org/officeDocument/2006/relationships/image" Target="../media/image1498.png"/><Relationship Id="rId244" Type="http://schemas.openxmlformats.org/officeDocument/2006/relationships/customXml" Target="../ink/ink2183.xml"/><Relationship Id="rId18" Type="http://schemas.openxmlformats.org/officeDocument/2006/relationships/customXml" Target="../ink/ink2070.xml"/><Relationship Id="rId39" Type="http://schemas.openxmlformats.org/officeDocument/2006/relationships/image" Target="../media/image1396.png"/><Relationship Id="rId265" Type="http://schemas.openxmlformats.org/officeDocument/2006/relationships/image" Target="../media/image1522.png"/><Relationship Id="rId286" Type="http://schemas.openxmlformats.org/officeDocument/2006/relationships/customXml" Target="../ink/ink2204.xml"/><Relationship Id="rId50" Type="http://schemas.openxmlformats.org/officeDocument/2006/relationships/customXml" Target="../ink/ink2086.xml"/><Relationship Id="rId104" Type="http://schemas.openxmlformats.org/officeDocument/2006/relationships/customXml" Target="../ink/ink2113.xml"/><Relationship Id="rId125" Type="http://schemas.openxmlformats.org/officeDocument/2006/relationships/image" Target="../media/image1444.png"/><Relationship Id="rId146" Type="http://schemas.openxmlformats.org/officeDocument/2006/relationships/customXml" Target="../ink/ink2134.xml"/><Relationship Id="rId167" Type="http://schemas.openxmlformats.org/officeDocument/2006/relationships/image" Target="../media/image1467.png"/><Relationship Id="rId188" Type="http://schemas.openxmlformats.org/officeDocument/2006/relationships/customXml" Target="../ink/ink2155.xml"/><Relationship Id="rId311" Type="http://schemas.openxmlformats.org/officeDocument/2006/relationships/image" Target="../media/image1547.png"/><Relationship Id="rId332" Type="http://schemas.openxmlformats.org/officeDocument/2006/relationships/customXml" Target="../ink/ink2227.xml"/><Relationship Id="rId353" Type="http://schemas.openxmlformats.org/officeDocument/2006/relationships/image" Target="../media/image1571.png"/><Relationship Id="rId374" Type="http://schemas.openxmlformats.org/officeDocument/2006/relationships/customXml" Target="../ink/ink2248.xml"/><Relationship Id="rId71" Type="http://schemas.openxmlformats.org/officeDocument/2006/relationships/image" Target="../media/image1414.png"/><Relationship Id="rId92" Type="http://schemas.openxmlformats.org/officeDocument/2006/relationships/customXml" Target="../ink/ink2107.xml"/><Relationship Id="rId213" Type="http://schemas.openxmlformats.org/officeDocument/2006/relationships/image" Target="../media/image1493.png"/><Relationship Id="rId234" Type="http://schemas.openxmlformats.org/officeDocument/2006/relationships/customXml" Target="../ink/ink2178.xml"/><Relationship Id="rId2" Type="http://schemas.openxmlformats.org/officeDocument/2006/relationships/customXml" Target="../ink/ink2062.xml"/><Relationship Id="rId29" Type="http://schemas.openxmlformats.org/officeDocument/2006/relationships/image" Target="../media/image1391.png"/><Relationship Id="rId255" Type="http://schemas.openxmlformats.org/officeDocument/2006/relationships/image" Target="../media/image1516.png"/><Relationship Id="rId276" Type="http://schemas.openxmlformats.org/officeDocument/2006/relationships/customXml" Target="../ink/ink2199.xml"/><Relationship Id="rId297" Type="http://schemas.openxmlformats.org/officeDocument/2006/relationships/image" Target="../media/image1539.png"/><Relationship Id="rId40" Type="http://schemas.openxmlformats.org/officeDocument/2006/relationships/customXml" Target="../ink/ink2081.xml"/><Relationship Id="rId115" Type="http://schemas.openxmlformats.org/officeDocument/2006/relationships/image" Target="../media/image1438.png"/><Relationship Id="rId136" Type="http://schemas.openxmlformats.org/officeDocument/2006/relationships/customXml" Target="../ink/ink2129.xml"/><Relationship Id="rId157" Type="http://schemas.openxmlformats.org/officeDocument/2006/relationships/image" Target="../media/image1462.png"/><Relationship Id="rId178" Type="http://schemas.openxmlformats.org/officeDocument/2006/relationships/customXml" Target="../ink/ink2150.xml"/><Relationship Id="rId301" Type="http://schemas.openxmlformats.org/officeDocument/2006/relationships/image" Target="../media/image1542.png"/><Relationship Id="rId322" Type="http://schemas.openxmlformats.org/officeDocument/2006/relationships/customXml" Target="../ink/ink2222.xml"/><Relationship Id="rId343" Type="http://schemas.openxmlformats.org/officeDocument/2006/relationships/image" Target="../media/image1565.png"/><Relationship Id="rId364" Type="http://schemas.openxmlformats.org/officeDocument/2006/relationships/customXml" Target="../ink/ink2243.xml"/><Relationship Id="rId61" Type="http://schemas.openxmlformats.org/officeDocument/2006/relationships/image" Target="../media/image1408.png"/><Relationship Id="rId82" Type="http://schemas.openxmlformats.org/officeDocument/2006/relationships/customXml" Target="../ink/ink2102.xml"/><Relationship Id="rId199" Type="http://schemas.openxmlformats.org/officeDocument/2006/relationships/image" Target="../media/image1485.png"/><Relationship Id="rId203" Type="http://schemas.openxmlformats.org/officeDocument/2006/relationships/image" Target="../media/image1487.png"/><Relationship Id="rId385" Type="http://schemas.openxmlformats.org/officeDocument/2006/relationships/image" Target="../media/image1588.png"/><Relationship Id="rId19" Type="http://schemas.openxmlformats.org/officeDocument/2006/relationships/image" Target="../media/image1385.png"/><Relationship Id="rId224" Type="http://schemas.openxmlformats.org/officeDocument/2006/relationships/customXml" Target="../ink/ink2173.xml"/><Relationship Id="rId245" Type="http://schemas.openxmlformats.org/officeDocument/2006/relationships/image" Target="../media/image1511.png"/><Relationship Id="rId266" Type="http://schemas.openxmlformats.org/officeDocument/2006/relationships/customXml" Target="../ink/ink2194.xml"/><Relationship Id="rId287" Type="http://schemas.openxmlformats.org/officeDocument/2006/relationships/image" Target="../media/image1534.png"/><Relationship Id="rId30" Type="http://schemas.openxmlformats.org/officeDocument/2006/relationships/customXml" Target="../ink/ink2076.xml"/><Relationship Id="rId105" Type="http://schemas.openxmlformats.org/officeDocument/2006/relationships/image" Target="../media/image1433.png"/><Relationship Id="rId126" Type="http://schemas.openxmlformats.org/officeDocument/2006/relationships/customXml" Target="../ink/ink2124.xml"/><Relationship Id="rId147" Type="http://schemas.openxmlformats.org/officeDocument/2006/relationships/image" Target="../media/image1456.png"/><Relationship Id="rId168" Type="http://schemas.openxmlformats.org/officeDocument/2006/relationships/customXml" Target="../ink/ink2145.xml"/><Relationship Id="rId312" Type="http://schemas.openxmlformats.org/officeDocument/2006/relationships/customXml" Target="../ink/ink2217.xml"/><Relationship Id="rId333" Type="http://schemas.openxmlformats.org/officeDocument/2006/relationships/image" Target="../media/image1559.png"/><Relationship Id="rId354" Type="http://schemas.openxmlformats.org/officeDocument/2006/relationships/customXml" Target="../ink/ink2238.xml"/><Relationship Id="rId51" Type="http://schemas.openxmlformats.org/officeDocument/2006/relationships/image" Target="../media/image1403.png"/><Relationship Id="rId72" Type="http://schemas.openxmlformats.org/officeDocument/2006/relationships/customXml" Target="../ink/ink2097.xml"/><Relationship Id="rId93" Type="http://schemas.openxmlformats.org/officeDocument/2006/relationships/image" Target="../media/image1426.png"/><Relationship Id="rId189" Type="http://schemas.openxmlformats.org/officeDocument/2006/relationships/image" Target="../media/image1479.png"/><Relationship Id="rId375" Type="http://schemas.openxmlformats.org/officeDocument/2006/relationships/image" Target="../media/image1583.png"/><Relationship Id="rId3" Type="http://schemas.openxmlformats.org/officeDocument/2006/relationships/image" Target="../media/image1376.png"/><Relationship Id="rId214" Type="http://schemas.openxmlformats.org/officeDocument/2006/relationships/customXml" Target="../ink/ink2168.xml"/><Relationship Id="rId235" Type="http://schemas.openxmlformats.org/officeDocument/2006/relationships/image" Target="../media/image1505.png"/><Relationship Id="rId256" Type="http://schemas.openxmlformats.org/officeDocument/2006/relationships/customXml" Target="../ink/ink2189.xml"/><Relationship Id="rId277" Type="http://schemas.openxmlformats.org/officeDocument/2006/relationships/image" Target="../media/image1528.png"/><Relationship Id="rId298" Type="http://schemas.openxmlformats.org/officeDocument/2006/relationships/customXml" Target="../ink/ink2210.xml"/><Relationship Id="rId116" Type="http://schemas.openxmlformats.org/officeDocument/2006/relationships/customXml" Target="../ink/ink2119.xml"/><Relationship Id="rId137" Type="http://schemas.openxmlformats.org/officeDocument/2006/relationships/image" Target="../media/image1451.png"/><Relationship Id="rId158" Type="http://schemas.openxmlformats.org/officeDocument/2006/relationships/customXml" Target="../ink/ink2140.xml"/><Relationship Id="rId302" Type="http://schemas.openxmlformats.org/officeDocument/2006/relationships/customXml" Target="../ink/ink2212.xml"/><Relationship Id="rId323" Type="http://schemas.openxmlformats.org/officeDocument/2006/relationships/image" Target="../media/image1554.png"/><Relationship Id="rId344" Type="http://schemas.openxmlformats.org/officeDocument/2006/relationships/customXml" Target="../ink/ink2233.xml"/><Relationship Id="rId20" Type="http://schemas.openxmlformats.org/officeDocument/2006/relationships/customXml" Target="../ink/ink2071.xml"/><Relationship Id="rId41" Type="http://schemas.openxmlformats.org/officeDocument/2006/relationships/image" Target="../media/image1397.png"/><Relationship Id="rId62" Type="http://schemas.openxmlformats.org/officeDocument/2006/relationships/customXml" Target="../ink/ink2092.xml"/><Relationship Id="rId83" Type="http://schemas.openxmlformats.org/officeDocument/2006/relationships/image" Target="../media/image1421.png"/><Relationship Id="rId179" Type="http://schemas.openxmlformats.org/officeDocument/2006/relationships/image" Target="../media/image1474.png"/><Relationship Id="rId365" Type="http://schemas.openxmlformats.org/officeDocument/2006/relationships/image" Target="../media/image1577.png"/><Relationship Id="rId386" Type="http://schemas.openxmlformats.org/officeDocument/2006/relationships/customXml" Target="../ink/ink2254.xml"/><Relationship Id="rId190" Type="http://schemas.openxmlformats.org/officeDocument/2006/relationships/customXml" Target="../ink/ink2156.xml"/><Relationship Id="rId204" Type="http://schemas.openxmlformats.org/officeDocument/2006/relationships/customXml" Target="../ink/ink2163.xml"/><Relationship Id="rId225" Type="http://schemas.openxmlformats.org/officeDocument/2006/relationships/image" Target="../media/image1499.png"/><Relationship Id="rId246" Type="http://schemas.openxmlformats.org/officeDocument/2006/relationships/customXml" Target="../ink/ink2184.xml"/><Relationship Id="rId267" Type="http://schemas.openxmlformats.org/officeDocument/2006/relationships/image" Target="../media/image1523.png"/><Relationship Id="rId288" Type="http://schemas.openxmlformats.org/officeDocument/2006/relationships/customXml" Target="../ink/ink2205.xml"/><Relationship Id="rId106" Type="http://schemas.openxmlformats.org/officeDocument/2006/relationships/customXml" Target="../ink/ink2114.xml"/><Relationship Id="rId127" Type="http://schemas.openxmlformats.org/officeDocument/2006/relationships/image" Target="../media/image1445.png"/><Relationship Id="rId313" Type="http://schemas.openxmlformats.org/officeDocument/2006/relationships/image" Target="../media/image1548.png"/><Relationship Id="rId10" Type="http://schemas.openxmlformats.org/officeDocument/2006/relationships/customXml" Target="../ink/ink2066.xml"/><Relationship Id="rId31" Type="http://schemas.openxmlformats.org/officeDocument/2006/relationships/image" Target="../media/image1392.png"/><Relationship Id="rId52" Type="http://schemas.openxmlformats.org/officeDocument/2006/relationships/customXml" Target="../ink/ink2087.xml"/><Relationship Id="rId73" Type="http://schemas.openxmlformats.org/officeDocument/2006/relationships/image" Target="../media/image1415.png"/><Relationship Id="rId94" Type="http://schemas.openxmlformats.org/officeDocument/2006/relationships/customXml" Target="../ink/ink2108.xml"/><Relationship Id="rId148" Type="http://schemas.openxmlformats.org/officeDocument/2006/relationships/customXml" Target="../ink/ink2135.xml"/><Relationship Id="rId169" Type="http://schemas.openxmlformats.org/officeDocument/2006/relationships/image" Target="../media/image1468.png"/><Relationship Id="rId334" Type="http://schemas.openxmlformats.org/officeDocument/2006/relationships/customXml" Target="../ink/ink2228.xml"/><Relationship Id="rId355" Type="http://schemas.openxmlformats.org/officeDocument/2006/relationships/image" Target="../media/image1572.png"/><Relationship Id="rId376" Type="http://schemas.openxmlformats.org/officeDocument/2006/relationships/customXml" Target="../ink/ink2249.xml"/><Relationship Id="rId4" Type="http://schemas.openxmlformats.org/officeDocument/2006/relationships/customXml" Target="../ink/ink2063.xml"/><Relationship Id="rId180" Type="http://schemas.openxmlformats.org/officeDocument/2006/relationships/customXml" Target="../ink/ink2151.xml"/><Relationship Id="rId215" Type="http://schemas.openxmlformats.org/officeDocument/2006/relationships/image" Target="../media/image1494.png"/><Relationship Id="rId236" Type="http://schemas.openxmlformats.org/officeDocument/2006/relationships/customXml" Target="../ink/ink2179.xml"/><Relationship Id="rId257" Type="http://schemas.openxmlformats.org/officeDocument/2006/relationships/image" Target="../media/image1517.png"/><Relationship Id="rId278" Type="http://schemas.openxmlformats.org/officeDocument/2006/relationships/customXml" Target="../ink/ink2200.xml"/><Relationship Id="rId303" Type="http://schemas.openxmlformats.org/officeDocument/2006/relationships/image" Target="../media/image1543.png"/><Relationship Id="rId42" Type="http://schemas.openxmlformats.org/officeDocument/2006/relationships/customXml" Target="../ink/ink2082.xml"/><Relationship Id="rId84" Type="http://schemas.openxmlformats.org/officeDocument/2006/relationships/customXml" Target="../ink/ink2103.xml"/><Relationship Id="rId138" Type="http://schemas.openxmlformats.org/officeDocument/2006/relationships/customXml" Target="../ink/ink2130.xml"/><Relationship Id="rId345" Type="http://schemas.openxmlformats.org/officeDocument/2006/relationships/image" Target="../media/image1566.png"/><Relationship Id="rId387" Type="http://schemas.openxmlformats.org/officeDocument/2006/relationships/image" Target="../media/image1589.png"/><Relationship Id="rId191" Type="http://schemas.openxmlformats.org/officeDocument/2006/relationships/image" Target="../media/image1481.png"/><Relationship Id="rId205" Type="http://schemas.openxmlformats.org/officeDocument/2006/relationships/image" Target="../media/image1488.png"/><Relationship Id="rId247" Type="http://schemas.openxmlformats.org/officeDocument/2006/relationships/image" Target="../media/image1512.png"/><Relationship Id="rId107" Type="http://schemas.openxmlformats.org/officeDocument/2006/relationships/image" Target="../media/image1434.png"/><Relationship Id="rId289" Type="http://schemas.openxmlformats.org/officeDocument/2006/relationships/image" Target="../media/image1535.png"/><Relationship Id="rId11" Type="http://schemas.openxmlformats.org/officeDocument/2006/relationships/image" Target="../media/image1381.png"/><Relationship Id="rId53" Type="http://schemas.openxmlformats.org/officeDocument/2006/relationships/image" Target="../media/image1404.png"/><Relationship Id="rId149" Type="http://schemas.openxmlformats.org/officeDocument/2006/relationships/image" Target="../media/image1457.png"/><Relationship Id="rId314" Type="http://schemas.openxmlformats.org/officeDocument/2006/relationships/customXml" Target="../ink/ink2218.xml"/><Relationship Id="rId356" Type="http://schemas.openxmlformats.org/officeDocument/2006/relationships/customXml" Target="../ink/ink2239.xml"/><Relationship Id="rId95" Type="http://schemas.openxmlformats.org/officeDocument/2006/relationships/image" Target="../media/image1427.png"/><Relationship Id="rId160" Type="http://schemas.openxmlformats.org/officeDocument/2006/relationships/customXml" Target="../ink/ink2141.xml"/><Relationship Id="rId216" Type="http://schemas.openxmlformats.org/officeDocument/2006/relationships/customXml" Target="../ink/ink2169.xml"/><Relationship Id="rId258" Type="http://schemas.openxmlformats.org/officeDocument/2006/relationships/customXml" Target="../ink/ink2190.xml"/><Relationship Id="rId22" Type="http://schemas.openxmlformats.org/officeDocument/2006/relationships/customXml" Target="../ink/ink2072.xml"/><Relationship Id="rId64" Type="http://schemas.openxmlformats.org/officeDocument/2006/relationships/customXml" Target="../ink/ink2093.xml"/><Relationship Id="rId118" Type="http://schemas.openxmlformats.org/officeDocument/2006/relationships/customXml" Target="../ink/ink2120.xml"/><Relationship Id="rId325" Type="http://schemas.openxmlformats.org/officeDocument/2006/relationships/image" Target="../media/image1555.png"/><Relationship Id="rId367" Type="http://schemas.openxmlformats.org/officeDocument/2006/relationships/image" Target="../media/image1578.png"/><Relationship Id="rId171" Type="http://schemas.openxmlformats.org/officeDocument/2006/relationships/image" Target="../media/image1469.png"/><Relationship Id="rId227" Type="http://schemas.openxmlformats.org/officeDocument/2006/relationships/image" Target="../media/image1501.png"/><Relationship Id="rId269" Type="http://schemas.openxmlformats.org/officeDocument/2006/relationships/image" Target="../media/image1524.png"/><Relationship Id="rId33" Type="http://schemas.openxmlformats.org/officeDocument/2006/relationships/image" Target="../media/image1393.png"/><Relationship Id="rId129" Type="http://schemas.openxmlformats.org/officeDocument/2006/relationships/image" Target="../media/image1446.png"/><Relationship Id="rId280" Type="http://schemas.openxmlformats.org/officeDocument/2006/relationships/customXml" Target="../ink/ink2201.xml"/><Relationship Id="rId336" Type="http://schemas.openxmlformats.org/officeDocument/2006/relationships/customXml" Target="../ink/ink2229.xml"/><Relationship Id="rId75" Type="http://schemas.openxmlformats.org/officeDocument/2006/relationships/image" Target="../media/image1416.png"/><Relationship Id="rId140" Type="http://schemas.openxmlformats.org/officeDocument/2006/relationships/customXml" Target="../ink/ink2131.xml"/><Relationship Id="rId182" Type="http://schemas.openxmlformats.org/officeDocument/2006/relationships/customXml" Target="../ink/ink2152.xml"/><Relationship Id="rId378" Type="http://schemas.openxmlformats.org/officeDocument/2006/relationships/customXml" Target="../ink/ink2250.xml"/><Relationship Id="rId6" Type="http://schemas.openxmlformats.org/officeDocument/2006/relationships/customXml" Target="../ink/ink2064.xml"/><Relationship Id="rId238" Type="http://schemas.openxmlformats.org/officeDocument/2006/relationships/customXml" Target="../ink/ink2180.xml"/><Relationship Id="rId291" Type="http://schemas.openxmlformats.org/officeDocument/2006/relationships/image" Target="../media/image1536.png"/><Relationship Id="rId305" Type="http://schemas.openxmlformats.org/officeDocument/2006/relationships/image" Target="../media/image1544.png"/><Relationship Id="rId347" Type="http://schemas.openxmlformats.org/officeDocument/2006/relationships/image" Target="../media/image1567.png"/><Relationship Id="rId44" Type="http://schemas.openxmlformats.org/officeDocument/2006/relationships/customXml" Target="../ink/ink2083.xml"/><Relationship Id="rId86" Type="http://schemas.openxmlformats.org/officeDocument/2006/relationships/customXml" Target="../ink/ink2104.xml"/><Relationship Id="rId151" Type="http://schemas.openxmlformats.org/officeDocument/2006/relationships/image" Target="../media/image1458.png"/><Relationship Id="rId193" Type="http://schemas.openxmlformats.org/officeDocument/2006/relationships/image" Target="../media/image1482.png"/><Relationship Id="rId207" Type="http://schemas.openxmlformats.org/officeDocument/2006/relationships/image" Target="../media/image1489.png"/><Relationship Id="rId249" Type="http://schemas.openxmlformats.org/officeDocument/2006/relationships/image" Target="../media/image1513.png"/><Relationship Id="rId13" Type="http://schemas.openxmlformats.org/officeDocument/2006/relationships/image" Target="../media/image1382.png"/><Relationship Id="rId109" Type="http://schemas.openxmlformats.org/officeDocument/2006/relationships/image" Target="../media/image1435.png"/><Relationship Id="rId260" Type="http://schemas.openxmlformats.org/officeDocument/2006/relationships/customXml" Target="../ink/ink2191.xml"/><Relationship Id="rId316" Type="http://schemas.openxmlformats.org/officeDocument/2006/relationships/customXml" Target="../ink/ink2219.xml"/><Relationship Id="rId55" Type="http://schemas.openxmlformats.org/officeDocument/2006/relationships/image" Target="../media/image1405.png"/><Relationship Id="rId97" Type="http://schemas.openxmlformats.org/officeDocument/2006/relationships/image" Target="../media/image1428.png"/><Relationship Id="rId120" Type="http://schemas.openxmlformats.org/officeDocument/2006/relationships/customXml" Target="../ink/ink2121.xml"/><Relationship Id="rId358" Type="http://schemas.openxmlformats.org/officeDocument/2006/relationships/customXml" Target="../ink/ink2240.xml"/><Relationship Id="rId162" Type="http://schemas.openxmlformats.org/officeDocument/2006/relationships/customXml" Target="../ink/ink2142.xml"/><Relationship Id="rId218" Type="http://schemas.openxmlformats.org/officeDocument/2006/relationships/customXml" Target="../ink/ink2170.xml"/><Relationship Id="rId271" Type="http://schemas.openxmlformats.org/officeDocument/2006/relationships/image" Target="../media/image1525.png"/><Relationship Id="rId24" Type="http://schemas.openxmlformats.org/officeDocument/2006/relationships/customXml" Target="../ink/ink2073.xml"/><Relationship Id="rId66" Type="http://schemas.openxmlformats.org/officeDocument/2006/relationships/customXml" Target="../ink/ink2094.xml"/><Relationship Id="rId131" Type="http://schemas.openxmlformats.org/officeDocument/2006/relationships/image" Target="../media/image1447.png"/><Relationship Id="rId327" Type="http://schemas.openxmlformats.org/officeDocument/2006/relationships/image" Target="../media/image1556.png"/><Relationship Id="rId369" Type="http://schemas.openxmlformats.org/officeDocument/2006/relationships/image" Target="../media/image1579.png"/><Relationship Id="rId173" Type="http://schemas.openxmlformats.org/officeDocument/2006/relationships/image" Target="../media/image1471.png"/><Relationship Id="rId229" Type="http://schemas.openxmlformats.org/officeDocument/2006/relationships/image" Target="../media/image1502.png"/><Relationship Id="rId380" Type="http://schemas.openxmlformats.org/officeDocument/2006/relationships/customXml" Target="../ink/ink2251.xml"/><Relationship Id="rId240" Type="http://schemas.openxmlformats.org/officeDocument/2006/relationships/customXml" Target="../ink/ink2181.xml"/><Relationship Id="rId35" Type="http://schemas.openxmlformats.org/officeDocument/2006/relationships/image" Target="../media/image1394.png"/><Relationship Id="rId77" Type="http://schemas.openxmlformats.org/officeDocument/2006/relationships/image" Target="../media/image1417.png"/><Relationship Id="rId100" Type="http://schemas.openxmlformats.org/officeDocument/2006/relationships/customXml" Target="../ink/ink2111.xml"/><Relationship Id="rId282" Type="http://schemas.openxmlformats.org/officeDocument/2006/relationships/customXml" Target="../ink/ink2202.xml"/><Relationship Id="rId338" Type="http://schemas.openxmlformats.org/officeDocument/2006/relationships/customXml" Target="../ink/ink2230.xml"/><Relationship Id="rId8" Type="http://schemas.openxmlformats.org/officeDocument/2006/relationships/customXml" Target="../ink/ink2065.xml"/><Relationship Id="rId142" Type="http://schemas.openxmlformats.org/officeDocument/2006/relationships/customXml" Target="../ink/ink2132.xml"/><Relationship Id="rId184" Type="http://schemas.openxmlformats.org/officeDocument/2006/relationships/customXml" Target="../ink/ink2153.xml"/><Relationship Id="rId251" Type="http://schemas.openxmlformats.org/officeDocument/2006/relationships/image" Target="../media/image1514.png"/><Relationship Id="rId46" Type="http://schemas.openxmlformats.org/officeDocument/2006/relationships/customXml" Target="../ink/ink2084.xml"/><Relationship Id="rId293" Type="http://schemas.openxmlformats.org/officeDocument/2006/relationships/image" Target="../media/image1537.png"/><Relationship Id="rId307" Type="http://schemas.openxmlformats.org/officeDocument/2006/relationships/image" Target="../media/image1545.png"/><Relationship Id="rId349" Type="http://schemas.openxmlformats.org/officeDocument/2006/relationships/image" Target="../media/image1568.png"/><Relationship Id="rId88" Type="http://schemas.openxmlformats.org/officeDocument/2006/relationships/customXml" Target="../ink/ink2105.xml"/><Relationship Id="rId111" Type="http://schemas.openxmlformats.org/officeDocument/2006/relationships/image" Target="../media/image1436.png"/><Relationship Id="rId153" Type="http://schemas.openxmlformats.org/officeDocument/2006/relationships/image" Target="../media/image1459.png"/><Relationship Id="rId195" Type="http://schemas.openxmlformats.org/officeDocument/2006/relationships/image" Target="../media/image1483.png"/><Relationship Id="rId209" Type="http://schemas.openxmlformats.org/officeDocument/2006/relationships/image" Target="../media/image1491.png"/><Relationship Id="rId360" Type="http://schemas.openxmlformats.org/officeDocument/2006/relationships/customXml" Target="../ink/ink2241.xml"/><Relationship Id="rId220" Type="http://schemas.openxmlformats.org/officeDocument/2006/relationships/customXml" Target="../ink/ink2171.xml"/><Relationship Id="rId15" Type="http://schemas.openxmlformats.org/officeDocument/2006/relationships/image" Target="../media/image1383.png"/><Relationship Id="rId57" Type="http://schemas.openxmlformats.org/officeDocument/2006/relationships/image" Target="../media/image1406.png"/><Relationship Id="rId262" Type="http://schemas.openxmlformats.org/officeDocument/2006/relationships/customXml" Target="../ink/ink2192.xml"/><Relationship Id="rId318" Type="http://schemas.openxmlformats.org/officeDocument/2006/relationships/customXml" Target="../ink/ink2220.xml"/><Relationship Id="rId99" Type="http://schemas.openxmlformats.org/officeDocument/2006/relationships/image" Target="../media/image1429.png"/><Relationship Id="rId122" Type="http://schemas.openxmlformats.org/officeDocument/2006/relationships/customXml" Target="../ink/ink2122.xml"/><Relationship Id="rId164" Type="http://schemas.openxmlformats.org/officeDocument/2006/relationships/customXml" Target="../ink/ink2143.xml"/><Relationship Id="rId371" Type="http://schemas.openxmlformats.org/officeDocument/2006/relationships/image" Target="../media/image1581.png"/><Relationship Id="rId26" Type="http://schemas.openxmlformats.org/officeDocument/2006/relationships/customXml" Target="../ink/ink2074.xml"/><Relationship Id="rId231" Type="http://schemas.openxmlformats.org/officeDocument/2006/relationships/image" Target="../media/image1503.png"/><Relationship Id="rId273" Type="http://schemas.openxmlformats.org/officeDocument/2006/relationships/image" Target="../media/image1526.png"/><Relationship Id="rId329" Type="http://schemas.openxmlformats.org/officeDocument/2006/relationships/image" Target="../media/image1557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50.png"/><Relationship Id="rId21" Type="http://schemas.openxmlformats.org/officeDocument/2006/relationships/customXml" Target="../ink/ink2264.xml"/><Relationship Id="rId42" Type="http://schemas.openxmlformats.org/officeDocument/2006/relationships/image" Target="../media/image1595.png"/><Relationship Id="rId47" Type="http://schemas.openxmlformats.org/officeDocument/2006/relationships/customXml" Target="../ink/ink2277.xml"/><Relationship Id="rId63" Type="http://schemas.openxmlformats.org/officeDocument/2006/relationships/customXml" Target="../ink/ink2285.xml"/><Relationship Id="rId68" Type="http://schemas.openxmlformats.org/officeDocument/2006/relationships/image" Target="../media/image1609.png"/><Relationship Id="rId84" Type="http://schemas.openxmlformats.org/officeDocument/2006/relationships/image" Target="../media/image1618.png"/><Relationship Id="rId16" Type="http://schemas.openxmlformats.org/officeDocument/2006/relationships/image" Target="../media/image3600.png"/><Relationship Id="rId11" Type="http://schemas.openxmlformats.org/officeDocument/2006/relationships/customXml" Target="../ink/ink2259.xml"/><Relationship Id="rId32" Type="http://schemas.openxmlformats.org/officeDocument/2006/relationships/image" Target="../media/image3680.png"/><Relationship Id="rId37" Type="http://schemas.openxmlformats.org/officeDocument/2006/relationships/customXml" Target="../ink/ink2272.xml"/><Relationship Id="rId53" Type="http://schemas.openxmlformats.org/officeDocument/2006/relationships/customXml" Target="../ink/ink2280.xml"/><Relationship Id="rId58" Type="http://schemas.openxmlformats.org/officeDocument/2006/relationships/image" Target="../media/image1604.png"/><Relationship Id="rId74" Type="http://schemas.openxmlformats.org/officeDocument/2006/relationships/image" Target="../media/image1613.png"/><Relationship Id="rId79" Type="http://schemas.openxmlformats.org/officeDocument/2006/relationships/customXml" Target="../ink/ink2293.xml"/><Relationship Id="rId5" Type="http://schemas.openxmlformats.org/officeDocument/2006/relationships/customXml" Target="../ink/ink2256.xml"/><Relationship Id="rId19" Type="http://schemas.openxmlformats.org/officeDocument/2006/relationships/customXml" Target="../ink/ink2263.xml"/><Relationship Id="rId14" Type="http://schemas.openxmlformats.org/officeDocument/2006/relationships/image" Target="../media/image3590.png"/><Relationship Id="rId22" Type="http://schemas.openxmlformats.org/officeDocument/2006/relationships/image" Target="../media/image3630.png"/><Relationship Id="rId27" Type="http://schemas.openxmlformats.org/officeDocument/2006/relationships/customXml" Target="../ink/ink2267.xml"/><Relationship Id="rId30" Type="http://schemas.openxmlformats.org/officeDocument/2006/relationships/image" Target="../media/image3670.png"/><Relationship Id="rId35" Type="http://schemas.openxmlformats.org/officeDocument/2006/relationships/customXml" Target="../ink/ink2271.xml"/><Relationship Id="rId43" Type="http://schemas.openxmlformats.org/officeDocument/2006/relationships/customXml" Target="../ink/ink2275.xml"/><Relationship Id="rId48" Type="http://schemas.openxmlformats.org/officeDocument/2006/relationships/image" Target="../media/image1598.png"/><Relationship Id="rId56" Type="http://schemas.openxmlformats.org/officeDocument/2006/relationships/image" Target="../media/image1603.png"/><Relationship Id="rId64" Type="http://schemas.openxmlformats.org/officeDocument/2006/relationships/image" Target="../media/image1607.png"/><Relationship Id="rId69" Type="http://schemas.openxmlformats.org/officeDocument/2006/relationships/customXml" Target="../ink/ink2288.xml"/><Relationship Id="rId77" Type="http://schemas.openxmlformats.org/officeDocument/2006/relationships/customXml" Target="../ink/ink2292.xml"/><Relationship Id="rId8" Type="http://schemas.openxmlformats.org/officeDocument/2006/relationships/image" Target="../media/image3560.png"/><Relationship Id="rId51" Type="http://schemas.openxmlformats.org/officeDocument/2006/relationships/customXml" Target="../ink/ink2279.xml"/><Relationship Id="rId72" Type="http://schemas.openxmlformats.org/officeDocument/2006/relationships/image" Target="../media/image1612.png"/><Relationship Id="rId80" Type="http://schemas.openxmlformats.org/officeDocument/2006/relationships/image" Target="../media/image1616.png"/><Relationship Id="rId85" Type="http://schemas.openxmlformats.org/officeDocument/2006/relationships/customXml" Target="../ink/ink2296.xml"/><Relationship Id="rId3" Type="http://schemas.openxmlformats.org/officeDocument/2006/relationships/customXml" Target="../ink/ink2255.xml"/><Relationship Id="rId12" Type="http://schemas.openxmlformats.org/officeDocument/2006/relationships/image" Target="../media/image3580.png"/><Relationship Id="rId17" Type="http://schemas.openxmlformats.org/officeDocument/2006/relationships/customXml" Target="../ink/ink2262.xml"/><Relationship Id="rId25" Type="http://schemas.openxmlformats.org/officeDocument/2006/relationships/customXml" Target="../ink/ink2266.xml"/><Relationship Id="rId33" Type="http://schemas.openxmlformats.org/officeDocument/2006/relationships/customXml" Target="../ink/ink2270.xml"/><Relationship Id="rId38" Type="http://schemas.openxmlformats.org/officeDocument/2006/relationships/image" Target="../media/image1593.png"/><Relationship Id="rId46" Type="http://schemas.openxmlformats.org/officeDocument/2006/relationships/image" Target="../media/image1597.png"/><Relationship Id="rId59" Type="http://schemas.openxmlformats.org/officeDocument/2006/relationships/customXml" Target="../ink/ink2283.xml"/><Relationship Id="rId67" Type="http://schemas.openxmlformats.org/officeDocument/2006/relationships/customXml" Target="../ink/ink2287.xml"/><Relationship Id="rId20" Type="http://schemas.openxmlformats.org/officeDocument/2006/relationships/image" Target="../media/image3620.png"/><Relationship Id="rId41" Type="http://schemas.openxmlformats.org/officeDocument/2006/relationships/customXml" Target="../ink/ink2274.xml"/><Relationship Id="rId54" Type="http://schemas.openxmlformats.org/officeDocument/2006/relationships/image" Target="../media/image1602.png"/><Relationship Id="rId62" Type="http://schemas.openxmlformats.org/officeDocument/2006/relationships/image" Target="../media/image1606.png"/><Relationship Id="rId70" Type="http://schemas.openxmlformats.org/officeDocument/2006/relationships/image" Target="../media/image1611.png"/><Relationship Id="rId75" Type="http://schemas.openxmlformats.org/officeDocument/2006/relationships/customXml" Target="../ink/ink2291.xml"/><Relationship Id="rId83" Type="http://schemas.openxmlformats.org/officeDocument/2006/relationships/customXml" Target="../ink/ink2295.xml"/><Relationship Id="rId88" Type="http://schemas.openxmlformats.org/officeDocument/2006/relationships/image" Target="../media/image16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50.png"/><Relationship Id="rId15" Type="http://schemas.openxmlformats.org/officeDocument/2006/relationships/customXml" Target="../ink/ink2261.xml"/><Relationship Id="rId23" Type="http://schemas.openxmlformats.org/officeDocument/2006/relationships/customXml" Target="../ink/ink2265.xml"/><Relationship Id="rId28" Type="http://schemas.openxmlformats.org/officeDocument/2006/relationships/image" Target="../media/image3660.png"/><Relationship Id="rId36" Type="http://schemas.openxmlformats.org/officeDocument/2006/relationships/image" Target="../media/image1592.png"/><Relationship Id="rId49" Type="http://schemas.openxmlformats.org/officeDocument/2006/relationships/customXml" Target="../ink/ink2278.xml"/><Relationship Id="rId57" Type="http://schemas.openxmlformats.org/officeDocument/2006/relationships/customXml" Target="../ink/ink2282.xml"/><Relationship Id="rId10" Type="http://schemas.openxmlformats.org/officeDocument/2006/relationships/image" Target="../media/image3570.png"/><Relationship Id="rId31" Type="http://schemas.openxmlformats.org/officeDocument/2006/relationships/customXml" Target="../ink/ink2269.xml"/><Relationship Id="rId44" Type="http://schemas.openxmlformats.org/officeDocument/2006/relationships/image" Target="../media/image1596.png"/><Relationship Id="rId52" Type="http://schemas.openxmlformats.org/officeDocument/2006/relationships/image" Target="../media/image1601.png"/><Relationship Id="rId60" Type="http://schemas.openxmlformats.org/officeDocument/2006/relationships/image" Target="../media/image1605.png"/><Relationship Id="rId65" Type="http://schemas.openxmlformats.org/officeDocument/2006/relationships/customXml" Target="../ink/ink2286.xml"/><Relationship Id="rId73" Type="http://schemas.openxmlformats.org/officeDocument/2006/relationships/customXml" Target="../ink/ink2290.xml"/><Relationship Id="rId78" Type="http://schemas.openxmlformats.org/officeDocument/2006/relationships/image" Target="../media/image1615.png"/><Relationship Id="rId81" Type="http://schemas.openxmlformats.org/officeDocument/2006/relationships/customXml" Target="../ink/ink2294.xml"/><Relationship Id="rId86" Type="http://schemas.openxmlformats.org/officeDocument/2006/relationships/image" Target="../media/image1619.png"/><Relationship Id="rId4" Type="http://schemas.openxmlformats.org/officeDocument/2006/relationships/image" Target="../media/image3540.png"/><Relationship Id="rId9" Type="http://schemas.openxmlformats.org/officeDocument/2006/relationships/customXml" Target="../ink/ink2258.xml"/><Relationship Id="rId13" Type="http://schemas.openxmlformats.org/officeDocument/2006/relationships/customXml" Target="../ink/ink2260.xml"/><Relationship Id="rId18" Type="http://schemas.openxmlformats.org/officeDocument/2006/relationships/image" Target="../media/image3610.png"/><Relationship Id="rId39" Type="http://schemas.openxmlformats.org/officeDocument/2006/relationships/customXml" Target="../ink/ink2273.xml"/><Relationship Id="rId34" Type="http://schemas.openxmlformats.org/officeDocument/2006/relationships/image" Target="../media/image3690.png"/><Relationship Id="rId50" Type="http://schemas.openxmlformats.org/officeDocument/2006/relationships/image" Target="../media/image1599.png"/><Relationship Id="rId55" Type="http://schemas.openxmlformats.org/officeDocument/2006/relationships/customXml" Target="../ink/ink2281.xml"/><Relationship Id="rId76" Type="http://schemas.openxmlformats.org/officeDocument/2006/relationships/image" Target="../media/image1614.png"/><Relationship Id="rId7" Type="http://schemas.openxmlformats.org/officeDocument/2006/relationships/customXml" Target="../ink/ink2257.xml"/><Relationship Id="rId71" Type="http://schemas.openxmlformats.org/officeDocument/2006/relationships/customXml" Target="../ink/ink2289.xml"/><Relationship Id="rId2" Type="http://schemas.openxmlformats.org/officeDocument/2006/relationships/image" Target="../media/image1591.png"/><Relationship Id="rId29" Type="http://schemas.openxmlformats.org/officeDocument/2006/relationships/customXml" Target="../ink/ink2268.xml"/><Relationship Id="rId24" Type="http://schemas.openxmlformats.org/officeDocument/2006/relationships/image" Target="../media/image3640.png"/><Relationship Id="rId40" Type="http://schemas.openxmlformats.org/officeDocument/2006/relationships/image" Target="../media/image1594.png"/><Relationship Id="rId45" Type="http://schemas.openxmlformats.org/officeDocument/2006/relationships/customXml" Target="../ink/ink2276.xml"/><Relationship Id="rId66" Type="http://schemas.openxmlformats.org/officeDocument/2006/relationships/image" Target="../media/image1608.png"/><Relationship Id="rId87" Type="http://schemas.openxmlformats.org/officeDocument/2006/relationships/customXml" Target="../ink/ink2297.xml"/><Relationship Id="rId61" Type="http://schemas.openxmlformats.org/officeDocument/2006/relationships/customXml" Target="../ink/ink2284.xml"/><Relationship Id="rId82" Type="http://schemas.openxmlformats.org/officeDocument/2006/relationships/image" Target="../media/image1617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5.png"/><Relationship Id="rId299" Type="http://schemas.openxmlformats.org/officeDocument/2006/relationships/image" Target="../media/image1786.png"/><Relationship Id="rId21" Type="http://schemas.openxmlformats.org/officeDocument/2006/relationships/image" Target="../media/image1632.png"/><Relationship Id="rId63" Type="http://schemas.openxmlformats.org/officeDocument/2006/relationships/image" Target="../media/image1655.png"/><Relationship Id="rId159" Type="http://schemas.openxmlformats.org/officeDocument/2006/relationships/image" Target="../media/image1708.png"/><Relationship Id="rId324" Type="http://schemas.openxmlformats.org/officeDocument/2006/relationships/customXml" Target="../ink/ink2459.xml"/><Relationship Id="rId170" Type="http://schemas.openxmlformats.org/officeDocument/2006/relationships/customXml" Target="../ink/ink2382.xml"/><Relationship Id="rId226" Type="http://schemas.openxmlformats.org/officeDocument/2006/relationships/customXml" Target="../ink/ink2410.xml"/><Relationship Id="rId268" Type="http://schemas.openxmlformats.org/officeDocument/2006/relationships/customXml" Target="../ink/ink2431.xml"/><Relationship Id="rId32" Type="http://schemas.openxmlformats.org/officeDocument/2006/relationships/customXml" Target="../ink/ink2313.xml"/><Relationship Id="rId74" Type="http://schemas.openxmlformats.org/officeDocument/2006/relationships/customXml" Target="../ink/ink2334.xml"/><Relationship Id="rId128" Type="http://schemas.openxmlformats.org/officeDocument/2006/relationships/customXml" Target="../ink/ink2361.xml"/><Relationship Id="rId335" Type="http://schemas.openxmlformats.org/officeDocument/2006/relationships/image" Target="../media/image1806.png"/><Relationship Id="rId5" Type="http://schemas.openxmlformats.org/officeDocument/2006/relationships/image" Target="../media/image1623.png"/><Relationship Id="rId181" Type="http://schemas.openxmlformats.org/officeDocument/2006/relationships/image" Target="../media/image1721.png"/><Relationship Id="rId237" Type="http://schemas.openxmlformats.org/officeDocument/2006/relationships/image" Target="../media/image1752.png"/><Relationship Id="rId279" Type="http://schemas.openxmlformats.org/officeDocument/2006/relationships/image" Target="../media/image1775.png"/><Relationship Id="rId43" Type="http://schemas.openxmlformats.org/officeDocument/2006/relationships/image" Target="../media/image1644.png"/><Relationship Id="rId139" Type="http://schemas.openxmlformats.org/officeDocument/2006/relationships/image" Target="../media/image1697.png"/><Relationship Id="rId290" Type="http://schemas.openxmlformats.org/officeDocument/2006/relationships/customXml" Target="../ink/ink2442.xml"/><Relationship Id="rId304" Type="http://schemas.openxmlformats.org/officeDocument/2006/relationships/customXml" Target="../ink/ink2449.xml"/><Relationship Id="rId85" Type="http://schemas.openxmlformats.org/officeDocument/2006/relationships/image" Target="../media/image1667.png"/><Relationship Id="rId150" Type="http://schemas.openxmlformats.org/officeDocument/2006/relationships/customXml" Target="../ink/ink2372.xml"/><Relationship Id="rId192" Type="http://schemas.openxmlformats.org/officeDocument/2006/relationships/customXml" Target="../ink/ink2393.xml"/><Relationship Id="rId206" Type="http://schemas.openxmlformats.org/officeDocument/2006/relationships/customXml" Target="../ink/ink2400.xml"/><Relationship Id="rId248" Type="http://schemas.openxmlformats.org/officeDocument/2006/relationships/customXml" Target="../ink/ink2421.xml"/><Relationship Id="rId12" Type="http://schemas.openxmlformats.org/officeDocument/2006/relationships/customXml" Target="../ink/ink2303.xml"/><Relationship Id="rId108" Type="http://schemas.openxmlformats.org/officeDocument/2006/relationships/customXml" Target="../ink/ink2351.xml"/><Relationship Id="rId315" Type="http://schemas.openxmlformats.org/officeDocument/2006/relationships/image" Target="../media/image1795.png"/><Relationship Id="rId54" Type="http://schemas.openxmlformats.org/officeDocument/2006/relationships/customXml" Target="../ink/ink2324.xml"/><Relationship Id="rId96" Type="http://schemas.openxmlformats.org/officeDocument/2006/relationships/customXml" Target="../ink/ink2345.xml"/><Relationship Id="rId161" Type="http://schemas.openxmlformats.org/officeDocument/2006/relationships/image" Target="../media/image1709.png"/><Relationship Id="rId217" Type="http://schemas.openxmlformats.org/officeDocument/2006/relationships/image" Target="../media/image1741.png"/><Relationship Id="rId259" Type="http://schemas.openxmlformats.org/officeDocument/2006/relationships/image" Target="../media/image1764.png"/><Relationship Id="rId23" Type="http://schemas.openxmlformats.org/officeDocument/2006/relationships/image" Target="../media/image1633.png"/><Relationship Id="rId119" Type="http://schemas.openxmlformats.org/officeDocument/2006/relationships/image" Target="../media/image1686.png"/><Relationship Id="rId270" Type="http://schemas.openxmlformats.org/officeDocument/2006/relationships/customXml" Target="../ink/ink2432.xml"/><Relationship Id="rId326" Type="http://schemas.openxmlformats.org/officeDocument/2006/relationships/customXml" Target="../ink/ink2460.xml"/><Relationship Id="rId65" Type="http://schemas.openxmlformats.org/officeDocument/2006/relationships/image" Target="../media/image1656.png"/><Relationship Id="rId130" Type="http://schemas.openxmlformats.org/officeDocument/2006/relationships/customXml" Target="../ink/ink2362.xml"/><Relationship Id="rId172" Type="http://schemas.openxmlformats.org/officeDocument/2006/relationships/customXml" Target="../ink/ink2383.xml"/><Relationship Id="rId228" Type="http://schemas.openxmlformats.org/officeDocument/2006/relationships/customXml" Target="../ink/ink2411.xml"/><Relationship Id="rId281" Type="http://schemas.openxmlformats.org/officeDocument/2006/relationships/image" Target="../media/image1776.png"/><Relationship Id="rId337" Type="http://schemas.openxmlformats.org/officeDocument/2006/relationships/image" Target="../media/image1807.png"/><Relationship Id="rId34" Type="http://schemas.openxmlformats.org/officeDocument/2006/relationships/customXml" Target="../ink/ink2314.xml"/><Relationship Id="rId76" Type="http://schemas.openxmlformats.org/officeDocument/2006/relationships/customXml" Target="../ink/ink2335.xml"/><Relationship Id="rId141" Type="http://schemas.openxmlformats.org/officeDocument/2006/relationships/image" Target="../media/image1698.png"/><Relationship Id="rId7" Type="http://schemas.openxmlformats.org/officeDocument/2006/relationships/image" Target="../media/image1624.png"/><Relationship Id="rId183" Type="http://schemas.openxmlformats.org/officeDocument/2006/relationships/image" Target="../media/image1722.png"/><Relationship Id="rId239" Type="http://schemas.openxmlformats.org/officeDocument/2006/relationships/image" Target="../media/image1753.png"/><Relationship Id="rId250" Type="http://schemas.openxmlformats.org/officeDocument/2006/relationships/customXml" Target="../ink/ink2422.xml"/><Relationship Id="rId292" Type="http://schemas.openxmlformats.org/officeDocument/2006/relationships/customXml" Target="../ink/ink2443.xml"/><Relationship Id="rId306" Type="http://schemas.openxmlformats.org/officeDocument/2006/relationships/customXml" Target="../ink/ink2450.xml"/><Relationship Id="rId45" Type="http://schemas.openxmlformats.org/officeDocument/2006/relationships/image" Target="../media/image1645.png"/><Relationship Id="rId87" Type="http://schemas.openxmlformats.org/officeDocument/2006/relationships/image" Target="../media/image1668.png"/><Relationship Id="rId110" Type="http://schemas.openxmlformats.org/officeDocument/2006/relationships/customXml" Target="../ink/ink2352.xml"/><Relationship Id="rId152" Type="http://schemas.openxmlformats.org/officeDocument/2006/relationships/customXml" Target="../ink/ink2373.xml"/><Relationship Id="rId194" Type="http://schemas.openxmlformats.org/officeDocument/2006/relationships/customXml" Target="../ink/ink2394.xml"/><Relationship Id="rId208" Type="http://schemas.openxmlformats.org/officeDocument/2006/relationships/customXml" Target="../ink/ink2401.xml"/><Relationship Id="rId240" Type="http://schemas.openxmlformats.org/officeDocument/2006/relationships/customXml" Target="../ink/ink2417.xml"/><Relationship Id="rId261" Type="http://schemas.openxmlformats.org/officeDocument/2006/relationships/image" Target="../media/image1765.png"/><Relationship Id="rId14" Type="http://schemas.openxmlformats.org/officeDocument/2006/relationships/customXml" Target="../ink/ink2304.xml"/><Relationship Id="rId35" Type="http://schemas.openxmlformats.org/officeDocument/2006/relationships/image" Target="../media/image1639.png"/><Relationship Id="rId56" Type="http://schemas.openxmlformats.org/officeDocument/2006/relationships/customXml" Target="../ink/ink2325.xml"/><Relationship Id="rId77" Type="http://schemas.openxmlformats.org/officeDocument/2006/relationships/image" Target="../media/image1663.png"/><Relationship Id="rId100" Type="http://schemas.openxmlformats.org/officeDocument/2006/relationships/customXml" Target="../ink/ink2347.xml"/><Relationship Id="rId282" Type="http://schemas.openxmlformats.org/officeDocument/2006/relationships/customXml" Target="../ink/ink2438.xml"/><Relationship Id="rId317" Type="http://schemas.openxmlformats.org/officeDocument/2006/relationships/image" Target="../media/image1796.png"/><Relationship Id="rId338" Type="http://schemas.openxmlformats.org/officeDocument/2006/relationships/customXml" Target="../ink/ink2466.xml"/><Relationship Id="rId8" Type="http://schemas.openxmlformats.org/officeDocument/2006/relationships/customXml" Target="../ink/ink2301.xml"/><Relationship Id="rId98" Type="http://schemas.openxmlformats.org/officeDocument/2006/relationships/customXml" Target="../ink/ink2346.xml"/><Relationship Id="rId121" Type="http://schemas.openxmlformats.org/officeDocument/2006/relationships/image" Target="../media/image1687.png"/><Relationship Id="rId142" Type="http://schemas.openxmlformats.org/officeDocument/2006/relationships/customXml" Target="../ink/ink2368.xml"/><Relationship Id="rId163" Type="http://schemas.openxmlformats.org/officeDocument/2006/relationships/image" Target="../media/image1711.png"/><Relationship Id="rId184" Type="http://schemas.openxmlformats.org/officeDocument/2006/relationships/customXml" Target="../ink/ink2389.xml"/><Relationship Id="rId219" Type="http://schemas.openxmlformats.org/officeDocument/2006/relationships/image" Target="../media/image1742.png"/><Relationship Id="rId230" Type="http://schemas.openxmlformats.org/officeDocument/2006/relationships/customXml" Target="../ink/ink2412.xml"/><Relationship Id="rId251" Type="http://schemas.openxmlformats.org/officeDocument/2006/relationships/image" Target="../media/image1759.png"/><Relationship Id="rId25" Type="http://schemas.openxmlformats.org/officeDocument/2006/relationships/image" Target="../media/image1634.png"/><Relationship Id="rId46" Type="http://schemas.openxmlformats.org/officeDocument/2006/relationships/customXml" Target="../ink/ink2320.xml"/><Relationship Id="rId67" Type="http://schemas.openxmlformats.org/officeDocument/2006/relationships/image" Target="../media/image1657.png"/><Relationship Id="rId272" Type="http://schemas.openxmlformats.org/officeDocument/2006/relationships/customXml" Target="../ink/ink2433.xml"/><Relationship Id="rId293" Type="http://schemas.openxmlformats.org/officeDocument/2006/relationships/image" Target="../media/image1783.png"/><Relationship Id="rId307" Type="http://schemas.openxmlformats.org/officeDocument/2006/relationships/image" Target="../media/image1791.png"/><Relationship Id="rId328" Type="http://schemas.openxmlformats.org/officeDocument/2006/relationships/customXml" Target="../ink/ink2461.xml"/><Relationship Id="rId88" Type="http://schemas.openxmlformats.org/officeDocument/2006/relationships/customXml" Target="../ink/ink2341.xml"/><Relationship Id="rId111" Type="http://schemas.openxmlformats.org/officeDocument/2006/relationships/image" Target="../media/image1682.png"/><Relationship Id="rId132" Type="http://schemas.openxmlformats.org/officeDocument/2006/relationships/customXml" Target="../ink/ink2363.xml"/><Relationship Id="rId153" Type="http://schemas.openxmlformats.org/officeDocument/2006/relationships/image" Target="../media/image1705.png"/><Relationship Id="rId174" Type="http://schemas.openxmlformats.org/officeDocument/2006/relationships/customXml" Target="../ink/ink2384.xml"/><Relationship Id="rId195" Type="http://schemas.openxmlformats.org/officeDocument/2006/relationships/image" Target="../media/image1728.png"/><Relationship Id="rId209" Type="http://schemas.openxmlformats.org/officeDocument/2006/relationships/image" Target="../media/image1736.png"/><Relationship Id="rId220" Type="http://schemas.openxmlformats.org/officeDocument/2006/relationships/customXml" Target="../ink/ink2407.xml"/><Relationship Id="rId241" Type="http://schemas.openxmlformats.org/officeDocument/2006/relationships/image" Target="../media/image1754.png"/><Relationship Id="rId15" Type="http://schemas.openxmlformats.org/officeDocument/2006/relationships/image" Target="../media/image1628.png"/><Relationship Id="rId36" Type="http://schemas.openxmlformats.org/officeDocument/2006/relationships/customXml" Target="../ink/ink2315.xml"/><Relationship Id="rId57" Type="http://schemas.openxmlformats.org/officeDocument/2006/relationships/image" Target="../media/image1652.png"/><Relationship Id="rId262" Type="http://schemas.openxmlformats.org/officeDocument/2006/relationships/customXml" Target="../ink/ink2428.xml"/><Relationship Id="rId283" Type="http://schemas.openxmlformats.org/officeDocument/2006/relationships/image" Target="../media/image1777.png"/><Relationship Id="rId318" Type="http://schemas.openxmlformats.org/officeDocument/2006/relationships/customXml" Target="../ink/ink2456.xml"/><Relationship Id="rId339" Type="http://schemas.openxmlformats.org/officeDocument/2006/relationships/image" Target="../media/image1808.png"/><Relationship Id="rId78" Type="http://schemas.openxmlformats.org/officeDocument/2006/relationships/customXml" Target="../ink/ink2336.xml"/><Relationship Id="rId99" Type="http://schemas.openxmlformats.org/officeDocument/2006/relationships/image" Target="../media/image1675.png"/><Relationship Id="rId101" Type="http://schemas.openxmlformats.org/officeDocument/2006/relationships/image" Target="../media/image1676.png"/><Relationship Id="rId122" Type="http://schemas.openxmlformats.org/officeDocument/2006/relationships/customXml" Target="../ink/ink2358.xml"/><Relationship Id="rId143" Type="http://schemas.openxmlformats.org/officeDocument/2006/relationships/image" Target="../media/image1699.png"/><Relationship Id="rId164" Type="http://schemas.openxmlformats.org/officeDocument/2006/relationships/customXml" Target="../ink/ink2379.xml"/><Relationship Id="rId185" Type="http://schemas.openxmlformats.org/officeDocument/2006/relationships/image" Target="../media/image1723.png"/><Relationship Id="rId9" Type="http://schemas.openxmlformats.org/officeDocument/2006/relationships/image" Target="../media/image1625.png"/><Relationship Id="rId210" Type="http://schemas.openxmlformats.org/officeDocument/2006/relationships/customXml" Target="../ink/ink2402.xml"/><Relationship Id="rId26" Type="http://schemas.openxmlformats.org/officeDocument/2006/relationships/customXml" Target="../ink/ink2310.xml"/><Relationship Id="rId231" Type="http://schemas.openxmlformats.org/officeDocument/2006/relationships/image" Target="../media/image1748.png"/><Relationship Id="rId252" Type="http://schemas.openxmlformats.org/officeDocument/2006/relationships/customXml" Target="../ink/ink2423.xml"/><Relationship Id="rId273" Type="http://schemas.openxmlformats.org/officeDocument/2006/relationships/image" Target="../media/image1772.png"/><Relationship Id="rId294" Type="http://schemas.openxmlformats.org/officeDocument/2006/relationships/customXml" Target="../ink/ink2444.xml"/><Relationship Id="rId308" Type="http://schemas.openxmlformats.org/officeDocument/2006/relationships/customXml" Target="../ink/ink2451.xml"/><Relationship Id="rId329" Type="http://schemas.openxmlformats.org/officeDocument/2006/relationships/image" Target="../media/image1803.png"/><Relationship Id="rId47" Type="http://schemas.openxmlformats.org/officeDocument/2006/relationships/image" Target="../media/image1646.png"/><Relationship Id="rId68" Type="http://schemas.openxmlformats.org/officeDocument/2006/relationships/customXml" Target="../ink/ink2331.xml"/><Relationship Id="rId89" Type="http://schemas.openxmlformats.org/officeDocument/2006/relationships/image" Target="../media/image1669.png"/><Relationship Id="rId112" Type="http://schemas.openxmlformats.org/officeDocument/2006/relationships/customXml" Target="../ink/ink2353.xml"/><Relationship Id="rId133" Type="http://schemas.openxmlformats.org/officeDocument/2006/relationships/image" Target="../media/image1694.png"/><Relationship Id="rId154" Type="http://schemas.openxmlformats.org/officeDocument/2006/relationships/customXml" Target="../ink/ink2374.xml"/><Relationship Id="rId175" Type="http://schemas.openxmlformats.org/officeDocument/2006/relationships/image" Target="../media/image1717.png"/><Relationship Id="rId340" Type="http://schemas.openxmlformats.org/officeDocument/2006/relationships/customXml" Target="../ink/ink2467.xml"/><Relationship Id="rId196" Type="http://schemas.openxmlformats.org/officeDocument/2006/relationships/customXml" Target="../ink/ink2395.xml"/><Relationship Id="rId200" Type="http://schemas.openxmlformats.org/officeDocument/2006/relationships/customXml" Target="../ink/ink2397.xml"/><Relationship Id="rId16" Type="http://schemas.openxmlformats.org/officeDocument/2006/relationships/customXml" Target="../ink/ink2305.xml"/><Relationship Id="rId221" Type="http://schemas.openxmlformats.org/officeDocument/2006/relationships/image" Target="../media/image1743.png"/><Relationship Id="rId242" Type="http://schemas.openxmlformats.org/officeDocument/2006/relationships/customXml" Target="../ink/ink2418.xml"/><Relationship Id="rId263" Type="http://schemas.openxmlformats.org/officeDocument/2006/relationships/image" Target="../media/image1766.png"/><Relationship Id="rId284" Type="http://schemas.openxmlformats.org/officeDocument/2006/relationships/customXml" Target="../ink/ink2439.xml"/><Relationship Id="rId319" Type="http://schemas.openxmlformats.org/officeDocument/2006/relationships/image" Target="../media/image1797.png"/><Relationship Id="rId37" Type="http://schemas.openxmlformats.org/officeDocument/2006/relationships/image" Target="../media/image1641.png"/><Relationship Id="rId58" Type="http://schemas.openxmlformats.org/officeDocument/2006/relationships/customXml" Target="../ink/ink2326.xml"/><Relationship Id="rId79" Type="http://schemas.openxmlformats.org/officeDocument/2006/relationships/image" Target="../media/image1664.png"/><Relationship Id="rId102" Type="http://schemas.openxmlformats.org/officeDocument/2006/relationships/customXml" Target="../ink/ink2348.xml"/><Relationship Id="rId123" Type="http://schemas.openxmlformats.org/officeDocument/2006/relationships/image" Target="../media/image1688.png"/><Relationship Id="rId144" Type="http://schemas.openxmlformats.org/officeDocument/2006/relationships/customXml" Target="../ink/ink2369.xml"/><Relationship Id="rId330" Type="http://schemas.openxmlformats.org/officeDocument/2006/relationships/customXml" Target="../ink/ink2462.xml"/><Relationship Id="rId90" Type="http://schemas.openxmlformats.org/officeDocument/2006/relationships/customXml" Target="../ink/ink2342.xml"/><Relationship Id="rId165" Type="http://schemas.openxmlformats.org/officeDocument/2006/relationships/image" Target="../media/image1712.png"/><Relationship Id="rId186" Type="http://schemas.openxmlformats.org/officeDocument/2006/relationships/customXml" Target="../ink/ink2390.xml"/><Relationship Id="rId211" Type="http://schemas.openxmlformats.org/officeDocument/2006/relationships/image" Target="../media/image1737.png"/><Relationship Id="rId232" Type="http://schemas.openxmlformats.org/officeDocument/2006/relationships/customXml" Target="../ink/ink2413.xml"/><Relationship Id="rId253" Type="http://schemas.openxmlformats.org/officeDocument/2006/relationships/image" Target="../media/image1761.png"/><Relationship Id="rId274" Type="http://schemas.openxmlformats.org/officeDocument/2006/relationships/customXml" Target="../ink/ink2434.xml"/><Relationship Id="rId295" Type="http://schemas.openxmlformats.org/officeDocument/2006/relationships/image" Target="../media/image1784.png"/><Relationship Id="rId309" Type="http://schemas.openxmlformats.org/officeDocument/2006/relationships/image" Target="../media/image1792.png"/><Relationship Id="rId27" Type="http://schemas.openxmlformats.org/officeDocument/2006/relationships/image" Target="../media/image1635.png"/><Relationship Id="rId48" Type="http://schemas.openxmlformats.org/officeDocument/2006/relationships/customXml" Target="../ink/ink2321.xml"/><Relationship Id="rId69" Type="http://schemas.openxmlformats.org/officeDocument/2006/relationships/image" Target="../media/image1658.png"/><Relationship Id="rId113" Type="http://schemas.openxmlformats.org/officeDocument/2006/relationships/image" Target="../media/image1683.png"/><Relationship Id="rId134" Type="http://schemas.openxmlformats.org/officeDocument/2006/relationships/customXml" Target="../ink/ink2364.xml"/><Relationship Id="rId320" Type="http://schemas.openxmlformats.org/officeDocument/2006/relationships/customXml" Target="../ink/ink2457.xml"/><Relationship Id="rId80" Type="http://schemas.openxmlformats.org/officeDocument/2006/relationships/customXml" Target="../ink/ink2337.xml"/><Relationship Id="rId155" Type="http://schemas.openxmlformats.org/officeDocument/2006/relationships/image" Target="../media/image1706.png"/><Relationship Id="rId176" Type="http://schemas.openxmlformats.org/officeDocument/2006/relationships/customXml" Target="../ink/ink2385.xml"/><Relationship Id="rId197" Type="http://schemas.openxmlformats.org/officeDocument/2006/relationships/image" Target="../media/image1729.png"/><Relationship Id="rId341" Type="http://schemas.openxmlformats.org/officeDocument/2006/relationships/image" Target="../media/image1809.png"/><Relationship Id="rId201" Type="http://schemas.openxmlformats.org/officeDocument/2006/relationships/image" Target="../media/image1732.png"/><Relationship Id="rId222" Type="http://schemas.openxmlformats.org/officeDocument/2006/relationships/customXml" Target="../ink/ink2408.xml"/><Relationship Id="rId243" Type="http://schemas.openxmlformats.org/officeDocument/2006/relationships/image" Target="../media/image1755.png"/><Relationship Id="rId264" Type="http://schemas.openxmlformats.org/officeDocument/2006/relationships/customXml" Target="../ink/ink2429.xml"/><Relationship Id="rId285" Type="http://schemas.openxmlformats.org/officeDocument/2006/relationships/image" Target="../media/image1778.png"/><Relationship Id="rId17" Type="http://schemas.openxmlformats.org/officeDocument/2006/relationships/image" Target="../media/image1629.png"/><Relationship Id="rId38" Type="http://schemas.openxmlformats.org/officeDocument/2006/relationships/customXml" Target="../ink/ink2316.xml"/><Relationship Id="rId59" Type="http://schemas.openxmlformats.org/officeDocument/2006/relationships/image" Target="../media/image1653.png"/><Relationship Id="rId103" Type="http://schemas.openxmlformats.org/officeDocument/2006/relationships/image" Target="../media/image1677.png"/><Relationship Id="rId124" Type="http://schemas.openxmlformats.org/officeDocument/2006/relationships/customXml" Target="../ink/ink2359.xml"/><Relationship Id="rId310" Type="http://schemas.openxmlformats.org/officeDocument/2006/relationships/customXml" Target="../ink/ink2452.xml"/><Relationship Id="rId70" Type="http://schemas.openxmlformats.org/officeDocument/2006/relationships/customXml" Target="../ink/ink2332.xml"/><Relationship Id="rId91" Type="http://schemas.openxmlformats.org/officeDocument/2006/relationships/image" Target="../media/image1671.png"/><Relationship Id="rId145" Type="http://schemas.openxmlformats.org/officeDocument/2006/relationships/image" Target="../media/image1701.png"/><Relationship Id="rId166" Type="http://schemas.openxmlformats.org/officeDocument/2006/relationships/customXml" Target="../ink/ink2380.xml"/><Relationship Id="rId187" Type="http://schemas.openxmlformats.org/officeDocument/2006/relationships/image" Target="../media/image1724.png"/><Relationship Id="rId331" Type="http://schemas.openxmlformats.org/officeDocument/2006/relationships/image" Target="../media/image180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03.xml"/><Relationship Id="rId233" Type="http://schemas.openxmlformats.org/officeDocument/2006/relationships/image" Target="../media/image1749.png"/><Relationship Id="rId254" Type="http://schemas.openxmlformats.org/officeDocument/2006/relationships/customXml" Target="../ink/ink2424.xml"/><Relationship Id="rId28" Type="http://schemas.openxmlformats.org/officeDocument/2006/relationships/customXml" Target="../ink/ink2311.xml"/><Relationship Id="rId49" Type="http://schemas.openxmlformats.org/officeDocument/2006/relationships/image" Target="../media/image1647.png"/><Relationship Id="rId114" Type="http://schemas.openxmlformats.org/officeDocument/2006/relationships/customXml" Target="../ink/ink2354.xml"/><Relationship Id="rId275" Type="http://schemas.openxmlformats.org/officeDocument/2006/relationships/image" Target="../media/image1773.png"/><Relationship Id="rId296" Type="http://schemas.openxmlformats.org/officeDocument/2006/relationships/customXml" Target="../ink/ink2445.xml"/><Relationship Id="rId300" Type="http://schemas.openxmlformats.org/officeDocument/2006/relationships/customXml" Target="../ink/ink2447.xml"/><Relationship Id="rId60" Type="http://schemas.openxmlformats.org/officeDocument/2006/relationships/customXml" Target="../ink/ink2327.xml"/><Relationship Id="rId81" Type="http://schemas.openxmlformats.org/officeDocument/2006/relationships/image" Target="../media/image1665.png"/><Relationship Id="rId135" Type="http://schemas.openxmlformats.org/officeDocument/2006/relationships/image" Target="../media/image1695.png"/><Relationship Id="rId156" Type="http://schemas.openxmlformats.org/officeDocument/2006/relationships/customXml" Target="../ink/ink2375.xml"/><Relationship Id="rId177" Type="http://schemas.openxmlformats.org/officeDocument/2006/relationships/image" Target="../media/image1718.png"/><Relationship Id="rId198" Type="http://schemas.openxmlformats.org/officeDocument/2006/relationships/customXml" Target="../ink/ink2396.xml"/><Relationship Id="rId321" Type="http://schemas.openxmlformats.org/officeDocument/2006/relationships/image" Target="../media/image1798.png"/><Relationship Id="rId202" Type="http://schemas.openxmlformats.org/officeDocument/2006/relationships/customXml" Target="../ink/ink2398.xml"/><Relationship Id="rId223" Type="http://schemas.openxmlformats.org/officeDocument/2006/relationships/image" Target="../media/image1744.png"/><Relationship Id="rId244" Type="http://schemas.openxmlformats.org/officeDocument/2006/relationships/customXml" Target="../ink/ink2419.xml"/><Relationship Id="rId18" Type="http://schemas.openxmlformats.org/officeDocument/2006/relationships/customXml" Target="../ink/ink2306.xml"/><Relationship Id="rId39" Type="http://schemas.openxmlformats.org/officeDocument/2006/relationships/image" Target="../media/image1642.png"/><Relationship Id="rId265" Type="http://schemas.openxmlformats.org/officeDocument/2006/relationships/image" Target="../media/image1767.png"/><Relationship Id="rId286" Type="http://schemas.openxmlformats.org/officeDocument/2006/relationships/customXml" Target="../ink/ink2440.xml"/><Relationship Id="rId50" Type="http://schemas.openxmlformats.org/officeDocument/2006/relationships/customXml" Target="../ink/ink2322.xml"/><Relationship Id="rId104" Type="http://schemas.openxmlformats.org/officeDocument/2006/relationships/customXml" Target="../ink/ink2349.xml"/><Relationship Id="rId125" Type="http://schemas.openxmlformats.org/officeDocument/2006/relationships/image" Target="../media/image1689.png"/><Relationship Id="rId146" Type="http://schemas.openxmlformats.org/officeDocument/2006/relationships/customXml" Target="../ink/ink2370.xml"/><Relationship Id="rId167" Type="http://schemas.openxmlformats.org/officeDocument/2006/relationships/image" Target="../media/image1713.png"/><Relationship Id="rId188" Type="http://schemas.openxmlformats.org/officeDocument/2006/relationships/customXml" Target="../ink/ink2391.xml"/><Relationship Id="rId311" Type="http://schemas.openxmlformats.org/officeDocument/2006/relationships/image" Target="../media/image1793.png"/><Relationship Id="rId332" Type="http://schemas.openxmlformats.org/officeDocument/2006/relationships/customXml" Target="../ink/ink2463.xml"/><Relationship Id="rId71" Type="http://schemas.openxmlformats.org/officeDocument/2006/relationships/image" Target="../media/image1659.png"/><Relationship Id="rId92" Type="http://schemas.openxmlformats.org/officeDocument/2006/relationships/customXml" Target="../ink/ink2343.xml"/><Relationship Id="rId213" Type="http://schemas.openxmlformats.org/officeDocument/2006/relationships/image" Target="../media/image1738.png"/><Relationship Id="rId234" Type="http://schemas.openxmlformats.org/officeDocument/2006/relationships/customXml" Target="../ink/ink2414.xml"/><Relationship Id="rId2" Type="http://schemas.openxmlformats.org/officeDocument/2006/relationships/customXml" Target="../ink/ink2298.xml"/><Relationship Id="rId29" Type="http://schemas.openxmlformats.org/officeDocument/2006/relationships/image" Target="../media/image1636.png"/><Relationship Id="rId255" Type="http://schemas.openxmlformats.org/officeDocument/2006/relationships/image" Target="../media/image1762.png"/><Relationship Id="rId276" Type="http://schemas.openxmlformats.org/officeDocument/2006/relationships/customXml" Target="../ink/ink2435.xml"/><Relationship Id="rId297" Type="http://schemas.openxmlformats.org/officeDocument/2006/relationships/image" Target="../media/image1785.png"/><Relationship Id="rId40" Type="http://schemas.openxmlformats.org/officeDocument/2006/relationships/customXml" Target="../ink/ink2317.xml"/><Relationship Id="rId115" Type="http://schemas.openxmlformats.org/officeDocument/2006/relationships/image" Target="../media/image1684.png"/><Relationship Id="rId136" Type="http://schemas.openxmlformats.org/officeDocument/2006/relationships/customXml" Target="../ink/ink2365.xml"/><Relationship Id="rId157" Type="http://schemas.openxmlformats.org/officeDocument/2006/relationships/image" Target="../media/image1707.png"/><Relationship Id="rId178" Type="http://schemas.openxmlformats.org/officeDocument/2006/relationships/customXml" Target="../ink/ink2386.xml"/><Relationship Id="rId301" Type="http://schemas.openxmlformats.org/officeDocument/2006/relationships/image" Target="../media/image1787.png"/><Relationship Id="rId322" Type="http://schemas.openxmlformats.org/officeDocument/2006/relationships/customXml" Target="../ink/ink2458.xml"/><Relationship Id="rId61" Type="http://schemas.openxmlformats.org/officeDocument/2006/relationships/image" Target="../media/image1654.png"/><Relationship Id="rId82" Type="http://schemas.openxmlformats.org/officeDocument/2006/relationships/customXml" Target="../ink/ink2338.xml"/><Relationship Id="rId199" Type="http://schemas.openxmlformats.org/officeDocument/2006/relationships/image" Target="../media/image1731.png"/><Relationship Id="rId203" Type="http://schemas.openxmlformats.org/officeDocument/2006/relationships/image" Target="../media/image1733.png"/><Relationship Id="rId19" Type="http://schemas.openxmlformats.org/officeDocument/2006/relationships/image" Target="../media/image1631.png"/><Relationship Id="rId224" Type="http://schemas.openxmlformats.org/officeDocument/2006/relationships/customXml" Target="../ink/ink2409.xml"/><Relationship Id="rId245" Type="http://schemas.openxmlformats.org/officeDocument/2006/relationships/image" Target="../media/image1756.png"/><Relationship Id="rId266" Type="http://schemas.openxmlformats.org/officeDocument/2006/relationships/customXml" Target="../ink/ink2430.xml"/><Relationship Id="rId287" Type="http://schemas.openxmlformats.org/officeDocument/2006/relationships/image" Target="../media/image1779.png"/><Relationship Id="rId30" Type="http://schemas.openxmlformats.org/officeDocument/2006/relationships/customXml" Target="../ink/ink2312.xml"/><Relationship Id="rId105" Type="http://schemas.openxmlformats.org/officeDocument/2006/relationships/image" Target="../media/image1678.png"/><Relationship Id="rId126" Type="http://schemas.openxmlformats.org/officeDocument/2006/relationships/customXml" Target="../ink/ink2360.xml"/><Relationship Id="rId147" Type="http://schemas.openxmlformats.org/officeDocument/2006/relationships/image" Target="../media/image1702.png"/><Relationship Id="rId168" Type="http://schemas.openxmlformats.org/officeDocument/2006/relationships/customXml" Target="../ink/ink2381.xml"/><Relationship Id="rId312" Type="http://schemas.openxmlformats.org/officeDocument/2006/relationships/customXml" Target="../ink/ink2453.xml"/><Relationship Id="rId333" Type="http://schemas.openxmlformats.org/officeDocument/2006/relationships/image" Target="../media/image1805.png"/><Relationship Id="rId51" Type="http://schemas.openxmlformats.org/officeDocument/2006/relationships/image" Target="../media/image1648.png"/><Relationship Id="rId72" Type="http://schemas.openxmlformats.org/officeDocument/2006/relationships/customXml" Target="../ink/ink2333.xml"/><Relationship Id="rId93" Type="http://schemas.openxmlformats.org/officeDocument/2006/relationships/image" Target="../media/image1672.png"/><Relationship Id="rId189" Type="http://schemas.openxmlformats.org/officeDocument/2006/relationships/image" Target="../media/image1725.png"/><Relationship Id="rId3" Type="http://schemas.openxmlformats.org/officeDocument/2006/relationships/image" Target="../media/image1622.png"/><Relationship Id="rId214" Type="http://schemas.openxmlformats.org/officeDocument/2006/relationships/customXml" Target="../ink/ink2404.xml"/><Relationship Id="rId235" Type="http://schemas.openxmlformats.org/officeDocument/2006/relationships/image" Target="../media/image1751.png"/><Relationship Id="rId256" Type="http://schemas.openxmlformats.org/officeDocument/2006/relationships/customXml" Target="../ink/ink2425.xml"/><Relationship Id="rId277" Type="http://schemas.openxmlformats.org/officeDocument/2006/relationships/image" Target="../media/image1774.png"/><Relationship Id="rId298" Type="http://schemas.openxmlformats.org/officeDocument/2006/relationships/customXml" Target="../ink/ink2446.xml"/><Relationship Id="rId116" Type="http://schemas.openxmlformats.org/officeDocument/2006/relationships/customXml" Target="../ink/ink2355.xml"/><Relationship Id="rId137" Type="http://schemas.openxmlformats.org/officeDocument/2006/relationships/image" Target="../media/image1696.png"/><Relationship Id="rId158" Type="http://schemas.openxmlformats.org/officeDocument/2006/relationships/customXml" Target="../ink/ink2376.xml"/><Relationship Id="rId302" Type="http://schemas.openxmlformats.org/officeDocument/2006/relationships/customXml" Target="../ink/ink2448.xml"/><Relationship Id="rId323" Type="http://schemas.openxmlformats.org/officeDocument/2006/relationships/image" Target="../media/image1799.png"/><Relationship Id="rId20" Type="http://schemas.openxmlformats.org/officeDocument/2006/relationships/customXml" Target="../ink/ink2307.xml"/><Relationship Id="rId41" Type="http://schemas.openxmlformats.org/officeDocument/2006/relationships/image" Target="../media/image1643.png"/><Relationship Id="rId62" Type="http://schemas.openxmlformats.org/officeDocument/2006/relationships/customXml" Target="../ink/ink2328.xml"/><Relationship Id="rId83" Type="http://schemas.openxmlformats.org/officeDocument/2006/relationships/image" Target="../media/image1666.png"/><Relationship Id="rId179" Type="http://schemas.openxmlformats.org/officeDocument/2006/relationships/image" Target="../media/image1719.png"/><Relationship Id="rId190" Type="http://schemas.openxmlformats.org/officeDocument/2006/relationships/customXml" Target="../ink/ink2392.xml"/><Relationship Id="rId204" Type="http://schemas.openxmlformats.org/officeDocument/2006/relationships/customXml" Target="../ink/ink2399.xml"/><Relationship Id="rId225" Type="http://schemas.openxmlformats.org/officeDocument/2006/relationships/image" Target="../media/image1745.png"/><Relationship Id="rId246" Type="http://schemas.openxmlformats.org/officeDocument/2006/relationships/customXml" Target="../ink/ink2420.xml"/><Relationship Id="rId267" Type="http://schemas.openxmlformats.org/officeDocument/2006/relationships/image" Target="../media/image1768.png"/><Relationship Id="rId288" Type="http://schemas.openxmlformats.org/officeDocument/2006/relationships/customXml" Target="../ink/ink2441.xml"/><Relationship Id="rId106" Type="http://schemas.openxmlformats.org/officeDocument/2006/relationships/customXml" Target="../ink/ink2350.xml"/><Relationship Id="rId127" Type="http://schemas.openxmlformats.org/officeDocument/2006/relationships/image" Target="../media/image1691.png"/><Relationship Id="rId313" Type="http://schemas.openxmlformats.org/officeDocument/2006/relationships/image" Target="../media/image1794.png"/><Relationship Id="rId10" Type="http://schemas.openxmlformats.org/officeDocument/2006/relationships/customXml" Target="../ink/ink2302.xml"/><Relationship Id="rId31" Type="http://schemas.openxmlformats.org/officeDocument/2006/relationships/image" Target="../media/image1637.png"/><Relationship Id="rId52" Type="http://schemas.openxmlformats.org/officeDocument/2006/relationships/customXml" Target="../ink/ink2323.xml"/><Relationship Id="rId73" Type="http://schemas.openxmlformats.org/officeDocument/2006/relationships/image" Target="../media/image1661.png"/><Relationship Id="rId94" Type="http://schemas.openxmlformats.org/officeDocument/2006/relationships/customXml" Target="../ink/ink2344.xml"/><Relationship Id="rId148" Type="http://schemas.openxmlformats.org/officeDocument/2006/relationships/customXml" Target="../ink/ink2371.xml"/><Relationship Id="rId169" Type="http://schemas.openxmlformats.org/officeDocument/2006/relationships/image" Target="../media/image1714.png"/><Relationship Id="rId334" Type="http://schemas.openxmlformats.org/officeDocument/2006/relationships/customXml" Target="../ink/ink2464.xml"/><Relationship Id="rId4" Type="http://schemas.openxmlformats.org/officeDocument/2006/relationships/customXml" Target="../ink/ink2299.xml"/><Relationship Id="rId180" Type="http://schemas.openxmlformats.org/officeDocument/2006/relationships/customXml" Target="../ink/ink2387.xml"/><Relationship Id="rId215" Type="http://schemas.openxmlformats.org/officeDocument/2006/relationships/image" Target="../media/image1739.png"/><Relationship Id="rId236" Type="http://schemas.openxmlformats.org/officeDocument/2006/relationships/customXml" Target="../ink/ink2415.xml"/><Relationship Id="rId257" Type="http://schemas.openxmlformats.org/officeDocument/2006/relationships/image" Target="../media/image1763.png"/><Relationship Id="rId278" Type="http://schemas.openxmlformats.org/officeDocument/2006/relationships/customXml" Target="../ink/ink2436.xml"/><Relationship Id="rId303" Type="http://schemas.openxmlformats.org/officeDocument/2006/relationships/image" Target="../media/image1788.png"/><Relationship Id="rId42" Type="http://schemas.openxmlformats.org/officeDocument/2006/relationships/customXml" Target="../ink/ink2318.xml"/><Relationship Id="rId84" Type="http://schemas.openxmlformats.org/officeDocument/2006/relationships/customXml" Target="../ink/ink2339.xml"/><Relationship Id="rId138" Type="http://schemas.openxmlformats.org/officeDocument/2006/relationships/customXml" Target="../ink/ink2366.xml"/><Relationship Id="rId191" Type="http://schemas.openxmlformats.org/officeDocument/2006/relationships/image" Target="../media/image1726.png"/><Relationship Id="rId205" Type="http://schemas.openxmlformats.org/officeDocument/2006/relationships/image" Target="../media/image1734.png"/><Relationship Id="rId247" Type="http://schemas.openxmlformats.org/officeDocument/2006/relationships/image" Target="../media/image1757.png"/><Relationship Id="rId107" Type="http://schemas.openxmlformats.org/officeDocument/2006/relationships/image" Target="../media/image1679.png"/><Relationship Id="rId289" Type="http://schemas.openxmlformats.org/officeDocument/2006/relationships/image" Target="../media/image1781.png"/><Relationship Id="rId11" Type="http://schemas.openxmlformats.org/officeDocument/2006/relationships/image" Target="../media/image1626.png"/><Relationship Id="rId53" Type="http://schemas.openxmlformats.org/officeDocument/2006/relationships/image" Target="../media/image1649.png"/><Relationship Id="rId149" Type="http://schemas.openxmlformats.org/officeDocument/2006/relationships/image" Target="../media/image1703.png"/><Relationship Id="rId314" Type="http://schemas.openxmlformats.org/officeDocument/2006/relationships/customXml" Target="../ink/ink2454.xml"/><Relationship Id="rId95" Type="http://schemas.openxmlformats.org/officeDocument/2006/relationships/image" Target="../media/image1673.png"/><Relationship Id="rId160" Type="http://schemas.openxmlformats.org/officeDocument/2006/relationships/customXml" Target="../ink/ink2377.xml"/><Relationship Id="rId216" Type="http://schemas.openxmlformats.org/officeDocument/2006/relationships/customXml" Target="../ink/ink2405.xml"/><Relationship Id="rId258" Type="http://schemas.openxmlformats.org/officeDocument/2006/relationships/customXml" Target="../ink/ink2426.xml"/><Relationship Id="rId22" Type="http://schemas.openxmlformats.org/officeDocument/2006/relationships/customXml" Target="../ink/ink2308.xml"/><Relationship Id="rId64" Type="http://schemas.openxmlformats.org/officeDocument/2006/relationships/customXml" Target="../ink/ink2329.xml"/><Relationship Id="rId118" Type="http://schemas.openxmlformats.org/officeDocument/2006/relationships/customXml" Target="../ink/ink2356.xml"/><Relationship Id="rId325" Type="http://schemas.openxmlformats.org/officeDocument/2006/relationships/image" Target="../media/image1801.png"/><Relationship Id="rId171" Type="http://schemas.openxmlformats.org/officeDocument/2006/relationships/image" Target="../media/image1715.png"/><Relationship Id="rId227" Type="http://schemas.openxmlformats.org/officeDocument/2006/relationships/image" Target="../media/image1746.png"/><Relationship Id="rId269" Type="http://schemas.openxmlformats.org/officeDocument/2006/relationships/image" Target="../media/image1769.png"/><Relationship Id="rId33" Type="http://schemas.openxmlformats.org/officeDocument/2006/relationships/image" Target="../media/image1638.png"/><Relationship Id="rId129" Type="http://schemas.openxmlformats.org/officeDocument/2006/relationships/image" Target="../media/image1692.png"/><Relationship Id="rId280" Type="http://schemas.openxmlformats.org/officeDocument/2006/relationships/customXml" Target="../ink/ink2437.xml"/><Relationship Id="rId336" Type="http://schemas.openxmlformats.org/officeDocument/2006/relationships/customXml" Target="../ink/ink2465.xml"/><Relationship Id="rId75" Type="http://schemas.openxmlformats.org/officeDocument/2006/relationships/image" Target="../media/image1662.png"/><Relationship Id="rId140" Type="http://schemas.openxmlformats.org/officeDocument/2006/relationships/customXml" Target="../ink/ink2367.xml"/><Relationship Id="rId182" Type="http://schemas.openxmlformats.org/officeDocument/2006/relationships/customXml" Target="../ink/ink2388.xml"/><Relationship Id="rId6" Type="http://schemas.openxmlformats.org/officeDocument/2006/relationships/customXml" Target="../ink/ink2300.xml"/><Relationship Id="rId238" Type="http://schemas.openxmlformats.org/officeDocument/2006/relationships/customXml" Target="../ink/ink2416.xml"/><Relationship Id="rId291" Type="http://schemas.openxmlformats.org/officeDocument/2006/relationships/image" Target="../media/image1782.png"/><Relationship Id="rId305" Type="http://schemas.openxmlformats.org/officeDocument/2006/relationships/image" Target="../media/image1789.png"/><Relationship Id="rId44" Type="http://schemas.openxmlformats.org/officeDocument/2006/relationships/customXml" Target="../ink/ink2319.xml"/><Relationship Id="rId86" Type="http://schemas.openxmlformats.org/officeDocument/2006/relationships/customXml" Target="../ink/ink2340.xml"/><Relationship Id="rId151" Type="http://schemas.openxmlformats.org/officeDocument/2006/relationships/image" Target="../media/image1704.png"/><Relationship Id="rId193" Type="http://schemas.openxmlformats.org/officeDocument/2006/relationships/image" Target="../media/image1727.png"/><Relationship Id="rId207" Type="http://schemas.openxmlformats.org/officeDocument/2006/relationships/image" Target="../media/image1735.png"/><Relationship Id="rId249" Type="http://schemas.openxmlformats.org/officeDocument/2006/relationships/image" Target="../media/image1758.png"/><Relationship Id="rId13" Type="http://schemas.openxmlformats.org/officeDocument/2006/relationships/image" Target="../media/image1627.png"/><Relationship Id="rId109" Type="http://schemas.openxmlformats.org/officeDocument/2006/relationships/image" Target="../media/image1681.png"/><Relationship Id="rId260" Type="http://schemas.openxmlformats.org/officeDocument/2006/relationships/customXml" Target="../ink/ink2427.xml"/><Relationship Id="rId316" Type="http://schemas.openxmlformats.org/officeDocument/2006/relationships/customXml" Target="../ink/ink2455.xml"/><Relationship Id="rId55" Type="http://schemas.openxmlformats.org/officeDocument/2006/relationships/image" Target="../media/image1651.png"/><Relationship Id="rId97" Type="http://schemas.openxmlformats.org/officeDocument/2006/relationships/image" Target="../media/image1674.png"/><Relationship Id="rId120" Type="http://schemas.openxmlformats.org/officeDocument/2006/relationships/customXml" Target="../ink/ink2357.xml"/><Relationship Id="rId162" Type="http://schemas.openxmlformats.org/officeDocument/2006/relationships/customXml" Target="../ink/ink2378.xml"/><Relationship Id="rId218" Type="http://schemas.openxmlformats.org/officeDocument/2006/relationships/customXml" Target="../ink/ink2406.xml"/><Relationship Id="rId271" Type="http://schemas.openxmlformats.org/officeDocument/2006/relationships/image" Target="../media/image1771.png"/><Relationship Id="rId24" Type="http://schemas.openxmlformats.org/officeDocument/2006/relationships/customXml" Target="../ink/ink2309.xml"/><Relationship Id="rId66" Type="http://schemas.openxmlformats.org/officeDocument/2006/relationships/customXml" Target="../ink/ink2330.xml"/><Relationship Id="rId131" Type="http://schemas.openxmlformats.org/officeDocument/2006/relationships/image" Target="../media/image1693.png"/><Relationship Id="rId327" Type="http://schemas.openxmlformats.org/officeDocument/2006/relationships/image" Target="../media/image1802.png"/><Relationship Id="rId173" Type="http://schemas.openxmlformats.org/officeDocument/2006/relationships/image" Target="../media/image1716.png"/><Relationship Id="rId229" Type="http://schemas.openxmlformats.org/officeDocument/2006/relationships/image" Target="../media/image1747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4.png"/><Relationship Id="rId299" Type="http://schemas.openxmlformats.org/officeDocument/2006/relationships/image" Target="../media/image1975.png"/><Relationship Id="rId21" Type="http://schemas.openxmlformats.org/officeDocument/2006/relationships/image" Target="../media/image1821.png"/><Relationship Id="rId63" Type="http://schemas.openxmlformats.org/officeDocument/2006/relationships/image" Target="../media/image1844.png"/><Relationship Id="rId159" Type="http://schemas.openxmlformats.org/officeDocument/2006/relationships/image" Target="../media/image1897.png"/><Relationship Id="rId324" Type="http://schemas.openxmlformats.org/officeDocument/2006/relationships/customXml" Target="../ink/ink2629.xml"/><Relationship Id="rId366" Type="http://schemas.openxmlformats.org/officeDocument/2006/relationships/customXml" Target="../ink/ink2650.xml"/><Relationship Id="rId170" Type="http://schemas.openxmlformats.org/officeDocument/2006/relationships/customXml" Target="../ink/ink2552.xml"/><Relationship Id="rId226" Type="http://schemas.openxmlformats.org/officeDocument/2006/relationships/customXml" Target="../ink/ink2580.xml"/><Relationship Id="rId268" Type="http://schemas.openxmlformats.org/officeDocument/2006/relationships/customXml" Target="../ink/ink2601.xml"/><Relationship Id="rId32" Type="http://schemas.openxmlformats.org/officeDocument/2006/relationships/customXml" Target="../ink/ink2483.xml"/><Relationship Id="rId74" Type="http://schemas.openxmlformats.org/officeDocument/2006/relationships/customXml" Target="../ink/ink2504.xml"/><Relationship Id="rId128" Type="http://schemas.openxmlformats.org/officeDocument/2006/relationships/customXml" Target="../ink/ink2531.xml"/><Relationship Id="rId335" Type="http://schemas.openxmlformats.org/officeDocument/2006/relationships/image" Target="../media/image1995.png"/><Relationship Id="rId377" Type="http://schemas.openxmlformats.org/officeDocument/2006/relationships/image" Target="../media/image2018.png"/><Relationship Id="rId5" Type="http://schemas.openxmlformats.org/officeDocument/2006/relationships/image" Target="../media/image1812.png"/><Relationship Id="rId181" Type="http://schemas.openxmlformats.org/officeDocument/2006/relationships/image" Target="../media/image1909.png"/><Relationship Id="rId237" Type="http://schemas.openxmlformats.org/officeDocument/2006/relationships/image" Target="../media/image1941.png"/><Relationship Id="rId402" Type="http://schemas.openxmlformats.org/officeDocument/2006/relationships/customXml" Target="../ink/ink2668.xml"/><Relationship Id="rId279" Type="http://schemas.openxmlformats.org/officeDocument/2006/relationships/image" Target="../media/image1964.png"/><Relationship Id="rId43" Type="http://schemas.openxmlformats.org/officeDocument/2006/relationships/image" Target="../media/image1833.png"/><Relationship Id="rId139" Type="http://schemas.openxmlformats.org/officeDocument/2006/relationships/image" Target="../media/image1886.png"/><Relationship Id="rId290" Type="http://schemas.openxmlformats.org/officeDocument/2006/relationships/customXml" Target="../ink/ink2612.xml"/><Relationship Id="rId304" Type="http://schemas.openxmlformats.org/officeDocument/2006/relationships/customXml" Target="../ink/ink2619.xml"/><Relationship Id="rId346" Type="http://schemas.openxmlformats.org/officeDocument/2006/relationships/customXml" Target="../ink/ink2640.xml"/><Relationship Id="rId388" Type="http://schemas.openxmlformats.org/officeDocument/2006/relationships/customXml" Target="../ink/ink2661.xml"/><Relationship Id="rId85" Type="http://schemas.openxmlformats.org/officeDocument/2006/relationships/image" Target="../media/image1856.png"/><Relationship Id="rId150" Type="http://schemas.openxmlformats.org/officeDocument/2006/relationships/customXml" Target="../ink/ink2542.xml"/><Relationship Id="rId192" Type="http://schemas.openxmlformats.org/officeDocument/2006/relationships/customXml" Target="../ink/ink2563.xml"/><Relationship Id="rId206" Type="http://schemas.openxmlformats.org/officeDocument/2006/relationships/customXml" Target="../ink/ink2570.xml"/><Relationship Id="rId413" Type="http://schemas.openxmlformats.org/officeDocument/2006/relationships/image" Target="../media/image2038.png"/><Relationship Id="rId248" Type="http://schemas.openxmlformats.org/officeDocument/2006/relationships/customXml" Target="../ink/ink2591.xml"/><Relationship Id="rId12" Type="http://schemas.openxmlformats.org/officeDocument/2006/relationships/customXml" Target="../ink/ink2473.xml"/><Relationship Id="rId108" Type="http://schemas.openxmlformats.org/officeDocument/2006/relationships/customXml" Target="../ink/ink2521.xml"/><Relationship Id="rId315" Type="http://schemas.openxmlformats.org/officeDocument/2006/relationships/image" Target="../media/image1984.png"/><Relationship Id="rId357" Type="http://schemas.openxmlformats.org/officeDocument/2006/relationships/image" Target="../media/image2007.png"/><Relationship Id="rId54" Type="http://schemas.openxmlformats.org/officeDocument/2006/relationships/customXml" Target="../ink/ink2494.xml"/><Relationship Id="rId96" Type="http://schemas.openxmlformats.org/officeDocument/2006/relationships/customXml" Target="../ink/ink2515.xml"/><Relationship Id="rId161" Type="http://schemas.openxmlformats.org/officeDocument/2006/relationships/image" Target="../media/image1898.png"/><Relationship Id="rId217" Type="http://schemas.openxmlformats.org/officeDocument/2006/relationships/image" Target="../media/image1929.png"/><Relationship Id="rId399" Type="http://schemas.openxmlformats.org/officeDocument/2006/relationships/image" Target="../media/image2031.png"/><Relationship Id="rId259" Type="http://schemas.openxmlformats.org/officeDocument/2006/relationships/image" Target="../media/image1953.png"/><Relationship Id="rId424" Type="http://schemas.openxmlformats.org/officeDocument/2006/relationships/customXml" Target="../ink/ink2679.xml"/><Relationship Id="rId23" Type="http://schemas.openxmlformats.org/officeDocument/2006/relationships/image" Target="../media/image1822.png"/><Relationship Id="rId119" Type="http://schemas.openxmlformats.org/officeDocument/2006/relationships/image" Target="../media/image1875.png"/><Relationship Id="rId270" Type="http://schemas.openxmlformats.org/officeDocument/2006/relationships/customXml" Target="../ink/ink2602.xml"/><Relationship Id="rId326" Type="http://schemas.openxmlformats.org/officeDocument/2006/relationships/customXml" Target="../ink/ink2630.xml"/><Relationship Id="rId65" Type="http://schemas.openxmlformats.org/officeDocument/2006/relationships/image" Target="../media/image1845.png"/><Relationship Id="rId130" Type="http://schemas.openxmlformats.org/officeDocument/2006/relationships/customXml" Target="../ink/ink2532.xml"/><Relationship Id="rId368" Type="http://schemas.openxmlformats.org/officeDocument/2006/relationships/customXml" Target="../ink/ink2651.xml"/><Relationship Id="rId172" Type="http://schemas.openxmlformats.org/officeDocument/2006/relationships/customXml" Target="../ink/ink2553.xml"/><Relationship Id="rId228" Type="http://schemas.openxmlformats.org/officeDocument/2006/relationships/customXml" Target="../ink/ink2581.xml"/><Relationship Id="rId281" Type="http://schemas.openxmlformats.org/officeDocument/2006/relationships/image" Target="../media/image1965.png"/><Relationship Id="rId337" Type="http://schemas.openxmlformats.org/officeDocument/2006/relationships/image" Target="../media/image1996.png"/><Relationship Id="rId34" Type="http://schemas.openxmlformats.org/officeDocument/2006/relationships/customXml" Target="../ink/ink2484.xml"/><Relationship Id="rId76" Type="http://schemas.openxmlformats.org/officeDocument/2006/relationships/customXml" Target="../ink/ink2505.xml"/><Relationship Id="rId141" Type="http://schemas.openxmlformats.org/officeDocument/2006/relationships/image" Target="../media/image1887.png"/><Relationship Id="rId379" Type="http://schemas.openxmlformats.org/officeDocument/2006/relationships/image" Target="../media/image2019.png"/><Relationship Id="rId7" Type="http://schemas.openxmlformats.org/officeDocument/2006/relationships/image" Target="../media/image1813.png"/><Relationship Id="rId183" Type="http://schemas.openxmlformats.org/officeDocument/2006/relationships/image" Target="../media/image1911.png"/><Relationship Id="rId239" Type="http://schemas.openxmlformats.org/officeDocument/2006/relationships/image" Target="../media/image1942.png"/><Relationship Id="rId390" Type="http://schemas.openxmlformats.org/officeDocument/2006/relationships/customXml" Target="../ink/ink2662.xml"/><Relationship Id="rId404" Type="http://schemas.openxmlformats.org/officeDocument/2006/relationships/customXml" Target="../ink/ink2669.xml"/><Relationship Id="rId250" Type="http://schemas.openxmlformats.org/officeDocument/2006/relationships/customXml" Target="../ink/ink2592.xml"/><Relationship Id="rId292" Type="http://schemas.openxmlformats.org/officeDocument/2006/relationships/customXml" Target="../ink/ink2613.xml"/><Relationship Id="rId306" Type="http://schemas.openxmlformats.org/officeDocument/2006/relationships/customXml" Target="../ink/ink2620.xml"/><Relationship Id="rId45" Type="http://schemas.openxmlformats.org/officeDocument/2006/relationships/image" Target="../media/image1834.png"/><Relationship Id="rId87" Type="http://schemas.openxmlformats.org/officeDocument/2006/relationships/image" Target="../media/image1857.png"/><Relationship Id="rId110" Type="http://schemas.openxmlformats.org/officeDocument/2006/relationships/customXml" Target="../ink/ink2522.xml"/><Relationship Id="rId348" Type="http://schemas.openxmlformats.org/officeDocument/2006/relationships/customXml" Target="../ink/ink2641.xml"/><Relationship Id="rId152" Type="http://schemas.openxmlformats.org/officeDocument/2006/relationships/customXml" Target="../ink/ink2543.xml"/><Relationship Id="rId194" Type="http://schemas.openxmlformats.org/officeDocument/2006/relationships/customXml" Target="../ink/ink2564.xml"/><Relationship Id="rId208" Type="http://schemas.openxmlformats.org/officeDocument/2006/relationships/customXml" Target="../ink/ink2571.xml"/><Relationship Id="rId415" Type="http://schemas.openxmlformats.org/officeDocument/2006/relationships/image" Target="../media/image2039.png"/><Relationship Id="rId261" Type="http://schemas.openxmlformats.org/officeDocument/2006/relationships/image" Target="../media/image1954.png"/><Relationship Id="rId14" Type="http://schemas.openxmlformats.org/officeDocument/2006/relationships/customXml" Target="../ink/ink2474.xml"/><Relationship Id="rId56" Type="http://schemas.openxmlformats.org/officeDocument/2006/relationships/customXml" Target="../ink/ink2495.xml"/><Relationship Id="rId317" Type="http://schemas.openxmlformats.org/officeDocument/2006/relationships/image" Target="../media/image1985.png"/><Relationship Id="rId359" Type="http://schemas.openxmlformats.org/officeDocument/2006/relationships/image" Target="../media/image2008.png"/><Relationship Id="rId98" Type="http://schemas.openxmlformats.org/officeDocument/2006/relationships/customXml" Target="../ink/ink2516.xml"/><Relationship Id="rId121" Type="http://schemas.openxmlformats.org/officeDocument/2006/relationships/image" Target="../media/image1876.png"/><Relationship Id="rId163" Type="http://schemas.openxmlformats.org/officeDocument/2006/relationships/image" Target="../media/image1899.png"/><Relationship Id="rId219" Type="http://schemas.openxmlformats.org/officeDocument/2006/relationships/image" Target="../media/image1931.png"/><Relationship Id="rId370" Type="http://schemas.openxmlformats.org/officeDocument/2006/relationships/customXml" Target="../ink/ink2652.xml"/><Relationship Id="rId230" Type="http://schemas.openxmlformats.org/officeDocument/2006/relationships/customXml" Target="../ink/ink2582.xml"/><Relationship Id="rId25" Type="http://schemas.openxmlformats.org/officeDocument/2006/relationships/image" Target="../media/image1823.png"/><Relationship Id="rId67" Type="http://schemas.openxmlformats.org/officeDocument/2006/relationships/image" Target="../media/image1846.png"/><Relationship Id="rId272" Type="http://schemas.openxmlformats.org/officeDocument/2006/relationships/customXml" Target="../ink/ink2603.xml"/><Relationship Id="rId328" Type="http://schemas.openxmlformats.org/officeDocument/2006/relationships/customXml" Target="../ink/ink2631.xml"/><Relationship Id="rId132" Type="http://schemas.openxmlformats.org/officeDocument/2006/relationships/customXml" Target="../ink/ink2533.xml"/><Relationship Id="rId174" Type="http://schemas.openxmlformats.org/officeDocument/2006/relationships/customXml" Target="../ink/ink2554.xml"/><Relationship Id="rId381" Type="http://schemas.openxmlformats.org/officeDocument/2006/relationships/image" Target="../media/image2021.png"/><Relationship Id="rId241" Type="http://schemas.openxmlformats.org/officeDocument/2006/relationships/image" Target="../media/image1943.png"/><Relationship Id="rId36" Type="http://schemas.openxmlformats.org/officeDocument/2006/relationships/customXml" Target="../ink/ink2485.xml"/><Relationship Id="rId283" Type="http://schemas.openxmlformats.org/officeDocument/2006/relationships/image" Target="../media/image1966.png"/><Relationship Id="rId339" Type="http://schemas.openxmlformats.org/officeDocument/2006/relationships/image" Target="../media/image1997.png"/><Relationship Id="rId78" Type="http://schemas.openxmlformats.org/officeDocument/2006/relationships/customXml" Target="../ink/ink2506.xml"/><Relationship Id="rId101" Type="http://schemas.openxmlformats.org/officeDocument/2006/relationships/image" Target="../media/image1865.png"/><Relationship Id="rId143" Type="http://schemas.openxmlformats.org/officeDocument/2006/relationships/image" Target="../media/image1888.png"/><Relationship Id="rId185" Type="http://schemas.openxmlformats.org/officeDocument/2006/relationships/image" Target="../media/image1912.png"/><Relationship Id="rId350" Type="http://schemas.openxmlformats.org/officeDocument/2006/relationships/customXml" Target="../ink/ink2642.xml"/><Relationship Id="rId406" Type="http://schemas.openxmlformats.org/officeDocument/2006/relationships/customXml" Target="../ink/ink2670.xml"/><Relationship Id="rId9" Type="http://schemas.openxmlformats.org/officeDocument/2006/relationships/image" Target="../media/image1814.png"/><Relationship Id="rId210" Type="http://schemas.openxmlformats.org/officeDocument/2006/relationships/customXml" Target="../ink/ink2572.xml"/><Relationship Id="rId392" Type="http://schemas.openxmlformats.org/officeDocument/2006/relationships/customXml" Target="../ink/ink2663.xml"/><Relationship Id="rId252" Type="http://schemas.openxmlformats.org/officeDocument/2006/relationships/customXml" Target="../ink/ink2593.xml"/><Relationship Id="rId294" Type="http://schemas.openxmlformats.org/officeDocument/2006/relationships/customXml" Target="../ink/ink2614.xml"/><Relationship Id="rId308" Type="http://schemas.openxmlformats.org/officeDocument/2006/relationships/customXml" Target="../ink/ink2621.xml"/><Relationship Id="rId47" Type="http://schemas.openxmlformats.org/officeDocument/2006/relationships/image" Target="../media/image1835.png"/><Relationship Id="rId89" Type="http://schemas.openxmlformats.org/officeDocument/2006/relationships/image" Target="../media/image1858.png"/><Relationship Id="rId112" Type="http://schemas.openxmlformats.org/officeDocument/2006/relationships/customXml" Target="../ink/ink2523.xml"/><Relationship Id="rId154" Type="http://schemas.openxmlformats.org/officeDocument/2006/relationships/customXml" Target="../ink/ink2544.xml"/><Relationship Id="rId361" Type="http://schemas.openxmlformats.org/officeDocument/2006/relationships/image" Target="../media/image2009.png"/><Relationship Id="rId196" Type="http://schemas.openxmlformats.org/officeDocument/2006/relationships/customXml" Target="../ink/ink2565.xml"/><Relationship Id="rId417" Type="http://schemas.openxmlformats.org/officeDocument/2006/relationships/image" Target="../media/image2041.png"/><Relationship Id="rId16" Type="http://schemas.openxmlformats.org/officeDocument/2006/relationships/customXml" Target="../ink/ink2475.xml"/><Relationship Id="rId221" Type="http://schemas.openxmlformats.org/officeDocument/2006/relationships/image" Target="../media/image1932.png"/><Relationship Id="rId263" Type="http://schemas.openxmlformats.org/officeDocument/2006/relationships/image" Target="../media/image1955.png"/><Relationship Id="rId319" Type="http://schemas.openxmlformats.org/officeDocument/2006/relationships/image" Target="../media/image1986.png"/><Relationship Id="rId58" Type="http://schemas.openxmlformats.org/officeDocument/2006/relationships/customXml" Target="../ink/ink2496.xml"/><Relationship Id="rId123" Type="http://schemas.openxmlformats.org/officeDocument/2006/relationships/image" Target="../media/image1877.png"/><Relationship Id="rId330" Type="http://schemas.openxmlformats.org/officeDocument/2006/relationships/customXml" Target="../ink/ink2632.xml"/><Relationship Id="rId165" Type="http://schemas.openxmlformats.org/officeDocument/2006/relationships/image" Target="../media/image1901.png"/><Relationship Id="rId372" Type="http://schemas.openxmlformats.org/officeDocument/2006/relationships/customXml" Target="../ink/ink2653.xml"/><Relationship Id="rId232" Type="http://schemas.openxmlformats.org/officeDocument/2006/relationships/customXml" Target="../ink/ink2583.xml"/><Relationship Id="rId274" Type="http://schemas.openxmlformats.org/officeDocument/2006/relationships/customXml" Target="../ink/ink2604.xml"/><Relationship Id="rId27" Type="http://schemas.openxmlformats.org/officeDocument/2006/relationships/image" Target="../media/image1824.png"/><Relationship Id="rId69" Type="http://schemas.openxmlformats.org/officeDocument/2006/relationships/image" Target="../media/image1847.png"/><Relationship Id="rId134" Type="http://schemas.openxmlformats.org/officeDocument/2006/relationships/customXml" Target="../ink/ink2534.xml"/><Relationship Id="rId80" Type="http://schemas.openxmlformats.org/officeDocument/2006/relationships/customXml" Target="../ink/ink2507.xml"/><Relationship Id="rId176" Type="http://schemas.openxmlformats.org/officeDocument/2006/relationships/customXml" Target="../ink/ink2555.xml"/><Relationship Id="rId341" Type="http://schemas.openxmlformats.org/officeDocument/2006/relationships/image" Target="../media/image1998.png"/><Relationship Id="rId383" Type="http://schemas.openxmlformats.org/officeDocument/2006/relationships/image" Target="../media/image2022.png"/><Relationship Id="rId201" Type="http://schemas.openxmlformats.org/officeDocument/2006/relationships/image" Target="../media/image1921.png"/><Relationship Id="rId243" Type="http://schemas.openxmlformats.org/officeDocument/2006/relationships/image" Target="../media/image1944.png"/><Relationship Id="rId285" Type="http://schemas.openxmlformats.org/officeDocument/2006/relationships/image" Target="../media/image1967.png"/><Relationship Id="rId38" Type="http://schemas.openxmlformats.org/officeDocument/2006/relationships/customXml" Target="../ink/ink2486.xml"/><Relationship Id="rId103" Type="http://schemas.openxmlformats.org/officeDocument/2006/relationships/image" Target="../media/image1866.png"/><Relationship Id="rId310" Type="http://schemas.openxmlformats.org/officeDocument/2006/relationships/customXml" Target="../ink/ink2622.xml"/><Relationship Id="rId70" Type="http://schemas.openxmlformats.org/officeDocument/2006/relationships/customXml" Target="../ink/ink2502.xml"/><Relationship Id="rId91" Type="http://schemas.openxmlformats.org/officeDocument/2006/relationships/image" Target="../media/image1859.png"/><Relationship Id="rId145" Type="http://schemas.openxmlformats.org/officeDocument/2006/relationships/image" Target="../media/image1889.png"/><Relationship Id="rId166" Type="http://schemas.openxmlformats.org/officeDocument/2006/relationships/customXml" Target="../ink/ink2550.xml"/><Relationship Id="rId187" Type="http://schemas.openxmlformats.org/officeDocument/2006/relationships/image" Target="../media/image1913.png"/><Relationship Id="rId331" Type="http://schemas.openxmlformats.org/officeDocument/2006/relationships/image" Target="../media/image1993.png"/><Relationship Id="rId352" Type="http://schemas.openxmlformats.org/officeDocument/2006/relationships/customXml" Target="../ink/ink2643.xml"/><Relationship Id="rId373" Type="http://schemas.openxmlformats.org/officeDocument/2006/relationships/image" Target="../media/image2016.png"/><Relationship Id="rId394" Type="http://schemas.openxmlformats.org/officeDocument/2006/relationships/customXml" Target="../ink/ink2664.xml"/><Relationship Id="rId408" Type="http://schemas.openxmlformats.org/officeDocument/2006/relationships/customXml" Target="../ink/ink267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73.xml"/><Relationship Id="rId233" Type="http://schemas.openxmlformats.org/officeDocument/2006/relationships/image" Target="../media/image1938.png"/><Relationship Id="rId254" Type="http://schemas.openxmlformats.org/officeDocument/2006/relationships/customXml" Target="../ink/ink2594.xml"/><Relationship Id="rId28" Type="http://schemas.openxmlformats.org/officeDocument/2006/relationships/customXml" Target="../ink/ink2481.xml"/><Relationship Id="rId49" Type="http://schemas.openxmlformats.org/officeDocument/2006/relationships/image" Target="../media/image1836.png"/><Relationship Id="rId114" Type="http://schemas.openxmlformats.org/officeDocument/2006/relationships/customXml" Target="../ink/ink2524.xml"/><Relationship Id="rId275" Type="http://schemas.openxmlformats.org/officeDocument/2006/relationships/image" Target="../media/image1962.png"/><Relationship Id="rId296" Type="http://schemas.openxmlformats.org/officeDocument/2006/relationships/customXml" Target="../ink/ink2615.xml"/><Relationship Id="rId300" Type="http://schemas.openxmlformats.org/officeDocument/2006/relationships/customXml" Target="../ink/ink2617.xml"/><Relationship Id="rId60" Type="http://schemas.openxmlformats.org/officeDocument/2006/relationships/customXml" Target="../ink/ink2497.xml"/><Relationship Id="rId81" Type="http://schemas.openxmlformats.org/officeDocument/2006/relationships/image" Target="../media/image1854.png"/><Relationship Id="rId135" Type="http://schemas.openxmlformats.org/officeDocument/2006/relationships/image" Target="../media/image1884.png"/><Relationship Id="rId156" Type="http://schemas.openxmlformats.org/officeDocument/2006/relationships/customXml" Target="../ink/ink2545.xml"/><Relationship Id="rId177" Type="http://schemas.openxmlformats.org/officeDocument/2006/relationships/image" Target="../media/image1907.png"/><Relationship Id="rId198" Type="http://schemas.openxmlformats.org/officeDocument/2006/relationships/customXml" Target="../ink/ink2566.xml"/><Relationship Id="rId321" Type="http://schemas.openxmlformats.org/officeDocument/2006/relationships/image" Target="../media/image1987.png"/><Relationship Id="rId342" Type="http://schemas.openxmlformats.org/officeDocument/2006/relationships/customXml" Target="../ink/ink2638.xml"/><Relationship Id="rId363" Type="http://schemas.openxmlformats.org/officeDocument/2006/relationships/image" Target="../media/image2011.png"/><Relationship Id="rId384" Type="http://schemas.openxmlformats.org/officeDocument/2006/relationships/customXml" Target="../ink/ink2659.xml"/><Relationship Id="rId419" Type="http://schemas.openxmlformats.org/officeDocument/2006/relationships/image" Target="../media/image2042.png"/><Relationship Id="rId202" Type="http://schemas.openxmlformats.org/officeDocument/2006/relationships/customXml" Target="../ink/ink2568.xml"/><Relationship Id="rId223" Type="http://schemas.openxmlformats.org/officeDocument/2006/relationships/image" Target="../media/image1933.png"/><Relationship Id="rId244" Type="http://schemas.openxmlformats.org/officeDocument/2006/relationships/customXml" Target="../ink/ink2589.xml"/><Relationship Id="rId18" Type="http://schemas.openxmlformats.org/officeDocument/2006/relationships/customXml" Target="../ink/ink2476.xml"/><Relationship Id="rId39" Type="http://schemas.openxmlformats.org/officeDocument/2006/relationships/image" Target="../media/image1831.png"/><Relationship Id="rId265" Type="http://schemas.openxmlformats.org/officeDocument/2006/relationships/image" Target="../media/image1956.png"/><Relationship Id="rId286" Type="http://schemas.openxmlformats.org/officeDocument/2006/relationships/customXml" Target="../ink/ink2610.xml"/><Relationship Id="rId50" Type="http://schemas.openxmlformats.org/officeDocument/2006/relationships/customXml" Target="../ink/ink2492.xml"/><Relationship Id="rId104" Type="http://schemas.openxmlformats.org/officeDocument/2006/relationships/customXml" Target="../ink/ink2519.xml"/><Relationship Id="rId125" Type="http://schemas.openxmlformats.org/officeDocument/2006/relationships/image" Target="../media/image1878.png"/><Relationship Id="rId146" Type="http://schemas.openxmlformats.org/officeDocument/2006/relationships/customXml" Target="../ink/ink2540.xml"/><Relationship Id="rId167" Type="http://schemas.openxmlformats.org/officeDocument/2006/relationships/image" Target="../media/image1902.png"/><Relationship Id="rId188" Type="http://schemas.openxmlformats.org/officeDocument/2006/relationships/customXml" Target="../ink/ink2561.xml"/><Relationship Id="rId311" Type="http://schemas.openxmlformats.org/officeDocument/2006/relationships/image" Target="../media/image1982.png"/><Relationship Id="rId332" Type="http://schemas.openxmlformats.org/officeDocument/2006/relationships/customXml" Target="../ink/ink2633.xml"/><Relationship Id="rId353" Type="http://schemas.openxmlformats.org/officeDocument/2006/relationships/image" Target="../media/image2005.png"/><Relationship Id="rId374" Type="http://schemas.openxmlformats.org/officeDocument/2006/relationships/customXml" Target="../ink/ink2654.xml"/><Relationship Id="rId395" Type="http://schemas.openxmlformats.org/officeDocument/2006/relationships/image" Target="../media/image2028.png"/><Relationship Id="rId409" Type="http://schemas.openxmlformats.org/officeDocument/2006/relationships/image" Target="../media/image2036.png"/><Relationship Id="rId71" Type="http://schemas.openxmlformats.org/officeDocument/2006/relationships/image" Target="../media/image1848.png"/><Relationship Id="rId92" Type="http://schemas.openxmlformats.org/officeDocument/2006/relationships/customXml" Target="../ink/ink2513.xml"/><Relationship Id="rId213" Type="http://schemas.openxmlformats.org/officeDocument/2006/relationships/image" Target="../media/image1927.png"/><Relationship Id="rId234" Type="http://schemas.openxmlformats.org/officeDocument/2006/relationships/customXml" Target="../ink/ink2584.xml"/><Relationship Id="rId420" Type="http://schemas.openxmlformats.org/officeDocument/2006/relationships/customXml" Target="../ink/ink2677.xml"/><Relationship Id="rId2" Type="http://schemas.openxmlformats.org/officeDocument/2006/relationships/customXml" Target="../ink/ink2468.xml"/><Relationship Id="rId29" Type="http://schemas.openxmlformats.org/officeDocument/2006/relationships/image" Target="../media/image1825.png"/><Relationship Id="rId255" Type="http://schemas.openxmlformats.org/officeDocument/2006/relationships/image" Target="../media/image1951.png"/><Relationship Id="rId276" Type="http://schemas.openxmlformats.org/officeDocument/2006/relationships/customXml" Target="../ink/ink2605.xml"/><Relationship Id="rId297" Type="http://schemas.openxmlformats.org/officeDocument/2006/relationships/image" Target="../media/image1974.png"/><Relationship Id="rId40" Type="http://schemas.openxmlformats.org/officeDocument/2006/relationships/customXml" Target="../ink/ink2487.xml"/><Relationship Id="rId115" Type="http://schemas.openxmlformats.org/officeDocument/2006/relationships/image" Target="../media/image1873.png"/><Relationship Id="rId136" Type="http://schemas.openxmlformats.org/officeDocument/2006/relationships/customXml" Target="../ink/ink2535.xml"/><Relationship Id="rId157" Type="http://schemas.openxmlformats.org/officeDocument/2006/relationships/image" Target="../media/image1896.png"/><Relationship Id="rId178" Type="http://schemas.openxmlformats.org/officeDocument/2006/relationships/customXml" Target="../ink/ink2556.xml"/><Relationship Id="rId301" Type="http://schemas.openxmlformats.org/officeDocument/2006/relationships/image" Target="../media/image1976.png"/><Relationship Id="rId322" Type="http://schemas.openxmlformats.org/officeDocument/2006/relationships/customXml" Target="../ink/ink2628.xml"/><Relationship Id="rId343" Type="http://schemas.openxmlformats.org/officeDocument/2006/relationships/image" Target="../media/image1999.png"/><Relationship Id="rId364" Type="http://schemas.openxmlformats.org/officeDocument/2006/relationships/customXml" Target="../ink/ink2649.xml"/><Relationship Id="rId61" Type="http://schemas.openxmlformats.org/officeDocument/2006/relationships/image" Target="../media/image1843.png"/><Relationship Id="rId82" Type="http://schemas.openxmlformats.org/officeDocument/2006/relationships/customXml" Target="../ink/ink2508.xml"/><Relationship Id="rId199" Type="http://schemas.openxmlformats.org/officeDocument/2006/relationships/image" Target="../media/image1919.png"/><Relationship Id="rId203" Type="http://schemas.openxmlformats.org/officeDocument/2006/relationships/image" Target="../media/image1922.png"/><Relationship Id="rId385" Type="http://schemas.openxmlformats.org/officeDocument/2006/relationships/image" Target="../media/image2023.png"/><Relationship Id="rId19" Type="http://schemas.openxmlformats.org/officeDocument/2006/relationships/image" Target="../media/image1819.png"/><Relationship Id="rId224" Type="http://schemas.openxmlformats.org/officeDocument/2006/relationships/customXml" Target="../ink/ink2579.xml"/><Relationship Id="rId245" Type="http://schemas.openxmlformats.org/officeDocument/2006/relationships/image" Target="../media/image1945.png"/><Relationship Id="rId266" Type="http://schemas.openxmlformats.org/officeDocument/2006/relationships/customXml" Target="../ink/ink2600.xml"/><Relationship Id="rId287" Type="http://schemas.openxmlformats.org/officeDocument/2006/relationships/image" Target="../media/image1968.png"/><Relationship Id="rId410" Type="http://schemas.openxmlformats.org/officeDocument/2006/relationships/customXml" Target="../ink/ink2672.xml"/><Relationship Id="rId30" Type="http://schemas.openxmlformats.org/officeDocument/2006/relationships/customXml" Target="../ink/ink2482.xml"/><Relationship Id="rId105" Type="http://schemas.openxmlformats.org/officeDocument/2006/relationships/image" Target="../media/image1867.png"/><Relationship Id="rId126" Type="http://schemas.openxmlformats.org/officeDocument/2006/relationships/customXml" Target="../ink/ink2530.xml"/><Relationship Id="rId147" Type="http://schemas.openxmlformats.org/officeDocument/2006/relationships/image" Target="../media/image1891.png"/><Relationship Id="rId168" Type="http://schemas.openxmlformats.org/officeDocument/2006/relationships/customXml" Target="../ink/ink2551.xml"/><Relationship Id="rId312" Type="http://schemas.openxmlformats.org/officeDocument/2006/relationships/customXml" Target="../ink/ink2623.xml"/><Relationship Id="rId333" Type="http://schemas.openxmlformats.org/officeDocument/2006/relationships/image" Target="../media/image1994.png"/><Relationship Id="rId354" Type="http://schemas.openxmlformats.org/officeDocument/2006/relationships/customXml" Target="../ink/ink2644.xml"/><Relationship Id="rId51" Type="http://schemas.openxmlformats.org/officeDocument/2006/relationships/image" Target="../media/image1837.png"/><Relationship Id="rId72" Type="http://schemas.openxmlformats.org/officeDocument/2006/relationships/customXml" Target="../ink/ink2503.xml"/><Relationship Id="rId93" Type="http://schemas.openxmlformats.org/officeDocument/2006/relationships/image" Target="../media/image1861.png"/><Relationship Id="rId189" Type="http://schemas.openxmlformats.org/officeDocument/2006/relationships/image" Target="../media/image1914.png"/><Relationship Id="rId375" Type="http://schemas.openxmlformats.org/officeDocument/2006/relationships/image" Target="../media/image2017.png"/><Relationship Id="rId396" Type="http://schemas.openxmlformats.org/officeDocument/2006/relationships/customXml" Target="../ink/ink2665.xml"/><Relationship Id="rId3" Type="http://schemas.openxmlformats.org/officeDocument/2006/relationships/image" Target="../media/image1811.png"/><Relationship Id="rId214" Type="http://schemas.openxmlformats.org/officeDocument/2006/relationships/customXml" Target="../ink/ink2574.xml"/><Relationship Id="rId235" Type="http://schemas.openxmlformats.org/officeDocument/2006/relationships/image" Target="../media/image1939.png"/><Relationship Id="rId256" Type="http://schemas.openxmlformats.org/officeDocument/2006/relationships/customXml" Target="../ink/ink2595.xml"/><Relationship Id="rId277" Type="http://schemas.openxmlformats.org/officeDocument/2006/relationships/image" Target="../media/image1963.png"/><Relationship Id="rId298" Type="http://schemas.openxmlformats.org/officeDocument/2006/relationships/customXml" Target="../ink/ink2616.xml"/><Relationship Id="rId400" Type="http://schemas.openxmlformats.org/officeDocument/2006/relationships/customXml" Target="../ink/ink2667.xml"/><Relationship Id="rId421" Type="http://schemas.openxmlformats.org/officeDocument/2006/relationships/image" Target="../media/image2043.png"/><Relationship Id="rId116" Type="http://schemas.openxmlformats.org/officeDocument/2006/relationships/customXml" Target="../ink/ink2525.xml"/><Relationship Id="rId137" Type="http://schemas.openxmlformats.org/officeDocument/2006/relationships/image" Target="../media/image1885.png"/><Relationship Id="rId158" Type="http://schemas.openxmlformats.org/officeDocument/2006/relationships/customXml" Target="../ink/ink2546.xml"/><Relationship Id="rId302" Type="http://schemas.openxmlformats.org/officeDocument/2006/relationships/customXml" Target="../ink/ink2618.xml"/><Relationship Id="rId323" Type="http://schemas.openxmlformats.org/officeDocument/2006/relationships/image" Target="../media/image1988.png"/><Relationship Id="rId344" Type="http://schemas.openxmlformats.org/officeDocument/2006/relationships/customXml" Target="../ink/ink2639.xml"/><Relationship Id="rId20" Type="http://schemas.openxmlformats.org/officeDocument/2006/relationships/customXml" Target="../ink/ink2477.xml"/><Relationship Id="rId41" Type="http://schemas.openxmlformats.org/officeDocument/2006/relationships/image" Target="../media/image1832.png"/><Relationship Id="rId62" Type="http://schemas.openxmlformats.org/officeDocument/2006/relationships/customXml" Target="../ink/ink2498.xml"/><Relationship Id="rId83" Type="http://schemas.openxmlformats.org/officeDocument/2006/relationships/image" Target="../media/image1855.png"/><Relationship Id="rId179" Type="http://schemas.openxmlformats.org/officeDocument/2006/relationships/image" Target="../media/image1908.png"/><Relationship Id="rId365" Type="http://schemas.openxmlformats.org/officeDocument/2006/relationships/image" Target="../media/image2012.png"/><Relationship Id="rId386" Type="http://schemas.openxmlformats.org/officeDocument/2006/relationships/customXml" Target="../ink/ink2660.xml"/><Relationship Id="rId190" Type="http://schemas.openxmlformats.org/officeDocument/2006/relationships/customXml" Target="../ink/ink2562.xml"/><Relationship Id="rId204" Type="http://schemas.openxmlformats.org/officeDocument/2006/relationships/customXml" Target="../ink/ink2569.xml"/><Relationship Id="rId225" Type="http://schemas.openxmlformats.org/officeDocument/2006/relationships/image" Target="../media/image1934.png"/><Relationship Id="rId246" Type="http://schemas.openxmlformats.org/officeDocument/2006/relationships/customXml" Target="../ink/ink2590.xml"/><Relationship Id="rId267" Type="http://schemas.openxmlformats.org/officeDocument/2006/relationships/image" Target="../media/image1957.png"/><Relationship Id="rId288" Type="http://schemas.openxmlformats.org/officeDocument/2006/relationships/customXml" Target="../ink/ink2611.xml"/><Relationship Id="rId411" Type="http://schemas.openxmlformats.org/officeDocument/2006/relationships/image" Target="../media/image2037.png"/><Relationship Id="rId106" Type="http://schemas.openxmlformats.org/officeDocument/2006/relationships/customXml" Target="../ink/ink2520.xml"/><Relationship Id="rId127" Type="http://schemas.openxmlformats.org/officeDocument/2006/relationships/image" Target="../media/image1879.png"/><Relationship Id="rId313" Type="http://schemas.openxmlformats.org/officeDocument/2006/relationships/image" Target="../media/image1983.png"/><Relationship Id="rId10" Type="http://schemas.openxmlformats.org/officeDocument/2006/relationships/customXml" Target="../ink/ink2472.xml"/><Relationship Id="rId31" Type="http://schemas.openxmlformats.org/officeDocument/2006/relationships/image" Target="../media/image1826.png"/><Relationship Id="rId52" Type="http://schemas.openxmlformats.org/officeDocument/2006/relationships/customXml" Target="../ink/ink2493.xml"/><Relationship Id="rId73" Type="http://schemas.openxmlformats.org/officeDocument/2006/relationships/image" Target="../media/image1849.png"/><Relationship Id="rId94" Type="http://schemas.openxmlformats.org/officeDocument/2006/relationships/customXml" Target="../ink/ink2514.xml"/><Relationship Id="rId148" Type="http://schemas.openxmlformats.org/officeDocument/2006/relationships/customXml" Target="../ink/ink2541.xml"/><Relationship Id="rId169" Type="http://schemas.openxmlformats.org/officeDocument/2006/relationships/image" Target="../media/image1903.png"/><Relationship Id="rId334" Type="http://schemas.openxmlformats.org/officeDocument/2006/relationships/customXml" Target="../ink/ink2634.xml"/><Relationship Id="rId355" Type="http://schemas.openxmlformats.org/officeDocument/2006/relationships/image" Target="../media/image2006.png"/><Relationship Id="rId376" Type="http://schemas.openxmlformats.org/officeDocument/2006/relationships/customXml" Target="../ink/ink2655.xml"/><Relationship Id="rId397" Type="http://schemas.openxmlformats.org/officeDocument/2006/relationships/image" Target="../media/image2029.png"/><Relationship Id="rId4" Type="http://schemas.openxmlformats.org/officeDocument/2006/relationships/customXml" Target="../ink/ink2469.xml"/><Relationship Id="rId180" Type="http://schemas.openxmlformats.org/officeDocument/2006/relationships/customXml" Target="../ink/ink2557.xml"/><Relationship Id="rId215" Type="http://schemas.openxmlformats.org/officeDocument/2006/relationships/image" Target="../media/image1928.png"/><Relationship Id="rId236" Type="http://schemas.openxmlformats.org/officeDocument/2006/relationships/customXml" Target="../ink/ink2585.xml"/><Relationship Id="rId257" Type="http://schemas.openxmlformats.org/officeDocument/2006/relationships/image" Target="../media/image1952.png"/><Relationship Id="rId278" Type="http://schemas.openxmlformats.org/officeDocument/2006/relationships/customXml" Target="../ink/ink2606.xml"/><Relationship Id="rId401" Type="http://schemas.openxmlformats.org/officeDocument/2006/relationships/image" Target="../media/image2032.png"/><Relationship Id="rId422" Type="http://schemas.openxmlformats.org/officeDocument/2006/relationships/customXml" Target="../ink/ink2678.xml"/><Relationship Id="rId303" Type="http://schemas.openxmlformats.org/officeDocument/2006/relationships/image" Target="../media/image1977.png"/><Relationship Id="rId42" Type="http://schemas.openxmlformats.org/officeDocument/2006/relationships/customXml" Target="../ink/ink2488.xml"/><Relationship Id="rId84" Type="http://schemas.openxmlformats.org/officeDocument/2006/relationships/customXml" Target="../ink/ink2509.xml"/><Relationship Id="rId138" Type="http://schemas.openxmlformats.org/officeDocument/2006/relationships/customXml" Target="../ink/ink2536.xml"/><Relationship Id="rId345" Type="http://schemas.openxmlformats.org/officeDocument/2006/relationships/image" Target="../media/image2001.png"/><Relationship Id="rId387" Type="http://schemas.openxmlformats.org/officeDocument/2006/relationships/image" Target="../media/image2024.png"/><Relationship Id="rId191" Type="http://schemas.openxmlformats.org/officeDocument/2006/relationships/image" Target="../media/image1915.png"/><Relationship Id="rId205" Type="http://schemas.openxmlformats.org/officeDocument/2006/relationships/image" Target="../media/image1923.png"/><Relationship Id="rId247" Type="http://schemas.openxmlformats.org/officeDocument/2006/relationships/image" Target="../media/image1946.png"/><Relationship Id="rId412" Type="http://schemas.openxmlformats.org/officeDocument/2006/relationships/customXml" Target="../ink/ink2673.xml"/><Relationship Id="rId107" Type="http://schemas.openxmlformats.org/officeDocument/2006/relationships/image" Target="../media/image1868.png"/><Relationship Id="rId289" Type="http://schemas.openxmlformats.org/officeDocument/2006/relationships/image" Target="../media/image1969.png"/><Relationship Id="rId11" Type="http://schemas.openxmlformats.org/officeDocument/2006/relationships/image" Target="../media/image1815.png"/><Relationship Id="rId53" Type="http://schemas.openxmlformats.org/officeDocument/2006/relationships/image" Target="../media/image1838.png"/><Relationship Id="rId149" Type="http://schemas.openxmlformats.org/officeDocument/2006/relationships/image" Target="../media/image1892.png"/><Relationship Id="rId314" Type="http://schemas.openxmlformats.org/officeDocument/2006/relationships/customXml" Target="../ink/ink2624.xml"/><Relationship Id="rId356" Type="http://schemas.openxmlformats.org/officeDocument/2006/relationships/customXml" Target="../ink/ink2645.xml"/><Relationship Id="rId398" Type="http://schemas.openxmlformats.org/officeDocument/2006/relationships/customXml" Target="../ink/ink2666.xml"/><Relationship Id="rId95" Type="http://schemas.openxmlformats.org/officeDocument/2006/relationships/image" Target="../media/image1862.png"/><Relationship Id="rId160" Type="http://schemas.openxmlformats.org/officeDocument/2006/relationships/customXml" Target="../ink/ink2547.xml"/><Relationship Id="rId216" Type="http://schemas.openxmlformats.org/officeDocument/2006/relationships/customXml" Target="../ink/ink2575.xml"/><Relationship Id="rId423" Type="http://schemas.openxmlformats.org/officeDocument/2006/relationships/image" Target="../media/image2044.png"/><Relationship Id="rId258" Type="http://schemas.openxmlformats.org/officeDocument/2006/relationships/customXml" Target="../ink/ink2596.xml"/><Relationship Id="rId22" Type="http://schemas.openxmlformats.org/officeDocument/2006/relationships/customXml" Target="../ink/ink2478.xml"/><Relationship Id="rId64" Type="http://schemas.openxmlformats.org/officeDocument/2006/relationships/customXml" Target="../ink/ink2499.xml"/><Relationship Id="rId118" Type="http://schemas.openxmlformats.org/officeDocument/2006/relationships/customXml" Target="../ink/ink2526.xml"/><Relationship Id="rId325" Type="http://schemas.openxmlformats.org/officeDocument/2006/relationships/image" Target="../media/image1989.png"/><Relationship Id="rId367" Type="http://schemas.openxmlformats.org/officeDocument/2006/relationships/image" Target="../media/image2013.png"/><Relationship Id="rId171" Type="http://schemas.openxmlformats.org/officeDocument/2006/relationships/image" Target="../media/image1904.png"/><Relationship Id="rId227" Type="http://schemas.openxmlformats.org/officeDocument/2006/relationships/image" Target="../media/image1935.png"/><Relationship Id="rId269" Type="http://schemas.openxmlformats.org/officeDocument/2006/relationships/image" Target="../media/image1958.png"/><Relationship Id="rId33" Type="http://schemas.openxmlformats.org/officeDocument/2006/relationships/image" Target="../media/image1827.png"/><Relationship Id="rId129" Type="http://schemas.openxmlformats.org/officeDocument/2006/relationships/image" Target="../media/image1881.png"/><Relationship Id="rId280" Type="http://schemas.openxmlformats.org/officeDocument/2006/relationships/customXml" Target="../ink/ink2607.xml"/><Relationship Id="rId336" Type="http://schemas.openxmlformats.org/officeDocument/2006/relationships/customXml" Target="../ink/ink2635.xml"/><Relationship Id="rId75" Type="http://schemas.openxmlformats.org/officeDocument/2006/relationships/image" Target="../media/image1851.png"/><Relationship Id="rId140" Type="http://schemas.openxmlformats.org/officeDocument/2006/relationships/customXml" Target="../ink/ink2537.xml"/><Relationship Id="rId182" Type="http://schemas.openxmlformats.org/officeDocument/2006/relationships/customXml" Target="../ink/ink2558.xml"/><Relationship Id="rId378" Type="http://schemas.openxmlformats.org/officeDocument/2006/relationships/customXml" Target="../ink/ink2656.xml"/><Relationship Id="rId403" Type="http://schemas.openxmlformats.org/officeDocument/2006/relationships/image" Target="../media/image2033.png"/><Relationship Id="rId6" Type="http://schemas.openxmlformats.org/officeDocument/2006/relationships/customXml" Target="../ink/ink2470.xml"/><Relationship Id="rId238" Type="http://schemas.openxmlformats.org/officeDocument/2006/relationships/customXml" Target="../ink/ink2586.xml"/><Relationship Id="rId291" Type="http://schemas.openxmlformats.org/officeDocument/2006/relationships/image" Target="../media/image1971.png"/><Relationship Id="rId305" Type="http://schemas.openxmlformats.org/officeDocument/2006/relationships/image" Target="../media/image1978.png"/><Relationship Id="rId347" Type="http://schemas.openxmlformats.org/officeDocument/2006/relationships/image" Target="../media/image2002.png"/><Relationship Id="rId44" Type="http://schemas.openxmlformats.org/officeDocument/2006/relationships/customXml" Target="../ink/ink2489.xml"/><Relationship Id="rId86" Type="http://schemas.openxmlformats.org/officeDocument/2006/relationships/customXml" Target="../ink/ink2510.xml"/><Relationship Id="rId151" Type="http://schemas.openxmlformats.org/officeDocument/2006/relationships/image" Target="../media/image1893.png"/><Relationship Id="rId389" Type="http://schemas.openxmlformats.org/officeDocument/2006/relationships/image" Target="../media/image2025.png"/><Relationship Id="rId193" Type="http://schemas.openxmlformats.org/officeDocument/2006/relationships/image" Target="../media/image1916.png"/><Relationship Id="rId207" Type="http://schemas.openxmlformats.org/officeDocument/2006/relationships/image" Target="../media/image1924.png"/><Relationship Id="rId249" Type="http://schemas.openxmlformats.org/officeDocument/2006/relationships/image" Target="../media/image1947.png"/><Relationship Id="rId414" Type="http://schemas.openxmlformats.org/officeDocument/2006/relationships/customXml" Target="../ink/ink2674.xml"/><Relationship Id="rId13" Type="http://schemas.openxmlformats.org/officeDocument/2006/relationships/image" Target="../media/image1816.png"/><Relationship Id="rId109" Type="http://schemas.openxmlformats.org/officeDocument/2006/relationships/image" Target="../media/image1869.png"/><Relationship Id="rId260" Type="http://schemas.openxmlformats.org/officeDocument/2006/relationships/customXml" Target="../ink/ink2597.xml"/><Relationship Id="rId316" Type="http://schemas.openxmlformats.org/officeDocument/2006/relationships/customXml" Target="../ink/ink2625.xml"/><Relationship Id="rId55" Type="http://schemas.openxmlformats.org/officeDocument/2006/relationships/image" Target="../media/image1839.png"/><Relationship Id="rId97" Type="http://schemas.openxmlformats.org/officeDocument/2006/relationships/image" Target="../media/image1863.png"/><Relationship Id="rId120" Type="http://schemas.openxmlformats.org/officeDocument/2006/relationships/customXml" Target="../ink/ink2527.xml"/><Relationship Id="rId358" Type="http://schemas.openxmlformats.org/officeDocument/2006/relationships/customXml" Target="../ink/ink2646.xml"/><Relationship Id="rId162" Type="http://schemas.openxmlformats.org/officeDocument/2006/relationships/customXml" Target="../ink/ink2548.xml"/><Relationship Id="rId218" Type="http://schemas.openxmlformats.org/officeDocument/2006/relationships/customXml" Target="../ink/ink2576.xml"/><Relationship Id="rId425" Type="http://schemas.openxmlformats.org/officeDocument/2006/relationships/image" Target="../media/image2045.png"/><Relationship Id="rId271" Type="http://schemas.openxmlformats.org/officeDocument/2006/relationships/image" Target="../media/image1959.png"/><Relationship Id="rId24" Type="http://schemas.openxmlformats.org/officeDocument/2006/relationships/customXml" Target="../ink/ink2479.xml"/><Relationship Id="rId66" Type="http://schemas.openxmlformats.org/officeDocument/2006/relationships/customXml" Target="../ink/ink2500.xml"/><Relationship Id="rId131" Type="http://schemas.openxmlformats.org/officeDocument/2006/relationships/image" Target="../media/image1882.png"/><Relationship Id="rId327" Type="http://schemas.openxmlformats.org/officeDocument/2006/relationships/image" Target="../media/image1991.png"/><Relationship Id="rId369" Type="http://schemas.openxmlformats.org/officeDocument/2006/relationships/image" Target="../media/image2014.png"/><Relationship Id="rId173" Type="http://schemas.openxmlformats.org/officeDocument/2006/relationships/image" Target="../media/image1905.png"/><Relationship Id="rId229" Type="http://schemas.openxmlformats.org/officeDocument/2006/relationships/image" Target="../media/image1936.png"/><Relationship Id="rId380" Type="http://schemas.openxmlformats.org/officeDocument/2006/relationships/customXml" Target="../ink/ink2657.xml"/><Relationship Id="rId240" Type="http://schemas.openxmlformats.org/officeDocument/2006/relationships/customXml" Target="../ink/ink2587.xml"/><Relationship Id="rId35" Type="http://schemas.openxmlformats.org/officeDocument/2006/relationships/image" Target="../media/image1828.png"/><Relationship Id="rId77" Type="http://schemas.openxmlformats.org/officeDocument/2006/relationships/image" Target="../media/image1852.png"/><Relationship Id="rId100" Type="http://schemas.openxmlformats.org/officeDocument/2006/relationships/customXml" Target="../ink/ink2517.xml"/><Relationship Id="rId282" Type="http://schemas.openxmlformats.org/officeDocument/2006/relationships/customXml" Target="../ink/ink2608.xml"/><Relationship Id="rId338" Type="http://schemas.openxmlformats.org/officeDocument/2006/relationships/customXml" Target="../ink/ink2636.xml"/><Relationship Id="rId8" Type="http://schemas.openxmlformats.org/officeDocument/2006/relationships/customXml" Target="../ink/ink2471.xml"/><Relationship Id="rId142" Type="http://schemas.openxmlformats.org/officeDocument/2006/relationships/customXml" Target="../ink/ink2538.xml"/><Relationship Id="rId184" Type="http://schemas.openxmlformats.org/officeDocument/2006/relationships/customXml" Target="../ink/ink2559.xml"/><Relationship Id="rId391" Type="http://schemas.openxmlformats.org/officeDocument/2006/relationships/image" Target="../media/image2026.png"/><Relationship Id="rId405" Type="http://schemas.openxmlformats.org/officeDocument/2006/relationships/image" Target="../media/image2034.png"/><Relationship Id="rId251" Type="http://schemas.openxmlformats.org/officeDocument/2006/relationships/image" Target="../media/image1948.png"/><Relationship Id="rId46" Type="http://schemas.openxmlformats.org/officeDocument/2006/relationships/customXml" Target="../ink/ink2490.xml"/><Relationship Id="rId293" Type="http://schemas.openxmlformats.org/officeDocument/2006/relationships/image" Target="../media/image1972.png"/><Relationship Id="rId307" Type="http://schemas.openxmlformats.org/officeDocument/2006/relationships/image" Target="../media/image1979.png"/><Relationship Id="rId349" Type="http://schemas.openxmlformats.org/officeDocument/2006/relationships/image" Target="../media/image2003.png"/><Relationship Id="rId88" Type="http://schemas.openxmlformats.org/officeDocument/2006/relationships/customXml" Target="../ink/ink2511.xml"/><Relationship Id="rId111" Type="http://schemas.openxmlformats.org/officeDocument/2006/relationships/image" Target="../media/image1871.png"/><Relationship Id="rId153" Type="http://schemas.openxmlformats.org/officeDocument/2006/relationships/image" Target="../media/image1894.png"/><Relationship Id="rId195" Type="http://schemas.openxmlformats.org/officeDocument/2006/relationships/image" Target="../media/image1917.png"/><Relationship Id="rId209" Type="http://schemas.openxmlformats.org/officeDocument/2006/relationships/image" Target="../media/image1925.png"/><Relationship Id="rId360" Type="http://schemas.openxmlformats.org/officeDocument/2006/relationships/customXml" Target="../ink/ink2647.xml"/><Relationship Id="rId416" Type="http://schemas.openxmlformats.org/officeDocument/2006/relationships/customXml" Target="../ink/ink2675.xml"/><Relationship Id="rId220" Type="http://schemas.openxmlformats.org/officeDocument/2006/relationships/customXml" Target="../ink/ink2577.xml"/><Relationship Id="rId15" Type="http://schemas.openxmlformats.org/officeDocument/2006/relationships/image" Target="../media/image1817.png"/><Relationship Id="rId57" Type="http://schemas.openxmlformats.org/officeDocument/2006/relationships/image" Target="../media/image1841.png"/><Relationship Id="rId262" Type="http://schemas.openxmlformats.org/officeDocument/2006/relationships/customXml" Target="../ink/ink2598.xml"/><Relationship Id="rId318" Type="http://schemas.openxmlformats.org/officeDocument/2006/relationships/customXml" Target="../ink/ink2626.xml"/><Relationship Id="rId99" Type="http://schemas.openxmlformats.org/officeDocument/2006/relationships/image" Target="../media/image1864.png"/><Relationship Id="rId122" Type="http://schemas.openxmlformats.org/officeDocument/2006/relationships/customXml" Target="../ink/ink2528.xml"/><Relationship Id="rId164" Type="http://schemas.openxmlformats.org/officeDocument/2006/relationships/customXml" Target="../ink/ink2549.xml"/><Relationship Id="rId371" Type="http://schemas.openxmlformats.org/officeDocument/2006/relationships/image" Target="../media/image2015.png"/><Relationship Id="rId26" Type="http://schemas.openxmlformats.org/officeDocument/2006/relationships/customXml" Target="../ink/ink2480.xml"/><Relationship Id="rId231" Type="http://schemas.openxmlformats.org/officeDocument/2006/relationships/image" Target="../media/image1937.png"/><Relationship Id="rId273" Type="http://schemas.openxmlformats.org/officeDocument/2006/relationships/image" Target="../media/image1961.png"/><Relationship Id="rId329" Type="http://schemas.openxmlformats.org/officeDocument/2006/relationships/image" Target="../media/image1992.png"/><Relationship Id="rId68" Type="http://schemas.openxmlformats.org/officeDocument/2006/relationships/customXml" Target="../ink/ink2501.xml"/><Relationship Id="rId133" Type="http://schemas.openxmlformats.org/officeDocument/2006/relationships/image" Target="../media/image1883.png"/><Relationship Id="rId175" Type="http://schemas.openxmlformats.org/officeDocument/2006/relationships/image" Target="../media/image1906.png"/><Relationship Id="rId340" Type="http://schemas.openxmlformats.org/officeDocument/2006/relationships/customXml" Target="../ink/ink2637.xml"/><Relationship Id="rId200" Type="http://schemas.openxmlformats.org/officeDocument/2006/relationships/customXml" Target="../ink/ink2567.xml"/><Relationship Id="rId382" Type="http://schemas.openxmlformats.org/officeDocument/2006/relationships/customXml" Target="../ink/ink2658.xml"/><Relationship Id="rId242" Type="http://schemas.openxmlformats.org/officeDocument/2006/relationships/customXml" Target="../ink/ink2588.xml"/><Relationship Id="rId284" Type="http://schemas.openxmlformats.org/officeDocument/2006/relationships/customXml" Target="../ink/ink2609.xml"/><Relationship Id="rId37" Type="http://schemas.openxmlformats.org/officeDocument/2006/relationships/image" Target="../media/image1829.png"/><Relationship Id="rId79" Type="http://schemas.openxmlformats.org/officeDocument/2006/relationships/image" Target="../media/image1853.png"/><Relationship Id="rId102" Type="http://schemas.openxmlformats.org/officeDocument/2006/relationships/customXml" Target="../ink/ink2518.xml"/><Relationship Id="rId144" Type="http://schemas.openxmlformats.org/officeDocument/2006/relationships/customXml" Target="../ink/ink2539.xml"/><Relationship Id="rId90" Type="http://schemas.openxmlformats.org/officeDocument/2006/relationships/customXml" Target="../ink/ink2512.xml"/><Relationship Id="rId186" Type="http://schemas.openxmlformats.org/officeDocument/2006/relationships/customXml" Target="../ink/ink2560.xml"/><Relationship Id="rId351" Type="http://schemas.openxmlformats.org/officeDocument/2006/relationships/image" Target="../media/image2004.png"/><Relationship Id="rId393" Type="http://schemas.openxmlformats.org/officeDocument/2006/relationships/image" Target="../media/image2027.png"/><Relationship Id="rId407" Type="http://schemas.openxmlformats.org/officeDocument/2006/relationships/image" Target="../media/image2035.png"/><Relationship Id="rId211" Type="http://schemas.openxmlformats.org/officeDocument/2006/relationships/image" Target="../media/image1926.png"/><Relationship Id="rId253" Type="http://schemas.openxmlformats.org/officeDocument/2006/relationships/image" Target="../media/image1949.png"/><Relationship Id="rId295" Type="http://schemas.openxmlformats.org/officeDocument/2006/relationships/image" Target="../media/image1973.png"/><Relationship Id="rId309" Type="http://schemas.openxmlformats.org/officeDocument/2006/relationships/image" Target="../media/image1981.png"/><Relationship Id="rId48" Type="http://schemas.openxmlformats.org/officeDocument/2006/relationships/customXml" Target="../ink/ink2491.xml"/><Relationship Id="rId113" Type="http://schemas.openxmlformats.org/officeDocument/2006/relationships/image" Target="../media/image1872.png"/><Relationship Id="rId320" Type="http://schemas.openxmlformats.org/officeDocument/2006/relationships/customXml" Target="../ink/ink2627.xml"/><Relationship Id="rId155" Type="http://schemas.openxmlformats.org/officeDocument/2006/relationships/image" Target="../media/image1895.png"/><Relationship Id="rId197" Type="http://schemas.openxmlformats.org/officeDocument/2006/relationships/image" Target="../media/image1918.png"/><Relationship Id="rId362" Type="http://schemas.openxmlformats.org/officeDocument/2006/relationships/customXml" Target="../ink/ink2648.xml"/><Relationship Id="rId418" Type="http://schemas.openxmlformats.org/officeDocument/2006/relationships/customXml" Target="../ink/ink2676.xml"/><Relationship Id="rId222" Type="http://schemas.openxmlformats.org/officeDocument/2006/relationships/customXml" Target="../ink/ink2578.xml"/><Relationship Id="rId264" Type="http://schemas.openxmlformats.org/officeDocument/2006/relationships/customXml" Target="../ink/ink2599.xml"/><Relationship Id="rId17" Type="http://schemas.openxmlformats.org/officeDocument/2006/relationships/image" Target="../media/image1818.png"/><Relationship Id="rId59" Type="http://schemas.openxmlformats.org/officeDocument/2006/relationships/image" Target="../media/image1842.png"/><Relationship Id="rId124" Type="http://schemas.openxmlformats.org/officeDocument/2006/relationships/customXml" Target="../ink/ink252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84.xml"/><Relationship Id="rId18" Type="http://schemas.openxmlformats.org/officeDocument/2006/relationships/image" Target="../media/image3790.png"/><Relationship Id="rId26" Type="http://schemas.openxmlformats.org/officeDocument/2006/relationships/image" Target="../media/image3830.png"/><Relationship Id="rId39" Type="http://schemas.openxmlformats.org/officeDocument/2006/relationships/customXml" Target="../ink/ink2697.xml"/><Relationship Id="rId21" Type="http://schemas.openxmlformats.org/officeDocument/2006/relationships/customXml" Target="../ink/ink2688.xml"/><Relationship Id="rId34" Type="http://schemas.openxmlformats.org/officeDocument/2006/relationships/image" Target="../media/image3870.png"/><Relationship Id="rId42" Type="http://schemas.openxmlformats.org/officeDocument/2006/relationships/image" Target="../media/image3910.png"/><Relationship Id="rId47" Type="http://schemas.openxmlformats.org/officeDocument/2006/relationships/customXml" Target="../ink/ink2701.xml"/><Relationship Id="rId50" Type="http://schemas.openxmlformats.org/officeDocument/2006/relationships/image" Target="../media/image3950.png"/><Relationship Id="rId55" Type="http://schemas.openxmlformats.org/officeDocument/2006/relationships/customXml" Target="../ink/ink2705.xml"/><Relationship Id="rId63" Type="http://schemas.openxmlformats.org/officeDocument/2006/relationships/customXml" Target="../ink/ink2709.xml"/><Relationship Id="rId7" Type="http://schemas.openxmlformats.org/officeDocument/2006/relationships/customXml" Target="../ink/ink2681.xml"/><Relationship Id="rId2" Type="http://schemas.openxmlformats.org/officeDocument/2006/relationships/image" Target="../media/image2046.png"/><Relationship Id="rId16" Type="http://schemas.openxmlformats.org/officeDocument/2006/relationships/image" Target="../media/image3780.png"/><Relationship Id="rId29" Type="http://schemas.openxmlformats.org/officeDocument/2006/relationships/customXml" Target="../ink/ink2692.xml"/><Relationship Id="rId11" Type="http://schemas.openxmlformats.org/officeDocument/2006/relationships/customXml" Target="../ink/ink2683.xml"/><Relationship Id="rId24" Type="http://schemas.openxmlformats.org/officeDocument/2006/relationships/image" Target="../media/image3820.png"/><Relationship Id="rId32" Type="http://schemas.openxmlformats.org/officeDocument/2006/relationships/image" Target="../media/image3860.png"/><Relationship Id="rId37" Type="http://schemas.openxmlformats.org/officeDocument/2006/relationships/customXml" Target="../ink/ink2696.xml"/><Relationship Id="rId40" Type="http://schemas.openxmlformats.org/officeDocument/2006/relationships/image" Target="../media/image3900.png"/><Relationship Id="rId45" Type="http://schemas.openxmlformats.org/officeDocument/2006/relationships/customXml" Target="../ink/ink2700.xml"/><Relationship Id="rId53" Type="http://schemas.openxmlformats.org/officeDocument/2006/relationships/customXml" Target="../ink/ink2704.xml"/><Relationship Id="rId58" Type="http://schemas.openxmlformats.org/officeDocument/2006/relationships/image" Target="../media/image3990.png"/><Relationship Id="rId5" Type="http://schemas.openxmlformats.org/officeDocument/2006/relationships/customXml" Target="../ink/ink2680.xml"/><Relationship Id="rId61" Type="http://schemas.openxmlformats.org/officeDocument/2006/relationships/customXml" Target="../ink/ink2708.xml"/><Relationship Id="rId19" Type="http://schemas.openxmlformats.org/officeDocument/2006/relationships/customXml" Target="../ink/ink2687.xml"/><Relationship Id="rId14" Type="http://schemas.openxmlformats.org/officeDocument/2006/relationships/image" Target="../media/image3770.png"/><Relationship Id="rId22" Type="http://schemas.openxmlformats.org/officeDocument/2006/relationships/image" Target="../media/image3810.png"/><Relationship Id="rId27" Type="http://schemas.openxmlformats.org/officeDocument/2006/relationships/customXml" Target="../ink/ink2691.xml"/><Relationship Id="rId30" Type="http://schemas.openxmlformats.org/officeDocument/2006/relationships/image" Target="../media/image3850.png"/><Relationship Id="rId35" Type="http://schemas.openxmlformats.org/officeDocument/2006/relationships/customXml" Target="../ink/ink2695.xml"/><Relationship Id="rId43" Type="http://schemas.openxmlformats.org/officeDocument/2006/relationships/customXml" Target="../ink/ink2699.xml"/><Relationship Id="rId48" Type="http://schemas.openxmlformats.org/officeDocument/2006/relationships/image" Target="../media/image3940.png"/><Relationship Id="rId56" Type="http://schemas.openxmlformats.org/officeDocument/2006/relationships/image" Target="../media/image3980.png"/><Relationship Id="rId64" Type="http://schemas.openxmlformats.org/officeDocument/2006/relationships/image" Target="../media/image2049.png"/><Relationship Id="rId8" Type="http://schemas.openxmlformats.org/officeDocument/2006/relationships/image" Target="../media/image3740.png"/><Relationship Id="rId51" Type="http://schemas.openxmlformats.org/officeDocument/2006/relationships/customXml" Target="../ink/ink2703.xml"/><Relationship Id="rId3" Type="http://schemas.openxmlformats.org/officeDocument/2006/relationships/image" Target="../media/image2047.png"/><Relationship Id="rId12" Type="http://schemas.openxmlformats.org/officeDocument/2006/relationships/image" Target="../media/image3760.png"/><Relationship Id="rId17" Type="http://schemas.openxmlformats.org/officeDocument/2006/relationships/customXml" Target="../ink/ink2686.xml"/><Relationship Id="rId25" Type="http://schemas.openxmlformats.org/officeDocument/2006/relationships/customXml" Target="../ink/ink2690.xml"/><Relationship Id="rId33" Type="http://schemas.openxmlformats.org/officeDocument/2006/relationships/customXml" Target="../ink/ink2694.xml"/><Relationship Id="rId38" Type="http://schemas.openxmlformats.org/officeDocument/2006/relationships/image" Target="../media/image3890.png"/><Relationship Id="rId46" Type="http://schemas.openxmlformats.org/officeDocument/2006/relationships/image" Target="../media/image3930.png"/><Relationship Id="rId59" Type="http://schemas.openxmlformats.org/officeDocument/2006/relationships/customXml" Target="../ink/ink2707.xml"/><Relationship Id="rId20" Type="http://schemas.openxmlformats.org/officeDocument/2006/relationships/image" Target="../media/image3800.png"/><Relationship Id="rId41" Type="http://schemas.openxmlformats.org/officeDocument/2006/relationships/customXml" Target="../ink/ink2698.xml"/><Relationship Id="rId54" Type="http://schemas.openxmlformats.org/officeDocument/2006/relationships/image" Target="../media/image3970.png"/><Relationship Id="rId62" Type="http://schemas.openxmlformats.org/officeDocument/2006/relationships/image" Target="../media/image4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30.png"/><Relationship Id="rId15" Type="http://schemas.openxmlformats.org/officeDocument/2006/relationships/customXml" Target="../ink/ink2685.xml"/><Relationship Id="rId23" Type="http://schemas.openxmlformats.org/officeDocument/2006/relationships/customXml" Target="../ink/ink2689.xml"/><Relationship Id="rId28" Type="http://schemas.openxmlformats.org/officeDocument/2006/relationships/image" Target="../media/image3840.png"/><Relationship Id="rId36" Type="http://schemas.openxmlformats.org/officeDocument/2006/relationships/image" Target="../media/image3880.png"/><Relationship Id="rId49" Type="http://schemas.openxmlformats.org/officeDocument/2006/relationships/customXml" Target="../ink/ink2702.xml"/><Relationship Id="rId57" Type="http://schemas.openxmlformats.org/officeDocument/2006/relationships/customXml" Target="../ink/ink2706.xml"/><Relationship Id="rId10" Type="http://schemas.openxmlformats.org/officeDocument/2006/relationships/image" Target="../media/image3750.png"/><Relationship Id="rId31" Type="http://schemas.openxmlformats.org/officeDocument/2006/relationships/customXml" Target="../ink/ink2693.xml"/><Relationship Id="rId44" Type="http://schemas.openxmlformats.org/officeDocument/2006/relationships/image" Target="../media/image3920.png"/><Relationship Id="rId52" Type="http://schemas.openxmlformats.org/officeDocument/2006/relationships/image" Target="../media/image3960.png"/><Relationship Id="rId60" Type="http://schemas.openxmlformats.org/officeDocument/2006/relationships/image" Target="../media/image4000.png"/><Relationship Id="rId4" Type="http://schemas.openxmlformats.org/officeDocument/2006/relationships/image" Target="../media/image2048.png"/><Relationship Id="rId9" Type="http://schemas.openxmlformats.org/officeDocument/2006/relationships/customXml" Target="../ink/ink268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80.png"/><Relationship Id="rId18" Type="http://schemas.openxmlformats.org/officeDocument/2006/relationships/customXml" Target="../ink/ink2717.xml"/><Relationship Id="rId26" Type="http://schemas.openxmlformats.org/officeDocument/2006/relationships/customXml" Target="../ink/ink2721.xml"/><Relationship Id="rId39" Type="http://schemas.openxmlformats.org/officeDocument/2006/relationships/image" Target="../media/image4210.png"/><Relationship Id="rId21" Type="http://schemas.openxmlformats.org/officeDocument/2006/relationships/image" Target="../media/image4120.png"/><Relationship Id="rId34" Type="http://schemas.openxmlformats.org/officeDocument/2006/relationships/customXml" Target="../ink/ink2725.xml"/><Relationship Id="rId42" Type="http://schemas.openxmlformats.org/officeDocument/2006/relationships/customXml" Target="../ink/ink2729.xml"/><Relationship Id="rId47" Type="http://schemas.openxmlformats.org/officeDocument/2006/relationships/image" Target="../media/image4250.png"/><Relationship Id="rId7" Type="http://schemas.openxmlformats.org/officeDocument/2006/relationships/image" Target="../media/image4050.png"/><Relationship Id="rId2" Type="http://schemas.openxmlformats.org/officeDocument/2006/relationships/image" Target="../media/image2051.png"/><Relationship Id="rId16" Type="http://schemas.openxmlformats.org/officeDocument/2006/relationships/customXml" Target="../ink/ink2716.xml"/><Relationship Id="rId29" Type="http://schemas.openxmlformats.org/officeDocument/2006/relationships/image" Target="../media/image4160.png"/><Relationship Id="rId11" Type="http://schemas.openxmlformats.org/officeDocument/2006/relationships/image" Target="../media/image4070.png"/><Relationship Id="rId24" Type="http://schemas.openxmlformats.org/officeDocument/2006/relationships/customXml" Target="../ink/ink2720.xml"/><Relationship Id="rId32" Type="http://schemas.openxmlformats.org/officeDocument/2006/relationships/customXml" Target="../ink/ink2724.xml"/><Relationship Id="rId37" Type="http://schemas.openxmlformats.org/officeDocument/2006/relationships/image" Target="../media/image4200.png"/><Relationship Id="rId40" Type="http://schemas.openxmlformats.org/officeDocument/2006/relationships/customXml" Target="../ink/ink2728.xml"/><Relationship Id="rId45" Type="http://schemas.openxmlformats.org/officeDocument/2006/relationships/image" Target="../media/image4240.png"/><Relationship Id="rId5" Type="http://schemas.openxmlformats.org/officeDocument/2006/relationships/image" Target="../media/image4040.png"/><Relationship Id="rId15" Type="http://schemas.openxmlformats.org/officeDocument/2006/relationships/image" Target="../media/image4090.png"/><Relationship Id="rId23" Type="http://schemas.openxmlformats.org/officeDocument/2006/relationships/image" Target="../media/image4130.png"/><Relationship Id="rId28" Type="http://schemas.openxmlformats.org/officeDocument/2006/relationships/customXml" Target="../ink/ink2722.xml"/><Relationship Id="rId36" Type="http://schemas.openxmlformats.org/officeDocument/2006/relationships/customXml" Target="../ink/ink2726.xml"/><Relationship Id="rId49" Type="http://schemas.openxmlformats.org/officeDocument/2006/relationships/image" Target="../media/image4260.png"/><Relationship Id="rId10" Type="http://schemas.openxmlformats.org/officeDocument/2006/relationships/customXml" Target="../ink/ink2713.xml"/><Relationship Id="rId19" Type="http://schemas.openxmlformats.org/officeDocument/2006/relationships/image" Target="../media/image4110.png"/><Relationship Id="rId31" Type="http://schemas.openxmlformats.org/officeDocument/2006/relationships/image" Target="../media/image4170.png"/><Relationship Id="rId44" Type="http://schemas.openxmlformats.org/officeDocument/2006/relationships/customXml" Target="../ink/ink2730.xml"/><Relationship Id="rId4" Type="http://schemas.openxmlformats.org/officeDocument/2006/relationships/customXml" Target="../ink/ink2710.xml"/><Relationship Id="rId9" Type="http://schemas.openxmlformats.org/officeDocument/2006/relationships/image" Target="../media/image4060.png"/><Relationship Id="rId14" Type="http://schemas.openxmlformats.org/officeDocument/2006/relationships/customXml" Target="../ink/ink2715.xml"/><Relationship Id="rId22" Type="http://schemas.openxmlformats.org/officeDocument/2006/relationships/customXml" Target="../ink/ink2719.xml"/><Relationship Id="rId27" Type="http://schemas.openxmlformats.org/officeDocument/2006/relationships/image" Target="../media/image4150.png"/><Relationship Id="rId30" Type="http://schemas.openxmlformats.org/officeDocument/2006/relationships/customXml" Target="../ink/ink2723.xml"/><Relationship Id="rId35" Type="http://schemas.openxmlformats.org/officeDocument/2006/relationships/image" Target="../media/image4190.png"/><Relationship Id="rId43" Type="http://schemas.openxmlformats.org/officeDocument/2006/relationships/image" Target="../media/image4230.png"/><Relationship Id="rId48" Type="http://schemas.openxmlformats.org/officeDocument/2006/relationships/customXml" Target="../ink/ink2732.xml"/><Relationship Id="rId8" Type="http://schemas.openxmlformats.org/officeDocument/2006/relationships/customXml" Target="../ink/ink2712.xml"/><Relationship Id="rId3" Type="http://schemas.openxmlformats.org/officeDocument/2006/relationships/image" Target="../media/image2052.png"/><Relationship Id="rId12" Type="http://schemas.openxmlformats.org/officeDocument/2006/relationships/customXml" Target="../ink/ink2714.xml"/><Relationship Id="rId17" Type="http://schemas.openxmlformats.org/officeDocument/2006/relationships/image" Target="../media/image4100.png"/><Relationship Id="rId25" Type="http://schemas.openxmlformats.org/officeDocument/2006/relationships/image" Target="../media/image4140.png"/><Relationship Id="rId33" Type="http://schemas.openxmlformats.org/officeDocument/2006/relationships/image" Target="../media/image4180.png"/><Relationship Id="rId38" Type="http://schemas.openxmlformats.org/officeDocument/2006/relationships/customXml" Target="../ink/ink2727.xml"/><Relationship Id="rId46" Type="http://schemas.openxmlformats.org/officeDocument/2006/relationships/customXml" Target="../ink/ink2731.xml"/><Relationship Id="rId20" Type="http://schemas.openxmlformats.org/officeDocument/2006/relationships/customXml" Target="../ink/ink2718.xml"/><Relationship Id="rId41" Type="http://schemas.openxmlformats.org/officeDocument/2006/relationships/image" Target="../media/image42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11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72.xml"/><Relationship Id="rId299" Type="http://schemas.openxmlformats.org/officeDocument/2006/relationships/customXml" Target="../ink/ink2863.xml"/><Relationship Id="rId63" Type="http://schemas.openxmlformats.org/officeDocument/2006/relationships/customXml" Target="../ink/ink2745.xml"/><Relationship Id="rId159" Type="http://schemas.openxmlformats.org/officeDocument/2006/relationships/customXml" Target="../ink/ink2793.xml"/><Relationship Id="rId324" Type="http://schemas.openxmlformats.org/officeDocument/2006/relationships/image" Target="../media/image2184.png"/><Relationship Id="rId170" Type="http://schemas.openxmlformats.org/officeDocument/2006/relationships/image" Target="../media/image2099.png"/><Relationship Id="rId226" Type="http://schemas.openxmlformats.org/officeDocument/2006/relationships/image" Target="../media/image2129.png"/><Relationship Id="rId268" Type="http://schemas.openxmlformats.org/officeDocument/2006/relationships/image" Target="../media/image2153.png"/><Relationship Id="rId74" Type="http://schemas.openxmlformats.org/officeDocument/2006/relationships/image" Target="../media/image4640.png"/><Relationship Id="rId128" Type="http://schemas.openxmlformats.org/officeDocument/2006/relationships/image" Target="../media/image2077.png"/><Relationship Id="rId5" Type="http://schemas.openxmlformats.org/officeDocument/2006/relationships/customXml" Target="../ink/ink2733.xml"/><Relationship Id="rId181" Type="http://schemas.openxmlformats.org/officeDocument/2006/relationships/customXml" Target="../ink/ink2804.xml"/><Relationship Id="rId237" Type="http://schemas.openxmlformats.org/officeDocument/2006/relationships/customXml" Target="../ink/ink2832.xml"/><Relationship Id="rId279" Type="http://schemas.openxmlformats.org/officeDocument/2006/relationships/customXml" Target="../ink/ink2853.xml"/><Relationship Id="rId43" Type="http://schemas.openxmlformats.org/officeDocument/2006/relationships/customXml" Target="../ink/ink2735.xml"/><Relationship Id="rId139" Type="http://schemas.openxmlformats.org/officeDocument/2006/relationships/customXml" Target="../ink/ink2783.xml"/><Relationship Id="rId290" Type="http://schemas.openxmlformats.org/officeDocument/2006/relationships/image" Target="../media/image2165.png"/><Relationship Id="rId304" Type="http://schemas.openxmlformats.org/officeDocument/2006/relationships/image" Target="../media/image2173.png"/><Relationship Id="rId85" Type="http://schemas.openxmlformats.org/officeDocument/2006/relationships/customXml" Target="../ink/ink2756.xml"/><Relationship Id="rId150" Type="http://schemas.openxmlformats.org/officeDocument/2006/relationships/image" Target="../media/image2089.png"/><Relationship Id="rId192" Type="http://schemas.openxmlformats.org/officeDocument/2006/relationships/image" Target="../media/image2111.png"/><Relationship Id="rId206" Type="http://schemas.openxmlformats.org/officeDocument/2006/relationships/image" Target="../media/image2118.png"/><Relationship Id="rId248" Type="http://schemas.openxmlformats.org/officeDocument/2006/relationships/image" Target="../media/image2142.png"/><Relationship Id="rId269" Type="http://schemas.openxmlformats.org/officeDocument/2006/relationships/customXml" Target="../ink/ink2848.xml"/><Relationship Id="rId108" Type="http://schemas.openxmlformats.org/officeDocument/2006/relationships/image" Target="../media/image2066.png"/><Relationship Id="rId129" Type="http://schemas.openxmlformats.org/officeDocument/2006/relationships/customXml" Target="../ink/ink2778.xml"/><Relationship Id="rId280" Type="http://schemas.openxmlformats.org/officeDocument/2006/relationships/image" Target="../media/image2159.png"/><Relationship Id="rId315" Type="http://schemas.openxmlformats.org/officeDocument/2006/relationships/customXml" Target="../ink/ink2871.xml"/><Relationship Id="rId54" Type="http://schemas.openxmlformats.org/officeDocument/2006/relationships/image" Target="../media/image4540.png"/><Relationship Id="rId75" Type="http://schemas.openxmlformats.org/officeDocument/2006/relationships/customXml" Target="../ink/ink2751.xml"/><Relationship Id="rId96" Type="http://schemas.openxmlformats.org/officeDocument/2006/relationships/image" Target="../media/image2059.png"/><Relationship Id="rId140" Type="http://schemas.openxmlformats.org/officeDocument/2006/relationships/image" Target="../media/image2084.png"/><Relationship Id="rId161" Type="http://schemas.openxmlformats.org/officeDocument/2006/relationships/customXml" Target="../ink/ink2794.xml"/><Relationship Id="rId182" Type="http://schemas.openxmlformats.org/officeDocument/2006/relationships/image" Target="../media/image2105.png"/><Relationship Id="rId217" Type="http://schemas.openxmlformats.org/officeDocument/2006/relationships/customXml" Target="../ink/ink2822.xml"/><Relationship Id="rId238" Type="http://schemas.openxmlformats.org/officeDocument/2006/relationships/image" Target="../media/image2136.png"/><Relationship Id="rId259" Type="http://schemas.openxmlformats.org/officeDocument/2006/relationships/customXml" Target="../ink/ink2843.xml"/><Relationship Id="rId119" Type="http://schemas.openxmlformats.org/officeDocument/2006/relationships/customXml" Target="../ink/ink2773.xml"/><Relationship Id="rId270" Type="http://schemas.openxmlformats.org/officeDocument/2006/relationships/image" Target="../media/image2154.png"/><Relationship Id="rId291" Type="http://schemas.openxmlformats.org/officeDocument/2006/relationships/customXml" Target="../ink/ink2859.xml"/><Relationship Id="rId305" Type="http://schemas.openxmlformats.org/officeDocument/2006/relationships/customXml" Target="../ink/ink2866.xml"/><Relationship Id="rId326" Type="http://schemas.openxmlformats.org/officeDocument/2006/relationships/image" Target="../media/image2185.png"/><Relationship Id="rId44" Type="http://schemas.openxmlformats.org/officeDocument/2006/relationships/image" Target="../media/image4490.png"/><Relationship Id="rId65" Type="http://schemas.openxmlformats.org/officeDocument/2006/relationships/customXml" Target="../ink/ink2746.xml"/><Relationship Id="rId86" Type="http://schemas.openxmlformats.org/officeDocument/2006/relationships/image" Target="../media/image4700.png"/><Relationship Id="rId130" Type="http://schemas.openxmlformats.org/officeDocument/2006/relationships/image" Target="../media/image2078.png"/><Relationship Id="rId151" Type="http://schemas.openxmlformats.org/officeDocument/2006/relationships/customXml" Target="../ink/ink2789.xml"/><Relationship Id="rId172" Type="http://schemas.openxmlformats.org/officeDocument/2006/relationships/image" Target="../media/image2100.png"/><Relationship Id="rId193" Type="http://schemas.openxmlformats.org/officeDocument/2006/relationships/customXml" Target="../ink/ink2810.xml"/><Relationship Id="rId207" Type="http://schemas.openxmlformats.org/officeDocument/2006/relationships/customXml" Target="../ink/ink2817.xml"/><Relationship Id="rId228" Type="http://schemas.openxmlformats.org/officeDocument/2006/relationships/image" Target="../media/image2131.png"/><Relationship Id="rId249" Type="http://schemas.openxmlformats.org/officeDocument/2006/relationships/customXml" Target="../ink/ink2838.xml"/><Relationship Id="rId109" Type="http://schemas.openxmlformats.org/officeDocument/2006/relationships/customXml" Target="../ink/ink2768.xml"/><Relationship Id="rId260" Type="http://schemas.openxmlformats.org/officeDocument/2006/relationships/image" Target="../media/image2148.png"/><Relationship Id="rId281" Type="http://schemas.openxmlformats.org/officeDocument/2006/relationships/customXml" Target="../ink/ink2854.xml"/><Relationship Id="rId316" Type="http://schemas.openxmlformats.org/officeDocument/2006/relationships/image" Target="../media/image2179.png"/><Relationship Id="rId55" Type="http://schemas.openxmlformats.org/officeDocument/2006/relationships/customXml" Target="../ink/ink2741.xml"/><Relationship Id="rId76" Type="http://schemas.openxmlformats.org/officeDocument/2006/relationships/image" Target="../media/image4650.png"/><Relationship Id="rId97" Type="http://schemas.openxmlformats.org/officeDocument/2006/relationships/customXml" Target="../ink/ink2762.xml"/><Relationship Id="rId120" Type="http://schemas.openxmlformats.org/officeDocument/2006/relationships/image" Target="../media/image2073.png"/><Relationship Id="rId141" Type="http://schemas.openxmlformats.org/officeDocument/2006/relationships/customXml" Target="../ink/ink2784.xml"/><Relationship Id="rId162" Type="http://schemas.openxmlformats.org/officeDocument/2006/relationships/image" Target="../media/image2095.png"/><Relationship Id="rId183" Type="http://schemas.openxmlformats.org/officeDocument/2006/relationships/customXml" Target="../ink/ink2805.xml"/><Relationship Id="rId218" Type="http://schemas.openxmlformats.org/officeDocument/2006/relationships/image" Target="../media/image2125.png"/><Relationship Id="rId239" Type="http://schemas.openxmlformats.org/officeDocument/2006/relationships/customXml" Target="../ink/ink2833.xml"/><Relationship Id="rId250" Type="http://schemas.openxmlformats.org/officeDocument/2006/relationships/image" Target="../media/image2143.png"/><Relationship Id="rId271" Type="http://schemas.openxmlformats.org/officeDocument/2006/relationships/customXml" Target="../ink/ink2849.xml"/><Relationship Id="rId292" Type="http://schemas.openxmlformats.org/officeDocument/2006/relationships/image" Target="../media/image2166.png"/><Relationship Id="rId306" Type="http://schemas.openxmlformats.org/officeDocument/2006/relationships/image" Target="../media/image2174.png"/><Relationship Id="rId45" Type="http://schemas.openxmlformats.org/officeDocument/2006/relationships/customXml" Target="../ink/ink2736.xml"/><Relationship Id="rId66" Type="http://schemas.openxmlformats.org/officeDocument/2006/relationships/image" Target="../media/image4600.png"/><Relationship Id="rId87" Type="http://schemas.openxmlformats.org/officeDocument/2006/relationships/customXml" Target="../ink/ink2757.xml"/><Relationship Id="rId110" Type="http://schemas.openxmlformats.org/officeDocument/2006/relationships/image" Target="../media/image2067.png"/><Relationship Id="rId131" Type="http://schemas.openxmlformats.org/officeDocument/2006/relationships/customXml" Target="../ink/ink2779.xml"/><Relationship Id="rId152" Type="http://schemas.openxmlformats.org/officeDocument/2006/relationships/image" Target="../media/image2090.png"/><Relationship Id="rId173" Type="http://schemas.openxmlformats.org/officeDocument/2006/relationships/customXml" Target="../ink/ink2800.xml"/><Relationship Id="rId194" Type="http://schemas.openxmlformats.org/officeDocument/2006/relationships/image" Target="../media/image2112.png"/><Relationship Id="rId208" Type="http://schemas.openxmlformats.org/officeDocument/2006/relationships/image" Target="../media/image2119.png"/><Relationship Id="rId229" Type="http://schemas.openxmlformats.org/officeDocument/2006/relationships/customXml" Target="../ink/ink2828.xml"/><Relationship Id="rId240" Type="http://schemas.openxmlformats.org/officeDocument/2006/relationships/image" Target="../media/image2137.png"/><Relationship Id="rId261" Type="http://schemas.openxmlformats.org/officeDocument/2006/relationships/customXml" Target="../ink/ink2844.xml"/><Relationship Id="rId56" Type="http://schemas.openxmlformats.org/officeDocument/2006/relationships/image" Target="../media/image4550.png"/><Relationship Id="rId77" Type="http://schemas.openxmlformats.org/officeDocument/2006/relationships/customXml" Target="../ink/ink2752.xml"/><Relationship Id="rId100" Type="http://schemas.openxmlformats.org/officeDocument/2006/relationships/image" Target="../media/image2062.png"/><Relationship Id="rId282" Type="http://schemas.openxmlformats.org/officeDocument/2006/relationships/image" Target="../media/image2161.png"/><Relationship Id="rId317" Type="http://schemas.openxmlformats.org/officeDocument/2006/relationships/customXml" Target="../ink/ink2872.xml"/><Relationship Id="rId98" Type="http://schemas.openxmlformats.org/officeDocument/2006/relationships/image" Target="../media/image2061.png"/><Relationship Id="rId121" Type="http://schemas.openxmlformats.org/officeDocument/2006/relationships/customXml" Target="../ink/ink2774.xml"/><Relationship Id="rId142" Type="http://schemas.openxmlformats.org/officeDocument/2006/relationships/image" Target="../media/image2085.png"/><Relationship Id="rId163" Type="http://schemas.openxmlformats.org/officeDocument/2006/relationships/customXml" Target="../ink/ink2795.xml"/><Relationship Id="rId184" Type="http://schemas.openxmlformats.org/officeDocument/2006/relationships/image" Target="../media/image2106.png"/><Relationship Id="rId219" Type="http://schemas.openxmlformats.org/officeDocument/2006/relationships/customXml" Target="../ink/ink2823.xml"/><Relationship Id="rId230" Type="http://schemas.openxmlformats.org/officeDocument/2006/relationships/image" Target="../media/image2132.png"/><Relationship Id="rId251" Type="http://schemas.openxmlformats.org/officeDocument/2006/relationships/customXml" Target="../ink/ink2839.xml"/><Relationship Id="rId46" Type="http://schemas.openxmlformats.org/officeDocument/2006/relationships/image" Target="../media/image4500.png"/><Relationship Id="rId67" Type="http://schemas.openxmlformats.org/officeDocument/2006/relationships/customXml" Target="../ink/ink2747.xml"/><Relationship Id="rId272" Type="http://schemas.openxmlformats.org/officeDocument/2006/relationships/image" Target="../media/image2155.png"/><Relationship Id="rId293" Type="http://schemas.openxmlformats.org/officeDocument/2006/relationships/customXml" Target="../ink/ink2860.xml"/><Relationship Id="rId307" Type="http://schemas.openxmlformats.org/officeDocument/2006/relationships/customXml" Target="../ink/ink2867.xml"/><Relationship Id="rId88" Type="http://schemas.openxmlformats.org/officeDocument/2006/relationships/image" Target="../media/image4711.png"/><Relationship Id="rId111" Type="http://schemas.openxmlformats.org/officeDocument/2006/relationships/customXml" Target="../ink/ink2769.xml"/><Relationship Id="rId132" Type="http://schemas.openxmlformats.org/officeDocument/2006/relationships/image" Target="../media/image2079.png"/><Relationship Id="rId153" Type="http://schemas.openxmlformats.org/officeDocument/2006/relationships/customXml" Target="../ink/ink2790.xml"/><Relationship Id="rId174" Type="http://schemas.openxmlformats.org/officeDocument/2006/relationships/image" Target="../media/image2101.png"/><Relationship Id="rId195" Type="http://schemas.openxmlformats.org/officeDocument/2006/relationships/customXml" Target="../ink/ink2811.xml"/><Relationship Id="rId209" Type="http://schemas.openxmlformats.org/officeDocument/2006/relationships/customXml" Target="../ink/ink2818.xml"/><Relationship Id="rId220" Type="http://schemas.openxmlformats.org/officeDocument/2006/relationships/image" Target="../media/image2126.png"/><Relationship Id="rId241" Type="http://schemas.openxmlformats.org/officeDocument/2006/relationships/customXml" Target="../ink/ink2834.xml"/><Relationship Id="rId57" Type="http://schemas.openxmlformats.org/officeDocument/2006/relationships/customXml" Target="../ink/ink2742.xml"/><Relationship Id="rId262" Type="http://schemas.openxmlformats.org/officeDocument/2006/relationships/image" Target="../media/image2149.png"/><Relationship Id="rId283" Type="http://schemas.openxmlformats.org/officeDocument/2006/relationships/customXml" Target="../ink/ink2855.xml"/><Relationship Id="rId318" Type="http://schemas.openxmlformats.org/officeDocument/2006/relationships/image" Target="../media/image2181.png"/><Relationship Id="rId78" Type="http://schemas.openxmlformats.org/officeDocument/2006/relationships/image" Target="../media/image4660.png"/><Relationship Id="rId99" Type="http://schemas.openxmlformats.org/officeDocument/2006/relationships/customXml" Target="../ink/ink2763.xml"/><Relationship Id="rId101" Type="http://schemas.openxmlformats.org/officeDocument/2006/relationships/customXml" Target="../ink/ink2764.xml"/><Relationship Id="rId122" Type="http://schemas.openxmlformats.org/officeDocument/2006/relationships/image" Target="../media/image2074.png"/><Relationship Id="rId143" Type="http://schemas.openxmlformats.org/officeDocument/2006/relationships/customXml" Target="../ink/ink2785.xml"/><Relationship Id="rId164" Type="http://schemas.openxmlformats.org/officeDocument/2006/relationships/image" Target="../media/image2096.png"/><Relationship Id="rId185" Type="http://schemas.openxmlformats.org/officeDocument/2006/relationships/customXml" Target="../ink/ink2806.xml"/><Relationship Id="rId210" Type="http://schemas.openxmlformats.org/officeDocument/2006/relationships/image" Target="../media/image2121.png"/><Relationship Id="rId231" Type="http://schemas.openxmlformats.org/officeDocument/2006/relationships/customXml" Target="../ink/ink2829.xml"/><Relationship Id="rId252" Type="http://schemas.openxmlformats.org/officeDocument/2006/relationships/image" Target="../media/image2144.png"/><Relationship Id="rId273" Type="http://schemas.openxmlformats.org/officeDocument/2006/relationships/customXml" Target="../ink/ink2850.xml"/><Relationship Id="rId294" Type="http://schemas.openxmlformats.org/officeDocument/2006/relationships/image" Target="../media/image2167.png"/><Relationship Id="rId308" Type="http://schemas.openxmlformats.org/officeDocument/2006/relationships/image" Target="../media/image2175.png"/><Relationship Id="rId47" Type="http://schemas.openxmlformats.org/officeDocument/2006/relationships/customXml" Target="../ink/ink2737.xml"/><Relationship Id="rId68" Type="http://schemas.openxmlformats.org/officeDocument/2006/relationships/image" Target="../media/image4610.png"/><Relationship Id="rId89" Type="http://schemas.openxmlformats.org/officeDocument/2006/relationships/customXml" Target="../ink/ink2758.xml"/><Relationship Id="rId112" Type="http://schemas.openxmlformats.org/officeDocument/2006/relationships/image" Target="../media/image2068.png"/><Relationship Id="rId133" Type="http://schemas.openxmlformats.org/officeDocument/2006/relationships/customXml" Target="../ink/ink2780.xml"/><Relationship Id="rId154" Type="http://schemas.openxmlformats.org/officeDocument/2006/relationships/image" Target="../media/image2091.png"/><Relationship Id="rId175" Type="http://schemas.openxmlformats.org/officeDocument/2006/relationships/customXml" Target="../ink/ink2801.xml"/><Relationship Id="rId196" Type="http://schemas.openxmlformats.org/officeDocument/2006/relationships/image" Target="../media/image2113.png"/><Relationship Id="rId200" Type="http://schemas.openxmlformats.org/officeDocument/2006/relationships/image" Target="../media/image2115.png"/><Relationship Id="rId221" Type="http://schemas.openxmlformats.org/officeDocument/2006/relationships/customXml" Target="../ink/ink2824.xml"/><Relationship Id="rId242" Type="http://schemas.openxmlformats.org/officeDocument/2006/relationships/image" Target="../media/image2138.png"/><Relationship Id="rId263" Type="http://schemas.openxmlformats.org/officeDocument/2006/relationships/customXml" Target="../ink/ink2845.xml"/><Relationship Id="rId284" Type="http://schemas.openxmlformats.org/officeDocument/2006/relationships/image" Target="../media/image2162.png"/><Relationship Id="rId319" Type="http://schemas.openxmlformats.org/officeDocument/2006/relationships/customXml" Target="../ink/ink2873.xml"/><Relationship Id="rId58" Type="http://schemas.openxmlformats.org/officeDocument/2006/relationships/image" Target="../media/image4560.png"/><Relationship Id="rId79" Type="http://schemas.openxmlformats.org/officeDocument/2006/relationships/customXml" Target="../ink/ink2753.xml"/><Relationship Id="rId102" Type="http://schemas.openxmlformats.org/officeDocument/2006/relationships/image" Target="../media/image2063.png"/><Relationship Id="rId123" Type="http://schemas.openxmlformats.org/officeDocument/2006/relationships/customXml" Target="../ink/ink2775.xml"/><Relationship Id="rId144" Type="http://schemas.openxmlformats.org/officeDocument/2006/relationships/image" Target="../media/image2086.png"/><Relationship Id="rId90" Type="http://schemas.openxmlformats.org/officeDocument/2006/relationships/image" Target="../media/image2056.png"/><Relationship Id="rId165" Type="http://schemas.openxmlformats.org/officeDocument/2006/relationships/customXml" Target="../ink/ink2796.xml"/><Relationship Id="rId186" Type="http://schemas.openxmlformats.org/officeDocument/2006/relationships/image" Target="../media/image2107.png"/><Relationship Id="rId211" Type="http://schemas.openxmlformats.org/officeDocument/2006/relationships/customXml" Target="../ink/ink2819.xml"/><Relationship Id="rId232" Type="http://schemas.openxmlformats.org/officeDocument/2006/relationships/image" Target="../media/image2133.png"/><Relationship Id="rId253" Type="http://schemas.openxmlformats.org/officeDocument/2006/relationships/customXml" Target="../ink/ink2840.xml"/><Relationship Id="rId274" Type="http://schemas.openxmlformats.org/officeDocument/2006/relationships/image" Target="../media/image2156.png"/><Relationship Id="rId295" Type="http://schemas.openxmlformats.org/officeDocument/2006/relationships/customXml" Target="../ink/ink2861.xml"/><Relationship Id="rId309" Type="http://schemas.openxmlformats.org/officeDocument/2006/relationships/customXml" Target="../ink/ink2868.xml"/><Relationship Id="rId48" Type="http://schemas.openxmlformats.org/officeDocument/2006/relationships/image" Target="../media/image4510.png"/><Relationship Id="rId69" Type="http://schemas.openxmlformats.org/officeDocument/2006/relationships/customXml" Target="../ink/ink2748.xml"/><Relationship Id="rId113" Type="http://schemas.openxmlformats.org/officeDocument/2006/relationships/customXml" Target="../ink/ink2770.xml"/><Relationship Id="rId134" Type="http://schemas.openxmlformats.org/officeDocument/2006/relationships/image" Target="../media/image2081.png"/><Relationship Id="rId320" Type="http://schemas.openxmlformats.org/officeDocument/2006/relationships/image" Target="../media/image2182.png"/><Relationship Id="rId80" Type="http://schemas.openxmlformats.org/officeDocument/2006/relationships/image" Target="../media/image4670.png"/><Relationship Id="rId155" Type="http://schemas.openxmlformats.org/officeDocument/2006/relationships/customXml" Target="../ink/ink2791.xml"/><Relationship Id="rId176" Type="http://schemas.openxmlformats.org/officeDocument/2006/relationships/image" Target="../media/image2102.png"/><Relationship Id="rId197" Type="http://schemas.openxmlformats.org/officeDocument/2006/relationships/customXml" Target="../ink/ink2812.xml"/><Relationship Id="rId201" Type="http://schemas.openxmlformats.org/officeDocument/2006/relationships/customXml" Target="../ink/ink2814.xml"/><Relationship Id="rId222" Type="http://schemas.openxmlformats.org/officeDocument/2006/relationships/image" Target="../media/image2127.png"/><Relationship Id="rId243" Type="http://schemas.openxmlformats.org/officeDocument/2006/relationships/customXml" Target="../ink/ink2835.xml"/><Relationship Id="rId264" Type="http://schemas.openxmlformats.org/officeDocument/2006/relationships/image" Target="../media/image2151.png"/><Relationship Id="rId285" Type="http://schemas.openxmlformats.org/officeDocument/2006/relationships/customXml" Target="../ink/ink2856.xml"/><Relationship Id="rId59" Type="http://schemas.openxmlformats.org/officeDocument/2006/relationships/customXml" Target="../ink/ink2743.xml"/><Relationship Id="rId103" Type="http://schemas.openxmlformats.org/officeDocument/2006/relationships/customXml" Target="../ink/ink2765.xml"/><Relationship Id="rId124" Type="http://schemas.openxmlformats.org/officeDocument/2006/relationships/image" Target="../media/image2075.png"/><Relationship Id="rId310" Type="http://schemas.openxmlformats.org/officeDocument/2006/relationships/image" Target="../media/image2176.png"/><Relationship Id="rId70" Type="http://schemas.openxmlformats.org/officeDocument/2006/relationships/image" Target="../media/image4620.png"/><Relationship Id="rId91" Type="http://schemas.openxmlformats.org/officeDocument/2006/relationships/customXml" Target="../ink/ink2759.xml"/><Relationship Id="rId145" Type="http://schemas.openxmlformats.org/officeDocument/2006/relationships/customXml" Target="../ink/ink2786.xml"/><Relationship Id="rId166" Type="http://schemas.openxmlformats.org/officeDocument/2006/relationships/image" Target="../media/image2097.png"/><Relationship Id="rId187" Type="http://schemas.openxmlformats.org/officeDocument/2006/relationships/customXml" Target="../ink/ink28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122.png"/><Relationship Id="rId233" Type="http://schemas.openxmlformats.org/officeDocument/2006/relationships/customXml" Target="../ink/ink2830.xml"/><Relationship Id="rId254" Type="http://schemas.openxmlformats.org/officeDocument/2006/relationships/image" Target="../media/image2145.png"/><Relationship Id="rId49" Type="http://schemas.openxmlformats.org/officeDocument/2006/relationships/customXml" Target="../ink/ink2738.xml"/><Relationship Id="rId114" Type="http://schemas.openxmlformats.org/officeDocument/2006/relationships/image" Target="../media/image2069.png"/><Relationship Id="rId275" Type="http://schemas.openxmlformats.org/officeDocument/2006/relationships/customXml" Target="../ink/ink2851.xml"/><Relationship Id="rId296" Type="http://schemas.openxmlformats.org/officeDocument/2006/relationships/image" Target="../media/image2168.png"/><Relationship Id="rId300" Type="http://schemas.openxmlformats.org/officeDocument/2006/relationships/image" Target="../media/image2171.png"/><Relationship Id="rId60" Type="http://schemas.openxmlformats.org/officeDocument/2006/relationships/image" Target="../media/image4570.png"/><Relationship Id="rId81" Type="http://schemas.openxmlformats.org/officeDocument/2006/relationships/customXml" Target="../ink/ink2754.xml"/><Relationship Id="rId135" Type="http://schemas.openxmlformats.org/officeDocument/2006/relationships/customXml" Target="../ink/ink2781.xml"/><Relationship Id="rId156" Type="http://schemas.openxmlformats.org/officeDocument/2006/relationships/image" Target="../media/image2092.png"/><Relationship Id="rId177" Type="http://schemas.openxmlformats.org/officeDocument/2006/relationships/customXml" Target="../ink/ink2802.xml"/><Relationship Id="rId198" Type="http://schemas.openxmlformats.org/officeDocument/2006/relationships/image" Target="../media/image2114.png"/><Relationship Id="rId321" Type="http://schemas.openxmlformats.org/officeDocument/2006/relationships/customXml" Target="../ink/ink2874.xml"/><Relationship Id="rId202" Type="http://schemas.openxmlformats.org/officeDocument/2006/relationships/image" Target="../media/image2116.png"/><Relationship Id="rId223" Type="http://schemas.openxmlformats.org/officeDocument/2006/relationships/customXml" Target="../ink/ink2825.xml"/><Relationship Id="rId244" Type="http://schemas.openxmlformats.org/officeDocument/2006/relationships/image" Target="../media/image2139.png"/><Relationship Id="rId265" Type="http://schemas.openxmlformats.org/officeDocument/2006/relationships/customXml" Target="../ink/ink2846.xml"/><Relationship Id="rId286" Type="http://schemas.openxmlformats.org/officeDocument/2006/relationships/image" Target="../media/image2163.png"/><Relationship Id="rId50" Type="http://schemas.openxmlformats.org/officeDocument/2006/relationships/image" Target="../media/image4520.png"/><Relationship Id="rId104" Type="http://schemas.openxmlformats.org/officeDocument/2006/relationships/image" Target="../media/image2064.png"/><Relationship Id="rId125" Type="http://schemas.openxmlformats.org/officeDocument/2006/relationships/customXml" Target="../ink/ink2776.xml"/><Relationship Id="rId146" Type="http://schemas.openxmlformats.org/officeDocument/2006/relationships/image" Target="../media/image2087.png"/><Relationship Id="rId167" Type="http://schemas.openxmlformats.org/officeDocument/2006/relationships/customXml" Target="../ink/ink2797.xml"/><Relationship Id="rId188" Type="http://schemas.openxmlformats.org/officeDocument/2006/relationships/image" Target="../media/image2108.png"/><Relationship Id="rId311" Type="http://schemas.openxmlformats.org/officeDocument/2006/relationships/customXml" Target="../ink/ink2869.xml"/><Relationship Id="rId71" Type="http://schemas.openxmlformats.org/officeDocument/2006/relationships/customXml" Target="../ink/ink2749.xml"/><Relationship Id="rId92" Type="http://schemas.openxmlformats.org/officeDocument/2006/relationships/image" Target="../media/image2057.png"/><Relationship Id="rId213" Type="http://schemas.openxmlformats.org/officeDocument/2006/relationships/customXml" Target="../ink/ink2820.xml"/><Relationship Id="rId234" Type="http://schemas.openxmlformats.org/officeDocument/2006/relationships/image" Target="../media/image2134.png"/><Relationship Id="rId2" Type="http://schemas.openxmlformats.org/officeDocument/2006/relationships/image" Target="../media/image2053.png"/><Relationship Id="rId255" Type="http://schemas.openxmlformats.org/officeDocument/2006/relationships/customXml" Target="../ink/ink2841.xml"/><Relationship Id="rId276" Type="http://schemas.openxmlformats.org/officeDocument/2006/relationships/image" Target="../media/image2157.png"/><Relationship Id="rId297" Type="http://schemas.openxmlformats.org/officeDocument/2006/relationships/customXml" Target="../ink/ink2862.xml"/><Relationship Id="rId40" Type="http://schemas.openxmlformats.org/officeDocument/2006/relationships/image" Target="../media/image4470.png"/><Relationship Id="rId115" Type="http://schemas.openxmlformats.org/officeDocument/2006/relationships/customXml" Target="../ink/ink2771.xml"/><Relationship Id="rId136" Type="http://schemas.openxmlformats.org/officeDocument/2006/relationships/image" Target="../media/image2082.png"/><Relationship Id="rId157" Type="http://schemas.openxmlformats.org/officeDocument/2006/relationships/customXml" Target="../ink/ink2792.xml"/><Relationship Id="rId178" Type="http://schemas.openxmlformats.org/officeDocument/2006/relationships/image" Target="../media/image2103.png"/><Relationship Id="rId301" Type="http://schemas.openxmlformats.org/officeDocument/2006/relationships/customXml" Target="../ink/ink2864.xml"/><Relationship Id="rId322" Type="http://schemas.openxmlformats.org/officeDocument/2006/relationships/image" Target="../media/image2183.png"/><Relationship Id="rId61" Type="http://schemas.openxmlformats.org/officeDocument/2006/relationships/customXml" Target="../ink/ink2744.xml"/><Relationship Id="rId82" Type="http://schemas.openxmlformats.org/officeDocument/2006/relationships/image" Target="../media/image4680.png"/><Relationship Id="rId199" Type="http://schemas.openxmlformats.org/officeDocument/2006/relationships/customXml" Target="../ink/ink2813.xml"/><Relationship Id="rId203" Type="http://schemas.openxmlformats.org/officeDocument/2006/relationships/customXml" Target="../ink/ink2815.xml"/><Relationship Id="rId224" Type="http://schemas.openxmlformats.org/officeDocument/2006/relationships/image" Target="../media/image2128.png"/><Relationship Id="rId245" Type="http://schemas.openxmlformats.org/officeDocument/2006/relationships/customXml" Target="../ink/ink2836.xml"/><Relationship Id="rId266" Type="http://schemas.openxmlformats.org/officeDocument/2006/relationships/image" Target="../media/image2152.png"/><Relationship Id="rId287" Type="http://schemas.openxmlformats.org/officeDocument/2006/relationships/customXml" Target="../ink/ink2857.xml"/><Relationship Id="rId105" Type="http://schemas.openxmlformats.org/officeDocument/2006/relationships/customXml" Target="../ink/ink2766.xml"/><Relationship Id="rId126" Type="http://schemas.openxmlformats.org/officeDocument/2006/relationships/image" Target="../media/image2076.png"/><Relationship Id="rId147" Type="http://schemas.openxmlformats.org/officeDocument/2006/relationships/customXml" Target="../ink/ink2787.xml"/><Relationship Id="rId168" Type="http://schemas.openxmlformats.org/officeDocument/2006/relationships/image" Target="../media/image2098.png"/><Relationship Id="rId312" Type="http://schemas.openxmlformats.org/officeDocument/2006/relationships/image" Target="../media/image2177.png"/><Relationship Id="rId51" Type="http://schemas.openxmlformats.org/officeDocument/2006/relationships/customXml" Target="../ink/ink2739.xml"/><Relationship Id="rId72" Type="http://schemas.openxmlformats.org/officeDocument/2006/relationships/image" Target="../media/image4630.png"/><Relationship Id="rId93" Type="http://schemas.openxmlformats.org/officeDocument/2006/relationships/customXml" Target="../ink/ink2760.xml"/><Relationship Id="rId189" Type="http://schemas.openxmlformats.org/officeDocument/2006/relationships/customXml" Target="../ink/ink2808.xml"/><Relationship Id="rId3" Type="http://schemas.openxmlformats.org/officeDocument/2006/relationships/image" Target="../media/image2054.png"/><Relationship Id="rId214" Type="http://schemas.openxmlformats.org/officeDocument/2006/relationships/image" Target="../media/image2123.png"/><Relationship Id="rId235" Type="http://schemas.openxmlformats.org/officeDocument/2006/relationships/customXml" Target="../ink/ink2831.xml"/><Relationship Id="rId256" Type="http://schemas.openxmlformats.org/officeDocument/2006/relationships/image" Target="../media/image2146.png"/><Relationship Id="rId277" Type="http://schemas.openxmlformats.org/officeDocument/2006/relationships/customXml" Target="../ink/ink2852.xml"/><Relationship Id="rId298" Type="http://schemas.openxmlformats.org/officeDocument/2006/relationships/image" Target="../media/image2169.png"/><Relationship Id="rId116" Type="http://schemas.openxmlformats.org/officeDocument/2006/relationships/image" Target="../media/image2071.png"/><Relationship Id="rId137" Type="http://schemas.openxmlformats.org/officeDocument/2006/relationships/customXml" Target="../ink/ink2782.xml"/><Relationship Id="rId158" Type="http://schemas.openxmlformats.org/officeDocument/2006/relationships/image" Target="../media/image2093.png"/><Relationship Id="rId302" Type="http://schemas.openxmlformats.org/officeDocument/2006/relationships/image" Target="../media/image2172.png"/><Relationship Id="rId323" Type="http://schemas.openxmlformats.org/officeDocument/2006/relationships/customXml" Target="../ink/ink2875.xml"/><Relationship Id="rId41" Type="http://schemas.openxmlformats.org/officeDocument/2006/relationships/customXml" Target="../ink/ink2734.xml"/><Relationship Id="rId62" Type="http://schemas.openxmlformats.org/officeDocument/2006/relationships/image" Target="../media/image4580.png"/><Relationship Id="rId83" Type="http://schemas.openxmlformats.org/officeDocument/2006/relationships/customXml" Target="../ink/ink2755.xml"/><Relationship Id="rId179" Type="http://schemas.openxmlformats.org/officeDocument/2006/relationships/customXml" Target="../ink/ink2803.xml"/><Relationship Id="rId190" Type="http://schemas.openxmlformats.org/officeDocument/2006/relationships/image" Target="../media/image2109.png"/><Relationship Id="rId204" Type="http://schemas.openxmlformats.org/officeDocument/2006/relationships/image" Target="../media/image2117.png"/><Relationship Id="rId225" Type="http://schemas.openxmlformats.org/officeDocument/2006/relationships/customXml" Target="../ink/ink2826.xml"/><Relationship Id="rId246" Type="http://schemas.openxmlformats.org/officeDocument/2006/relationships/image" Target="../media/image2141.png"/><Relationship Id="rId267" Type="http://schemas.openxmlformats.org/officeDocument/2006/relationships/customXml" Target="../ink/ink2847.xml"/><Relationship Id="rId288" Type="http://schemas.openxmlformats.org/officeDocument/2006/relationships/image" Target="../media/image2164.png"/><Relationship Id="rId106" Type="http://schemas.openxmlformats.org/officeDocument/2006/relationships/image" Target="../media/image2065.png"/><Relationship Id="rId127" Type="http://schemas.openxmlformats.org/officeDocument/2006/relationships/customXml" Target="../ink/ink2777.xml"/><Relationship Id="rId313" Type="http://schemas.openxmlformats.org/officeDocument/2006/relationships/customXml" Target="../ink/ink2870.xml"/><Relationship Id="rId52" Type="http://schemas.openxmlformats.org/officeDocument/2006/relationships/image" Target="../media/image4530.png"/><Relationship Id="rId73" Type="http://schemas.openxmlformats.org/officeDocument/2006/relationships/customXml" Target="../ink/ink2750.xml"/><Relationship Id="rId94" Type="http://schemas.openxmlformats.org/officeDocument/2006/relationships/image" Target="../media/image2058.png"/><Relationship Id="rId148" Type="http://schemas.openxmlformats.org/officeDocument/2006/relationships/image" Target="../media/image2088.png"/><Relationship Id="rId169" Type="http://schemas.openxmlformats.org/officeDocument/2006/relationships/customXml" Target="../ink/ink2798.xml"/><Relationship Id="rId4" Type="http://schemas.openxmlformats.org/officeDocument/2006/relationships/image" Target="../media/image2055.png"/><Relationship Id="rId180" Type="http://schemas.openxmlformats.org/officeDocument/2006/relationships/image" Target="../media/image2104.png"/><Relationship Id="rId215" Type="http://schemas.openxmlformats.org/officeDocument/2006/relationships/customXml" Target="../ink/ink2821.xml"/><Relationship Id="rId236" Type="http://schemas.openxmlformats.org/officeDocument/2006/relationships/image" Target="../media/image2135.png"/><Relationship Id="rId257" Type="http://schemas.openxmlformats.org/officeDocument/2006/relationships/customXml" Target="../ink/ink2842.xml"/><Relationship Id="rId278" Type="http://schemas.openxmlformats.org/officeDocument/2006/relationships/image" Target="../media/image2158.png"/><Relationship Id="rId303" Type="http://schemas.openxmlformats.org/officeDocument/2006/relationships/customXml" Target="../ink/ink2865.xml"/><Relationship Id="rId42" Type="http://schemas.openxmlformats.org/officeDocument/2006/relationships/image" Target="../media/image4480.png"/><Relationship Id="rId84" Type="http://schemas.openxmlformats.org/officeDocument/2006/relationships/image" Target="../media/image4690.png"/><Relationship Id="rId138" Type="http://schemas.openxmlformats.org/officeDocument/2006/relationships/image" Target="../media/image2083.png"/><Relationship Id="rId191" Type="http://schemas.openxmlformats.org/officeDocument/2006/relationships/customXml" Target="../ink/ink2809.xml"/><Relationship Id="rId205" Type="http://schemas.openxmlformats.org/officeDocument/2006/relationships/customXml" Target="../ink/ink2816.xml"/><Relationship Id="rId247" Type="http://schemas.openxmlformats.org/officeDocument/2006/relationships/customXml" Target="../ink/ink2837.xml"/><Relationship Id="rId107" Type="http://schemas.openxmlformats.org/officeDocument/2006/relationships/customXml" Target="../ink/ink2767.xml"/><Relationship Id="rId289" Type="http://schemas.openxmlformats.org/officeDocument/2006/relationships/customXml" Target="../ink/ink2858.xml"/><Relationship Id="rId53" Type="http://schemas.openxmlformats.org/officeDocument/2006/relationships/customXml" Target="../ink/ink2740.xml"/><Relationship Id="rId149" Type="http://schemas.openxmlformats.org/officeDocument/2006/relationships/customXml" Target="../ink/ink2788.xml"/><Relationship Id="rId314" Type="http://schemas.openxmlformats.org/officeDocument/2006/relationships/image" Target="../media/image2178.png"/><Relationship Id="rId95" Type="http://schemas.openxmlformats.org/officeDocument/2006/relationships/customXml" Target="../ink/ink2761.xml"/><Relationship Id="rId160" Type="http://schemas.openxmlformats.org/officeDocument/2006/relationships/image" Target="../media/image2094.png"/><Relationship Id="rId216" Type="http://schemas.openxmlformats.org/officeDocument/2006/relationships/image" Target="../media/image2124.png"/><Relationship Id="rId258" Type="http://schemas.openxmlformats.org/officeDocument/2006/relationships/image" Target="../media/image2147.png"/><Relationship Id="rId64" Type="http://schemas.openxmlformats.org/officeDocument/2006/relationships/image" Target="../media/image4590.png"/><Relationship Id="rId118" Type="http://schemas.openxmlformats.org/officeDocument/2006/relationships/image" Target="../media/image2072.png"/><Relationship Id="rId325" Type="http://schemas.openxmlformats.org/officeDocument/2006/relationships/customXml" Target="../ink/ink2876.xml"/><Relationship Id="rId171" Type="http://schemas.openxmlformats.org/officeDocument/2006/relationships/customXml" Target="../ink/ink2799.xml"/><Relationship Id="rId227" Type="http://schemas.openxmlformats.org/officeDocument/2006/relationships/customXml" Target="../ink/ink28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934.xml"/><Relationship Id="rId21" Type="http://schemas.openxmlformats.org/officeDocument/2006/relationships/customXml" Target="../ink/ink2886.xml"/><Relationship Id="rId42" Type="http://schemas.openxmlformats.org/officeDocument/2006/relationships/image" Target="../media/image4950.png"/><Relationship Id="rId63" Type="http://schemas.openxmlformats.org/officeDocument/2006/relationships/customXml" Target="../ink/ink2907.xml"/><Relationship Id="rId84" Type="http://schemas.openxmlformats.org/officeDocument/2006/relationships/image" Target="../media/image5160.png"/><Relationship Id="rId138" Type="http://schemas.openxmlformats.org/officeDocument/2006/relationships/image" Target="../media/image5430.png"/><Relationship Id="rId159" Type="http://schemas.openxmlformats.org/officeDocument/2006/relationships/customXml" Target="../ink/ink2955.xml"/><Relationship Id="rId170" Type="http://schemas.openxmlformats.org/officeDocument/2006/relationships/image" Target="../media/image5590.png"/><Relationship Id="rId107" Type="http://schemas.openxmlformats.org/officeDocument/2006/relationships/customXml" Target="../ink/ink2929.xml"/><Relationship Id="rId11" Type="http://schemas.openxmlformats.org/officeDocument/2006/relationships/customXml" Target="../ink/ink2881.xml"/><Relationship Id="rId32" Type="http://schemas.openxmlformats.org/officeDocument/2006/relationships/image" Target="../media/image4900.png"/><Relationship Id="rId53" Type="http://schemas.openxmlformats.org/officeDocument/2006/relationships/customXml" Target="../ink/ink2902.xml"/><Relationship Id="rId74" Type="http://schemas.openxmlformats.org/officeDocument/2006/relationships/image" Target="../media/image5111.png"/><Relationship Id="rId128" Type="http://schemas.openxmlformats.org/officeDocument/2006/relationships/image" Target="../media/image5380.png"/><Relationship Id="rId149" Type="http://schemas.openxmlformats.org/officeDocument/2006/relationships/customXml" Target="../ink/ink2950.xml"/><Relationship Id="rId5" Type="http://schemas.openxmlformats.org/officeDocument/2006/relationships/customXml" Target="../ink/ink2878.xml"/><Relationship Id="rId95" Type="http://schemas.openxmlformats.org/officeDocument/2006/relationships/customXml" Target="../ink/ink2923.xml"/><Relationship Id="rId160" Type="http://schemas.openxmlformats.org/officeDocument/2006/relationships/image" Target="../media/image5540.png"/><Relationship Id="rId181" Type="http://schemas.openxmlformats.org/officeDocument/2006/relationships/customXml" Target="../ink/ink2966.xml"/><Relationship Id="rId22" Type="http://schemas.openxmlformats.org/officeDocument/2006/relationships/image" Target="../media/image4850.png"/><Relationship Id="rId43" Type="http://schemas.openxmlformats.org/officeDocument/2006/relationships/customXml" Target="../ink/ink2897.xml"/><Relationship Id="rId64" Type="http://schemas.openxmlformats.org/officeDocument/2006/relationships/image" Target="../media/image5060.png"/><Relationship Id="rId118" Type="http://schemas.openxmlformats.org/officeDocument/2006/relationships/image" Target="../media/image5330.png"/><Relationship Id="rId139" Type="http://schemas.openxmlformats.org/officeDocument/2006/relationships/customXml" Target="../ink/ink2945.xml"/><Relationship Id="rId85" Type="http://schemas.openxmlformats.org/officeDocument/2006/relationships/customXml" Target="../ink/ink2918.xml"/><Relationship Id="rId150" Type="http://schemas.openxmlformats.org/officeDocument/2006/relationships/image" Target="../media/image5490.png"/><Relationship Id="rId171" Type="http://schemas.openxmlformats.org/officeDocument/2006/relationships/customXml" Target="../ink/ink2961.xml"/><Relationship Id="rId12" Type="http://schemas.openxmlformats.org/officeDocument/2006/relationships/image" Target="../media/image4800.png"/><Relationship Id="rId33" Type="http://schemas.openxmlformats.org/officeDocument/2006/relationships/customXml" Target="../ink/ink2892.xml"/><Relationship Id="rId108" Type="http://schemas.openxmlformats.org/officeDocument/2006/relationships/image" Target="../media/image5280.png"/><Relationship Id="rId129" Type="http://schemas.openxmlformats.org/officeDocument/2006/relationships/customXml" Target="../ink/ink2940.xml"/><Relationship Id="rId54" Type="http://schemas.openxmlformats.org/officeDocument/2006/relationships/image" Target="../media/image5011.png"/><Relationship Id="rId75" Type="http://schemas.openxmlformats.org/officeDocument/2006/relationships/customXml" Target="../ink/ink2913.xml"/><Relationship Id="rId96" Type="http://schemas.openxmlformats.org/officeDocument/2006/relationships/image" Target="../media/image5220.png"/><Relationship Id="rId140" Type="http://schemas.openxmlformats.org/officeDocument/2006/relationships/image" Target="../media/image5440.png"/><Relationship Id="rId161" Type="http://schemas.openxmlformats.org/officeDocument/2006/relationships/customXml" Target="../ink/ink2956.xml"/><Relationship Id="rId182" Type="http://schemas.openxmlformats.org/officeDocument/2006/relationships/image" Target="../media/image5650.png"/><Relationship Id="rId6" Type="http://schemas.openxmlformats.org/officeDocument/2006/relationships/image" Target="../media/image4770.png"/><Relationship Id="rId23" Type="http://schemas.openxmlformats.org/officeDocument/2006/relationships/customXml" Target="../ink/ink2887.xml"/><Relationship Id="rId119" Type="http://schemas.openxmlformats.org/officeDocument/2006/relationships/customXml" Target="../ink/ink2935.xml"/><Relationship Id="rId44" Type="http://schemas.openxmlformats.org/officeDocument/2006/relationships/image" Target="../media/image4960.png"/><Relationship Id="rId65" Type="http://schemas.openxmlformats.org/officeDocument/2006/relationships/customXml" Target="../ink/ink2908.xml"/><Relationship Id="rId86" Type="http://schemas.openxmlformats.org/officeDocument/2006/relationships/image" Target="../media/image5170.png"/><Relationship Id="rId130" Type="http://schemas.openxmlformats.org/officeDocument/2006/relationships/image" Target="../media/image5390.png"/><Relationship Id="rId151" Type="http://schemas.openxmlformats.org/officeDocument/2006/relationships/customXml" Target="../ink/ink2951.xml"/><Relationship Id="rId172" Type="http://schemas.openxmlformats.org/officeDocument/2006/relationships/image" Target="../media/image5600.png"/><Relationship Id="rId13" Type="http://schemas.openxmlformats.org/officeDocument/2006/relationships/customXml" Target="../ink/ink2882.xml"/><Relationship Id="rId18" Type="http://schemas.openxmlformats.org/officeDocument/2006/relationships/image" Target="../media/image4830.png"/><Relationship Id="rId39" Type="http://schemas.openxmlformats.org/officeDocument/2006/relationships/customXml" Target="../ink/ink2895.xml"/><Relationship Id="rId109" Type="http://schemas.openxmlformats.org/officeDocument/2006/relationships/customXml" Target="../ink/ink2930.xml"/><Relationship Id="rId34" Type="http://schemas.openxmlformats.org/officeDocument/2006/relationships/image" Target="../media/image4911.png"/><Relationship Id="rId50" Type="http://schemas.openxmlformats.org/officeDocument/2006/relationships/image" Target="../media/image4990.png"/><Relationship Id="rId55" Type="http://schemas.openxmlformats.org/officeDocument/2006/relationships/customXml" Target="../ink/ink2903.xml"/><Relationship Id="rId76" Type="http://schemas.openxmlformats.org/officeDocument/2006/relationships/image" Target="../media/image5120.png"/><Relationship Id="rId97" Type="http://schemas.openxmlformats.org/officeDocument/2006/relationships/customXml" Target="../ink/ink2924.xml"/><Relationship Id="rId104" Type="http://schemas.openxmlformats.org/officeDocument/2006/relationships/image" Target="../media/image5260.png"/><Relationship Id="rId120" Type="http://schemas.openxmlformats.org/officeDocument/2006/relationships/image" Target="../media/image5340.png"/><Relationship Id="rId125" Type="http://schemas.openxmlformats.org/officeDocument/2006/relationships/customXml" Target="../ink/ink2938.xml"/><Relationship Id="rId141" Type="http://schemas.openxmlformats.org/officeDocument/2006/relationships/customXml" Target="../ink/ink2946.xml"/><Relationship Id="rId146" Type="http://schemas.openxmlformats.org/officeDocument/2006/relationships/image" Target="../media/image5470.png"/><Relationship Id="rId167" Type="http://schemas.openxmlformats.org/officeDocument/2006/relationships/customXml" Target="../ink/ink2959.xml"/><Relationship Id="rId7" Type="http://schemas.openxmlformats.org/officeDocument/2006/relationships/customXml" Target="../ink/ink2879.xml"/><Relationship Id="rId71" Type="http://schemas.openxmlformats.org/officeDocument/2006/relationships/customXml" Target="../ink/ink2911.xml"/><Relationship Id="rId92" Type="http://schemas.openxmlformats.org/officeDocument/2006/relationships/image" Target="../media/image5200.png"/><Relationship Id="rId162" Type="http://schemas.openxmlformats.org/officeDocument/2006/relationships/image" Target="../media/image5550.png"/><Relationship Id="rId183" Type="http://schemas.openxmlformats.org/officeDocument/2006/relationships/customXml" Target="../ink/ink2967.xml"/><Relationship Id="rId2" Type="http://schemas.openxmlformats.org/officeDocument/2006/relationships/image" Target="../media/image2189.png"/><Relationship Id="rId29" Type="http://schemas.openxmlformats.org/officeDocument/2006/relationships/customXml" Target="../ink/ink2890.xml"/><Relationship Id="rId24" Type="http://schemas.openxmlformats.org/officeDocument/2006/relationships/image" Target="../media/image4860.png"/><Relationship Id="rId40" Type="http://schemas.openxmlformats.org/officeDocument/2006/relationships/image" Target="../media/image4940.png"/><Relationship Id="rId45" Type="http://schemas.openxmlformats.org/officeDocument/2006/relationships/customXml" Target="../ink/ink2898.xml"/><Relationship Id="rId66" Type="http://schemas.openxmlformats.org/officeDocument/2006/relationships/image" Target="../media/image5070.png"/><Relationship Id="rId87" Type="http://schemas.openxmlformats.org/officeDocument/2006/relationships/customXml" Target="../ink/ink2919.xml"/><Relationship Id="rId110" Type="http://schemas.openxmlformats.org/officeDocument/2006/relationships/image" Target="../media/image5290.png"/><Relationship Id="rId115" Type="http://schemas.openxmlformats.org/officeDocument/2006/relationships/customXml" Target="../ink/ink2933.xml"/><Relationship Id="rId131" Type="http://schemas.openxmlformats.org/officeDocument/2006/relationships/customXml" Target="../ink/ink2941.xml"/><Relationship Id="rId136" Type="http://schemas.openxmlformats.org/officeDocument/2006/relationships/image" Target="../media/image5420.png"/><Relationship Id="rId157" Type="http://schemas.openxmlformats.org/officeDocument/2006/relationships/customXml" Target="../ink/ink2954.xml"/><Relationship Id="rId178" Type="http://schemas.openxmlformats.org/officeDocument/2006/relationships/image" Target="../media/image5630.png"/><Relationship Id="rId61" Type="http://schemas.openxmlformats.org/officeDocument/2006/relationships/customXml" Target="../ink/ink2906.xml"/><Relationship Id="rId82" Type="http://schemas.openxmlformats.org/officeDocument/2006/relationships/image" Target="../media/image5150.png"/><Relationship Id="rId152" Type="http://schemas.openxmlformats.org/officeDocument/2006/relationships/image" Target="../media/image5500.png"/><Relationship Id="rId173" Type="http://schemas.openxmlformats.org/officeDocument/2006/relationships/customXml" Target="../ink/ink2962.xml"/><Relationship Id="rId19" Type="http://schemas.openxmlformats.org/officeDocument/2006/relationships/customXml" Target="../ink/ink2885.xml"/><Relationship Id="rId14" Type="http://schemas.openxmlformats.org/officeDocument/2006/relationships/image" Target="../media/image4811.png"/><Relationship Id="rId30" Type="http://schemas.openxmlformats.org/officeDocument/2006/relationships/image" Target="../media/image4890.png"/><Relationship Id="rId35" Type="http://schemas.openxmlformats.org/officeDocument/2006/relationships/customXml" Target="../ink/ink2893.xml"/><Relationship Id="rId56" Type="http://schemas.openxmlformats.org/officeDocument/2006/relationships/image" Target="../media/image5020.png"/><Relationship Id="rId77" Type="http://schemas.openxmlformats.org/officeDocument/2006/relationships/customXml" Target="../ink/ink2914.xml"/><Relationship Id="rId100" Type="http://schemas.openxmlformats.org/officeDocument/2006/relationships/image" Target="../media/image5240.png"/><Relationship Id="rId105" Type="http://schemas.openxmlformats.org/officeDocument/2006/relationships/customXml" Target="../ink/ink2928.xml"/><Relationship Id="rId126" Type="http://schemas.openxmlformats.org/officeDocument/2006/relationships/image" Target="../media/image5370.png"/><Relationship Id="rId147" Type="http://schemas.openxmlformats.org/officeDocument/2006/relationships/customXml" Target="../ink/ink2949.xml"/><Relationship Id="rId168" Type="http://schemas.openxmlformats.org/officeDocument/2006/relationships/image" Target="../media/image5580.png"/><Relationship Id="rId8" Type="http://schemas.openxmlformats.org/officeDocument/2006/relationships/image" Target="../media/image4780.png"/><Relationship Id="rId51" Type="http://schemas.openxmlformats.org/officeDocument/2006/relationships/customXml" Target="../ink/ink2901.xml"/><Relationship Id="rId72" Type="http://schemas.openxmlformats.org/officeDocument/2006/relationships/image" Target="../media/image5100.png"/><Relationship Id="rId93" Type="http://schemas.openxmlformats.org/officeDocument/2006/relationships/customXml" Target="../ink/ink2922.xml"/><Relationship Id="rId98" Type="http://schemas.openxmlformats.org/officeDocument/2006/relationships/image" Target="../media/image5230.png"/><Relationship Id="rId121" Type="http://schemas.openxmlformats.org/officeDocument/2006/relationships/customXml" Target="../ink/ink2936.xml"/><Relationship Id="rId142" Type="http://schemas.openxmlformats.org/officeDocument/2006/relationships/image" Target="../media/image5450.png"/><Relationship Id="rId163" Type="http://schemas.openxmlformats.org/officeDocument/2006/relationships/customXml" Target="../ink/ink2957.xml"/><Relationship Id="rId184" Type="http://schemas.openxmlformats.org/officeDocument/2006/relationships/image" Target="../media/image5660.png"/><Relationship Id="rId3" Type="http://schemas.openxmlformats.org/officeDocument/2006/relationships/customXml" Target="../ink/ink2877.xml"/><Relationship Id="rId25" Type="http://schemas.openxmlformats.org/officeDocument/2006/relationships/customXml" Target="../ink/ink2888.xml"/><Relationship Id="rId46" Type="http://schemas.openxmlformats.org/officeDocument/2006/relationships/image" Target="../media/image4970.png"/><Relationship Id="rId67" Type="http://schemas.openxmlformats.org/officeDocument/2006/relationships/customXml" Target="../ink/ink2909.xml"/><Relationship Id="rId116" Type="http://schemas.openxmlformats.org/officeDocument/2006/relationships/image" Target="../media/image5320.png"/><Relationship Id="rId137" Type="http://schemas.openxmlformats.org/officeDocument/2006/relationships/customXml" Target="../ink/ink2944.xml"/><Relationship Id="rId158" Type="http://schemas.openxmlformats.org/officeDocument/2006/relationships/image" Target="../media/image5530.png"/><Relationship Id="rId20" Type="http://schemas.openxmlformats.org/officeDocument/2006/relationships/image" Target="../media/image4840.png"/><Relationship Id="rId41" Type="http://schemas.openxmlformats.org/officeDocument/2006/relationships/customXml" Target="../ink/ink2896.xml"/><Relationship Id="rId62" Type="http://schemas.openxmlformats.org/officeDocument/2006/relationships/image" Target="../media/image5050.png"/><Relationship Id="rId83" Type="http://schemas.openxmlformats.org/officeDocument/2006/relationships/customXml" Target="../ink/ink2917.xml"/><Relationship Id="rId88" Type="http://schemas.openxmlformats.org/officeDocument/2006/relationships/image" Target="../media/image5180.png"/><Relationship Id="rId111" Type="http://schemas.openxmlformats.org/officeDocument/2006/relationships/customXml" Target="../ink/ink2931.xml"/><Relationship Id="rId132" Type="http://schemas.openxmlformats.org/officeDocument/2006/relationships/image" Target="../media/image5400.png"/><Relationship Id="rId153" Type="http://schemas.openxmlformats.org/officeDocument/2006/relationships/customXml" Target="../ink/ink2952.xml"/><Relationship Id="rId174" Type="http://schemas.openxmlformats.org/officeDocument/2006/relationships/image" Target="../media/image5611.png"/><Relationship Id="rId179" Type="http://schemas.openxmlformats.org/officeDocument/2006/relationships/customXml" Target="../ink/ink2965.xml"/><Relationship Id="rId15" Type="http://schemas.openxmlformats.org/officeDocument/2006/relationships/customXml" Target="../ink/ink2883.xml"/><Relationship Id="rId36" Type="http://schemas.openxmlformats.org/officeDocument/2006/relationships/image" Target="../media/image4920.png"/><Relationship Id="rId57" Type="http://schemas.openxmlformats.org/officeDocument/2006/relationships/customXml" Target="../ink/ink2904.xml"/><Relationship Id="rId106" Type="http://schemas.openxmlformats.org/officeDocument/2006/relationships/image" Target="../media/image5270.png"/><Relationship Id="rId127" Type="http://schemas.openxmlformats.org/officeDocument/2006/relationships/customXml" Target="../ink/ink2939.xml"/><Relationship Id="rId10" Type="http://schemas.openxmlformats.org/officeDocument/2006/relationships/image" Target="../media/image4790.png"/><Relationship Id="rId31" Type="http://schemas.openxmlformats.org/officeDocument/2006/relationships/customXml" Target="../ink/ink2891.xml"/><Relationship Id="rId52" Type="http://schemas.openxmlformats.org/officeDocument/2006/relationships/image" Target="../media/image5000.png"/><Relationship Id="rId73" Type="http://schemas.openxmlformats.org/officeDocument/2006/relationships/customXml" Target="../ink/ink2912.xml"/><Relationship Id="rId78" Type="http://schemas.openxmlformats.org/officeDocument/2006/relationships/image" Target="../media/image5130.png"/><Relationship Id="rId94" Type="http://schemas.openxmlformats.org/officeDocument/2006/relationships/image" Target="../media/image5211.png"/><Relationship Id="rId99" Type="http://schemas.openxmlformats.org/officeDocument/2006/relationships/customXml" Target="../ink/ink2925.xml"/><Relationship Id="rId101" Type="http://schemas.openxmlformats.org/officeDocument/2006/relationships/customXml" Target="../ink/ink2926.xml"/><Relationship Id="rId122" Type="http://schemas.openxmlformats.org/officeDocument/2006/relationships/image" Target="../media/image5350.png"/><Relationship Id="rId143" Type="http://schemas.openxmlformats.org/officeDocument/2006/relationships/customXml" Target="../ink/ink2947.xml"/><Relationship Id="rId148" Type="http://schemas.openxmlformats.org/officeDocument/2006/relationships/image" Target="../media/image5480.png"/><Relationship Id="rId164" Type="http://schemas.openxmlformats.org/officeDocument/2006/relationships/image" Target="../media/image5560.png"/><Relationship Id="rId169" Type="http://schemas.openxmlformats.org/officeDocument/2006/relationships/customXml" Target="../ink/ink2960.xml"/><Relationship Id="rId185" Type="http://schemas.openxmlformats.org/officeDocument/2006/relationships/customXml" Target="../ink/ink2968.xml"/><Relationship Id="rId4" Type="http://schemas.openxmlformats.org/officeDocument/2006/relationships/image" Target="../media/image4760.png"/><Relationship Id="rId9" Type="http://schemas.openxmlformats.org/officeDocument/2006/relationships/customXml" Target="../ink/ink2880.xml"/><Relationship Id="rId180" Type="http://schemas.openxmlformats.org/officeDocument/2006/relationships/image" Target="../media/image5640.png"/><Relationship Id="rId26" Type="http://schemas.openxmlformats.org/officeDocument/2006/relationships/image" Target="../media/image4870.png"/><Relationship Id="rId47" Type="http://schemas.openxmlformats.org/officeDocument/2006/relationships/customXml" Target="../ink/ink2899.xml"/><Relationship Id="rId68" Type="http://schemas.openxmlformats.org/officeDocument/2006/relationships/image" Target="../media/image5080.png"/><Relationship Id="rId89" Type="http://schemas.openxmlformats.org/officeDocument/2006/relationships/customXml" Target="../ink/ink2920.xml"/><Relationship Id="rId112" Type="http://schemas.openxmlformats.org/officeDocument/2006/relationships/image" Target="../media/image5300.png"/><Relationship Id="rId133" Type="http://schemas.openxmlformats.org/officeDocument/2006/relationships/customXml" Target="../ink/ink2942.xml"/><Relationship Id="rId154" Type="http://schemas.openxmlformats.org/officeDocument/2006/relationships/image" Target="../media/image5511.png"/><Relationship Id="rId175" Type="http://schemas.openxmlformats.org/officeDocument/2006/relationships/customXml" Target="../ink/ink2963.xml"/><Relationship Id="rId16" Type="http://schemas.openxmlformats.org/officeDocument/2006/relationships/image" Target="../media/image4820.png"/><Relationship Id="rId37" Type="http://schemas.openxmlformats.org/officeDocument/2006/relationships/customXml" Target="../ink/ink2894.xml"/><Relationship Id="rId58" Type="http://schemas.openxmlformats.org/officeDocument/2006/relationships/image" Target="../media/image5030.png"/><Relationship Id="rId79" Type="http://schemas.openxmlformats.org/officeDocument/2006/relationships/customXml" Target="../ink/ink2915.xml"/><Relationship Id="rId102" Type="http://schemas.openxmlformats.org/officeDocument/2006/relationships/image" Target="../media/image5250.png"/><Relationship Id="rId123" Type="http://schemas.openxmlformats.org/officeDocument/2006/relationships/customXml" Target="../ink/ink2937.xml"/><Relationship Id="rId144" Type="http://schemas.openxmlformats.org/officeDocument/2006/relationships/image" Target="../media/image5460.png"/><Relationship Id="rId90" Type="http://schemas.openxmlformats.org/officeDocument/2006/relationships/image" Target="../media/image5190.png"/><Relationship Id="rId165" Type="http://schemas.openxmlformats.org/officeDocument/2006/relationships/customXml" Target="../ink/ink2958.xml"/><Relationship Id="rId186" Type="http://schemas.openxmlformats.org/officeDocument/2006/relationships/image" Target="../media/image5670.png"/><Relationship Id="rId27" Type="http://schemas.openxmlformats.org/officeDocument/2006/relationships/customXml" Target="../ink/ink2889.xml"/><Relationship Id="rId48" Type="http://schemas.openxmlformats.org/officeDocument/2006/relationships/image" Target="../media/image4980.png"/><Relationship Id="rId69" Type="http://schemas.openxmlformats.org/officeDocument/2006/relationships/customXml" Target="../ink/ink2910.xml"/><Relationship Id="rId113" Type="http://schemas.openxmlformats.org/officeDocument/2006/relationships/customXml" Target="../ink/ink2932.xml"/><Relationship Id="rId134" Type="http://schemas.openxmlformats.org/officeDocument/2006/relationships/image" Target="../media/image5411.png"/><Relationship Id="rId80" Type="http://schemas.openxmlformats.org/officeDocument/2006/relationships/image" Target="../media/image5140.png"/><Relationship Id="rId155" Type="http://schemas.openxmlformats.org/officeDocument/2006/relationships/customXml" Target="../ink/ink2953.xml"/><Relationship Id="rId176" Type="http://schemas.openxmlformats.org/officeDocument/2006/relationships/image" Target="../media/image5620.png"/><Relationship Id="rId17" Type="http://schemas.openxmlformats.org/officeDocument/2006/relationships/customXml" Target="../ink/ink2884.xml"/><Relationship Id="rId38" Type="http://schemas.openxmlformats.org/officeDocument/2006/relationships/image" Target="../media/image4930.png"/><Relationship Id="rId59" Type="http://schemas.openxmlformats.org/officeDocument/2006/relationships/customXml" Target="../ink/ink2905.xml"/><Relationship Id="rId103" Type="http://schemas.openxmlformats.org/officeDocument/2006/relationships/customXml" Target="../ink/ink2927.xml"/><Relationship Id="rId124" Type="http://schemas.openxmlformats.org/officeDocument/2006/relationships/image" Target="../media/image5360.png"/><Relationship Id="rId70" Type="http://schemas.openxmlformats.org/officeDocument/2006/relationships/image" Target="../media/image5090.png"/><Relationship Id="rId91" Type="http://schemas.openxmlformats.org/officeDocument/2006/relationships/customXml" Target="../ink/ink2921.xml"/><Relationship Id="rId145" Type="http://schemas.openxmlformats.org/officeDocument/2006/relationships/customXml" Target="../ink/ink2948.xml"/><Relationship Id="rId166" Type="http://schemas.openxmlformats.org/officeDocument/2006/relationships/image" Target="../media/image5570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4880.png"/><Relationship Id="rId49" Type="http://schemas.openxmlformats.org/officeDocument/2006/relationships/customXml" Target="../ink/ink2900.xml"/><Relationship Id="rId114" Type="http://schemas.openxmlformats.org/officeDocument/2006/relationships/image" Target="../media/image5311.png"/><Relationship Id="rId60" Type="http://schemas.openxmlformats.org/officeDocument/2006/relationships/image" Target="../media/image5040.png"/><Relationship Id="rId81" Type="http://schemas.openxmlformats.org/officeDocument/2006/relationships/customXml" Target="../ink/ink2916.xml"/><Relationship Id="rId135" Type="http://schemas.openxmlformats.org/officeDocument/2006/relationships/customXml" Target="../ink/ink2943.xml"/><Relationship Id="rId156" Type="http://schemas.openxmlformats.org/officeDocument/2006/relationships/image" Target="../media/image5520.png"/><Relationship Id="rId177" Type="http://schemas.openxmlformats.org/officeDocument/2006/relationships/customXml" Target="../ink/ink296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2.png"/><Relationship Id="rId2" Type="http://schemas.openxmlformats.org/officeDocument/2006/relationships/image" Target="../media/image219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4.png"/><Relationship Id="rId2" Type="http://schemas.openxmlformats.org/officeDocument/2006/relationships/image" Target="../media/image219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81.xml"/><Relationship Id="rId21" Type="http://schemas.openxmlformats.org/officeDocument/2006/relationships/image" Target="../media/image2206.png"/><Relationship Id="rId42" Type="http://schemas.openxmlformats.org/officeDocument/2006/relationships/customXml" Target="../ink/ink2989.xml"/><Relationship Id="rId47" Type="http://schemas.openxmlformats.org/officeDocument/2006/relationships/image" Target="../media/image2221.png"/><Relationship Id="rId63" Type="http://schemas.openxmlformats.org/officeDocument/2006/relationships/image" Target="../media/image2229.png"/><Relationship Id="rId68" Type="http://schemas.openxmlformats.org/officeDocument/2006/relationships/customXml" Target="../ink/ink3002.xml"/><Relationship Id="rId2" Type="http://schemas.openxmlformats.org/officeDocument/2006/relationships/customXml" Target="../ink/ink2969.xml"/><Relationship Id="rId16" Type="http://schemas.openxmlformats.org/officeDocument/2006/relationships/customXml" Target="../ink/ink2976.xml"/><Relationship Id="rId29" Type="http://schemas.openxmlformats.org/officeDocument/2006/relationships/image" Target="../media/image2211.png"/><Relationship Id="rId11" Type="http://schemas.openxmlformats.org/officeDocument/2006/relationships/image" Target="../media/image2201.png"/><Relationship Id="rId24" Type="http://schemas.openxmlformats.org/officeDocument/2006/relationships/customXml" Target="../ink/ink2980.xml"/><Relationship Id="rId32" Type="http://schemas.openxmlformats.org/officeDocument/2006/relationships/customXml" Target="../ink/ink2984.xml"/><Relationship Id="rId37" Type="http://schemas.openxmlformats.org/officeDocument/2006/relationships/image" Target="../media/image2215.png"/><Relationship Id="rId40" Type="http://schemas.openxmlformats.org/officeDocument/2006/relationships/customXml" Target="../ink/ink2988.xml"/><Relationship Id="rId45" Type="http://schemas.openxmlformats.org/officeDocument/2006/relationships/image" Target="../media/image2219.png"/><Relationship Id="rId53" Type="http://schemas.openxmlformats.org/officeDocument/2006/relationships/image" Target="../media/image2224.png"/><Relationship Id="rId58" Type="http://schemas.openxmlformats.org/officeDocument/2006/relationships/customXml" Target="../ink/ink2997.xml"/><Relationship Id="rId66" Type="http://schemas.openxmlformats.org/officeDocument/2006/relationships/customXml" Target="../ink/ink3001.xml"/><Relationship Id="rId5" Type="http://schemas.openxmlformats.org/officeDocument/2006/relationships/image" Target="../media/image2197.png"/><Relationship Id="rId61" Type="http://schemas.openxmlformats.org/officeDocument/2006/relationships/image" Target="../media/image2228.png"/><Relationship Id="rId19" Type="http://schemas.openxmlformats.org/officeDocument/2006/relationships/image" Target="../media/image2205.png"/><Relationship Id="rId14" Type="http://schemas.openxmlformats.org/officeDocument/2006/relationships/customXml" Target="../ink/ink2975.xml"/><Relationship Id="rId22" Type="http://schemas.openxmlformats.org/officeDocument/2006/relationships/customXml" Target="../ink/ink2979.xml"/><Relationship Id="rId27" Type="http://schemas.openxmlformats.org/officeDocument/2006/relationships/image" Target="../media/image2209.png"/><Relationship Id="rId30" Type="http://schemas.openxmlformats.org/officeDocument/2006/relationships/customXml" Target="../ink/ink2983.xml"/><Relationship Id="rId35" Type="http://schemas.openxmlformats.org/officeDocument/2006/relationships/image" Target="../media/image2214.png"/><Relationship Id="rId43" Type="http://schemas.openxmlformats.org/officeDocument/2006/relationships/image" Target="../media/image2218.png"/><Relationship Id="rId48" Type="http://schemas.openxmlformats.org/officeDocument/2006/relationships/customXml" Target="../ink/ink2992.xml"/><Relationship Id="rId56" Type="http://schemas.openxmlformats.org/officeDocument/2006/relationships/customXml" Target="../ink/ink2996.xml"/><Relationship Id="rId64" Type="http://schemas.openxmlformats.org/officeDocument/2006/relationships/customXml" Target="../ink/ink3000.xml"/><Relationship Id="rId69" Type="http://schemas.openxmlformats.org/officeDocument/2006/relationships/image" Target="../media/image2233.png"/><Relationship Id="rId8" Type="http://schemas.openxmlformats.org/officeDocument/2006/relationships/customXml" Target="../ink/ink2972.xml"/><Relationship Id="rId51" Type="http://schemas.openxmlformats.org/officeDocument/2006/relationships/image" Target="../media/image2223.png"/><Relationship Id="rId72" Type="http://schemas.openxmlformats.org/officeDocument/2006/relationships/customXml" Target="../ink/ink3004.xml"/><Relationship Id="rId3" Type="http://schemas.openxmlformats.org/officeDocument/2006/relationships/image" Target="../media/image2196.png"/><Relationship Id="rId12" Type="http://schemas.openxmlformats.org/officeDocument/2006/relationships/customXml" Target="../ink/ink2974.xml"/><Relationship Id="rId17" Type="http://schemas.openxmlformats.org/officeDocument/2006/relationships/image" Target="../media/image2204.png"/><Relationship Id="rId25" Type="http://schemas.openxmlformats.org/officeDocument/2006/relationships/image" Target="../media/image2208.png"/><Relationship Id="rId33" Type="http://schemas.openxmlformats.org/officeDocument/2006/relationships/image" Target="../media/image2213.png"/><Relationship Id="rId38" Type="http://schemas.openxmlformats.org/officeDocument/2006/relationships/customXml" Target="../ink/ink2987.xml"/><Relationship Id="rId46" Type="http://schemas.openxmlformats.org/officeDocument/2006/relationships/customXml" Target="../ink/ink2991.xml"/><Relationship Id="rId59" Type="http://schemas.openxmlformats.org/officeDocument/2006/relationships/image" Target="../media/image2227.png"/><Relationship Id="rId67" Type="http://schemas.openxmlformats.org/officeDocument/2006/relationships/image" Target="../media/image2232.png"/><Relationship Id="rId20" Type="http://schemas.openxmlformats.org/officeDocument/2006/relationships/customXml" Target="../ink/ink2978.xml"/><Relationship Id="rId41" Type="http://schemas.openxmlformats.org/officeDocument/2006/relationships/image" Target="../media/image2217.png"/><Relationship Id="rId54" Type="http://schemas.openxmlformats.org/officeDocument/2006/relationships/customXml" Target="../ink/ink2995.xml"/><Relationship Id="rId62" Type="http://schemas.openxmlformats.org/officeDocument/2006/relationships/customXml" Target="../ink/ink2999.xml"/><Relationship Id="rId70" Type="http://schemas.openxmlformats.org/officeDocument/2006/relationships/customXml" Target="../ink/ink30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71.xml"/><Relationship Id="rId15" Type="http://schemas.openxmlformats.org/officeDocument/2006/relationships/image" Target="../media/image2203.png"/><Relationship Id="rId23" Type="http://schemas.openxmlformats.org/officeDocument/2006/relationships/image" Target="../media/image2207.png"/><Relationship Id="rId28" Type="http://schemas.openxmlformats.org/officeDocument/2006/relationships/customXml" Target="../ink/ink2982.xml"/><Relationship Id="rId36" Type="http://schemas.openxmlformats.org/officeDocument/2006/relationships/customXml" Target="../ink/ink2986.xml"/><Relationship Id="rId49" Type="http://schemas.openxmlformats.org/officeDocument/2006/relationships/image" Target="../media/image2222.png"/><Relationship Id="rId57" Type="http://schemas.openxmlformats.org/officeDocument/2006/relationships/image" Target="../media/image2226.png"/><Relationship Id="rId10" Type="http://schemas.openxmlformats.org/officeDocument/2006/relationships/customXml" Target="../ink/ink2973.xml"/><Relationship Id="rId31" Type="http://schemas.openxmlformats.org/officeDocument/2006/relationships/image" Target="../media/image2212.png"/><Relationship Id="rId44" Type="http://schemas.openxmlformats.org/officeDocument/2006/relationships/customXml" Target="../ink/ink2990.xml"/><Relationship Id="rId52" Type="http://schemas.openxmlformats.org/officeDocument/2006/relationships/customXml" Target="../ink/ink2994.xml"/><Relationship Id="rId60" Type="http://schemas.openxmlformats.org/officeDocument/2006/relationships/customXml" Target="../ink/ink2998.xml"/><Relationship Id="rId65" Type="http://schemas.openxmlformats.org/officeDocument/2006/relationships/image" Target="../media/image2231.png"/><Relationship Id="rId73" Type="http://schemas.openxmlformats.org/officeDocument/2006/relationships/image" Target="../media/image2235.png"/><Relationship Id="rId4" Type="http://schemas.openxmlformats.org/officeDocument/2006/relationships/customXml" Target="../ink/ink2970.xml"/><Relationship Id="rId9" Type="http://schemas.openxmlformats.org/officeDocument/2006/relationships/image" Target="../media/image2199.png"/><Relationship Id="rId13" Type="http://schemas.openxmlformats.org/officeDocument/2006/relationships/image" Target="../media/image2202.png"/><Relationship Id="rId18" Type="http://schemas.openxmlformats.org/officeDocument/2006/relationships/customXml" Target="../ink/ink2977.xml"/><Relationship Id="rId39" Type="http://schemas.openxmlformats.org/officeDocument/2006/relationships/image" Target="../media/image2216.png"/><Relationship Id="rId34" Type="http://schemas.openxmlformats.org/officeDocument/2006/relationships/customXml" Target="../ink/ink2985.xml"/><Relationship Id="rId50" Type="http://schemas.openxmlformats.org/officeDocument/2006/relationships/customXml" Target="../ink/ink2993.xml"/><Relationship Id="rId55" Type="http://schemas.openxmlformats.org/officeDocument/2006/relationships/image" Target="../media/image2225.png"/><Relationship Id="rId7" Type="http://schemas.openxmlformats.org/officeDocument/2006/relationships/image" Target="../media/image2198.png"/><Relationship Id="rId71" Type="http://schemas.openxmlformats.org/officeDocument/2006/relationships/image" Target="../media/image2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13</a:t>
            </a:r>
          </a:p>
          <a:p>
            <a:r>
              <a:rPr lang="en-US" sz="2800" dirty="0">
                <a:latin typeface="PT Sans" panose="020B0503020203020204" pitchFamily="34" charset="0"/>
              </a:rPr>
              <a:t>Sensors 1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F62A-5953-9048-8A91-6B9C085B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sensor?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3115-5FF6-CC25-C76E-AB0AEE944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1F35FC-9C2C-9A0F-82A0-2C11AD9B5A45}"/>
              </a:ext>
            </a:extLst>
          </p:cNvPr>
          <p:cNvGrpSpPr/>
          <p:nvPr/>
        </p:nvGrpSpPr>
        <p:grpSpPr>
          <a:xfrm>
            <a:off x="1903661" y="1044632"/>
            <a:ext cx="3940200" cy="1551960"/>
            <a:chOff x="1903661" y="1044632"/>
            <a:chExt cx="3940200" cy="15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001DEC-111B-DA5F-F318-B4BE2E06FF92}"/>
                    </a:ext>
                  </a:extLst>
                </p14:cNvPr>
                <p14:cNvContentPartPr/>
                <p14:nvPr/>
              </p14:nvContentPartPr>
              <p14:xfrm>
                <a:off x="1917341" y="1044632"/>
                <a:ext cx="86760" cy="1522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001DEC-111B-DA5F-F318-B4BE2E06FF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11221" y="1038512"/>
                  <a:ext cx="99000" cy="15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83FF50-0094-DBA8-AB2C-DF4ABF993483}"/>
                    </a:ext>
                  </a:extLst>
                </p14:cNvPr>
                <p14:cNvContentPartPr/>
                <p14:nvPr/>
              </p14:nvContentPartPr>
              <p14:xfrm>
                <a:off x="1903661" y="2528912"/>
                <a:ext cx="3186000" cy="6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83FF50-0094-DBA8-AB2C-DF4ABF9934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7541" y="2522792"/>
                  <a:ext cx="3198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C9123C-0543-E05E-C2E5-216F3015195E}"/>
                    </a:ext>
                  </a:extLst>
                </p14:cNvPr>
                <p14:cNvContentPartPr/>
                <p14:nvPr/>
              </p14:nvContentPartPr>
              <p14:xfrm>
                <a:off x="2093741" y="1275032"/>
                <a:ext cx="3750120" cy="880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C9123C-0543-E05E-C2E5-216F301519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57741" y="1239392"/>
                  <a:ext cx="3821760" cy="9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CC2CD0-8839-EA02-DE07-DD6FE5BD701C}"/>
              </a:ext>
            </a:extLst>
          </p:cNvPr>
          <p:cNvGrpSpPr/>
          <p:nvPr/>
        </p:nvGrpSpPr>
        <p:grpSpPr>
          <a:xfrm>
            <a:off x="6150722" y="1081638"/>
            <a:ext cx="1977480" cy="3018600"/>
            <a:chOff x="6150722" y="1081638"/>
            <a:chExt cx="1977480" cy="30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805E8F-99B3-D0C8-823A-C5ED13BC3B13}"/>
                    </a:ext>
                  </a:extLst>
                </p14:cNvPr>
                <p14:cNvContentPartPr/>
                <p14:nvPr/>
              </p14:nvContentPartPr>
              <p14:xfrm>
                <a:off x="6882962" y="1745478"/>
                <a:ext cx="500760" cy="28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805E8F-99B3-D0C8-823A-C5ED13BC3B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78642" y="1741158"/>
                  <a:ext cx="509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293F65-5FF1-3C07-1B87-D77945763BC0}"/>
                    </a:ext>
                  </a:extLst>
                </p14:cNvPr>
                <p14:cNvContentPartPr/>
                <p14:nvPr/>
              </p14:nvContentPartPr>
              <p14:xfrm>
                <a:off x="6855962" y="1776078"/>
                <a:ext cx="23400" cy="2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293F65-5FF1-3C07-1B87-D77945763B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51642" y="1771758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2FC188-1D2A-ABD2-E052-BB9FABFA6A29}"/>
                    </a:ext>
                  </a:extLst>
                </p14:cNvPr>
                <p14:cNvContentPartPr/>
                <p14:nvPr/>
              </p14:nvContentPartPr>
              <p14:xfrm>
                <a:off x="6814922" y="1781118"/>
                <a:ext cx="522000" cy="3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2FC188-1D2A-ABD2-E052-BB9FABFA6A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96922" y="1763478"/>
                  <a:ext cx="557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656A80-7D50-DD58-7FE8-3C6EC2196F4D}"/>
                    </a:ext>
                  </a:extLst>
                </p14:cNvPr>
                <p14:cNvContentPartPr/>
                <p14:nvPr/>
              </p14:nvContentPartPr>
              <p14:xfrm>
                <a:off x="6826082" y="1794078"/>
                <a:ext cx="364680" cy="357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656A80-7D50-DD58-7FE8-3C6EC2196F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08442" y="1776438"/>
                  <a:ext cx="4003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F9AA4A-4246-C662-5AFF-669334D7101A}"/>
                    </a:ext>
                  </a:extLst>
                </p14:cNvPr>
                <p14:cNvContentPartPr/>
                <p14:nvPr/>
              </p14:nvContentPartPr>
              <p14:xfrm>
                <a:off x="7213082" y="1787238"/>
                <a:ext cx="213120" cy="346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F9AA4A-4246-C662-5AFF-669334D710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95442" y="1769238"/>
                  <a:ext cx="2487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D7ABEA-57B3-7179-88C4-6FE91E8D5960}"/>
                    </a:ext>
                  </a:extLst>
                </p14:cNvPr>
                <p14:cNvContentPartPr/>
                <p14:nvPr/>
              </p14:nvContentPartPr>
              <p14:xfrm>
                <a:off x="7233242" y="2144718"/>
                <a:ext cx="73080" cy="61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D7ABEA-57B3-7179-88C4-6FE91E8D59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15602" y="2127078"/>
                  <a:ext cx="10872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0551E5-F193-D36C-A9E2-49151FC94317}"/>
                    </a:ext>
                  </a:extLst>
                </p14:cNvPr>
                <p14:cNvContentPartPr/>
                <p14:nvPr/>
              </p14:nvContentPartPr>
              <p14:xfrm>
                <a:off x="7125602" y="1132398"/>
                <a:ext cx="34200" cy="570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0551E5-F193-D36C-A9E2-49151FC943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7962" y="1114398"/>
                  <a:ext cx="698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EC15BC-DB32-F7C4-ECD9-98B40CC1DE73}"/>
                    </a:ext>
                  </a:extLst>
                </p14:cNvPr>
                <p14:cNvContentPartPr/>
                <p14:nvPr/>
              </p14:nvContentPartPr>
              <p14:xfrm>
                <a:off x="7224962" y="2800998"/>
                <a:ext cx="140040" cy="372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EC15BC-DB32-F7C4-ECD9-98B40CC1DE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06962" y="2783358"/>
                  <a:ext cx="1756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BB50364-0110-EFB4-BE26-55F0CFA2ED8D}"/>
                    </a:ext>
                  </a:extLst>
                </p14:cNvPr>
                <p14:cNvContentPartPr/>
                <p14:nvPr/>
              </p14:nvContentPartPr>
              <p14:xfrm>
                <a:off x="7343042" y="3213918"/>
                <a:ext cx="163080" cy="682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BB50364-0110-EFB4-BE26-55F0CFA2ED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25042" y="3195918"/>
                  <a:ext cx="19872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C0A219-6636-F60B-5D4B-C6D4AF1E50B9}"/>
                    </a:ext>
                  </a:extLst>
                </p14:cNvPr>
                <p14:cNvContentPartPr/>
                <p14:nvPr/>
              </p14:nvContentPartPr>
              <p14:xfrm>
                <a:off x="7706282" y="2010438"/>
                <a:ext cx="16200" cy="11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C0A219-6636-F60B-5D4B-C6D4AF1E50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88642" y="1992798"/>
                  <a:ext cx="51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FA85E0-4F7E-4CA7-D088-0A651C7A7250}"/>
                    </a:ext>
                  </a:extLst>
                </p14:cNvPr>
                <p14:cNvContentPartPr/>
                <p14:nvPr/>
              </p14:nvContentPartPr>
              <p14:xfrm>
                <a:off x="7627802" y="1850958"/>
                <a:ext cx="348480" cy="21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FA85E0-4F7E-4CA7-D088-0A651C7A725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10162" y="1832958"/>
                  <a:ext cx="38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4849FA-B7FE-7984-3A68-72EA23102931}"/>
                    </a:ext>
                  </a:extLst>
                </p14:cNvPr>
                <p14:cNvContentPartPr/>
                <p14:nvPr/>
              </p14:nvContentPartPr>
              <p14:xfrm>
                <a:off x="7825802" y="1825758"/>
                <a:ext cx="154080" cy="140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4849FA-B7FE-7984-3A68-72EA231029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07802" y="1807758"/>
                  <a:ext cx="189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BC849F-1FC1-65F4-DB13-55BE681E94CA}"/>
                    </a:ext>
                  </a:extLst>
                </p14:cNvPr>
                <p14:cNvContentPartPr/>
                <p14:nvPr/>
              </p14:nvContentPartPr>
              <p14:xfrm>
                <a:off x="7805642" y="2071998"/>
                <a:ext cx="309600" cy="28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BC849F-1FC1-65F4-DB13-55BE681E94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87642" y="2053998"/>
                  <a:ext cx="345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A29076-F2D7-56CC-2FF8-D1B5020A0D2D}"/>
                    </a:ext>
                  </a:extLst>
                </p14:cNvPr>
                <p14:cNvContentPartPr/>
                <p14:nvPr/>
              </p14:nvContentPartPr>
              <p14:xfrm>
                <a:off x="7983842" y="2082798"/>
                <a:ext cx="144360" cy="147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A29076-F2D7-56CC-2FF8-D1B5020A0D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66202" y="2064798"/>
                  <a:ext cx="180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EC59C6-CD33-4F22-A293-73A50DE5016B}"/>
                    </a:ext>
                  </a:extLst>
                </p14:cNvPr>
                <p14:cNvContentPartPr/>
                <p14:nvPr/>
              </p14:nvContentPartPr>
              <p14:xfrm>
                <a:off x="7057922" y="2150118"/>
                <a:ext cx="289800" cy="1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EC59C6-CD33-4F22-A293-73A50DE5016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40282" y="2132118"/>
                  <a:ext cx="325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C02D9F-406B-0F83-7BF3-669522E64CF6}"/>
                    </a:ext>
                  </a:extLst>
                </p14:cNvPr>
                <p14:cNvContentPartPr/>
                <p14:nvPr/>
              </p14:nvContentPartPr>
              <p14:xfrm>
                <a:off x="6442322" y="1081638"/>
                <a:ext cx="741600" cy="68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C02D9F-406B-0F83-7BF3-669522E64C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4322" y="1063998"/>
                  <a:ext cx="777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38B487-8448-BF15-3C33-F82B7BDA6CC1}"/>
                    </a:ext>
                  </a:extLst>
                </p14:cNvPr>
                <p14:cNvContentPartPr/>
                <p14:nvPr/>
              </p14:nvContentPartPr>
              <p14:xfrm>
                <a:off x="6361322" y="1153278"/>
                <a:ext cx="87120" cy="1062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38B487-8448-BF15-3C33-F82B7BDA6CC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43682" y="1135278"/>
                  <a:ext cx="122760" cy="10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6C3A6F-0009-8CEB-578F-AE47D0C52025}"/>
                    </a:ext>
                  </a:extLst>
                </p14:cNvPr>
                <p14:cNvContentPartPr/>
                <p14:nvPr/>
              </p14:nvContentPartPr>
              <p14:xfrm>
                <a:off x="6150722" y="2170278"/>
                <a:ext cx="636120" cy="7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6C3A6F-0009-8CEB-578F-AE47D0C520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33082" y="2152638"/>
                  <a:ext cx="671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D86A1E-464B-16C8-F4CE-1E6A22F20E58}"/>
                    </a:ext>
                  </a:extLst>
                </p14:cNvPr>
                <p14:cNvContentPartPr/>
                <p14:nvPr/>
              </p14:nvContentPartPr>
              <p14:xfrm>
                <a:off x="6435842" y="2365038"/>
                <a:ext cx="123480" cy="2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D86A1E-464B-16C8-F4CE-1E6A22F20E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18202" y="2347398"/>
                  <a:ext cx="1591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A7D0A1-1446-1DB0-C22C-EA24D6909245}"/>
                    </a:ext>
                  </a:extLst>
                </p14:cNvPr>
                <p14:cNvContentPartPr/>
                <p14:nvPr/>
              </p14:nvContentPartPr>
              <p14:xfrm>
                <a:off x="6508562" y="2390598"/>
                <a:ext cx="257040" cy="1709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A7D0A1-1446-1DB0-C22C-EA24D690924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90562" y="2372958"/>
                  <a:ext cx="292680" cy="17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3F9C8C-5E39-E115-9EFD-B045E588AA5E}"/>
                    </a:ext>
                  </a:extLst>
                </p14:cNvPr>
                <p14:cNvContentPartPr/>
                <p14:nvPr/>
              </p14:nvContentPartPr>
              <p14:xfrm>
                <a:off x="6747242" y="3970998"/>
                <a:ext cx="830520" cy="10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3F9C8C-5E39-E115-9EFD-B045E588AA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29242" y="3953358"/>
                  <a:ext cx="866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BCACC6-A616-64EE-EEA5-A1D51032E576}"/>
                    </a:ext>
                  </a:extLst>
                </p14:cNvPr>
                <p14:cNvContentPartPr/>
                <p14:nvPr/>
              </p14:nvContentPartPr>
              <p14:xfrm>
                <a:off x="7564082" y="3898278"/>
                <a:ext cx="2160" cy="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BCACC6-A616-64EE-EEA5-A1D51032E5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6082" y="3880638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B4CC10-608C-FD7E-5202-0F4F6C590C0C}"/>
              </a:ext>
            </a:extLst>
          </p:cNvPr>
          <p:cNvGrpSpPr/>
          <p:nvPr/>
        </p:nvGrpSpPr>
        <p:grpSpPr>
          <a:xfrm>
            <a:off x="6435842" y="357318"/>
            <a:ext cx="644400" cy="304560"/>
            <a:chOff x="6435842" y="357318"/>
            <a:chExt cx="64440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EBA35B-FE3D-61CB-2B26-616B65BB8C06}"/>
                    </a:ext>
                  </a:extLst>
                </p14:cNvPr>
                <p14:cNvContentPartPr/>
                <p14:nvPr/>
              </p14:nvContentPartPr>
              <p14:xfrm>
                <a:off x="6435842" y="357318"/>
                <a:ext cx="227160" cy="28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EBA35B-FE3D-61CB-2B26-616B65BB8C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17842" y="339318"/>
                  <a:ext cx="262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E6B009-9809-FE5A-FF17-A3380A4191A6}"/>
                    </a:ext>
                  </a:extLst>
                </p14:cNvPr>
                <p14:cNvContentPartPr/>
                <p14:nvPr/>
              </p14:nvContentPartPr>
              <p14:xfrm>
                <a:off x="6670562" y="457758"/>
                <a:ext cx="52200" cy="16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E6B009-9809-FE5A-FF17-A3380A4191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52922" y="440118"/>
                  <a:ext cx="87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8929DB-E4DE-E9E5-6846-EE341E41F7BB}"/>
                    </a:ext>
                  </a:extLst>
                </p14:cNvPr>
                <p14:cNvContentPartPr/>
                <p14:nvPr/>
              </p14:nvContentPartPr>
              <p14:xfrm>
                <a:off x="6692162" y="373878"/>
                <a:ext cx="87120" cy="70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8929DB-E4DE-E9E5-6846-EE341E41F7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74162" y="355878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952E60-F5A9-C6AA-8DAC-D97BAB42D908}"/>
                    </a:ext>
                  </a:extLst>
                </p14:cNvPr>
                <p14:cNvContentPartPr/>
                <p14:nvPr/>
              </p14:nvContentPartPr>
              <p14:xfrm>
                <a:off x="6710882" y="504198"/>
                <a:ext cx="97560" cy="147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952E60-F5A9-C6AA-8DAC-D97BAB42D9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93242" y="486558"/>
                  <a:ext cx="133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ADBD66-E849-D5B8-397D-8F4D2947BF1C}"/>
                    </a:ext>
                  </a:extLst>
                </p14:cNvPr>
                <p14:cNvContentPartPr/>
                <p14:nvPr/>
              </p14:nvContentPartPr>
              <p14:xfrm>
                <a:off x="6890882" y="439398"/>
                <a:ext cx="50040" cy="22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ADBD66-E849-D5B8-397D-8F4D2947BF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72882" y="421398"/>
                  <a:ext cx="85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1C5520-8CDA-C225-DB6F-50D17453040E}"/>
                    </a:ext>
                  </a:extLst>
                </p14:cNvPr>
                <p14:cNvContentPartPr/>
                <p14:nvPr/>
              </p14:nvContentPartPr>
              <p14:xfrm>
                <a:off x="6894842" y="390438"/>
                <a:ext cx="185400" cy="219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1C5520-8CDA-C225-DB6F-50D1745304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76842" y="372438"/>
                  <a:ext cx="2210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A1C1C27-C6DB-D34B-9EC5-19B29F449361}"/>
              </a:ext>
            </a:extLst>
          </p:cNvPr>
          <p:cNvGrpSpPr/>
          <p:nvPr/>
        </p:nvGrpSpPr>
        <p:grpSpPr>
          <a:xfrm>
            <a:off x="8793842" y="620478"/>
            <a:ext cx="396720" cy="295920"/>
            <a:chOff x="8793842" y="620478"/>
            <a:chExt cx="39672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1CDD6C-8A61-4F7C-8955-B7FB7EFB85C1}"/>
                    </a:ext>
                  </a:extLst>
                </p14:cNvPr>
                <p14:cNvContentPartPr/>
                <p14:nvPr/>
              </p14:nvContentPartPr>
              <p14:xfrm>
                <a:off x="8823722" y="698238"/>
                <a:ext cx="61920" cy="21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1CDD6C-8A61-4F7C-8955-B7FB7EFB85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05722" y="680598"/>
                  <a:ext cx="975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D2FC7B7-CED0-B08E-08A1-A5ACC3B4023A}"/>
                    </a:ext>
                  </a:extLst>
                </p14:cNvPr>
                <p14:cNvContentPartPr/>
                <p14:nvPr/>
              </p14:nvContentPartPr>
              <p14:xfrm>
                <a:off x="8793842" y="644238"/>
                <a:ext cx="142560" cy="121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D2FC7B7-CED0-B08E-08A1-A5ACC3B402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75842" y="626598"/>
                  <a:ext cx="178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A1BCE96-6731-FE14-6F73-86E07A3EE10C}"/>
                    </a:ext>
                  </a:extLst>
                </p14:cNvPr>
                <p14:cNvContentPartPr/>
                <p14:nvPr/>
              </p14:nvContentPartPr>
              <p14:xfrm>
                <a:off x="9043322" y="652518"/>
                <a:ext cx="39960" cy="162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A1BCE96-6731-FE14-6F73-86E07A3EE1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25682" y="634518"/>
                  <a:ext cx="75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C4FDE6-906D-8654-750D-121116D16ED5}"/>
                    </a:ext>
                  </a:extLst>
                </p14:cNvPr>
                <p14:cNvContentPartPr/>
                <p14:nvPr/>
              </p14:nvContentPartPr>
              <p14:xfrm>
                <a:off x="9040082" y="620478"/>
                <a:ext cx="150480" cy="192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C4FDE6-906D-8654-750D-121116D16E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22082" y="602478"/>
                  <a:ext cx="18612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8C6D85E-2921-A89E-A064-BB072569A0CB}"/>
              </a:ext>
            </a:extLst>
          </p:cNvPr>
          <p:cNvGrpSpPr/>
          <p:nvPr/>
        </p:nvGrpSpPr>
        <p:grpSpPr>
          <a:xfrm>
            <a:off x="8695562" y="1287918"/>
            <a:ext cx="2621880" cy="1873080"/>
            <a:chOff x="8695562" y="1287918"/>
            <a:chExt cx="2621880" cy="18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E75130-6C87-19DC-0F08-59EA66ADBF1B}"/>
                    </a:ext>
                  </a:extLst>
                </p14:cNvPr>
                <p14:cNvContentPartPr/>
                <p14:nvPr/>
              </p14:nvContentPartPr>
              <p14:xfrm>
                <a:off x="9181922" y="2004318"/>
                <a:ext cx="126000" cy="356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E75130-6C87-19DC-0F08-59EA66ADBF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64282" y="1986678"/>
                  <a:ext cx="1616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BD7DBB-EF7F-A394-A40D-3CA7A0E27B46}"/>
                    </a:ext>
                  </a:extLst>
                </p14:cNvPr>
                <p14:cNvContentPartPr/>
                <p14:nvPr/>
              </p14:nvContentPartPr>
              <p14:xfrm>
                <a:off x="9260402" y="2034558"/>
                <a:ext cx="280800" cy="348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BD7DBB-EF7F-A394-A40D-3CA7A0E27B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42402" y="2016558"/>
                  <a:ext cx="316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38CB7AB-41C0-E52D-72CC-8A9DE2159C58}"/>
                    </a:ext>
                  </a:extLst>
                </p14:cNvPr>
                <p14:cNvContentPartPr/>
                <p14:nvPr/>
              </p14:nvContentPartPr>
              <p14:xfrm>
                <a:off x="9030002" y="2006118"/>
                <a:ext cx="567000" cy="87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38CB7AB-41C0-E52D-72CC-8A9DE2159C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12362" y="1988478"/>
                  <a:ext cx="602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9EFE10-5B9A-4BDA-F4DF-F7C21E7EA961}"/>
                    </a:ext>
                  </a:extLst>
                </p14:cNvPr>
                <p14:cNvContentPartPr/>
                <p14:nvPr/>
              </p14:nvContentPartPr>
              <p14:xfrm>
                <a:off x="9265802" y="1648638"/>
                <a:ext cx="57240" cy="387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9EFE10-5B9A-4BDA-F4DF-F7C21E7EA9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48162" y="1630638"/>
                  <a:ext cx="928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B0B2AF-515A-9D9B-AB89-4D271B92ED66}"/>
                    </a:ext>
                  </a:extLst>
                </p14:cNvPr>
                <p14:cNvContentPartPr/>
                <p14:nvPr/>
              </p14:nvContentPartPr>
              <p14:xfrm>
                <a:off x="9394322" y="2385198"/>
                <a:ext cx="105480" cy="707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B0B2AF-515A-9D9B-AB89-4D271B92ED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76322" y="2367558"/>
                  <a:ext cx="14112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6AD3BE-629C-722D-1654-BBB0CD717D34}"/>
                    </a:ext>
                  </a:extLst>
                </p14:cNvPr>
                <p14:cNvContentPartPr/>
                <p14:nvPr/>
              </p14:nvContentPartPr>
              <p14:xfrm>
                <a:off x="8695562" y="1971918"/>
                <a:ext cx="184680" cy="175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F6AD3BE-629C-722D-1654-BBB0CD717D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77562" y="1954278"/>
                  <a:ext cx="220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EBF8BA1-82A9-6B4F-9CA6-D4A988F58E5F}"/>
                    </a:ext>
                  </a:extLst>
                </p14:cNvPr>
                <p14:cNvContentPartPr/>
                <p14:nvPr/>
              </p14:nvContentPartPr>
              <p14:xfrm>
                <a:off x="8842082" y="2019798"/>
                <a:ext cx="72000" cy="115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EBF8BA1-82A9-6B4F-9CA6-D4A988F58E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24442" y="2001798"/>
                  <a:ext cx="107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9B4A70-5F30-053F-0C29-3DF859A1A502}"/>
                    </a:ext>
                  </a:extLst>
                </p14:cNvPr>
                <p14:cNvContentPartPr/>
                <p14:nvPr/>
              </p14:nvContentPartPr>
              <p14:xfrm>
                <a:off x="8736242" y="2255238"/>
                <a:ext cx="159480" cy="128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9B4A70-5F30-053F-0C29-3DF859A1A5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18602" y="2237238"/>
                  <a:ext cx="195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6DCB61-45C6-B8BA-BFE4-023E30309509}"/>
                    </a:ext>
                  </a:extLst>
                </p14:cNvPr>
                <p14:cNvContentPartPr/>
                <p14:nvPr/>
              </p14:nvContentPartPr>
              <p14:xfrm>
                <a:off x="8848202" y="2302038"/>
                <a:ext cx="119160" cy="13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6DCB61-45C6-B8BA-BFE4-023E303095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30202" y="2284038"/>
                  <a:ext cx="154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3C6EF6-9F55-F030-1F29-1C63897984AD}"/>
                    </a:ext>
                  </a:extLst>
                </p14:cNvPr>
                <p14:cNvContentPartPr/>
                <p14:nvPr/>
              </p14:nvContentPartPr>
              <p14:xfrm>
                <a:off x="9299282" y="1611918"/>
                <a:ext cx="711720" cy="68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3C6EF6-9F55-F030-1F29-1C63897984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81282" y="1594278"/>
                  <a:ext cx="747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32288EA-2D86-1494-85F9-D1F2792045FC}"/>
                    </a:ext>
                  </a:extLst>
                </p14:cNvPr>
                <p14:cNvContentPartPr/>
                <p14:nvPr/>
              </p14:nvContentPartPr>
              <p14:xfrm>
                <a:off x="10000562" y="1354878"/>
                <a:ext cx="307800" cy="250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32288EA-2D86-1494-85F9-D1F2792045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2562" y="1336878"/>
                  <a:ext cx="343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C08EDA0-C564-109F-2F78-C0B62D437576}"/>
                    </a:ext>
                  </a:extLst>
                </p14:cNvPr>
                <p14:cNvContentPartPr/>
                <p14:nvPr/>
              </p14:nvContentPartPr>
              <p14:xfrm>
                <a:off x="10028642" y="1620918"/>
                <a:ext cx="378720" cy="281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C08EDA0-C564-109F-2F78-C0B62D4375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10642" y="1602918"/>
                  <a:ext cx="4143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8F0373-20FB-7909-687E-A7DCF4D9C4EE}"/>
                    </a:ext>
                  </a:extLst>
                </p14:cNvPr>
                <p14:cNvContentPartPr/>
                <p14:nvPr/>
              </p14:nvContentPartPr>
              <p14:xfrm>
                <a:off x="10263002" y="1289718"/>
                <a:ext cx="1054440" cy="78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8F0373-20FB-7909-687E-A7DCF4D9C4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45362" y="1272078"/>
                  <a:ext cx="1090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699142B-7C30-3B8A-3CED-6F7D05AB3736}"/>
                    </a:ext>
                  </a:extLst>
                </p14:cNvPr>
                <p14:cNvContentPartPr/>
                <p14:nvPr/>
              </p14:nvContentPartPr>
              <p14:xfrm>
                <a:off x="10324922" y="1714878"/>
                <a:ext cx="864360" cy="111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699142B-7C30-3B8A-3CED-6F7D05AB37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06922" y="1696878"/>
                  <a:ext cx="9000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DEAF5E-C49A-3FEB-AB4D-82557128C2BA}"/>
                    </a:ext>
                  </a:extLst>
                </p14:cNvPr>
                <p14:cNvContentPartPr/>
                <p14:nvPr/>
              </p14:nvContentPartPr>
              <p14:xfrm>
                <a:off x="11188562" y="1287918"/>
                <a:ext cx="41400" cy="45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DEAF5E-C49A-3FEB-AB4D-82557128C2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170922" y="1269918"/>
                  <a:ext cx="770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9B1141-43EF-93C9-CD4D-AA5A45310F2D}"/>
                    </a:ext>
                  </a:extLst>
                </p14:cNvPr>
                <p14:cNvContentPartPr/>
                <p14:nvPr/>
              </p14:nvContentPartPr>
              <p14:xfrm>
                <a:off x="11290442" y="1720638"/>
                <a:ext cx="144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9B1141-43EF-93C9-CD4D-AA5A45310F2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72802" y="1702998"/>
                  <a:ext cx="3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5CA787-028D-0325-A48C-8B291AE6FD0A}"/>
                    </a:ext>
                  </a:extLst>
                </p14:cNvPr>
                <p14:cNvContentPartPr/>
                <p14:nvPr/>
              </p14:nvContentPartPr>
              <p14:xfrm>
                <a:off x="9153122" y="3076758"/>
                <a:ext cx="694800" cy="8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5CA787-028D-0325-A48C-8B291AE6FD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35482" y="3058758"/>
                  <a:ext cx="730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8E7B66-474F-6364-D891-EF5593F191C5}"/>
                    </a:ext>
                  </a:extLst>
                </p14:cNvPr>
                <p14:cNvContentPartPr/>
                <p14:nvPr/>
              </p14:nvContentPartPr>
              <p14:xfrm>
                <a:off x="10383602" y="1556118"/>
                <a:ext cx="13320" cy="5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8E7B66-474F-6364-D891-EF5593F191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65962" y="1538118"/>
                  <a:ext cx="48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D4DC6C-95DC-9552-E756-C337776C25CA}"/>
                    </a:ext>
                  </a:extLst>
                </p14:cNvPr>
                <p14:cNvContentPartPr/>
                <p14:nvPr/>
              </p14:nvContentPartPr>
              <p14:xfrm>
                <a:off x="10330322" y="1460718"/>
                <a:ext cx="63720" cy="25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D4DC6C-95DC-9552-E756-C337776C25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12682" y="1443078"/>
                  <a:ext cx="99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04846F-A68F-8797-CB38-EEEE39CF3EF1}"/>
                    </a:ext>
                  </a:extLst>
                </p14:cNvPr>
                <p14:cNvContentPartPr/>
                <p14:nvPr/>
              </p14:nvContentPartPr>
              <p14:xfrm>
                <a:off x="10368482" y="1470078"/>
                <a:ext cx="167760" cy="202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04846F-A68F-8797-CB38-EEEE39CF3E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50482" y="1452078"/>
                  <a:ext cx="203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A31861-3CF0-02BF-D5A8-355C803D004A}"/>
                    </a:ext>
                  </a:extLst>
                </p14:cNvPr>
                <p14:cNvContentPartPr/>
                <p14:nvPr/>
              </p14:nvContentPartPr>
              <p14:xfrm>
                <a:off x="10378922" y="1596798"/>
                <a:ext cx="92160" cy="28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A31861-3CF0-02BF-D5A8-355C803D00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60922" y="1579158"/>
                  <a:ext cx="127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FFEB381-678F-43BF-C98F-C1B9864BE0F9}"/>
                    </a:ext>
                  </a:extLst>
                </p14:cNvPr>
                <p14:cNvContentPartPr/>
                <p14:nvPr/>
              </p14:nvContentPartPr>
              <p14:xfrm>
                <a:off x="10566122" y="1500678"/>
                <a:ext cx="72000" cy="152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FFEB381-678F-43BF-C98F-C1B9864BE0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48482" y="1482678"/>
                  <a:ext cx="107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12E802-C35C-3183-DB4E-4CA3B6E79F9A}"/>
                    </a:ext>
                  </a:extLst>
                </p14:cNvPr>
                <p14:cNvContentPartPr/>
                <p14:nvPr/>
              </p14:nvContentPartPr>
              <p14:xfrm>
                <a:off x="10575122" y="1450998"/>
                <a:ext cx="173520" cy="186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12E802-C35C-3183-DB4E-4CA3B6E79F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7122" y="1433358"/>
                  <a:ext cx="209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86B4464-7281-48A5-1BB8-6A21AF9FD74A}"/>
                    </a:ext>
                  </a:extLst>
                </p14:cNvPr>
                <p14:cNvContentPartPr/>
                <p14:nvPr/>
              </p14:nvContentPartPr>
              <p14:xfrm>
                <a:off x="10821362" y="1470078"/>
                <a:ext cx="137520" cy="160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86B4464-7281-48A5-1BB8-6A21AF9FD74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03722" y="1452438"/>
                  <a:ext cx="1731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2A149F4-D95F-D4E1-6C9C-D254FACCC53C}"/>
              </a:ext>
            </a:extLst>
          </p:cNvPr>
          <p:cNvGrpSpPr/>
          <p:nvPr/>
        </p:nvGrpSpPr>
        <p:grpSpPr>
          <a:xfrm>
            <a:off x="10299002" y="2230038"/>
            <a:ext cx="1104120" cy="397080"/>
            <a:chOff x="10299002" y="2230038"/>
            <a:chExt cx="110412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A25E71-601A-1ABB-6821-EE0C803088A6}"/>
                    </a:ext>
                  </a:extLst>
                </p14:cNvPr>
                <p14:cNvContentPartPr/>
                <p14:nvPr/>
              </p14:nvContentPartPr>
              <p14:xfrm>
                <a:off x="10299002" y="2230038"/>
                <a:ext cx="92520" cy="301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A25E71-601A-1ABB-6821-EE0C803088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81002" y="2212398"/>
                  <a:ext cx="1281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F5A73D-060C-E2C7-F639-5392F1E1C113}"/>
                    </a:ext>
                  </a:extLst>
                </p14:cNvPr>
                <p14:cNvContentPartPr/>
                <p14:nvPr/>
              </p14:nvContentPartPr>
              <p14:xfrm>
                <a:off x="10328522" y="2260998"/>
                <a:ext cx="120960" cy="237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F5A73D-060C-E2C7-F639-5392F1E1C11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10882" y="2242998"/>
                  <a:ext cx="156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012665F-20C3-FB66-9984-76B7A6F08652}"/>
                    </a:ext>
                  </a:extLst>
                </p14:cNvPr>
                <p14:cNvContentPartPr/>
                <p14:nvPr/>
              </p14:nvContentPartPr>
              <p14:xfrm>
                <a:off x="10360922" y="2406078"/>
                <a:ext cx="101520" cy="18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012665F-20C3-FB66-9984-76B7A6F0865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42922" y="2388078"/>
                  <a:ext cx="137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CE6754B-BD1B-B11F-52EA-2F99CC32F360}"/>
                    </a:ext>
                  </a:extLst>
                </p14:cNvPr>
                <p14:cNvContentPartPr/>
                <p14:nvPr/>
              </p14:nvContentPartPr>
              <p14:xfrm>
                <a:off x="10554242" y="2372238"/>
                <a:ext cx="143280" cy="99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CE6754B-BD1B-B11F-52EA-2F99CC32F3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36602" y="2354598"/>
                  <a:ext cx="17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697432-1CAA-FCCA-5DF8-375F0B7916D8}"/>
                    </a:ext>
                  </a:extLst>
                </p14:cNvPr>
                <p14:cNvContentPartPr/>
                <p14:nvPr/>
              </p14:nvContentPartPr>
              <p14:xfrm>
                <a:off x="10767002" y="2377638"/>
                <a:ext cx="156600" cy="99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697432-1CAA-FCCA-5DF8-375F0B7916D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49002" y="2359998"/>
                  <a:ext cx="192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494AB9-20EB-68BE-92A0-20E5E7D48CF5}"/>
                    </a:ext>
                  </a:extLst>
                </p14:cNvPr>
                <p14:cNvContentPartPr/>
                <p14:nvPr/>
              </p14:nvContentPartPr>
              <p14:xfrm>
                <a:off x="10988042" y="2240478"/>
                <a:ext cx="42120" cy="220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494AB9-20EB-68BE-92A0-20E5E7D48C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970402" y="2222478"/>
                  <a:ext cx="77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79560A-0A39-7D8B-195E-7090DA7E0C5A}"/>
                    </a:ext>
                  </a:extLst>
                </p14:cNvPr>
                <p14:cNvContentPartPr/>
                <p14:nvPr/>
              </p14:nvContentPartPr>
              <p14:xfrm>
                <a:off x="11098562" y="2372238"/>
                <a:ext cx="108000" cy="88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79560A-0A39-7D8B-195E-7090DA7E0C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80922" y="2354598"/>
                  <a:ext cx="143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C17B5D3-7B61-908B-4D34-BD4F5CB0B925}"/>
                    </a:ext>
                  </a:extLst>
                </p14:cNvPr>
                <p14:cNvContentPartPr/>
                <p14:nvPr/>
              </p14:nvContentPartPr>
              <p14:xfrm>
                <a:off x="11277842" y="2359278"/>
                <a:ext cx="125280" cy="267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C17B5D3-7B61-908B-4D34-BD4F5CB0B9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60202" y="2341638"/>
                  <a:ext cx="1609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F9F42A5-BB2C-2A43-8143-2B92411DC2FE}"/>
              </a:ext>
            </a:extLst>
          </p:cNvPr>
          <p:cNvGrpSpPr/>
          <p:nvPr/>
        </p:nvGrpSpPr>
        <p:grpSpPr>
          <a:xfrm>
            <a:off x="10626242" y="2773278"/>
            <a:ext cx="362520" cy="282240"/>
            <a:chOff x="10626242" y="2773278"/>
            <a:chExt cx="3625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F8B6B45-27B6-17AB-F38C-5923F6AFC73E}"/>
                    </a:ext>
                  </a:extLst>
                </p14:cNvPr>
                <p14:cNvContentPartPr/>
                <p14:nvPr/>
              </p14:nvContentPartPr>
              <p14:xfrm>
                <a:off x="10679882" y="2773278"/>
                <a:ext cx="73440" cy="282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F8B6B45-27B6-17AB-F38C-5923F6AFC73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62242" y="2755278"/>
                  <a:ext cx="109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0377652-6417-A493-9D45-63AD1D9669AE}"/>
                    </a:ext>
                  </a:extLst>
                </p14:cNvPr>
                <p14:cNvContentPartPr/>
                <p14:nvPr/>
              </p14:nvContentPartPr>
              <p14:xfrm>
                <a:off x="10626242" y="2874438"/>
                <a:ext cx="362520" cy="107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0377652-6417-A493-9D45-63AD1D9669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08242" y="2856438"/>
                  <a:ext cx="3981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E61C634-761C-3F94-C590-C9E0BEE95395}"/>
              </a:ext>
            </a:extLst>
          </p:cNvPr>
          <p:cNvGrpSpPr/>
          <p:nvPr/>
        </p:nvGrpSpPr>
        <p:grpSpPr>
          <a:xfrm>
            <a:off x="10513922" y="3266118"/>
            <a:ext cx="1091880" cy="330480"/>
            <a:chOff x="10513922" y="3266118"/>
            <a:chExt cx="109188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87DAE3-2625-1553-B74E-7BC3FB4C49E4}"/>
                    </a:ext>
                  </a:extLst>
                </p14:cNvPr>
                <p14:cNvContentPartPr/>
                <p14:nvPr/>
              </p14:nvContentPartPr>
              <p14:xfrm>
                <a:off x="10513922" y="3279078"/>
                <a:ext cx="52920" cy="21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87DAE3-2625-1553-B74E-7BC3FB4C49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96282" y="3261078"/>
                  <a:ext cx="88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0DB4B1-7AD7-D0F8-E3ED-5AF8DC976442}"/>
                    </a:ext>
                  </a:extLst>
                </p14:cNvPr>
                <p14:cNvContentPartPr/>
                <p14:nvPr/>
              </p14:nvContentPartPr>
              <p14:xfrm>
                <a:off x="10521842" y="3275478"/>
                <a:ext cx="143640" cy="224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0DB4B1-7AD7-D0F8-E3ED-5AF8DC9764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03842" y="3257838"/>
                  <a:ext cx="179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4730441-33CE-54C2-AF80-16A6B9B89F9A}"/>
                    </a:ext>
                  </a:extLst>
                </p14:cNvPr>
                <p14:cNvContentPartPr/>
                <p14:nvPr/>
              </p14:nvContentPartPr>
              <p14:xfrm>
                <a:off x="10755122" y="3416238"/>
                <a:ext cx="37800" cy="90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4730441-33CE-54C2-AF80-16A6B9B89F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37122" y="3398238"/>
                  <a:ext cx="73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224174-80DC-14DC-7BB9-C5B99D07026B}"/>
                    </a:ext>
                  </a:extLst>
                </p14:cNvPr>
                <p14:cNvContentPartPr/>
                <p14:nvPr/>
              </p14:nvContentPartPr>
              <p14:xfrm>
                <a:off x="10773842" y="3286278"/>
                <a:ext cx="15480" cy="38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224174-80DC-14DC-7BB9-C5B99D0702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56202" y="3268278"/>
                  <a:ext cx="51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30A43E-1561-9F43-54AC-3F3D004AD285}"/>
                    </a:ext>
                  </a:extLst>
                </p14:cNvPr>
                <p14:cNvContentPartPr/>
                <p14:nvPr/>
              </p14:nvContentPartPr>
              <p14:xfrm>
                <a:off x="10852322" y="3401118"/>
                <a:ext cx="156240" cy="195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30A43E-1561-9F43-54AC-3F3D004AD2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34682" y="3383118"/>
                  <a:ext cx="191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5413AE4-88B0-B6E8-762E-DE30F5881319}"/>
                    </a:ext>
                  </a:extLst>
                </p14:cNvPr>
                <p14:cNvContentPartPr/>
                <p14:nvPr/>
              </p14:nvContentPartPr>
              <p14:xfrm>
                <a:off x="11111162" y="3417318"/>
                <a:ext cx="30600" cy="66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5413AE4-88B0-B6E8-762E-DE30F588131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93162" y="3399318"/>
                  <a:ext cx="66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57F9B57-3FE5-9F4A-777F-2ADD8EE003B7}"/>
                    </a:ext>
                  </a:extLst>
                </p14:cNvPr>
                <p14:cNvContentPartPr/>
                <p14:nvPr/>
              </p14:nvContentPartPr>
              <p14:xfrm>
                <a:off x="11097482" y="3267558"/>
                <a:ext cx="24840" cy="19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57F9B57-3FE5-9F4A-777F-2ADD8EE003B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79842" y="3249918"/>
                  <a:ext cx="6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9347034-7356-C4AB-F5CC-8FE7F1A4D6AA}"/>
                    </a:ext>
                  </a:extLst>
                </p14:cNvPr>
                <p14:cNvContentPartPr/>
                <p14:nvPr/>
              </p14:nvContentPartPr>
              <p14:xfrm>
                <a:off x="11244722" y="3268638"/>
                <a:ext cx="48960" cy="206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9347034-7356-C4AB-F5CC-8FE7F1A4D6A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227082" y="3250998"/>
                  <a:ext cx="84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24B897D-F324-E84F-910E-455D2BC35DFE}"/>
                    </a:ext>
                  </a:extLst>
                </p14:cNvPr>
                <p14:cNvContentPartPr/>
                <p14:nvPr/>
              </p14:nvContentPartPr>
              <p14:xfrm>
                <a:off x="11211602" y="3377358"/>
                <a:ext cx="84600" cy="52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24B897D-F324-E84F-910E-455D2BC35D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193962" y="3359718"/>
                  <a:ext cx="120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4DFD44-7328-4B66-DD8E-0F50C96C7E2C}"/>
                    </a:ext>
                  </a:extLst>
                </p14:cNvPr>
                <p14:cNvContentPartPr/>
                <p14:nvPr/>
              </p14:nvContentPartPr>
              <p14:xfrm>
                <a:off x="11372162" y="3266118"/>
                <a:ext cx="233640" cy="242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4DFD44-7328-4B66-DD8E-0F50C96C7E2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354162" y="3248118"/>
                  <a:ext cx="2692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58B15A2-9932-0F43-5C2C-316CEB4555EF}"/>
              </a:ext>
            </a:extLst>
          </p:cNvPr>
          <p:cNvGrpSpPr/>
          <p:nvPr/>
        </p:nvGrpSpPr>
        <p:grpSpPr>
          <a:xfrm>
            <a:off x="10513202" y="3916998"/>
            <a:ext cx="1596960" cy="226800"/>
            <a:chOff x="10513202" y="3916998"/>
            <a:chExt cx="15969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8A4C52C-B481-A9A7-9127-496F6227DCDF}"/>
                    </a:ext>
                  </a:extLst>
                </p14:cNvPr>
                <p14:cNvContentPartPr/>
                <p14:nvPr/>
              </p14:nvContentPartPr>
              <p14:xfrm>
                <a:off x="10513202" y="3942198"/>
                <a:ext cx="132480" cy="176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8A4C52C-B481-A9A7-9127-496F6227DCD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95202" y="3924558"/>
                  <a:ext cx="168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07A54DE-C1B8-A3D0-6214-E87C8AAB3398}"/>
                    </a:ext>
                  </a:extLst>
                </p14:cNvPr>
                <p14:cNvContentPartPr/>
                <p14:nvPr/>
              </p14:nvContentPartPr>
              <p14:xfrm>
                <a:off x="10751162" y="4053798"/>
                <a:ext cx="56880" cy="90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07A54DE-C1B8-A3D0-6214-E87C8AAB339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33162" y="4036158"/>
                  <a:ext cx="92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DF0E143-D386-C823-FB2B-D227DFA9A46E}"/>
                    </a:ext>
                  </a:extLst>
                </p14:cNvPr>
                <p14:cNvContentPartPr/>
                <p14:nvPr/>
              </p14:nvContentPartPr>
              <p14:xfrm>
                <a:off x="10870682" y="4038678"/>
                <a:ext cx="212400" cy="103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DF0E143-D386-C823-FB2B-D227DFA9A4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853042" y="4021038"/>
                  <a:ext cx="248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01E96C-AE54-90A0-FAB6-E5422851732B}"/>
                    </a:ext>
                  </a:extLst>
                </p14:cNvPr>
                <p14:cNvContentPartPr/>
                <p14:nvPr/>
              </p14:nvContentPartPr>
              <p14:xfrm>
                <a:off x="11174162" y="4001598"/>
                <a:ext cx="118440" cy="13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01E96C-AE54-90A0-FAB6-E5422851732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56162" y="3983958"/>
                  <a:ext cx="154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3D6CAD0-C6E1-3E78-C664-744CCBF7D21F}"/>
                    </a:ext>
                  </a:extLst>
                </p14:cNvPr>
                <p14:cNvContentPartPr/>
                <p14:nvPr/>
              </p14:nvContentPartPr>
              <p14:xfrm>
                <a:off x="11328242" y="4029678"/>
                <a:ext cx="126360" cy="64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3D6CAD0-C6E1-3E78-C664-744CCBF7D2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310602" y="4012038"/>
                  <a:ext cx="162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F95B826-0262-46C6-FCBE-F2568A017B98}"/>
                    </a:ext>
                  </a:extLst>
                </p14:cNvPr>
                <p14:cNvContentPartPr/>
                <p14:nvPr/>
              </p14:nvContentPartPr>
              <p14:xfrm>
                <a:off x="11483762" y="4005918"/>
                <a:ext cx="59040" cy="11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F95B826-0262-46C6-FCBE-F2568A017B9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466122" y="3988278"/>
                  <a:ext cx="94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1DAC87E-48E8-187F-73D9-48A094551B95}"/>
                    </a:ext>
                  </a:extLst>
                </p14:cNvPr>
                <p14:cNvContentPartPr/>
                <p14:nvPr/>
              </p14:nvContentPartPr>
              <p14:xfrm>
                <a:off x="11545682" y="3974958"/>
                <a:ext cx="32040" cy="20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1DAC87E-48E8-187F-73D9-48A094551B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527682" y="3957318"/>
                  <a:ext cx="67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6583A1-10FD-422A-BD70-45557AF72AA3}"/>
                    </a:ext>
                  </a:extLst>
                </p14:cNvPr>
                <p14:cNvContentPartPr/>
                <p14:nvPr/>
              </p14:nvContentPartPr>
              <p14:xfrm>
                <a:off x="11642882" y="3916998"/>
                <a:ext cx="45360" cy="180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6583A1-10FD-422A-BD70-45557AF72A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624882" y="3899358"/>
                  <a:ext cx="81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5ECEF84-3861-E3DF-1DCA-A8B88627DC95}"/>
                    </a:ext>
                  </a:extLst>
                </p14:cNvPr>
                <p14:cNvContentPartPr/>
                <p14:nvPr/>
              </p14:nvContentPartPr>
              <p14:xfrm>
                <a:off x="11631002" y="3999078"/>
                <a:ext cx="123840" cy="82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5ECEF84-3861-E3DF-1DCA-A8B88627DC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613002" y="3981078"/>
                  <a:ext cx="159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8832B82-3267-575B-B0C8-FDF05B628AF7}"/>
                    </a:ext>
                  </a:extLst>
                </p14:cNvPr>
                <p14:cNvContentPartPr/>
                <p14:nvPr/>
              </p14:nvContentPartPr>
              <p14:xfrm>
                <a:off x="11760962" y="3983598"/>
                <a:ext cx="25164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8832B82-3267-575B-B0C8-FDF05B628A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742962" y="3965598"/>
                  <a:ext cx="28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4BEEA3-32F7-D29B-883C-9D8C8BA6672D}"/>
                    </a:ext>
                  </a:extLst>
                </p14:cNvPr>
                <p14:cNvContentPartPr/>
                <p14:nvPr/>
              </p14:nvContentPartPr>
              <p14:xfrm>
                <a:off x="12096842" y="4019958"/>
                <a:ext cx="13320" cy="24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4BEEA3-32F7-D29B-883C-9D8C8BA6672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078842" y="4002318"/>
                  <a:ext cx="489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09046B5-0F2B-143B-E050-AEC57DD5376D}"/>
              </a:ext>
            </a:extLst>
          </p:cNvPr>
          <p:cNvGrpSpPr/>
          <p:nvPr/>
        </p:nvGrpSpPr>
        <p:grpSpPr>
          <a:xfrm>
            <a:off x="8482082" y="903438"/>
            <a:ext cx="717840" cy="122760"/>
            <a:chOff x="8482082" y="903438"/>
            <a:chExt cx="71784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77707B-A2E3-977F-18E2-1B2DB8756D6F}"/>
                    </a:ext>
                  </a:extLst>
                </p14:cNvPr>
                <p14:cNvContentPartPr/>
                <p14:nvPr/>
              </p14:nvContentPartPr>
              <p14:xfrm>
                <a:off x="8482082" y="949518"/>
                <a:ext cx="672120" cy="24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77707B-A2E3-977F-18E2-1B2DB8756D6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64082" y="931518"/>
                  <a:ext cx="707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CD48EB-CB0D-A4A0-AC70-9EF5FD1287FB}"/>
                    </a:ext>
                  </a:extLst>
                </p14:cNvPr>
                <p14:cNvContentPartPr/>
                <p14:nvPr/>
              </p14:nvContentPartPr>
              <p14:xfrm>
                <a:off x="9093362" y="903438"/>
                <a:ext cx="106560" cy="122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CD48EB-CB0D-A4A0-AC70-9EF5FD1287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75722" y="885438"/>
                  <a:ext cx="14220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98377D4-CE70-3C17-86FF-152476D31B55}"/>
              </a:ext>
            </a:extLst>
          </p:cNvPr>
          <p:cNvGrpSpPr/>
          <p:nvPr/>
        </p:nvGrpSpPr>
        <p:grpSpPr>
          <a:xfrm>
            <a:off x="7164482" y="694998"/>
            <a:ext cx="1045080" cy="387000"/>
            <a:chOff x="7164482" y="694998"/>
            <a:chExt cx="104508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4F4533-BD98-9627-899B-4AB64253A00C}"/>
                    </a:ext>
                  </a:extLst>
                </p14:cNvPr>
                <p14:cNvContentPartPr/>
                <p14:nvPr/>
              </p14:nvContentPartPr>
              <p14:xfrm>
                <a:off x="7999322" y="694998"/>
                <a:ext cx="210240" cy="387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4F4533-BD98-9627-899B-4AB64253A0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81682" y="677358"/>
                  <a:ext cx="2458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4C513B8-2C39-0CA9-66CE-937B64642A74}"/>
                    </a:ext>
                  </a:extLst>
                </p14:cNvPr>
                <p14:cNvContentPartPr/>
                <p14:nvPr/>
              </p14:nvContentPartPr>
              <p14:xfrm>
                <a:off x="7168082" y="904158"/>
                <a:ext cx="682560" cy="47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4C513B8-2C39-0CA9-66CE-937B64642A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50442" y="886158"/>
                  <a:ext cx="718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9C993B-3EA5-CF96-45BD-E14D6615D4E8}"/>
                    </a:ext>
                  </a:extLst>
                </p14:cNvPr>
                <p14:cNvContentPartPr/>
                <p14:nvPr/>
              </p14:nvContentPartPr>
              <p14:xfrm>
                <a:off x="7164482" y="840078"/>
                <a:ext cx="137520" cy="197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9C993B-3EA5-CF96-45BD-E14D6615D4E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46842" y="822078"/>
                  <a:ext cx="17316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2E7212E-8D07-AE51-7A11-0E1334E6A949}"/>
              </a:ext>
            </a:extLst>
          </p:cNvPr>
          <p:cNvGrpSpPr/>
          <p:nvPr/>
        </p:nvGrpSpPr>
        <p:grpSpPr>
          <a:xfrm>
            <a:off x="6229922" y="4658598"/>
            <a:ext cx="423720" cy="320400"/>
            <a:chOff x="6229922" y="4658598"/>
            <a:chExt cx="42372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A8C4429-67CD-9875-586F-D96E003063E7}"/>
                    </a:ext>
                  </a:extLst>
                </p14:cNvPr>
                <p14:cNvContentPartPr/>
                <p14:nvPr/>
              </p14:nvContentPartPr>
              <p14:xfrm>
                <a:off x="6229922" y="4658598"/>
                <a:ext cx="204840" cy="320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A8C4429-67CD-9875-586F-D96E003063E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12282" y="4640958"/>
                  <a:ext cx="2404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543986-4D8D-F841-EBE0-EC071455521C}"/>
                    </a:ext>
                  </a:extLst>
                </p14:cNvPr>
                <p14:cNvContentPartPr/>
                <p14:nvPr/>
              </p14:nvContentPartPr>
              <p14:xfrm>
                <a:off x="6552122" y="4835718"/>
                <a:ext cx="73080" cy="24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543986-4D8D-F841-EBE0-EC071455521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34122" y="4818078"/>
                  <a:ext cx="108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E3D6505-7DAA-28D3-F0F2-FF2BCB2AFF41}"/>
                    </a:ext>
                  </a:extLst>
                </p14:cNvPr>
                <p14:cNvContentPartPr/>
                <p14:nvPr/>
              </p14:nvContentPartPr>
              <p14:xfrm>
                <a:off x="6573362" y="4900518"/>
                <a:ext cx="80280" cy="38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E3D6505-7DAA-28D3-F0F2-FF2BCB2AFF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55362" y="4882518"/>
                  <a:ext cx="1159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0491B89-380B-EFBB-5B6C-42D94E64BF11}"/>
              </a:ext>
            </a:extLst>
          </p:cNvPr>
          <p:cNvGrpSpPr/>
          <p:nvPr/>
        </p:nvGrpSpPr>
        <p:grpSpPr>
          <a:xfrm>
            <a:off x="7068722" y="4667238"/>
            <a:ext cx="1753920" cy="309240"/>
            <a:chOff x="7068722" y="4667238"/>
            <a:chExt cx="175392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0DBC4D8-CD59-9145-53AF-503785525822}"/>
                    </a:ext>
                  </a:extLst>
                </p14:cNvPr>
                <p14:cNvContentPartPr/>
                <p14:nvPr/>
              </p14:nvContentPartPr>
              <p14:xfrm>
                <a:off x="7068722" y="4667238"/>
                <a:ext cx="230760" cy="275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0DBC4D8-CD59-9145-53AF-50378552582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51082" y="4649598"/>
                  <a:ext cx="266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049ACA-078C-B9FF-D19E-F8CA7737FF9D}"/>
                    </a:ext>
                  </a:extLst>
                </p14:cNvPr>
                <p14:cNvContentPartPr/>
                <p14:nvPr/>
              </p14:nvContentPartPr>
              <p14:xfrm>
                <a:off x="7390562" y="4790718"/>
                <a:ext cx="22680" cy="116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049ACA-078C-B9FF-D19E-F8CA7737FF9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372562" y="4772718"/>
                  <a:ext cx="58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EDD8EA7-1CC3-B179-E7C5-CCC0A33EAD59}"/>
                    </a:ext>
                  </a:extLst>
                </p14:cNvPr>
                <p14:cNvContentPartPr/>
                <p14:nvPr/>
              </p14:nvContentPartPr>
              <p14:xfrm>
                <a:off x="7388762" y="4673718"/>
                <a:ext cx="17640" cy="14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EDD8EA7-1CC3-B179-E7C5-CCC0A33EAD5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71122" y="4655718"/>
                  <a:ext cx="53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53AA1B6-14E0-E7F7-51DF-962E2D4F0841}"/>
                    </a:ext>
                  </a:extLst>
                </p14:cNvPr>
                <p14:cNvContentPartPr/>
                <p14:nvPr/>
              </p14:nvContentPartPr>
              <p14:xfrm>
                <a:off x="7556162" y="4775238"/>
                <a:ext cx="83520" cy="150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53AA1B6-14E0-E7F7-51DF-962E2D4F08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538522" y="4757598"/>
                  <a:ext cx="119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48CC8F1-8AB2-40C0-A3B7-5674D77DE3B7}"/>
                    </a:ext>
                  </a:extLst>
                </p14:cNvPr>
                <p14:cNvContentPartPr/>
                <p14:nvPr/>
              </p14:nvContentPartPr>
              <p14:xfrm>
                <a:off x="7796642" y="4672998"/>
                <a:ext cx="73800" cy="218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48CC8F1-8AB2-40C0-A3B7-5674D77DE3B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79002" y="4654998"/>
                  <a:ext cx="109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3D0E4B7-0DFB-D7EC-776B-FB0C25A17BF2}"/>
                    </a:ext>
                  </a:extLst>
                </p14:cNvPr>
                <p14:cNvContentPartPr/>
                <p14:nvPr/>
              </p14:nvContentPartPr>
              <p14:xfrm>
                <a:off x="7764962" y="4794318"/>
                <a:ext cx="108000" cy="47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3D0E4B7-0DFB-D7EC-776B-FB0C25A17BF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47322" y="4776678"/>
                  <a:ext cx="143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1C69007-A191-D52E-34ED-8D37B74C0F32}"/>
                    </a:ext>
                  </a:extLst>
                </p14:cNvPr>
                <p14:cNvContentPartPr/>
                <p14:nvPr/>
              </p14:nvContentPartPr>
              <p14:xfrm>
                <a:off x="8027402" y="4811598"/>
                <a:ext cx="352440" cy="101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1C69007-A191-D52E-34ED-8D37B74C0F3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09402" y="4793958"/>
                  <a:ext cx="388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9A23D9A-C8FA-CA05-BB2C-A40F5F7A6063}"/>
                    </a:ext>
                  </a:extLst>
                </p14:cNvPr>
                <p14:cNvContentPartPr/>
                <p14:nvPr/>
              </p14:nvContentPartPr>
              <p14:xfrm>
                <a:off x="8570282" y="4813038"/>
                <a:ext cx="74520" cy="136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9A23D9A-C8FA-CA05-BB2C-A40F5F7A60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52282" y="4795038"/>
                  <a:ext cx="110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CC11A56-ED3C-2354-874B-8AAAE825863D}"/>
                    </a:ext>
                  </a:extLst>
                </p14:cNvPr>
                <p14:cNvContentPartPr/>
                <p14:nvPr/>
              </p14:nvContentPartPr>
              <p14:xfrm>
                <a:off x="8723282" y="4806918"/>
                <a:ext cx="99360" cy="169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CC11A56-ED3C-2354-874B-8AAAE825863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05282" y="4788918"/>
                  <a:ext cx="13500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73094B9-16B0-2FED-2C27-A1E6D4B800F4}"/>
              </a:ext>
            </a:extLst>
          </p:cNvPr>
          <p:cNvGrpSpPr/>
          <p:nvPr/>
        </p:nvGrpSpPr>
        <p:grpSpPr>
          <a:xfrm>
            <a:off x="9342842" y="4727358"/>
            <a:ext cx="1448640" cy="299880"/>
            <a:chOff x="9342842" y="4727358"/>
            <a:chExt cx="144864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21460F-CBC6-7D68-4D55-004F2E45E728}"/>
                    </a:ext>
                  </a:extLst>
                </p14:cNvPr>
                <p14:cNvContentPartPr/>
                <p14:nvPr/>
              </p14:nvContentPartPr>
              <p14:xfrm>
                <a:off x="9342842" y="4743198"/>
                <a:ext cx="134640" cy="205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21460F-CBC6-7D68-4D55-004F2E45E7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25202" y="4725558"/>
                  <a:ext cx="170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992FD06-2537-5D18-EFDE-13CCBBFE0411}"/>
                    </a:ext>
                  </a:extLst>
                </p14:cNvPr>
                <p14:cNvContentPartPr/>
                <p14:nvPr/>
              </p14:nvContentPartPr>
              <p14:xfrm>
                <a:off x="9571442" y="4859838"/>
                <a:ext cx="92160" cy="146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992FD06-2537-5D18-EFDE-13CCBBFE041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53442" y="4842198"/>
                  <a:ext cx="127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EF0FD17-A3A0-4669-F8FA-DC74F58DA2EF}"/>
                    </a:ext>
                  </a:extLst>
                </p14:cNvPr>
                <p14:cNvContentPartPr/>
                <p14:nvPr/>
              </p14:nvContentPartPr>
              <p14:xfrm>
                <a:off x="9766922" y="4727358"/>
                <a:ext cx="93240" cy="185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EF0FD17-A3A0-4669-F8FA-DC74F58DA2E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49282" y="4709718"/>
                  <a:ext cx="128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1AA6B73-15D4-A57A-A3A5-48680D0E36E8}"/>
                    </a:ext>
                  </a:extLst>
                </p14:cNvPr>
                <p14:cNvContentPartPr/>
                <p14:nvPr/>
              </p14:nvContentPartPr>
              <p14:xfrm>
                <a:off x="9731642" y="4842918"/>
                <a:ext cx="149760" cy="40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1AA6B73-15D4-A57A-A3A5-48680D0E36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714002" y="4824918"/>
                  <a:ext cx="185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7183BB3-0C65-DFCF-F3E6-5893EE628350}"/>
                    </a:ext>
                  </a:extLst>
                </p14:cNvPr>
                <p14:cNvContentPartPr/>
                <p14:nvPr/>
              </p14:nvContentPartPr>
              <p14:xfrm>
                <a:off x="10047002" y="4872798"/>
                <a:ext cx="154080" cy="1058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7183BB3-0C65-DFCF-F3E6-5893EE6283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29002" y="4854798"/>
                  <a:ext cx="189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04F3441-C70B-656D-E4C7-4417BFE27E71}"/>
                    </a:ext>
                  </a:extLst>
                </p14:cNvPr>
                <p14:cNvContentPartPr/>
                <p14:nvPr/>
              </p14:nvContentPartPr>
              <p14:xfrm>
                <a:off x="10253642" y="4889718"/>
                <a:ext cx="115200" cy="88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04F3441-C70B-656D-E4C7-4417BFE27E7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36002" y="4871718"/>
                  <a:ext cx="150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90956A6-3522-23CB-3A66-00D72C5C4AE3}"/>
                    </a:ext>
                  </a:extLst>
                </p14:cNvPr>
                <p14:cNvContentPartPr/>
                <p14:nvPr/>
              </p14:nvContentPartPr>
              <p14:xfrm>
                <a:off x="10480802" y="4921398"/>
                <a:ext cx="85320" cy="105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90956A6-3522-23CB-3A66-00D72C5C4AE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463162" y="4903758"/>
                  <a:ext cx="120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0101EFD-DF9F-2589-AA94-F4DE271D3B8F}"/>
                    </a:ext>
                  </a:extLst>
                </p14:cNvPr>
                <p14:cNvContentPartPr/>
                <p14:nvPr/>
              </p14:nvContentPartPr>
              <p14:xfrm>
                <a:off x="10625162" y="4931838"/>
                <a:ext cx="16632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0101EFD-DF9F-2589-AA94-F4DE271D3B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07162" y="4913838"/>
                  <a:ext cx="20196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69F113A-28F3-E91F-BDE6-427EFD57080C}"/>
              </a:ext>
            </a:extLst>
          </p:cNvPr>
          <p:cNvGrpSpPr/>
          <p:nvPr/>
        </p:nvGrpSpPr>
        <p:grpSpPr>
          <a:xfrm>
            <a:off x="7912562" y="5349078"/>
            <a:ext cx="740520" cy="304200"/>
            <a:chOff x="7912562" y="5349078"/>
            <a:chExt cx="74052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07F321E-E0F8-30C6-7D05-ECD11C0EBE86}"/>
                    </a:ext>
                  </a:extLst>
                </p14:cNvPr>
                <p14:cNvContentPartPr/>
                <p14:nvPr/>
              </p14:nvContentPartPr>
              <p14:xfrm>
                <a:off x="7912562" y="5371758"/>
                <a:ext cx="249480" cy="281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07F321E-E0F8-30C6-7D05-ECD11C0EBE8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894562" y="5354118"/>
                  <a:ext cx="285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56C78FA-B101-D0CC-DD58-647137EA9CF4}"/>
                    </a:ext>
                  </a:extLst>
                </p14:cNvPr>
                <p14:cNvContentPartPr/>
                <p14:nvPr/>
              </p14:nvContentPartPr>
              <p14:xfrm>
                <a:off x="8230802" y="5426478"/>
                <a:ext cx="42840" cy="184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56C78FA-B101-D0CC-DD58-647137EA9CF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13162" y="5408838"/>
                  <a:ext cx="78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06D6EFD-39FD-72BE-24D1-7217FEEAE934}"/>
                    </a:ext>
                  </a:extLst>
                </p14:cNvPr>
                <p14:cNvContentPartPr/>
                <p14:nvPr/>
              </p14:nvContentPartPr>
              <p14:xfrm>
                <a:off x="8216762" y="5349078"/>
                <a:ext cx="118800" cy="56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06D6EFD-39FD-72BE-24D1-7217FEEAE93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99122" y="5331078"/>
                  <a:ext cx="154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F4CE5F6-EE17-E1C6-FD68-1CC9AF1E2D35}"/>
                    </a:ext>
                  </a:extLst>
                </p14:cNvPr>
                <p14:cNvContentPartPr/>
                <p14:nvPr/>
              </p14:nvContentPartPr>
              <p14:xfrm>
                <a:off x="8253842" y="5440518"/>
                <a:ext cx="170280" cy="154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F4CE5F6-EE17-E1C6-FD68-1CC9AF1E2D3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36202" y="5422518"/>
                  <a:ext cx="205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C59D8DF-3FCE-6DE4-696A-6DAE864FCCA4}"/>
                    </a:ext>
                  </a:extLst>
                </p14:cNvPr>
                <p14:cNvContentPartPr/>
                <p14:nvPr/>
              </p14:nvContentPartPr>
              <p14:xfrm>
                <a:off x="8499722" y="5401278"/>
                <a:ext cx="56520" cy="236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C59D8DF-3FCE-6DE4-696A-6DAE864FCCA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481722" y="5383278"/>
                  <a:ext cx="92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E27DADC-2F4A-14F1-CDD1-E4C364F8CA76}"/>
                    </a:ext>
                  </a:extLst>
                </p14:cNvPr>
                <p14:cNvContentPartPr/>
                <p14:nvPr/>
              </p14:nvContentPartPr>
              <p14:xfrm>
                <a:off x="8502242" y="5426838"/>
                <a:ext cx="150840" cy="193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E27DADC-2F4A-14F1-CDD1-E4C364F8CA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84242" y="5409198"/>
                  <a:ext cx="18648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99440DA-C9C6-1140-7992-1DB9E9941C6E}"/>
              </a:ext>
            </a:extLst>
          </p:cNvPr>
          <p:cNvGrpSpPr/>
          <p:nvPr/>
        </p:nvGrpSpPr>
        <p:grpSpPr>
          <a:xfrm>
            <a:off x="9104882" y="5439438"/>
            <a:ext cx="626760" cy="231840"/>
            <a:chOff x="9104882" y="5439438"/>
            <a:chExt cx="62676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B0C7F85-8685-1029-0EA2-176CBA89DEFE}"/>
                    </a:ext>
                  </a:extLst>
                </p14:cNvPr>
                <p14:cNvContentPartPr/>
                <p14:nvPr/>
              </p14:nvContentPartPr>
              <p14:xfrm>
                <a:off x="9104882" y="5544198"/>
                <a:ext cx="411480" cy="111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B0C7F85-8685-1029-0EA2-176CBA89DE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086882" y="5526558"/>
                  <a:ext cx="447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20F79EA-23C5-1BB4-67C3-F06BA3293EC7}"/>
                    </a:ext>
                  </a:extLst>
                </p14:cNvPr>
                <p14:cNvContentPartPr/>
                <p14:nvPr/>
              </p14:nvContentPartPr>
              <p14:xfrm>
                <a:off x="9637682" y="5439438"/>
                <a:ext cx="93960" cy="231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20F79EA-23C5-1BB4-67C3-F06BA3293EC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19682" y="5421438"/>
                  <a:ext cx="1296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3CA324C-588E-E79D-7DE5-0B122FFE3D01}"/>
              </a:ext>
            </a:extLst>
          </p:cNvPr>
          <p:cNvGrpSpPr/>
          <p:nvPr/>
        </p:nvGrpSpPr>
        <p:grpSpPr>
          <a:xfrm>
            <a:off x="10098122" y="5430078"/>
            <a:ext cx="533160" cy="285480"/>
            <a:chOff x="10098122" y="5430078"/>
            <a:chExt cx="53316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5EEDF01-4E45-0BDA-5685-265FF4C19119}"/>
                    </a:ext>
                  </a:extLst>
                </p14:cNvPr>
                <p14:cNvContentPartPr/>
                <p14:nvPr/>
              </p14:nvContentPartPr>
              <p14:xfrm>
                <a:off x="10129802" y="5461398"/>
                <a:ext cx="64800" cy="254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5EEDF01-4E45-0BDA-5685-265FF4C1911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111802" y="5443758"/>
                  <a:ext cx="1004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79573F-5115-F0B2-B813-71488B64AA07}"/>
                    </a:ext>
                  </a:extLst>
                </p14:cNvPr>
                <p14:cNvContentPartPr/>
                <p14:nvPr/>
              </p14:nvContentPartPr>
              <p14:xfrm>
                <a:off x="10098122" y="5436558"/>
                <a:ext cx="176400" cy="62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79573F-5115-F0B2-B813-71488B64AA0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80482" y="5418918"/>
                  <a:ext cx="212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B453B8-413E-6F61-3AED-EAC35BCB2E63}"/>
                    </a:ext>
                  </a:extLst>
                </p14:cNvPr>
                <p14:cNvContentPartPr/>
                <p14:nvPr/>
              </p14:nvContentPartPr>
              <p14:xfrm>
                <a:off x="10413122" y="5430078"/>
                <a:ext cx="34200" cy="252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B453B8-413E-6F61-3AED-EAC35BCB2E6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395122" y="5412078"/>
                  <a:ext cx="698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561AB2-058A-0B47-4922-D9FFC7A13627}"/>
                    </a:ext>
                  </a:extLst>
                </p14:cNvPr>
                <p14:cNvContentPartPr/>
                <p14:nvPr/>
              </p14:nvContentPartPr>
              <p14:xfrm>
                <a:off x="10452722" y="5442678"/>
                <a:ext cx="178560" cy="263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561AB2-058A-0B47-4922-D9FFC7A1362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34722" y="5424678"/>
                  <a:ext cx="21420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63A850C-360A-C1CF-5F78-A9ECA2DA5660}"/>
              </a:ext>
            </a:extLst>
          </p:cNvPr>
          <p:cNvGrpSpPr/>
          <p:nvPr/>
        </p:nvGrpSpPr>
        <p:grpSpPr>
          <a:xfrm>
            <a:off x="7842722" y="5899878"/>
            <a:ext cx="1252800" cy="722880"/>
            <a:chOff x="7842722" y="5899878"/>
            <a:chExt cx="1252800" cy="72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0A68F32-FD20-0477-0584-AF8AC305289D}"/>
                    </a:ext>
                  </a:extLst>
                </p14:cNvPr>
                <p14:cNvContentPartPr/>
                <p14:nvPr/>
              </p14:nvContentPartPr>
              <p14:xfrm>
                <a:off x="7892042" y="6024798"/>
                <a:ext cx="65520" cy="392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0A68F32-FD20-0477-0584-AF8AC305289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874042" y="6007158"/>
                  <a:ext cx="1011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070B483-3648-51DF-8EC8-F847C7535B14}"/>
                    </a:ext>
                  </a:extLst>
                </p14:cNvPr>
                <p14:cNvContentPartPr/>
                <p14:nvPr/>
              </p14:nvContentPartPr>
              <p14:xfrm>
                <a:off x="7842722" y="6406398"/>
                <a:ext cx="144360" cy="31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070B483-3648-51DF-8EC8-F847C7535B1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25082" y="6388758"/>
                  <a:ext cx="180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4F549D1-0132-CF86-5A95-BE376EDB720C}"/>
                    </a:ext>
                  </a:extLst>
                </p14:cNvPr>
                <p14:cNvContentPartPr/>
                <p14:nvPr/>
              </p14:nvContentPartPr>
              <p14:xfrm>
                <a:off x="7857122" y="6059718"/>
                <a:ext cx="128160" cy="12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4F549D1-0132-CF86-5A95-BE376EDB720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839122" y="6041718"/>
                  <a:ext cx="163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05110C9-F722-021C-F5EC-2514E9C2DF23}"/>
                    </a:ext>
                  </a:extLst>
                </p14:cNvPr>
                <p14:cNvContentPartPr/>
                <p14:nvPr/>
              </p14:nvContentPartPr>
              <p14:xfrm>
                <a:off x="8164202" y="6413238"/>
                <a:ext cx="52560" cy="177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05110C9-F722-021C-F5EC-2514E9C2DF2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46202" y="6395238"/>
                  <a:ext cx="88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1611A44-DBE9-D826-B685-53620E855A06}"/>
                    </a:ext>
                  </a:extLst>
                </p14:cNvPr>
                <p14:cNvContentPartPr/>
                <p14:nvPr/>
              </p14:nvContentPartPr>
              <p14:xfrm>
                <a:off x="8163122" y="6358518"/>
                <a:ext cx="109440" cy="96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1611A44-DBE9-D826-B685-53620E855A0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145122" y="6340878"/>
                  <a:ext cx="145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7CB2AF3-2935-33A6-4D42-3E691B22508F}"/>
                    </a:ext>
                  </a:extLst>
                </p14:cNvPr>
                <p14:cNvContentPartPr/>
                <p14:nvPr/>
              </p14:nvContentPartPr>
              <p14:xfrm>
                <a:off x="8382362" y="6386958"/>
                <a:ext cx="20880" cy="166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7CB2AF3-2935-33A6-4D42-3E691B22508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64362" y="6368958"/>
                  <a:ext cx="56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2D4A84F-7869-7812-2E7F-BBE2C13D6810}"/>
                    </a:ext>
                  </a:extLst>
                </p14:cNvPr>
                <p14:cNvContentPartPr/>
                <p14:nvPr/>
              </p14:nvContentPartPr>
              <p14:xfrm>
                <a:off x="8375522" y="6376878"/>
                <a:ext cx="142200" cy="151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2D4A84F-7869-7812-2E7F-BBE2C13D681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357522" y="6358878"/>
                  <a:ext cx="177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F3B8E7A-FC5B-B466-DDCD-A35D0E51E235}"/>
                    </a:ext>
                  </a:extLst>
                </p14:cNvPr>
                <p14:cNvContentPartPr/>
                <p14:nvPr/>
              </p14:nvContentPartPr>
              <p14:xfrm>
                <a:off x="8773682" y="6147558"/>
                <a:ext cx="27000" cy="299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F3B8E7A-FC5B-B466-DDCD-A35D0E51E2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56042" y="6129558"/>
                  <a:ext cx="626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3185DD0-DEF0-FC8E-6B25-C48CFA7AA0B1}"/>
                    </a:ext>
                  </a:extLst>
                </p14:cNvPr>
                <p14:cNvContentPartPr/>
                <p14:nvPr/>
              </p14:nvContentPartPr>
              <p14:xfrm>
                <a:off x="8710682" y="6133878"/>
                <a:ext cx="183600" cy="101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3185DD0-DEF0-FC8E-6B25-C48CFA7AA0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692682" y="6115878"/>
                  <a:ext cx="219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D416418-3531-B447-A62B-E56DB09E1BC0}"/>
                    </a:ext>
                  </a:extLst>
                </p14:cNvPr>
                <p14:cNvContentPartPr/>
                <p14:nvPr/>
              </p14:nvContentPartPr>
              <p14:xfrm>
                <a:off x="8643722" y="5899878"/>
                <a:ext cx="451800" cy="722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D416418-3531-B447-A62B-E56DB09E1BC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626082" y="5881878"/>
                  <a:ext cx="487440" cy="75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CEB4BA1-A201-7967-30F3-1904DE5AA8F8}"/>
              </a:ext>
            </a:extLst>
          </p:cNvPr>
          <p:cNvGrpSpPr/>
          <p:nvPr/>
        </p:nvGrpSpPr>
        <p:grpSpPr>
          <a:xfrm>
            <a:off x="6635642" y="5821038"/>
            <a:ext cx="774720" cy="787680"/>
            <a:chOff x="6635642" y="5821038"/>
            <a:chExt cx="77472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A692120-329D-1008-834D-AA0209C43D99}"/>
                    </a:ext>
                  </a:extLst>
                </p14:cNvPr>
                <p14:cNvContentPartPr/>
                <p14:nvPr/>
              </p14:nvContentPartPr>
              <p14:xfrm>
                <a:off x="6635642" y="6019398"/>
                <a:ext cx="144000" cy="337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A692120-329D-1008-834D-AA0209C43D9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618002" y="6001758"/>
                  <a:ext cx="179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D9F1F0E-C291-08B2-AD8C-3A4F9D8F394D}"/>
                    </a:ext>
                  </a:extLst>
                </p14:cNvPr>
                <p14:cNvContentPartPr/>
                <p14:nvPr/>
              </p14:nvContentPartPr>
              <p14:xfrm>
                <a:off x="7101482" y="6024438"/>
                <a:ext cx="40320" cy="338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D9F1F0E-C291-08B2-AD8C-3A4F9D8F394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83842" y="6006798"/>
                  <a:ext cx="75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F8E9CB3-678B-3D54-FD3E-3EE07BD3E407}"/>
                    </a:ext>
                  </a:extLst>
                </p14:cNvPr>
                <p14:cNvContentPartPr/>
                <p14:nvPr/>
              </p14:nvContentPartPr>
              <p14:xfrm>
                <a:off x="7025162" y="6195078"/>
                <a:ext cx="231120" cy="154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F8E9CB3-678B-3D54-FD3E-3EE07BD3E4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07522" y="6177078"/>
                  <a:ext cx="266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4002130-3867-CD4C-B501-1F01E6F83C93}"/>
                    </a:ext>
                  </a:extLst>
                </p14:cNvPr>
                <p14:cNvContentPartPr/>
                <p14:nvPr/>
              </p14:nvContentPartPr>
              <p14:xfrm>
                <a:off x="6888002" y="5821038"/>
                <a:ext cx="522360" cy="787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4002130-3867-CD4C-B501-1F01E6F83C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70002" y="5803398"/>
                  <a:ext cx="558000" cy="82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464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EF33-196E-7B2B-2D06-739272EE6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E4D4BA-8DE1-E2D4-1104-59F6B313AB41}"/>
              </a:ext>
            </a:extLst>
          </p:cNvPr>
          <p:cNvGrpSpPr/>
          <p:nvPr/>
        </p:nvGrpSpPr>
        <p:grpSpPr>
          <a:xfrm>
            <a:off x="1266637" y="1029446"/>
            <a:ext cx="1874160" cy="501480"/>
            <a:chOff x="1266637" y="1029446"/>
            <a:chExt cx="187416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AFDC21-3C36-F613-5D62-640CC2320223}"/>
                    </a:ext>
                  </a:extLst>
                </p14:cNvPr>
                <p14:cNvContentPartPr/>
                <p14:nvPr/>
              </p14:nvContentPartPr>
              <p14:xfrm>
                <a:off x="1310557" y="1029446"/>
                <a:ext cx="26640" cy="501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AFDC21-3C36-F613-5D62-640CC23202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2557" y="1011446"/>
                  <a:ext cx="622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9350BC-82B2-0B74-17C2-D428E66F55E9}"/>
                    </a:ext>
                  </a:extLst>
                </p14:cNvPr>
                <p14:cNvContentPartPr/>
                <p14:nvPr/>
              </p14:nvContentPartPr>
              <p14:xfrm>
                <a:off x="1266637" y="1043126"/>
                <a:ext cx="206280" cy="222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9350BC-82B2-0B74-17C2-D428E66F55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8637" y="1025126"/>
                  <a:ext cx="241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15952D-CE3E-203C-F124-FD1FE0BBE758}"/>
                    </a:ext>
                  </a:extLst>
                </p14:cNvPr>
                <p14:cNvContentPartPr/>
                <p14:nvPr/>
              </p14:nvContentPartPr>
              <p14:xfrm>
                <a:off x="1656157" y="1069406"/>
                <a:ext cx="257400" cy="30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15952D-CE3E-203C-F124-FD1FE0BBE7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8157" y="1051406"/>
                  <a:ext cx="2930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216BA5-836B-5F01-9CDD-0472656C334F}"/>
                    </a:ext>
                  </a:extLst>
                </p14:cNvPr>
                <p14:cNvContentPartPr/>
                <p14:nvPr/>
              </p14:nvContentPartPr>
              <p14:xfrm>
                <a:off x="1978357" y="1172366"/>
                <a:ext cx="160920" cy="249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216BA5-836B-5F01-9CDD-0472656C33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60357" y="1154366"/>
                  <a:ext cx="196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89F198-DBCE-EBD2-1BD5-D2ED0E86B4F0}"/>
                    </a:ext>
                  </a:extLst>
                </p14:cNvPr>
                <p14:cNvContentPartPr/>
                <p14:nvPr/>
              </p14:nvContentPartPr>
              <p14:xfrm>
                <a:off x="2307397" y="1193606"/>
                <a:ext cx="140760" cy="23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89F198-DBCE-EBD2-1BD5-D2ED0E86B4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9757" y="1175966"/>
                  <a:ext cx="176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0A4061-A1ED-1397-B1A5-7C5A329A6DB2}"/>
                    </a:ext>
                  </a:extLst>
                </p14:cNvPr>
                <p14:cNvContentPartPr/>
                <p14:nvPr/>
              </p14:nvContentPartPr>
              <p14:xfrm>
                <a:off x="2493157" y="1261286"/>
                <a:ext cx="20520" cy="9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0A4061-A1ED-1397-B1A5-7C5A329A6D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75157" y="1243286"/>
                  <a:ext cx="56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46CF35F-9853-DBA6-4170-DAFF0C3750C9}"/>
                    </a:ext>
                  </a:extLst>
                </p14:cNvPr>
                <p14:cNvContentPartPr/>
                <p14:nvPr/>
              </p14:nvContentPartPr>
              <p14:xfrm>
                <a:off x="2470477" y="1086326"/>
                <a:ext cx="24120" cy="59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46CF35F-9853-DBA6-4170-DAFF0C3750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52837" y="106868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DB8A02-D5A2-D2C4-C39C-EFDDB400569E}"/>
                    </a:ext>
                  </a:extLst>
                </p14:cNvPr>
                <p14:cNvContentPartPr/>
                <p14:nvPr/>
              </p14:nvContentPartPr>
              <p14:xfrm>
                <a:off x="2655877" y="1215206"/>
                <a:ext cx="94320" cy="15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DB8A02-D5A2-D2C4-C39C-EFDDB40056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37877" y="1197566"/>
                  <a:ext cx="129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9C9D4B-50B0-EB38-7123-DFB6E339E4F8}"/>
                    </a:ext>
                  </a:extLst>
                </p14:cNvPr>
                <p14:cNvContentPartPr/>
                <p14:nvPr/>
              </p14:nvContentPartPr>
              <p14:xfrm>
                <a:off x="2870437" y="1094966"/>
                <a:ext cx="270360" cy="231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9C9D4B-50B0-EB38-7123-DFB6E339E4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52797" y="1076966"/>
                  <a:ext cx="3060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999751-F2FD-DD37-5131-72DDBE534024}"/>
              </a:ext>
            </a:extLst>
          </p:cNvPr>
          <p:cNvGrpSpPr/>
          <p:nvPr/>
        </p:nvGrpSpPr>
        <p:grpSpPr>
          <a:xfrm>
            <a:off x="3546517" y="1057166"/>
            <a:ext cx="1131840" cy="386640"/>
            <a:chOff x="3546517" y="1057166"/>
            <a:chExt cx="11318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C1CB6A-209F-6A81-ECDC-93C83931D5E8}"/>
                    </a:ext>
                  </a:extLst>
                </p14:cNvPr>
                <p14:cNvContentPartPr/>
                <p14:nvPr/>
              </p14:nvContentPartPr>
              <p14:xfrm>
                <a:off x="3546517" y="1163006"/>
                <a:ext cx="146880" cy="187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C1CB6A-209F-6A81-ECDC-93C83931D5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8517" y="1145006"/>
                  <a:ext cx="182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E3EFCD-E5DB-A3AA-04F2-C258E613E6CB}"/>
                    </a:ext>
                  </a:extLst>
                </p14:cNvPr>
                <p14:cNvContentPartPr/>
                <p14:nvPr/>
              </p14:nvContentPartPr>
              <p14:xfrm>
                <a:off x="3808237" y="1240046"/>
                <a:ext cx="56880" cy="9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E3EFCD-E5DB-A3AA-04F2-C258E613E6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0597" y="1222046"/>
                  <a:ext cx="92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5F859D-8C40-25B3-A2B4-91D2FF3AC93B}"/>
                    </a:ext>
                  </a:extLst>
                </p14:cNvPr>
                <p14:cNvContentPartPr/>
                <p14:nvPr/>
              </p14:nvContentPartPr>
              <p14:xfrm>
                <a:off x="3802837" y="1057166"/>
                <a:ext cx="27720" cy="2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5F859D-8C40-25B3-A2B4-91D2FF3AC9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85197" y="1039526"/>
                  <a:ext cx="63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F830E5-9521-D7D2-0A6F-7436D55AF6E1}"/>
                    </a:ext>
                  </a:extLst>
                </p14:cNvPr>
                <p14:cNvContentPartPr/>
                <p14:nvPr/>
              </p14:nvContentPartPr>
              <p14:xfrm>
                <a:off x="3921277" y="1217726"/>
                <a:ext cx="158040" cy="20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F830E5-9521-D7D2-0A6F-7436D55AF6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3637" y="1199726"/>
                  <a:ext cx="193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12E693-7C5F-0E9E-1E82-0994C7B69686}"/>
                    </a:ext>
                  </a:extLst>
                </p14:cNvPr>
                <p14:cNvContentPartPr/>
                <p14:nvPr/>
              </p14:nvContentPartPr>
              <p14:xfrm>
                <a:off x="4175437" y="1228526"/>
                <a:ext cx="153720" cy="9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12E693-7C5F-0E9E-1E82-0994C7B696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7437" y="1210886"/>
                  <a:ext cx="189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99419A-3783-2877-1EAF-957D6FF0CE77}"/>
                    </a:ext>
                  </a:extLst>
                </p14:cNvPr>
                <p14:cNvContentPartPr/>
                <p14:nvPr/>
              </p14:nvContentPartPr>
              <p14:xfrm>
                <a:off x="4396477" y="1087046"/>
                <a:ext cx="281880" cy="35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99419A-3783-2877-1EAF-957D6FF0CE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78837" y="1069046"/>
                  <a:ext cx="317520" cy="3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03BE13-B084-EB0B-AC75-9A74BAAABA7F}"/>
              </a:ext>
            </a:extLst>
          </p:cNvPr>
          <p:cNvGrpSpPr/>
          <p:nvPr/>
        </p:nvGrpSpPr>
        <p:grpSpPr>
          <a:xfrm>
            <a:off x="1972597" y="2434886"/>
            <a:ext cx="2621520" cy="404280"/>
            <a:chOff x="1972597" y="2434886"/>
            <a:chExt cx="262152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E8F703-8FE7-11D9-0A7C-4D26FF45A2B9}"/>
                    </a:ext>
                  </a:extLst>
                </p14:cNvPr>
                <p14:cNvContentPartPr/>
                <p14:nvPr/>
              </p14:nvContentPartPr>
              <p14:xfrm>
                <a:off x="1972597" y="2463326"/>
                <a:ext cx="453240" cy="9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E8F703-8FE7-11D9-0A7C-4D26FF45A2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54957" y="2445686"/>
                  <a:ext cx="488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7687CD-4A42-697D-C6E2-1907CCEF5062}"/>
                    </a:ext>
                  </a:extLst>
                </p14:cNvPr>
                <p14:cNvContentPartPr/>
                <p14:nvPr/>
              </p14:nvContentPartPr>
              <p14:xfrm>
                <a:off x="2234677" y="2469086"/>
                <a:ext cx="54360" cy="370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7687CD-4A42-697D-C6E2-1907CCEF50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16677" y="2451446"/>
                  <a:ext cx="900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4A1E6EC-8636-E61E-1133-4FB9C95BA917}"/>
                    </a:ext>
                  </a:extLst>
                </p14:cNvPr>
                <p14:cNvContentPartPr/>
                <p14:nvPr/>
              </p14:nvContentPartPr>
              <p14:xfrm>
                <a:off x="2443837" y="2628926"/>
                <a:ext cx="537480" cy="153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4A1E6EC-8636-E61E-1133-4FB9C95BA9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25837" y="2611286"/>
                  <a:ext cx="573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10FB06-D147-AA4E-DBC3-B5814DEB3A0D}"/>
                    </a:ext>
                  </a:extLst>
                </p14:cNvPr>
                <p14:cNvContentPartPr/>
                <p14:nvPr/>
              </p14:nvContentPartPr>
              <p14:xfrm>
                <a:off x="3142957" y="2600126"/>
                <a:ext cx="59400" cy="227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10FB06-D147-AA4E-DBC3-B5814DEB3A0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4957" y="2582486"/>
                  <a:ext cx="95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845B0D5-FF5E-3620-4F6B-14D961D2B9FE}"/>
                    </a:ext>
                  </a:extLst>
                </p14:cNvPr>
                <p14:cNvContentPartPr/>
                <p14:nvPr/>
              </p14:nvContentPartPr>
              <p14:xfrm>
                <a:off x="3144397" y="2574566"/>
                <a:ext cx="84600" cy="109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845B0D5-FF5E-3620-4F6B-14D961D2B9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26757" y="2556926"/>
                  <a:ext cx="120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60A9B7-A82D-3BB4-BBF7-464C5C567A4F}"/>
                    </a:ext>
                  </a:extLst>
                </p14:cNvPr>
                <p14:cNvContentPartPr/>
                <p14:nvPr/>
              </p14:nvContentPartPr>
              <p14:xfrm>
                <a:off x="3311437" y="2579966"/>
                <a:ext cx="117360" cy="151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60A9B7-A82D-3BB4-BBF7-464C5C567A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93437" y="2561966"/>
                  <a:ext cx="153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367343-F735-5841-AFD8-2A10A5E06228}"/>
                    </a:ext>
                  </a:extLst>
                </p14:cNvPr>
                <p14:cNvContentPartPr/>
                <p14:nvPr/>
              </p14:nvContentPartPr>
              <p14:xfrm>
                <a:off x="3507277" y="2554046"/>
                <a:ext cx="68400" cy="113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367343-F735-5841-AFD8-2A10A5E062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9277" y="2536406"/>
                  <a:ext cx="104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4C1610-A17E-C4D0-56DE-9F9350F5C776}"/>
                    </a:ext>
                  </a:extLst>
                </p14:cNvPr>
                <p14:cNvContentPartPr/>
                <p14:nvPr/>
              </p14:nvContentPartPr>
              <p14:xfrm>
                <a:off x="3676837" y="2572766"/>
                <a:ext cx="15336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4C1610-A17E-C4D0-56DE-9F9350F5C7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58837" y="2554766"/>
                  <a:ext cx="189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E41792-8E10-DD98-24E4-C5ACDF2370FC}"/>
                    </a:ext>
                  </a:extLst>
                </p14:cNvPr>
                <p14:cNvContentPartPr/>
                <p14:nvPr/>
              </p14:nvContentPartPr>
              <p14:xfrm>
                <a:off x="3891397" y="2434886"/>
                <a:ext cx="95400" cy="263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E41792-8E10-DD98-24E4-C5ACDF2370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73397" y="2416886"/>
                  <a:ext cx="131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C48C25-62F1-5DF4-0F7F-C6DC554718FC}"/>
                    </a:ext>
                  </a:extLst>
                </p14:cNvPr>
                <p14:cNvContentPartPr/>
                <p14:nvPr/>
              </p14:nvContentPartPr>
              <p14:xfrm>
                <a:off x="3843517" y="2586086"/>
                <a:ext cx="209880" cy="27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C48C25-62F1-5DF4-0F7F-C6DC554718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5517" y="2568086"/>
                  <a:ext cx="245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E01189-04A9-6069-E4FA-3A64E640DCB6}"/>
                    </a:ext>
                  </a:extLst>
                </p14:cNvPr>
                <p14:cNvContentPartPr/>
                <p14:nvPr/>
              </p14:nvContentPartPr>
              <p14:xfrm>
                <a:off x="4135837" y="2575646"/>
                <a:ext cx="164520" cy="117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E01189-04A9-6069-E4FA-3A64E640DC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17837" y="2558006"/>
                  <a:ext cx="200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8E66E9-ACCF-14C4-8CAB-D77ADBBC503E}"/>
                    </a:ext>
                  </a:extLst>
                </p14:cNvPr>
                <p14:cNvContentPartPr/>
                <p14:nvPr/>
              </p14:nvContentPartPr>
              <p14:xfrm>
                <a:off x="4359757" y="2586086"/>
                <a:ext cx="96840" cy="97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8E66E9-ACCF-14C4-8CAB-D77ADBBC50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41757" y="2568446"/>
                  <a:ext cx="132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71D984F-CF75-EB77-F46D-164E2B259B45}"/>
                    </a:ext>
                  </a:extLst>
                </p14:cNvPr>
                <p14:cNvContentPartPr/>
                <p14:nvPr/>
              </p14:nvContentPartPr>
              <p14:xfrm>
                <a:off x="4548757" y="2542886"/>
                <a:ext cx="45360" cy="9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71D984F-CF75-EB77-F46D-164E2B259B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31117" y="2524886"/>
                  <a:ext cx="8100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F85B0EA-D15E-24A6-02C5-54F1FAF31BC5}"/>
                  </a:ext>
                </a:extLst>
              </p14:cNvPr>
              <p14:cNvContentPartPr/>
              <p14:nvPr/>
            </p14:nvContentPartPr>
            <p14:xfrm>
              <a:off x="4814797" y="2672126"/>
              <a:ext cx="14400" cy="1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F85B0EA-D15E-24A6-02C5-54F1FAF31BC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796797" y="2654126"/>
                <a:ext cx="500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53C495DC-BBD1-BE8E-BA38-5FD03FEE931D}"/>
              </a:ext>
            </a:extLst>
          </p:cNvPr>
          <p:cNvGrpSpPr/>
          <p:nvPr/>
        </p:nvGrpSpPr>
        <p:grpSpPr>
          <a:xfrm>
            <a:off x="297517" y="3182966"/>
            <a:ext cx="6299280" cy="2866320"/>
            <a:chOff x="297517" y="3182966"/>
            <a:chExt cx="6299280" cy="28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1E54E2-3BCC-1559-CEA0-A330CAF1A0DF}"/>
                    </a:ext>
                  </a:extLst>
                </p14:cNvPr>
                <p14:cNvContentPartPr/>
                <p14:nvPr/>
              </p14:nvContentPartPr>
              <p14:xfrm>
                <a:off x="679477" y="3528926"/>
                <a:ext cx="187200" cy="393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1E54E2-3BCC-1559-CEA0-A330CAF1A0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1477" y="3510926"/>
                  <a:ext cx="222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2CB1905-8CC6-7382-8B30-00FBF9DE4B08}"/>
                    </a:ext>
                  </a:extLst>
                </p14:cNvPr>
                <p14:cNvContentPartPr/>
                <p14:nvPr/>
              </p14:nvContentPartPr>
              <p14:xfrm>
                <a:off x="941557" y="3767246"/>
                <a:ext cx="136800" cy="95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2CB1905-8CC6-7382-8B30-00FBF9DE4B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557" y="3749606"/>
                  <a:ext cx="172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8273CD-FC03-4A1A-A98E-828C01B7040E}"/>
                    </a:ext>
                  </a:extLst>
                </p14:cNvPr>
                <p14:cNvContentPartPr/>
                <p14:nvPr/>
              </p14:nvContentPartPr>
              <p14:xfrm>
                <a:off x="1167997" y="3729806"/>
                <a:ext cx="168840" cy="98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8273CD-FC03-4A1A-A98E-828C01B704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50357" y="3711806"/>
                  <a:ext cx="204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CD406E-A6FE-821D-7D4A-AF6F4B1C8D46}"/>
                    </a:ext>
                  </a:extLst>
                </p14:cNvPr>
                <p14:cNvContentPartPr/>
                <p14:nvPr/>
              </p14:nvContentPartPr>
              <p14:xfrm>
                <a:off x="1436557" y="3694526"/>
                <a:ext cx="130320" cy="125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CD406E-A6FE-821D-7D4A-AF6F4B1C8D4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18917" y="3676526"/>
                  <a:ext cx="165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E1215A-3F2C-BDEE-D3D1-9846703CF892}"/>
                    </a:ext>
                  </a:extLst>
                </p14:cNvPr>
                <p14:cNvContentPartPr/>
                <p14:nvPr/>
              </p14:nvContentPartPr>
              <p14:xfrm>
                <a:off x="1688197" y="3702806"/>
                <a:ext cx="126360" cy="123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E1215A-3F2C-BDEE-D3D1-9846703CF8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70557" y="3685166"/>
                  <a:ext cx="162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21CDE7-601D-D119-2637-5C4D27735B06}"/>
                    </a:ext>
                  </a:extLst>
                </p14:cNvPr>
                <p14:cNvContentPartPr/>
                <p14:nvPr/>
              </p14:nvContentPartPr>
              <p14:xfrm>
                <a:off x="1889437" y="3671846"/>
                <a:ext cx="93960" cy="139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21CDE7-601D-D119-2637-5C4D27735B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71797" y="3654206"/>
                  <a:ext cx="129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CB47813-56A1-574B-303E-21CFB5E7F03B}"/>
                    </a:ext>
                  </a:extLst>
                </p14:cNvPr>
                <p14:cNvContentPartPr/>
                <p14:nvPr/>
              </p14:nvContentPartPr>
              <p14:xfrm>
                <a:off x="2111917" y="3583286"/>
                <a:ext cx="53280" cy="246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CB47813-56A1-574B-303E-21CFB5E7F0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94277" y="3565286"/>
                  <a:ext cx="88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153567-2998-1E2E-FFA7-33C5ADD9F6DF}"/>
                    </a:ext>
                  </a:extLst>
                </p14:cNvPr>
                <p14:cNvContentPartPr/>
                <p14:nvPr/>
              </p14:nvContentPartPr>
              <p14:xfrm>
                <a:off x="2096797" y="3671846"/>
                <a:ext cx="89640" cy="38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153567-2998-1E2E-FFA7-33C5ADD9F6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8797" y="3654206"/>
                  <a:ext cx="125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10D7E9-EE1A-7664-0668-7406C21B2466}"/>
                    </a:ext>
                  </a:extLst>
                </p14:cNvPr>
                <p14:cNvContentPartPr/>
                <p14:nvPr/>
              </p14:nvContentPartPr>
              <p14:xfrm>
                <a:off x="2286877" y="3675446"/>
                <a:ext cx="50040" cy="163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10D7E9-EE1A-7664-0668-7406C21B24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68877" y="3657446"/>
                  <a:ext cx="85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FFD7FDE-87B5-7160-065E-12D81877D657}"/>
                    </a:ext>
                  </a:extLst>
                </p14:cNvPr>
                <p14:cNvContentPartPr/>
                <p14:nvPr/>
              </p14:nvContentPartPr>
              <p14:xfrm>
                <a:off x="2937757" y="3756446"/>
                <a:ext cx="38520" cy="23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FFD7FDE-87B5-7160-065E-12D81877D65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20117" y="3738446"/>
                  <a:ext cx="74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61F339-347F-889E-E12A-7A0FD71693D3}"/>
                    </a:ext>
                  </a:extLst>
                </p14:cNvPr>
                <p14:cNvContentPartPr/>
                <p14:nvPr/>
              </p14:nvContentPartPr>
              <p14:xfrm>
                <a:off x="2926597" y="3675806"/>
                <a:ext cx="94680" cy="14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61F339-347F-889E-E12A-7A0FD71693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08597" y="3657806"/>
                  <a:ext cx="130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14E0AA-B168-A9DD-895E-137B49623EE3}"/>
                    </a:ext>
                  </a:extLst>
                </p14:cNvPr>
                <p14:cNvContentPartPr/>
                <p14:nvPr/>
              </p14:nvContentPartPr>
              <p14:xfrm>
                <a:off x="3102277" y="3630086"/>
                <a:ext cx="205560" cy="182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14E0AA-B168-A9DD-895E-137B49623E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84637" y="3612446"/>
                  <a:ext cx="241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3625AF-8127-0380-4F59-00C1A0EC9C1F}"/>
                    </a:ext>
                  </a:extLst>
                </p14:cNvPr>
                <p14:cNvContentPartPr/>
                <p14:nvPr/>
              </p14:nvContentPartPr>
              <p14:xfrm>
                <a:off x="3377677" y="3728366"/>
                <a:ext cx="139680" cy="154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3625AF-8127-0380-4F59-00C1A0EC9C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60037" y="3710726"/>
                  <a:ext cx="175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48C164-DCA2-5214-85C5-5A391AE269E1}"/>
                    </a:ext>
                  </a:extLst>
                </p14:cNvPr>
                <p14:cNvContentPartPr/>
                <p14:nvPr/>
              </p14:nvContentPartPr>
              <p14:xfrm>
                <a:off x="3709957" y="3695966"/>
                <a:ext cx="72360" cy="174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48C164-DCA2-5214-85C5-5A391AE269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92317" y="3677966"/>
                  <a:ext cx="108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CAA423-FD66-91BA-ED25-05325643138F}"/>
                    </a:ext>
                  </a:extLst>
                </p14:cNvPr>
                <p14:cNvContentPartPr/>
                <p14:nvPr/>
              </p14:nvContentPartPr>
              <p14:xfrm>
                <a:off x="3846037" y="3793166"/>
                <a:ext cx="41760" cy="96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CAA423-FD66-91BA-ED25-0532564313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28037" y="3775166"/>
                  <a:ext cx="77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97BA630-BCD4-441C-226C-A4010272A2F0}"/>
                    </a:ext>
                  </a:extLst>
                </p14:cNvPr>
                <p14:cNvContentPartPr/>
                <p14:nvPr/>
              </p14:nvContentPartPr>
              <p14:xfrm>
                <a:off x="3868717" y="3590486"/>
                <a:ext cx="6480" cy="4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97BA630-BCD4-441C-226C-A4010272A2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50717" y="3572486"/>
                  <a:ext cx="42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D46ED3-DA64-97D2-9F2C-F091F541DC98}"/>
                    </a:ext>
                  </a:extLst>
                </p14:cNvPr>
                <p14:cNvContentPartPr/>
                <p14:nvPr/>
              </p14:nvContentPartPr>
              <p14:xfrm>
                <a:off x="3977797" y="3599486"/>
                <a:ext cx="387720" cy="264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D46ED3-DA64-97D2-9F2C-F091F541DC9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60157" y="3581486"/>
                  <a:ext cx="423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C529412-B83E-2484-A838-E04EB4701FBC}"/>
                    </a:ext>
                  </a:extLst>
                </p14:cNvPr>
                <p14:cNvContentPartPr/>
                <p14:nvPr/>
              </p14:nvContentPartPr>
              <p14:xfrm>
                <a:off x="4779517" y="3711806"/>
                <a:ext cx="100440" cy="225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C529412-B83E-2484-A838-E04EB4701F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61877" y="3693806"/>
                  <a:ext cx="1360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34A874-EAB9-4C34-44B6-96248802EC35}"/>
                    </a:ext>
                  </a:extLst>
                </p14:cNvPr>
                <p14:cNvContentPartPr/>
                <p14:nvPr/>
              </p14:nvContentPartPr>
              <p14:xfrm>
                <a:off x="4958797" y="3786326"/>
                <a:ext cx="83520" cy="96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34A874-EAB9-4C34-44B6-96248802EC3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41157" y="3768686"/>
                  <a:ext cx="119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21E84C-4689-D1AF-0A78-1512E376DEB4}"/>
                    </a:ext>
                  </a:extLst>
                </p14:cNvPr>
                <p14:cNvContentPartPr/>
                <p14:nvPr/>
              </p14:nvContentPartPr>
              <p14:xfrm>
                <a:off x="5016037" y="3599486"/>
                <a:ext cx="8640" cy="30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21E84C-4689-D1AF-0A78-1512E376DE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98037" y="3581846"/>
                  <a:ext cx="44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858E304-A3E6-357F-A4A1-29D633C94C93}"/>
                    </a:ext>
                  </a:extLst>
                </p14:cNvPr>
                <p14:cNvContentPartPr/>
                <p14:nvPr/>
              </p14:nvContentPartPr>
              <p14:xfrm>
                <a:off x="5107477" y="3737006"/>
                <a:ext cx="396360" cy="172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858E304-A3E6-357F-A4A1-29D633C94C9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89837" y="3719006"/>
                  <a:ext cx="432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576F5B-55C5-2981-1726-68F694BCADC3}"/>
                    </a:ext>
                  </a:extLst>
                </p14:cNvPr>
                <p14:cNvContentPartPr/>
                <p14:nvPr/>
              </p14:nvContentPartPr>
              <p14:xfrm>
                <a:off x="5613637" y="3620006"/>
                <a:ext cx="380160" cy="323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F576F5B-55C5-2981-1726-68F694BCAD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95637" y="3602366"/>
                  <a:ext cx="4158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802327-2A23-3A80-EB0B-CE17643E27A6}"/>
                    </a:ext>
                  </a:extLst>
                </p14:cNvPr>
                <p14:cNvContentPartPr/>
                <p14:nvPr/>
              </p14:nvContentPartPr>
              <p14:xfrm>
                <a:off x="2478397" y="4339646"/>
                <a:ext cx="95040" cy="322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802327-2A23-3A80-EB0B-CE17643E27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60757" y="4321646"/>
                  <a:ext cx="1306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A71F68-BA13-0437-3B3A-B069919012A1}"/>
                    </a:ext>
                  </a:extLst>
                </p14:cNvPr>
                <p14:cNvContentPartPr/>
                <p14:nvPr/>
              </p14:nvContentPartPr>
              <p14:xfrm>
                <a:off x="2450677" y="4479686"/>
                <a:ext cx="366840" cy="16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A71F68-BA13-0437-3B3A-B069919012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32677" y="4462046"/>
                  <a:ext cx="402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383998B-58D2-CAE6-5EEC-633805B9072B}"/>
                    </a:ext>
                  </a:extLst>
                </p14:cNvPr>
                <p14:cNvContentPartPr/>
                <p14:nvPr/>
              </p14:nvContentPartPr>
              <p14:xfrm>
                <a:off x="2205877" y="5101046"/>
                <a:ext cx="130320" cy="307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383998B-58D2-CAE6-5EEC-633805B9072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87877" y="5083046"/>
                  <a:ext cx="1659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A9ED07-1B16-159F-AA97-9407DC0592E8}"/>
                    </a:ext>
                  </a:extLst>
                </p14:cNvPr>
                <p14:cNvContentPartPr/>
                <p14:nvPr/>
              </p14:nvContentPartPr>
              <p14:xfrm>
                <a:off x="2519797" y="5123366"/>
                <a:ext cx="24840" cy="230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A9ED07-1B16-159F-AA97-9407DC0592E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02157" y="5105366"/>
                  <a:ext cx="60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B04F710-6CD0-9888-4D8B-CFF0B4B82C6A}"/>
                    </a:ext>
                  </a:extLst>
                </p14:cNvPr>
                <p14:cNvContentPartPr/>
                <p14:nvPr/>
              </p14:nvContentPartPr>
              <p14:xfrm>
                <a:off x="2644357" y="5274926"/>
                <a:ext cx="82440" cy="10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B04F710-6CD0-9888-4D8B-CFF0B4B82C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26357" y="5256926"/>
                  <a:ext cx="118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83BF1D0-2FE1-3988-6F3B-C6E3B07E934D}"/>
                    </a:ext>
                  </a:extLst>
                </p14:cNvPr>
                <p14:cNvContentPartPr/>
                <p14:nvPr/>
              </p14:nvContentPartPr>
              <p14:xfrm>
                <a:off x="2888437" y="5285006"/>
                <a:ext cx="37080" cy="97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83BF1D0-2FE1-3988-6F3B-C6E3B07E93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70797" y="5267366"/>
                  <a:ext cx="72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D8DEE7-EF9B-4467-051F-2FFCF4026B18}"/>
                    </a:ext>
                  </a:extLst>
                </p14:cNvPr>
                <p14:cNvContentPartPr/>
                <p14:nvPr/>
              </p14:nvContentPartPr>
              <p14:xfrm>
                <a:off x="3092917" y="5237846"/>
                <a:ext cx="3600" cy="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D8DEE7-EF9B-4467-051F-2FFCF4026B1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74917" y="5219846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444C32B-C047-E86C-898B-AAB0349FB0C5}"/>
                    </a:ext>
                  </a:extLst>
                </p14:cNvPr>
                <p14:cNvContentPartPr/>
                <p14:nvPr/>
              </p14:nvContentPartPr>
              <p14:xfrm>
                <a:off x="3101917" y="5217686"/>
                <a:ext cx="38880" cy="227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444C32B-C047-E86C-898B-AAB0349FB0C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84277" y="5199686"/>
                  <a:ext cx="74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2D1BB5-B2E2-3A9C-4EE0-16B15345747C}"/>
                    </a:ext>
                  </a:extLst>
                </p14:cNvPr>
                <p14:cNvContentPartPr/>
                <p14:nvPr/>
              </p14:nvContentPartPr>
              <p14:xfrm>
                <a:off x="3060157" y="5301926"/>
                <a:ext cx="92880" cy="51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72D1BB5-B2E2-3A9C-4EE0-16B1534574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42517" y="5284286"/>
                  <a:ext cx="128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0011AFE-05AB-694D-F74B-C0443451FCF9}"/>
                    </a:ext>
                  </a:extLst>
                </p14:cNvPr>
                <p14:cNvContentPartPr/>
                <p14:nvPr/>
              </p14:nvContentPartPr>
              <p14:xfrm>
                <a:off x="3275077" y="5282486"/>
                <a:ext cx="69120" cy="117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0011AFE-05AB-694D-F74B-C0443451FC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57077" y="5264486"/>
                  <a:ext cx="104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07F94B-1207-3875-45FF-45EA32F0C689}"/>
                    </a:ext>
                  </a:extLst>
                </p14:cNvPr>
                <p14:cNvContentPartPr/>
                <p14:nvPr/>
              </p14:nvContentPartPr>
              <p14:xfrm>
                <a:off x="3455077" y="5243246"/>
                <a:ext cx="32400" cy="96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07F94B-1207-3875-45FF-45EA32F0C68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37077" y="5225246"/>
                  <a:ext cx="68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169B6F-0D70-D4B5-082D-03A628ED0C5D}"/>
                    </a:ext>
                  </a:extLst>
                </p14:cNvPr>
                <p14:cNvContentPartPr/>
                <p14:nvPr/>
              </p14:nvContentPartPr>
              <p14:xfrm>
                <a:off x="3434917" y="5111126"/>
                <a:ext cx="13320" cy="22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169B6F-0D70-D4B5-082D-03A628ED0C5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16917" y="5093126"/>
                  <a:ext cx="48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9AAB70-6852-239C-B0C0-A89FA66637A5}"/>
                    </a:ext>
                  </a:extLst>
                </p14:cNvPr>
                <p14:cNvContentPartPr/>
                <p14:nvPr/>
              </p14:nvContentPartPr>
              <p14:xfrm>
                <a:off x="3600157" y="5226686"/>
                <a:ext cx="111600" cy="147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9AAB70-6852-239C-B0C0-A89FA66637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82517" y="5209046"/>
                  <a:ext cx="147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3D4C213-3ED2-7FF0-637E-EC72987A2786}"/>
                    </a:ext>
                  </a:extLst>
                </p14:cNvPr>
                <p14:cNvContentPartPr/>
                <p14:nvPr/>
              </p14:nvContentPartPr>
              <p14:xfrm>
                <a:off x="3785917" y="5248286"/>
                <a:ext cx="207720" cy="119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3D4C213-3ED2-7FF0-637E-EC72987A27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67917" y="5230646"/>
                  <a:ext cx="243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B46320-05F4-9860-50EE-99CF42D169E5}"/>
                    </a:ext>
                  </a:extLst>
                </p14:cNvPr>
                <p14:cNvContentPartPr/>
                <p14:nvPr/>
              </p14:nvContentPartPr>
              <p14:xfrm>
                <a:off x="4014517" y="5078006"/>
                <a:ext cx="96480" cy="287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B46320-05F4-9860-50EE-99CF42D169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96517" y="5060366"/>
                  <a:ext cx="1321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D1594AB-2532-D38F-42C0-600E8683F461}"/>
                    </a:ext>
                  </a:extLst>
                </p14:cNvPr>
                <p14:cNvContentPartPr/>
                <p14:nvPr/>
              </p14:nvContentPartPr>
              <p14:xfrm>
                <a:off x="4547677" y="5173766"/>
                <a:ext cx="116280" cy="226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D1594AB-2532-D38F-42C0-600E8683F4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30037" y="5156126"/>
                  <a:ext cx="151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22B4F00-5799-CDF0-42C4-88C2743009DF}"/>
                    </a:ext>
                  </a:extLst>
                </p14:cNvPr>
                <p14:cNvContentPartPr/>
                <p14:nvPr/>
              </p14:nvContentPartPr>
              <p14:xfrm>
                <a:off x="4769077" y="5204006"/>
                <a:ext cx="43200" cy="92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22B4F00-5799-CDF0-42C4-88C2743009D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51437" y="5186366"/>
                  <a:ext cx="78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CEB829-A76E-3527-0B77-66D259DAC1DB}"/>
                    </a:ext>
                  </a:extLst>
                </p14:cNvPr>
                <p14:cNvContentPartPr/>
                <p14:nvPr/>
              </p14:nvContentPartPr>
              <p14:xfrm>
                <a:off x="4784917" y="5084486"/>
                <a:ext cx="12240" cy="31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CEB829-A76E-3527-0B77-66D259DAC1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66917" y="5066486"/>
                  <a:ext cx="47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D79366-225B-0D06-CE67-D08444DB7551}"/>
                    </a:ext>
                  </a:extLst>
                </p14:cNvPr>
                <p14:cNvContentPartPr/>
                <p14:nvPr/>
              </p14:nvContentPartPr>
              <p14:xfrm>
                <a:off x="4949437" y="5210126"/>
                <a:ext cx="418680" cy="203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D79366-225B-0D06-CE67-D08444DB755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31797" y="5192486"/>
                  <a:ext cx="454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6CB707-1AB2-4727-7836-C2AA048AB87F}"/>
                    </a:ext>
                  </a:extLst>
                </p14:cNvPr>
                <p14:cNvContentPartPr/>
                <p14:nvPr/>
              </p14:nvContentPartPr>
              <p14:xfrm>
                <a:off x="5411677" y="5205446"/>
                <a:ext cx="214560" cy="109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6CB707-1AB2-4727-7836-C2AA048AB87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94037" y="5187446"/>
                  <a:ext cx="2502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B43838A-B846-8472-73B0-332D5E766BF8}"/>
                    </a:ext>
                  </a:extLst>
                </p14:cNvPr>
                <p14:cNvContentPartPr/>
                <p14:nvPr/>
              </p14:nvContentPartPr>
              <p14:xfrm>
                <a:off x="5651077" y="5039486"/>
                <a:ext cx="77040" cy="325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B43838A-B846-8472-73B0-332D5E766B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33077" y="5021846"/>
                  <a:ext cx="1126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E57EF5-64E2-ECC8-FF2D-78CB696E5049}"/>
                    </a:ext>
                  </a:extLst>
                </p14:cNvPr>
                <p14:cNvContentPartPr/>
                <p14:nvPr/>
              </p14:nvContentPartPr>
              <p14:xfrm>
                <a:off x="510637" y="3182966"/>
                <a:ext cx="203760" cy="2866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E57EF5-64E2-ECC8-FF2D-78CB696E504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92997" y="3165326"/>
                  <a:ext cx="239400" cy="29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4780BF8-6505-C327-3916-E9A2FD5F8DD0}"/>
                    </a:ext>
                  </a:extLst>
                </p14:cNvPr>
                <p14:cNvContentPartPr/>
                <p14:nvPr/>
              </p14:nvContentPartPr>
              <p14:xfrm>
                <a:off x="297517" y="3270806"/>
                <a:ext cx="5999760" cy="216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4780BF8-6505-C327-3916-E9A2FD5F8DD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9877" y="3252806"/>
                  <a:ext cx="6035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BF0C2C-A6DF-8700-B79C-C10E0CD7D169}"/>
                    </a:ext>
                  </a:extLst>
                </p14:cNvPr>
                <p14:cNvContentPartPr/>
                <p14:nvPr/>
              </p14:nvContentPartPr>
              <p14:xfrm>
                <a:off x="819157" y="3407246"/>
                <a:ext cx="5777640" cy="2577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BF0C2C-A6DF-8700-B79C-C10E0CD7D1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1157" y="3389246"/>
                  <a:ext cx="5813280" cy="261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0852025-0EC9-68B4-E996-252092C6405B}"/>
              </a:ext>
            </a:extLst>
          </p:cNvPr>
          <p:cNvGrpSpPr/>
          <p:nvPr/>
        </p:nvGrpSpPr>
        <p:grpSpPr>
          <a:xfrm>
            <a:off x="2917237" y="6156206"/>
            <a:ext cx="1367280" cy="369000"/>
            <a:chOff x="2917237" y="6156206"/>
            <a:chExt cx="136728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DA3116A-BE6F-562A-894D-AEF316257C36}"/>
                    </a:ext>
                  </a:extLst>
                </p14:cNvPr>
                <p14:cNvContentPartPr/>
                <p14:nvPr/>
              </p14:nvContentPartPr>
              <p14:xfrm>
                <a:off x="2917237" y="6156206"/>
                <a:ext cx="173160" cy="327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DA3116A-BE6F-562A-894D-AEF316257C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99597" y="6138206"/>
                  <a:ext cx="2088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2B314A-C474-F970-559B-FC3AA6D26EB2}"/>
                    </a:ext>
                  </a:extLst>
                </p14:cNvPr>
                <p14:cNvContentPartPr/>
                <p14:nvPr/>
              </p14:nvContentPartPr>
              <p14:xfrm>
                <a:off x="3189037" y="6317486"/>
                <a:ext cx="367920" cy="166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2B314A-C474-F970-559B-FC3AA6D26EB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71397" y="6299486"/>
                  <a:ext cx="403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B151A63-1905-0EE4-14CD-EDB2BF7441EF}"/>
                    </a:ext>
                  </a:extLst>
                </p14:cNvPr>
                <p14:cNvContentPartPr/>
                <p14:nvPr/>
              </p14:nvContentPartPr>
              <p14:xfrm>
                <a:off x="3705997" y="6284366"/>
                <a:ext cx="136440" cy="240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B151A63-1905-0EE4-14CD-EDB2BF7441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87997" y="6266726"/>
                  <a:ext cx="172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1CF544-9EBC-0079-3F10-E6619F17459E}"/>
                    </a:ext>
                  </a:extLst>
                </p14:cNvPr>
                <p14:cNvContentPartPr/>
                <p14:nvPr/>
              </p14:nvContentPartPr>
              <p14:xfrm>
                <a:off x="3957997" y="6363206"/>
                <a:ext cx="72720" cy="126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1CF544-9EBC-0079-3F10-E6619F1745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39997" y="6345566"/>
                  <a:ext cx="108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367AAE-1E46-7909-9E5C-512DE293F3EC}"/>
                    </a:ext>
                  </a:extLst>
                </p14:cNvPr>
                <p14:cNvContentPartPr/>
                <p14:nvPr/>
              </p14:nvContentPartPr>
              <p14:xfrm>
                <a:off x="4205317" y="6310646"/>
                <a:ext cx="79200" cy="146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367AAE-1E46-7909-9E5C-512DE293F3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87317" y="6292646"/>
                  <a:ext cx="1148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2AEF64D-527F-1E89-3B79-E716C37445D3}"/>
              </a:ext>
            </a:extLst>
          </p:cNvPr>
          <p:cNvGrpSpPr/>
          <p:nvPr/>
        </p:nvGrpSpPr>
        <p:grpSpPr>
          <a:xfrm>
            <a:off x="6910717" y="3023846"/>
            <a:ext cx="365400" cy="232920"/>
            <a:chOff x="6910717" y="3023846"/>
            <a:chExt cx="36540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1908AA-A600-061E-14FB-0B04416C816D}"/>
                    </a:ext>
                  </a:extLst>
                </p14:cNvPr>
                <p14:cNvContentPartPr/>
                <p14:nvPr/>
              </p14:nvContentPartPr>
              <p14:xfrm>
                <a:off x="6910717" y="3023846"/>
                <a:ext cx="194400" cy="200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1908AA-A600-061E-14FB-0B04416C816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92717" y="3006206"/>
                  <a:ext cx="230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10D883B-5DB1-F17A-E293-45166EF6E910}"/>
                    </a:ext>
                  </a:extLst>
                </p14:cNvPr>
                <p14:cNvContentPartPr/>
                <p14:nvPr/>
              </p14:nvContentPartPr>
              <p14:xfrm>
                <a:off x="7166317" y="3048326"/>
                <a:ext cx="109800" cy="208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10D883B-5DB1-F17A-E293-45166EF6E91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148677" y="3030326"/>
                  <a:ext cx="14544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4927262-2DF5-E0F5-9FF9-6037D4541150}"/>
                  </a:ext>
                </a:extLst>
              </p14:cNvPr>
              <p14:cNvContentPartPr/>
              <p14:nvPr/>
            </p14:nvContentPartPr>
            <p14:xfrm>
              <a:off x="7673917" y="3079286"/>
              <a:ext cx="146880" cy="128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4927262-2DF5-E0F5-9FF9-6037D454115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656277" y="3061286"/>
                <a:ext cx="18252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F8D6379-2C84-4128-3A8B-103F399E9E96}"/>
              </a:ext>
            </a:extLst>
          </p:cNvPr>
          <p:cNvGrpSpPr/>
          <p:nvPr/>
        </p:nvGrpSpPr>
        <p:grpSpPr>
          <a:xfrm>
            <a:off x="8082877" y="2845646"/>
            <a:ext cx="1602720" cy="371160"/>
            <a:chOff x="8082877" y="2845646"/>
            <a:chExt cx="16027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D1B21D-D7B7-F893-DDE9-73616D698577}"/>
                    </a:ext>
                  </a:extLst>
                </p14:cNvPr>
                <p14:cNvContentPartPr/>
                <p14:nvPr/>
              </p14:nvContentPartPr>
              <p14:xfrm>
                <a:off x="8098717" y="2912606"/>
                <a:ext cx="88560" cy="304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D1B21D-D7B7-F893-DDE9-73616D6985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81077" y="2894606"/>
                  <a:ext cx="124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80E0413-3D4F-2F90-D122-2B4BEA5C78A3}"/>
                    </a:ext>
                  </a:extLst>
                </p14:cNvPr>
                <p14:cNvContentPartPr/>
                <p14:nvPr/>
              </p14:nvContentPartPr>
              <p14:xfrm>
                <a:off x="8082877" y="3082166"/>
                <a:ext cx="141840" cy="78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80E0413-3D4F-2F90-D122-2B4BEA5C78A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64877" y="3064166"/>
                  <a:ext cx="177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6AF7EB0-7954-C075-1822-BB37A0FDF3EA}"/>
                    </a:ext>
                  </a:extLst>
                </p14:cNvPr>
                <p14:cNvContentPartPr/>
                <p14:nvPr/>
              </p14:nvContentPartPr>
              <p14:xfrm>
                <a:off x="8329477" y="3019886"/>
                <a:ext cx="410040" cy="135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6AF7EB0-7954-C075-1822-BB37A0FDF3E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11477" y="3002246"/>
                  <a:ext cx="445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8A6D2A9-06D5-4D00-7377-FF0BA39ED662}"/>
                    </a:ext>
                  </a:extLst>
                </p14:cNvPr>
                <p14:cNvContentPartPr/>
                <p14:nvPr/>
              </p14:nvContentPartPr>
              <p14:xfrm>
                <a:off x="8863717" y="2851766"/>
                <a:ext cx="195480" cy="296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8A6D2A9-06D5-4D00-7377-FF0BA39ED66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46077" y="2833766"/>
                  <a:ext cx="2311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5FCEC17-F1A4-EB1C-9634-985F90C4F314}"/>
                    </a:ext>
                  </a:extLst>
                </p14:cNvPr>
                <p14:cNvContentPartPr/>
                <p14:nvPr/>
              </p14:nvContentPartPr>
              <p14:xfrm>
                <a:off x="9042277" y="2998646"/>
                <a:ext cx="58680" cy="60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5FCEC17-F1A4-EB1C-9634-985F90C4F31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24637" y="2981006"/>
                  <a:ext cx="94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C685B66-A4CD-DA3C-A388-0D3666A0642F}"/>
                    </a:ext>
                  </a:extLst>
                </p14:cNvPr>
                <p14:cNvContentPartPr/>
                <p14:nvPr/>
              </p14:nvContentPartPr>
              <p14:xfrm>
                <a:off x="9189877" y="2984606"/>
                <a:ext cx="23760" cy="79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C685B66-A4CD-DA3C-A388-0D3666A064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72237" y="2966966"/>
                  <a:ext cx="59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C32B733-E87F-68D8-2320-4C5A11498618}"/>
                    </a:ext>
                  </a:extLst>
                </p14:cNvPr>
                <p14:cNvContentPartPr/>
                <p14:nvPr/>
              </p14:nvContentPartPr>
              <p14:xfrm>
                <a:off x="9240637" y="2845646"/>
                <a:ext cx="10800" cy="30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C32B733-E87F-68D8-2320-4C5A1149861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22637" y="2827646"/>
                  <a:ext cx="46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4DC1EDE-B048-7D86-D686-42883A87DF2A}"/>
                    </a:ext>
                  </a:extLst>
                </p14:cNvPr>
                <p14:cNvContentPartPr/>
                <p14:nvPr/>
              </p14:nvContentPartPr>
              <p14:xfrm>
                <a:off x="9380317" y="2995406"/>
                <a:ext cx="103680" cy="58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4DC1EDE-B048-7D86-D686-42883A87DF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62317" y="2977766"/>
                  <a:ext cx="139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DFD9AEE-7870-5DBA-54B5-48C54AB517F7}"/>
                    </a:ext>
                  </a:extLst>
                </p14:cNvPr>
                <p14:cNvContentPartPr/>
                <p14:nvPr/>
              </p14:nvContentPartPr>
              <p14:xfrm>
                <a:off x="9495517" y="3001886"/>
                <a:ext cx="6840" cy="2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DFD9AEE-7870-5DBA-54B5-48C54AB517F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77877" y="2984246"/>
                  <a:ext cx="42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C82E813-19EE-E2DE-41C9-52DF693BDAE6}"/>
                    </a:ext>
                  </a:extLst>
                </p14:cNvPr>
                <p14:cNvContentPartPr/>
                <p14:nvPr/>
              </p14:nvContentPartPr>
              <p14:xfrm>
                <a:off x="9422797" y="2979206"/>
                <a:ext cx="262800" cy="150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C82E813-19EE-E2DE-41C9-52DF693BDAE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04797" y="2961566"/>
                  <a:ext cx="29844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377E0FF-4310-8483-B5D1-F32AC8A7EB2E}"/>
              </a:ext>
            </a:extLst>
          </p:cNvPr>
          <p:cNvGrpSpPr/>
          <p:nvPr/>
        </p:nvGrpSpPr>
        <p:grpSpPr>
          <a:xfrm>
            <a:off x="7754557" y="3411566"/>
            <a:ext cx="409320" cy="300240"/>
            <a:chOff x="7754557" y="3411566"/>
            <a:chExt cx="40932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DC4648F-4129-E704-3B8B-625822AC5AC1}"/>
                    </a:ext>
                  </a:extLst>
                </p14:cNvPr>
                <p14:cNvContentPartPr/>
                <p14:nvPr/>
              </p14:nvContentPartPr>
              <p14:xfrm>
                <a:off x="7754557" y="3514526"/>
                <a:ext cx="118440" cy="197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DC4648F-4129-E704-3B8B-625822AC5A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36917" y="3496886"/>
                  <a:ext cx="154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72A8E26-F8FB-1135-5260-D391CE0041F9}"/>
                    </a:ext>
                  </a:extLst>
                </p14:cNvPr>
                <p14:cNvContentPartPr/>
                <p14:nvPr/>
              </p14:nvContentPartPr>
              <p14:xfrm>
                <a:off x="8039317" y="3411566"/>
                <a:ext cx="59760" cy="217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72A8E26-F8FB-1135-5260-D391CE0041F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21677" y="3393566"/>
                  <a:ext cx="95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49F3285-21CE-3EBE-F5C6-4219F56A933F}"/>
                    </a:ext>
                  </a:extLst>
                </p14:cNvPr>
                <p14:cNvContentPartPr/>
                <p14:nvPr/>
              </p14:nvContentPartPr>
              <p14:xfrm>
                <a:off x="8023117" y="3537206"/>
                <a:ext cx="140760" cy="77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49F3285-21CE-3EBE-F5C6-4219F56A933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05477" y="3519206"/>
                  <a:ext cx="17640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9E89027-7EAC-6F71-0428-1A0827E8D871}"/>
              </a:ext>
            </a:extLst>
          </p:cNvPr>
          <p:cNvGrpSpPr/>
          <p:nvPr/>
        </p:nvGrpSpPr>
        <p:grpSpPr>
          <a:xfrm>
            <a:off x="7276837" y="4064606"/>
            <a:ext cx="1133640" cy="406800"/>
            <a:chOff x="7276837" y="4064606"/>
            <a:chExt cx="113364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EE6B6C9-AC4B-22EC-7E4C-C0E360C08029}"/>
                    </a:ext>
                  </a:extLst>
                </p14:cNvPr>
                <p14:cNvContentPartPr/>
                <p14:nvPr/>
              </p14:nvContentPartPr>
              <p14:xfrm>
                <a:off x="7358557" y="4064606"/>
                <a:ext cx="52560" cy="323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EE6B6C9-AC4B-22EC-7E4C-C0E360C080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40917" y="4046966"/>
                  <a:ext cx="882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F716743-14EF-BF68-715B-B0A24A53C290}"/>
                    </a:ext>
                  </a:extLst>
                </p14:cNvPr>
                <p14:cNvContentPartPr/>
                <p14:nvPr/>
              </p14:nvContentPartPr>
              <p14:xfrm>
                <a:off x="7276837" y="4188806"/>
                <a:ext cx="170640" cy="102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F716743-14EF-BF68-715B-B0A24A53C2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58837" y="4171166"/>
                  <a:ext cx="206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5D53B7A-DB6B-8E0D-D466-E9CF5450D634}"/>
                    </a:ext>
                  </a:extLst>
                </p14:cNvPr>
                <p14:cNvContentPartPr/>
                <p14:nvPr/>
              </p14:nvContentPartPr>
              <p14:xfrm>
                <a:off x="7555117" y="4152806"/>
                <a:ext cx="492120" cy="187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5D53B7A-DB6B-8E0D-D466-E9CF5450D6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37117" y="4134806"/>
                  <a:ext cx="527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8FDD0BF-1F94-0D02-5350-14F1372619B5}"/>
                    </a:ext>
                  </a:extLst>
                </p14:cNvPr>
                <p14:cNvContentPartPr/>
                <p14:nvPr/>
              </p14:nvContentPartPr>
              <p14:xfrm>
                <a:off x="8179357" y="4154246"/>
                <a:ext cx="50760" cy="317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8FDD0BF-1F94-0D02-5350-14F1372619B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61357" y="4136246"/>
                  <a:ext cx="864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367046A-9504-FAE0-C2FA-F0346C5966EE}"/>
                    </a:ext>
                  </a:extLst>
                </p14:cNvPr>
                <p14:cNvContentPartPr/>
                <p14:nvPr/>
              </p14:nvContentPartPr>
              <p14:xfrm>
                <a:off x="8187277" y="4157846"/>
                <a:ext cx="103320" cy="108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367046A-9504-FAE0-C2FA-F0346C5966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69637" y="4140206"/>
                  <a:ext cx="138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0A2AAEE-606C-7ECB-450E-2FC54C94CD0E}"/>
                    </a:ext>
                  </a:extLst>
                </p14:cNvPr>
                <p14:cNvContentPartPr/>
                <p14:nvPr/>
              </p14:nvContentPartPr>
              <p14:xfrm>
                <a:off x="8405797" y="4247126"/>
                <a:ext cx="4680" cy="10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0A2AAEE-606C-7ECB-450E-2FC54C94CD0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88157" y="4229486"/>
                  <a:ext cx="403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3F4A492-3B2A-2C1D-F9FA-F2B9222ECE14}"/>
              </a:ext>
            </a:extLst>
          </p:cNvPr>
          <p:cNvGrpSpPr/>
          <p:nvPr/>
        </p:nvGrpSpPr>
        <p:grpSpPr>
          <a:xfrm>
            <a:off x="6964357" y="4901246"/>
            <a:ext cx="916560" cy="340200"/>
            <a:chOff x="6964357" y="4901246"/>
            <a:chExt cx="9165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00800B6-D577-1B73-B3D1-B2DFDFEC0B71}"/>
                    </a:ext>
                  </a:extLst>
                </p14:cNvPr>
                <p14:cNvContentPartPr/>
                <p14:nvPr/>
              </p14:nvContentPartPr>
              <p14:xfrm>
                <a:off x="6968317" y="4901246"/>
                <a:ext cx="43560" cy="340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00800B6-D577-1B73-B3D1-B2DFDFEC0B7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50677" y="4883606"/>
                  <a:ext cx="79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BB8A6E7-31A8-586E-5C2F-3F6C6FF75260}"/>
                    </a:ext>
                  </a:extLst>
                </p14:cNvPr>
                <p14:cNvContentPartPr/>
                <p14:nvPr/>
              </p14:nvContentPartPr>
              <p14:xfrm>
                <a:off x="6964357" y="4916006"/>
                <a:ext cx="176400" cy="180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BB8A6E7-31A8-586E-5C2F-3F6C6FF7526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46357" y="4898006"/>
                  <a:ext cx="212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8B4747-B27F-09E7-664F-C69A9DEDE417}"/>
                    </a:ext>
                  </a:extLst>
                </p14:cNvPr>
                <p14:cNvContentPartPr/>
                <p14:nvPr/>
              </p14:nvContentPartPr>
              <p14:xfrm>
                <a:off x="7227877" y="5060366"/>
                <a:ext cx="103680" cy="99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8B4747-B27F-09E7-664F-C69A9DEDE4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09877" y="5042726"/>
                  <a:ext cx="139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3DCE467-0003-808B-F347-46BBE693273F}"/>
                    </a:ext>
                  </a:extLst>
                </p14:cNvPr>
                <p14:cNvContentPartPr/>
                <p14:nvPr/>
              </p14:nvContentPartPr>
              <p14:xfrm>
                <a:off x="7459357" y="5048486"/>
                <a:ext cx="68400" cy="118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3DCE467-0003-808B-F347-46BBE693273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441717" y="5030846"/>
                  <a:ext cx="104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74FC3A4-7452-81B0-8D92-C984D94933E0}"/>
                    </a:ext>
                  </a:extLst>
                </p14:cNvPr>
                <p14:cNvContentPartPr/>
                <p14:nvPr/>
              </p14:nvContentPartPr>
              <p14:xfrm>
                <a:off x="7590397" y="5062526"/>
                <a:ext cx="290520" cy="126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74FC3A4-7452-81B0-8D92-C984D94933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72397" y="5044886"/>
                  <a:ext cx="326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5BACD04-AD38-802E-1895-FD4EC7AEEC4C}"/>
              </a:ext>
            </a:extLst>
          </p:cNvPr>
          <p:cNvGrpSpPr/>
          <p:nvPr/>
        </p:nvGrpSpPr>
        <p:grpSpPr>
          <a:xfrm>
            <a:off x="8162077" y="4867406"/>
            <a:ext cx="992160" cy="417240"/>
            <a:chOff x="8162077" y="4867406"/>
            <a:chExt cx="99216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62C08BE-1815-098E-9897-9FF349F3E290}"/>
                    </a:ext>
                  </a:extLst>
                </p14:cNvPr>
                <p14:cNvContentPartPr/>
                <p14:nvPr/>
              </p14:nvContentPartPr>
              <p14:xfrm>
                <a:off x="8245597" y="4867406"/>
                <a:ext cx="73800" cy="313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62C08BE-1815-098E-9897-9FF349F3E29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27597" y="4849766"/>
                  <a:ext cx="109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5B91AC-3238-AD6E-6428-CEC1DF562EAA}"/>
                    </a:ext>
                  </a:extLst>
                </p14:cNvPr>
                <p14:cNvContentPartPr/>
                <p14:nvPr/>
              </p14:nvContentPartPr>
              <p14:xfrm>
                <a:off x="8162077" y="4994126"/>
                <a:ext cx="154080" cy="110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5B91AC-3238-AD6E-6428-CEC1DF562EA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44077" y="4976486"/>
                  <a:ext cx="189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629167-10E4-217D-BDA6-CA22A58BF148}"/>
                    </a:ext>
                  </a:extLst>
                </p14:cNvPr>
                <p14:cNvContentPartPr/>
                <p14:nvPr/>
              </p14:nvContentPartPr>
              <p14:xfrm>
                <a:off x="8471677" y="5002046"/>
                <a:ext cx="469800" cy="159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629167-10E4-217D-BDA6-CA22A58BF14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53677" y="4984046"/>
                  <a:ext cx="505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0C2E6B-09B5-AC54-303A-EC9E7134FED6}"/>
                    </a:ext>
                  </a:extLst>
                </p14:cNvPr>
                <p14:cNvContentPartPr/>
                <p14:nvPr/>
              </p14:nvContentPartPr>
              <p14:xfrm>
                <a:off x="8999077" y="5027966"/>
                <a:ext cx="98640" cy="256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0C2E6B-09B5-AC54-303A-EC9E7134FED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1437" y="5009966"/>
                  <a:ext cx="134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C51E672-57C7-8212-BA43-A7DC820D587E}"/>
                    </a:ext>
                  </a:extLst>
                </p14:cNvPr>
                <p14:cNvContentPartPr/>
                <p14:nvPr/>
              </p14:nvContentPartPr>
              <p14:xfrm>
                <a:off x="9052357" y="5018246"/>
                <a:ext cx="101880" cy="47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C51E672-57C7-8212-BA43-A7DC820D587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34717" y="5000606"/>
                  <a:ext cx="1375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9C8B9AF-FFAF-DB7F-6DD8-750D021D2EC8}"/>
              </a:ext>
            </a:extLst>
          </p:cNvPr>
          <p:cNvGrpSpPr/>
          <p:nvPr/>
        </p:nvGrpSpPr>
        <p:grpSpPr>
          <a:xfrm>
            <a:off x="9495517" y="4808366"/>
            <a:ext cx="588600" cy="384480"/>
            <a:chOff x="9495517" y="4808366"/>
            <a:chExt cx="58860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DE3BF5D-2AB8-0FBA-958F-4E6D203AB8D5}"/>
                    </a:ext>
                  </a:extLst>
                </p14:cNvPr>
                <p14:cNvContentPartPr/>
                <p14:nvPr/>
              </p14:nvContentPartPr>
              <p14:xfrm>
                <a:off x="9495517" y="4833926"/>
                <a:ext cx="27360" cy="34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DE3BF5D-2AB8-0FBA-958F-4E6D203AB8D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77877" y="4815926"/>
                  <a:ext cx="63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BAC2705-15CF-BC14-AE0A-2C142EEA6092}"/>
                    </a:ext>
                  </a:extLst>
                </p14:cNvPr>
                <p14:cNvContentPartPr/>
                <p14:nvPr/>
              </p14:nvContentPartPr>
              <p14:xfrm>
                <a:off x="9502717" y="4808366"/>
                <a:ext cx="39600" cy="384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BAC2705-15CF-BC14-AE0A-2C142EEA60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84717" y="4790366"/>
                  <a:ext cx="752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EC5909E-F2ED-B161-BB9D-52836C714797}"/>
                    </a:ext>
                  </a:extLst>
                </p14:cNvPr>
                <p14:cNvContentPartPr/>
                <p14:nvPr/>
              </p14:nvContentPartPr>
              <p14:xfrm>
                <a:off x="9628357" y="4925006"/>
                <a:ext cx="133560" cy="194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EC5909E-F2ED-B161-BB9D-52836C71479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610717" y="4907006"/>
                  <a:ext cx="169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F005EEF-8539-330A-4A11-2203994498F3}"/>
                    </a:ext>
                  </a:extLst>
                </p14:cNvPr>
                <p14:cNvContentPartPr/>
                <p14:nvPr/>
              </p14:nvContentPartPr>
              <p14:xfrm>
                <a:off x="9846877" y="4843646"/>
                <a:ext cx="83160" cy="295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F005EEF-8539-330A-4A11-2203994498F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28877" y="4825646"/>
                  <a:ext cx="1188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D4B966-BBE5-9529-8190-E9C9B24F6522}"/>
                    </a:ext>
                  </a:extLst>
                </p14:cNvPr>
                <p14:cNvContentPartPr/>
                <p14:nvPr/>
              </p14:nvContentPartPr>
              <p14:xfrm>
                <a:off x="9940477" y="4902686"/>
                <a:ext cx="143640" cy="107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D4B966-BBE5-9529-8190-E9C9B24F652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22837" y="4885046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95DFF22-E1E7-5CE2-24FD-E04DD2C20856}"/>
              </a:ext>
            </a:extLst>
          </p:cNvPr>
          <p:cNvGrpSpPr/>
          <p:nvPr/>
        </p:nvGrpSpPr>
        <p:grpSpPr>
          <a:xfrm>
            <a:off x="7069837" y="5661206"/>
            <a:ext cx="791280" cy="288000"/>
            <a:chOff x="7069837" y="5661206"/>
            <a:chExt cx="79128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C29BB62-7412-88FC-0379-BCBF6B02C00F}"/>
                    </a:ext>
                  </a:extLst>
                </p14:cNvPr>
                <p14:cNvContentPartPr/>
                <p14:nvPr/>
              </p14:nvContentPartPr>
              <p14:xfrm>
                <a:off x="7069837" y="5661206"/>
                <a:ext cx="39960" cy="288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C29BB62-7412-88FC-0379-BCBF6B02C00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51837" y="5643566"/>
                  <a:ext cx="75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48AA5C8-D329-EA5D-78FB-DC07A4B2C9EF}"/>
                    </a:ext>
                  </a:extLst>
                </p14:cNvPr>
                <p14:cNvContentPartPr/>
                <p14:nvPr/>
              </p14:nvContentPartPr>
              <p14:xfrm>
                <a:off x="7192237" y="5677766"/>
                <a:ext cx="57960" cy="205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48AA5C8-D329-EA5D-78FB-DC07A4B2C9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74597" y="5659766"/>
                  <a:ext cx="93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F5F9C66-90AB-365A-B6EF-43B756CF42CB}"/>
                    </a:ext>
                  </a:extLst>
                </p14:cNvPr>
                <p14:cNvContentPartPr/>
                <p14:nvPr/>
              </p14:nvContentPartPr>
              <p14:xfrm>
                <a:off x="7117357" y="5773886"/>
                <a:ext cx="54720" cy="45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F5F9C66-90AB-365A-B6EF-43B756CF42C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9357" y="5755886"/>
                  <a:ext cx="90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48697DE-0FBE-9FA1-5DB3-82D1C68A1C39}"/>
                    </a:ext>
                  </a:extLst>
                </p14:cNvPr>
                <p14:cNvContentPartPr/>
                <p14:nvPr/>
              </p14:nvContentPartPr>
              <p14:xfrm>
                <a:off x="7376197" y="5768486"/>
                <a:ext cx="77400" cy="107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48697DE-0FBE-9FA1-5DB3-82D1C68A1C3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58197" y="5750486"/>
                  <a:ext cx="113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6188D2F-2D10-A84F-BB18-34DDD6F3CFDE}"/>
                    </a:ext>
                  </a:extLst>
                </p14:cNvPr>
                <p14:cNvContentPartPr/>
                <p14:nvPr/>
              </p14:nvContentPartPr>
              <p14:xfrm>
                <a:off x="7540717" y="5754086"/>
                <a:ext cx="155160" cy="151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6188D2F-2D10-A84F-BB18-34DDD6F3CF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23077" y="5736446"/>
                  <a:ext cx="190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997A17-4EA6-9BA8-17C4-252DCF4F0F06}"/>
                    </a:ext>
                  </a:extLst>
                </p14:cNvPr>
                <p14:cNvContentPartPr/>
                <p14:nvPr/>
              </p14:nvContentPartPr>
              <p14:xfrm>
                <a:off x="7725757" y="5670926"/>
                <a:ext cx="103680" cy="272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997A17-4EA6-9BA8-17C4-252DCF4F0F0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08117" y="5652926"/>
                  <a:ext cx="1393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25F44BE-2312-150C-579A-3EB26B26064C}"/>
                    </a:ext>
                  </a:extLst>
                </p14:cNvPr>
                <p14:cNvContentPartPr/>
                <p14:nvPr/>
              </p14:nvContentPartPr>
              <p14:xfrm>
                <a:off x="7728637" y="5753366"/>
                <a:ext cx="132480" cy="57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25F44BE-2312-150C-579A-3EB26B26064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10637" y="5735366"/>
                  <a:ext cx="16812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B9E47C9-4CEC-29D3-B597-2172FC35DF64}"/>
              </a:ext>
            </a:extLst>
          </p:cNvPr>
          <p:cNvGrpSpPr/>
          <p:nvPr/>
        </p:nvGrpSpPr>
        <p:grpSpPr>
          <a:xfrm>
            <a:off x="8118877" y="5757686"/>
            <a:ext cx="433440" cy="268200"/>
            <a:chOff x="8118877" y="5757686"/>
            <a:chExt cx="43344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E5A45DC-6734-5A97-6D22-DE149F2081EC}"/>
                    </a:ext>
                  </a:extLst>
                </p14:cNvPr>
                <p14:cNvContentPartPr/>
                <p14:nvPr/>
              </p14:nvContentPartPr>
              <p14:xfrm>
                <a:off x="8118877" y="5802326"/>
                <a:ext cx="323640" cy="223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E5A45DC-6734-5A97-6D22-DE149F2081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101237" y="5784686"/>
                  <a:ext cx="359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2FAF7D6-1B73-CDEA-EA45-8FFBF23A28F5}"/>
                    </a:ext>
                  </a:extLst>
                </p14:cNvPr>
                <p14:cNvContentPartPr/>
                <p14:nvPr/>
              </p14:nvContentPartPr>
              <p14:xfrm>
                <a:off x="8424877" y="5757686"/>
                <a:ext cx="127440" cy="97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2FAF7D6-1B73-CDEA-EA45-8FFBF23A28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07237" y="5740046"/>
                  <a:ext cx="1630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7B7CEF7-765E-EF43-9A98-8119296ABDEC}"/>
              </a:ext>
            </a:extLst>
          </p:cNvPr>
          <p:cNvGrpSpPr/>
          <p:nvPr/>
        </p:nvGrpSpPr>
        <p:grpSpPr>
          <a:xfrm>
            <a:off x="8739157" y="5695406"/>
            <a:ext cx="435240" cy="125640"/>
            <a:chOff x="8739157" y="5695406"/>
            <a:chExt cx="43524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C31FC1D-C6B2-C12E-A577-77967D02453C}"/>
                    </a:ext>
                  </a:extLst>
                </p14:cNvPr>
                <p14:cNvContentPartPr/>
                <p14:nvPr/>
              </p14:nvContentPartPr>
              <p14:xfrm>
                <a:off x="8739157" y="5773526"/>
                <a:ext cx="434520" cy="47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C31FC1D-C6B2-C12E-A577-77967D02453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21157" y="5755526"/>
                  <a:ext cx="470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C1D5F6A-77F7-66C1-42FA-9FFF1DC5FC23}"/>
                    </a:ext>
                  </a:extLst>
                </p14:cNvPr>
                <p14:cNvContentPartPr/>
                <p14:nvPr/>
              </p14:nvContentPartPr>
              <p14:xfrm>
                <a:off x="9067117" y="5695406"/>
                <a:ext cx="107280" cy="124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C1D5F6A-77F7-66C1-42FA-9FFF1DC5FC2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49117" y="5677406"/>
                  <a:ext cx="14292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6C7C70B-4B6F-A4D8-1204-118B301F0251}"/>
              </a:ext>
            </a:extLst>
          </p:cNvPr>
          <p:cNvGrpSpPr/>
          <p:nvPr/>
        </p:nvGrpSpPr>
        <p:grpSpPr>
          <a:xfrm>
            <a:off x="9437917" y="5588486"/>
            <a:ext cx="541080" cy="315720"/>
            <a:chOff x="9437917" y="5588486"/>
            <a:chExt cx="54108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4249F9C-592E-1D62-4DBE-8DE27BF33B1F}"/>
                    </a:ext>
                  </a:extLst>
                </p14:cNvPr>
                <p14:cNvContentPartPr/>
                <p14:nvPr/>
              </p14:nvContentPartPr>
              <p14:xfrm>
                <a:off x="9437917" y="5611166"/>
                <a:ext cx="199800" cy="232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4249F9C-592E-1D62-4DBE-8DE27BF33B1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20277" y="5593526"/>
                  <a:ext cx="235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4B52257-4AAF-6A76-A00A-11CED6E732A4}"/>
                    </a:ext>
                  </a:extLst>
                </p14:cNvPr>
                <p14:cNvContentPartPr/>
                <p14:nvPr/>
              </p14:nvContentPartPr>
              <p14:xfrm>
                <a:off x="9761557" y="5588486"/>
                <a:ext cx="77400" cy="315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4B52257-4AAF-6A76-A00A-11CED6E732A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43557" y="5570486"/>
                  <a:ext cx="1130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E30B61B-D061-D924-7385-B48C23A47548}"/>
                    </a:ext>
                  </a:extLst>
                </p14:cNvPr>
                <p14:cNvContentPartPr/>
                <p14:nvPr/>
              </p14:nvContentPartPr>
              <p14:xfrm>
                <a:off x="9802237" y="5652926"/>
                <a:ext cx="176760" cy="136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E30B61B-D061-D924-7385-B48C23A4754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84597" y="5634926"/>
                  <a:ext cx="2124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D321242-788C-E4AE-2A29-5811522933F0}"/>
              </a:ext>
            </a:extLst>
          </p:cNvPr>
          <p:cNvGrpSpPr/>
          <p:nvPr/>
        </p:nvGrpSpPr>
        <p:grpSpPr>
          <a:xfrm>
            <a:off x="10553197" y="2779766"/>
            <a:ext cx="923760" cy="393480"/>
            <a:chOff x="10553197" y="2779766"/>
            <a:chExt cx="92376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8BF0D43-F77A-C2E5-A302-B5AA3F15AD3D}"/>
                    </a:ext>
                  </a:extLst>
                </p14:cNvPr>
                <p14:cNvContentPartPr/>
                <p14:nvPr/>
              </p14:nvContentPartPr>
              <p14:xfrm>
                <a:off x="10553197" y="2779766"/>
                <a:ext cx="221400" cy="38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8BF0D43-F77A-C2E5-A302-B5AA3F15AD3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35197" y="2761766"/>
                  <a:ext cx="257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A023773-6B0C-47B8-F34B-9119D45A2927}"/>
                    </a:ext>
                  </a:extLst>
                </p14:cNvPr>
                <p14:cNvContentPartPr/>
                <p14:nvPr/>
              </p14:nvContentPartPr>
              <p14:xfrm>
                <a:off x="10676317" y="2801006"/>
                <a:ext cx="57960" cy="2386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A023773-6B0C-47B8-F34B-9119D45A29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658677" y="2783006"/>
                  <a:ext cx="93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61537FF-731F-58C0-5591-A9AFD056ADF1}"/>
                    </a:ext>
                  </a:extLst>
                </p14:cNvPr>
                <p14:cNvContentPartPr/>
                <p14:nvPr/>
              </p14:nvContentPartPr>
              <p14:xfrm>
                <a:off x="10799437" y="2882006"/>
                <a:ext cx="127080" cy="144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61537FF-731F-58C0-5591-A9AFD056ADF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81437" y="2864006"/>
                  <a:ext cx="162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85A6504-419B-A138-9872-6FEBC9EB1E64}"/>
                    </a:ext>
                  </a:extLst>
                </p14:cNvPr>
                <p14:cNvContentPartPr/>
                <p14:nvPr/>
              </p14:nvContentPartPr>
              <p14:xfrm>
                <a:off x="11000677" y="2897846"/>
                <a:ext cx="91080" cy="131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85A6504-419B-A138-9872-6FEBC9EB1E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82677" y="2880206"/>
                  <a:ext cx="126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6F153D4-E5DC-F3D1-5C91-34A47E96998E}"/>
                    </a:ext>
                  </a:extLst>
                </p14:cNvPr>
                <p14:cNvContentPartPr/>
                <p14:nvPr/>
              </p14:nvContentPartPr>
              <p14:xfrm>
                <a:off x="11083837" y="2936366"/>
                <a:ext cx="113400" cy="97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6F153D4-E5DC-F3D1-5C91-34A47E96998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65837" y="2918366"/>
                  <a:ext cx="149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38B662E-0034-133A-5D82-46AEF7B38978}"/>
                    </a:ext>
                  </a:extLst>
                </p14:cNvPr>
                <p14:cNvContentPartPr/>
                <p14:nvPr/>
              </p14:nvContentPartPr>
              <p14:xfrm>
                <a:off x="11270677" y="2933126"/>
                <a:ext cx="58680" cy="240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38B662E-0034-133A-5D82-46AEF7B3897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253037" y="2915126"/>
                  <a:ext cx="94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32F306C-29AF-E216-E593-98231E7576B6}"/>
                    </a:ext>
                  </a:extLst>
                </p14:cNvPr>
                <p14:cNvContentPartPr/>
                <p14:nvPr/>
              </p14:nvContentPartPr>
              <p14:xfrm>
                <a:off x="11296957" y="2908646"/>
                <a:ext cx="105120" cy="95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32F306C-29AF-E216-E593-98231E7576B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78957" y="2891006"/>
                  <a:ext cx="140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D4B6F8B-8BA1-DCC0-1A37-37D82D1F526D}"/>
                    </a:ext>
                  </a:extLst>
                </p14:cNvPr>
                <p14:cNvContentPartPr/>
                <p14:nvPr/>
              </p14:nvContentPartPr>
              <p14:xfrm>
                <a:off x="11463637" y="2958686"/>
                <a:ext cx="13320" cy="23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D4B6F8B-8BA1-DCC0-1A37-37D82D1F52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45997" y="2940686"/>
                  <a:ext cx="489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237D6CE-3089-73C1-AC22-08FD18503BF2}"/>
              </a:ext>
            </a:extLst>
          </p:cNvPr>
          <p:cNvGrpSpPr/>
          <p:nvPr/>
        </p:nvGrpSpPr>
        <p:grpSpPr>
          <a:xfrm>
            <a:off x="5959237" y="953486"/>
            <a:ext cx="5889240" cy="1729800"/>
            <a:chOff x="5959237" y="953486"/>
            <a:chExt cx="5889240" cy="172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1E4D73-8BE6-3D85-4B4C-114A252C0452}"/>
                    </a:ext>
                  </a:extLst>
                </p14:cNvPr>
                <p14:cNvContentPartPr/>
                <p14:nvPr/>
              </p14:nvContentPartPr>
              <p14:xfrm>
                <a:off x="6544957" y="1007846"/>
                <a:ext cx="23040" cy="328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1E4D73-8BE6-3D85-4B4C-114A252C045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26957" y="989846"/>
                  <a:ext cx="586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68DAEF7-AA9A-393F-BD7E-7ECDF5285004}"/>
                    </a:ext>
                  </a:extLst>
                </p14:cNvPr>
                <p14:cNvContentPartPr/>
                <p14:nvPr/>
              </p14:nvContentPartPr>
              <p14:xfrm>
                <a:off x="6531277" y="1027286"/>
                <a:ext cx="330840" cy="240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68DAEF7-AA9A-393F-BD7E-7ECDF528500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13277" y="1009646"/>
                  <a:ext cx="366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A7B67E-9FA8-2F67-944B-97E532F21F54}"/>
                    </a:ext>
                  </a:extLst>
                </p14:cNvPr>
                <p14:cNvContentPartPr/>
                <p14:nvPr/>
              </p14:nvContentPartPr>
              <p14:xfrm>
                <a:off x="6937357" y="1144646"/>
                <a:ext cx="170640" cy="137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A7B67E-9FA8-2F67-944B-97E532F21F5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19717" y="1127006"/>
                  <a:ext cx="206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F06E24-075B-E019-F2D0-102EFA7C5BC4}"/>
                    </a:ext>
                  </a:extLst>
                </p14:cNvPr>
                <p14:cNvContentPartPr/>
                <p14:nvPr/>
              </p14:nvContentPartPr>
              <p14:xfrm>
                <a:off x="7179997" y="1000646"/>
                <a:ext cx="74160" cy="311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F06E24-075B-E019-F2D0-102EFA7C5B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61997" y="983006"/>
                  <a:ext cx="109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B43D87-E51C-0654-4102-2CDBEA340B04}"/>
                    </a:ext>
                  </a:extLst>
                </p14:cNvPr>
                <p14:cNvContentPartPr/>
                <p14:nvPr/>
              </p14:nvContentPartPr>
              <p14:xfrm>
                <a:off x="7172437" y="1127726"/>
                <a:ext cx="65520" cy="95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B43D87-E51C-0654-4102-2CDBEA340B0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154437" y="1110086"/>
                  <a:ext cx="101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538DC0B-11D3-DF82-51BB-2FEA739BAF7B}"/>
                    </a:ext>
                  </a:extLst>
                </p14:cNvPr>
                <p14:cNvContentPartPr/>
                <p14:nvPr/>
              </p14:nvContentPartPr>
              <p14:xfrm>
                <a:off x="7376557" y="1130606"/>
                <a:ext cx="99720" cy="130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538DC0B-11D3-DF82-51BB-2FEA739BAF7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58917" y="1112966"/>
                  <a:ext cx="135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96F76E-9EE2-ED58-C88D-EBB2065A774D}"/>
                    </a:ext>
                  </a:extLst>
                </p14:cNvPr>
                <p14:cNvContentPartPr/>
                <p14:nvPr/>
              </p14:nvContentPartPr>
              <p14:xfrm>
                <a:off x="7559077" y="1048166"/>
                <a:ext cx="128520" cy="206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96F76E-9EE2-ED58-C88D-EBB2065A774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41077" y="1030526"/>
                  <a:ext cx="164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6DCE2AA-7198-5E3D-DF18-6856D191A875}"/>
                    </a:ext>
                  </a:extLst>
                </p14:cNvPr>
                <p14:cNvContentPartPr/>
                <p14:nvPr/>
              </p14:nvContentPartPr>
              <p14:xfrm>
                <a:off x="7767517" y="1162646"/>
                <a:ext cx="38880" cy="123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6DCE2AA-7198-5E3D-DF18-6856D191A87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749877" y="1145006"/>
                  <a:ext cx="745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148D834-592D-12D3-FAF2-F93B8934895E}"/>
                    </a:ext>
                  </a:extLst>
                </p14:cNvPr>
                <p14:cNvContentPartPr/>
                <p14:nvPr/>
              </p14:nvContentPartPr>
              <p14:xfrm>
                <a:off x="7786237" y="953486"/>
                <a:ext cx="11880" cy="53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148D834-592D-12D3-FAF2-F93B8934895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68237" y="935486"/>
                  <a:ext cx="47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FCD59E-1B9A-2B8E-1BE7-AACF5775523F}"/>
                    </a:ext>
                  </a:extLst>
                </p14:cNvPr>
                <p14:cNvContentPartPr/>
                <p14:nvPr/>
              </p14:nvContentPartPr>
              <p14:xfrm>
                <a:off x="7925557" y="1075526"/>
                <a:ext cx="143640" cy="135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FCD59E-1B9A-2B8E-1BE7-AACF577552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07917" y="1057886"/>
                  <a:ext cx="179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CE7A9F9-EB21-A144-4E27-02397487A13D}"/>
                    </a:ext>
                  </a:extLst>
                </p14:cNvPr>
                <p14:cNvContentPartPr/>
                <p14:nvPr/>
              </p14:nvContentPartPr>
              <p14:xfrm>
                <a:off x="8082877" y="984086"/>
                <a:ext cx="66240" cy="311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CE7A9F9-EB21-A144-4E27-02397487A1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065237" y="966446"/>
                  <a:ext cx="101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10A6828-79D7-A6B2-9033-EC20A6A3903C}"/>
                    </a:ext>
                  </a:extLst>
                </p14:cNvPr>
                <p14:cNvContentPartPr/>
                <p14:nvPr/>
              </p14:nvContentPartPr>
              <p14:xfrm>
                <a:off x="7211317" y="1584206"/>
                <a:ext cx="95040" cy="416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10A6828-79D7-A6B2-9033-EC20A6A3903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193677" y="1566206"/>
                  <a:ext cx="1306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8468884-96E3-762A-4AF7-5EC968BF261F}"/>
                    </a:ext>
                  </a:extLst>
                </p14:cNvPr>
                <p14:cNvContentPartPr/>
                <p14:nvPr/>
              </p14:nvContentPartPr>
              <p14:xfrm>
                <a:off x="7181437" y="1868966"/>
                <a:ext cx="214560" cy="119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8468884-96E3-762A-4AF7-5EC968BF261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163797" y="1851326"/>
                  <a:ext cx="250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C01726D-B855-CE87-A960-733712C087FF}"/>
                    </a:ext>
                  </a:extLst>
                </p14:cNvPr>
                <p14:cNvContentPartPr/>
                <p14:nvPr/>
              </p14:nvContentPartPr>
              <p14:xfrm>
                <a:off x="5959237" y="2355686"/>
                <a:ext cx="156600" cy="250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C01726D-B855-CE87-A960-733712C087F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41237" y="2338046"/>
                  <a:ext cx="192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B08688-44F8-6A35-7ED8-E2374862DD22}"/>
                    </a:ext>
                  </a:extLst>
                </p14:cNvPr>
                <p14:cNvContentPartPr/>
                <p14:nvPr/>
              </p14:nvContentPartPr>
              <p14:xfrm>
                <a:off x="6166237" y="2377286"/>
                <a:ext cx="157680" cy="151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B08688-44F8-6A35-7ED8-E2374862DD2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148597" y="2359646"/>
                  <a:ext cx="193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5216D3F-F0BB-2B04-5E96-67F6EE608998}"/>
                    </a:ext>
                  </a:extLst>
                </p14:cNvPr>
                <p14:cNvContentPartPr/>
                <p14:nvPr/>
              </p14:nvContentPartPr>
              <p14:xfrm>
                <a:off x="6439837" y="2411846"/>
                <a:ext cx="383040" cy="144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5216D3F-F0BB-2B04-5E96-67F6EE60899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422197" y="2394206"/>
                  <a:ext cx="418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7897011-5504-4253-539B-71D0647E225D}"/>
                    </a:ext>
                  </a:extLst>
                </p14:cNvPr>
                <p14:cNvContentPartPr/>
                <p14:nvPr/>
              </p14:nvContentPartPr>
              <p14:xfrm>
                <a:off x="6907837" y="2395286"/>
                <a:ext cx="111240" cy="148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7897011-5504-4253-539B-71D0647E225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890197" y="2377286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CAFEAAB-F25B-F62F-EB1E-50C15511948F}"/>
                    </a:ext>
                  </a:extLst>
                </p14:cNvPr>
                <p14:cNvContentPartPr/>
                <p14:nvPr/>
              </p14:nvContentPartPr>
              <p14:xfrm>
                <a:off x="6959317" y="2385926"/>
                <a:ext cx="101160" cy="297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CAFEAAB-F25B-F62F-EB1E-50C15511948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941317" y="2368286"/>
                  <a:ext cx="136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50D9F10-5781-7754-B8FB-449838F92FCF}"/>
                    </a:ext>
                  </a:extLst>
                </p14:cNvPr>
                <p14:cNvContentPartPr/>
                <p14:nvPr/>
              </p14:nvContentPartPr>
              <p14:xfrm>
                <a:off x="7161277" y="2380886"/>
                <a:ext cx="69840" cy="131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50D9F10-5781-7754-B8FB-449838F92F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43637" y="2362886"/>
                  <a:ext cx="105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F96AA59-9A1E-4837-08D3-6F5DB90CCEF9}"/>
                    </a:ext>
                  </a:extLst>
                </p14:cNvPr>
                <p14:cNvContentPartPr/>
                <p14:nvPr/>
              </p14:nvContentPartPr>
              <p14:xfrm>
                <a:off x="7291237" y="2388086"/>
                <a:ext cx="49680" cy="165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F96AA59-9A1E-4837-08D3-6F5DB90CCE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273237" y="2370446"/>
                  <a:ext cx="85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F16A87B-B78A-636D-E98E-497AF49F9C74}"/>
                    </a:ext>
                  </a:extLst>
                </p14:cNvPr>
                <p14:cNvContentPartPr/>
                <p14:nvPr/>
              </p14:nvContentPartPr>
              <p14:xfrm>
                <a:off x="7730077" y="2397446"/>
                <a:ext cx="136800" cy="176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F16A87B-B78A-636D-E98E-497AF49F9C7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12437" y="2379806"/>
                  <a:ext cx="1724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B0C89D-7B1D-BC38-9A96-B7F499BA8739}"/>
                    </a:ext>
                  </a:extLst>
                </p14:cNvPr>
                <p14:cNvContentPartPr/>
                <p14:nvPr/>
              </p14:nvContentPartPr>
              <p14:xfrm>
                <a:off x="7944277" y="2385566"/>
                <a:ext cx="75960" cy="141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B0C89D-7B1D-BC38-9A96-B7F499BA873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26637" y="2367926"/>
                  <a:ext cx="111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C0306F-D1CC-AC6D-7F3A-4707C45F2D07}"/>
                    </a:ext>
                  </a:extLst>
                </p14:cNvPr>
                <p14:cNvContentPartPr/>
                <p14:nvPr/>
              </p14:nvContentPartPr>
              <p14:xfrm>
                <a:off x="8143717" y="2386646"/>
                <a:ext cx="70560" cy="190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C0306F-D1CC-AC6D-7F3A-4707C45F2D0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125717" y="2369006"/>
                  <a:ext cx="106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5B5F500-5029-4376-7B42-1800554200B8}"/>
                    </a:ext>
                  </a:extLst>
                </p14:cNvPr>
                <p14:cNvContentPartPr/>
                <p14:nvPr/>
              </p14:nvContentPartPr>
              <p14:xfrm>
                <a:off x="8252797" y="2434886"/>
                <a:ext cx="31320" cy="130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5B5F500-5029-4376-7B42-1800554200B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34797" y="2417246"/>
                  <a:ext cx="66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45BD36-10F2-4B95-D9B9-26FC58393FAC}"/>
                    </a:ext>
                  </a:extLst>
                </p14:cNvPr>
                <p14:cNvContentPartPr/>
                <p14:nvPr/>
              </p14:nvContentPartPr>
              <p14:xfrm>
                <a:off x="8276557" y="2272886"/>
                <a:ext cx="7920" cy="41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45BD36-10F2-4B95-D9B9-26FC58393FA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258557" y="2255246"/>
                  <a:ext cx="4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64F4EFB-1F60-B75B-257A-098316F7DD86}"/>
                    </a:ext>
                  </a:extLst>
                </p14:cNvPr>
                <p14:cNvContentPartPr/>
                <p14:nvPr/>
              </p14:nvContentPartPr>
              <p14:xfrm>
                <a:off x="8403277" y="2420126"/>
                <a:ext cx="84960" cy="170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64F4EFB-1F60-B75B-257A-098316F7DD8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385637" y="2402486"/>
                  <a:ext cx="120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AC31F76-F891-C52F-E317-EFE6F82EC0A4}"/>
                    </a:ext>
                  </a:extLst>
                </p14:cNvPr>
                <p14:cNvContentPartPr/>
                <p14:nvPr/>
              </p14:nvContentPartPr>
              <p14:xfrm>
                <a:off x="8536477" y="2347406"/>
                <a:ext cx="96120" cy="243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AC31F76-F891-C52F-E317-EFE6F82EC0A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518477" y="2329766"/>
                  <a:ext cx="131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0AD9FBF-8A64-8401-967A-8F3D94828B51}"/>
                    </a:ext>
                  </a:extLst>
                </p14:cNvPr>
                <p14:cNvContentPartPr/>
                <p14:nvPr/>
              </p14:nvContentPartPr>
              <p14:xfrm>
                <a:off x="8564557" y="2428046"/>
                <a:ext cx="118440" cy="38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0AD9FBF-8A64-8401-967A-8F3D94828B5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546917" y="2410046"/>
                  <a:ext cx="154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0261A8-C371-2ABE-B1A9-6A5DAF61D836}"/>
                    </a:ext>
                  </a:extLst>
                </p14:cNvPr>
                <p14:cNvContentPartPr/>
                <p14:nvPr/>
              </p14:nvContentPartPr>
              <p14:xfrm>
                <a:off x="8715397" y="2418686"/>
                <a:ext cx="322200" cy="110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0261A8-C371-2ABE-B1A9-6A5DAF61D83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97397" y="2401046"/>
                  <a:ext cx="357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066390-611D-9FCC-FB10-C5F20AC6CACF}"/>
                    </a:ext>
                  </a:extLst>
                </p14:cNvPr>
                <p14:cNvContentPartPr/>
                <p14:nvPr/>
              </p14:nvContentPartPr>
              <p14:xfrm>
                <a:off x="9150637" y="2399966"/>
                <a:ext cx="81360" cy="118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066390-611D-9FCC-FB10-C5F20AC6CAC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32997" y="2381966"/>
                  <a:ext cx="117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EACC533-F21D-0015-7B44-BFA62E4B5D3F}"/>
                    </a:ext>
                  </a:extLst>
                </p14:cNvPr>
                <p14:cNvContentPartPr/>
                <p14:nvPr/>
              </p14:nvContentPartPr>
              <p14:xfrm>
                <a:off x="9268357" y="2397446"/>
                <a:ext cx="178200" cy="164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EACC533-F21D-0015-7B44-BFA62E4B5D3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250357" y="2379806"/>
                  <a:ext cx="213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017E9D3-4DFB-FC48-5A7C-3E691CC133B2}"/>
                    </a:ext>
                  </a:extLst>
                </p14:cNvPr>
                <p14:cNvContentPartPr/>
                <p14:nvPr/>
              </p14:nvContentPartPr>
              <p14:xfrm>
                <a:off x="10210117" y="1620566"/>
                <a:ext cx="102240" cy="957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017E9D3-4DFB-FC48-5A7C-3E691CC133B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192117" y="1602926"/>
                  <a:ext cx="13788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6465A99-C36F-D611-D7EF-41696347E770}"/>
                    </a:ext>
                  </a:extLst>
                </p14:cNvPr>
                <p14:cNvContentPartPr/>
                <p14:nvPr/>
              </p14:nvContentPartPr>
              <p14:xfrm>
                <a:off x="10290397" y="2415446"/>
                <a:ext cx="1375920" cy="1494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6465A99-C36F-D611-D7EF-41696347E77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272757" y="2397446"/>
                  <a:ext cx="1411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70BF4D-8429-A0EB-22F4-F538567559D5}"/>
                    </a:ext>
                  </a:extLst>
                </p14:cNvPr>
                <p14:cNvContentPartPr/>
                <p14:nvPr/>
              </p14:nvContentPartPr>
              <p14:xfrm>
                <a:off x="10197517" y="1505366"/>
                <a:ext cx="24840" cy="125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70BF4D-8429-A0EB-22F4-F538567559D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79517" y="1487366"/>
                  <a:ext cx="60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37E13D5-D1DA-70D4-7999-31601B61BDBE}"/>
                    </a:ext>
                  </a:extLst>
                </p14:cNvPr>
                <p14:cNvContentPartPr/>
                <p14:nvPr/>
              </p14:nvContentPartPr>
              <p14:xfrm>
                <a:off x="9402277" y="1787606"/>
                <a:ext cx="55080" cy="229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37E13D5-D1DA-70D4-7999-31601B61BDB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384277" y="1769606"/>
                  <a:ext cx="90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FE8A38E-DD76-7659-BB26-9AF7230E44E3}"/>
                    </a:ext>
                  </a:extLst>
                </p14:cNvPr>
                <p14:cNvContentPartPr/>
                <p14:nvPr/>
              </p14:nvContentPartPr>
              <p14:xfrm>
                <a:off x="9397237" y="1751966"/>
                <a:ext cx="156240" cy="157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FE8A38E-DD76-7659-BB26-9AF7230E44E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79237" y="1733966"/>
                  <a:ext cx="191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96394CB-0514-9A81-A592-CA23D2E81FE8}"/>
                    </a:ext>
                  </a:extLst>
                </p14:cNvPr>
                <p14:cNvContentPartPr/>
                <p14:nvPr/>
              </p14:nvContentPartPr>
              <p14:xfrm>
                <a:off x="9589117" y="1795886"/>
                <a:ext cx="116280" cy="151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96394CB-0514-9A81-A592-CA23D2E81FE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71117" y="1778246"/>
                  <a:ext cx="151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4276466-F095-36EF-BEF3-5426F774C1AF}"/>
                    </a:ext>
                  </a:extLst>
                </p14:cNvPr>
                <p14:cNvContentPartPr/>
                <p14:nvPr/>
              </p14:nvContentPartPr>
              <p14:xfrm>
                <a:off x="9852637" y="1773206"/>
                <a:ext cx="61200" cy="172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4276466-F095-36EF-BEF3-5426F774C1A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834637" y="1755566"/>
                  <a:ext cx="96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FDB6DE4-8F18-C120-D554-B44151F2F78A}"/>
                    </a:ext>
                  </a:extLst>
                </p14:cNvPr>
                <p14:cNvContentPartPr/>
                <p14:nvPr/>
              </p14:nvContentPartPr>
              <p14:xfrm>
                <a:off x="9621517" y="1231766"/>
                <a:ext cx="107640" cy="326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FDB6DE4-8F18-C120-D554-B44151F2F7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03877" y="1213766"/>
                  <a:ext cx="143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31ACC73-DDC1-0322-87AA-D5B4B9E8E286}"/>
                    </a:ext>
                  </a:extLst>
                </p14:cNvPr>
                <p14:cNvContentPartPr/>
                <p14:nvPr/>
              </p14:nvContentPartPr>
              <p14:xfrm>
                <a:off x="9635917" y="1224926"/>
                <a:ext cx="158040" cy="144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31ACC73-DDC1-0322-87AA-D5B4B9E8E28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17917" y="1206926"/>
                  <a:ext cx="193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0B02D7B-55D8-7D9D-F2C7-AE98E675112F}"/>
                    </a:ext>
                  </a:extLst>
                </p14:cNvPr>
                <p14:cNvContentPartPr/>
                <p14:nvPr/>
              </p14:nvContentPartPr>
              <p14:xfrm>
                <a:off x="10157917" y="1181006"/>
                <a:ext cx="25560" cy="360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0B02D7B-55D8-7D9D-F2C7-AE98E675112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40277" y="1163366"/>
                  <a:ext cx="61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C684A35-AB55-86D9-867F-3C5A6CA0FE69}"/>
                    </a:ext>
                  </a:extLst>
                </p14:cNvPr>
                <p14:cNvContentPartPr/>
                <p14:nvPr/>
              </p14:nvContentPartPr>
              <p14:xfrm>
                <a:off x="10078357" y="1178126"/>
                <a:ext cx="153720" cy="123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C684A35-AB55-86D9-867F-3C5A6CA0FE6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60717" y="1160126"/>
                  <a:ext cx="189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F9EC224-B6CF-F054-6474-F63E306F7103}"/>
                    </a:ext>
                  </a:extLst>
                </p14:cNvPr>
                <p14:cNvContentPartPr/>
                <p14:nvPr/>
              </p14:nvContentPartPr>
              <p14:xfrm>
                <a:off x="10336477" y="1481246"/>
                <a:ext cx="1512000" cy="492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F9EC224-B6CF-F054-6474-F63E306F710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318837" y="1463606"/>
                  <a:ext cx="1547640" cy="52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D648BBEC-B76A-20A0-78EB-C6CB8809FE2B}"/>
                  </a:ext>
                </a:extLst>
              </p14:cNvPr>
              <p14:cNvContentPartPr/>
              <p14:nvPr/>
            </p14:nvContentPartPr>
            <p14:xfrm>
              <a:off x="10238917" y="1379006"/>
              <a:ext cx="360" cy="3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D648BBEC-B76A-20A0-78EB-C6CB8809FE2B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0184917" y="127136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CB133B4-4A66-21E7-40FD-30D6FB4B01FE}"/>
                  </a:ext>
                </a:extLst>
              </p14:cNvPr>
              <p14:cNvContentPartPr/>
              <p14:nvPr/>
            </p14:nvContentPartPr>
            <p14:xfrm>
              <a:off x="10226677" y="1335446"/>
              <a:ext cx="1693440" cy="7542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CB133B4-4A66-21E7-40FD-30D6FB4B01FE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0173037" y="1227446"/>
                <a:ext cx="1801080" cy="9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80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3BC2B-4BEF-11FA-7578-41E216CC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B1B9-457F-5547-8D57-8E76EF476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F81BFC-A116-8135-25D9-D2F4FEA1ADFC}"/>
              </a:ext>
            </a:extLst>
          </p:cNvPr>
          <p:cNvGrpSpPr/>
          <p:nvPr/>
        </p:nvGrpSpPr>
        <p:grpSpPr>
          <a:xfrm>
            <a:off x="712597" y="1219878"/>
            <a:ext cx="2742480" cy="448920"/>
            <a:chOff x="712597" y="1219878"/>
            <a:chExt cx="27424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CB154F-60B5-BB65-A1EB-34F247C58C2B}"/>
                    </a:ext>
                  </a:extLst>
                </p14:cNvPr>
                <p14:cNvContentPartPr/>
                <p14:nvPr/>
              </p14:nvContentPartPr>
              <p14:xfrm>
                <a:off x="712597" y="1239678"/>
                <a:ext cx="529200" cy="97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CB154F-60B5-BB65-A1EB-34F247C58C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4957" y="1221678"/>
                  <a:ext cx="564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6AC9C8-7C41-C152-3B99-58FD4611678A}"/>
                    </a:ext>
                  </a:extLst>
                </p14:cNvPr>
                <p14:cNvContentPartPr/>
                <p14:nvPr/>
              </p14:nvContentPartPr>
              <p14:xfrm>
                <a:off x="986917" y="1219878"/>
                <a:ext cx="69840" cy="43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6AC9C8-7C41-C152-3B99-58FD461167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9277" y="1202238"/>
                  <a:ext cx="1054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282734-4D40-A75C-9DED-23CD35200B83}"/>
                    </a:ext>
                  </a:extLst>
                </p14:cNvPr>
                <p14:cNvContentPartPr/>
                <p14:nvPr/>
              </p14:nvContentPartPr>
              <p14:xfrm>
                <a:off x="1231717" y="1487718"/>
                <a:ext cx="509760" cy="163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282734-4D40-A75C-9DED-23CD35200B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4077" y="1470078"/>
                  <a:ext cx="545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771CD9-F9CE-67C1-5BA4-5D6AFBCC1954}"/>
                    </a:ext>
                  </a:extLst>
                </p14:cNvPr>
                <p14:cNvContentPartPr/>
                <p14:nvPr/>
              </p14:nvContentPartPr>
              <p14:xfrm>
                <a:off x="1820677" y="1462518"/>
                <a:ext cx="60480" cy="20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771CD9-F9CE-67C1-5BA4-5D6AFBCC19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03037" y="1444878"/>
                  <a:ext cx="96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960F3E-4BF0-C071-C17C-CBABF93C40C1}"/>
                    </a:ext>
                  </a:extLst>
                </p14:cNvPr>
                <p14:cNvContentPartPr/>
                <p14:nvPr/>
              </p14:nvContentPartPr>
              <p14:xfrm>
                <a:off x="1847677" y="1454598"/>
                <a:ext cx="137160" cy="97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960F3E-4BF0-C071-C17C-CBABF93C40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0037" y="1436598"/>
                  <a:ext cx="172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FD45A6-525C-6697-386D-56A527F50F3F}"/>
                    </a:ext>
                  </a:extLst>
                </p14:cNvPr>
                <p14:cNvContentPartPr/>
                <p14:nvPr/>
              </p14:nvContentPartPr>
              <p14:xfrm>
                <a:off x="2022637" y="1458558"/>
                <a:ext cx="138960" cy="14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FD45A6-525C-6697-386D-56A527F50F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04997" y="1440918"/>
                  <a:ext cx="174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43A213-3BDB-05CD-A0BC-2CAE39743F80}"/>
                    </a:ext>
                  </a:extLst>
                </p14:cNvPr>
                <p14:cNvContentPartPr/>
                <p14:nvPr/>
              </p14:nvContentPartPr>
              <p14:xfrm>
                <a:off x="2240797" y="1399878"/>
                <a:ext cx="108720" cy="165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43A213-3BDB-05CD-A0BC-2CAE39743F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23157" y="1382238"/>
                  <a:ext cx="1443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CE9145-94FC-E8DD-59F8-BDF4A02F0D4E}"/>
                    </a:ext>
                  </a:extLst>
                </p14:cNvPr>
                <p14:cNvContentPartPr/>
                <p14:nvPr/>
              </p14:nvContentPartPr>
              <p14:xfrm>
                <a:off x="2447077" y="1485558"/>
                <a:ext cx="128520" cy="9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CE9145-94FC-E8DD-59F8-BDF4A02F0D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9437" y="1467918"/>
                  <a:ext cx="164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5A7332-1D94-3940-D936-D0FE953A3260}"/>
                    </a:ext>
                  </a:extLst>
                </p14:cNvPr>
                <p14:cNvContentPartPr/>
                <p14:nvPr/>
              </p14:nvContentPartPr>
              <p14:xfrm>
                <a:off x="2659117" y="1332198"/>
                <a:ext cx="99360" cy="273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5A7332-1D94-3940-D936-D0FE953A32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1117" y="1314198"/>
                  <a:ext cx="1350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2CCBDA-2016-93E7-A7D1-6BBE33FF08B3}"/>
                    </a:ext>
                  </a:extLst>
                </p14:cNvPr>
                <p14:cNvContentPartPr/>
                <p14:nvPr/>
              </p14:nvContentPartPr>
              <p14:xfrm>
                <a:off x="2674597" y="1466478"/>
                <a:ext cx="408240" cy="129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2CCBDA-2016-93E7-A7D1-6BBE33FF08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6957" y="1448478"/>
                  <a:ext cx="443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30AAEE-9650-DDE2-8456-E515CBE459AA}"/>
                    </a:ext>
                  </a:extLst>
                </p14:cNvPr>
                <p14:cNvContentPartPr/>
                <p14:nvPr/>
              </p14:nvContentPartPr>
              <p14:xfrm>
                <a:off x="3085357" y="1431558"/>
                <a:ext cx="110160" cy="126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30AAEE-9650-DDE2-8456-E515CBE459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7357" y="1413558"/>
                  <a:ext cx="14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0D6028-03DE-2137-C7A6-CC1399AE3BF6}"/>
                    </a:ext>
                  </a:extLst>
                </p14:cNvPr>
                <p14:cNvContentPartPr/>
                <p14:nvPr/>
              </p14:nvContentPartPr>
              <p14:xfrm>
                <a:off x="3278677" y="1426518"/>
                <a:ext cx="176400" cy="161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0D6028-03DE-2137-C7A6-CC1399AE3B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61037" y="1408518"/>
                  <a:ext cx="21204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3D439A-2214-DA3C-BBAC-1E4B5367C1FF}"/>
              </a:ext>
            </a:extLst>
          </p:cNvPr>
          <p:cNvGrpSpPr/>
          <p:nvPr/>
        </p:nvGrpSpPr>
        <p:grpSpPr>
          <a:xfrm>
            <a:off x="1392637" y="2094678"/>
            <a:ext cx="1296000" cy="393120"/>
            <a:chOff x="1392637" y="2094678"/>
            <a:chExt cx="129600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DF709A-3A39-EE1B-6737-C38A645B25DC}"/>
                    </a:ext>
                  </a:extLst>
                </p14:cNvPr>
                <p14:cNvContentPartPr/>
                <p14:nvPr/>
              </p14:nvContentPartPr>
              <p14:xfrm>
                <a:off x="1392637" y="2094678"/>
                <a:ext cx="490320" cy="274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DF709A-3A39-EE1B-6737-C38A645B25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74637" y="2077038"/>
                  <a:ext cx="525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75853E-3761-C903-51EE-0BD5723ED58C}"/>
                    </a:ext>
                  </a:extLst>
                </p14:cNvPr>
                <p14:cNvContentPartPr/>
                <p14:nvPr/>
              </p14:nvContentPartPr>
              <p14:xfrm>
                <a:off x="1945237" y="2176758"/>
                <a:ext cx="332640" cy="108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75853E-3761-C903-51EE-0BD5723ED5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7597" y="2159118"/>
                  <a:ext cx="368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8F399AE-452A-C8D9-9871-631A87836148}"/>
                    </a:ext>
                  </a:extLst>
                </p14:cNvPr>
                <p14:cNvContentPartPr/>
                <p14:nvPr/>
              </p14:nvContentPartPr>
              <p14:xfrm>
                <a:off x="2349517" y="2179998"/>
                <a:ext cx="93240" cy="30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8F399AE-452A-C8D9-9871-631A878361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31877" y="2162358"/>
                  <a:ext cx="128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5417C8-0830-5692-E65B-B9F86664B9DB}"/>
                    </a:ext>
                  </a:extLst>
                </p14:cNvPr>
                <p14:cNvContentPartPr/>
                <p14:nvPr/>
              </p14:nvContentPartPr>
              <p14:xfrm>
                <a:off x="2557237" y="2190438"/>
                <a:ext cx="131400" cy="11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5417C8-0830-5692-E65B-B9F86664B9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39597" y="2172798"/>
                  <a:ext cx="1670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5D71412-472F-3593-3608-074C9FDBBF2E}"/>
              </a:ext>
            </a:extLst>
          </p:cNvPr>
          <p:cNvGrpSpPr/>
          <p:nvPr/>
        </p:nvGrpSpPr>
        <p:grpSpPr>
          <a:xfrm>
            <a:off x="3599797" y="1784358"/>
            <a:ext cx="953280" cy="208440"/>
            <a:chOff x="3599797" y="1784358"/>
            <a:chExt cx="95328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986458-8D5A-066A-A68A-60B159F25327}"/>
                    </a:ext>
                  </a:extLst>
                </p14:cNvPr>
                <p14:cNvContentPartPr/>
                <p14:nvPr/>
              </p14:nvContentPartPr>
              <p14:xfrm>
                <a:off x="3599797" y="1856718"/>
                <a:ext cx="935640" cy="74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986458-8D5A-066A-A68A-60B159F253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2157" y="1839078"/>
                  <a:ext cx="971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7250E9-DEC8-EB82-05A9-EF3E5BE94A57}"/>
                    </a:ext>
                  </a:extLst>
                </p14:cNvPr>
                <p14:cNvContentPartPr/>
                <p14:nvPr/>
              </p14:nvContentPartPr>
              <p14:xfrm>
                <a:off x="4328437" y="1784358"/>
                <a:ext cx="224640" cy="208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7250E9-DEC8-EB82-05A9-EF3E5BE94A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10437" y="1766718"/>
                  <a:ext cx="26028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933A50-99A3-3750-7518-7A332D36BD28}"/>
              </a:ext>
            </a:extLst>
          </p:cNvPr>
          <p:cNvGrpSpPr/>
          <p:nvPr/>
        </p:nvGrpSpPr>
        <p:grpSpPr>
          <a:xfrm>
            <a:off x="4971037" y="1287198"/>
            <a:ext cx="1920240" cy="374040"/>
            <a:chOff x="4971037" y="1287198"/>
            <a:chExt cx="192024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FA611A-B5EB-282C-78DE-4B14E37159C5}"/>
                    </a:ext>
                  </a:extLst>
                </p14:cNvPr>
                <p14:cNvContentPartPr/>
                <p14:nvPr/>
              </p14:nvContentPartPr>
              <p14:xfrm>
                <a:off x="4971037" y="1287198"/>
                <a:ext cx="96480" cy="37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FA611A-B5EB-282C-78DE-4B14E37159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53037" y="1269198"/>
                  <a:ext cx="1321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B9AF83-4372-0C86-1A8D-0C662957A4C7}"/>
                    </a:ext>
                  </a:extLst>
                </p14:cNvPr>
                <p14:cNvContentPartPr/>
                <p14:nvPr/>
              </p14:nvContentPartPr>
              <p14:xfrm>
                <a:off x="5005597" y="1292958"/>
                <a:ext cx="192960" cy="205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B9AF83-4372-0C86-1A8D-0C662957A4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87957" y="1274958"/>
                  <a:ext cx="228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AD8097-A7CC-81FF-8468-162C8A52ACDA}"/>
                    </a:ext>
                  </a:extLst>
                </p14:cNvPr>
                <p14:cNvContentPartPr/>
                <p14:nvPr/>
              </p14:nvContentPartPr>
              <p14:xfrm>
                <a:off x="5263717" y="1422198"/>
                <a:ext cx="363600" cy="225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AD8097-A7CC-81FF-8468-162C8A52AC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46077" y="1404558"/>
                  <a:ext cx="399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A00F4E-3628-52A4-C22C-B2E40D4EBA80}"/>
                    </a:ext>
                  </a:extLst>
                </p14:cNvPr>
                <p14:cNvContentPartPr/>
                <p14:nvPr/>
              </p14:nvContentPartPr>
              <p14:xfrm>
                <a:off x="5716237" y="1515438"/>
                <a:ext cx="36000" cy="10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A00F4E-3628-52A4-C22C-B2E40D4EBA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98237" y="1497438"/>
                  <a:ext cx="71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3EFA84-3285-156C-D2B4-C7530941DDC7}"/>
                    </a:ext>
                  </a:extLst>
                </p14:cNvPr>
                <p14:cNvContentPartPr/>
                <p14:nvPr/>
              </p14:nvContentPartPr>
              <p14:xfrm>
                <a:off x="5714437" y="1362078"/>
                <a:ext cx="4680" cy="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3EFA84-3285-156C-D2B4-C7530941DD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96797" y="1344078"/>
                  <a:ext cx="40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149F13-69FC-2B52-E54C-1225B7D83EED}"/>
                    </a:ext>
                  </a:extLst>
                </p14:cNvPr>
                <p14:cNvContentPartPr/>
                <p14:nvPr/>
              </p14:nvContentPartPr>
              <p14:xfrm>
                <a:off x="5825677" y="1446678"/>
                <a:ext cx="75240" cy="178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149F13-69FC-2B52-E54C-1225B7D83E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08037" y="1428678"/>
                  <a:ext cx="110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F12447-673C-6BD0-4620-8EE60C79C281}"/>
                    </a:ext>
                  </a:extLst>
                </p14:cNvPr>
                <p14:cNvContentPartPr/>
                <p14:nvPr/>
              </p14:nvContentPartPr>
              <p14:xfrm>
                <a:off x="5994517" y="1347318"/>
                <a:ext cx="7092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F12447-673C-6BD0-4620-8EE60C79C2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76877" y="1329318"/>
                  <a:ext cx="106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1A2C432-1D66-D262-81DD-FC2D21054115}"/>
                    </a:ext>
                  </a:extLst>
                </p14:cNvPr>
                <p14:cNvContentPartPr/>
                <p14:nvPr/>
              </p14:nvContentPartPr>
              <p14:xfrm>
                <a:off x="5989837" y="1440198"/>
                <a:ext cx="112320" cy="38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1A2C432-1D66-D262-81DD-FC2D210541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71837" y="1422558"/>
                  <a:ext cx="147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B8D6CA-A3D6-18AC-3FE3-0AAC91E3A185}"/>
                    </a:ext>
                  </a:extLst>
                </p14:cNvPr>
                <p14:cNvContentPartPr/>
                <p14:nvPr/>
              </p14:nvContentPartPr>
              <p14:xfrm>
                <a:off x="6139597" y="1451358"/>
                <a:ext cx="375840" cy="124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B8D6CA-A3D6-18AC-3FE3-0AAC91E3A1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21957" y="1433718"/>
                  <a:ext cx="411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0F80117-6863-EFA0-7E58-B8BAF4AF154D}"/>
                    </a:ext>
                  </a:extLst>
                </p14:cNvPr>
                <p14:cNvContentPartPr/>
                <p14:nvPr/>
              </p14:nvContentPartPr>
              <p14:xfrm>
                <a:off x="6574477" y="1421478"/>
                <a:ext cx="77040" cy="10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0F80117-6863-EFA0-7E58-B8BAF4AF15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56477" y="1403478"/>
                  <a:ext cx="112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E263FD2-8D61-2DA5-1046-5BD13F1E7811}"/>
                    </a:ext>
                  </a:extLst>
                </p14:cNvPr>
                <p14:cNvContentPartPr/>
                <p14:nvPr/>
              </p14:nvContentPartPr>
              <p14:xfrm>
                <a:off x="6740437" y="1431558"/>
                <a:ext cx="150840" cy="178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E263FD2-8D61-2DA5-1046-5BD13F1E78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22797" y="1413918"/>
                  <a:ext cx="1864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0CADE3E-4632-7D0D-2661-3CC8AF10D8BF}"/>
              </a:ext>
            </a:extLst>
          </p:cNvPr>
          <p:cNvGrpSpPr/>
          <p:nvPr/>
        </p:nvGrpSpPr>
        <p:grpSpPr>
          <a:xfrm>
            <a:off x="5351557" y="1917198"/>
            <a:ext cx="1626120" cy="376560"/>
            <a:chOff x="5351557" y="1917198"/>
            <a:chExt cx="16261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8BA84AD-ADD9-6D3B-841F-38EB183DB6E2}"/>
                    </a:ext>
                  </a:extLst>
                </p14:cNvPr>
                <p14:cNvContentPartPr/>
                <p14:nvPr/>
              </p14:nvContentPartPr>
              <p14:xfrm>
                <a:off x="5351557" y="1917198"/>
                <a:ext cx="513360" cy="246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8BA84AD-ADD9-6D3B-841F-38EB183DB6E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33917" y="1899558"/>
                  <a:ext cx="5490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11F89A-682A-0232-4F10-8E971E7601D2}"/>
                    </a:ext>
                  </a:extLst>
                </p14:cNvPr>
                <p14:cNvContentPartPr/>
                <p14:nvPr/>
              </p14:nvContentPartPr>
              <p14:xfrm>
                <a:off x="5890477" y="1994598"/>
                <a:ext cx="454680" cy="111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11F89A-682A-0232-4F10-8E971E7601D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72837" y="1976598"/>
                  <a:ext cx="490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B34B933-34AD-6752-D0DF-B92FB45C4138}"/>
                    </a:ext>
                  </a:extLst>
                </p14:cNvPr>
                <p14:cNvContentPartPr/>
                <p14:nvPr/>
              </p14:nvContentPartPr>
              <p14:xfrm>
                <a:off x="6397717" y="1989558"/>
                <a:ext cx="124920" cy="304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B34B933-34AD-6752-D0DF-B92FB45C41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79717" y="1971918"/>
                  <a:ext cx="1605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2A01A0-0822-AB19-6E23-53A2C7863F51}"/>
                    </a:ext>
                  </a:extLst>
                </p14:cNvPr>
                <p14:cNvContentPartPr/>
                <p14:nvPr/>
              </p14:nvContentPartPr>
              <p14:xfrm>
                <a:off x="6659077" y="2008998"/>
                <a:ext cx="167400" cy="167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2A01A0-0822-AB19-6E23-53A2C7863F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41077" y="1991358"/>
                  <a:ext cx="203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2385EA-89D4-FE8B-6D92-7C4224FDE733}"/>
                    </a:ext>
                  </a:extLst>
                </p14:cNvPr>
                <p14:cNvContentPartPr/>
                <p14:nvPr/>
              </p14:nvContentPartPr>
              <p14:xfrm>
                <a:off x="6934837" y="2081718"/>
                <a:ext cx="42840" cy="1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2385EA-89D4-FE8B-6D92-7C4224FDE7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16837" y="2064078"/>
                  <a:ext cx="784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ABB6DB3-1883-498F-772F-4CF9072BBF54}"/>
              </a:ext>
            </a:extLst>
          </p:cNvPr>
          <p:cNvGrpSpPr/>
          <p:nvPr/>
        </p:nvGrpSpPr>
        <p:grpSpPr>
          <a:xfrm>
            <a:off x="1519717" y="2513718"/>
            <a:ext cx="2179440" cy="3281040"/>
            <a:chOff x="1519717" y="2513718"/>
            <a:chExt cx="2179440" cy="32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17C15A-3492-B9CC-F5AE-010D5C0298A7}"/>
                    </a:ext>
                  </a:extLst>
                </p14:cNvPr>
                <p14:cNvContentPartPr/>
                <p14:nvPr/>
              </p14:nvContentPartPr>
              <p14:xfrm>
                <a:off x="2422957" y="3079998"/>
                <a:ext cx="88920" cy="585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17C15A-3492-B9CC-F5AE-010D5C0298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05317" y="3061998"/>
                  <a:ext cx="1245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E81C4C-3ECE-A0C0-4D57-9EE050214DF7}"/>
                    </a:ext>
                  </a:extLst>
                </p14:cNvPr>
                <p14:cNvContentPartPr/>
                <p14:nvPr/>
              </p14:nvContentPartPr>
              <p14:xfrm>
                <a:off x="2389837" y="3645918"/>
                <a:ext cx="233640" cy="324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E81C4C-3ECE-A0C0-4D57-9EE050214D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71837" y="3628278"/>
                  <a:ext cx="2692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865CC2B-933A-1B24-86E4-8CAE3FCA2BE0}"/>
                    </a:ext>
                  </a:extLst>
                </p14:cNvPr>
                <p14:cNvContentPartPr/>
                <p14:nvPr/>
              </p14:nvContentPartPr>
              <p14:xfrm>
                <a:off x="2589997" y="3992238"/>
                <a:ext cx="105120" cy="564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865CC2B-933A-1B24-86E4-8CAE3FCA2B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71997" y="3974238"/>
                  <a:ext cx="1407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62ED9F-063A-4A70-3562-49CDE9090741}"/>
                    </a:ext>
                  </a:extLst>
                </p14:cNvPr>
                <p14:cNvContentPartPr/>
                <p14:nvPr/>
              </p14:nvContentPartPr>
              <p14:xfrm>
                <a:off x="2642917" y="4587318"/>
                <a:ext cx="160920" cy="27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62ED9F-063A-4A70-3562-49CDE90907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25277" y="4569318"/>
                  <a:ext cx="196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F3CA580-275C-5125-A44F-987F82AA25B2}"/>
                    </a:ext>
                  </a:extLst>
                </p14:cNvPr>
                <p14:cNvContentPartPr/>
                <p14:nvPr/>
              </p14:nvContentPartPr>
              <p14:xfrm>
                <a:off x="2760997" y="4874238"/>
                <a:ext cx="152280" cy="622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F3CA580-275C-5125-A44F-987F82AA25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43357" y="4856598"/>
                  <a:ext cx="18792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AA13DB-E46B-ACEF-7B56-42C56EF0616D}"/>
                    </a:ext>
                  </a:extLst>
                </p14:cNvPr>
                <p14:cNvContentPartPr/>
                <p14:nvPr/>
              </p14:nvContentPartPr>
              <p14:xfrm>
                <a:off x="2192917" y="3007638"/>
                <a:ext cx="566280" cy="10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AA13DB-E46B-ACEF-7B56-42C56EF061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75277" y="2989638"/>
                  <a:ext cx="601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915BE4-9211-6D3F-7D05-35EE9E07D8A6}"/>
                    </a:ext>
                  </a:extLst>
                </p14:cNvPr>
                <p14:cNvContentPartPr/>
                <p14:nvPr/>
              </p14:nvContentPartPr>
              <p14:xfrm>
                <a:off x="2724637" y="5529798"/>
                <a:ext cx="234720" cy="3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915BE4-9211-6D3F-7D05-35EE9E07D8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06997" y="5511798"/>
                  <a:ext cx="270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C1AECD-3250-39F9-3D81-5C5FCF7823D9}"/>
                    </a:ext>
                  </a:extLst>
                </p14:cNvPr>
                <p14:cNvContentPartPr/>
                <p14:nvPr/>
              </p14:nvContentPartPr>
              <p14:xfrm>
                <a:off x="2783317" y="5602878"/>
                <a:ext cx="197640" cy="19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C1AECD-3250-39F9-3D81-5C5FCF7823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65677" y="5584878"/>
                  <a:ext cx="233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E2759DC-BF49-74F7-7838-C48C50016B18}"/>
                    </a:ext>
                  </a:extLst>
                </p14:cNvPr>
                <p14:cNvContentPartPr/>
                <p14:nvPr/>
              </p14:nvContentPartPr>
              <p14:xfrm>
                <a:off x="2946037" y="5542038"/>
                <a:ext cx="117720" cy="19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E2759DC-BF49-74F7-7838-C48C50016B1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28037" y="5524038"/>
                  <a:ext cx="153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6B6983-8BBD-132A-7180-7047869959DC}"/>
                    </a:ext>
                  </a:extLst>
                </p14:cNvPr>
                <p14:cNvContentPartPr/>
                <p14:nvPr/>
              </p14:nvContentPartPr>
              <p14:xfrm>
                <a:off x="1519717" y="2704878"/>
                <a:ext cx="210240" cy="301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6B6983-8BBD-132A-7180-7047869959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02077" y="2686878"/>
                  <a:ext cx="2458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C672BA-875C-BF32-BB8F-10E714B23797}"/>
                    </a:ext>
                  </a:extLst>
                </p14:cNvPr>
                <p14:cNvContentPartPr/>
                <p14:nvPr/>
              </p14:nvContentPartPr>
              <p14:xfrm>
                <a:off x="1839757" y="2957598"/>
                <a:ext cx="34560" cy="133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C672BA-875C-BF32-BB8F-10E714B237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21757" y="2939958"/>
                  <a:ext cx="70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373D89-8185-9EB6-629D-49C5E4F9AF15}"/>
                    </a:ext>
                  </a:extLst>
                </p14:cNvPr>
                <p14:cNvContentPartPr/>
                <p14:nvPr/>
              </p14:nvContentPartPr>
              <p14:xfrm>
                <a:off x="1809517" y="2857158"/>
                <a:ext cx="165600" cy="146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373D89-8185-9EB6-629D-49C5E4F9AF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91877" y="2839158"/>
                  <a:ext cx="201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29F432-C230-285C-3DF5-30AB294433B3}"/>
                    </a:ext>
                  </a:extLst>
                </p14:cNvPr>
                <p14:cNvContentPartPr/>
                <p14:nvPr/>
              </p14:nvContentPartPr>
              <p14:xfrm>
                <a:off x="2087437" y="2817558"/>
                <a:ext cx="34200" cy="216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29F432-C230-285C-3DF5-30AB294433B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69797" y="2799558"/>
                  <a:ext cx="69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B35C14-B4D2-F2CD-FC8A-D493FE5B6C0A}"/>
                    </a:ext>
                  </a:extLst>
                </p14:cNvPr>
                <p14:cNvContentPartPr/>
                <p14:nvPr/>
              </p14:nvContentPartPr>
              <p14:xfrm>
                <a:off x="2076637" y="2845638"/>
                <a:ext cx="135720" cy="121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B35C14-B4D2-F2CD-FC8A-D493FE5B6C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58637" y="2827998"/>
                  <a:ext cx="171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D48C0E-30FE-6E1E-53B3-0D5CAC317075}"/>
                    </a:ext>
                  </a:extLst>
                </p14:cNvPr>
                <p14:cNvContentPartPr/>
                <p14:nvPr/>
              </p14:nvContentPartPr>
              <p14:xfrm>
                <a:off x="2427277" y="2557638"/>
                <a:ext cx="89640" cy="361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D48C0E-30FE-6E1E-53B3-0D5CAC3170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09637" y="2539998"/>
                  <a:ext cx="1252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6D9FEE0-48BC-8CC0-56B6-A1A270A26CC5}"/>
                    </a:ext>
                  </a:extLst>
                </p14:cNvPr>
                <p14:cNvContentPartPr/>
                <p14:nvPr/>
              </p14:nvContentPartPr>
              <p14:xfrm>
                <a:off x="2639677" y="2654118"/>
                <a:ext cx="182160" cy="230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6D9FEE0-48BC-8CC0-56B6-A1A270A26C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22037" y="2636478"/>
                  <a:ext cx="217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A382CC-B25F-D6C0-5117-56979F7C1B57}"/>
                    </a:ext>
                  </a:extLst>
                </p14:cNvPr>
                <p14:cNvContentPartPr/>
                <p14:nvPr/>
              </p14:nvContentPartPr>
              <p14:xfrm>
                <a:off x="2933437" y="2691198"/>
                <a:ext cx="14400" cy="32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A382CC-B25F-D6C0-5117-56979F7C1B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15797" y="2673558"/>
                  <a:ext cx="50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70E5A6A-106B-19E1-9983-17C4F6701DC5}"/>
                    </a:ext>
                  </a:extLst>
                </p14:cNvPr>
                <p14:cNvContentPartPr/>
                <p14:nvPr/>
              </p14:nvContentPartPr>
              <p14:xfrm>
                <a:off x="3073477" y="2595798"/>
                <a:ext cx="147600" cy="215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70E5A6A-106B-19E1-9983-17C4F6701D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55837" y="2578158"/>
                  <a:ext cx="1832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191671C-B33F-8F03-16A4-6E1649E3794A}"/>
                    </a:ext>
                  </a:extLst>
                </p14:cNvPr>
                <p14:cNvContentPartPr/>
                <p14:nvPr/>
              </p14:nvContentPartPr>
              <p14:xfrm>
                <a:off x="3298837" y="2513718"/>
                <a:ext cx="113040" cy="337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191671C-B33F-8F03-16A4-6E1649E379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80837" y="2495718"/>
                  <a:ext cx="1486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6975FB-A5B5-76C2-0FA1-FEA23C8AA454}"/>
                    </a:ext>
                  </a:extLst>
                </p14:cNvPr>
                <p14:cNvContentPartPr/>
                <p14:nvPr/>
              </p14:nvContentPartPr>
              <p14:xfrm>
                <a:off x="2233957" y="3446838"/>
                <a:ext cx="707760" cy="816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46975FB-A5B5-76C2-0FA1-FEA23C8AA4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16317" y="3428838"/>
                  <a:ext cx="74340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D50FF9-EC24-C2F7-AB7D-9FDEFF8EFE9B}"/>
                    </a:ext>
                  </a:extLst>
                </p14:cNvPr>
                <p14:cNvContentPartPr/>
                <p14:nvPr/>
              </p14:nvContentPartPr>
              <p14:xfrm>
                <a:off x="2699077" y="3410478"/>
                <a:ext cx="255960" cy="219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D50FF9-EC24-C2F7-AB7D-9FDEFF8EFE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81077" y="3392478"/>
                  <a:ext cx="291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734309-56A9-3BF7-4DA1-64AF588DB549}"/>
                    </a:ext>
                  </a:extLst>
                </p14:cNvPr>
                <p14:cNvContentPartPr/>
                <p14:nvPr/>
              </p14:nvContentPartPr>
              <p14:xfrm>
                <a:off x="3159517" y="3734118"/>
                <a:ext cx="83520" cy="307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734309-56A9-3BF7-4DA1-64AF588DB5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41877" y="3716478"/>
                  <a:ext cx="11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9C2F2F-50CD-BEBC-BA99-8ED44726BB33}"/>
                    </a:ext>
                  </a:extLst>
                </p14:cNvPr>
                <p14:cNvContentPartPr/>
                <p14:nvPr/>
              </p14:nvContentPartPr>
              <p14:xfrm>
                <a:off x="3154837" y="3655278"/>
                <a:ext cx="238680" cy="227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9C2F2F-50CD-BEBC-BA99-8ED44726BB3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36837" y="3637638"/>
                  <a:ext cx="274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1938E35-2AF0-71B3-D0B3-3C05375A1ED6}"/>
                    </a:ext>
                  </a:extLst>
                </p14:cNvPr>
                <p14:cNvContentPartPr/>
                <p14:nvPr/>
              </p14:nvContentPartPr>
              <p14:xfrm>
                <a:off x="3456157" y="3859038"/>
                <a:ext cx="243000" cy="1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1938E35-2AF0-71B3-D0B3-3C05375A1E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38517" y="3841398"/>
                  <a:ext cx="278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9BDC83-B062-9DB6-A04E-3B015DA1C78A}"/>
                    </a:ext>
                  </a:extLst>
                </p14:cNvPr>
                <p14:cNvContentPartPr/>
                <p14:nvPr/>
              </p14:nvContentPartPr>
              <p14:xfrm>
                <a:off x="3554437" y="3865158"/>
                <a:ext cx="56520" cy="18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9BDC83-B062-9DB6-A04E-3B015DA1C7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36797" y="3847518"/>
                  <a:ext cx="9216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4DF2873-2552-2330-9E3C-6BAA48A95366}"/>
              </a:ext>
            </a:extLst>
          </p:cNvPr>
          <p:cNvGrpSpPr/>
          <p:nvPr/>
        </p:nvGrpSpPr>
        <p:grpSpPr>
          <a:xfrm>
            <a:off x="3892117" y="3475638"/>
            <a:ext cx="2559600" cy="610560"/>
            <a:chOff x="3892117" y="3475638"/>
            <a:chExt cx="2559600" cy="61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07DFFB-C28F-DD25-864C-8381A40526E5}"/>
                    </a:ext>
                  </a:extLst>
                </p14:cNvPr>
                <p14:cNvContentPartPr/>
                <p14:nvPr/>
              </p14:nvContentPartPr>
              <p14:xfrm>
                <a:off x="3892117" y="3475638"/>
                <a:ext cx="221400" cy="610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07DFFB-C28F-DD25-864C-8381A40526E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74477" y="3457998"/>
                  <a:ext cx="25704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C8B17D-7FB3-2765-F91C-99FFBA3E4456}"/>
                    </a:ext>
                  </a:extLst>
                </p14:cNvPr>
                <p14:cNvContentPartPr/>
                <p14:nvPr/>
              </p14:nvContentPartPr>
              <p14:xfrm>
                <a:off x="4132957" y="3648798"/>
                <a:ext cx="212400" cy="70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C8B17D-7FB3-2765-F91C-99FFBA3E44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14957" y="3631158"/>
                  <a:ext cx="248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AEF713E-D485-0840-F841-94022EAEA712}"/>
                    </a:ext>
                  </a:extLst>
                </p14:cNvPr>
                <p14:cNvContentPartPr/>
                <p14:nvPr/>
              </p14:nvContentPartPr>
              <p14:xfrm>
                <a:off x="4251037" y="3647718"/>
                <a:ext cx="29880" cy="182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AEF713E-D485-0840-F841-94022EAEA71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33037" y="3629718"/>
                  <a:ext cx="65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26796D1-3420-926D-2A0E-64A785E7A55F}"/>
                    </a:ext>
                  </a:extLst>
                </p14:cNvPr>
                <p14:cNvContentPartPr/>
                <p14:nvPr/>
              </p14:nvContentPartPr>
              <p14:xfrm>
                <a:off x="4457677" y="3650238"/>
                <a:ext cx="192240" cy="196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26796D1-3420-926D-2A0E-64A785E7A55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39677" y="3632598"/>
                  <a:ext cx="227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6C18A2B-99E0-CD1A-DEFF-D2875CA9C81B}"/>
                    </a:ext>
                  </a:extLst>
                </p14:cNvPr>
                <p14:cNvContentPartPr/>
                <p14:nvPr/>
              </p14:nvContentPartPr>
              <p14:xfrm>
                <a:off x="4764757" y="3712158"/>
                <a:ext cx="126000" cy="108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6C18A2B-99E0-CD1A-DEFF-D2875CA9C81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46757" y="3694518"/>
                  <a:ext cx="161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77749D-71B2-C823-87F9-59D58B04E428}"/>
                    </a:ext>
                  </a:extLst>
                </p14:cNvPr>
                <p14:cNvContentPartPr/>
                <p14:nvPr/>
              </p14:nvContentPartPr>
              <p14:xfrm>
                <a:off x="4969597" y="3678678"/>
                <a:ext cx="51840" cy="111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77749D-71B2-C823-87F9-59D58B04E4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51957" y="3661038"/>
                  <a:ext cx="87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6E97EAD-C4DD-185D-27CB-8721E29F6205}"/>
                    </a:ext>
                  </a:extLst>
                </p14:cNvPr>
                <p14:cNvContentPartPr/>
                <p14:nvPr/>
              </p14:nvContentPartPr>
              <p14:xfrm>
                <a:off x="5135917" y="3715398"/>
                <a:ext cx="266760" cy="104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6E97EAD-C4DD-185D-27CB-8721E29F620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18277" y="3697398"/>
                  <a:ext cx="302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1810D32-EE1C-50E2-96E3-9961AB1622A2}"/>
                    </a:ext>
                  </a:extLst>
                </p14:cNvPr>
                <p14:cNvContentPartPr/>
                <p14:nvPr/>
              </p14:nvContentPartPr>
              <p14:xfrm>
                <a:off x="5486917" y="3736998"/>
                <a:ext cx="37440" cy="103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1810D32-EE1C-50E2-96E3-9961AB1622A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68917" y="3718998"/>
                  <a:ext cx="7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28D3D7-2DC0-63C9-9E7B-E1B6FFD8F882}"/>
                    </a:ext>
                  </a:extLst>
                </p14:cNvPr>
                <p14:cNvContentPartPr/>
                <p14:nvPr/>
              </p14:nvContentPartPr>
              <p14:xfrm>
                <a:off x="5522197" y="3606318"/>
                <a:ext cx="11160" cy="61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28D3D7-2DC0-63C9-9E7B-E1B6FFD8F88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04197" y="3588678"/>
                  <a:ext cx="46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9765E93-5708-C95B-0457-9F7A13801514}"/>
                    </a:ext>
                  </a:extLst>
                </p14:cNvPr>
                <p14:cNvContentPartPr/>
                <p14:nvPr/>
              </p14:nvContentPartPr>
              <p14:xfrm>
                <a:off x="5615797" y="3690198"/>
                <a:ext cx="64440" cy="137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9765E93-5708-C95B-0457-9F7A1380151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98157" y="3672558"/>
                  <a:ext cx="100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5075C9-9B5E-3F79-A126-3E54A84A546A}"/>
                    </a:ext>
                  </a:extLst>
                </p14:cNvPr>
                <p14:cNvContentPartPr/>
                <p14:nvPr/>
              </p14:nvContentPartPr>
              <p14:xfrm>
                <a:off x="5813077" y="3553038"/>
                <a:ext cx="39960" cy="222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5075C9-9B5E-3F79-A126-3E54A84A54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95077" y="3535398"/>
                  <a:ext cx="75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4230E8-4123-FD43-D4AA-35A426D79494}"/>
                    </a:ext>
                  </a:extLst>
                </p14:cNvPr>
                <p14:cNvContentPartPr/>
                <p14:nvPr/>
              </p14:nvContentPartPr>
              <p14:xfrm>
                <a:off x="5771677" y="3658518"/>
                <a:ext cx="172800" cy="76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4230E8-4123-FD43-D4AA-35A426D7949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54037" y="3640878"/>
                  <a:ext cx="20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B7590A7-C519-F744-71DA-2AB4FEB0ABC2}"/>
                    </a:ext>
                  </a:extLst>
                </p14:cNvPr>
                <p14:cNvContentPartPr/>
                <p14:nvPr/>
              </p14:nvContentPartPr>
              <p14:xfrm>
                <a:off x="5981917" y="3685878"/>
                <a:ext cx="55440" cy="84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B7590A7-C519-F744-71DA-2AB4FEB0ABC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63917" y="3667878"/>
                  <a:ext cx="91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C980BAE-37BD-2531-9720-21EAFAB0E5A1}"/>
                    </a:ext>
                  </a:extLst>
                </p14:cNvPr>
                <p14:cNvContentPartPr/>
                <p14:nvPr/>
              </p14:nvContentPartPr>
              <p14:xfrm>
                <a:off x="6115837" y="3648078"/>
                <a:ext cx="56520" cy="86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C980BAE-37BD-2531-9720-21EAFAB0E5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98197" y="3630438"/>
                  <a:ext cx="92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F431CA-C533-FB3E-BF41-181AE4D6E7C1}"/>
                    </a:ext>
                  </a:extLst>
                </p14:cNvPr>
                <p14:cNvContentPartPr/>
                <p14:nvPr/>
              </p14:nvContentPartPr>
              <p14:xfrm>
                <a:off x="6311317" y="3477438"/>
                <a:ext cx="140400" cy="454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F431CA-C533-FB3E-BF41-181AE4D6E7C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93317" y="3459798"/>
                  <a:ext cx="17604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C47EB8-5E70-528A-1279-98EE03C1922D}"/>
              </a:ext>
            </a:extLst>
          </p:cNvPr>
          <p:cNvGrpSpPr/>
          <p:nvPr/>
        </p:nvGrpSpPr>
        <p:grpSpPr>
          <a:xfrm>
            <a:off x="3127477" y="4597038"/>
            <a:ext cx="633240" cy="330480"/>
            <a:chOff x="3127477" y="4597038"/>
            <a:chExt cx="63324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FDA182C-D5CB-6C73-3A32-5B2196BA1864}"/>
                    </a:ext>
                  </a:extLst>
                </p14:cNvPr>
                <p14:cNvContentPartPr/>
                <p14:nvPr/>
              </p14:nvContentPartPr>
              <p14:xfrm>
                <a:off x="3127477" y="4616118"/>
                <a:ext cx="70560" cy="311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FDA182C-D5CB-6C73-3A32-5B2196BA186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9477" y="4598478"/>
                  <a:ext cx="1062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38C0A93-494F-747B-5F41-46E355E09A73}"/>
                    </a:ext>
                  </a:extLst>
                </p14:cNvPr>
                <p14:cNvContentPartPr/>
                <p14:nvPr/>
              </p14:nvContentPartPr>
              <p14:xfrm>
                <a:off x="3262477" y="4665438"/>
                <a:ext cx="197280" cy="222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38C0A93-494F-747B-5F41-46E355E09A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44477" y="4647798"/>
                  <a:ext cx="232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9E8FCA5-991D-F646-2AD4-2DE2AE3B5474}"/>
                    </a:ext>
                  </a:extLst>
                </p14:cNvPr>
                <p14:cNvContentPartPr/>
                <p14:nvPr/>
              </p14:nvContentPartPr>
              <p14:xfrm>
                <a:off x="3579277" y="4597038"/>
                <a:ext cx="31680" cy="239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9E8FCA5-991D-F646-2AD4-2DE2AE3B54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61277" y="4579038"/>
                  <a:ext cx="673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0C5716-F560-834E-4B0B-B81E7E46B768}"/>
                    </a:ext>
                  </a:extLst>
                </p14:cNvPr>
                <p14:cNvContentPartPr/>
                <p14:nvPr/>
              </p14:nvContentPartPr>
              <p14:xfrm>
                <a:off x="3615637" y="4622958"/>
                <a:ext cx="145080" cy="163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0C5716-F560-834E-4B0B-B81E7E46B76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97637" y="4605318"/>
                  <a:ext cx="18072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5299921-6670-F1D5-CA1A-C8D3DEF4C7DE}"/>
                  </a:ext>
                </a:extLst>
              </p14:cNvPr>
              <p14:cNvContentPartPr/>
              <p14:nvPr/>
            </p14:nvContentPartPr>
            <p14:xfrm>
              <a:off x="4208917" y="4403358"/>
              <a:ext cx="148320" cy="5374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5299921-6670-F1D5-CA1A-C8D3DEF4C7D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190917" y="4385718"/>
                <a:ext cx="183960" cy="57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086FEF-F64C-10A7-C2CD-D142B7EEF799}"/>
              </a:ext>
            </a:extLst>
          </p:cNvPr>
          <p:cNvGrpSpPr/>
          <p:nvPr/>
        </p:nvGrpSpPr>
        <p:grpSpPr>
          <a:xfrm>
            <a:off x="4594837" y="4514958"/>
            <a:ext cx="1044720" cy="375480"/>
            <a:chOff x="4594837" y="4514958"/>
            <a:chExt cx="104472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585B35-D68D-4FAA-0FF8-71120FEE184C}"/>
                    </a:ext>
                  </a:extLst>
                </p14:cNvPr>
                <p14:cNvContentPartPr/>
                <p14:nvPr/>
              </p14:nvContentPartPr>
              <p14:xfrm>
                <a:off x="4594837" y="4521078"/>
                <a:ext cx="84960" cy="369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585B35-D68D-4FAA-0FF8-71120FEE18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76837" y="4503078"/>
                  <a:ext cx="1206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C78920A-3F46-C8D5-D40E-45A003A0DC55}"/>
                    </a:ext>
                  </a:extLst>
                </p14:cNvPr>
                <p14:cNvContentPartPr/>
                <p14:nvPr/>
              </p14:nvContentPartPr>
              <p14:xfrm>
                <a:off x="4610317" y="4682358"/>
                <a:ext cx="107640" cy="64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C78920A-3F46-C8D5-D40E-45A003A0DC5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92677" y="4664718"/>
                  <a:ext cx="143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7DCB9C9-D4CC-2FE7-3D4D-6FC00105D3EF}"/>
                    </a:ext>
                  </a:extLst>
                </p14:cNvPr>
                <p14:cNvContentPartPr/>
                <p14:nvPr/>
              </p14:nvContentPartPr>
              <p14:xfrm>
                <a:off x="4808317" y="4673718"/>
                <a:ext cx="10440" cy="129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7DCB9C9-D4CC-2FE7-3D4D-6FC00105D3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90677" y="4655718"/>
                  <a:ext cx="46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BAA87D7-FEAD-9C42-58F0-B969F9A0EB3B}"/>
                    </a:ext>
                  </a:extLst>
                </p14:cNvPr>
                <p14:cNvContentPartPr/>
                <p14:nvPr/>
              </p14:nvContentPartPr>
              <p14:xfrm>
                <a:off x="4793197" y="4546998"/>
                <a:ext cx="10080" cy="45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BAA87D7-FEAD-9C42-58F0-B969F9A0EB3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5197" y="4529358"/>
                  <a:ext cx="45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175A2D-A3BF-4E1F-9354-76B07CD52C56}"/>
                    </a:ext>
                  </a:extLst>
                </p14:cNvPr>
                <p14:cNvContentPartPr/>
                <p14:nvPr/>
              </p14:nvContentPartPr>
              <p14:xfrm>
                <a:off x="4944397" y="4642398"/>
                <a:ext cx="138240" cy="129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175A2D-A3BF-4E1F-9354-76B07CD52C5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26757" y="4624758"/>
                  <a:ext cx="173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28CE914-9E05-5EA9-329A-8A421D66639C}"/>
                    </a:ext>
                  </a:extLst>
                </p14:cNvPr>
                <p14:cNvContentPartPr/>
                <p14:nvPr/>
              </p14:nvContentPartPr>
              <p14:xfrm>
                <a:off x="4996957" y="4596318"/>
                <a:ext cx="157320" cy="197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28CE914-9E05-5EA9-329A-8A421D66639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78957" y="4578678"/>
                  <a:ext cx="192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663AD7E-DC8E-2AF3-5832-8C12B9D59AFA}"/>
                    </a:ext>
                  </a:extLst>
                </p14:cNvPr>
                <p14:cNvContentPartPr/>
                <p14:nvPr/>
              </p14:nvContentPartPr>
              <p14:xfrm>
                <a:off x="5237797" y="4640958"/>
                <a:ext cx="87480" cy="140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663AD7E-DC8E-2AF3-5832-8C12B9D59A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19797" y="4623318"/>
                  <a:ext cx="123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7E56A3-3080-004A-D3C8-3093D2BCB02C}"/>
                    </a:ext>
                  </a:extLst>
                </p14:cNvPr>
                <p14:cNvContentPartPr/>
                <p14:nvPr/>
              </p14:nvContentPartPr>
              <p14:xfrm>
                <a:off x="5451277" y="4514958"/>
                <a:ext cx="188280" cy="291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7E56A3-3080-004A-D3C8-3093D2BCB02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33277" y="4497318"/>
                  <a:ext cx="223920" cy="32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E3C0D28-B308-6A1A-4A2D-3E55526DDE66}"/>
              </a:ext>
            </a:extLst>
          </p:cNvPr>
          <p:cNvGrpSpPr/>
          <p:nvPr/>
        </p:nvGrpSpPr>
        <p:grpSpPr>
          <a:xfrm>
            <a:off x="6002797" y="4445838"/>
            <a:ext cx="1836720" cy="337320"/>
            <a:chOff x="6002797" y="4445838"/>
            <a:chExt cx="183672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63546DF-FB85-FBD9-7F21-4F0B564EA783}"/>
                    </a:ext>
                  </a:extLst>
                </p14:cNvPr>
                <p14:cNvContentPartPr/>
                <p14:nvPr/>
              </p14:nvContentPartPr>
              <p14:xfrm>
                <a:off x="6002797" y="4591638"/>
                <a:ext cx="103680" cy="165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63546DF-FB85-FBD9-7F21-4F0B564EA78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84797" y="4573998"/>
                  <a:ext cx="139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E545561-A54D-83F9-E0D8-21FC4CCA8DB5}"/>
                    </a:ext>
                  </a:extLst>
                </p14:cNvPr>
                <p14:cNvContentPartPr/>
                <p14:nvPr/>
              </p14:nvContentPartPr>
              <p14:xfrm>
                <a:off x="6186397" y="4607838"/>
                <a:ext cx="78120" cy="129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E545561-A54D-83F9-E0D8-21FC4CCA8D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68757" y="4590198"/>
                  <a:ext cx="113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1FB76E-7DF7-8C84-34D0-6390DAB766D4}"/>
                    </a:ext>
                  </a:extLst>
                </p14:cNvPr>
                <p14:cNvContentPartPr/>
                <p14:nvPr/>
              </p14:nvContentPartPr>
              <p14:xfrm>
                <a:off x="6348037" y="4585878"/>
                <a:ext cx="153360" cy="180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1FB76E-7DF7-8C84-34D0-6390DAB766D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30037" y="4567878"/>
                  <a:ext cx="189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F50B98-DECE-9B04-1276-A335249D63F7}"/>
                    </a:ext>
                  </a:extLst>
                </p14:cNvPr>
                <p14:cNvContentPartPr/>
                <p14:nvPr/>
              </p14:nvContentPartPr>
              <p14:xfrm>
                <a:off x="6571597" y="4651038"/>
                <a:ext cx="32040" cy="82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F50B98-DECE-9B04-1276-A335249D63F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53597" y="4633038"/>
                  <a:ext cx="67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D5B955E-87C3-112D-E38F-FE0B42B8382B}"/>
                    </a:ext>
                  </a:extLst>
                </p14:cNvPr>
                <p14:cNvContentPartPr/>
                <p14:nvPr/>
              </p14:nvContentPartPr>
              <p14:xfrm>
                <a:off x="6600397" y="4520358"/>
                <a:ext cx="23040" cy="44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D5B955E-87C3-112D-E38F-FE0B42B838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582397" y="4502718"/>
                  <a:ext cx="58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CEB68F-7215-3A7E-968D-F28DDBF12A14}"/>
                    </a:ext>
                  </a:extLst>
                </p14:cNvPr>
                <p14:cNvContentPartPr/>
                <p14:nvPr/>
              </p14:nvContentPartPr>
              <p14:xfrm>
                <a:off x="6699397" y="4588758"/>
                <a:ext cx="106560" cy="194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CEB68F-7215-3A7E-968D-F28DDBF12A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81397" y="4571118"/>
                  <a:ext cx="1422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F67D215-0641-EC03-2A11-5D1A539CA707}"/>
                    </a:ext>
                  </a:extLst>
                </p14:cNvPr>
                <p14:cNvContentPartPr/>
                <p14:nvPr/>
              </p14:nvContentPartPr>
              <p14:xfrm>
                <a:off x="6940957" y="4494078"/>
                <a:ext cx="47160" cy="265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F67D215-0641-EC03-2A11-5D1A539CA70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22957" y="4476438"/>
                  <a:ext cx="82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686D10-7B3A-9673-4D85-D098794F67DA}"/>
                    </a:ext>
                  </a:extLst>
                </p14:cNvPr>
                <p14:cNvContentPartPr/>
                <p14:nvPr/>
              </p14:nvContentPartPr>
              <p14:xfrm>
                <a:off x="6920077" y="4624758"/>
                <a:ext cx="493920" cy="96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686D10-7B3A-9673-4D85-D098794F67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02437" y="4607118"/>
                  <a:ext cx="529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F557887-47C6-42C5-168C-18756B2DC7E6}"/>
                    </a:ext>
                  </a:extLst>
                </p14:cNvPr>
                <p14:cNvContentPartPr/>
                <p14:nvPr/>
              </p14:nvContentPartPr>
              <p14:xfrm>
                <a:off x="7477357" y="4591998"/>
                <a:ext cx="91800" cy="126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F557887-47C6-42C5-168C-18756B2DC7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59357" y="4574358"/>
                  <a:ext cx="127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599BC6-F68B-F512-8966-A2FF26D4F3D6}"/>
                    </a:ext>
                  </a:extLst>
                </p14:cNvPr>
                <p14:cNvContentPartPr/>
                <p14:nvPr/>
              </p14:nvContentPartPr>
              <p14:xfrm>
                <a:off x="7613077" y="4610718"/>
                <a:ext cx="64080" cy="136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599BC6-F68B-F512-8966-A2FF26D4F3D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95437" y="4592718"/>
                  <a:ext cx="99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179DA5-2ACE-FB68-E0B8-CD2147F08E06}"/>
                    </a:ext>
                  </a:extLst>
                </p14:cNvPr>
                <p14:cNvContentPartPr/>
                <p14:nvPr/>
              </p14:nvContentPartPr>
              <p14:xfrm>
                <a:off x="7797397" y="4445838"/>
                <a:ext cx="42120" cy="207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179DA5-2ACE-FB68-E0B8-CD2147F08E0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779397" y="4428198"/>
                  <a:ext cx="7776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BC77650-D12D-3544-505E-2E445D18D154}"/>
              </a:ext>
            </a:extLst>
          </p:cNvPr>
          <p:cNvGrpSpPr/>
          <p:nvPr/>
        </p:nvGrpSpPr>
        <p:grpSpPr>
          <a:xfrm>
            <a:off x="268717" y="4110678"/>
            <a:ext cx="2390400" cy="487800"/>
            <a:chOff x="268717" y="4110678"/>
            <a:chExt cx="239040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70552A1-F2F2-4534-0B23-7A980ABCED03}"/>
                    </a:ext>
                  </a:extLst>
                </p14:cNvPr>
                <p14:cNvContentPartPr/>
                <p14:nvPr/>
              </p14:nvContentPartPr>
              <p14:xfrm>
                <a:off x="1242517" y="4259358"/>
                <a:ext cx="1382400" cy="282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70552A1-F2F2-4534-0B23-7A980ABCED0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24877" y="4241718"/>
                  <a:ext cx="14180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003B5BA-8140-D90B-FDFB-05EEB170C17C}"/>
                    </a:ext>
                  </a:extLst>
                </p14:cNvPr>
                <p14:cNvContentPartPr/>
                <p14:nvPr/>
              </p14:nvContentPartPr>
              <p14:xfrm>
                <a:off x="2460397" y="4202838"/>
                <a:ext cx="198720" cy="213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003B5BA-8140-D90B-FDFB-05EEB170C17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42757" y="4184838"/>
                  <a:ext cx="234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2488B26-4293-E604-7FA7-8027E6563B04}"/>
                    </a:ext>
                  </a:extLst>
                </p14:cNvPr>
                <p14:cNvContentPartPr/>
                <p14:nvPr/>
              </p14:nvContentPartPr>
              <p14:xfrm>
                <a:off x="1188877" y="4487958"/>
                <a:ext cx="63360" cy="110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2488B26-4293-E604-7FA7-8027E6563B0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1237" y="4469958"/>
                  <a:ext cx="99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0C7C33-CD41-F127-2A4E-F381B5362285}"/>
                    </a:ext>
                  </a:extLst>
                </p14:cNvPr>
                <p14:cNvContentPartPr/>
                <p14:nvPr/>
              </p14:nvContentPartPr>
              <p14:xfrm>
                <a:off x="268717" y="4131918"/>
                <a:ext cx="240840" cy="312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0C7C33-CD41-F127-2A4E-F381B536228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1077" y="4113918"/>
                  <a:ext cx="2764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912403D-7824-43C8-AA9B-C8475230BAEC}"/>
                    </a:ext>
                  </a:extLst>
                </p14:cNvPr>
                <p14:cNvContentPartPr/>
                <p14:nvPr/>
              </p14:nvContentPartPr>
              <p14:xfrm>
                <a:off x="640237" y="4284918"/>
                <a:ext cx="87120" cy="160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912403D-7824-43C8-AA9B-C8475230BA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2597" y="4267278"/>
                  <a:ext cx="122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394CC84-9C99-12C6-3ACB-46611B9B2163}"/>
                    </a:ext>
                  </a:extLst>
                </p14:cNvPr>
                <p14:cNvContentPartPr/>
                <p14:nvPr/>
              </p14:nvContentPartPr>
              <p14:xfrm>
                <a:off x="800797" y="4292478"/>
                <a:ext cx="183600" cy="100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394CC84-9C99-12C6-3ACB-46611B9B21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3157" y="4274478"/>
                  <a:ext cx="219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BA838D2-2C7F-2955-ECEE-A3121452C14D}"/>
                    </a:ext>
                  </a:extLst>
                </p14:cNvPr>
                <p14:cNvContentPartPr/>
                <p14:nvPr/>
              </p14:nvContentPartPr>
              <p14:xfrm>
                <a:off x="1036237" y="4110678"/>
                <a:ext cx="111960" cy="227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BA838D2-2C7F-2955-ECEE-A3121452C14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18237" y="4093038"/>
                  <a:ext cx="147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206D4AA-D8F6-7151-0D61-FB8754E409F5}"/>
                    </a:ext>
                  </a:extLst>
                </p14:cNvPr>
                <p14:cNvContentPartPr/>
                <p14:nvPr/>
              </p14:nvContentPartPr>
              <p14:xfrm>
                <a:off x="1044157" y="4135878"/>
                <a:ext cx="296280" cy="102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206D4AA-D8F6-7151-0D61-FB8754E409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6157" y="4118238"/>
                  <a:ext cx="3319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A9BB1EF-395D-AE9E-8F57-E4D4B51A4669}"/>
              </a:ext>
            </a:extLst>
          </p:cNvPr>
          <p:cNvGrpSpPr/>
          <p:nvPr/>
        </p:nvGrpSpPr>
        <p:grpSpPr>
          <a:xfrm>
            <a:off x="7867237" y="767718"/>
            <a:ext cx="3352680" cy="5574600"/>
            <a:chOff x="7867237" y="767718"/>
            <a:chExt cx="3352680" cy="55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1637F76-4507-BB13-63CC-2225C926CC25}"/>
                    </a:ext>
                  </a:extLst>
                </p14:cNvPr>
                <p14:cNvContentPartPr/>
                <p14:nvPr/>
              </p14:nvContentPartPr>
              <p14:xfrm>
                <a:off x="7867237" y="767718"/>
                <a:ext cx="553320" cy="5574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1637F76-4507-BB13-63CC-2225C926CC2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49237" y="749718"/>
                  <a:ext cx="588960" cy="56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E1288E6-658F-6B7D-88E8-F9607B0704C1}"/>
                    </a:ext>
                  </a:extLst>
                </p14:cNvPr>
                <p14:cNvContentPartPr/>
                <p14:nvPr/>
              </p14:nvContentPartPr>
              <p14:xfrm>
                <a:off x="8879557" y="1511838"/>
                <a:ext cx="16560" cy="33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E1288E6-658F-6B7D-88E8-F9607B0704C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61557" y="1494198"/>
                  <a:ext cx="52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6B0475B-893E-C762-93FB-572F6A855479}"/>
                    </a:ext>
                  </a:extLst>
                </p14:cNvPr>
                <p14:cNvContentPartPr/>
                <p14:nvPr/>
              </p14:nvContentPartPr>
              <p14:xfrm>
                <a:off x="8859037" y="1899198"/>
                <a:ext cx="135720" cy="222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6B0475B-893E-C762-93FB-572F6A85547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841397" y="1881198"/>
                  <a:ext cx="171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978C96-FBDA-8A8F-75EE-D585D22A4438}"/>
                    </a:ext>
                  </a:extLst>
                </p14:cNvPr>
                <p14:cNvContentPartPr/>
                <p14:nvPr/>
              </p14:nvContentPartPr>
              <p14:xfrm>
                <a:off x="8932117" y="2173158"/>
                <a:ext cx="70920" cy="401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978C96-FBDA-8A8F-75EE-D585D22A443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14477" y="2155158"/>
                  <a:ext cx="10656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AB62676-8BE1-0DD7-D325-D5A6F5B08EA1}"/>
                    </a:ext>
                  </a:extLst>
                </p14:cNvPr>
                <p14:cNvContentPartPr/>
                <p14:nvPr/>
              </p14:nvContentPartPr>
              <p14:xfrm>
                <a:off x="8963437" y="2672478"/>
                <a:ext cx="154080" cy="193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AB62676-8BE1-0DD7-D325-D5A6F5B08E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45437" y="2654478"/>
                  <a:ext cx="18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6911AD6-3852-F78E-3DE6-F5E38D3CF8B0}"/>
                    </a:ext>
                  </a:extLst>
                </p14:cNvPr>
                <p14:cNvContentPartPr/>
                <p14:nvPr/>
              </p14:nvContentPartPr>
              <p14:xfrm>
                <a:off x="9081877" y="2888118"/>
                <a:ext cx="88920" cy="505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6911AD6-3852-F78E-3DE6-F5E38D3CF8B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063877" y="2870478"/>
                  <a:ext cx="1245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F41AFB1-F373-6DA2-8D4B-B0098CC38A79}"/>
                    </a:ext>
                  </a:extLst>
                </p14:cNvPr>
                <p14:cNvContentPartPr/>
                <p14:nvPr/>
              </p14:nvContentPartPr>
              <p14:xfrm>
                <a:off x="8973517" y="3490038"/>
                <a:ext cx="357480" cy="27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F41AFB1-F373-6DA2-8D4B-B0098CC38A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55517" y="3472398"/>
                  <a:ext cx="393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98C4D50-AFF3-8743-34E1-7F22681C5775}"/>
                    </a:ext>
                  </a:extLst>
                </p14:cNvPr>
                <p14:cNvContentPartPr/>
                <p14:nvPr/>
              </p14:nvContentPartPr>
              <p14:xfrm>
                <a:off x="9051277" y="3558078"/>
                <a:ext cx="165960" cy="141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98C4D50-AFF3-8743-34E1-7F22681C577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33637" y="3540078"/>
                  <a:ext cx="201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CAE658-0F8F-9C0C-A760-C9274984EC38}"/>
                    </a:ext>
                  </a:extLst>
                </p14:cNvPr>
                <p14:cNvContentPartPr/>
                <p14:nvPr/>
              </p14:nvContentPartPr>
              <p14:xfrm>
                <a:off x="9220837" y="3499398"/>
                <a:ext cx="102600" cy="210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CAE658-0F8F-9C0C-A760-C9274984EC3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03197" y="3481398"/>
                  <a:ext cx="138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650E2E0-F391-DAB5-1D28-1A3F5C07E7EE}"/>
                    </a:ext>
                  </a:extLst>
                </p14:cNvPr>
                <p14:cNvContentPartPr/>
                <p14:nvPr/>
              </p14:nvContentPartPr>
              <p14:xfrm>
                <a:off x="9584797" y="2615598"/>
                <a:ext cx="61560" cy="279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650E2E0-F391-DAB5-1D28-1A3F5C07E7E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567157" y="2597598"/>
                  <a:ext cx="97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7CE7F7-517F-B628-17F0-43C320045161}"/>
                    </a:ext>
                  </a:extLst>
                </p14:cNvPr>
                <p14:cNvContentPartPr/>
                <p14:nvPr/>
              </p14:nvContentPartPr>
              <p14:xfrm>
                <a:off x="9715837" y="2655198"/>
                <a:ext cx="74520" cy="156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7CE7F7-517F-B628-17F0-43C3200451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98197" y="2637558"/>
                  <a:ext cx="110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0706D81-5878-D776-83D1-C4BEBBC220E1}"/>
                    </a:ext>
                  </a:extLst>
                </p14:cNvPr>
                <p14:cNvContentPartPr/>
                <p14:nvPr/>
              </p14:nvContentPartPr>
              <p14:xfrm>
                <a:off x="9839317" y="2636838"/>
                <a:ext cx="72000" cy="18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0706D81-5878-D776-83D1-C4BEBBC220E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21317" y="2619198"/>
                  <a:ext cx="107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013BE92-DEFB-8DAF-9FFD-CE39A72B00D5}"/>
                    </a:ext>
                  </a:extLst>
                </p14:cNvPr>
                <p14:cNvContentPartPr/>
                <p14:nvPr/>
              </p14:nvContentPartPr>
              <p14:xfrm>
                <a:off x="9905917" y="2686878"/>
                <a:ext cx="78840" cy="106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013BE92-DEFB-8DAF-9FFD-CE39A72B00D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887917" y="2669238"/>
                  <a:ext cx="114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A9C9477-9303-6ACD-2081-61AA16A2D7BE}"/>
                    </a:ext>
                  </a:extLst>
                </p14:cNvPr>
                <p14:cNvContentPartPr/>
                <p14:nvPr/>
              </p14:nvContentPartPr>
              <p14:xfrm>
                <a:off x="8567077" y="1429758"/>
                <a:ext cx="693360" cy="73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A9C9477-9303-6ACD-2081-61AA16A2D7B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49437" y="1412118"/>
                  <a:ext cx="729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EF57A00-7E95-D1C0-A1A0-659FAE36642D}"/>
                    </a:ext>
                  </a:extLst>
                </p14:cNvPr>
                <p14:cNvContentPartPr/>
                <p14:nvPr/>
              </p14:nvContentPartPr>
              <p14:xfrm>
                <a:off x="8668237" y="958878"/>
                <a:ext cx="128880" cy="217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EF57A00-7E95-D1C0-A1A0-659FAE36642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50597" y="940878"/>
                  <a:ext cx="164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4A0C2B-7188-53FF-B0D1-779248C7DB8C}"/>
                    </a:ext>
                  </a:extLst>
                </p14:cNvPr>
                <p14:cNvContentPartPr/>
                <p14:nvPr/>
              </p14:nvContentPartPr>
              <p14:xfrm>
                <a:off x="8910877" y="1033038"/>
                <a:ext cx="11880" cy="18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4A0C2B-7188-53FF-B0D1-779248C7DB8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93237" y="1015038"/>
                  <a:ext cx="47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B95F6AD-BF14-22C1-C0A6-D4553AD94993}"/>
                    </a:ext>
                  </a:extLst>
                </p14:cNvPr>
                <p14:cNvContentPartPr/>
                <p14:nvPr/>
              </p14:nvContentPartPr>
              <p14:xfrm>
                <a:off x="9040837" y="963198"/>
                <a:ext cx="110880" cy="185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B95F6AD-BF14-22C1-C0A6-D4553AD9499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023197" y="945558"/>
                  <a:ext cx="146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7EA5CB8-147F-1EBF-EE14-14095F254B73}"/>
                    </a:ext>
                  </a:extLst>
                </p14:cNvPr>
                <p14:cNvContentPartPr/>
                <p14:nvPr/>
              </p14:nvContentPartPr>
              <p14:xfrm>
                <a:off x="9271237" y="952038"/>
                <a:ext cx="131760" cy="153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7EA5CB8-147F-1EBF-EE14-14095F254B7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253237" y="934038"/>
                  <a:ext cx="167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9941F49-DF25-1592-BF2C-76B4E2BBF0D6}"/>
                    </a:ext>
                  </a:extLst>
                </p14:cNvPr>
                <p14:cNvContentPartPr/>
                <p14:nvPr/>
              </p14:nvContentPartPr>
              <p14:xfrm>
                <a:off x="9021757" y="2346318"/>
                <a:ext cx="77400" cy="33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9941F49-DF25-1592-BF2C-76B4E2BBF0D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03757" y="2328678"/>
                  <a:ext cx="113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A56D665-22AD-F843-677C-DE6C0F5BF331}"/>
                    </a:ext>
                  </a:extLst>
                </p14:cNvPr>
                <p14:cNvContentPartPr/>
                <p14:nvPr/>
              </p14:nvContentPartPr>
              <p14:xfrm>
                <a:off x="8972437" y="2236518"/>
                <a:ext cx="1405080" cy="133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A56D665-22AD-F843-677C-DE6C0F5BF3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54797" y="2218878"/>
                  <a:ext cx="1440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F683D66-6A2B-7C24-07CC-C7DFFD416760}"/>
                    </a:ext>
                  </a:extLst>
                </p14:cNvPr>
                <p14:cNvContentPartPr/>
                <p14:nvPr/>
              </p14:nvContentPartPr>
              <p14:xfrm>
                <a:off x="10328197" y="2213118"/>
                <a:ext cx="47160" cy="51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F683D66-6A2B-7C24-07CC-C7DFFD41676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310197" y="2195478"/>
                  <a:ext cx="82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3A7D656-11C8-E892-3795-31BA0CE84663}"/>
                    </a:ext>
                  </a:extLst>
                </p14:cNvPr>
                <p14:cNvContentPartPr/>
                <p14:nvPr/>
              </p14:nvContentPartPr>
              <p14:xfrm>
                <a:off x="10391557" y="1828278"/>
                <a:ext cx="198720" cy="208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3A7D656-11C8-E892-3795-31BA0CE8466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73917" y="1810278"/>
                  <a:ext cx="234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4EF2A69-3F5A-8DD4-DAB1-60264EFF092C}"/>
                    </a:ext>
                  </a:extLst>
                </p14:cNvPr>
                <p14:cNvContentPartPr/>
                <p14:nvPr/>
              </p14:nvContentPartPr>
              <p14:xfrm>
                <a:off x="10693957" y="1974798"/>
                <a:ext cx="78840" cy="108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4EF2A69-3F5A-8DD4-DAB1-60264EFF092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75957" y="1956798"/>
                  <a:ext cx="114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C00FEE4-A440-9261-7B2C-621BE63AC196}"/>
                    </a:ext>
                  </a:extLst>
                </p14:cNvPr>
                <p14:cNvContentPartPr/>
                <p14:nvPr/>
              </p14:nvContentPartPr>
              <p14:xfrm>
                <a:off x="10849477" y="1976958"/>
                <a:ext cx="182880" cy="81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C00FEE4-A440-9261-7B2C-621BE63AC19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31477" y="1958958"/>
                  <a:ext cx="218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7EA9213-5655-DAA5-7487-9F938736F308}"/>
                    </a:ext>
                  </a:extLst>
                </p14:cNvPr>
                <p14:cNvContentPartPr/>
                <p14:nvPr/>
              </p14:nvContentPartPr>
              <p14:xfrm>
                <a:off x="11048197" y="1880478"/>
                <a:ext cx="44280" cy="171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7EA9213-5655-DAA5-7487-9F938736F30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30557" y="1862478"/>
                  <a:ext cx="79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9D2C2B0-9458-5DF7-4D38-ACDC6DD37F0C}"/>
                    </a:ext>
                  </a:extLst>
                </p14:cNvPr>
                <p14:cNvContentPartPr/>
                <p14:nvPr/>
              </p14:nvContentPartPr>
              <p14:xfrm>
                <a:off x="11025517" y="1913958"/>
                <a:ext cx="194400" cy="78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9D2C2B0-9458-5DF7-4D38-ACDC6DD37F0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007517" y="1895958"/>
                  <a:ext cx="230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B278F7C-D8D4-37FA-64B9-9662211B0A25}"/>
                    </a:ext>
                  </a:extLst>
                </p14:cNvPr>
                <p14:cNvContentPartPr/>
                <p14:nvPr/>
              </p14:nvContentPartPr>
              <p14:xfrm>
                <a:off x="8889997" y="4178718"/>
                <a:ext cx="228600" cy="323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B278F7C-D8D4-37FA-64B9-9662211B0A2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72357" y="4161078"/>
                  <a:ext cx="2642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47CB45F-F79D-5F35-4AF2-2E6CBE8F80D1}"/>
                    </a:ext>
                  </a:extLst>
                </p14:cNvPr>
                <p14:cNvContentPartPr/>
                <p14:nvPr/>
              </p14:nvContentPartPr>
              <p14:xfrm>
                <a:off x="9267997" y="4421358"/>
                <a:ext cx="83160" cy="131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47CB45F-F79D-5F35-4AF2-2E6CBE8F80D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50357" y="4403718"/>
                  <a:ext cx="118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FBB007C-334B-90C9-06FB-56B1D3BE70EC}"/>
                    </a:ext>
                  </a:extLst>
                </p14:cNvPr>
                <p14:cNvContentPartPr/>
                <p14:nvPr/>
              </p14:nvContentPartPr>
              <p14:xfrm>
                <a:off x="9453397" y="4410558"/>
                <a:ext cx="137880" cy="86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FBB007C-334B-90C9-06FB-56B1D3BE70E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35757" y="4392558"/>
                  <a:ext cx="173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9B1EBAD-47E4-0EC0-961B-F04FCE3FDC3D}"/>
                    </a:ext>
                  </a:extLst>
                </p14:cNvPr>
                <p14:cNvContentPartPr/>
                <p14:nvPr/>
              </p14:nvContentPartPr>
              <p14:xfrm>
                <a:off x="9647797" y="4257558"/>
                <a:ext cx="104760" cy="259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9B1EBAD-47E4-0EC0-961B-F04FCE3FDC3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29797" y="4239918"/>
                  <a:ext cx="140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ACA4F3B-1861-C957-D445-7FD380DD4F28}"/>
                    </a:ext>
                  </a:extLst>
                </p14:cNvPr>
                <p14:cNvContentPartPr/>
                <p14:nvPr/>
              </p14:nvContentPartPr>
              <p14:xfrm>
                <a:off x="9637357" y="4309758"/>
                <a:ext cx="160200" cy="69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ACA4F3B-1861-C957-D445-7FD380DD4F2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19717" y="4292118"/>
                  <a:ext cx="195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0386A40-D702-12D4-93ED-486B4D241169}"/>
                    </a:ext>
                  </a:extLst>
                </p14:cNvPr>
                <p14:cNvContentPartPr/>
                <p14:nvPr/>
              </p14:nvContentPartPr>
              <p14:xfrm>
                <a:off x="9988357" y="4324158"/>
                <a:ext cx="59760" cy="28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0386A40-D702-12D4-93ED-486B4D24116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970717" y="4306158"/>
                  <a:ext cx="95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147E503-A939-DD97-1302-4086777DB0DB}"/>
                    </a:ext>
                  </a:extLst>
                </p14:cNvPr>
                <p14:cNvContentPartPr/>
                <p14:nvPr/>
              </p14:nvContentPartPr>
              <p14:xfrm>
                <a:off x="10017877" y="4386438"/>
                <a:ext cx="76680" cy="27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147E503-A939-DD97-1302-4086777DB0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999877" y="4368798"/>
                  <a:ext cx="112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8593DEA-9DAF-327F-054C-E56D8892F0F1}"/>
                    </a:ext>
                  </a:extLst>
                </p14:cNvPr>
                <p14:cNvContentPartPr/>
                <p14:nvPr/>
              </p14:nvContentPartPr>
              <p14:xfrm>
                <a:off x="8755357" y="1646478"/>
                <a:ext cx="467640" cy="597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8593DEA-9DAF-327F-054C-E56D8892F0F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37357" y="1628838"/>
                  <a:ext cx="503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A65CE73-ED94-28C3-2D86-C7D94601F93C}"/>
                    </a:ext>
                  </a:extLst>
                </p14:cNvPr>
                <p14:cNvContentPartPr/>
                <p14:nvPr/>
              </p14:nvContentPartPr>
              <p14:xfrm>
                <a:off x="9005917" y="1664838"/>
                <a:ext cx="232560" cy="161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A65CE73-ED94-28C3-2D86-C7D94601F93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987917" y="1646838"/>
                  <a:ext cx="268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9075894-9518-8A73-62E3-4C09708FD661}"/>
                    </a:ext>
                  </a:extLst>
                </p14:cNvPr>
                <p14:cNvContentPartPr/>
                <p14:nvPr/>
              </p14:nvContentPartPr>
              <p14:xfrm>
                <a:off x="9450517" y="1786518"/>
                <a:ext cx="61560" cy="247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9075894-9518-8A73-62E3-4C09708FD66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32517" y="1768518"/>
                  <a:ext cx="97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FF66383-5A65-D714-0CB8-513B6CB3B158}"/>
                    </a:ext>
                  </a:extLst>
                </p14:cNvPr>
                <p14:cNvContentPartPr/>
                <p14:nvPr/>
              </p14:nvContentPartPr>
              <p14:xfrm>
                <a:off x="9458077" y="1710558"/>
                <a:ext cx="235800" cy="185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FF66383-5A65-D714-0CB8-513B6CB3B15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440077" y="1692558"/>
                  <a:ext cx="271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EC49139-F249-294C-5CDE-BA92A76196CB}"/>
                    </a:ext>
                  </a:extLst>
                </p14:cNvPr>
                <p14:cNvContentPartPr/>
                <p14:nvPr/>
              </p14:nvContentPartPr>
              <p14:xfrm>
                <a:off x="9784237" y="1864638"/>
                <a:ext cx="142560" cy="62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EC49139-F249-294C-5CDE-BA92A76196C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766597" y="1846638"/>
                  <a:ext cx="178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6A19AC-3B4D-A015-F998-90ACC11D2078}"/>
                    </a:ext>
                  </a:extLst>
                </p14:cNvPr>
                <p14:cNvContentPartPr/>
                <p14:nvPr/>
              </p14:nvContentPartPr>
              <p14:xfrm>
                <a:off x="9879637" y="1873638"/>
                <a:ext cx="61200" cy="140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6A19AC-3B4D-A015-F998-90ACC11D207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61637" y="1855638"/>
                  <a:ext cx="968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037F312-6FE4-A245-62B0-816FCAD58C69}"/>
              </a:ext>
            </a:extLst>
          </p:cNvPr>
          <p:cNvGrpSpPr/>
          <p:nvPr/>
        </p:nvGrpSpPr>
        <p:grpSpPr>
          <a:xfrm>
            <a:off x="10316317" y="3860838"/>
            <a:ext cx="1156680" cy="1274760"/>
            <a:chOff x="10316317" y="3860838"/>
            <a:chExt cx="1156680" cy="12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926490-10E2-EE03-57F4-F4529DDD0C54}"/>
                    </a:ext>
                  </a:extLst>
                </p14:cNvPr>
                <p14:cNvContentPartPr/>
                <p14:nvPr/>
              </p14:nvContentPartPr>
              <p14:xfrm>
                <a:off x="10316317" y="3860838"/>
                <a:ext cx="250200" cy="1274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926490-10E2-EE03-57F4-F4529DDD0C5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298677" y="3842838"/>
                  <a:ext cx="285840" cy="13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2032B69-FB05-8D2A-8FE3-9D0D579BCBC9}"/>
                    </a:ext>
                  </a:extLst>
                </p14:cNvPr>
                <p14:cNvContentPartPr/>
                <p14:nvPr/>
              </p14:nvContentPartPr>
              <p14:xfrm>
                <a:off x="10351957" y="4425318"/>
                <a:ext cx="129600" cy="51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2032B69-FB05-8D2A-8FE3-9D0D579BCBC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34317" y="4407318"/>
                  <a:ext cx="165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E9C5510-77CC-E772-2DC2-A28DFFADFDB6}"/>
                    </a:ext>
                  </a:extLst>
                </p14:cNvPr>
                <p14:cNvContentPartPr/>
                <p14:nvPr/>
              </p14:nvContentPartPr>
              <p14:xfrm>
                <a:off x="10685677" y="4124718"/>
                <a:ext cx="188640" cy="454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E9C5510-77CC-E772-2DC2-A28DFFADFDB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67677" y="4106718"/>
                  <a:ext cx="2242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C46F8B5-E18F-2839-3AC7-B16BC4B727A9}"/>
                    </a:ext>
                  </a:extLst>
                </p14:cNvPr>
                <p14:cNvContentPartPr/>
                <p14:nvPr/>
              </p14:nvContentPartPr>
              <p14:xfrm>
                <a:off x="10944157" y="4270518"/>
                <a:ext cx="19800" cy="196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C46F8B5-E18F-2839-3AC7-B16BC4B727A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26517" y="4252518"/>
                  <a:ext cx="55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B43E4AD-805A-3CE7-2296-4414830E0DC7}"/>
                    </a:ext>
                  </a:extLst>
                </p14:cNvPr>
                <p14:cNvContentPartPr/>
                <p14:nvPr/>
              </p14:nvContentPartPr>
              <p14:xfrm>
                <a:off x="10965757" y="4205718"/>
                <a:ext cx="143640" cy="174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B43E4AD-805A-3CE7-2296-4414830E0DC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948117" y="4188078"/>
                  <a:ext cx="179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2C0A10A-7979-3E26-4C88-FDE0911FB8F2}"/>
                    </a:ext>
                  </a:extLst>
                </p14:cNvPr>
                <p14:cNvContentPartPr/>
                <p14:nvPr/>
              </p14:nvContentPartPr>
              <p14:xfrm>
                <a:off x="11214157" y="4338918"/>
                <a:ext cx="102600" cy="16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2C0A10A-7979-3E26-4C88-FDE0911FB8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96517" y="4320918"/>
                  <a:ext cx="138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B75D42-837F-1355-57A1-DA79AC3CC98D}"/>
                    </a:ext>
                  </a:extLst>
                </p14:cNvPr>
                <p14:cNvContentPartPr/>
                <p14:nvPr/>
              </p14:nvContentPartPr>
              <p14:xfrm>
                <a:off x="11258437" y="4333878"/>
                <a:ext cx="8640" cy="156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B75D42-837F-1355-57A1-DA79AC3CC98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240797" y="4315878"/>
                  <a:ext cx="44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92C10F8-5BCE-963A-6DA5-35AD9BC49EE3}"/>
                    </a:ext>
                  </a:extLst>
                </p14:cNvPr>
                <p14:cNvContentPartPr/>
                <p14:nvPr/>
              </p14:nvContentPartPr>
              <p14:xfrm>
                <a:off x="11348437" y="4163238"/>
                <a:ext cx="124560" cy="402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92C10F8-5BCE-963A-6DA5-35AD9BC49EE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330797" y="4145238"/>
                  <a:ext cx="160200" cy="43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8482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7203A-13F2-D001-985F-6ADCBD803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9EDB68-9578-F412-78D3-1E54DC054053}"/>
              </a:ext>
            </a:extLst>
          </p:cNvPr>
          <p:cNvGrpSpPr/>
          <p:nvPr/>
        </p:nvGrpSpPr>
        <p:grpSpPr>
          <a:xfrm>
            <a:off x="1045237" y="844406"/>
            <a:ext cx="2909520" cy="3576600"/>
            <a:chOff x="1045237" y="844406"/>
            <a:chExt cx="2909520" cy="357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B44049-4B09-C160-2E09-45353308E86D}"/>
                    </a:ext>
                  </a:extLst>
                </p14:cNvPr>
                <p14:cNvContentPartPr/>
                <p14:nvPr/>
              </p14:nvContentPartPr>
              <p14:xfrm>
                <a:off x="1045237" y="844406"/>
                <a:ext cx="702360" cy="8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B44049-4B09-C160-2E09-45353308E8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7597" y="826406"/>
                  <a:ext cx="738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614211A-0758-3B85-257E-ED4A220A0923}"/>
                    </a:ext>
                  </a:extLst>
                </p14:cNvPr>
                <p14:cNvContentPartPr/>
                <p14:nvPr/>
              </p14:nvContentPartPr>
              <p14:xfrm>
                <a:off x="1468957" y="878966"/>
                <a:ext cx="46440" cy="88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614211A-0758-3B85-257E-ED4A220A09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0957" y="860966"/>
                  <a:ext cx="8208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633EA6-1645-BEB7-D4DA-629A2A01766A}"/>
                    </a:ext>
                  </a:extLst>
                </p14:cNvPr>
                <p14:cNvContentPartPr/>
                <p14:nvPr/>
              </p14:nvContentPartPr>
              <p14:xfrm>
                <a:off x="1507117" y="1784006"/>
                <a:ext cx="178560" cy="1113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633EA6-1645-BEB7-D4DA-629A2A0176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9117" y="1766366"/>
                  <a:ext cx="21420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461322-7196-956E-E077-4ED8B0787257}"/>
                    </a:ext>
                  </a:extLst>
                </p14:cNvPr>
                <p14:cNvContentPartPr/>
                <p14:nvPr/>
              </p14:nvContentPartPr>
              <p14:xfrm>
                <a:off x="1663717" y="2927726"/>
                <a:ext cx="167400" cy="248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461322-7196-956E-E077-4ED8B07872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5717" y="2909726"/>
                  <a:ext cx="203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C0190F-6529-0168-6070-B6888085EF41}"/>
                    </a:ext>
                  </a:extLst>
                </p14:cNvPr>
                <p14:cNvContentPartPr/>
                <p14:nvPr/>
              </p14:nvContentPartPr>
              <p14:xfrm>
                <a:off x="1855237" y="4113926"/>
                <a:ext cx="252360" cy="2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C0190F-6529-0168-6070-B6888085EF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37597" y="4096286"/>
                  <a:ext cx="288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8C263C-41B0-0908-2468-A735B9D3F887}"/>
                    </a:ext>
                  </a:extLst>
                </p14:cNvPr>
                <p14:cNvContentPartPr/>
                <p14:nvPr/>
              </p14:nvContentPartPr>
              <p14:xfrm>
                <a:off x="1893397" y="4156766"/>
                <a:ext cx="231480" cy="158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8C263C-41B0-0908-2468-A735B9D3F8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75757" y="4139126"/>
                  <a:ext cx="267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BA5400-4B5A-B357-DCA1-4050E96B3002}"/>
                    </a:ext>
                  </a:extLst>
                </p14:cNvPr>
                <p14:cNvContentPartPr/>
                <p14:nvPr/>
              </p14:nvContentPartPr>
              <p14:xfrm>
                <a:off x="2025517" y="4173686"/>
                <a:ext cx="203760" cy="247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BA5400-4B5A-B357-DCA1-4050E96B300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7877" y="4155686"/>
                  <a:ext cx="239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DE2F58-ED06-3721-6688-822D51243033}"/>
                    </a:ext>
                  </a:extLst>
                </p14:cNvPr>
                <p14:cNvContentPartPr/>
                <p14:nvPr/>
              </p14:nvContentPartPr>
              <p14:xfrm>
                <a:off x="1542037" y="2319686"/>
                <a:ext cx="1815840" cy="12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DE2F58-ED06-3721-6688-822D512430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24037" y="2302046"/>
                  <a:ext cx="1851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F30320-B9E7-A997-8D84-E4654B1C7AFC}"/>
                    </a:ext>
                  </a:extLst>
                </p14:cNvPr>
                <p14:cNvContentPartPr/>
                <p14:nvPr/>
              </p14:nvContentPartPr>
              <p14:xfrm>
                <a:off x="3223237" y="2245886"/>
                <a:ext cx="139680" cy="130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F30320-B9E7-A997-8D84-E4654B1C7A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5597" y="2228246"/>
                  <a:ext cx="175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181D30-70FD-A283-043C-2FF459118A2D}"/>
                    </a:ext>
                  </a:extLst>
                </p14:cNvPr>
                <p14:cNvContentPartPr/>
                <p14:nvPr/>
              </p14:nvContentPartPr>
              <p14:xfrm>
                <a:off x="3160957" y="1794806"/>
                <a:ext cx="133560" cy="19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181D30-70FD-A283-043C-2FF459118A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42957" y="1776806"/>
                  <a:ext cx="169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E002C7-E94F-60E5-EE71-6D89AA796895}"/>
                    </a:ext>
                  </a:extLst>
                </p14:cNvPr>
                <p14:cNvContentPartPr/>
                <p14:nvPr/>
              </p14:nvContentPartPr>
              <p14:xfrm>
                <a:off x="3433117" y="1955366"/>
                <a:ext cx="71640" cy="6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E002C7-E94F-60E5-EE71-6D89AA7968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15477" y="1937726"/>
                  <a:ext cx="107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7AC014-E754-B47F-25DE-A016CD9C2A7A}"/>
                    </a:ext>
                  </a:extLst>
                </p14:cNvPr>
                <p14:cNvContentPartPr/>
                <p14:nvPr/>
              </p14:nvContentPartPr>
              <p14:xfrm>
                <a:off x="3563077" y="1927646"/>
                <a:ext cx="155160" cy="80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7AC014-E754-B47F-25DE-A016CD9C2A7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45437" y="1910006"/>
                  <a:ext cx="190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C2DCC34-EF26-7441-DB75-37203D519341}"/>
                    </a:ext>
                  </a:extLst>
                </p14:cNvPr>
                <p14:cNvContentPartPr/>
                <p14:nvPr/>
              </p14:nvContentPartPr>
              <p14:xfrm>
                <a:off x="3819037" y="1728206"/>
                <a:ext cx="77400" cy="25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C2DCC34-EF26-7441-DB75-37203D5193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01037" y="1710206"/>
                  <a:ext cx="113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94A008-D721-73D1-6A37-667049441C7D}"/>
                    </a:ext>
                  </a:extLst>
                </p14:cNvPr>
                <p14:cNvContentPartPr/>
                <p14:nvPr/>
              </p14:nvContentPartPr>
              <p14:xfrm>
                <a:off x="3758557" y="1852766"/>
                <a:ext cx="196200" cy="51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94A008-D721-73D1-6A37-667049441C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40917" y="1834766"/>
                  <a:ext cx="231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1C6A5A2-2F29-C1DF-8D32-81070B0065AF}"/>
                    </a:ext>
                  </a:extLst>
                </p14:cNvPr>
                <p14:cNvContentPartPr/>
                <p14:nvPr/>
              </p14:nvContentPartPr>
              <p14:xfrm>
                <a:off x="1968637" y="1548206"/>
                <a:ext cx="66960" cy="334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1C6A5A2-2F29-C1DF-8D32-81070B0065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0637" y="1530206"/>
                  <a:ext cx="1026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13413B0-7A74-8A8C-8F2D-F25F6484C23E}"/>
                    </a:ext>
                  </a:extLst>
                </p14:cNvPr>
                <p14:cNvContentPartPr/>
                <p14:nvPr/>
              </p14:nvContentPartPr>
              <p14:xfrm>
                <a:off x="1975117" y="1519406"/>
                <a:ext cx="137520" cy="21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13413B0-7A74-8A8C-8F2D-F25F6484C2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57117" y="1501406"/>
                  <a:ext cx="173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E907CE-A829-85EA-245A-E02C2E146D78}"/>
                    </a:ext>
                  </a:extLst>
                </p14:cNvPr>
                <p14:cNvContentPartPr/>
                <p14:nvPr/>
              </p14:nvContentPartPr>
              <p14:xfrm>
                <a:off x="2230357" y="1694006"/>
                <a:ext cx="138600" cy="26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E907CE-A829-85EA-245A-E02C2E146D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12717" y="1676006"/>
                  <a:ext cx="174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2BE4DC-128C-D088-4F91-D01FD3190B4D}"/>
                    </a:ext>
                  </a:extLst>
                </p14:cNvPr>
                <p14:cNvContentPartPr/>
                <p14:nvPr/>
              </p14:nvContentPartPr>
              <p14:xfrm>
                <a:off x="2295157" y="1702646"/>
                <a:ext cx="20520" cy="27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2BE4DC-128C-D088-4F91-D01FD3190B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77517" y="1684646"/>
                  <a:ext cx="56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1F4EE4-A45F-45FB-6B2D-E5BCB6E77CF0}"/>
                    </a:ext>
                  </a:extLst>
                </p14:cNvPr>
                <p14:cNvContentPartPr/>
                <p14:nvPr/>
              </p14:nvContentPartPr>
              <p14:xfrm>
                <a:off x="1404517" y="1514726"/>
                <a:ext cx="416880" cy="676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1F4EE4-A45F-45FB-6B2D-E5BCB6E77C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86877" y="1496726"/>
                  <a:ext cx="45252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4181B6-D4F6-3EAD-E5EE-3FC971CA3D2A}"/>
                    </a:ext>
                  </a:extLst>
                </p14:cNvPr>
                <p14:cNvContentPartPr/>
                <p14:nvPr/>
              </p14:nvContentPartPr>
              <p14:xfrm>
                <a:off x="1579477" y="1615166"/>
                <a:ext cx="188280" cy="65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4181B6-D4F6-3EAD-E5EE-3FC971CA3D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61837" y="1597166"/>
                  <a:ext cx="223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4499C1-035E-2A30-E472-54D8BFCAEACC}"/>
                    </a:ext>
                  </a:extLst>
                </p14:cNvPr>
                <p14:cNvContentPartPr/>
                <p14:nvPr/>
              </p14:nvContentPartPr>
              <p14:xfrm>
                <a:off x="1813837" y="3205646"/>
                <a:ext cx="182880" cy="91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4499C1-035E-2A30-E472-54D8BFCAEAC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95837" y="3187646"/>
                  <a:ext cx="21852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C4BF69-B66F-FF6F-DCEB-DA41A1C8E96A}"/>
                    </a:ext>
                  </a:extLst>
                </p14:cNvPr>
                <p14:cNvContentPartPr/>
                <p14:nvPr/>
              </p14:nvContentPartPr>
              <p14:xfrm>
                <a:off x="1567957" y="2834126"/>
                <a:ext cx="455760" cy="64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C4BF69-B66F-FF6F-DCEB-DA41A1C8E96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49957" y="2816486"/>
                  <a:ext cx="49140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5D4EAD-9499-4E4F-7385-BAAA2520316B}"/>
                    </a:ext>
                  </a:extLst>
                </p14:cNvPr>
                <p14:cNvContentPartPr/>
                <p14:nvPr/>
              </p14:nvContentPartPr>
              <p14:xfrm>
                <a:off x="1850197" y="2825486"/>
                <a:ext cx="189360" cy="195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5D4EAD-9499-4E4F-7385-BAAA2520316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32197" y="2807486"/>
                  <a:ext cx="225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2F893C-8277-107E-1531-42ADF008FD0B}"/>
                    </a:ext>
                  </a:extLst>
                </p14:cNvPr>
                <p14:cNvContentPartPr/>
                <p14:nvPr/>
              </p14:nvContentPartPr>
              <p14:xfrm>
                <a:off x="2224597" y="3038606"/>
                <a:ext cx="100080" cy="245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2F893C-8277-107E-1531-42ADF008FD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06597" y="3020606"/>
                  <a:ext cx="135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494E43-6733-7FFE-DE6D-0FD405DE06D2}"/>
                    </a:ext>
                  </a:extLst>
                </p14:cNvPr>
                <p14:cNvContentPartPr/>
                <p14:nvPr/>
              </p14:nvContentPartPr>
              <p14:xfrm>
                <a:off x="2269237" y="2961566"/>
                <a:ext cx="159840" cy="198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494E43-6733-7FFE-DE6D-0FD405DE06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51237" y="2943566"/>
                  <a:ext cx="195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5D4BE0-8331-9AAD-6672-E9F1EDA986DE}"/>
                    </a:ext>
                  </a:extLst>
                </p14:cNvPr>
                <p14:cNvContentPartPr/>
                <p14:nvPr/>
              </p14:nvContentPartPr>
              <p14:xfrm>
                <a:off x="2556877" y="3080366"/>
                <a:ext cx="197640" cy="40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5D4BE0-8331-9AAD-6672-E9F1EDA986D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39237" y="3062366"/>
                  <a:ext cx="233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997ADB2-AEE4-C4F6-DAE4-80D55EFBE59E}"/>
                    </a:ext>
                  </a:extLst>
                </p14:cNvPr>
                <p14:cNvContentPartPr/>
                <p14:nvPr/>
              </p14:nvContentPartPr>
              <p14:xfrm>
                <a:off x="2651557" y="3124286"/>
                <a:ext cx="38160" cy="187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997ADB2-AEE4-C4F6-DAE4-80D55EFBE5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33917" y="3106646"/>
                  <a:ext cx="7380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1CF416-EA4E-33CB-F75A-AE1F55DAB9C8}"/>
              </a:ext>
            </a:extLst>
          </p:cNvPr>
          <p:cNvGrpSpPr/>
          <p:nvPr/>
        </p:nvGrpSpPr>
        <p:grpSpPr>
          <a:xfrm>
            <a:off x="1127317" y="263006"/>
            <a:ext cx="765720" cy="441000"/>
            <a:chOff x="1127317" y="263006"/>
            <a:chExt cx="76572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70F3B7-650F-376A-2819-6EEB53501157}"/>
                    </a:ext>
                  </a:extLst>
                </p14:cNvPr>
                <p14:cNvContentPartPr/>
                <p14:nvPr/>
              </p14:nvContentPartPr>
              <p14:xfrm>
                <a:off x="1127317" y="263006"/>
                <a:ext cx="213480" cy="276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70F3B7-650F-376A-2819-6EEB535011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9317" y="245006"/>
                  <a:ext cx="249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2A6C4C-BC92-886F-C551-B0E4038F5F92}"/>
                    </a:ext>
                  </a:extLst>
                </p14:cNvPr>
                <p14:cNvContentPartPr/>
                <p14:nvPr/>
              </p14:nvContentPartPr>
              <p14:xfrm>
                <a:off x="1531237" y="521486"/>
                <a:ext cx="86760" cy="182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2A6C4C-BC92-886F-C551-B0E4038F5F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13597" y="503846"/>
                  <a:ext cx="122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C0D517-BBDA-B1AF-DFFC-8735588F3497}"/>
                    </a:ext>
                  </a:extLst>
                </p14:cNvPr>
                <p14:cNvContentPartPr/>
                <p14:nvPr/>
              </p14:nvContentPartPr>
              <p14:xfrm>
                <a:off x="1543117" y="497726"/>
                <a:ext cx="136800" cy="181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C0D517-BBDA-B1AF-DFFC-8735588F34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25477" y="479726"/>
                  <a:ext cx="172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2F15F50-BA61-D38A-A562-40A5C1FB78E7}"/>
                    </a:ext>
                  </a:extLst>
                </p14:cNvPr>
                <p14:cNvContentPartPr/>
                <p14:nvPr/>
              </p14:nvContentPartPr>
              <p14:xfrm>
                <a:off x="1755157" y="486566"/>
                <a:ext cx="43560" cy="197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2F15F50-BA61-D38A-A562-40A5C1FB78E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37517" y="468566"/>
                  <a:ext cx="79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FA3BFE-52A7-BA75-EF50-4B65FA612EE1}"/>
                    </a:ext>
                  </a:extLst>
                </p14:cNvPr>
                <p14:cNvContentPartPr/>
                <p14:nvPr/>
              </p14:nvContentPartPr>
              <p14:xfrm>
                <a:off x="1792957" y="464246"/>
                <a:ext cx="100080" cy="163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5FA3BFE-52A7-BA75-EF50-4B65FA612E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74957" y="446606"/>
                  <a:ext cx="13572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29828CC-A20C-572E-7134-1BA2EE56D842}"/>
              </a:ext>
            </a:extLst>
          </p:cNvPr>
          <p:cNvGrpSpPr/>
          <p:nvPr/>
        </p:nvGrpSpPr>
        <p:grpSpPr>
          <a:xfrm>
            <a:off x="4338157" y="572606"/>
            <a:ext cx="1173600" cy="535320"/>
            <a:chOff x="4338157" y="572606"/>
            <a:chExt cx="1173600" cy="53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B38DEAA-46AA-D3D0-167E-BBB4E19EADDB}"/>
                    </a:ext>
                  </a:extLst>
                </p14:cNvPr>
                <p14:cNvContentPartPr/>
                <p14:nvPr/>
              </p14:nvContentPartPr>
              <p14:xfrm>
                <a:off x="4338157" y="572606"/>
                <a:ext cx="225360" cy="29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B38DEAA-46AA-D3D0-167E-BBB4E19EAD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20157" y="554966"/>
                  <a:ext cx="261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944053-91A1-F2A3-E815-3D407016E38D}"/>
                    </a:ext>
                  </a:extLst>
                </p14:cNvPr>
                <p14:cNvContentPartPr/>
                <p14:nvPr/>
              </p14:nvContentPartPr>
              <p14:xfrm>
                <a:off x="4575397" y="890846"/>
                <a:ext cx="118080" cy="10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944053-91A1-F2A3-E815-3D407016E3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57757" y="873206"/>
                  <a:ext cx="153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B68008-7684-A97E-A4C0-CC0857B204D8}"/>
                    </a:ext>
                  </a:extLst>
                </p14:cNvPr>
                <p14:cNvContentPartPr/>
                <p14:nvPr/>
              </p14:nvContentPartPr>
              <p14:xfrm>
                <a:off x="4780957" y="864206"/>
                <a:ext cx="146880" cy="113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B68008-7684-A97E-A4C0-CC0857B204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63317" y="846206"/>
                  <a:ext cx="182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AE961B-88F8-7E21-97F4-A16D0F42A65A}"/>
                    </a:ext>
                  </a:extLst>
                </p14:cNvPr>
                <p14:cNvContentPartPr/>
                <p14:nvPr/>
              </p14:nvContentPartPr>
              <p14:xfrm>
                <a:off x="5007397" y="763406"/>
                <a:ext cx="61200" cy="20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AE961B-88F8-7E21-97F4-A16D0F42A6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89397" y="745406"/>
                  <a:ext cx="96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0F1175-230D-14E2-B74A-5A2BF6F4E6A8}"/>
                    </a:ext>
                  </a:extLst>
                </p14:cNvPr>
                <p14:cNvContentPartPr/>
                <p14:nvPr/>
              </p14:nvContentPartPr>
              <p14:xfrm>
                <a:off x="5027197" y="785366"/>
                <a:ext cx="129600" cy="61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0F1175-230D-14E2-B74A-5A2BF6F4E6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09557" y="767366"/>
                  <a:ext cx="165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119C7C0-37AF-D5FD-5C7C-532BD8BF7D4B}"/>
                    </a:ext>
                  </a:extLst>
                </p14:cNvPr>
                <p14:cNvContentPartPr/>
                <p14:nvPr/>
              </p14:nvContentPartPr>
              <p14:xfrm>
                <a:off x="5173717" y="827126"/>
                <a:ext cx="54000" cy="28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119C7C0-37AF-D5FD-5C7C-532BD8BF7D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6077" y="809486"/>
                  <a:ext cx="89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8235A5-5CAE-FEE5-044B-7331DEBA9232}"/>
                    </a:ext>
                  </a:extLst>
                </p14:cNvPr>
                <p14:cNvContentPartPr/>
                <p14:nvPr/>
              </p14:nvContentPartPr>
              <p14:xfrm>
                <a:off x="5217637" y="880046"/>
                <a:ext cx="46080" cy="1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8235A5-5CAE-FEE5-044B-7331DEBA92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99997" y="862046"/>
                  <a:ext cx="81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071BB0-23E6-75F1-FD14-D4C384F62E21}"/>
                    </a:ext>
                  </a:extLst>
                </p14:cNvPr>
                <p14:cNvContentPartPr/>
                <p14:nvPr/>
              </p14:nvContentPartPr>
              <p14:xfrm>
                <a:off x="5412397" y="678446"/>
                <a:ext cx="48600" cy="229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071BB0-23E6-75F1-FD14-D4C384F62E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94397" y="660806"/>
                  <a:ext cx="84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038E24-F2D8-301B-7B28-E02BD43BC757}"/>
                    </a:ext>
                  </a:extLst>
                </p14:cNvPr>
                <p14:cNvContentPartPr/>
                <p14:nvPr/>
              </p14:nvContentPartPr>
              <p14:xfrm>
                <a:off x="5499877" y="1071206"/>
                <a:ext cx="11880" cy="36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038E24-F2D8-301B-7B28-E02BD43BC7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81877" y="1053566"/>
                  <a:ext cx="475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42C7D6C-2B72-F159-D306-B9F052CCFE04}"/>
              </a:ext>
            </a:extLst>
          </p:cNvPr>
          <p:cNvGrpSpPr/>
          <p:nvPr/>
        </p:nvGrpSpPr>
        <p:grpSpPr>
          <a:xfrm>
            <a:off x="6087397" y="371366"/>
            <a:ext cx="892440" cy="737640"/>
            <a:chOff x="6087397" y="371366"/>
            <a:chExt cx="892440" cy="73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6B4B87-B2CF-82AE-49A7-520D6E7794CA}"/>
                    </a:ext>
                  </a:extLst>
                </p14:cNvPr>
                <p14:cNvContentPartPr/>
                <p14:nvPr/>
              </p14:nvContentPartPr>
              <p14:xfrm>
                <a:off x="6087397" y="371366"/>
                <a:ext cx="428760" cy="737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6B4B87-B2CF-82AE-49A7-520D6E7794C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69757" y="353726"/>
                  <a:ext cx="46440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24F7D37-2D80-B223-FCCD-A0F14F73881F}"/>
                    </a:ext>
                  </a:extLst>
                </p14:cNvPr>
                <p14:cNvContentPartPr/>
                <p14:nvPr/>
              </p14:nvContentPartPr>
              <p14:xfrm>
                <a:off x="6626677" y="572606"/>
                <a:ext cx="43920" cy="30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24F7D37-2D80-B223-FCCD-A0F14F7388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08677" y="554966"/>
                  <a:ext cx="795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A067F1-9510-1EAE-DE69-665D24669B0C}"/>
                    </a:ext>
                  </a:extLst>
                </p14:cNvPr>
                <p14:cNvContentPartPr/>
                <p14:nvPr/>
              </p14:nvContentPartPr>
              <p14:xfrm>
                <a:off x="6581677" y="558566"/>
                <a:ext cx="104760" cy="21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A067F1-9510-1EAE-DE69-665D24669B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64037" y="540566"/>
                  <a:ext cx="140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9DCD781-8DB5-F94C-F716-585F06CEA440}"/>
                    </a:ext>
                  </a:extLst>
                </p14:cNvPr>
                <p14:cNvContentPartPr/>
                <p14:nvPr/>
              </p14:nvContentPartPr>
              <p14:xfrm>
                <a:off x="6606517" y="813086"/>
                <a:ext cx="120960" cy="50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9DCD781-8DB5-F94C-F716-585F06CEA44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88517" y="795446"/>
                  <a:ext cx="156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64E138-0EFF-8A90-3F0F-CD4F6F9DE571}"/>
                    </a:ext>
                  </a:extLst>
                </p14:cNvPr>
                <p14:cNvContentPartPr/>
                <p14:nvPr/>
              </p14:nvContentPartPr>
              <p14:xfrm>
                <a:off x="6854917" y="532646"/>
                <a:ext cx="86400" cy="407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64E138-0EFF-8A90-3F0F-CD4F6F9DE5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36917" y="514646"/>
                  <a:ext cx="1220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5555C8-4DCC-5B2F-796C-EE6179AF3166}"/>
                    </a:ext>
                  </a:extLst>
                </p14:cNvPr>
                <p14:cNvContentPartPr/>
                <p14:nvPr/>
              </p14:nvContentPartPr>
              <p14:xfrm>
                <a:off x="6823597" y="757646"/>
                <a:ext cx="156240" cy="59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5555C8-4DCC-5B2F-796C-EE6179AF31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05957" y="739646"/>
                  <a:ext cx="1918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833823-35F2-0CF7-2313-26C11F3209C0}"/>
              </a:ext>
            </a:extLst>
          </p:cNvPr>
          <p:cNvGrpSpPr/>
          <p:nvPr/>
        </p:nvGrpSpPr>
        <p:grpSpPr>
          <a:xfrm>
            <a:off x="7320757" y="577646"/>
            <a:ext cx="414360" cy="349920"/>
            <a:chOff x="7320757" y="577646"/>
            <a:chExt cx="41436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6B49A2-873E-CB53-F107-229CAEFE9DF7}"/>
                    </a:ext>
                  </a:extLst>
                </p14:cNvPr>
                <p14:cNvContentPartPr/>
                <p14:nvPr/>
              </p14:nvContentPartPr>
              <p14:xfrm>
                <a:off x="7320757" y="609326"/>
                <a:ext cx="59400" cy="318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6B49A2-873E-CB53-F107-229CAEFE9DF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03117" y="591326"/>
                  <a:ext cx="950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C51EC6D-EDE0-A09F-FC39-1F2D5A0A1136}"/>
                    </a:ext>
                  </a:extLst>
                </p14:cNvPr>
                <p14:cNvContentPartPr/>
                <p14:nvPr/>
              </p14:nvContentPartPr>
              <p14:xfrm>
                <a:off x="7330837" y="577646"/>
                <a:ext cx="187920" cy="19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C51EC6D-EDE0-A09F-FC39-1F2D5A0A11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13197" y="560006"/>
                  <a:ext cx="223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CD6CA27-FB8F-55C8-CE6F-1AD34DEB8DEF}"/>
                    </a:ext>
                  </a:extLst>
                </p14:cNvPr>
                <p14:cNvContentPartPr/>
                <p14:nvPr/>
              </p14:nvContentPartPr>
              <p14:xfrm>
                <a:off x="7588597" y="717326"/>
                <a:ext cx="146520" cy="22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CD6CA27-FB8F-55C8-CE6F-1AD34DEB8D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70957" y="699686"/>
                  <a:ext cx="182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FF33C7-BAFD-7BD4-AC7E-101B63AA45F9}"/>
                    </a:ext>
                  </a:extLst>
                </p14:cNvPr>
                <p14:cNvContentPartPr/>
                <p14:nvPr/>
              </p14:nvContentPartPr>
              <p14:xfrm>
                <a:off x="7654117" y="721646"/>
                <a:ext cx="52920" cy="158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FF33C7-BAFD-7BD4-AC7E-101B63AA45F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36477" y="704006"/>
                  <a:ext cx="8856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A959E43-56BC-AE11-C2F2-140088A9F3EB}"/>
              </a:ext>
            </a:extLst>
          </p:cNvPr>
          <p:cNvGrpSpPr/>
          <p:nvPr/>
        </p:nvGrpSpPr>
        <p:grpSpPr>
          <a:xfrm>
            <a:off x="8125357" y="596006"/>
            <a:ext cx="264600" cy="293400"/>
            <a:chOff x="8125357" y="596006"/>
            <a:chExt cx="26460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E72B36-C268-B8CB-ACA2-B9C8C1288ABD}"/>
                    </a:ext>
                  </a:extLst>
                </p14:cNvPr>
                <p14:cNvContentPartPr/>
                <p14:nvPr/>
              </p14:nvContentPartPr>
              <p14:xfrm>
                <a:off x="8125357" y="692846"/>
                <a:ext cx="28800" cy="19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E72B36-C268-B8CB-ACA2-B9C8C1288A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07717" y="675206"/>
                  <a:ext cx="64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F8F82C-423A-E9E5-BA09-7C0C2684641D}"/>
                    </a:ext>
                  </a:extLst>
                </p14:cNvPr>
                <p14:cNvContentPartPr/>
                <p14:nvPr/>
              </p14:nvContentPartPr>
              <p14:xfrm>
                <a:off x="8160277" y="596006"/>
                <a:ext cx="28800" cy="5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F8F82C-423A-E9E5-BA09-7C0C2684641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42277" y="578366"/>
                  <a:ext cx="6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A3BF3D6-5E4B-9AC4-3DC3-C5AEFF3D1095}"/>
                    </a:ext>
                  </a:extLst>
                </p14:cNvPr>
                <p14:cNvContentPartPr/>
                <p14:nvPr/>
              </p14:nvContentPartPr>
              <p14:xfrm>
                <a:off x="8310757" y="715886"/>
                <a:ext cx="79200" cy="159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A3BF3D6-5E4B-9AC4-3DC3-C5AEFF3D109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92757" y="697886"/>
                  <a:ext cx="11484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FB50605-0BA9-84AB-323B-C34ECEDD11E8}"/>
              </a:ext>
            </a:extLst>
          </p:cNvPr>
          <p:cNvGrpSpPr/>
          <p:nvPr/>
        </p:nvGrpSpPr>
        <p:grpSpPr>
          <a:xfrm>
            <a:off x="8762557" y="647126"/>
            <a:ext cx="1625400" cy="378360"/>
            <a:chOff x="8762557" y="647126"/>
            <a:chExt cx="162540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CF6510-1BA6-54E6-A358-A688B299C1A0}"/>
                    </a:ext>
                  </a:extLst>
                </p14:cNvPr>
                <p14:cNvContentPartPr/>
                <p14:nvPr/>
              </p14:nvContentPartPr>
              <p14:xfrm>
                <a:off x="8762557" y="647126"/>
                <a:ext cx="403920" cy="261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CF6510-1BA6-54E6-A358-A688B299C1A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44917" y="629126"/>
                  <a:ext cx="439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E938D3-008B-AC9F-D93B-70EB921F9DE7}"/>
                    </a:ext>
                  </a:extLst>
                </p14:cNvPr>
                <p14:cNvContentPartPr/>
                <p14:nvPr/>
              </p14:nvContentPartPr>
              <p14:xfrm>
                <a:off x="9204277" y="775286"/>
                <a:ext cx="357840" cy="92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E938D3-008B-AC9F-D93B-70EB921F9DE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86637" y="757286"/>
                  <a:ext cx="393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E434BF-4795-C52E-4276-84A16CD9378F}"/>
                    </a:ext>
                  </a:extLst>
                </p14:cNvPr>
                <p14:cNvContentPartPr/>
                <p14:nvPr/>
              </p14:nvContentPartPr>
              <p14:xfrm>
                <a:off x="9636637" y="745046"/>
                <a:ext cx="106920" cy="248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E434BF-4795-C52E-4276-84A16CD9378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18637" y="727406"/>
                  <a:ext cx="142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331F538-2C66-1BB3-2BBC-259B9F3E10AA}"/>
                    </a:ext>
                  </a:extLst>
                </p14:cNvPr>
                <p14:cNvContentPartPr/>
                <p14:nvPr/>
              </p14:nvContentPartPr>
              <p14:xfrm>
                <a:off x="9813037" y="800486"/>
                <a:ext cx="38160" cy="101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331F538-2C66-1BB3-2BBC-259B9F3E10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95397" y="782846"/>
                  <a:ext cx="73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EB8877-F827-5F15-CD7B-DA2962DFE519}"/>
                    </a:ext>
                  </a:extLst>
                </p14:cNvPr>
                <p14:cNvContentPartPr/>
                <p14:nvPr/>
              </p14:nvContentPartPr>
              <p14:xfrm>
                <a:off x="9882517" y="701486"/>
                <a:ext cx="11880" cy="93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FEB8877-F827-5F15-CD7B-DA2962DFE5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64877" y="683846"/>
                  <a:ext cx="47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7858B5-244A-EC43-7764-E79474B541EB}"/>
                    </a:ext>
                  </a:extLst>
                </p14:cNvPr>
                <p14:cNvContentPartPr/>
                <p14:nvPr/>
              </p14:nvContentPartPr>
              <p14:xfrm>
                <a:off x="9970717" y="764126"/>
                <a:ext cx="102240" cy="11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7858B5-244A-EC43-7764-E79474B541E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53077" y="746486"/>
                  <a:ext cx="137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042ACE0-184F-E194-94AF-8E384A4D9B53}"/>
                    </a:ext>
                  </a:extLst>
                </p14:cNvPr>
                <p14:cNvContentPartPr/>
                <p14:nvPr/>
              </p14:nvContentPartPr>
              <p14:xfrm>
                <a:off x="9967117" y="812006"/>
                <a:ext cx="248040" cy="101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042ACE0-184F-E194-94AF-8E384A4D9B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9477" y="794006"/>
                  <a:ext cx="283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15C7916-F4D3-13F1-934E-56134FD625CC}"/>
                    </a:ext>
                  </a:extLst>
                </p14:cNvPr>
                <p14:cNvContentPartPr/>
                <p14:nvPr/>
              </p14:nvContentPartPr>
              <p14:xfrm>
                <a:off x="10306237" y="794726"/>
                <a:ext cx="81720" cy="230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15C7916-F4D3-13F1-934E-56134FD625C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88597" y="777086"/>
                  <a:ext cx="11736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7396B-3256-5AA4-4305-34C048908B86}"/>
              </a:ext>
            </a:extLst>
          </p:cNvPr>
          <p:cNvGrpSpPr/>
          <p:nvPr/>
        </p:nvGrpSpPr>
        <p:grpSpPr>
          <a:xfrm>
            <a:off x="6952117" y="1411046"/>
            <a:ext cx="383040" cy="277560"/>
            <a:chOff x="6952117" y="1411046"/>
            <a:chExt cx="38304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799301D-8C7C-123F-1519-DB84A486D0BF}"/>
                    </a:ext>
                  </a:extLst>
                </p14:cNvPr>
                <p14:cNvContentPartPr/>
                <p14:nvPr/>
              </p14:nvContentPartPr>
              <p14:xfrm>
                <a:off x="6952477" y="1539566"/>
                <a:ext cx="50400" cy="149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799301D-8C7C-123F-1519-DB84A486D0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34837" y="1521566"/>
                  <a:ext cx="86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2DB6D6C-4A65-99DE-0971-B4A815261E9B}"/>
                    </a:ext>
                  </a:extLst>
                </p14:cNvPr>
                <p14:cNvContentPartPr/>
                <p14:nvPr/>
              </p14:nvContentPartPr>
              <p14:xfrm>
                <a:off x="6952117" y="1411046"/>
                <a:ext cx="33480" cy="56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2DB6D6C-4A65-99DE-0971-B4A815261E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34117" y="1393406"/>
                  <a:ext cx="69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D7C5CE-6CC4-FBB0-A507-C019F18499C7}"/>
                    </a:ext>
                  </a:extLst>
                </p14:cNvPr>
                <p14:cNvContentPartPr/>
                <p14:nvPr/>
              </p14:nvContentPartPr>
              <p14:xfrm>
                <a:off x="7169557" y="1519406"/>
                <a:ext cx="165600" cy="10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D7C5CE-6CC4-FBB0-A507-C019F18499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51557" y="1501406"/>
                  <a:ext cx="20124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8860A89-0E0A-7767-CD13-E303DEB7AC72}"/>
              </a:ext>
            </a:extLst>
          </p:cNvPr>
          <p:cNvGrpSpPr/>
          <p:nvPr/>
        </p:nvGrpSpPr>
        <p:grpSpPr>
          <a:xfrm>
            <a:off x="7660597" y="1363886"/>
            <a:ext cx="580320" cy="346680"/>
            <a:chOff x="7660597" y="1363886"/>
            <a:chExt cx="58032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699489-3739-1C1F-4953-B24A97FCADFB}"/>
                    </a:ext>
                  </a:extLst>
                </p14:cNvPr>
                <p14:cNvContentPartPr/>
                <p14:nvPr/>
              </p14:nvContentPartPr>
              <p14:xfrm>
                <a:off x="7673197" y="1363886"/>
                <a:ext cx="108720" cy="346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4699489-3739-1C1F-4953-B24A97FCADF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55197" y="1345886"/>
                  <a:ext cx="144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535A2E-AE7A-700C-121C-6D9C0636DA8C}"/>
                    </a:ext>
                  </a:extLst>
                </p14:cNvPr>
                <p14:cNvContentPartPr/>
                <p14:nvPr/>
              </p14:nvContentPartPr>
              <p14:xfrm>
                <a:off x="7660597" y="1476206"/>
                <a:ext cx="367920" cy="133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535A2E-AE7A-700C-121C-6D9C0636DA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42597" y="1458206"/>
                  <a:ext cx="403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044583-62F5-A49C-32B2-BC174DAFCFB1}"/>
                    </a:ext>
                  </a:extLst>
                </p14:cNvPr>
                <p14:cNvContentPartPr/>
                <p14:nvPr/>
              </p14:nvContentPartPr>
              <p14:xfrm>
                <a:off x="8112757" y="1512206"/>
                <a:ext cx="128160" cy="12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044583-62F5-A49C-32B2-BC174DAFCFB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95117" y="1494566"/>
                  <a:ext cx="16380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3554731-F847-6B5E-DA5E-C4E4CB298A34}"/>
              </a:ext>
            </a:extLst>
          </p:cNvPr>
          <p:cNvGrpSpPr/>
          <p:nvPr/>
        </p:nvGrpSpPr>
        <p:grpSpPr>
          <a:xfrm>
            <a:off x="8651677" y="1471526"/>
            <a:ext cx="903960" cy="198360"/>
            <a:chOff x="8651677" y="1471526"/>
            <a:chExt cx="90396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675601-63A2-3941-1375-B5650CC1E75B}"/>
                    </a:ext>
                  </a:extLst>
                </p14:cNvPr>
                <p14:cNvContentPartPr/>
                <p14:nvPr/>
              </p14:nvContentPartPr>
              <p14:xfrm>
                <a:off x="8651677" y="1471526"/>
                <a:ext cx="110160" cy="198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675601-63A2-3941-1375-B5650CC1E75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34037" y="1453886"/>
                  <a:ext cx="1458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1D6163-C58B-A669-4B12-6D7653146AE4}"/>
                    </a:ext>
                  </a:extLst>
                </p14:cNvPr>
                <p14:cNvContentPartPr/>
                <p14:nvPr/>
              </p14:nvContentPartPr>
              <p14:xfrm>
                <a:off x="8857237" y="1516166"/>
                <a:ext cx="544320" cy="116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1D6163-C58B-A669-4B12-6D7653146A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39597" y="1498166"/>
                  <a:ext cx="579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1C646A-353B-28E2-E472-0E6C8DBDEE73}"/>
                    </a:ext>
                  </a:extLst>
                </p14:cNvPr>
                <p14:cNvContentPartPr/>
                <p14:nvPr/>
              </p14:nvContentPartPr>
              <p14:xfrm>
                <a:off x="9477517" y="1477646"/>
                <a:ext cx="78120" cy="165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1C646A-353B-28E2-E472-0E6C8DBDEE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59877" y="1459646"/>
                  <a:ext cx="11376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6104D61-7C9D-BD60-5C37-6A123F9DA339}"/>
              </a:ext>
            </a:extLst>
          </p:cNvPr>
          <p:cNvGrpSpPr/>
          <p:nvPr/>
        </p:nvGrpSpPr>
        <p:grpSpPr>
          <a:xfrm>
            <a:off x="9874597" y="1249766"/>
            <a:ext cx="1028520" cy="704880"/>
            <a:chOff x="9874597" y="1249766"/>
            <a:chExt cx="1028520" cy="70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971C234-A847-5D61-AFFC-D3C55A6BB30E}"/>
                    </a:ext>
                  </a:extLst>
                </p14:cNvPr>
                <p14:cNvContentPartPr/>
                <p14:nvPr/>
              </p14:nvContentPartPr>
              <p14:xfrm>
                <a:off x="9874597" y="1479086"/>
                <a:ext cx="204120" cy="150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971C234-A847-5D61-AFFC-D3C55A6BB3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56597" y="1461086"/>
                  <a:ext cx="239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56FE227-B796-DC75-A1F7-B8052ADEC61F}"/>
                    </a:ext>
                  </a:extLst>
                </p14:cNvPr>
                <p14:cNvContentPartPr/>
                <p14:nvPr/>
              </p14:nvContentPartPr>
              <p14:xfrm>
                <a:off x="10204717" y="1496726"/>
                <a:ext cx="347400" cy="305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56FE227-B796-DC75-A1F7-B8052ADEC61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87077" y="1479086"/>
                  <a:ext cx="3830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41525B-F057-A428-89AB-463F4C7E97DD}"/>
                    </a:ext>
                  </a:extLst>
                </p14:cNvPr>
                <p14:cNvContentPartPr/>
                <p14:nvPr/>
              </p14:nvContentPartPr>
              <p14:xfrm>
                <a:off x="10733557" y="1249766"/>
                <a:ext cx="169560" cy="70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41525B-F057-A428-89AB-463F4C7E97D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15917" y="1231766"/>
                  <a:ext cx="205200" cy="74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0E2BF03-57A5-BDC0-93A0-CC4D0236A494}"/>
              </a:ext>
            </a:extLst>
          </p:cNvPr>
          <p:cNvGrpSpPr/>
          <p:nvPr/>
        </p:nvGrpSpPr>
        <p:grpSpPr>
          <a:xfrm>
            <a:off x="4790317" y="2663846"/>
            <a:ext cx="1269360" cy="363600"/>
            <a:chOff x="4790317" y="2663846"/>
            <a:chExt cx="126936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B1B0A4-23C8-CFD5-EC8C-A5EC50389A1B}"/>
                    </a:ext>
                  </a:extLst>
                </p14:cNvPr>
                <p14:cNvContentPartPr/>
                <p14:nvPr/>
              </p14:nvContentPartPr>
              <p14:xfrm>
                <a:off x="4790317" y="2663846"/>
                <a:ext cx="285480" cy="315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B1B0A4-23C8-CFD5-EC8C-A5EC50389A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72677" y="2646206"/>
                  <a:ext cx="321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7BA3DA-53F8-EF29-7655-291ECF357011}"/>
                    </a:ext>
                  </a:extLst>
                </p14:cNvPr>
                <p14:cNvContentPartPr/>
                <p14:nvPr/>
              </p14:nvContentPartPr>
              <p14:xfrm>
                <a:off x="5121877" y="2804606"/>
                <a:ext cx="87480" cy="74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7BA3DA-53F8-EF29-7655-291ECF35701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04237" y="2786966"/>
                  <a:ext cx="123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2BE9BF-534D-9F27-35BE-28C053DA247A}"/>
                    </a:ext>
                  </a:extLst>
                </p14:cNvPr>
                <p14:cNvContentPartPr/>
                <p14:nvPr/>
              </p14:nvContentPartPr>
              <p14:xfrm>
                <a:off x="5192797" y="2882366"/>
                <a:ext cx="75240" cy="32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2BE9BF-534D-9F27-35BE-28C053DA247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75157" y="2864726"/>
                  <a:ext cx="110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6C3A95F-FD69-3844-A1A2-2179D6E7993B}"/>
                    </a:ext>
                  </a:extLst>
                </p14:cNvPr>
                <p14:cNvContentPartPr/>
                <p14:nvPr/>
              </p14:nvContentPartPr>
              <p14:xfrm>
                <a:off x="5233837" y="2818286"/>
                <a:ext cx="142200" cy="209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6C3A95F-FD69-3844-A1A2-2179D6E799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16197" y="2800286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1A274AE-42A6-1670-06DF-C666E264218E}"/>
                    </a:ext>
                  </a:extLst>
                </p14:cNvPr>
                <p14:cNvContentPartPr/>
                <p14:nvPr/>
              </p14:nvContentPartPr>
              <p14:xfrm>
                <a:off x="5462437" y="2835206"/>
                <a:ext cx="199800" cy="102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1A274AE-42A6-1670-06DF-C666E264218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44437" y="2817206"/>
                  <a:ext cx="235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C15648C-EDB7-7FF0-AE5B-C7B9810E11E5}"/>
                    </a:ext>
                  </a:extLst>
                </p14:cNvPr>
                <p14:cNvContentPartPr/>
                <p14:nvPr/>
              </p14:nvContentPartPr>
              <p14:xfrm>
                <a:off x="5719117" y="2705966"/>
                <a:ext cx="93240" cy="239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C15648C-EDB7-7FF0-AE5B-C7B9810E11E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01477" y="2687966"/>
                  <a:ext cx="128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FAD56E-4E02-9F29-7A24-5CA829ACEEBA}"/>
                    </a:ext>
                  </a:extLst>
                </p14:cNvPr>
                <p14:cNvContentPartPr/>
                <p14:nvPr/>
              </p14:nvContentPartPr>
              <p14:xfrm>
                <a:off x="5723437" y="2771126"/>
                <a:ext cx="158040" cy="10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FAD56E-4E02-9F29-7A24-5CA829ACEE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05437" y="2753126"/>
                  <a:ext cx="193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DA5244-ACDC-7788-6E48-0F656FD9DE9F}"/>
                    </a:ext>
                  </a:extLst>
                </p14:cNvPr>
                <p14:cNvContentPartPr/>
                <p14:nvPr/>
              </p14:nvContentPartPr>
              <p14:xfrm>
                <a:off x="5919637" y="2822606"/>
                <a:ext cx="59040" cy="32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DA5244-ACDC-7788-6E48-0F656FD9DE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01637" y="2804966"/>
                  <a:ext cx="94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C46D9F-4CD3-D040-8D48-FEFED30D4A40}"/>
                    </a:ext>
                  </a:extLst>
                </p14:cNvPr>
                <p14:cNvContentPartPr/>
                <p14:nvPr/>
              </p14:nvContentPartPr>
              <p14:xfrm>
                <a:off x="5973997" y="2861846"/>
                <a:ext cx="85680" cy="24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C46D9F-4CD3-D040-8D48-FEFED30D4A4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955997" y="2843846"/>
                  <a:ext cx="1213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A7FF64-691D-E6EA-35B8-1CD259EE6A4F}"/>
              </a:ext>
            </a:extLst>
          </p:cNvPr>
          <p:cNvGrpSpPr/>
          <p:nvPr/>
        </p:nvGrpSpPr>
        <p:grpSpPr>
          <a:xfrm>
            <a:off x="6274597" y="2532446"/>
            <a:ext cx="1212840" cy="637920"/>
            <a:chOff x="6274597" y="2532446"/>
            <a:chExt cx="1212840" cy="63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CF1622-7036-E05D-AEB0-C1C2B38DB921}"/>
                    </a:ext>
                  </a:extLst>
                </p14:cNvPr>
                <p14:cNvContentPartPr/>
                <p14:nvPr/>
              </p14:nvContentPartPr>
              <p14:xfrm>
                <a:off x="6274597" y="2532446"/>
                <a:ext cx="237960" cy="272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CF1622-7036-E05D-AEB0-C1C2B38DB92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56957" y="2514446"/>
                  <a:ext cx="273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BF57E98-110A-E0D0-6108-AFB9320CC469}"/>
                    </a:ext>
                  </a:extLst>
                </p14:cNvPr>
                <p14:cNvContentPartPr/>
                <p14:nvPr/>
              </p14:nvContentPartPr>
              <p14:xfrm>
                <a:off x="6539917" y="2762126"/>
                <a:ext cx="81000" cy="12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BF57E98-110A-E0D0-6108-AFB9320CC46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22277" y="2744486"/>
                  <a:ext cx="116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772C2AC-F8CA-1580-7415-6827C097FB4F}"/>
                    </a:ext>
                  </a:extLst>
                </p14:cNvPr>
                <p14:cNvContentPartPr/>
                <p14:nvPr/>
              </p14:nvContentPartPr>
              <p14:xfrm>
                <a:off x="6592837" y="2722526"/>
                <a:ext cx="104040" cy="205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772C2AC-F8CA-1580-7415-6827C097FB4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74837" y="2704526"/>
                  <a:ext cx="139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C3A4859-4315-2136-C589-5A710E954C06}"/>
                    </a:ext>
                  </a:extLst>
                </p14:cNvPr>
                <p14:cNvContentPartPr/>
                <p14:nvPr/>
              </p14:nvContentPartPr>
              <p14:xfrm>
                <a:off x="6795877" y="2736566"/>
                <a:ext cx="15120" cy="144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C3A4859-4315-2136-C589-5A710E954C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77877" y="2718926"/>
                  <a:ext cx="50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936A4A3-910D-55F4-026E-6AF4CABF9382}"/>
                    </a:ext>
                  </a:extLst>
                </p14:cNvPr>
                <p14:cNvContentPartPr/>
                <p14:nvPr/>
              </p14:nvContentPartPr>
              <p14:xfrm>
                <a:off x="6805957" y="2736566"/>
                <a:ext cx="119880" cy="106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936A4A3-910D-55F4-026E-6AF4CABF938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88317" y="2718566"/>
                  <a:ext cx="155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0C733A8-7309-F2AE-D127-54D34F8489E0}"/>
                    </a:ext>
                  </a:extLst>
                </p14:cNvPr>
                <p14:cNvContentPartPr/>
                <p14:nvPr/>
              </p14:nvContentPartPr>
              <p14:xfrm>
                <a:off x="6931957" y="2591126"/>
                <a:ext cx="222480" cy="579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0C733A8-7309-F2AE-D127-54D34F8489E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13957" y="2573126"/>
                  <a:ext cx="25812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13C1F11-4329-AE8C-A176-B2427F9C6965}"/>
                    </a:ext>
                  </a:extLst>
                </p14:cNvPr>
                <p14:cNvContentPartPr/>
                <p14:nvPr/>
              </p14:nvContentPartPr>
              <p14:xfrm>
                <a:off x="7145797" y="2913686"/>
                <a:ext cx="168480" cy="231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13C1F11-4329-AE8C-A176-B2427F9C696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27797" y="2896046"/>
                  <a:ext cx="204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C2558B-2D67-0637-0230-C7B19DC40BD5}"/>
                    </a:ext>
                  </a:extLst>
                </p14:cNvPr>
                <p14:cNvContentPartPr/>
                <p14:nvPr/>
              </p14:nvContentPartPr>
              <p14:xfrm>
                <a:off x="7470157" y="3121766"/>
                <a:ext cx="17280" cy="34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C2558B-2D67-0637-0230-C7B19DC40B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452517" y="3103766"/>
                  <a:ext cx="52920" cy="69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757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4CAC-A638-4F36-3619-792D562E9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FEEC61-4AF5-A7CF-C47D-92C985825FE8}"/>
              </a:ext>
            </a:extLst>
          </p:cNvPr>
          <p:cNvGrpSpPr/>
          <p:nvPr/>
        </p:nvGrpSpPr>
        <p:grpSpPr>
          <a:xfrm>
            <a:off x="1671637" y="1341918"/>
            <a:ext cx="2710800" cy="2907000"/>
            <a:chOff x="1671637" y="1341918"/>
            <a:chExt cx="2710800" cy="29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284C2E4-AD25-6D2B-EBD8-BB1C8D38D808}"/>
                    </a:ext>
                  </a:extLst>
                </p14:cNvPr>
                <p14:cNvContentPartPr/>
                <p14:nvPr/>
              </p14:nvContentPartPr>
              <p14:xfrm>
                <a:off x="2790877" y="1794078"/>
                <a:ext cx="18000" cy="28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284C2E4-AD25-6D2B-EBD8-BB1C8D38D8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73237" y="1776438"/>
                  <a:ext cx="536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79632C9-A95A-5371-DDEF-915CC7F88E07}"/>
                    </a:ext>
                  </a:extLst>
                </p14:cNvPr>
                <p14:cNvContentPartPr/>
                <p14:nvPr/>
              </p14:nvContentPartPr>
              <p14:xfrm>
                <a:off x="2777917" y="1794798"/>
                <a:ext cx="140040" cy="18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79632C9-A95A-5371-DDEF-915CC7F88E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60277" y="1776798"/>
                  <a:ext cx="175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48F76A-0D58-9092-B711-5E0AEF4998D1}"/>
                    </a:ext>
                  </a:extLst>
                </p14:cNvPr>
                <p14:cNvContentPartPr/>
                <p14:nvPr/>
              </p14:nvContentPartPr>
              <p14:xfrm>
                <a:off x="3003277" y="1904958"/>
                <a:ext cx="155520" cy="47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48F76A-0D58-9092-B711-5E0AEF4998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85637" y="1887318"/>
                  <a:ext cx="191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F81843-0C83-FD81-B05C-9C13FC988FF0}"/>
                    </a:ext>
                  </a:extLst>
                </p14:cNvPr>
                <p14:cNvContentPartPr/>
                <p14:nvPr/>
              </p14:nvContentPartPr>
              <p14:xfrm>
                <a:off x="3110557" y="1920798"/>
                <a:ext cx="16920" cy="28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F81843-0C83-FD81-B05C-9C13FC988F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92917" y="1903158"/>
                  <a:ext cx="52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01263E4-69B3-6D84-9058-A85477028EEA}"/>
                    </a:ext>
                  </a:extLst>
                </p14:cNvPr>
                <p14:cNvContentPartPr/>
                <p14:nvPr/>
              </p14:nvContentPartPr>
              <p14:xfrm>
                <a:off x="2696197" y="3140838"/>
                <a:ext cx="18360" cy="181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01263E4-69B3-6D84-9058-A85477028E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78557" y="3123198"/>
                  <a:ext cx="54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7146EC-AB1A-6084-FE5C-C626201553C8}"/>
                    </a:ext>
                  </a:extLst>
                </p14:cNvPr>
                <p14:cNvContentPartPr/>
                <p14:nvPr/>
              </p14:nvContentPartPr>
              <p14:xfrm>
                <a:off x="2853877" y="3195918"/>
                <a:ext cx="78840" cy="143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7146EC-AB1A-6084-FE5C-C626201553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5877" y="3177918"/>
                  <a:ext cx="114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BC0578-70BE-8E1B-7C2F-7B6511F3CCD7}"/>
                    </a:ext>
                  </a:extLst>
                </p14:cNvPr>
                <p14:cNvContentPartPr/>
                <p14:nvPr/>
              </p14:nvContentPartPr>
              <p14:xfrm>
                <a:off x="3047557" y="3137238"/>
                <a:ext cx="43560" cy="214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BC0578-70BE-8E1B-7C2F-7B6511F3CC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9557" y="3119238"/>
                  <a:ext cx="79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0D6E3C-4C76-9F00-BBE8-6523BB04B43E}"/>
                    </a:ext>
                  </a:extLst>
                </p14:cNvPr>
                <p14:cNvContentPartPr/>
                <p14:nvPr/>
              </p14:nvContentPartPr>
              <p14:xfrm>
                <a:off x="3110917" y="3364398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0D6E3C-4C76-9F00-BBE8-6523BB04B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92917" y="334675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4C56800-327A-573B-B522-42D0C221B075}"/>
                    </a:ext>
                  </a:extLst>
                </p14:cNvPr>
                <p14:cNvContentPartPr/>
                <p14:nvPr/>
              </p14:nvContentPartPr>
              <p14:xfrm>
                <a:off x="3076717" y="3182238"/>
                <a:ext cx="162720" cy="172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4C56800-327A-573B-B522-42D0C221B0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58717" y="3164598"/>
                  <a:ext cx="198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62B0DA-9586-56C3-56D7-B6E5225376FA}"/>
                    </a:ext>
                  </a:extLst>
                </p14:cNvPr>
                <p14:cNvContentPartPr/>
                <p14:nvPr/>
              </p14:nvContentPartPr>
              <p14:xfrm>
                <a:off x="1993117" y="1434438"/>
                <a:ext cx="47520" cy="562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62B0DA-9586-56C3-56D7-B6E5225376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5117" y="1416798"/>
                  <a:ext cx="8316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D6077B-4734-D1F9-47F5-C1F1E9774D76}"/>
                    </a:ext>
                  </a:extLst>
                </p14:cNvPr>
                <p14:cNvContentPartPr/>
                <p14:nvPr/>
              </p14:nvContentPartPr>
              <p14:xfrm>
                <a:off x="1988797" y="2024838"/>
                <a:ext cx="166680" cy="322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D6077B-4734-D1F9-47F5-C1F1E9774D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70797" y="2006838"/>
                  <a:ext cx="2023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C68CA6-63AE-A344-3323-088B0F2ABDA4}"/>
                    </a:ext>
                  </a:extLst>
                </p14:cNvPr>
                <p14:cNvContentPartPr/>
                <p14:nvPr/>
              </p14:nvContentPartPr>
              <p14:xfrm>
                <a:off x="2084557" y="2380878"/>
                <a:ext cx="48240" cy="68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C68CA6-63AE-A344-3323-088B0F2ABD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66917" y="2362878"/>
                  <a:ext cx="83880" cy="72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F9FD76-9578-950E-EADA-F4CC4AC9539B}"/>
                    </a:ext>
                  </a:extLst>
                </p14:cNvPr>
                <p14:cNvContentPartPr/>
                <p14:nvPr/>
              </p14:nvContentPartPr>
              <p14:xfrm>
                <a:off x="2040637" y="3104478"/>
                <a:ext cx="130320" cy="375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F9FD76-9578-950E-EADA-F4CC4AC953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2997" y="3086838"/>
                  <a:ext cx="1659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6BDEED8-37B2-F3F6-8087-3316784FF92B}"/>
                    </a:ext>
                  </a:extLst>
                </p14:cNvPr>
                <p14:cNvContentPartPr/>
                <p14:nvPr/>
              </p14:nvContentPartPr>
              <p14:xfrm>
                <a:off x="2089237" y="3495438"/>
                <a:ext cx="136800" cy="431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6BDEED8-37B2-F3F6-8087-3316784FF9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1237" y="3477798"/>
                  <a:ext cx="1724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809FC4-DDC0-4364-4198-47C5535BB928}"/>
                    </a:ext>
                  </a:extLst>
                </p14:cNvPr>
                <p14:cNvContentPartPr/>
                <p14:nvPr/>
              </p14:nvContentPartPr>
              <p14:xfrm>
                <a:off x="2010757" y="4017798"/>
                <a:ext cx="350640" cy="4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809FC4-DDC0-4364-4198-47C5535BB9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93117" y="4000158"/>
                  <a:ext cx="386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B3244B5-F450-5036-995A-0CF9A2F42E86}"/>
                    </a:ext>
                  </a:extLst>
                </p14:cNvPr>
                <p14:cNvContentPartPr/>
                <p14:nvPr/>
              </p14:nvContentPartPr>
              <p14:xfrm>
                <a:off x="2108677" y="3983238"/>
                <a:ext cx="163080" cy="13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B3244B5-F450-5036-995A-0CF9A2F42E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91037" y="3965238"/>
                  <a:ext cx="198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75561C-C035-F8DD-D286-ACF48BD9EE53}"/>
                    </a:ext>
                  </a:extLst>
                </p14:cNvPr>
                <p14:cNvContentPartPr/>
                <p14:nvPr/>
              </p14:nvContentPartPr>
              <p14:xfrm>
                <a:off x="2256997" y="4068558"/>
                <a:ext cx="144000" cy="180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75561C-C035-F8DD-D286-ACF48BD9EE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39357" y="4050558"/>
                  <a:ext cx="17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0E4896-4C29-6EFD-B642-1C98B369FCC5}"/>
                    </a:ext>
                  </a:extLst>
                </p14:cNvPr>
                <p14:cNvContentPartPr/>
                <p14:nvPr/>
              </p14:nvContentPartPr>
              <p14:xfrm>
                <a:off x="1841197" y="1835118"/>
                <a:ext cx="595800" cy="693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0E4896-4C29-6EFD-B642-1C98B369FC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23557" y="1817118"/>
                  <a:ext cx="63144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DBA56D-7BFA-62EA-173D-A5191F3888EC}"/>
                    </a:ext>
                  </a:extLst>
                </p14:cNvPr>
                <p14:cNvContentPartPr/>
                <p14:nvPr/>
              </p14:nvContentPartPr>
              <p14:xfrm>
                <a:off x="2168797" y="1866438"/>
                <a:ext cx="253800" cy="174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DBA56D-7BFA-62EA-173D-A5191F3888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51157" y="1848438"/>
                  <a:ext cx="289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9288E2-3793-1882-3DF3-8CF4F833DDA3}"/>
                    </a:ext>
                  </a:extLst>
                </p14:cNvPr>
                <p14:cNvContentPartPr/>
                <p14:nvPr/>
              </p14:nvContentPartPr>
              <p14:xfrm>
                <a:off x="1671637" y="1341918"/>
                <a:ext cx="696960" cy="118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9288E2-3793-1882-3DF3-8CF4F833DD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53637" y="1323918"/>
                  <a:ext cx="732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EBE5B3-F226-68C6-5CD5-D9A76DF38BDF}"/>
                    </a:ext>
                  </a:extLst>
                </p14:cNvPr>
                <p14:cNvContentPartPr/>
                <p14:nvPr/>
              </p14:nvContentPartPr>
              <p14:xfrm>
                <a:off x="2158717" y="2545038"/>
                <a:ext cx="2223720" cy="16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EBE5B3-F226-68C6-5CD5-D9A76DF38B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41077" y="2527398"/>
                  <a:ext cx="2259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98EE85-BC04-8140-82D6-C514D76D83C5}"/>
              </a:ext>
            </a:extLst>
          </p:cNvPr>
          <p:cNvGrpSpPr/>
          <p:nvPr/>
        </p:nvGrpSpPr>
        <p:grpSpPr>
          <a:xfrm>
            <a:off x="6926197" y="1645398"/>
            <a:ext cx="2136960" cy="2026440"/>
            <a:chOff x="6926197" y="1645398"/>
            <a:chExt cx="2136960" cy="20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B32858-D128-76D6-2FBC-337B3236B892}"/>
                    </a:ext>
                  </a:extLst>
                </p14:cNvPr>
                <p14:cNvContentPartPr/>
                <p14:nvPr/>
              </p14:nvContentPartPr>
              <p14:xfrm>
                <a:off x="7033837" y="1818558"/>
                <a:ext cx="112680" cy="1451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B32858-D128-76D6-2FBC-337B3236B8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15837" y="1800558"/>
                  <a:ext cx="148320" cy="14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F9E2F05-F8FA-C9D8-EB03-52A40311D2DA}"/>
                    </a:ext>
                  </a:extLst>
                </p14:cNvPr>
                <p14:cNvContentPartPr/>
                <p14:nvPr/>
              </p14:nvContentPartPr>
              <p14:xfrm>
                <a:off x="6926197" y="1645398"/>
                <a:ext cx="2112480" cy="2026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F9E2F05-F8FA-C9D8-EB03-52A40311D2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8557" y="1627398"/>
                  <a:ext cx="2148120" cy="20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4D4774-C7C5-E15E-84E0-44B07E4D747A}"/>
                    </a:ext>
                  </a:extLst>
                </p14:cNvPr>
                <p14:cNvContentPartPr/>
                <p14:nvPr/>
              </p14:nvContentPartPr>
              <p14:xfrm>
                <a:off x="7177837" y="3269718"/>
                <a:ext cx="18720" cy="29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4D4774-C7C5-E15E-84E0-44B07E4D747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60197" y="3252078"/>
                  <a:ext cx="543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BA67D0-1FD5-B215-819A-10EF7F552E50}"/>
                    </a:ext>
                  </a:extLst>
                </p14:cNvPr>
                <p14:cNvContentPartPr/>
                <p14:nvPr/>
              </p14:nvContentPartPr>
              <p14:xfrm>
                <a:off x="7429117" y="2453598"/>
                <a:ext cx="29880" cy="467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BA67D0-1FD5-B215-819A-10EF7F552E5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11117" y="2435958"/>
                  <a:ext cx="655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7A3834-F33F-04F8-CAE8-85A613B4C7E6}"/>
                    </a:ext>
                  </a:extLst>
                </p14:cNvPr>
                <p14:cNvContentPartPr/>
                <p14:nvPr/>
              </p14:nvContentPartPr>
              <p14:xfrm>
                <a:off x="7489237" y="2592198"/>
                <a:ext cx="161640" cy="29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7A3834-F33F-04F8-CAE8-85A613B4C7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71237" y="2574558"/>
                  <a:ext cx="1972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C66F64-3CEC-35BE-0992-5CE74129706A}"/>
                    </a:ext>
                  </a:extLst>
                </p14:cNvPr>
                <p14:cNvContentPartPr/>
                <p14:nvPr/>
              </p14:nvContentPartPr>
              <p14:xfrm>
                <a:off x="7476277" y="2754918"/>
                <a:ext cx="97200" cy="2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C66F64-3CEC-35BE-0992-5CE7412970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58277" y="2737278"/>
                  <a:ext cx="132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C71272-399A-6B83-B099-B7C66934C0B2}"/>
                    </a:ext>
                  </a:extLst>
                </p14:cNvPr>
                <p14:cNvContentPartPr/>
                <p14:nvPr/>
              </p14:nvContentPartPr>
              <p14:xfrm>
                <a:off x="7677877" y="2668878"/>
                <a:ext cx="122040" cy="144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C71272-399A-6B83-B099-B7C66934C0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60237" y="2651238"/>
                  <a:ext cx="157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892E53-518A-DEDF-6F58-4763F454923D}"/>
                    </a:ext>
                  </a:extLst>
                </p14:cNvPr>
                <p14:cNvContentPartPr/>
                <p14:nvPr/>
              </p14:nvContentPartPr>
              <p14:xfrm>
                <a:off x="7940317" y="2561958"/>
                <a:ext cx="476280" cy="252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892E53-518A-DEDF-6F58-4763F454923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22677" y="2544318"/>
                  <a:ext cx="511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359DF6-DBB5-1E0C-A0B5-838444472734}"/>
                    </a:ext>
                  </a:extLst>
                </p14:cNvPr>
                <p14:cNvContentPartPr/>
                <p14:nvPr/>
              </p14:nvContentPartPr>
              <p14:xfrm>
                <a:off x="8356477" y="2527038"/>
                <a:ext cx="30960" cy="3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359DF6-DBB5-1E0C-A0B5-8384444727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38477" y="2509398"/>
                  <a:ext cx="66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A32F8F-344C-5FDE-02A2-26E2C6E85D52}"/>
                    </a:ext>
                  </a:extLst>
                </p14:cNvPr>
                <p14:cNvContentPartPr/>
                <p14:nvPr/>
              </p14:nvContentPartPr>
              <p14:xfrm>
                <a:off x="8582557" y="2602278"/>
                <a:ext cx="136440" cy="130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A32F8F-344C-5FDE-02A2-26E2C6E85D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64917" y="2584278"/>
                  <a:ext cx="172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D2212B-2A7A-FC0E-D5B6-DF319C21E1F1}"/>
                    </a:ext>
                  </a:extLst>
                </p14:cNvPr>
                <p14:cNvContentPartPr/>
                <p14:nvPr/>
              </p14:nvContentPartPr>
              <p14:xfrm>
                <a:off x="8848957" y="2620998"/>
                <a:ext cx="192240" cy="170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D2212B-2A7A-FC0E-D5B6-DF319C21E1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31317" y="2602998"/>
                  <a:ext cx="227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3A9B11-0683-C959-A4D7-8AECF301BB3D}"/>
                    </a:ext>
                  </a:extLst>
                </p14:cNvPr>
                <p14:cNvContentPartPr/>
                <p14:nvPr/>
              </p14:nvContentPartPr>
              <p14:xfrm>
                <a:off x="8945797" y="2643318"/>
                <a:ext cx="117360" cy="120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3A9B11-0683-C959-A4D7-8AECF301BB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28157" y="2625318"/>
                  <a:ext cx="1530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79310EB-37E4-465C-912C-30D3F74B4EE4}"/>
                  </a:ext>
                </a:extLst>
              </p14:cNvPr>
              <p14:cNvContentPartPr/>
              <p14:nvPr/>
            </p14:nvContentPartPr>
            <p14:xfrm>
              <a:off x="4311157" y="2522718"/>
              <a:ext cx="105840" cy="1454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79310EB-37E4-465C-912C-30D3F74B4EE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293517" y="2505078"/>
                <a:ext cx="14148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D010F54-492A-8ABC-4426-5CFBAB45048A}"/>
              </a:ext>
            </a:extLst>
          </p:cNvPr>
          <p:cNvGrpSpPr/>
          <p:nvPr/>
        </p:nvGrpSpPr>
        <p:grpSpPr>
          <a:xfrm>
            <a:off x="4765837" y="3663558"/>
            <a:ext cx="965520" cy="300600"/>
            <a:chOff x="4765837" y="3663558"/>
            <a:chExt cx="96552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FBB3FE4-5AF4-5C89-BC24-CDBB46B78377}"/>
                    </a:ext>
                  </a:extLst>
                </p14:cNvPr>
                <p14:cNvContentPartPr/>
                <p14:nvPr/>
              </p14:nvContentPartPr>
              <p14:xfrm>
                <a:off x="4765837" y="3663558"/>
                <a:ext cx="231480" cy="271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FBB3FE4-5AF4-5C89-BC24-CDBB46B783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47837" y="3645918"/>
                  <a:ext cx="267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DA21A9-3E1F-F8FC-60F8-C1C3B2166D52}"/>
                    </a:ext>
                  </a:extLst>
                </p14:cNvPr>
                <p14:cNvContentPartPr/>
                <p14:nvPr/>
              </p14:nvContentPartPr>
              <p14:xfrm>
                <a:off x="5062477" y="3718278"/>
                <a:ext cx="201960" cy="213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DA21A9-3E1F-F8FC-60F8-C1C3B2166D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44477" y="3700638"/>
                  <a:ext cx="237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7927C79-9074-0B4D-A74F-44979201BFC3}"/>
                    </a:ext>
                  </a:extLst>
                </p14:cNvPr>
                <p14:cNvContentPartPr/>
                <p14:nvPr/>
              </p14:nvContentPartPr>
              <p14:xfrm>
                <a:off x="5320237" y="3846798"/>
                <a:ext cx="33480" cy="117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7927C79-9074-0B4D-A74F-44979201BF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02597" y="3828798"/>
                  <a:ext cx="69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7F445F-4E9B-38C5-617F-2E67388B28A6}"/>
                    </a:ext>
                  </a:extLst>
                </p14:cNvPr>
                <p14:cNvContentPartPr/>
                <p14:nvPr/>
              </p14:nvContentPartPr>
              <p14:xfrm>
                <a:off x="5336797" y="3713598"/>
                <a:ext cx="4680" cy="14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7F445F-4E9B-38C5-617F-2E67388B28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18797" y="3695598"/>
                  <a:ext cx="403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D4665A-2ADB-4185-B93D-A6867DB6A27E}"/>
                    </a:ext>
                  </a:extLst>
                </p14:cNvPr>
                <p14:cNvContentPartPr/>
                <p14:nvPr/>
              </p14:nvContentPartPr>
              <p14:xfrm>
                <a:off x="5463157" y="3717198"/>
                <a:ext cx="268200" cy="194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D4665A-2ADB-4185-B93D-A6867DB6A2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45157" y="3699198"/>
                  <a:ext cx="3038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B2A44AE-66D5-1BA3-C284-7751FF051FF2}"/>
              </a:ext>
            </a:extLst>
          </p:cNvPr>
          <p:cNvGrpSpPr/>
          <p:nvPr/>
        </p:nvGrpSpPr>
        <p:grpSpPr>
          <a:xfrm>
            <a:off x="5031157" y="4290678"/>
            <a:ext cx="557280" cy="320040"/>
            <a:chOff x="5031157" y="4290678"/>
            <a:chExt cx="55728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D24B15-AFE9-D674-8196-D3DCA7DD2583}"/>
                    </a:ext>
                  </a:extLst>
                </p14:cNvPr>
                <p14:cNvContentPartPr/>
                <p14:nvPr/>
              </p14:nvContentPartPr>
              <p14:xfrm>
                <a:off x="5031157" y="4317678"/>
                <a:ext cx="99360" cy="293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D24B15-AFE9-D674-8196-D3DCA7DD25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13157" y="4299678"/>
                  <a:ext cx="135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0EBACC-1F30-CD15-8492-682E6B3F32D0}"/>
                    </a:ext>
                  </a:extLst>
                </p14:cNvPr>
                <p14:cNvContentPartPr/>
                <p14:nvPr/>
              </p14:nvContentPartPr>
              <p14:xfrm>
                <a:off x="5070757" y="4316598"/>
                <a:ext cx="127080" cy="122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0EBACC-1F30-CD15-8492-682E6B3F32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53117" y="4298598"/>
                  <a:ext cx="162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206144-0175-0566-BB9A-DB496CBF9042}"/>
                    </a:ext>
                  </a:extLst>
                </p14:cNvPr>
                <p14:cNvContentPartPr/>
                <p14:nvPr/>
              </p14:nvContentPartPr>
              <p14:xfrm>
                <a:off x="5248237" y="4402998"/>
                <a:ext cx="41760" cy="92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206144-0175-0566-BB9A-DB496CBF904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30237" y="4384998"/>
                  <a:ext cx="77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6E066C-415C-3DF1-9482-0433BB3EA71D}"/>
                    </a:ext>
                  </a:extLst>
                </p14:cNvPr>
                <p14:cNvContentPartPr/>
                <p14:nvPr/>
              </p14:nvContentPartPr>
              <p14:xfrm>
                <a:off x="5263717" y="4290678"/>
                <a:ext cx="59040" cy="3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6E066C-415C-3DF1-9482-0433BB3EA71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46077" y="4272678"/>
                  <a:ext cx="94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0D2068A-79A6-9237-7B2E-01E12BCB1D34}"/>
                    </a:ext>
                  </a:extLst>
                </p14:cNvPr>
                <p14:cNvContentPartPr/>
                <p14:nvPr/>
              </p14:nvContentPartPr>
              <p14:xfrm>
                <a:off x="5417797" y="4339998"/>
                <a:ext cx="170640" cy="8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0D2068A-79A6-9237-7B2E-01E12BCB1D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99797" y="4322358"/>
                  <a:ext cx="2062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41963FB-FE9F-A814-B88F-81450C69D6AC}"/>
              </a:ext>
            </a:extLst>
          </p:cNvPr>
          <p:cNvGrpSpPr/>
          <p:nvPr/>
        </p:nvGrpSpPr>
        <p:grpSpPr>
          <a:xfrm>
            <a:off x="5892997" y="4184478"/>
            <a:ext cx="313560" cy="300240"/>
            <a:chOff x="5892997" y="4184478"/>
            <a:chExt cx="31356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3B13540-0979-316C-2739-55361A66848C}"/>
                    </a:ext>
                  </a:extLst>
                </p14:cNvPr>
                <p14:cNvContentPartPr/>
                <p14:nvPr/>
              </p14:nvContentPartPr>
              <p14:xfrm>
                <a:off x="5892997" y="4336398"/>
                <a:ext cx="145080" cy="148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3B13540-0979-316C-2739-55361A66848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74997" y="4318398"/>
                  <a:ext cx="180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6478E44-4262-C14B-A52B-66EF4C4525B0}"/>
                    </a:ext>
                  </a:extLst>
                </p14:cNvPr>
                <p14:cNvContentPartPr/>
                <p14:nvPr/>
              </p14:nvContentPartPr>
              <p14:xfrm>
                <a:off x="6129157" y="4184478"/>
                <a:ext cx="38160" cy="29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6478E44-4262-C14B-A52B-66EF4C4525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1157" y="4166478"/>
                  <a:ext cx="738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686AEC4-6570-5E18-CC14-75D63956ECA7}"/>
                    </a:ext>
                  </a:extLst>
                </p14:cNvPr>
                <p14:cNvContentPartPr/>
                <p14:nvPr/>
              </p14:nvContentPartPr>
              <p14:xfrm>
                <a:off x="6067597" y="4348638"/>
                <a:ext cx="138960" cy="20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686AEC4-6570-5E18-CC14-75D63956EC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49597" y="4330638"/>
                  <a:ext cx="1746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3C9A4B3-E4BD-5E83-F8C9-4A3A3DFA9C09}"/>
              </a:ext>
            </a:extLst>
          </p:cNvPr>
          <p:cNvGrpSpPr/>
          <p:nvPr/>
        </p:nvGrpSpPr>
        <p:grpSpPr>
          <a:xfrm>
            <a:off x="5169397" y="4817718"/>
            <a:ext cx="521640" cy="331920"/>
            <a:chOff x="5169397" y="4817718"/>
            <a:chExt cx="52164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440D5F-39AA-524A-7FF3-817D134A03C3}"/>
                    </a:ext>
                  </a:extLst>
                </p14:cNvPr>
                <p14:cNvContentPartPr/>
                <p14:nvPr/>
              </p14:nvContentPartPr>
              <p14:xfrm>
                <a:off x="5238157" y="4817718"/>
                <a:ext cx="67320" cy="331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440D5F-39AA-524A-7FF3-817D134A03C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20157" y="4800078"/>
                  <a:ext cx="1029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3B1DDF-C817-9D33-FD3D-97EE124FBBD7}"/>
                    </a:ext>
                  </a:extLst>
                </p14:cNvPr>
                <p14:cNvContentPartPr/>
                <p14:nvPr/>
              </p14:nvContentPartPr>
              <p14:xfrm>
                <a:off x="5169397" y="4935438"/>
                <a:ext cx="372960" cy="126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3B1DDF-C817-9D33-FD3D-97EE124FBB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51397" y="4917798"/>
                  <a:ext cx="408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32BFB4-DF3D-9F5D-E4CE-1943CC203214}"/>
                    </a:ext>
                  </a:extLst>
                </p14:cNvPr>
                <p14:cNvContentPartPr/>
                <p14:nvPr/>
              </p14:nvContentPartPr>
              <p14:xfrm>
                <a:off x="5599957" y="4899438"/>
                <a:ext cx="91080" cy="153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32BFB4-DF3D-9F5D-E4CE-1943CC20321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81957" y="4881438"/>
                  <a:ext cx="1267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115D5A7-2C87-7D16-4704-3DCE8D24C584}"/>
              </a:ext>
            </a:extLst>
          </p:cNvPr>
          <p:cNvGrpSpPr/>
          <p:nvPr/>
        </p:nvGrpSpPr>
        <p:grpSpPr>
          <a:xfrm>
            <a:off x="6153277" y="4755798"/>
            <a:ext cx="738000" cy="300240"/>
            <a:chOff x="6153277" y="4755798"/>
            <a:chExt cx="73800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FF3C15-7F06-9248-4C67-72A47A311729}"/>
                    </a:ext>
                  </a:extLst>
                </p14:cNvPr>
                <p14:cNvContentPartPr/>
                <p14:nvPr/>
              </p14:nvContentPartPr>
              <p14:xfrm>
                <a:off x="6153277" y="4778478"/>
                <a:ext cx="44640" cy="277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FF3C15-7F06-9248-4C67-72A47A31172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35637" y="4760838"/>
                  <a:ext cx="802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A23151-3FA6-26F1-9A2E-3A356FFD51F4}"/>
                    </a:ext>
                  </a:extLst>
                </p14:cNvPr>
                <p14:cNvContentPartPr/>
                <p14:nvPr/>
              </p14:nvContentPartPr>
              <p14:xfrm>
                <a:off x="6154357" y="4828878"/>
                <a:ext cx="210600" cy="225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A23151-3FA6-26F1-9A2E-3A356FFD51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36717" y="4811238"/>
                  <a:ext cx="246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9E9002-852C-8DAE-EA54-6B6DB49799EA}"/>
                    </a:ext>
                  </a:extLst>
                </p14:cNvPr>
                <p14:cNvContentPartPr/>
                <p14:nvPr/>
              </p14:nvContentPartPr>
              <p14:xfrm>
                <a:off x="6214477" y="4918878"/>
                <a:ext cx="21096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9E9002-852C-8DAE-EA54-6B6DB49799E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96837" y="4900878"/>
                  <a:ext cx="246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780AA1-0C6E-D740-7358-592F6C1A5442}"/>
                    </a:ext>
                  </a:extLst>
                </p14:cNvPr>
                <p14:cNvContentPartPr/>
                <p14:nvPr/>
              </p14:nvContentPartPr>
              <p14:xfrm>
                <a:off x="6458917" y="4900878"/>
                <a:ext cx="76320" cy="11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780AA1-0C6E-D740-7358-592F6C1A54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41277" y="4883238"/>
                  <a:ext cx="111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EECEE6-0201-0D3E-CF5B-0F5D808F7B61}"/>
                    </a:ext>
                  </a:extLst>
                </p14:cNvPr>
                <p14:cNvContentPartPr/>
                <p14:nvPr/>
              </p14:nvContentPartPr>
              <p14:xfrm>
                <a:off x="6636397" y="4755798"/>
                <a:ext cx="127440" cy="25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EECEE6-0201-0D3E-CF5B-0F5D808F7B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18757" y="4737798"/>
                  <a:ext cx="163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C257AD-FB32-8939-F23A-3B71771CC915}"/>
                    </a:ext>
                  </a:extLst>
                </p14:cNvPr>
                <p14:cNvContentPartPr/>
                <p14:nvPr/>
              </p14:nvContentPartPr>
              <p14:xfrm>
                <a:off x="6875437" y="4943718"/>
                <a:ext cx="15840" cy="21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C257AD-FB32-8939-F23A-3B71771CC91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57437" y="4926078"/>
                  <a:ext cx="5148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847B4F9-CC2F-43EE-AA44-970D73BC012A}"/>
                  </a:ext>
                </a:extLst>
              </p14:cNvPr>
              <p14:cNvContentPartPr/>
              <p14:nvPr/>
            </p14:nvContentPartPr>
            <p14:xfrm>
              <a:off x="4320517" y="2458278"/>
              <a:ext cx="115560" cy="226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847B4F9-CC2F-43EE-AA44-970D73BC012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02877" y="2440278"/>
                <a:ext cx="1512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0C888FE-45E5-7A63-6C7D-AC02F61982E2}"/>
                  </a:ext>
                </a:extLst>
              </p14:cNvPr>
              <p14:cNvContentPartPr/>
              <p14:nvPr/>
            </p14:nvContentPartPr>
            <p14:xfrm>
              <a:off x="6976237" y="2448558"/>
              <a:ext cx="118080" cy="143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0C888FE-45E5-7A63-6C7D-AC02F61982E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958237" y="2430558"/>
                <a:ext cx="153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AFBB41D-68AF-C0C8-DB1B-BEE07B2B7743}"/>
                  </a:ext>
                </a:extLst>
              </p14:cNvPr>
              <p14:cNvContentPartPr/>
              <p14:nvPr/>
            </p14:nvContentPartPr>
            <p14:xfrm>
              <a:off x="4826677" y="2532078"/>
              <a:ext cx="105120" cy="14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AFBB41D-68AF-C0C8-DB1B-BEE07B2B774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09037" y="2514078"/>
                <a:ext cx="14076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911E6FE7-C12A-F232-F22A-463A08D11115}"/>
              </a:ext>
            </a:extLst>
          </p:cNvPr>
          <p:cNvGrpSpPr/>
          <p:nvPr/>
        </p:nvGrpSpPr>
        <p:grpSpPr>
          <a:xfrm>
            <a:off x="5220877" y="2484198"/>
            <a:ext cx="498960" cy="56160"/>
            <a:chOff x="5220877" y="2484198"/>
            <a:chExt cx="498960" cy="5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D4C079B-3D1D-97B1-9EEB-3C24F5F36857}"/>
                    </a:ext>
                  </a:extLst>
                </p14:cNvPr>
                <p14:cNvContentPartPr/>
                <p14:nvPr/>
              </p14:nvContentPartPr>
              <p14:xfrm>
                <a:off x="5220877" y="2514438"/>
                <a:ext cx="84240" cy="1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D4C079B-3D1D-97B1-9EEB-3C24F5F368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03237" y="2496798"/>
                  <a:ext cx="119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60AECFB-A3F7-AA67-B3BD-CD5CFED3C919}"/>
                    </a:ext>
                  </a:extLst>
                </p14:cNvPr>
                <p14:cNvContentPartPr/>
                <p14:nvPr/>
              </p14:nvContentPartPr>
              <p14:xfrm>
                <a:off x="5435797" y="2516238"/>
                <a:ext cx="57600" cy="24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60AECFB-A3F7-AA67-B3BD-CD5CFED3C9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17797" y="2498238"/>
                  <a:ext cx="93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FA3ACEC-2DDD-A66E-A6B9-5E54A51D8FBA}"/>
                    </a:ext>
                  </a:extLst>
                </p14:cNvPr>
                <p14:cNvContentPartPr/>
                <p14:nvPr/>
              </p14:nvContentPartPr>
              <p14:xfrm>
                <a:off x="5648917" y="2484198"/>
                <a:ext cx="70920" cy="17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FA3ACEC-2DDD-A66E-A6B9-5E54A51D8FB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30917" y="2466198"/>
                  <a:ext cx="1065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8E88C31-D02B-0BDB-0AFB-18CCFB0D8611}"/>
              </a:ext>
            </a:extLst>
          </p:cNvPr>
          <p:cNvGrpSpPr/>
          <p:nvPr/>
        </p:nvGrpSpPr>
        <p:grpSpPr>
          <a:xfrm>
            <a:off x="5969677" y="2487798"/>
            <a:ext cx="226440" cy="20880"/>
            <a:chOff x="5969677" y="2487798"/>
            <a:chExt cx="226440" cy="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FF181A-2C56-F159-9540-F5A3E6AFD59E}"/>
                    </a:ext>
                  </a:extLst>
                </p14:cNvPr>
                <p14:cNvContentPartPr/>
                <p14:nvPr/>
              </p14:nvContentPartPr>
              <p14:xfrm>
                <a:off x="5969677" y="2498238"/>
                <a:ext cx="52920" cy="6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FF181A-2C56-F159-9540-F5A3E6AFD59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51677" y="2480598"/>
                  <a:ext cx="88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61B68C1-DC1D-81CF-E10D-6B1421408971}"/>
                    </a:ext>
                  </a:extLst>
                </p14:cNvPr>
                <p14:cNvContentPartPr/>
                <p14:nvPr/>
              </p14:nvContentPartPr>
              <p14:xfrm>
                <a:off x="6146797" y="2487798"/>
                <a:ext cx="49320" cy="20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61B68C1-DC1D-81CF-E10D-6B14214089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29157" y="2470158"/>
                  <a:ext cx="8496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7488012-78EF-FEE5-FF02-CB020D901F97}"/>
                  </a:ext>
                </a:extLst>
              </p14:cNvPr>
              <p14:cNvContentPartPr/>
              <p14:nvPr/>
            </p14:nvContentPartPr>
            <p14:xfrm>
              <a:off x="6437317" y="2479158"/>
              <a:ext cx="181800" cy="151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7488012-78EF-FEE5-FF02-CB020D901F9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419317" y="2461518"/>
                <a:ext cx="2174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C3ABC7A5-7291-2B96-4EEB-6F33F5291907}"/>
              </a:ext>
            </a:extLst>
          </p:cNvPr>
          <p:cNvGrpSpPr/>
          <p:nvPr/>
        </p:nvGrpSpPr>
        <p:grpSpPr>
          <a:xfrm>
            <a:off x="5529757" y="1876518"/>
            <a:ext cx="106200" cy="354600"/>
            <a:chOff x="5529757" y="1876518"/>
            <a:chExt cx="10620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D6D379-C3B0-0E5B-77C9-8B00AC4A7A02}"/>
                    </a:ext>
                  </a:extLst>
                </p14:cNvPr>
                <p14:cNvContentPartPr/>
                <p14:nvPr/>
              </p14:nvContentPartPr>
              <p14:xfrm>
                <a:off x="5529757" y="1876518"/>
                <a:ext cx="106200" cy="297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D6D379-C3B0-0E5B-77C9-8B00AC4A7A0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12117" y="1858518"/>
                  <a:ext cx="141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42920D-98C5-9A54-37AB-78F8B402C225}"/>
                    </a:ext>
                  </a:extLst>
                </p14:cNvPr>
                <p14:cNvContentPartPr/>
                <p14:nvPr/>
              </p14:nvContentPartPr>
              <p14:xfrm>
                <a:off x="5621557" y="2215998"/>
                <a:ext cx="11160" cy="15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42920D-98C5-9A54-37AB-78F8B402C2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03917" y="2198358"/>
                  <a:ext cx="4680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DAAF27E-B71A-D091-D0C7-787015841A6B}"/>
              </a:ext>
            </a:extLst>
          </p:cNvPr>
          <p:cNvGrpSpPr/>
          <p:nvPr/>
        </p:nvGrpSpPr>
        <p:grpSpPr>
          <a:xfrm>
            <a:off x="7266397" y="4672278"/>
            <a:ext cx="663120" cy="320400"/>
            <a:chOff x="7266397" y="4672278"/>
            <a:chExt cx="66312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FBD9536-AF59-9DAD-38FE-A7D515B111D1}"/>
                    </a:ext>
                  </a:extLst>
                </p14:cNvPr>
                <p14:cNvContentPartPr/>
                <p14:nvPr/>
              </p14:nvContentPartPr>
              <p14:xfrm>
                <a:off x="7266397" y="4792518"/>
                <a:ext cx="649440" cy="67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FBD9536-AF59-9DAD-38FE-A7D515B111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48757" y="4774518"/>
                  <a:ext cx="685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76EB94-9A19-C5E6-03E2-3FF941506B16}"/>
                    </a:ext>
                  </a:extLst>
                </p14:cNvPr>
                <p14:cNvContentPartPr/>
                <p14:nvPr/>
              </p14:nvContentPartPr>
              <p14:xfrm>
                <a:off x="7807117" y="4672278"/>
                <a:ext cx="122400" cy="320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76EB94-9A19-C5E6-03E2-3FF941506B1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89117" y="4654278"/>
                  <a:ext cx="15804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EB8098E-4724-4549-DE3E-8B9A8B0FCCAB}"/>
              </a:ext>
            </a:extLst>
          </p:cNvPr>
          <p:cNvGrpSpPr/>
          <p:nvPr/>
        </p:nvGrpSpPr>
        <p:grpSpPr>
          <a:xfrm>
            <a:off x="8339557" y="4594878"/>
            <a:ext cx="1493280" cy="410040"/>
            <a:chOff x="8339557" y="4594878"/>
            <a:chExt cx="149328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D421F2-431D-FDEE-7E90-2A6241A7EAD3}"/>
                    </a:ext>
                  </a:extLst>
                </p14:cNvPr>
                <p14:cNvContentPartPr/>
                <p14:nvPr/>
              </p14:nvContentPartPr>
              <p14:xfrm>
                <a:off x="8355037" y="4606758"/>
                <a:ext cx="30960" cy="307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D421F2-431D-FDEE-7E90-2A6241A7EA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37397" y="4588758"/>
                  <a:ext cx="66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640C42-50D7-6CC4-C13B-6AD3A66E5CF4}"/>
                    </a:ext>
                  </a:extLst>
                </p14:cNvPr>
                <p14:cNvContentPartPr/>
                <p14:nvPr/>
              </p14:nvContentPartPr>
              <p14:xfrm>
                <a:off x="8339557" y="4594878"/>
                <a:ext cx="235800" cy="323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640C42-50D7-6CC4-C13B-6AD3A66E5CF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21917" y="4577238"/>
                  <a:ext cx="2714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8B9085D-9D01-146F-6737-287AC3E32A78}"/>
                    </a:ext>
                  </a:extLst>
                </p14:cNvPr>
                <p14:cNvContentPartPr/>
                <p14:nvPr/>
              </p14:nvContentPartPr>
              <p14:xfrm>
                <a:off x="8440717" y="4774158"/>
                <a:ext cx="109080" cy="26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8B9085D-9D01-146F-6737-287AC3E32A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3077" y="4756518"/>
                  <a:ext cx="14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2197B15-7772-AE79-CF0F-7FE78F0C2AFE}"/>
                    </a:ext>
                  </a:extLst>
                </p14:cNvPr>
                <p14:cNvContentPartPr/>
                <p14:nvPr/>
              </p14:nvContentPartPr>
              <p14:xfrm>
                <a:off x="8659237" y="4755078"/>
                <a:ext cx="197640" cy="92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2197B15-7772-AE79-CF0F-7FE78F0C2AF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41597" y="4737438"/>
                  <a:ext cx="233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6DFF5A-807D-62AE-1D12-86E4AE91CA12}"/>
                    </a:ext>
                  </a:extLst>
                </p14:cNvPr>
                <p14:cNvContentPartPr/>
                <p14:nvPr/>
              </p14:nvContentPartPr>
              <p14:xfrm>
                <a:off x="8932477" y="4713318"/>
                <a:ext cx="131760" cy="146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6DFF5A-807D-62AE-1D12-86E4AE91CA1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14477" y="4695678"/>
                  <a:ext cx="167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4E61218-9646-ED3B-3349-AB6083AF5F2B}"/>
                    </a:ext>
                  </a:extLst>
                </p14:cNvPr>
                <p14:cNvContentPartPr/>
                <p14:nvPr/>
              </p14:nvContentPartPr>
              <p14:xfrm>
                <a:off x="9147037" y="4606038"/>
                <a:ext cx="85320" cy="252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4E61218-9646-ED3B-3349-AB6083AF5F2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29037" y="4588038"/>
                  <a:ext cx="1209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59422A0-1EA6-FC28-6A06-F44A365C3F36}"/>
                    </a:ext>
                  </a:extLst>
                </p14:cNvPr>
                <p14:cNvContentPartPr/>
                <p14:nvPr/>
              </p14:nvContentPartPr>
              <p14:xfrm>
                <a:off x="9416677" y="4773798"/>
                <a:ext cx="3600" cy="4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59422A0-1EA6-FC28-6A06-F44A365C3F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99037" y="4755798"/>
                  <a:ext cx="39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C607ED1-CE41-E567-907C-847A0B2C1C5B}"/>
                    </a:ext>
                  </a:extLst>
                </p14:cNvPr>
                <p14:cNvContentPartPr/>
                <p14:nvPr/>
              </p14:nvContentPartPr>
              <p14:xfrm>
                <a:off x="9370957" y="4758678"/>
                <a:ext cx="126720" cy="166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C607ED1-CE41-E567-907C-847A0B2C1C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52957" y="4741038"/>
                  <a:ext cx="162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7DB86A-74EA-093F-8500-5536954D0028}"/>
                    </a:ext>
                  </a:extLst>
                </p14:cNvPr>
                <p14:cNvContentPartPr/>
                <p14:nvPr/>
              </p14:nvContentPartPr>
              <p14:xfrm>
                <a:off x="9667597" y="4738158"/>
                <a:ext cx="165240" cy="266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7DB86A-74EA-093F-8500-5536954D00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49957" y="4720518"/>
                  <a:ext cx="20088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334791B-4339-66EC-9D97-7AF8D38C7253}"/>
              </a:ext>
            </a:extLst>
          </p:cNvPr>
          <p:cNvGrpSpPr/>
          <p:nvPr/>
        </p:nvGrpSpPr>
        <p:grpSpPr>
          <a:xfrm>
            <a:off x="10297957" y="4611798"/>
            <a:ext cx="1183320" cy="372600"/>
            <a:chOff x="10297957" y="4611798"/>
            <a:chExt cx="118332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36D749-0422-BBAB-4CA9-5FD511C21930}"/>
                    </a:ext>
                  </a:extLst>
                </p14:cNvPr>
                <p14:cNvContentPartPr/>
                <p14:nvPr/>
              </p14:nvContentPartPr>
              <p14:xfrm>
                <a:off x="10304437" y="4769838"/>
                <a:ext cx="16920" cy="190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36D749-0422-BBAB-4CA9-5FD511C2193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86437" y="4752198"/>
                  <a:ext cx="52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B85BA01-EE9A-F2E2-9ECD-8847F291552D}"/>
                    </a:ext>
                  </a:extLst>
                </p14:cNvPr>
                <p14:cNvContentPartPr/>
                <p14:nvPr/>
              </p14:nvContentPartPr>
              <p14:xfrm>
                <a:off x="10297957" y="4628718"/>
                <a:ext cx="36360" cy="20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B85BA01-EE9A-F2E2-9ECD-8847F291552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80317" y="4610718"/>
                  <a:ext cx="72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45ADD5-75D9-D634-ED20-E53DEA5AFB1C}"/>
                    </a:ext>
                  </a:extLst>
                </p14:cNvPr>
                <p14:cNvContentPartPr/>
                <p14:nvPr/>
              </p14:nvContentPartPr>
              <p14:xfrm>
                <a:off x="10521517" y="4778478"/>
                <a:ext cx="106560" cy="100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45ADD5-75D9-D634-ED20-E53DEA5AFB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03517" y="4760838"/>
                  <a:ext cx="142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B859BC-EF0B-E5A4-C526-739B374E01C8}"/>
                    </a:ext>
                  </a:extLst>
                </p14:cNvPr>
                <p14:cNvContentPartPr/>
                <p14:nvPr/>
              </p14:nvContentPartPr>
              <p14:xfrm>
                <a:off x="10729597" y="4765158"/>
                <a:ext cx="98640" cy="219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B859BC-EF0B-E5A4-C526-739B374E01C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11957" y="4747158"/>
                  <a:ext cx="134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4FFB6B1-60B8-11B5-4A0C-8F96F55AF830}"/>
                    </a:ext>
                  </a:extLst>
                </p14:cNvPr>
                <p14:cNvContentPartPr/>
                <p14:nvPr/>
              </p14:nvContentPartPr>
              <p14:xfrm>
                <a:off x="10763077" y="4752558"/>
                <a:ext cx="118080" cy="101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4FFB6B1-60B8-11B5-4A0C-8F96F55AF83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45437" y="4734558"/>
                  <a:ext cx="153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84163E4-175D-5278-8D2D-ABC6A0EAFD58}"/>
                    </a:ext>
                  </a:extLst>
                </p14:cNvPr>
                <p14:cNvContentPartPr/>
                <p14:nvPr/>
              </p14:nvContentPartPr>
              <p14:xfrm>
                <a:off x="10975477" y="4762998"/>
                <a:ext cx="174960" cy="134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84163E4-175D-5278-8D2D-ABC6A0EAFD5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957837" y="4744998"/>
                  <a:ext cx="210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6F1E98E-257F-69DB-1635-4C4184150C44}"/>
                    </a:ext>
                  </a:extLst>
                </p14:cNvPr>
                <p14:cNvContentPartPr/>
                <p14:nvPr/>
              </p14:nvContentPartPr>
              <p14:xfrm>
                <a:off x="11239717" y="4611798"/>
                <a:ext cx="99360" cy="280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6F1E98E-257F-69DB-1635-4C4184150C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21717" y="4594158"/>
                  <a:ext cx="135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FE0201B-8CB0-2AF3-DD83-D02BDDC94244}"/>
                    </a:ext>
                  </a:extLst>
                </p14:cNvPr>
                <p14:cNvContentPartPr/>
                <p14:nvPr/>
              </p14:nvContentPartPr>
              <p14:xfrm>
                <a:off x="11219197" y="4742838"/>
                <a:ext cx="262080" cy="47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FE0201B-8CB0-2AF3-DD83-D02BDDC942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01557" y="4724838"/>
                  <a:ext cx="29772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BBD4930-9A32-F12E-CA0E-73D9BF285093}"/>
              </a:ext>
            </a:extLst>
          </p:cNvPr>
          <p:cNvGrpSpPr/>
          <p:nvPr/>
        </p:nvGrpSpPr>
        <p:grpSpPr>
          <a:xfrm>
            <a:off x="9082237" y="5264478"/>
            <a:ext cx="295560" cy="403560"/>
            <a:chOff x="9082237" y="5264478"/>
            <a:chExt cx="29556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88EEB8-2AB8-0ED0-5766-C234B098AB93}"/>
                    </a:ext>
                  </a:extLst>
                </p14:cNvPr>
                <p14:cNvContentPartPr/>
                <p14:nvPr/>
              </p14:nvContentPartPr>
              <p14:xfrm>
                <a:off x="9090517" y="5264478"/>
                <a:ext cx="112320" cy="371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88EEB8-2AB8-0ED0-5766-C234B098AB9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72517" y="5246838"/>
                  <a:ext cx="147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651C31-0271-3A52-FC48-DCB6E88E1149}"/>
                    </a:ext>
                  </a:extLst>
                </p14:cNvPr>
                <p14:cNvContentPartPr/>
                <p14:nvPr/>
              </p14:nvContentPartPr>
              <p14:xfrm>
                <a:off x="9082237" y="5514678"/>
                <a:ext cx="295560" cy="153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651C31-0271-3A52-FC48-DCB6E88E11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64237" y="5497038"/>
                  <a:ext cx="33120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5E9D731-1300-7452-AD4D-34AED2F50B17}"/>
              </a:ext>
            </a:extLst>
          </p:cNvPr>
          <p:cNvGrpSpPr/>
          <p:nvPr/>
        </p:nvGrpSpPr>
        <p:grpSpPr>
          <a:xfrm>
            <a:off x="7342357" y="5787918"/>
            <a:ext cx="885600" cy="455760"/>
            <a:chOff x="7342357" y="5787918"/>
            <a:chExt cx="88560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F3F297F-3017-B763-F871-D6BB2982DABC}"/>
                    </a:ext>
                  </a:extLst>
                </p14:cNvPr>
                <p14:cNvContentPartPr/>
                <p14:nvPr/>
              </p14:nvContentPartPr>
              <p14:xfrm>
                <a:off x="7422637" y="5787918"/>
                <a:ext cx="47880" cy="379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F3F297F-3017-B763-F871-D6BB2982DAB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04637" y="5769918"/>
                  <a:ext cx="835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FD91907-9151-DFEA-4D88-EE25BBA5F723}"/>
                    </a:ext>
                  </a:extLst>
                </p14:cNvPr>
                <p14:cNvContentPartPr/>
                <p14:nvPr/>
              </p14:nvContentPartPr>
              <p14:xfrm>
                <a:off x="7342357" y="5911038"/>
                <a:ext cx="497880" cy="147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FD91907-9151-DFEA-4D88-EE25BBA5F7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24717" y="5893038"/>
                  <a:ext cx="533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53929A3-108F-7F59-F663-2EB39BBCBAAC}"/>
                    </a:ext>
                  </a:extLst>
                </p14:cNvPr>
                <p14:cNvContentPartPr/>
                <p14:nvPr/>
              </p14:nvContentPartPr>
              <p14:xfrm>
                <a:off x="7884517" y="5907078"/>
                <a:ext cx="343440" cy="336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53929A3-108F-7F59-F663-2EB39BBCBA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66877" y="5889438"/>
                  <a:ext cx="37908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D223A83-4749-72C3-ED65-D65B8C54DA37}"/>
              </a:ext>
            </a:extLst>
          </p:cNvPr>
          <p:cNvGrpSpPr/>
          <p:nvPr/>
        </p:nvGrpSpPr>
        <p:grpSpPr>
          <a:xfrm>
            <a:off x="8674717" y="5864598"/>
            <a:ext cx="837720" cy="259200"/>
            <a:chOff x="8674717" y="5864598"/>
            <a:chExt cx="83772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3430A3-48F3-8B63-2FF8-786EC794DE87}"/>
                    </a:ext>
                  </a:extLst>
                </p14:cNvPr>
                <p14:cNvContentPartPr/>
                <p14:nvPr/>
              </p14:nvContentPartPr>
              <p14:xfrm>
                <a:off x="8674717" y="5864598"/>
                <a:ext cx="254160" cy="259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3430A3-48F3-8B63-2FF8-786EC794DE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56717" y="5846958"/>
                  <a:ext cx="289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16F3EC0-8CEB-09EA-9E09-E45B33F392B3}"/>
                    </a:ext>
                  </a:extLst>
                </p14:cNvPr>
                <p14:cNvContentPartPr/>
                <p14:nvPr/>
              </p14:nvContentPartPr>
              <p14:xfrm>
                <a:off x="9016357" y="5956398"/>
                <a:ext cx="197280" cy="129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16F3EC0-8CEB-09EA-9E09-E45B33F392B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98357" y="5938398"/>
                  <a:ext cx="232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A74DA9-E1F4-37EE-D5E3-8FEE58533F63}"/>
                    </a:ext>
                  </a:extLst>
                </p14:cNvPr>
                <p14:cNvContentPartPr/>
                <p14:nvPr/>
              </p14:nvContentPartPr>
              <p14:xfrm>
                <a:off x="9219397" y="5903118"/>
                <a:ext cx="169920" cy="157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A74DA9-E1F4-37EE-D5E3-8FEE58533F6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01397" y="5885118"/>
                  <a:ext cx="205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1A729C-9907-BD6B-E78D-84969604CB29}"/>
                    </a:ext>
                  </a:extLst>
                </p14:cNvPr>
                <p14:cNvContentPartPr/>
                <p14:nvPr/>
              </p14:nvContentPartPr>
              <p14:xfrm>
                <a:off x="9411637" y="5903838"/>
                <a:ext cx="100800" cy="113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1A729C-9907-BD6B-E78D-84969604CB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93997" y="5886198"/>
                  <a:ext cx="1364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B309285-5E32-0815-7F41-1AB8F1C7B4F7}"/>
              </a:ext>
            </a:extLst>
          </p:cNvPr>
          <p:cNvGrpSpPr/>
          <p:nvPr/>
        </p:nvGrpSpPr>
        <p:grpSpPr>
          <a:xfrm>
            <a:off x="9919957" y="5739318"/>
            <a:ext cx="1062720" cy="389880"/>
            <a:chOff x="9919957" y="5739318"/>
            <a:chExt cx="106272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7E148E5-BD39-57A4-E738-BD058ADE36D4}"/>
                    </a:ext>
                  </a:extLst>
                </p14:cNvPr>
                <p14:cNvContentPartPr/>
                <p14:nvPr/>
              </p14:nvContentPartPr>
              <p14:xfrm>
                <a:off x="9927877" y="5739318"/>
                <a:ext cx="73800" cy="361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7E148E5-BD39-57A4-E738-BD058ADE36D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09877" y="5721678"/>
                  <a:ext cx="10944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E94211-F733-00E2-195A-B4370EA814CB}"/>
                    </a:ext>
                  </a:extLst>
                </p14:cNvPr>
                <p14:cNvContentPartPr/>
                <p14:nvPr/>
              </p14:nvContentPartPr>
              <p14:xfrm>
                <a:off x="9919957" y="5818158"/>
                <a:ext cx="224280" cy="274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E94211-F733-00E2-195A-B4370EA814C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901957" y="5800518"/>
                  <a:ext cx="2599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A20F720-7B12-DC69-C004-DA56E70C7560}"/>
                    </a:ext>
                  </a:extLst>
                </p14:cNvPr>
                <p14:cNvContentPartPr/>
                <p14:nvPr/>
              </p14:nvContentPartPr>
              <p14:xfrm>
                <a:off x="9958117" y="5939478"/>
                <a:ext cx="240840" cy="66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A20F720-7B12-DC69-C004-DA56E70C756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40477" y="5921478"/>
                  <a:ext cx="276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A729FA6-B8AD-8989-A188-6FCA6A37118F}"/>
                    </a:ext>
                  </a:extLst>
                </p14:cNvPr>
                <p14:cNvContentPartPr/>
                <p14:nvPr/>
              </p14:nvContentPartPr>
              <p14:xfrm>
                <a:off x="10336477" y="5816718"/>
                <a:ext cx="59040" cy="272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A729FA6-B8AD-8989-A188-6FCA6A3711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18837" y="5798718"/>
                  <a:ext cx="946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ECCA22A-F261-DC73-26CC-A76BD0D0D44C}"/>
                    </a:ext>
                  </a:extLst>
                </p14:cNvPr>
                <p14:cNvContentPartPr/>
                <p14:nvPr/>
              </p14:nvContentPartPr>
              <p14:xfrm>
                <a:off x="10317397" y="5821038"/>
                <a:ext cx="281520" cy="308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ECCA22A-F261-DC73-26CC-A76BD0D0D4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99757" y="5803398"/>
                  <a:ext cx="3171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FF23F08-0FF1-CA11-AAE1-45E4D90EB775}"/>
                    </a:ext>
                  </a:extLst>
                </p14:cNvPr>
                <p14:cNvContentPartPr/>
                <p14:nvPr/>
              </p14:nvContentPartPr>
              <p14:xfrm>
                <a:off x="10775677" y="5832198"/>
                <a:ext cx="207000" cy="255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FF23F08-0FF1-CA11-AAE1-45E4D90EB77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758037" y="5814558"/>
                  <a:ext cx="24264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78FFD93-5D85-26A0-0AFE-929EE63AFC4B}"/>
              </a:ext>
            </a:extLst>
          </p:cNvPr>
          <p:cNvGrpSpPr/>
          <p:nvPr/>
        </p:nvGrpSpPr>
        <p:grpSpPr>
          <a:xfrm>
            <a:off x="3315757" y="82497"/>
            <a:ext cx="2332800" cy="1515741"/>
            <a:chOff x="3315757" y="82497"/>
            <a:chExt cx="2332800" cy="151574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16C8B2-6BC7-9394-01A1-31BFCDC1D7C0}"/>
                    </a:ext>
                  </a:extLst>
                </p14:cNvPr>
                <p14:cNvContentPartPr/>
                <p14:nvPr/>
              </p14:nvContentPartPr>
              <p14:xfrm>
                <a:off x="3315757" y="561078"/>
                <a:ext cx="2083320" cy="1037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16C8B2-6BC7-9394-01A1-31BFCDC1D7C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97757" y="543438"/>
                  <a:ext cx="2118960" cy="10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B92845D-FE25-D5EE-5137-19A48B9DC758}"/>
                    </a:ext>
                  </a:extLst>
                </p14:cNvPr>
                <p14:cNvContentPartPr/>
                <p14:nvPr/>
              </p14:nvContentPartPr>
              <p14:xfrm>
                <a:off x="5418157" y="610398"/>
                <a:ext cx="230400" cy="923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B92845D-FE25-D5EE-5137-19A48B9DC75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00517" y="592758"/>
                  <a:ext cx="266040" cy="9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FDC1609-2995-2EA8-433A-E362FDFD38A8}"/>
                    </a:ext>
                  </a:extLst>
                </p14:cNvPr>
                <p14:cNvContentPartPr/>
                <p14:nvPr/>
              </p14:nvContentPartPr>
              <p14:xfrm>
                <a:off x="4092277" y="82497"/>
                <a:ext cx="28800" cy="344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FDC1609-2995-2EA8-433A-E362FDFD38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74637" y="64857"/>
                  <a:ext cx="64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47794CC-82E1-EEAA-2B20-9E0FEF76C471}"/>
                    </a:ext>
                  </a:extLst>
                </p14:cNvPr>
                <p14:cNvContentPartPr/>
                <p14:nvPr/>
              </p14:nvContentPartPr>
              <p14:xfrm>
                <a:off x="4114957" y="137937"/>
                <a:ext cx="170640" cy="211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47794CC-82E1-EEAA-2B20-9E0FEF76C47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97317" y="119937"/>
                  <a:ext cx="206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2A6EB1-46C4-A385-67BE-FC6273200E91}"/>
                    </a:ext>
                  </a:extLst>
                </p14:cNvPr>
                <p14:cNvContentPartPr/>
                <p14:nvPr/>
              </p14:nvContentPartPr>
              <p14:xfrm>
                <a:off x="4124677" y="286617"/>
                <a:ext cx="147240" cy="63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2A6EB1-46C4-A385-67BE-FC6273200E9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06677" y="268977"/>
                  <a:ext cx="182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6113DA4-09CD-9A81-C3BC-937F1BC90119}"/>
                    </a:ext>
                  </a:extLst>
                </p14:cNvPr>
                <p14:cNvContentPartPr/>
                <p14:nvPr/>
              </p14:nvContentPartPr>
              <p14:xfrm>
                <a:off x="4364077" y="265377"/>
                <a:ext cx="209520" cy="105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6113DA4-09CD-9A81-C3BC-937F1BC9011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46077" y="247377"/>
                  <a:ext cx="245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7172B8-1782-7D3C-211E-2065524D4323}"/>
                    </a:ext>
                  </a:extLst>
                </p14:cNvPr>
                <p14:cNvContentPartPr/>
                <p14:nvPr/>
              </p14:nvContentPartPr>
              <p14:xfrm>
                <a:off x="4667557" y="254937"/>
                <a:ext cx="146880" cy="95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7172B8-1782-7D3C-211E-2065524D432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49917" y="236937"/>
                  <a:ext cx="182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A2D4F50-E044-A197-7A81-7875664F62AB}"/>
                    </a:ext>
                  </a:extLst>
                </p14:cNvPr>
                <p14:cNvContentPartPr/>
                <p14:nvPr/>
              </p14:nvContentPartPr>
              <p14:xfrm>
                <a:off x="4931077" y="143697"/>
                <a:ext cx="33480" cy="254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A2D4F50-E044-A197-7A81-7875664F62A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13077" y="126057"/>
                  <a:ext cx="691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C31B122-3AAD-AD1E-5E05-AB9226BACD4F}"/>
                    </a:ext>
                  </a:extLst>
                </p14:cNvPr>
                <p14:cNvContentPartPr/>
                <p14:nvPr/>
              </p14:nvContentPartPr>
              <p14:xfrm>
                <a:off x="5050597" y="274377"/>
                <a:ext cx="115200" cy="95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C31B122-3AAD-AD1E-5E05-AB9226BACD4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32597" y="256377"/>
                  <a:ext cx="150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EA919A4-309B-ED7F-8D7B-DAE2343EBB7F}"/>
                    </a:ext>
                  </a:extLst>
                </p14:cNvPr>
                <p14:cNvContentPartPr/>
                <p14:nvPr/>
              </p14:nvContentPartPr>
              <p14:xfrm>
                <a:off x="5313397" y="221457"/>
                <a:ext cx="108720" cy="282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EA919A4-309B-ED7F-8D7B-DAE2343EBB7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95397" y="203817"/>
                  <a:ext cx="14436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06785FB-325F-4A53-026A-8AA35DD9DC19}"/>
              </a:ext>
            </a:extLst>
          </p:cNvPr>
          <p:cNvGrpSpPr/>
          <p:nvPr/>
        </p:nvGrpSpPr>
        <p:grpSpPr>
          <a:xfrm>
            <a:off x="7094317" y="0"/>
            <a:ext cx="2332800" cy="1515741"/>
            <a:chOff x="3315757" y="82497"/>
            <a:chExt cx="2332800" cy="151574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45DD276-AF06-315F-1F43-D39101FA6E03}"/>
                    </a:ext>
                  </a:extLst>
                </p14:cNvPr>
                <p14:cNvContentPartPr/>
                <p14:nvPr/>
              </p14:nvContentPartPr>
              <p14:xfrm>
                <a:off x="3315757" y="561078"/>
                <a:ext cx="2083320" cy="1037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45DD276-AF06-315F-1F43-D39101FA6E0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97757" y="543438"/>
                  <a:ext cx="2118960" cy="10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031790C-86F6-F8BC-20B6-69BC6ED0ED8B}"/>
                    </a:ext>
                  </a:extLst>
                </p14:cNvPr>
                <p14:cNvContentPartPr/>
                <p14:nvPr/>
              </p14:nvContentPartPr>
              <p14:xfrm>
                <a:off x="5418157" y="610398"/>
                <a:ext cx="230400" cy="923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031790C-86F6-F8BC-20B6-69BC6ED0ED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00517" y="592758"/>
                  <a:ext cx="266040" cy="9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0EEB9DC-5431-6D55-D477-E3D9114E948B}"/>
                    </a:ext>
                  </a:extLst>
                </p14:cNvPr>
                <p14:cNvContentPartPr/>
                <p14:nvPr/>
              </p14:nvContentPartPr>
              <p14:xfrm>
                <a:off x="4092277" y="82497"/>
                <a:ext cx="28800" cy="344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0EEB9DC-5431-6D55-D477-E3D9114E94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74637" y="64857"/>
                  <a:ext cx="64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5FAEE97-2BCD-F6F0-8214-1D6BF181BDEC}"/>
                    </a:ext>
                  </a:extLst>
                </p14:cNvPr>
                <p14:cNvContentPartPr/>
                <p14:nvPr/>
              </p14:nvContentPartPr>
              <p14:xfrm>
                <a:off x="4114957" y="137937"/>
                <a:ext cx="170640" cy="211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5FAEE97-2BCD-F6F0-8214-1D6BF181BDE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97317" y="119937"/>
                  <a:ext cx="206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FF1684-6E16-9814-9C67-F5B10B1474FD}"/>
                    </a:ext>
                  </a:extLst>
                </p14:cNvPr>
                <p14:cNvContentPartPr/>
                <p14:nvPr/>
              </p14:nvContentPartPr>
              <p14:xfrm>
                <a:off x="4124677" y="286617"/>
                <a:ext cx="147240" cy="63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FF1684-6E16-9814-9C67-F5B10B1474F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06677" y="268977"/>
                  <a:ext cx="182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F286732-E24E-01B0-65E2-AECD2086254F}"/>
                    </a:ext>
                  </a:extLst>
                </p14:cNvPr>
                <p14:cNvContentPartPr/>
                <p14:nvPr/>
              </p14:nvContentPartPr>
              <p14:xfrm>
                <a:off x="4364077" y="265377"/>
                <a:ext cx="209520" cy="105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F286732-E24E-01B0-65E2-AECD2086254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46077" y="247377"/>
                  <a:ext cx="245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2CAAC09-B086-CAED-B7E6-71E6C9DF4AE5}"/>
                    </a:ext>
                  </a:extLst>
                </p14:cNvPr>
                <p14:cNvContentPartPr/>
                <p14:nvPr/>
              </p14:nvContentPartPr>
              <p14:xfrm>
                <a:off x="4667557" y="254937"/>
                <a:ext cx="146880" cy="95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2CAAC09-B086-CAED-B7E6-71E6C9DF4AE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49917" y="236937"/>
                  <a:ext cx="182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B17830-1FBE-564C-7510-213CEBB56C41}"/>
                    </a:ext>
                  </a:extLst>
                </p14:cNvPr>
                <p14:cNvContentPartPr/>
                <p14:nvPr/>
              </p14:nvContentPartPr>
              <p14:xfrm>
                <a:off x="4931077" y="143697"/>
                <a:ext cx="33480" cy="254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B17830-1FBE-564C-7510-213CEBB56C4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13077" y="126057"/>
                  <a:ext cx="691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A4B1A34-69F1-0F35-C88F-CA7C141FDA8D}"/>
                    </a:ext>
                  </a:extLst>
                </p14:cNvPr>
                <p14:cNvContentPartPr/>
                <p14:nvPr/>
              </p14:nvContentPartPr>
              <p14:xfrm>
                <a:off x="5050597" y="274377"/>
                <a:ext cx="115200" cy="95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A4B1A34-69F1-0F35-C88F-CA7C141FDA8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32597" y="256377"/>
                  <a:ext cx="150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0904A52-AE40-B1B1-C8D9-5B671847F315}"/>
                    </a:ext>
                  </a:extLst>
                </p14:cNvPr>
                <p14:cNvContentPartPr/>
                <p14:nvPr/>
              </p14:nvContentPartPr>
              <p14:xfrm>
                <a:off x="5313397" y="221457"/>
                <a:ext cx="108720" cy="282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0904A52-AE40-B1B1-C8D9-5B671847F31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295397" y="203817"/>
                  <a:ext cx="14436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A26E4CC-7606-79FE-A267-F3DAF468D1E5}"/>
              </a:ext>
            </a:extLst>
          </p:cNvPr>
          <p:cNvGrpSpPr/>
          <p:nvPr/>
        </p:nvGrpSpPr>
        <p:grpSpPr>
          <a:xfrm>
            <a:off x="7089997" y="464966"/>
            <a:ext cx="3292560" cy="1023480"/>
            <a:chOff x="7089997" y="464966"/>
            <a:chExt cx="3292560" cy="10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F8590D8-8EDA-09B5-13F0-B93B7752DF7F}"/>
                    </a:ext>
                  </a:extLst>
                </p14:cNvPr>
                <p14:cNvContentPartPr/>
                <p14:nvPr/>
              </p14:nvContentPartPr>
              <p14:xfrm>
                <a:off x="7089997" y="998486"/>
                <a:ext cx="180720" cy="36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F8590D8-8EDA-09B5-13F0-B93B7752DF7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2357" y="980846"/>
                  <a:ext cx="216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406702D-70CD-BB94-7F41-39B2ED78A0B0}"/>
                    </a:ext>
                  </a:extLst>
                </p14:cNvPr>
                <p14:cNvContentPartPr/>
                <p14:nvPr/>
              </p14:nvContentPartPr>
              <p14:xfrm>
                <a:off x="7100077" y="802646"/>
                <a:ext cx="55800" cy="18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406702D-70CD-BB94-7F41-39B2ED78A0B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82077" y="785006"/>
                  <a:ext cx="91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F9B639E-F0C0-481C-B3A6-8CF91D509221}"/>
                    </a:ext>
                  </a:extLst>
                </p14:cNvPr>
                <p14:cNvContentPartPr/>
                <p14:nvPr/>
              </p14:nvContentPartPr>
              <p14:xfrm>
                <a:off x="7264957" y="624446"/>
                <a:ext cx="126360" cy="29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F9B639E-F0C0-481C-B3A6-8CF91D50922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46957" y="606446"/>
                  <a:ext cx="162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14FEC06-F5EE-7B16-848E-B353ACDE2461}"/>
                    </a:ext>
                  </a:extLst>
                </p14:cNvPr>
                <p14:cNvContentPartPr/>
                <p14:nvPr/>
              </p14:nvContentPartPr>
              <p14:xfrm>
                <a:off x="7512637" y="493406"/>
                <a:ext cx="132480" cy="36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14FEC06-F5EE-7B16-848E-B353ACDE24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494637" y="475406"/>
                  <a:ext cx="168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D8DAB80-96FE-56E6-F00F-A2E2F2D8047D}"/>
                    </a:ext>
                  </a:extLst>
                </p14:cNvPr>
                <p14:cNvContentPartPr/>
                <p14:nvPr/>
              </p14:nvContentPartPr>
              <p14:xfrm>
                <a:off x="7677517" y="695006"/>
                <a:ext cx="67320" cy="22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D8DAB80-96FE-56E6-F00F-A2E2F2D8047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59517" y="677366"/>
                  <a:ext cx="102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CF8174C-90B5-64E2-89CC-C8A687B484A1}"/>
                    </a:ext>
                  </a:extLst>
                </p14:cNvPr>
                <p14:cNvContentPartPr/>
                <p14:nvPr/>
              </p14:nvContentPartPr>
              <p14:xfrm>
                <a:off x="7758517" y="940886"/>
                <a:ext cx="81360" cy="18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CF8174C-90B5-64E2-89CC-C8A687B484A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40517" y="922886"/>
                  <a:ext cx="117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59D6739-CE7C-CD95-2ED2-A59C8F00FC80}"/>
                    </a:ext>
                  </a:extLst>
                </p14:cNvPr>
                <p14:cNvContentPartPr/>
                <p14:nvPr/>
              </p14:nvContentPartPr>
              <p14:xfrm>
                <a:off x="7875877" y="1166606"/>
                <a:ext cx="114120" cy="27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59D6739-CE7C-CD95-2ED2-A59C8F00FC8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57877" y="1148606"/>
                  <a:ext cx="149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63F0777-1E42-F6BA-3918-735579DFEF50}"/>
                    </a:ext>
                  </a:extLst>
                </p14:cNvPr>
                <p14:cNvContentPartPr/>
                <p14:nvPr/>
              </p14:nvContentPartPr>
              <p14:xfrm>
                <a:off x="8227237" y="1229966"/>
                <a:ext cx="111960" cy="29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63F0777-1E42-F6BA-3918-735579DFEF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09237" y="1212326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756FD6-7804-B866-E864-C4F0725E706E}"/>
                    </a:ext>
                  </a:extLst>
                </p14:cNvPr>
                <p14:cNvContentPartPr/>
                <p14:nvPr/>
              </p14:nvContentPartPr>
              <p14:xfrm>
                <a:off x="8015557" y="1417166"/>
                <a:ext cx="70560" cy="30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756FD6-7804-B866-E864-C4F0725E706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97917" y="1399166"/>
                  <a:ext cx="106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1E2BF80-7A1E-EF40-FCD3-EE58424E39DB}"/>
                    </a:ext>
                  </a:extLst>
                </p14:cNvPr>
                <p14:cNvContentPartPr/>
                <p14:nvPr/>
              </p14:nvContentPartPr>
              <p14:xfrm>
                <a:off x="8315077" y="859886"/>
                <a:ext cx="49320" cy="3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1E2BF80-7A1E-EF40-FCD3-EE58424E39D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97437" y="841886"/>
                  <a:ext cx="84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B65F607-8759-CA21-1C7C-4D5294F62EE2}"/>
                    </a:ext>
                  </a:extLst>
                </p14:cNvPr>
                <p14:cNvContentPartPr/>
                <p14:nvPr/>
              </p14:nvContentPartPr>
              <p14:xfrm>
                <a:off x="8360797" y="617966"/>
                <a:ext cx="86760" cy="33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B65F607-8759-CA21-1C7C-4D5294F62EE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343157" y="599966"/>
                  <a:ext cx="122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B6355E2-EFBA-1C2C-1E71-FE07F3BF142F}"/>
                    </a:ext>
                  </a:extLst>
                </p14:cNvPr>
                <p14:cNvContentPartPr/>
                <p14:nvPr/>
              </p14:nvContentPartPr>
              <p14:xfrm>
                <a:off x="8640877" y="765206"/>
                <a:ext cx="101520" cy="9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B6355E2-EFBA-1C2C-1E71-FE07F3BF142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622877" y="747566"/>
                  <a:ext cx="137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14F7C69-49E5-A746-DEA0-E61D3944F039}"/>
                    </a:ext>
                  </a:extLst>
                </p14:cNvPr>
                <p14:cNvContentPartPr/>
                <p14:nvPr/>
              </p14:nvContentPartPr>
              <p14:xfrm>
                <a:off x="8799637" y="943406"/>
                <a:ext cx="97200" cy="18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14F7C69-49E5-A746-DEA0-E61D3944F03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781637" y="925766"/>
                  <a:ext cx="132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38E0550-6407-219A-4518-9FC4B6D58624}"/>
                    </a:ext>
                  </a:extLst>
                </p14:cNvPr>
                <p14:cNvContentPartPr/>
                <p14:nvPr/>
              </p14:nvContentPartPr>
              <p14:xfrm>
                <a:off x="7132117" y="1034846"/>
                <a:ext cx="93600" cy="389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38E0550-6407-219A-4518-9FC4B6D5862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14477" y="1017206"/>
                  <a:ext cx="1292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64B5146-BCF5-034E-33CD-9B7E0EBC6A74}"/>
                    </a:ext>
                  </a:extLst>
                </p14:cNvPr>
                <p14:cNvContentPartPr/>
                <p14:nvPr/>
              </p14:nvContentPartPr>
              <p14:xfrm>
                <a:off x="7110877" y="464966"/>
                <a:ext cx="2372760" cy="1023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64B5146-BCF5-034E-33CD-9B7E0EBC6A7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93237" y="447326"/>
                  <a:ext cx="2408400" cy="10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FE5EB70-095C-65FE-E6BD-01123BD68A55}"/>
                    </a:ext>
                  </a:extLst>
                </p14:cNvPr>
                <p14:cNvContentPartPr/>
                <p14:nvPr/>
              </p14:nvContentPartPr>
              <p14:xfrm>
                <a:off x="9678037" y="1102526"/>
                <a:ext cx="64800" cy="385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FE5EB70-095C-65FE-E6BD-01123BD68A5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660397" y="1084526"/>
                  <a:ext cx="1004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E4EAFB3-F8AF-1147-CD98-EC0F85612C6D}"/>
                    </a:ext>
                  </a:extLst>
                </p14:cNvPr>
                <p14:cNvContentPartPr/>
                <p14:nvPr/>
              </p14:nvContentPartPr>
              <p14:xfrm>
                <a:off x="9694597" y="1139966"/>
                <a:ext cx="162000" cy="297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E4EAFB3-F8AF-1147-CD98-EC0F85612C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76597" y="1122326"/>
                  <a:ext cx="197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E82CF2-F2FE-9EB0-7618-EC06F19BAA05}"/>
                    </a:ext>
                  </a:extLst>
                </p14:cNvPr>
                <p14:cNvContentPartPr/>
                <p14:nvPr/>
              </p14:nvContentPartPr>
              <p14:xfrm>
                <a:off x="9697117" y="1316726"/>
                <a:ext cx="102600" cy="39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E82CF2-F2FE-9EB0-7618-EC06F19BAA0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79477" y="1298726"/>
                  <a:ext cx="138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45603C-5C2B-F2B9-86D4-350EAC12EC95}"/>
                    </a:ext>
                  </a:extLst>
                </p14:cNvPr>
                <p14:cNvContentPartPr/>
                <p14:nvPr/>
              </p14:nvContentPartPr>
              <p14:xfrm>
                <a:off x="9962797" y="1142126"/>
                <a:ext cx="74160" cy="2840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45603C-5C2B-F2B9-86D4-350EAC12EC9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44797" y="1124486"/>
                  <a:ext cx="109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FF851E-C7E8-DCF9-82B4-EBCDCB9EF4F8}"/>
                    </a:ext>
                  </a:extLst>
                </p14:cNvPr>
                <p14:cNvContentPartPr/>
                <p14:nvPr/>
              </p14:nvContentPartPr>
              <p14:xfrm>
                <a:off x="9928237" y="1155806"/>
                <a:ext cx="205560" cy="229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FF851E-C7E8-DCF9-82B4-EBCDCB9EF4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910597" y="1137806"/>
                  <a:ext cx="241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F0ADB37-2B1D-7661-A4F2-A768C243306E}"/>
                    </a:ext>
                  </a:extLst>
                </p14:cNvPr>
                <p14:cNvContentPartPr/>
                <p14:nvPr/>
              </p14:nvContentPartPr>
              <p14:xfrm>
                <a:off x="10243597" y="1151846"/>
                <a:ext cx="138960" cy="248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F0ADB37-2B1D-7661-A4F2-A768C243306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25957" y="1134206"/>
                  <a:ext cx="17460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D8BA59F-994E-C10F-ABD4-17257621DA8F}"/>
              </a:ext>
            </a:extLst>
          </p:cNvPr>
          <p:cNvGrpSpPr/>
          <p:nvPr/>
        </p:nvGrpSpPr>
        <p:grpSpPr>
          <a:xfrm>
            <a:off x="9567877" y="1598246"/>
            <a:ext cx="2138760" cy="784800"/>
            <a:chOff x="9567877" y="1598246"/>
            <a:chExt cx="2138760" cy="78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5791F74-C29D-30B3-E553-03BE15A81FCF}"/>
                    </a:ext>
                  </a:extLst>
                </p14:cNvPr>
                <p14:cNvContentPartPr/>
                <p14:nvPr/>
              </p14:nvContentPartPr>
              <p14:xfrm>
                <a:off x="9567877" y="1767446"/>
                <a:ext cx="76320" cy="206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5791F74-C29D-30B3-E553-03BE15A81F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50237" y="1749806"/>
                  <a:ext cx="1119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D712C16-E5A3-1E83-A138-147EFAAF4FEB}"/>
                    </a:ext>
                  </a:extLst>
                </p14:cNvPr>
                <p14:cNvContentPartPr/>
                <p14:nvPr/>
              </p14:nvContentPartPr>
              <p14:xfrm>
                <a:off x="9762997" y="1792646"/>
                <a:ext cx="104040" cy="137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D712C16-E5A3-1E83-A138-147EFAAF4FE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45357" y="1774646"/>
                  <a:ext cx="1396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9DB1AD9-7299-A127-123B-43734BA33B0B}"/>
                    </a:ext>
                  </a:extLst>
                </p14:cNvPr>
                <p14:cNvContentPartPr/>
                <p14:nvPr/>
              </p14:nvContentPartPr>
              <p14:xfrm>
                <a:off x="9928957" y="1788686"/>
                <a:ext cx="194400" cy="111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9DB1AD9-7299-A127-123B-43734BA33B0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10957" y="1771046"/>
                  <a:ext cx="230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AE11FD3-4BC6-43A0-188E-5186C497EA10}"/>
                    </a:ext>
                  </a:extLst>
                </p14:cNvPr>
                <p14:cNvContentPartPr/>
                <p14:nvPr/>
              </p14:nvContentPartPr>
              <p14:xfrm>
                <a:off x="10152877" y="1744046"/>
                <a:ext cx="190800" cy="135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AE11FD3-4BC6-43A0-188E-5186C497EA1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35237" y="1726046"/>
                  <a:ext cx="226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07AFE21-596D-E8EB-1780-7CBD28AC8F12}"/>
                    </a:ext>
                  </a:extLst>
                </p14:cNvPr>
                <p14:cNvContentPartPr/>
                <p14:nvPr/>
              </p14:nvContentPartPr>
              <p14:xfrm>
                <a:off x="10418197" y="1718486"/>
                <a:ext cx="296640" cy="150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07AFE21-596D-E8EB-1780-7CBD28AC8F1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00557" y="1700846"/>
                  <a:ext cx="332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FFF71EE-F687-4259-4A8C-57DB460081A1}"/>
                    </a:ext>
                  </a:extLst>
                </p14:cNvPr>
                <p14:cNvContentPartPr/>
                <p14:nvPr/>
              </p14:nvContentPartPr>
              <p14:xfrm>
                <a:off x="10858117" y="1598246"/>
                <a:ext cx="49680" cy="267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FFF71EE-F687-4259-4A8C-57DB460081A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840117" y="1580246"/>
                  <a:ext cx="85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23D2DB-A9A6-A450-AFE4-72A11B0286DD}"/>
                    </a:ext>
                  </a:extLst>
                </p14:cNvPr>
                <p14:cNvContentPartPr/>
                <p14:nvPr/>
              </p14:nvContentPartPr>
              <p14:xfrm>
                <a:off x="10805197" y="1726406"/>
                <a:ext cx="190800" cy="39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23D2DB-A9A6-A450-AFE4-72A11B0286D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787557" y="1708766"/>
                  <a:ext cx="226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BD2FF79-0E5F-9546-3E49-D2A4250CD4A3}"/>
                    </a:ext>
                  </a:extLst>
                </p14:cNvPr>
                <p14:cNvContentPartPr/>
                <p14:nvPr/>
              </p14:nvContentPartPr>
              <p14:xfrm>
                <a:off x="10990597" y="1693646"/>
                <a:ext cx="96120" cy="154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BD2FF79-0E5F-9546-3E49-D2A4250CD4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72957" y="1675646"/>
                  <a:ext cx="131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CFD060-13F6-9A27-A8F2-675490A72B52}"/>
                    </a:ext>
                  </a:extLst>
                </p14:cNvPr>
                <p14:cNvContentPartPr/>
                <p14:nvPr/>
              </p14:nvContentPartPr>
              <p14:xfrm>
                <a:off x="9981517" y="2116646"/>
                <a:ext cx="23760" cy="266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CFD060-13F6-9A27-A8F2-675490A72B5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63877" y="2098646"/>
                  <a:ext cx="59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66B660-E3AF-94FC-92D0-3CD411E6CF30}"/>
                    </a:ext>
                  </a:extLst>
                </p14:cNvPr>
                <p14:cNvContentPartPr/>
                <p14:nvPr/>
              </p14:nvContentPartPr>
              <p14:xfrm>
                <a:off x="9922837" y="2176406"/>
                <a:ext cx="357120" cy="154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66B660-E3AF-94FC-92D0-3CD411E6CF3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05197" y="2158766"/>
                  <a:ext cx="392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D05A9F4-C7AE-05EB-3136-F605D130A91F}"/>
                    </a:ext>
                  </a:extLst>
                </p14:cNvPr>
                <p14:cNvContentPartPr/>
                <p14:nvPr/>
              </p14:nvContentPartPr>
              <p14:xfrm>
                <a:off x="10346557" y="2183606"/>
                <a:ext cx="80640" cy="123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D05A9F4-C7AE-05EB-3136-F605D130A91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28557" y="2165966"/>
                  <a:ext cx="116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C683FFD-0C5C-2468-ED17-378B7CC80426}"/>
                    </a:ext>
                  </a:extLst>
                </p14:cNvPr>
                <p14:cNvContentPartPr/>
                <p14:nvPr/>
              </p14:nvContentPartPr>
              <p14:xfrm>
                <a:off x="10677397" y="2124926"/>
                <a:ext cx="125640" cy="206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C683FFD-0C5C-2468-ED17-378B7CC8042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59397" y="2107286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8D1D71B-F1B1-E802-7451-C8548DB130AF}"/>
                    </a:ext>
                  </a:extLst>
                </p14:cNvPr>
                <p14:cNvContentPartPr/>
                <p14:nvPr/>
              </p14:nvContentPartPr>
              <p14:xfrm>
                <a:off x="10880797" y="2154446"/>
                <a:ext cx="38160" cy="148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8D1D71B-F1B1-E802-7451-C8548DB130A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863157" y="2136446"/>
                  <a:ext cx="73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2B136DF-B63E-2006-7F3B-FA25311FA751}"/>
                    </a:ext>
                  </a:extLst>
                </p14:cNvPr>
                <p14:cNvContentPartPr/>
                <p14:nvPr/>
              </p14:nvContentPartPr>
              <p14:xfrm>
                <a:off x="10880437" y="2064086"/>
                <a:ext cx="19440" cy="34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2B136DF-B63E-2006-7F3B-FA25311FA75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862437" y="2046446"/>
                  <a:ext cx="55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6094669-D0F9-09B8-7E4B-DB50C86BA618}"/>
                    </a:ext>
                  </a:extLst>
                </p14:cNvPr>
                <p14:cNvContentPartPr/>
                <p14:nvPr/>
              </p14:nvContentPartPr>
              <p14:xfrm>
                <a:off x="10992037" y="2163806"/>
                <a:ext cx="433080" cy="184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6094669-D0F9-09B8-7E4B-DB50C86BA6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74037" y="2145806"/>
                  <a:ext cx="468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2268A4B-2889-E127-694E-9FEC485481E1}"/>
                    </a:ext>
                  </a:extLst>
                </p14:cNvPr>
                <p14:cNvContentPartPr/>
                <p14:nvPr/>
              </p14:nvContentPartPr>
              <p14:xfrm>
                <a:off x="11440957" y="2160926"/>
                <a:ext cx="113040" cy="123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2268A4B-2889-E127-694E-9FEC485481E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422957" y="2142926"/>
                  <a:ext cx="148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E7D490E-B797-4E8C-16F1-71E735BF4F10}"/>
                    </a:ext>
                  </a:extLst>
                </p14:cNvPr>
                <p14:cNvContentPartPr/>
                <p14:nvPr/>
              </p14:nvContentPartPr>
              <p14:xfrm>
                <a:off x="11623117" y="2056166"/>
                <a:ext cx="83520" cy="203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E7D490E-B797-4E8C-16F1-71E735BF4F1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605117" y="2038526"/>
                  <a:ext cx="11916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91C812D5-5762-D65F-5BD2-35709DFAFF97}"/>
              </a:ext>
            </a:extLst>
          </p:cNvPr>
          <p:cNvGrpSpPr/>
          <p:nvPr/>
        </p:nvGrpSpPr>
        <p:grpSpPr>
          <a:xfrm>
            <a:off x="9926437" y="2573126"/>
            <a:ext cx="1413360" cy="636840"/>
            <a:chOff x="9926437" y="2573126"/>
            <a:chExt cx="1413360" cy="63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C4260C-845A-0C0C-632C-45B520DCD189}"/>
                    </a:ext>
                  </a:extLst>
                </p14:cNvPr>
                <p14:cNvContentPartPr/>
                <p14:nvPr/>
              </p14:nvContentPartPr>
              <p14:xfrm>
                <a:off x="10104637" y="2573126"/>
                <a:ext cx="37800" cy="196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C4260C-845A-0C0C-632C-45B520DCD1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086637" y="2555126"/>
                  <a:ext cx="734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460768B-60FF-38E9-FD10-E89ACDE9D7E3}"/>
                    </a:ext>
                  </a:extLst>
                </p14:cNvPr>
                <p14:cNvContentPartPr/>
                <p14:nvPr/>
              </p14:nvContentPartPr>
              <p14:xfrm>
                <a:off x="10028677" y="2630006"/>
                <a:ext cx="311400" cy="163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460768B-60FF-38E9-FD10-E89ACDE9D7E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11037" y="2612366"/>
                  <a:ext cx="347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51222E5-F235-CC67-B66D-5B9D47A52D2E}"/>
                    </a:ext>
                  </a:extLst>
                </p14:cNvPr>
                <p14:cNvContentPartPr/>
                <p14:nvPr/>
              </p14:nvContentPartPr>
              <p14:xfrm>
                <a:off x="9926437" y="2942486"/>
                <a:ext cx="365400" cy="255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51222E5-F235-CC67-B66D-5B9D47A52D2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908437" y="2924486"/>
                  <a:ext cx="401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A9F88D0-BC1E-42BB-1AE5-66A639E6A362}"/>
                    </a:ext>
                  </a:extLst>
                </p14:cNvPr>
                <p14:cNvContentPartPr/>
                <p14:nvPr/>
              </p14:nvContentPartPr>
              <p14:xfrm>
                <a:off x="10227397" y="2915486"/>
                <a:ext cx="18720" cy="37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A9F88D0-BC1E-42BB-1AE5-66A639E6A36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09397" y="2897846"/>
                  <a:ext cx="54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AE093D2-7960-41E1-B7C9-A63CA69D1280}"/>
                    </a:ext>
                  </a:extLst>
                </p14:cNvPr>
                <p14:cNvContentPartPr/>
                <p14:nvPr/>
              </p14:nvContentPartPr>
              <p14:xfrm>
                <a:off x="10357717" y="2999726"/>
                <a:ext cx="127080" cy="210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AE093D2-7960-41E1-B7C9-A63CA69D128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340077" y="2982086"/>
                  <a:ext cx="162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33348BC-FD1E-CE06-2770-BE1D4714BD62}"/>
                    </a:ext>
                  </a:extLst>
                </p14:cNvPr>
                <p14:cNvContentPartPr/>
                <p14:nvPr/>
              </p14:nvContentPartPr>
              <p14:xfrm>
                <a:off x="10563277" y="2997566"/>
                <a:ext cx="41040" cy="126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33348BC-FD1E-CE06-2770-BE1D4714BD6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545637" y="2979926"/>
                  <a:ext cx="76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98C446-DC1B-875E-656C-64236E6B89C2}"/>
                    </a:ext>
                  </a:extLst>
                </p14:cNvPr>
                <p14:cNvContentPartPr/>
                <p14:nvPr/>
              </p14:nvContentPartPr>
              <p14:xfrm>
                <a:off x="10542037" y="2885606"/>
                <a:ext cx="39960" cy="35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98C446-DC1B-875E-656C-64236E6B89C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524397" y="2867966"/>
                  <a:ext cx="75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545F469-F099-2D56-0503-43D0F1202A48}"/>
                    </a:ext>
                  </a:extLst>
                </p14:cNvPr>
                <p14:cNvContentPartPr/>
                <p14:nvPr/>
              </p14:nvContentPartPr>
              <p14:xfrm>
                <a:off x="10753717" y="2868686"/>
                <a:ext cx="81360" cy="1983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545F469-F099-2D56-0503-43D0F1202A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735717" y="2850686"/>
                  <a:ext cx="117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38592EC-3304-F5E3-6543-910FFAA06BAF}"/>
                    </a:ext>
                  </a:extLst>
                </p14:cNvPr>
                <p14:cNvContentPartPr/>
                <p14:nvPr/>
              </p14:nvContentPartPr>
              <p14:xfrm>
                <a:off x="10723837" y="2852126"/>
                <a:ext cx="551520" cy="188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38592EC-3304-F5E3-6543-910FFAA06BA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706197" y="2834486"/>
                  <a:ext cx="5871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5D95DC8-E95F-7616-3910-5C6A6F1772E1}"/>
                    </a:ext>
                  </a:extLst>
                </p14:cNvPr>
                <p14:cNvContentPartPr/>
                <p14:nvPr/>
              </p14:nvContentPartPr>
              <p14:xfrm>
                <a:off x="11325757" y="3006926"/>
                <a:ext cx="14040" cy="205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5D95DC8-E95F-7616-3910-5C6A6F1772E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307757" y="2989286"/>
                  <a:ext cx="4968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E871260-D58D-A875-E084-9FB5939ACA44}"/>
              </a:ext>
            </a:extLst>
          </p:cNvPr>
          <p:cNvGrpSpPr/>
          <p:nvPr/>
        </p:nvGrpSpPr>
        <p:grpSpPr>
          <a:xfrm>
            <a:off x="9455197" y="63206"/>
            <a:ext cx="1269360" cy="603000"/>
            <a:chOff x="9455197" y="63206"/>
            <a:chExt cx="126936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C0611C-737E-C749-3AE2-48D78AC231DA}"/>
                    </a:ext>
                  </a:extLst>
                </p14:cNvPr>
                <p14:cNvContentPartPr/>
                <p14:nvPr/>
              </p14:nvContentPartPr>
              <p14:xfrm>
                <a:off x="9537637" y="63206"/>
                <a:ext cx="48600" cy="259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C0611C-737E-C749-3AE2-48D78AC231D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19637" y="45566"/>
                  <a:ext cx="842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9949CDF-DB39-E65D-AF46-1EA050599016}"/>
                    </a:ext>
                  </a:extLst>
                </p14:cNvPr>
                <p14:cNvContentPartPr/>
                <p14:nvPr/>
              </p14:nvContentPartPr>
              <p14:xfrm>
                <a:off x="9455197" y="179846"/>
                <a:ext cx="156960" cy="52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9949CDF-DB39-E65D-AF46-1EA05059901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437557" y="161846"/>
                  <a:ext cx="192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14C463A-A628-8E73-11A7-77B4EF34A1BD}"/>
                    </a:ext>
                  </a:extLst>
                </p14:cNvPr>
                <p14:cNvContentPartPr/>
                <p14:nvPr/>
              </p14:nvContentPartPr>
              <p14:xfrm>
                <a:off x="9756517" y="202166"/>
                <a:ext cx="165960" cy="108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14C463A-A628-8E73-11A7-77B4EF34A1B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38877" y="184526"/>
                  <a:ext cx="201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36AEC0B-C7D9-57EC-3B36-62814E8FE5F8}"/>
                    </a:ext>
                  </a:extLst>
                </p14:cNvPr>
                <p14:cNvContentPartPr/>
                <p14:nvPr/>
              </p14:nvContentPartPr>
              <p14:xfrm>
                <a:off x="9723757" y="478286"/>
                <a:ext cx="29880" cy="187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36AEC0B-C7D9-57EC-3B36-62814E8FE5F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05757" y="460286"/>
                  <a:ext cx="65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4DB4485-3D57-F3F0-C9EF-6ACFE9552249}"/>
                    </a:ext>
                  </a:extLst>
                </p14:cNvPr>
                <p14:cNvContentPartPr/>
                <p14:nvPr/>
              </p14:nvContentPartPr>
              <p14:xfrm>
                <a:off x="9700357" y="485126"/>
                <a:ext cx="119880" cy="169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4DB4485-3D57-F3F0-C9EF-6ACFE955224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682717" y="467486"/>
                  <a:ext cx="155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E366009-F8F5-210E-B72B-9D654BE3183E}"/>
                    </a:ext>
                  </a:extLst>
                </p14:cNvPr>
                <p14:cNvContentPartPr/>
                <p14:nvPr/>
              </p14:nvContentPartPr>
              <p14:xfrm>
                <a:off x="9895117" y="557846"/>
                <a:ext cx="53640" cy="1004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E366009-F8F5-210E-B72B-9D654BE3183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77477" y="540206"/>
                  <a:ext cx="89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75A514-40CF-7E76-BFC8-9B025BB3D2D9}"/>
                    </a:ext>
                  </a:extLst>
                </p14:cNvPr>
                <p14:cNvContentPartPr/>
                <p14:nvPr/>
              </p14:nvContentPartPr>
              <p14:xfrm>
                <a:off x="9929317" y="461726"/>
                <a:ext cx="31320" cy="14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75A514-40CF-7E76-BFC8-9B025BB3D2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911677" y="443726"/>
                  <a:ext cx="6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1C9799-56F4-6298-6955-5B75FC5E7BC2}"/>
                    </a:ext>
                  </a:extLst>
                </p14:cNvPr>
                <p14:cNvContentPartPr/>
                <p14:nvPr/>
              </p14:nvContentPartPr>
              <p14:xfrm>
                <a:off x="10022557" y="503846"/>
                <a:ext cx="88560" cy="154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1C9799-56F4-6298-6955-5B75FC5E7BC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004557" y="485846"/>
                  <a:ext cx="124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8D3B950-A1FF-22BF-4315-84535F9DE2CC}"/>
                    </a:ext>
                  </a:extLst>
                </p14:cNvPr>
                <p14:cNvContentPartPr/>
                <p14:nvPr/>
              </p14:nvContentPartPr>
              <p14:xfrm>
                <a:off x="10175917" y="515366"/>
                <a:ext cx="29520" cy="132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8D3B950-A1FF-22BF-4315-84535F9DE2C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57917" y="497366"/>
                  <a:ext cx="65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436A15-21FD-497B-8078-8105827646CF}"/>
                    </a:ext>
                  </a:extLst>
                </p14:cNvPr>
                <p14:cNvContentPartPr/>
                <p14:nvPr/>
              </p14:nvContentPartPr>
              <p14:xfrm>
                <a:off x="10188877" y="423926"/>
                <a:ext cx="12960" cy="33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436A15-21FD-497B-8078-8105827646C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70877" y="405926"/>
                  <a:ext cx="48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97C14A9-2F7A-3000-3100-C578F04530A4}"/>
                    </a:ext>
                  </a:extLst>
                </p14:cNvPr>
                <p14:cNvContentPartPr/>
                <p14:nvPr/>
              </p14:nvContentPartPr>
              <p14:xfrm>
                <a:off x="10307317" y="412766"/>
                <a:ext cx="48240" cy="169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97C14A9-2F7A-3000-3100-C578F04530A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89317" y="395126"/>
                  <a:ext cx="83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192F8AD-205D-CC5E-FCE2-C09EA17F2ED5}"/>
                    </a:ext>
                  </a:extLst>
                </p14:cNvPr>
                <p14:cNvContentPartPr/>
                <p14:nvPr/>
              </p14:nvContentPartPr>
              <p14:xfrm>
                <a:off x="10270957" y="418886"/>
                <a:ext cx="316800" cy="178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192F8AD-205D-CC5E-FCE2-C09EA17F2ED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252957" y="401246"/>
                  <a:ext cx="352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05A6E09-F2F4-1ED9-9D08-BDCA24579902}"/>
                    </a:ext>
                  </a:extLst>
                </p14:cNvPr>
                <p14:cNvContentPartPr/>
                <p14:nvPr/>
              </p14:nvContentPartPr>
              <p14:xfrm>
                <a:off x="10717717" y="508166"/>
                <a:ext cx="6840" cy="11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05A6E09-F2F4-1ED9-9D08-BDCA2457990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00077" y="490166"/>
                  <a:ext cx="42480" cy="4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324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7804-D925-28CA-CB55-538AED14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8012F-8D55-436C-E7C1-01CF4270D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A8EC07-52BA-ABD7-1761-5767622005C4}"/>
              </a:ext>
            </a:extLst>
          </p:cNvPr>
          <p:cNvGrpSpPr/>
          <p:nvPr/>
        </p:nvGrpSpPr>
        <p:grpSpPr>
          <a:xfrm>
            <a:off x="4139077" y="837558"/>
            <a:ext cx="1485000" cy="473400"/>
            <a:chOff x="4139077" y="837558"/>
            <a:chExt cx="148500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CA25EA-51A7-F408-DE8F-287840161AD9}"/>
                    </a:ext>
                  </a:extLst>
                </p14:cNvPr>
                <p14:cNvContentPartPr/>
                <p14:nvPr/>
              </p14:nvContentPartPr>
              <p14:xfrm>
                <a:off x="4139077" y="837558"/>
                <a:ext cx="289800" cy="473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CA25EA-51A7-F408-DE8F-287840161A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21077" y="819918"/>
                  <a:ext cx="3254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1FD3E3-4847-14F6-431C-73219F6D47E1}"/>
                    </a:ext>
                  </a:extLst>
                </p14:cNvPr>
                <p14:cNvContentPartPr/>
                <p14:nvPr/>
              </p14:nvContentPartPr>
              <p14:xfrm>
                <a:off x="4483237" y="1079478"/>
                <a:ext cx="477000" cy="156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1FD3E3-4847-14F6-431C-73219F6D47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65237" y="1061478"/>
                  <a:ext cx="512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30CDB9-B60E-B39D-36B6-53C7E2711657}"/>
                    </a:ext>
                  </a:extLst>
                </p14:cNvPr>
                <p14:cNvContentPartPr/>
                <p14:nvPr/>
              </p14:nvContentPartPr>
              <p14:xfrm>
                <a:off x="5130517" y="1013238"/>
                <a:ext cx="68040" cy="165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30CDB9-B60E-B39D-36B6-53C7E27116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12877" y="995598"/>
                  <a:ext cx="10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714D8A-85C7-F979-59FB-C87A96770BDE}"/>
                    </a:ext>
                  </a:extLst>
                </p14:cNvPr>
                <p14:cNvContentPartPr/>
                <p14:nvPr/>
              </p14:nvContentPartPr>
              <p14:xfrm>
                <a:off x="5331757" y="1056798"/>
                <a:ext cx="116280" cy="120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714D8A-85C7-F979-59FB-C87A96770B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14117" y="1039158"/>
                  <a:ext cx="151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3CAB79-75F1-485E-8E31-649B728A4256}"/>
                    </a:ext>
                  </a:extLst>
                </p14:cNvPr>
                <p14:cNvContentPartPr/>
                <p14:nvPr/>
              </p14:nvContentPartPr>
              <p14:xfrm>
                <a:off x="5525437" y="1007838"/>
                <a:ext cx="98640" cy="108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3CAB79-75F1-485E-8E31-649B728A42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07437" y="990198"/>
                  <a:ext cx="13428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FEF779-46DD-976D-759C-57F8805F1EBA}"/>
              </a:ext>
            </a:extLst>
          </p:cNvPr>
          <p:cNvGrpSpPr/>
          <p:nvPr/>
        </p:nvGrpSpPr>
        <p:grpSpPr>
          <a:xfrm>
            <a:off x="6081637" y="902358"/>
            <a:ext cx="1519200" cy="356040"/>
            <a:chOff x="6081637" y="902358"/>
            <a:chExt cx="15192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E4FABB-3B06-2E6E-1CED-95D3A1F062EF}"/>
                    </a:ext>
                  </a:extLst>
                </p14:cNvPr>
                <p14:cNvContentPartPr/>
                <p14:nvPr/>
              </p14:nvContentPartPr>
              <p14:xfrm>
                <a:off x="6081637" y="907398"/>
                <a:ext cx="99360" cy="24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E4FABB-3B06-2E6E-1CED-95D3A1F062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63637" y="889758"/>
                  <a:ext cx="135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27A5EE-F89F-3591-3FA1-2E5EDFD380E6}"/>
                    </a:ext>
                  </a:extLst>
                </p14:cNvPr>
                <p14:cNvContentPartPr/>
                <p14:nvPr/>
              </p14:nvContentPartPr>
              <p14:xfrm>
                <a:off x="6261997" y="998478"/>
                <a:ext cx="181440" cy="259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27A5EE-F89F-3591-3FA1-2E5EDFD380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4357" y="980478"/>
                  <a:ext cx="217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92E77D-CE21-D983-5ECE-8B093BE10261}"/>
                    </a:ext>
                  </a:extLst>
                </p14:cNvPr>
                <p14:cNvContentPartPr/>
                <p14:nvPr/>
              </p14:nvContentPartPr>
              <p14:xfrm>
                <a:off x="6639637" y="973278"/>
                <a:ext cx="116640" cy="20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92E77D-CE21-D983-5ECE-8B093BE102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21637" y="955278"/>
                  <a:ext cx="152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C486C9-F4C9-30DC-2BB6-003999BB7BEC}"/>
                    </a:ext>
                  </a:extLst>
                </p14:cNvPr>
                <p14:cNvContentPartPr/>
                <p14:nvPr/>
              </p14:nvContentPartPr>
              <p14:xfrm>
                <a:off x="6809197" y="902358"/>
                <a:ext cx="96480" cy="257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C486C9-F4C9-30DC-2BB6-003999BB7B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91197" y="884358"/>
                  <a:ext cx="1321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DD098C5-850E-AA3D-1642-648D3BC939E8}"/>
                    </a:ext>
                  </a:extLst>
                </p14:cNvPr>
                <p14:cNvContentPartPr/>
                <p14:nvPr/>
              </p14:nvContentPartPr>
              <p14:xfrm>
                <a:off x="6856357" y="1021518"/>
                <a:ext cx="81360" cy="50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DD098C5-850E-AA3D-1642-648D3BC939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8717" y="1003878"/>
                  <a:ext cx="117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55CBDE-55B6-41DC-2392-C7B5A6D15447}"/>
                    </a:ext>
                  </a:extLst>
                </p14:cNvPr>
                <p14:cNvContentPartPr/>
                <p14:nvPr/>
              </p14:nvContentPartPr>
              <p14:xfrm>
                <a:off x="7037797" y="1012158"/>
                <a:ext cx="563040" cy="126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55CBDE-55B6-41DC-2392-C7B5A6D154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19797" y="994158"/>
                  <a:ext cx="59868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C7ACA44-7166-F59E-563B-497CD8585C05}"/>
              </a:ext>
            </a:extLst>
          </p:cNvPr>
          <p:cNvGrpSpPr/>
          <p:nvPr/>
        </p:nvGrpSpPr>
        <p:grpSpPr>
          <a:xfrm>
            <a:off x="1230637" y="2168838"/>
            <a:ext cx="11009520" cy="2543760"/>
            <a:chOff x="1230637" y="2168838"/>
            <a:chExt cx="11009520" cy="254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6EBBD8-3C9F-047C-F195-63D43524D609}"/>
                    </a:ext>
                  </a:extLst>
                </p14:cNvPr>
                <p14:cNvContentPartPr/>
                <p14:nvPr/>
              </p14:nvContentPartPr>
              <p14:xfrm>
                <a:off x="1521517" y="2365398"/>
                <a:ext cx="172080" cy="36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6EBBD8-3C9F-047C-F195-63D43524D6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03877" y="2347758"/>
                  <a:ext cx="2077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C24210-2F17-FDDA-BA15-ECAA227E7DAB}"/>
                    </a:ext>
                  </a:extLst>
                </p14:cNvPr>
                <p14:cNvContentPartPr/>
                <p14:nvPr/>
              </p14:nvContentPartPr>
              <p14:xfrm>
                <a:off x="1721677" y="2527038"/>
                <a:ext cx="435240" cy="162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C24210-2F17-FDDA-BA15-ECAA227E7D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03677" y="2509398"/>
                  <a:ext cx="470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A0A072-5E6E-C300-DD89-FEC7708B19F7}"/>
                    </a:ext>
                  </a:extLst>
                </p14:cNvPr>
                <p14:cNvContentPartPr/>
                <p14:nvPr/>
              </p14:nvContentPartPr>
              <p14:xfrm>
                <a:off x="2258797" y="2488158"/>
                <a:ext cx="91080" cy="201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A0A072-5E6E-C300-DD89-FEC7708B19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40797" y="2470158"/>
                  <a:ext cx="126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E8B044-E41D-640C-B9D6-101E7050F79D}"/>
                    </a:ext>
                  </a:extLst>
                </p14:cNvPr>
                <p14:cNvContentPartPr/>
                <p14:nvPr/>
              </p14:nvContentPartPr>
              <p14:xfrm>
                <a:off x="2442397" y="2553678"/>
                <a:ext cx="88200" cy="123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E8B044-E41D-640C-B9D6-101E7050F7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24757" y="2535678"/>
                  <a:ext cx="123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4C7E56-68BF-E1AC-A104-EB0C6D22DB53}"/>
                    </a:ext>
                  </a:extLst>
                </p14:cNvPr>
                <p14:cNvContentPartPr/>
                <p14:nvPr/>
              </p14:nvContentPartPr>
              <p14:xfrm>
                <a:off x="2622037" y="2492838"/>
                <a:ext cx="60120" cy="139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4C7E56-68BF-E1AC-A104-EB0C6D22DB5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04037" y="2475198"/>
                  <a:ext cx="95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F3A196-8516-35E1-54BA-A99F7254F4EE}"/>
                    </a:ext>
                  </a:extLst>
                </p14:cNvPr>
                <p14:cNvContentPartPr/>
                <p14:nvPr/>
              </p14:nvContentPartPr>
              <p14:xfrm>
                <a:off x="1230637" y="2938518"/>
                <a:ext cx="1811520" cy="19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F3A196-8516-35E1-54BA-A99F7254F4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2637" y="2920878"/>
                  <a:ext cx="1847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6D992C-18D6-687D-17C2-0CE5B4313B8B}"/>
                    </a:ext>
                  </a:extLst>
                </p14:cNvPr>
                <p14:cNvContentPartPr/>
                <p14:nvPr/>
              </p14:nvContentPartPr>
              <p14:xfrm>
                <a:off x="1422157" y="2910438"/>
                <a:ext cx="1820520" cy="1683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6D992C-18D6-687D-17C2-0CE5B4313B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04157" y="2892438"/>
                  <a:ext cx="1856160" cy="17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205BC8B-FC3E-3147-3A99-EDF7B2EFDB9E}"/>
                    </a:ext>
                  </a:extLst>
                </p14:cNvPr>
                <p14:cNvContentPartPr/>
                <p14:nvPr/>
              </p14:nvContentPartPr>
              <p14:xfrm>
                <a:off x="1466437" y="3009798"/>
                <a:ext cx="83520" cy="170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205BC8B-FC3E-3147-3A99-EDF7B2EFDB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48797" y="2992158"/>
                  <a:ext cx="119160" cy="17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E28067-5D07-96BC-EBDD-BB514AFA6339}"/>
                    </a:ext>
                  </a:extLst>
                </p14:cNvPr>
                <p14:cNvContentPartPr/>
                <p14:nvPr/>
              </p14:nvContentPartPr>
              <p14:xfrm>
                <a:off x="3981757" y="2211678"/>
                <a:ext cx="94320" cy="424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E28067-5D07-96BC-EBDD-BB514AFA63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64117" y="2193678"/>
                  <a:ext cx="1299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C5ED41F-AE40-D02C-EDAC-1B5A9943386B}"/>
                    </a:ext>
                  </a:extLst>
                </p14:cNvPr>
                <p14:cNvContentPartPr/>
                <p14:nvPr/>
              </p14:nvContentPartPr>
              <p14:xfrm>
                <a:off x="4025677" y="2289798"/>
                <a:ext cx="181800" cy="246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C5ED41F-AE40-D02C-EDAC-1B5A994338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8037" y="2271798"/>
                  <a:ext cx="2174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82F639-BFF0-4285-285E-C427B429D552}"/>
                    </a:ext>
                  </a:extLst>
                </p14:cNvPr>
                <p14:cNvContentPartPr/>
                <p14:nvPr/>
              </p14:nvContentPartPr>
              <p14:xfrm>
                <a:off x="4025677" y="2386998"/>
                <a:ext cx="435240" cy="141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82F639-BFF0-4285-285E-C427B429D5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07677" y="2369358"/>
                  <a:ext cx="470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C80C87-B0E2-3186-8481-680153295166}"/>
                    </a:ext>
                  </a:extLst>
                </p14:cNvPr>
                <p14:cNvContentPartPr/>
                <p14:nvPr/>
              </p14:nvContentPartPr>
              <p14:xfrm>
                <a:off x="4554157" y="2416518"/>
                <a:ext cx="138600" cy="120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C80C87-B0E2-3186-8481-6801532951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36517" y="2398518"/>
                  <a:ext cx="17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8BFD68-15F5-5FC9-158C-C01669CE2F30}"/>
                    </a:ext>
                  </a:extLst>
                </p14:cNvPr>
                <p14:cNvContentPartPr/>
                <p14:nvPr/>
              </p14:nvContentPartPr>
              <p14:xfrm>
                <a:off x="4773037" y="2247678"/>
                <a:ext cx="47160" cy="29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8BFD68-15F5-5FC9-158C-C01669CE2F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55037" y="2229678"/>
                  <a:ext cx="82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A8D7F2C-8F2B-2775-2AD2-8C011A326DB8}"/>
                    </a:ext>
                  </a:extLst>
                </p14:cNvPr>
                <p14:cNvContentPartPr/>
                <p14:nvPr/>
              </p14:nvContentPartPr>
              <p14:xfrm>
                <a:off x="4931797" y="2409318"/>
                <a:ext cx="83160" cy="89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A8D7F2C-8F2B-2775-2AD2-8C011A326DB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13797" y="2391318"/>
                  <a:ext cx="118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A74B75-F196-BDC7-74FD-A1B1BFE7568B}"/>
                    </a:ext>
                  </a:extLst>
                </p14:cNvPr>
                <p14:cNvContentPartPr/>
                <p14:nvPr/>
              </p14:nvContentPartPr>
              <p14:xfrm>
                <a:off x="5101357" y="2379798"/>
                <a:ext cx="147960" cy="251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A74B75-F196-BDC7-74FD-A1B1BFE756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83717" y="2361798"/>
                  <a:ext cx="183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7F13FB-6D43-94DA-76B4-1116194EAECE}"/>
                    </a:ext>
                  </a:extLst>
                </p14:cNvPr>
                <p14:cNvContentPartPr/>
                <p14:nvPr/>
              </p14:nvContentPartPr>
              <p14:xfrm>
                <a:off x="5577277" y="2288718"/>
                <a:ext cx="8028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7F13FB-6D43-94DA-76B4-1116194EAE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59277" y="2270718"/>
                  <a:ext cx="1159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E56630-5BEA-752E-BC42-DBCCC41E5FC0}"/>
                    </a:ext>
                  </a:extLst>
                </p14:cNvPr>
                <p14:cNvContentPartPr/>
                <p14:nvPr/>
              </p14:nvContentPartPr>
              <p14:xfrm>
                <a:off x="5582317" y="2396718"/>
                <a:ext cx="162720" cy="100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E56630-5BEA-752E-BC42-DBCCC41E5F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64677" y="2379078"/>
                  <a:ext cx="198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92C91BB-85EB-6CE9-E1F2-91002D1F3AC4}"/>
                    </a:ext>
                  </a:extLst>
                </p14:cNvPr>
                <p14:cNvContentPartPr/>
                <p14:nvPr/>
              </p14:nvContentPartPr>
              <p14:xfrm>
                <a:off x="5861317" y="2378718"/>
                <a:ext cx="72720" cy="12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92C91BB-85EB-6CE9-E1F2-91002D1F3A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43317" y="2360718"/>
                  <a:ext cx="108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D7B211-96E8-47BD-B191-A41AF2D365B8}"/>
                    </a:ext>
                  </a:extLst>
                </p14:cNvPr>
                <p14:cNvContentPartPr/>
                <p14:nvPr/>
              </p14:nvContentPartPr>
              <p14:xfrm>
                <a:off x="5989117" y="2410758"/>
                <a:ext cx="176400" cy="65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D7B211-96E8-47BD-B191-A41AF2D365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71477" y="2393118"/>
                  <a:ext cx="212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FD5F975-827E-8E85-E758-48EA0EB53CEA}"/>
                    </a:ext>
                  </a:extLst>
                </p14:cNvPr>
                <p14:cNvContentPartPr/>
                <p14:nvPr/>
              </p14:nvContentPartPr>
              <p14:xfrm>
                <a:off x="6233917" y="2247678"/>
                <a:ext cx="92880" cy="249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FD5F975-827E-8E85-E758-48EA0EB53C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15917" y="2230038"/>
                  <a:ext cx="128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AFB76F-A252-89D9-EDE9-C48ABDA0DFFF}"/>
                    </a:ext>
                  </a:extLst>
                </p14:cNvPr>
                <p14:cNvContentPartPr/>
                <p14:nvPr/>
              </p14:nvContentPartPr>
              <p14:xfrm>
                <a:off x="6240397" y="2347758"/>
                <a:ext cx="166320" cy="57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AFB76F-A252-89D9-EDE9-C48ABDA0DF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22397" y="2329758"/>
                  <a:ext cx="201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160AD3-3C79-0856-7A2E-5F73A0C7D639}"/>
                    </a:ext>
                  </a:extLst>
                </p14:cNvPr>
                <p14:cNvContentPartPr/>
                <p14:nvPr/>
              </p14:nvContentPartPr>
              <p14:xfrm>
                <a:off x="4649917" y="2744478"/>
                <a:ext cx="377280" cy="159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160AD3-3C79-0856-7A2E-5F73A0C7D6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32277" y="2726838"/>
                  <a:ext cx="412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E735EF-6AE8-057F-9015-9D40E54737AC}"/>
                    </a:ext>
                  </a:extLst>
                </p14:cNvPr>
                <p14:cNvContentPartPr/>
                <p14:nvPr/>
              </p14:nvContentPartPr>
              <p14:xfrm>
                <a:off x="5171917" y="2586798"/>
                <a:ext cx="187920" cy="29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E735EF-6AE8-057F-9015-9D40E54737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53917" y="2568798"/>
                  <a:ext cx="2235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069327-767F-CEAA-04C9-8B28D4536BF2}"/>
                    </a:ext>
                  </a:extLst>
                </p14:cNvPr>
                <p14:cNvContentPartPr/>
                <p14:nvPr/>
              </p14:nvContentPartPr>
              <p14:xfrm>
                <a:off x="4172557" y="2859318"/>
                <a:ext cx="2179440" cy="153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069327-767F-CEAA-04C9-8B28D4536B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54917" y="2841318"/>
                  <a:ext cx="2215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8536608-3DA0-FF45-839D-A3A274B2C5FC}"/>
                    </a:ext>
                  </a:extLst>
                </p14:cNvPr>
                <p14:cNvContentPartPr/>
                <p14:nvPr/>
              </p14:nvContentPartPr>
              <p14:xfrm>
                <a:off x="4308997" y="2807118"/>
                <a:ext cx="2466000" cy="1773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8536608-3DA0-FF45-839D-A3A274B2C5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91357" y="2789118"/>
                  <a:ext cx="2501640" cy="18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13B67C-C944-A592-11EB-15CA9A9D8048}"/>
                    </a:ext>
                  </a:extLst>
                </p14:cNvPr>
                <p14:cNvContentPartPr/>
                <p14:nvPr/>
              </p14:nvContentPartPr>
              <p14:xfrm>
                <a:off x="4305397" y="3025638"/>
                <a:ext cx="257040" cy="1598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13B67C-C944-A592-11EB-15CA9A9D80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87397" y="3007998"/>
                  <a:ext cx="292680" cy="16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389C0A-587D-604C-649B-DEF8F26F0238}"/>
                    </a:ext>
                  </a:extLst>
                </p14:cNvPr>
                <p14:cNvContentPartPr/>
                <p14:nvPr/>
              </p14:nvContentPartPr>
              <p14:xfrm>
                <a:off x="7673557" y="2168838"/>
                <a:ext cx="792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389C0A-587D-604C-649B-DEF8F26F023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55917" y="2150838"/>
                  <a:ext cx="1148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B5B7147-D05C-6E2F-12DD-3C5FC97B1D06}"/>
                    </a:ext>
                  </a:extLst>
                </p14:cNvPr>
                <p14:cNvContentPartPr/>
                <p14:nvPr/>
              </p14:nvContentPartPr>
              <p14:xfrm>
                <a:off x="7695877" y="2232198"/>
                <a:ext cx="164160" cy="195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B5B7147-D05C-6E2F-12DD-3C5FC97B1D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77877" y="2214198"/>
                  <a:ext cx="199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0BD8D7-BA32-3BDE-339E-DE41CC0D45DF}"/>
                    </a:ext>
                  </a:extLst>
                </p14:cNvPr>
                <p14:cNvContentPartPr/>
                <p14:nvPr/>
              </p14:nvContentPartPr>
              <p14:xfrm>
                <a:off x="7696237" y="2394558"/>
                <a:ext cx="126360" cy="3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0BD8D7-BA32-3BDE-339E-DE41CC0D45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78237" y="2376558"/>
                  <a:ext cx="162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E4CF065-A952-B1C1-E4EC-B771EC961E71}"/>
                    </a:ext>
                  </a:extLst>
                </p14:cNvPr>
                <p14:cNvContentPartPr/>
                <p14:nvPr/>
              </p14:nvContentPartPr>
              <p14:xfrm>
                <a:off x="7975237" y="2258838"/>
                <a:ext cx="53280" cy="200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E4CF065-A952-B1C1-E4EC-B771EC961E7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57237" y="2241198"/>
                  <a:ext cx="88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6EC6EE-751D-B443-4DDC-146C5A1A027D}"/>
                    </a:ext>
                  </a:extLst>
                </p14:cNvPr>
                <p14:cNvContentPartPr/>
                <p14:nvPr/>
              </p14:nvContentPartPr>
              <p14:xfrm>
                <a:off x="7999717" y="2255238"/>
                <a:ext cx="173880" cy="231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6EC6EE-751D-B443-4DDC-146C5A1A02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81717" y="2237238"/>
                  <a:ext cx="209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EFACD4-29AF-F304-34FB-4B70AFF853D2}"/>
                    </a:ext>
                  </a:extLst>
                </p14:cNvPr>
                <p14:cNvContentPartPr/>
                <p14:nvPr/>
              </p14:nvContentPartPr>
              <p14:xfrm>
                <a:off x="8263957" y="2224998"/>
                <a:ext cx="147960" cy="218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EFACD4-29AF-F304-34FB-4B70AFF853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45957" y="2206998"/>
                  <a:ext cx="183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62B5CD-25B2-3A18-22DD-A610FE9FA698}"/>
                    </a:ext>
                  </a:extLst>
                </p14:cNvPr>
                <p14:cNvContentPartPr/>
                <p14:nvPr/>
              </p14:nvContentPartPr>
              <p14:xfrm>
                <a:off x="7448557" y="2675358"/>
                <a:ext cx="1930680" cy="95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62B5CD-25B2-3A18-22DD-A610FE9FA69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30557" y="2657718"/>
                  <a:ext cx="1966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D73956-315A-26EB-47D6-0A63F79AE5E1}"/>
                    </a:ext>
                  </a:extLst>
                </p14:cNvPr>
                <p14:cNvContentPartPr/>
                <p14:nvPr/>
              </p14:nvContentPartPr>
              <p14:xfrm>
                <a:off x="9361597" y="2667438"/>
                <a:ext cx="278280" cy="1709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D73956-315A-26EB-47D6-0A63F79AE5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43597" y="2649438"/>
                  <a:ext cx="313920" cy="17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AE6838-7582-454D-D834-BCBC8D990B50}"/>
                    </a:ext>
                  </a:extLst>
                </p14:cNvPr>
                <p14:cNvContentPartPr/>
                <p14:nvPr/>
              </p14:nvContentPartPr>
              <p14:xfrm>
                <a:off x="7744117" y="4355118"/>
                <a:ext cx="1887120" cy="134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AE6838-7582-454D-D834-BCBC8D990B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26477" y="4337118"/>
                  <a:ext cx="1922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33A052-BCE2-9E70-80BE-13C5346C439C}"/>
                    </a:ext>
                  </a:extLst>
                </p14:cNvPr>
                <p14:cNvContentPartPr/>
                <p14:nvPr/>
              </p14:nvContentPartPr>
              <p14:xfrm>
                <a:off x="7479877" y="2779758"/>
                <a:ext cx="207360" cy="1699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33A052-BCE2-9E70-80BE-13C5346C43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62237" y="2762118"/>
                  <a:ext cx="243000" cy="17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B256067-C6BD-3AED-FDFC-B0C0D61BF8E4}"/>
                    </a:ext>
                  </a:extLst>
                </p14:cNvPr>
                <p14:cNvContentPartPr/>
                <p14:nvPr/>
              </p14:nvContentPartPr>
              <p14:xfrm>
                <a:off x="10053877" y="2721078"/>
                <a:ext cx="1472760" cy="84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B256067-C6BD-3AED-FDFC-B0C0D61BF8E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36237" y="2703438"/>
                  <a:ext cx="1508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C9068E-2160-39D7-605E-968A1D63F3ED}"/>
                    </a:ext>
                  </a:extLst>
                </p14:cNvPr>
                <p14:cNvContentPartPr/>
                <p14:nvPr/>
              </p14:nvContentPartPr>
              <p14:xfrm>
                <a:off x="10260517" y="2733318"/>
                <a:ext cx="1414440" cy="1880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C9068E-2160-39D7-605E-968A1D63F3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42877" y="2715318"/>
                  <a:ext cx="1450080" cy="19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9B49BF-10A4-6D56-3EB5-0088EFC96761}"/>
                    </a:ext>
                  </a:extLst>
                </p14:cNvPr>
                <p14:cNvContentPartPr/>
                <p14:nvPr/>
              </p14:nvContentPartPr>
              <p14:xfrm>
                <a:off x="10040197" y="2795598"/>
                <a:ext cx="183600" cy="1722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9B49BF-10A4-6D56-3EB5-0088EFC9676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22557" y="2777958"/>
                  <a:ext cx="219240" cy="17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0F925F9-F08F-C8CB-ED91-4AB3BC09CF9E}"/>
                    </a:ext>
                  </a:extLst>
                </p14:cNvPr>
                <p14:cNvContentPartPr/>
                <p14:nvPr/>
              </p14:nvContentPartPr>
              <p14:xfrm>
                <a:off x="10214437" y="2229318"/>
                <a:ext cx="16920" cy="25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0F925F9-F08F-C8CB-ED91-4AB3BC09CF9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96437" y="2211678"/>
                  <a:ext cx="52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7A81A86-3F6F-8204-4E55-D5B10A7DFA1D}"/>
                    </a:ext>
                  </a:extLst>
                </p14:cNvPr>
                <p14:cNvContentPartPr/>
                <p14:nvPr/>
              </p14:nvContentPartPr>
              <p14:xfrm>
                <a:off x="10208317" y="2239398"/>
                <a:ext cx="222840" cy="147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7A81A86-3F6F-8204-4E55-D5B10A7DFA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90677" y="2221758"/>
                  <a:ext cx="258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2FD862-A293-5CBF-90A4-D15A1414F74A}"/>
                    </a:ext>
                  </a:extLst>
                </p14:cNvPr>
                <p14:cNvContentPartPr/>
                <p14:nvPr/>
              </p14:nvContentPartPr>
              <p14:xfrm>
                <a:off x="10545277" y="2305278"/>
                <a:ext cx="33120" cy="15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2FD862-A293-5CBF-90A4-D15A1414F7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27637" y="2287278"/>
                  <a:ext cx="68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F15F3F-7291-E0E4-F8AB-11E397B9171C}"/>
                    </a:ext>
                  </a:extLst>
                </p14:cNvPr>
                <p14:cNvContentPartPr/>
                <p14:nvPr/>
              </p14:nvContentPartPr>
              <p14:xfrm>
                <a:off x="10516117" y="2225358"/>
                <a:ext cx="14400" cy="37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F15F3F-7291-E0E4-F8AB-11E397B9171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98117" y="2207358"/>
                  <a:ext cx="5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E946FDA-55CB-38EC-AC59-95AE6613D5E6}"/>
                    </a:ext>
                  </a:extLst>
                </p14:cNvPr>
                <p14:cNvContentPartPr/>
                <p14:nvPr/>
              </p14:nvContentPartPr>
              <p14:xfrm>
                <a:off x="10642477" y="2321838"/>
                <a:ext cx="67680" cy="107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E946FDA-55CB-38EC-AC59-95AE6613D5E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24477" y="2303838"/>
                  <a:ext cx="103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20C60EA-F4FF-CE97-704D-DDF0C46FE92D}"/>
                    </a:ext>
                  </a:extLst>
                </p14:cNvPr>
                <p14:cNvContentPartPr/>
                <p14:nvPr/>
              </p14:nvContentPartPr>
              <p14:xfrm>
                <a:off x="10792957" y="2261718"/>
                <a:ext cx="73800" cy="104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20C60EA-F4FF-CE97-704D-DDF0C46FE9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74957" y="2244078"/>
                  <a:ext cx="109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08DADE-C833-1A96-4188-5CA5D82EC797}"/>
                    </a:ext>
                  </a:extLst>
                </p14:cNvPr>
                <p14:cNvContentPartPr/>
                <p14:nvPr/>
              </p14:nvContentPartPr>
              <p14:xfrm>
                <a:off x="10972237" y="2274678"/>
                <a:ext cx="57960" cy="112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08DADE-C833-1A96-4188-5CA5D82EC7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54597" y="2257038"/>
                  <a:ext cx="93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9259C2-E29D-F093-0E43-D914D2B5354E}"/>
                    </a:ext>
                  </a:extLst>
                </p14:cNvPr>
                <p14:cNvContentPartPr/>
                <p14:nvPr/>
              </p14:nvContentPartPr>
              <p14:xfrm>
                <a:off x="11178157" y="2276838"/>
                <a:ext cx="317880" cy="146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9259C2-E29D-F093-0E43-D914D2B535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60517" y="2259198"/>
                  <a:ext cx="353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7FD1D7F-7BD6-4939-9260-71A3DFF82B75}"/>
                    </a:ext>
                  </a:extLst>
                </p14:cNvPr>
                <p14:cNvContentPartPr/>
                <p14:nvPr/>
              </p14:nvContentPartPr>
              <p14:xfrm>
                <a:off x="11585677" y="2199798"/>
                <a:ext cx="65160" cy="214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7FD1D7F-7BD6-4939-9260-71A3DFF82B7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567677" y="2181798"/>
                  <a:ext cx="1008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E8392E-FA7F-CF8A-6C76-976AE6DD9AD4}"/>
                    </a:ext>
                  </a:extLst>
                </p14:cNvPr>
                <p14:cNvContentPartPr/>
                <p14:nvPr/>
              </p14:nvContentPartPr>
              <p14:xfrm>
                <a:off x="11578117" y="2290158"/>
                <a:ext cx="110880" cy="35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E8392E-FA7F-CF8A-6C76-976AE6DD9AD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0117" y="2272518"/>
                  <a:ext cx="146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3BAF838-D8E0-D61D-20B9-AF6D5D9AC299}"/>
                    </a:ext>
                  </a:extLst>
                </p14:cNvPr>
                <p14:cNvContentPartPr/>
                <p14:nvPr/>
              </p14:nvContentPartPr>
              <p14:xfrm>
                <a:off x="11715997" y="2302398"/>
                <a:ext cx="61200" cy="63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3BAF838-D8E0-D61D-20B9-AF6D5D9AC29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698357" y="2284758"/>
                  <a:ext cx="96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49A973E-A516-0AE5-0BB2-8CB3D1C05A48}"/>
                    </a:ext>
                  </a:extLst>
                </p14:cNvPr>
                <p14:cNvContentPartPr/>
                <p14:nvPr/>
              </p14:nvContentPartPr>
              <p14:xfrm>
                <a:off x="11854957" y="2302398"/>
                <a:ext cx="73440" cy="9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49A973E-A516-0AE5-0BB2-8CB3D1C05A4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836957" y="2284758"/>
                  <a:ext cx="109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B81040-B9FD-32C9-590B-3BDC85943354}"/>
                    </a:ext>
                  </a:extLst>
                </p14:cNvPr>
                <p14:cNvContentPartPr/>
                <p14:nvPr/>
              </p14:nvContentPartPr>
              <p14:xfrm>
                <a:off x="11952517" y="2209158"/>
                <a:ext cx="23400" cy="156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B81040-B9FD-32C9-590B-3BDC859433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934877" y="2191158"/>
                  <a:ext cx="59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77B1B6-33A6-D8EC-CC46-154F23E2267D}"/>
                    </a:ext>
                  </a:extLst>
                </p14:cNvPr>
                <p14:cNvContentPartPr/>
                <p14:nvPr/>
              </p14:nvContentPartPr>
              <p14:xfrm>
                <a:off x="12004717" y="2206998"/>
                <a:ext cx="28080" cy="114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77B1B6-33A6-D8EC-CC46-154F23E226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987077" y="2188998"/>
                  <a:ext cx="63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05F3842-5827-9530-2801-3FA70A3C0FB2}"/>
                    </a:ext>
                  </a:extLst>
                </p14:cNvPr>
                <p14:cNvContentPartPr/>
                <p14:nvPr/>
              </p14:nvContentPartPr>
              <p14:xfrm>
                <a:off x="12068797" y="2305638"/>
                <a:ext cx="171360" cy="11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05F3842-5827-9530-2801-3FA70A3C0FB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050797" y="2287998"/>
                  <a:ext cx="207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E63A414-6560-0822-41E7-2E27BEC48DA2}"/>
                    </a:ext>
                  </a:extLst>
                </p14:cNvPr>
                <p14:cNvContentPartPr/>
                <p14:nvPr/>
              </p14:nvContentPartPr>
              <p14:xfrm>
                <a:off x="2498197" y="3558438"/>
                <a:ext cx="1603440" cy="163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E63A414-6560-0822-41E7-2E27BEC48D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80557" y="3540438"/>
                  <a:ext cx="1639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F0B5CE-FB8D-6700-D2F8-09BECFD3DFFF}"/>
                    </a:ext>
                  </a:extLst>
                </p14:cNvPr>
                <p14:cNvContentPartPr/>
                <p14:nvPr/>
              </p14:nvContentPartPr>
              <p14:xfrm>
                <a:off x="4098757" y="3424878"/>
                <a:ext cx="159480" cy="248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F0B5CE-FB8D-6700-D2F8-09BECFD3DFF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80757" y="3406878"/>
                  <a:ext cx="1951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620E6E-972A-95DD-31E7-338618CD6498}"/>
                    </a:ext>
                  </a:extLst>
                </p14:cNvPr>
                <p14:cNvContentPartPr/>
                <p14:nvPr/>
              </p14:nvContentPartPr>
              <p14:xfrm>
                <a:off x="6247597" y="3470958"/>
                <a:ext cx="1208160" cy="72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620E6E-972A-95DD-31E7-338618CD649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29957" y="3452958"/>
                  <a:ext cx="1243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C1E406-E8DC-B166-EDFD-C7BFBA4A6FEF}"/>
                    </a:ext>
                  </a:extLst>
                </p14:cNvPr>
                <p14:cNvContentPartPr/>
                <p14:nvPr/>
              </p14:nvContentPartPr>
              <p14:xfrm>
                <a:off x="7302397" y="3377358"/>
                <a:ext cx="157320" cy="254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C1E406-E8DC-B166-EDFD-C7BFBA4A6FE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84397" y="3359718"/>
                  <a:ext cx="192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4A3E6F5-63EC-2A23-0CD9-4DEE50CFD5E1}"/>
                    </a:ext>
                  </a:extLst>
                </p14:cNvPr>
                <p14:cNvContentPartPr/>
                <p14:nvPr/>
              </p14:nvContentPartPr>
              <p14:xfrm>
                <a:off x="9316957" y="3498678"/>
                <a:ext cx="739080" cy="32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4A3E6F5-63EC-2A23-0CD9-4DEE50CFD5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98957" y="3481038"/>
                  <a:ext cx="774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BC88D7-183C-A2B0-6393-B5E77FA1F243}"/>
                    </a:ext>
                  </a:extLst>
                </p14:cNvPr>
                <p14:cNvContentPartPr/>
                <p14:nvPr/>
              </p14:nvContentPartPr>
              <p14:xfrm>
                <a:off x="9984397" y="3427758"/>
                <a:ext cx="119520" cy="228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BC88D7-183C-A2B0-6393-B5E77FA1F2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66757" y="3410118"/>
                  <a:ext cx="1551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FB324CE-9B61-C378-F820-346D7ADA9700}"/>
              </a:ext>
            </a:extLst>
          </p:cNvPr>
          <p:cNvGrpSpPr/>
          <p:nvPr/>
        </p:nvGrpSpPr>
        <p:grpSpPr>
          <a:xfrm>
            <a:off x="1650397" y="3211758"/>
            <a:ext cx="1775160" cy="330840"/>
            <a:chOff x="1650397" y="3211758"/>
            <a:chExt cx="177516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D1C73C-F82A-1BD4-87FA-1D7F139CEDD1}"/>
                    </a:ext>
                  </a:extLst>
                </p14:cNvPr>
                <p14:cNvContentPartPr/>
                <p14:nvPr/>
              </p14:nvContentPartPr>
              <p14:xfrm>
                <a:off x="1716997" y="3227238"/>
                <a:ext cx="74160" cy="315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D1C73C-F82A-1BD4-87FA-1D7F139CED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698997" y="3209238"/>
                  <a:ext cx="109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E93DF2-98E1-A506-B795-A4BDFB3D19F4}"/>
                    </a:ext>
                  </a:extLst>
                </p14:cNvPr>
                <p14:cNvContentPartPr/>
                <p14:nvPr/>
              </p14:nvContentPartPr>
              <p14:xfrm>
                <a:off x="1650397" y="3331638"/>
                <a:ext cx="172080" cy="60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E93DF2-98E1-A506-B795-A4BDFB3D19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32397" y="3313998"/>
                  <a:ext cx="207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262D01C-5DB0-5364-F1CE-B309A5CF4D0D}"/>
                    </a:ext>
                  </a:extLst>
                </p14:cNvPr>
                <p14:cNvContentPartPr/>
                <p14:nvPr/>
              </p14:nvContentPartPr>
              <p14:xfrm>
                <a:off x="1913557" y="3277278"/>
                <a:ext cx="162360" cy="158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262D01C-5DB0-5364-F1CE-B309A5CF4D0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95557" y="3259638"/>
                  <a:ext cx="198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451B8FF-30C6-08AD-0FC7-9C5BDE2461D6}"/>
                    </a:ext>
                  </a:extLst>
                </p14:cNvPr>
                <p14:cNvContentPartPr/>
                <p14:nvPr/>
              </p14:nvContentPartPr>
              <p14:xfrm>
                <a:off x="2100397" y="3319398"/>
                <a:ext cx="128160" cy="129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451B8FF-30C6-08AD-0FC7-9C5BDE2461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82757" y="3301398"/>
                  <a:ext cx="163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742E65C-8707-F3E2-0DA8-5538747591C5}"/>
                    </a:ext>
                  </a:extLst>
                </p14:cNvPr>
                <p14:cNvContentPartPr/>
                <p14:nvPr/>
              </p14:nvContentPartPr>
              <p14:xfrm>
                <a:off x="2247997" y="3284118"/>
                <a:ext cx="66600" cy="129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742E65C-8707-F3E2-0DA8-5538747591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30357" y="3266478"/>
                  <a:ext cx="102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0E21C4F-B614-A862-52C0-7EA3F8A5F0BD}"/>
                    </a:ext>
                  </a:extLst>
                </p14:cNvPr>
                <p14:cNvContentPartPr/>
                <p14:nvPr/>
              </p14:nvContentPartPr>
              <p14:xfrm>
                <a:off x="2431597" y="3307158"/>
                <a:ext cx="400680" cy="117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0E21C4F-B614-A862-52C0-7EA3F8A5F0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13957" y="3289518"/>
                  <a:ext cx="436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F8C6B7-914E-526F-0790-540768CDFA08}"/>
                    </a:ext>
                  </a:extLst>
                </p14:cNvPr>
                <p14:cNvContentPartPr/>
                <p14:nvPr/>
              </p14:nvContentPartPr>
              <p14:xfrm>
                <a:off x="2800957" y="3216798"/>
                <a:ext cx="39600" cy="48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4F8C6B7-914E-526F-0790-540768CDFA0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82957" y="3198798"/>
                  <a:ext cx="75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BB7E157-22BA-E027-453A-8D07D8397716}"/>
                    </a:ext>
                  </a:extLst>
                </p14:cNvPr>
                <p14:cNvContentPartPr/>
                <p14:nvPr/>
              </p14:nvContentPartPr>
              <p14:xfrm>
                <a:off x="2921197" y="3255318"/>
                <a:ext cx="68400" cy="208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BB7E157-22BA-E027-453A-8D07D83977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03197" y="3237678"/>
                  <a:ext cx="104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CCCE22-FCF0-07E4-0283-3CB5C1F76E76}"/>
                    </a:ext>
                  </a:extLst>
                </p14:cNvPr>
                <p14:cNvContentPartPr/>
                <p14:nvPr/>
              </p14:nvContentPartPr>
              <p14:xfrm>
                <a:off x="3006517" y="3211758"/>
                <a:ext cx="94320" cy="184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CCCE22-FCF0-07E4-0283-3CB5C1F76E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88517" y="3193758"/>
                  <a:ext cx="129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ED507E3-5AAB-6D59-4F11-31207A658821}"/>
                    </a:ext>
                  </a:extLst>
                </p14:cNvPr>
                <p14:cNvContentPartPr/>
                <p14:nvPr/>
              </p14:nvContentPartPr>
              <p14:xfrm>
                <a:off x="3045397" y="3272598"/>
                <a:ext cx="243360" cy="96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ED507E3-5AAB-6D59-4F11-31207A65882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27757" y="3254958"/>
                  <a:ext cx="279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4A2127-B9DA-715A-B17C-B95A51D16437}"/>
                    </a:ext>
                  </a:extLst>
                </p14:cNvPr>
                <p14:cNvContentPartPr/>
                <p14:nvPr/>
              </p14:nvContentPartPr>
              <p14:xfrm>
                <a:off x="3345277" y="3231918"/>
                <a:ext cx="80280" cy="113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4A2127-B9DA-715A-B17C-B95A51D164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27277" y="3213918"/>
                  <a:ext cx="1159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F869CA3-4333-CE68-5ED7-D8DC88651ABB}"/>
              </a:ext>
            </a:extLst>
          </p:cNvPr>
          <p:cNvGrpSpPr/>
          <p:nvPr/>
        </p:nvGrpSpPr>
        <p:grpSpPr>
          <a:xfrm>
            <a:off x="4525357" y="3191238"/>
            <a:ext cx="1640160" cy="642600"/>
            <a:chOff x="4525357" y="3191238"/>
            <a:chExt cx="1640160" cy="64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9D0B63A-9BCD-DB48-CA3F-3FA25C5229F1}"/>
                    </a:ext>
                  </a:extLst>
                </p14:cNvPr>
                <p14:cNvContentPartPr/>
                <p14:nvPr/>
              </p14:nvContentPartPr>
              <p14:xfrm>
                <a:off x="4525357" y="3207798"/>
                <a:ext cx="178560" cy="227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9D0B63A-9BCD-DB48-CA3F-3FA25C5229F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07717" y="3190158"/>
                  <a:ext cx="214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160849-6BA3-88BB-B2E3-4EDC4F38E777}"/>
                    </a:ext>
                  </a:extLst>
                </p14:cNvPr>
                <p14:cNvContentPartPr/>
                <p14:nvPr/>
              </p14:nvContentPartPr>
              <p14:xfrm>
                <a:off x="4759717" y="3293478"/>
                <a:ext cx="109080" cy="156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160849-6BA3-88BB-B2E3-4EDC4F38E7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41717" y="3275838"/>
                  <a:ext cx="144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F4DAFC9-FE1F-EA06-08FB-F4C868A3466B}"/>
                    </a:ext>
                  </a:extLst>
                </p14:cNvPr>
                <p14:cNvContentPartPr/>
                <p14:nvPr/>
              </p14:nvContentPartPr>
              <p14:xfrm>
                <a:off x="4957717" y="3191238"/>
                <a:ext cx="98280" cy="277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F4DAFC9-FE1F-EA06-08FB-F4C868A346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40077" y="3173598"/>
                  <a:ext cx="1339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36991FF-5457-7374-B272-D30B5F1D37D8}"/>
                    </a:ext>
                  </a:extLst>
                </p14:cNvPr>
                <p14:cNvContentPartPr/>
                <p14:nvPr/>
              </p14:nvContentPartPr>
              <p14:xfrm>
                <a:off x="4996237" y="3308238"/>
                <a:ext cx="72000" cy="41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36991FF-5457-7374-B272-D30B5F1D37D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78597" y="3290598"/>
                  <a:ext cx="107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1DEEEA-D54D-E86A-2C22-509D9D93299F}"/>
                    </a:ext>
                  </a:extLst>
                </p14:cNvPr>
                <p14:cNvContentPartPr/>
                <p14:nvPr/>
              </p14:nvContentPartPr>
              <p14:xfrm>
                <a:off x="4887517" y="3209958"/>
                <a:ext cx="47880" cy="218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1DEEEA-D54D-E86A-2C22-509D9D9329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69517" y="3191958"/>
                  <a:ext cx="83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BD7740-7F84-0B6D-8C0A-A0D6131DF0FF}"/>
                    </a:ext>
                  </a:extLst>
                </p14:cNvPr>
                <p14:cNvContentPartPr/>
                <p14:nvPr/>
              </p14:nvContentPartPr>
              <p14:xfrm>
                <a:off x="5130157" y="3289878"/>
                <a:ext cx="137880" cy="130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BD7740-7F84-0B6D-8C0A-A0D6131DF0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12517" y="3272238"/>
                  <a:ext cx="173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77462E5-2C98-AA88-E2F1-15B71F24B961}"/>
                    </a:ext>
                  </a:extLst>
                </p14:cNvPr>
                <p14:cNvContentPartPr/>
                <p14:nvPr/>
              </p14:nvContentPartPr>
              <p14:xfrm>
                <a:off x="5358037" y="3250638"/>
                <a:ext cx="105840" cy="294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77462E5-2C98-AA88-E2F1-15B71F24B96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40397" y="3232998"/>
                  <a:ext cx="1414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B3747D-14A9-9D06-19DA-98E5CFDBBCC7}"/>
                    </a:ext>
                  </a:extLst>
                </p14:cNvPr>
                <p14:cNvContentPartPr/>
                <p14:nvPr/>
              </p14:nvContentPartPr>
              <p14:xfrm>
                <a:off x="5530117" y="3282678"/>
                <a:ext cx="277560" cy="107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B3747D-14A9-9D06-19DA-98E5CFDBBCC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12477" y="3264678"/>
                  <a:ext cx="313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BA7F7C9-4479-27C4-9C5E-46B4B8D86978}"/>
                    </a:ext>
                  </a:extLst>
                </p14:cNvPr>
                <p14:cNvContentPartPr/>
                <p14:nvPr/>
              </p14:nvContentPartPr>
              <p14:xfrm>
                <a:off x="4872757" y="3605598"/>
                <a:ext cx="302040" cy="228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BA7F7C9-4479-27C4-9C5E-46B4B8D8697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55117" y="3587598"/>
                  <a:ext cx="337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9993685-5344-17B3-024F-694153C8F0A3}"/>
                    </a:ext>
                  </a:extLst>
                </p14:cNvPr>
                <p14:cNvContentPartPr/>
                <p14:nvPr/>
              </p14:nvContentPartPr>
              <p14:xfrm>
                <a:off x="5115037" y="3591558"/>
                <a:ext cx="46440" cy="39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9993685-5344-17B3-024F-694153C8F0A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97037" y="3573918"/>
                  <a:ext cx="82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BC35D2D-5CC5-9E17-5747-5480D79699BB}"/>
                    </a:ext>
                  </a:extLst>
                </p14:cNvPr>
                <p14:cNvContentPartPr/>
                <p14:nvPr/>
              </p14:nvContentPartPr>
              <p14:xfrm>
                <a:off x="5257957" y="3640158"/>
                <a:ext cx="160200" cy="96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BC35D2D-5CC5-9E17-5747-5480D79699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39957" y="3622158"/>
                  <a:ext cx="195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13F603C-42C6-B505-EE91-13C5A0A208CB}"/>
                    </a:ext>
                  </a:extLst>
                </p14:cNvPr>
                <p14:cNvContentPartPr/>
                <p14:nvPr/>
              </p14:nvContentPartPr>
              <p14:xfrm>
                <a:off x="5503477" y="3640518"/>
                <a:ext cx="34920" cy="115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13F603C-42C6-B505-EE91-13C5A0A208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85837" y="3622878"/>
                  <a:ext cx="7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B296CBE-BA28-0C46-DEC3-BF310D263611}"/>
                    </a:ext>
                  </a:extLst>
                </p14:cNvPr>
                <p14:cNvContentPartPr/>
                <p14:nvPr/>
              </p14:nvContentPartPr>
              <p14:xfrm>
                <a:off x="5500957" y="3558438"/>
                <a:ext cx="16560" cy="28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B296CBE-BA28-0C46-DEC3-BF310D26361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82957" y="3540798"/>
                  <a:ext cx="52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383DD44-D4C7-7F7A-CDA5-54BCFA0478D2}"/>
                    </a:ext>
                  </a:extLst>
                </p14:cNvPr>
                <p14:cNvContentPartPr/>
                <p14:nvPr/>
              </p14:nvContentPartPr>
              <p14:xfrm>
                <a:off x="5617957" y="3543678"/>
                <a:ext cx="134640" cy="177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383DD44-D4C7-7F7A-CDA5-54BCFA0478D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99957" y="3525678"/>
                  <a:ext cx="170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2E80A2D-3B7F-286F-5CDE-6CA5802BB72B}"/>
                    </a:ext>
                  </a:extLst>
                </p14:cNvPr>
                <p14:cNvContentPartPr/>
                <p14:nvPr/>
              </p14:nvContentPartPr>
              <p14:xfrm>
                <a:off x="5827837" y="3602718"/>
                <a:ext cx="87480" cy="126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2E80A2D-3B7F-286F-5CDE-6CA5802BB72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09837" y="3584718"/>
                  <a:ext cx="123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0655192-DC13-8238-6C61-F2D4319E046C}"/>
                    </a:ext>
                  </a:extLst>
                </p14:cNvPr>
                <p14:cNvContentPartPr/>
                <p14:nvPr/>
              </p14:nvContentPartPr>
              <p14:xfrm>
                <a:off x="6007477" y="3542598"/>
                <a:ext cx="158040" cy="145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0655192-DC13-8238-6C61-F2D4319E046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89837" y="3524958"/>
                  <a:ext cx="19368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3A19617-63A7-9D1B-3704-CE7A47FE1BA2}"/>
              </a:ext>
            </a:extLst>
          </p:cNvPr>
          <p:cNvGrpSpPr/>
          <p:nvPr/>
        </p:nvGrpSpPr>
        <p:grpSpPr>
          <a:xfrm>
            <a:off x="5157517" y="4067838"/>
            <a:ext cx="717120" cy="276120"/>
            <a:chOff x="5157517" y="4067838"/>
            <a:chExt cx="71712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13977AD-3699-F294-F892-1E2522B3F063}"/>
                    </a:ext>
                  </a:extLst>
                </p14:cNvPr>
                <p14:cNvContentPartPr/>
                <p14:nvPr/>
              </p14:nvContentPartPr>
              <p14:xfrm>
                <a:off x="5157517" y="4079718"/>
                <a:ext cx="205920" cy="264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13977AD-3699-F294-F892-1E2522B3F0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139517" y="4061718"/>
                  <a:ext cx="241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D7DA53-2E73-41C3-E081-E5B8A7CB6806}"/>
                    </a:ext>
                  </a:extLst>
                </p14:cNvPr>
                <p14:cNvContentPartPr/>
                <p14:nvPr/>
              </p14:nvContentPartPr>
              <p14:xfrm>
                <a:off x="5362357" y="4111038"/>
                <a:ext cx="134640" cy="150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D7DA53-2E73-41C3-E081-E5B8A7CB68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44357" y="4093038"/>
                  <a:ext cx="170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B71527-A7A6-9D64-9049-6817F5A1B31B}"/>
                    </a:ext>
                  </a:extLst>
                </p14:cNvPr>
                <p14:cNvContentPartPr/>
                <p14:nvPr/>
              </p14:nvContentPartPr>
              <p14:xfrm>
                <a:off x="5610757" y="4067838"/>
                <a:ext cx="57960" cy="203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B71527-A7A6-9D64-9049-6817F5A1B3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92757" y="4050198"/>
                  <a:ext cx="93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D4C41C1-5829-BDD1-22D8-F0DD8E1D560F}"/>
                    </a:ext>
                  </a:extLst>
                </p14:cNvPr>
                <p14:cNvContentPartPr/>
                <p14:nvPr/>
              </p14:nvContentPartPr>
              <p14:xfrm>
                <a:off x="5572597" y="4134798"/>
                <a:ext cx="180360" cy="61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D4C41C1-5829-BDD1-22D8-F0DD8E1D560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54957" y="4117158"/>
                  <a:ext cx="216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5852758-1F58-20DA-9634-8BE6606E3609}"/>
                    </a:ext>
                  </a:extLst>
                </p14:cNvPr>
                <p14:cNvContentPartPr/>
                <p14:nvPr/>
              </p14:nvContentPartPr>
              <p14:xfrm>
                <a:off x="5869957" y="4149918"/>
                <a:ext cx="4680" cy="18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5852758-1F58-20DA-9634-8BE6606E360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52317" y="4132278"/>
                  <a:ext cx="403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DC66351-4A56-FF88-75F3-384EBE3F6E2A}"/>
              </a:ext>
            </a:extLst>
          </p:cNvPr>
          <p:cNvGrpSpPr/>
          <p:nvPr/>
        </p:nvGrpSpPr>
        <p:grpSpPr>
          <a:xfrm>
            <a:off x="8022757" y="3024198"/>
            <a:ext cx="905040" cy="443160"/>
            <a:chOff x="8022757" y="3024198"/>
            <a:chExt cx="90504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1AFD47A-EDC6-41D2-3AC0-972232DC4875}"/>
                    </a:ext>
                  </a:extLst>
                </p14:cNvPr>
                <p14:cNvContentPartPr/>
                <p14:nvPr/>
              </p14:nvContentPartPr>
              <p14:xfrm>
                <a:off x="8022757" y="3024198"/>
                <a:ext cx="58680" cy="443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1AFD47A-EDC6-41D2-3AC0-972232DC487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04757" y="3006198"/>
                  <a:ext cx="943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8B3C3F-C56A-3DB4-6B06-E61FEA32B701}"/>
                    </a:ext>
                  </a:extLst>
                </p14:cNvPr>
                <p14:cNvContentPartPr/>
                <p14:nvPr/>
              </p14:nvContentPartPr>
              <p14:xfrm>
                <a:off x="8077117" y="3056238"/>
                <a:ext cx="163440" cy="300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8B3C3F-C56A-3DB4-6B06-E61FEA32B70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59117" y="3038238"/>
                  <a:ext cx="1990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4ADE6B-D854-C00D-C682-27993063192F}"/>
                    </a:ext>
                  </a:extLst>
                </p14:cNvPr>
                <p14:cNvContentPartPr/>
                <p14:nvPr/>
              </p14:nvContentPartPr>
              <p14:xfrm>
                <a:off x="8042197" y="3216078"/>
                <a:ext cx="232920" cy="88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4ADE6B-D854-C00D-C682-27993063192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24557" y="3198078"/>
                  <a:ext cx="268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7CE643B-44AA-2091-EF2E-BEE6887E7CD9}"/>
                    </a:ext>
                  </a:extLst>
                </p14:cNvPr>
                <p14:cNvContentPartPr/>
                <p14:nvPr/>
              </p14:nvContentPartPr>
              <p14:xfrm>
                <a:off x="8325877" y="3131478"/>
                <a:ext cx="48600" cy="265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7CE643B-44AA-2091-EF2E-BEE6887E7C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08237" y="3113478"/>
                  <a:ext cx="84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631810A-19BC-3E9E-859C-D365C4207F06}"/>
                    </a:ext>
                  </a:extLst>
                </p14:cNvPr>
                <p14:cNvContentPartPr/>
                <p14:nvPr/>
              </p14:nvContentPartPr>
              <p14:xfrm>
                <a:off x="8299957" y="3124278"/>
                <a:ext cx="245880" cy="269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631810A-19BC-3E9E-859C-D365C4207F0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1957" y="3106278"/>
                  <a:ext cx="281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3C30A9-50D1-9B6C-394A-BFE30B159B34}"/>
                    </a:ext>
                  </a:extLst>
                </p14:cNvPr>
                <p14:cNvContentPartPr/>
                <p14:nvPr/>
              </p14:nvContentPartPr>
              <p14:xfrm>
                <a:off x="8672557" y="3116718"/>
                <a:ext cx="255240" cy="216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3C30A9-50D1-9B6C-394A-BFE30B159B3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654917" y="3099078"/>
                  <a:ext cx="29088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7E7986C-E3A1-F30E-410E-C41A9A9DFFC1}"/>
              </a:ext>
            </a:extLst>
          </p:cNvPr>
          <p:cNvGrpSpPr/>
          <p:nvPr/>
        </p:nvGrpSpPr>
        <p:grpSpPr>
          <a:xfrm>
            <a:off x="10331797" y="3015918"/>
            <a:ext cx="1380600" cy="370800"/>
            <a:chOff x="10331797" y="3015918"/>
            <a:chExt cx="138060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65A61CD-5727-8592-C380-53E2399AD7C3}"/>
                    </a:ext>
                  </a:extLst>
                </p14:cNvPr>
                <p14:cNvContentPartPr/>
                <p14:nvPr/>
              </p14:nvContentPartPr>
              <p14:xfrm>
                <a:off x="10331797" y="3015918"/>
                <a:ext cx="56160" cy="370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65A61CD-5727-8592-C380-53E2399AD7C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13797" y="2997918"/>
                  <a:ext cx="91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05A4361-9750-88A4-43A1-801D2276DB72}"/>
                    </a:ext>
                  </a:extLst>
                </p14:cNvPr>
                <p14:cNvContentPartPr/>
                <p14:nvPr/>
              </p14:nvContentPartPr>
              <p14:xfrm>
                <a:off x="10372117" y="3017718"/>
                <a:ext cx="137520" cy="316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05A4361-9750-88A4-43A1-801D2276DB7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54117" y="3000078"/>
                  <a:ext cx="1731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82C112-FA04-E003-A30F-797E71251AF9}"/>
                    </a:ext>
                  </a:extLst>
                </p14:cNvPr>
                <p14:cNvContentPartPr/>
                <p14:nvPr/>
              </p14:nvContentPartPr>
              <p14:xfrm>
                <a:off x="10343317" y="3213918"/>
                <a:ext cx="163440" cy="31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82C112-FA04-E003-A30F-797E71251AF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25317" y="3196278"/>
                  <a:ext cx="199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9BE8524-6B33-857E-22C8-3AA39A42CE88}"/>
                    </a:ext>
                  </a:extLst>
                </p14:cNvPr>
                <p14:cNvContentPartPr/>
                <p14:nvPr/>
              </p14:nvContentPartPr>
              <p14:xfrm>
                <a:off x="10588477" y="3205278"/>
                <a:ext cx="111240" cy="141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9BE8524-6B33-857E-22C8-3AA39A42CE8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570477" y="3187278"/>
                  <a:ext cx="1468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3040DF-48E2-E000-3C8A-EEC5E86B6722}"/>
                    </a:ext>
                  </a:extLst>
                </p14:cNvPr>
                <p14:cNvContentPartPr/>
                <p14:nvPr/>
              </p14:nvContentPartPr>
              <p14:xfrm>
                <a:off x="10842277" y="3044718"/>
                <a:ext cx="364320" cy="265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3040DF-48E2-E000-3C8A-EEC5E86B672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24277" y="3027078"/>
                  <a:ext cx="399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2FD40A7-E28F-4CF1-875A-7A26CEC0B0F6}"/>
                    </a:ext>
                  </a:extLst>
                </p14:cNvPr>
                <p14:cNvContentPartPr/>
                <p14:nvPr/>
              </p14:nvContentPartPr>
              <p14:xfrm>
                <a:off x="11286517" y="3222558"/>
                <a:ext cx="29160" cy="111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2FD40A7-E28F-4CF1-875A-7A26CEC0B0F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68517" y="3204558"/>
                  <a:ext cx="64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EEBA42A-E7D1-F016-EA1C-DD7818A9DC26}"/>
                    </a:ext>
                  </a:extLst>
                </p14:cNvPr>
                <p14:cNvContentPartPr/>
                <p14:nvPr/>
              </p14:nvContentPartPr>
              <p14:xfrm>
                <a:off x="11262757" y="3096198"/>
                <a:ext cx="20520" cy="14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EEBA42A-E7D1-F016-EA1C-DD7818A9DC2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44757" y="3078558"/>
                  <a:ext cx="56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6BABE86-1AFF-4295-7B1B-DDB4160D0489}"/>
                    </a:ext>
                  </a:extLst>
                </p14:cNvPr>
                <p14:cNvContentPartPr/>
                <p14:nvPr/>
              </p14:nvContentPartPr>
              <p14:xfrm>
                <a:off x="11371477" y="3220038"/>
                <a:ext cx="141120" cy="115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6BABE86-1AFF-4295-7B1B-DDB4160D04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353477" y="3202398"/>
                  <a:ext cx="17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FC9FF1D-3020-76E0-2CB6-A6543B8AF5E0}"/>
                    </a:ext>
                  </a:extLst>
                </p14:cNvPr>
                <p14:cNvContentPartPr/>
                <p14:nvPr/>
              </p14:nvContentPartPr>
              <p14:xfrm>
                <a:off x="11569117" y="3207798"/>
                <a:ext cx="143280" cy="13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FC9FF1D-3020-76E0-2CB6-A6543B8AF5E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551477" y="3190158"/>
                  <a:ext cx="17892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3513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8ACC-C294-4279-4A2A-D7AE1B80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sensor?</a:t>
            </a:r>
          </a:p>
        </p:txBody>
      </p:sp>
      <p:pic>
        <p:nvPicPr>
          <p:cNvPr id="6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9C6C4E8A-689B-592C-D351-8C1D5D6D6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10"/>
          <a:stretch/>
        </p:blipFill>
        <p:spPr>
          <a:xfrm>
            <a:off x="1037009" y="584201"/>
            <a:ext cx="9338619" cy="61754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B611-DAD3-84AB-8660-E517F437D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C1BC629-FB88-0C35-A6A1-0E0756092856}"/>
              </a:ext>
            </a:extLst>
          </p:cNvPr>
          <p:cNvGrpSpPr/>
          <p:nvPr/>
        </p:nvGrpSpPr>
        <p:grpSpPr>
          <a:xfrm>
            <a:off x="6112781" y="85592"/>
            <a:ext cx="1416960" cy="378360"/>
            <a:chOff x="6112781" y="85592"/>
            <a:chExt cx="14169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6E4A29-3D11-3A79-403E-ACE4986FE78B}"/>
                    </a:ext>
                  </a:extLst>
                </p14:cNvPr>
                <p14:cNvContentPartPr/>
                <p14:nvPr/>
              </p14:nvContentPartPr>
              <p14:xfrm>
                <a:off x="6122861" y="204752"/>
                <a:ext cx="37080" cy="25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6E4A29-3D11-3A79-403E-ACE4986FE7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05221" y="186752"/>
                  <a:ext cx="72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8C36D8-C279-303B-AA0C-B3B10F955021}"/>
                    </a:ext>
                  </a:extLst>
                </p14:cNvPr>
                <p14:cNvContentPartPr/>
                <p14:nvPr/>
              </p14:nvContentPartPr>
              <p14:xfrm>
                <a:off x="6112781" y="187832"/>
                <a:ext cx="93960" cy="18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8C36D8-C279-303B-AA0C-B3B10F9550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95141" y="170192"/>
                  <a:ext cx="129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5E510C-3A3F-7C2C-C07B-6EB444ECA824}"/>
                    </a:ext>
                  </a:extLst>
                </p14:cNvPr>
                <p14:cNvContentPartPr/>
                <p14:nvPr/>
              </p14:nvContentPartPr>
              <p14:xfrm>
                <a:off x="6261821" y="183152"/>
                <a:ext cx="160200" cy="19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5E510C-3A3F-7C2C-C07B-6EB444ECA8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44181" y="165152"/>
                  <a:ext cx="195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AD62D8-B286-643B-5459-D37FB57C63FB}"/>
                    </a:ext>
                  </a:extLst>
                </p14:cNvPr>
                <p14:cNvContentPartPr/>
                <p14:nvPr/>
              </p14:nvContentPartPr>
              <p14:xfrm>
                <a:off x="6499421" y="214472"/>
                <a:ext cx="108000" cy="20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AD62D8-B286-643B-5459-D37FB57C63F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81421" y="196832"/>
                  <a:ext cx="143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1CA455-72AD-190E-C96A-B3A9B130F7A7}"/>
                    </a:ext>
                  </a:extLst>
                </p14:cNvPr>
                <p14:cNvContentPartPr/>
                <p14:nvPr/>
              </p14:nvContentPartPr>
              <p14:xfrm>
                <a:off x="6710381" y="211952"/>
                <a:ext cx="78120" cy="22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1CA455-72AD-190E-C96A-B3A9B130F7A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92741" y="194312"/>
                  <a:ext cx="113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CF554C-DC81-5631-5525-DBAEE346C048}"/>
                    </a:ext>
                  </a:extLst>
                </p14:cNvPr>
                <p14:cNvContentPartPr/>
                <p14:nvPr/>
              </p14:nvContentPartPr>
              <p14:xfrm>
                <a:off x="6869861" y="121592"/>
                <a:ext cx="71640" cy="27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CF554C-DC81-5631-5525-DBAEE346C0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51861" y="103592"/>
                  <a:ext cx="107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9CF13C-4901-281D-4509-A5148CB75AF5}"/>
                    </a:ext>
                  </a:extLst>
                </p14:cNvPr>
                <p14:cNvContentPartPr/>
                <p14:nvPr/>
              </p14:nvContentPartPr>
              <p14:xfrm>
                <a:off x="7067861" y="236432"/>
                <a:ext cx="96480" cy="15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9CF13C-4901-281D-4509-A5148CB75AF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49861" y="218432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9D1BCF-4E74-FA26-E850-66D1AFF95A7E}"/>
                    </a:ext>
                  </a:extLst>
                </p14:cNvPr>
                <p14:cNvContentPartPr/>
                <p14:nvPr/>
              </p14:nvContentPartPr>
              <p14:xfrm>
                <a:off x="7245341" y="85592"/>
                <a:ext cx="284400" cy="307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9D1BCF-4E74-FA26-E850-66D1AFF95A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27341" y="67592"/>
                  <a:ext cx="32004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6606E4C-E490-C306-B51F-5A25FA55E710}"/>
              </a:ext>
            </a:extLst>
          </p:cNvPr>
          <p:cNvGrpSpPr/>
          <p:nvPr/>
        </p:nvGrpSpPr>
        <p:grpSpPr>
          <a:xfrm>
            <a:off x="7747541" y="113672"/>
            <a:ext cx="2088720" cy="691200"/>
            <a:chOff x="7747541" y="113672"/>
            <a:chExt cx="2088720" cy="69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11888A-9C37-505D-E546-9BC720EFA4BA}"/>
                    </a:ext>
                  </a:extLst>
                </p14:cNvPr>
                <p14:cNvContentPartPr/>
                <p14:nvPr/>
              </p14:nvContentPartPr>
              <p14:xfrm>
                <a:off x="7747541" y="271352"/>
                <a:ext cx="376200" cy="4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11888A-9C37-505D-E546-9BC720EFA4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29541" y="253712"/>
                  <a:ext cx="411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DAEF59-F209-E970-60A3-BCD678C95A4C}"/>
                    </a:ext>
                  </a:extLst>
                </p14:cNvPr>
                <p14:cNvContentPartPr/>
                <p14:nvPr/>
              </p14:nvContentPartPr>
              <p14:xfrm>
                <a:off x="7994141" y="181352"/>
                <a:ext cx="17496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DAEF59-F209-E970-60A3-BCD678C95A4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76501" y="163712"/>
                  <a:ext cx="21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6D86DD-E24C-0DE1-0583-AB1DB2397178}"/>
                    </a:ext>
                  </a:extLst>
                </p14:cNvPr>
                <p14:cNvContentPartPr/>
                <p14:nvPr/>
              </p14:nvContentPartPr>
              <p14:xfrm>
                <a:off x="8319581" y="267392"/>
                <a:ext cx="178560" cy="14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6D86DD-E24C-0DE1-0583-AB1DB239717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01581" y="249752"/>
                  <a:ext cx="214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F62F63-DF40-6A39-5B87-3F1D601B8F6B}"/>
                    </a:ext>
                  </a:extLst>
                </p14:cNvPr>
                <p14:cNvContentPartPr/>
                <p14:nvPr/>
              </p14:nvContentPartPr>
              <p14:xfrm>
                <a:off x="8542061" y="174512"/>
                <a:ext cx="59760" cy="29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F62F63-DF40-6A39-5B87-3F1D601B8F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24061" y="156872"/>
                  <a:ext cx="95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0629D2-19C7-25B3-5965-9F6462189FAD}"/>
                    </a:ext>
                  </a:extLst>
                </p14:cNvPr>
                <p14:cNvContentPartPr/>
                <p14:nvPr/>
              </p14:nvContentPartPr>
              <p14:xfrm>
                <a:off x="8740421" y="314912"/>
                <a:ext cx="70560" cy="126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0629D2-19C7-25B3-5965-9F6462189FA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22781" y="297272"/>
                  <a:ext cx="106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87B399-E819-B80C-C6A7-8F328E1B4AFC}"/>
                    </a:ext>
                  </a:extLst>
                </p14:cNvPr>
                <p14:cNvContentPartPr/>
                <p14:nvPr/>
              </p14:nvContentPartPr>
              <p14:xfrm>
                <a:off x="8938421" y="275312"/>
                <a:ext cx="8964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87B399-E819-B80C-C6A7-8F328E1B4AF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20421" y="257672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04DE85-0AC8-D4BC-51F8-74556BC7E710}"/>
                    </a:ext>
                  </a:extLst>
                </p14:cNvPr>
                <p14:cNvContentPartPr/>
                <p14:nvPr/>
              </p14:nvContentPartPr>
              <p14:xfrm>
                <a:off x="9068021" y="156872"/>
                <a:ext cx="55440" cy="221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04DE85-0AC8-D4BC-51F8-74556BC7E7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50021" y="139232"/>
                  <a:ext cx="91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6C0CFB-32EF-89AB-3798-AAFDBFE76E08}"/>
                    </a:ext>
                  </a:extLst>
                </p14:cNvPr>
                <p14:cNvContentPartPr/>
                <p14:nvPr/>
              </p14:nvContentPartPr>
              <p14:xfrm>
                <a:off x="9057221" y="287552"/>
                <a:ext cx="11160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6C0CFB-32EF-89AB-3798-AAFDBFE76E0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39221" y="269912"/>
                  <a:ext cx="147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D93A3E-1A66-EB9E-75BA-3BD2548DF799}"/>
                    </a:ext>
                  </a:extLst>
                </p14:cNvPr>
                <p14:cNvContentPartPr/>
                <p14:nvPr/>
              </p14:nvContentPartPr>
              <p14:xfrm>
                <a:off x="9188621" y="268832"/>
                <a:ext cx="81720" cy="124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D93A3E-1A66-EB9E-75BA-3BD2548DF79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70981" y="251192"/>
                  <a:ext cx="117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060C2F-AC8C-D1DB-DE86-325942E9E659}"/>
                    </a:ext>
                  </a:extLst>
                </p14:cNvPr>
                <p14:cNvContentPartPr/>
                <p14:nvPr/>
              </p14:nvContentPartPr>
              <p14:xfrm>
                <a:off x="9359981" y="113672"/>
                <a:ext cx="27720" cy="220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060C2F-AC8C-D1DB-DE86-325942E9E65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42341" y="95672"/>
                  <a:ext cx="63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DFB45B-D0B1-060C-3EB2-61A901562775}"/>
                    </a:ext>
                  </a:extLst>
                </p14:cNvPr>
                <p14:cNvContentPartPr/>
                <p14:nvPr/>
              </p14:nvContentPartPr>
              <p14:xfrm>
                <a:off x="9490661" y="206552"/>
                <a:ext cx="94680" cy="12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DFB45B-D0B1-060C-3EB2-61A90156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72661" y="188552"/>
                  <a:ext cx="13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ACAAE3-E139-ADAC-51CC-2C8B419D52B5}"/>
                    </a:ext>
                  </a:extLst>
                </p14:cNvPr>
                <p14:cNvContentPartPr/>
                <p14:nvPr/>
              </p14:nvContentPartPr>
              <p14:xfrm>
                <a:off x="9618821" y="121592"/>
                <a:ext cx="217440" cy="28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ACAAE3-E139-ADAC-51CC-2C8B419D52B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00821" y="103592"/>
                  <a:ext cx="2530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210412-1E4E-CC88-336C-588DB60C543F}"/>
                    </a:ext>
                  </a:extLst>
                </p14:cNvPr>
                <p14:cNvContentPartPr/>
                <p14:nvPr/>
              </p14:nvContentPartPr>
              <p14:xfrm>
                <a:off x="8718821" y="569072"/>
                <a:ext cx="117360" cy="190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210412-1E4E-CC88-336C-588DB60C54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01181" y="551432"/>
                  <a:ext cx="153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CB50FA-2A4E-BCD3-422F-36A2EDF6027D}"/>
                    </a:ext>
                  </a:extLst>
                </p14:cNvPr>
                <p14:cNvContentPartPr/>
                <p14:nvPr/>
              </p14:nvContentPartPr>
              <p14:xfrm>
                <a:off x="8880461" y="529112"/>
                <a:ext cx="6012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CB50FA-2A4E-BCD3-422F-36A2EDF6027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62461" y="511112"/>
                  <a:ext cx="95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BB752B-1CAA-68EE-AAAD-9410C9BDB63B}"/>
                    </a:ext>
                  </a:extLst>
                </p14:cNvPr>
                <p14:cNvContentPartPr/>
                <p14:nvPr/>
              </p14:nvContentPartPr>
              <p14:xfrm>
                <a:off x="8997461" y="594272"/>
                <a:ext cx="145080" cy="206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BB752B-1CAA-68EE-AAAD-9410C9BDB63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79461" y="576632"/>
                  <a:ext cx="180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F4AAADE-B7B4-F8E8-BEC1-B32FCEF45EFB}"/>
                    </a:ext>
                  </a:extLst>
                </p14:cNvPr>
                <p14:cNvContentPartPr/>
                <p14:nvPr/>
              </p14:nvContentPartPr>
              <p14:xfrm>
                <a:off x="9127421" y="603272"/>
                <a:ext cx="238320" cy="13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F4AAADE-B7B4-F8E8-BEC1-B32FCEF45E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09781" y="585632"/>
                  <a:ext cx="273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EDE6EF-89AE-E587-994D-35A92BFCB932}"/>
                    </a:ext>
                  </a:extLst>
                </p14:cNvPr>
                <p14:cNvContentPartPr/>
                <p14:nvPr/>
              </p14:nvContentPartPr>
              <p14:xfrm>
                <a:off x="9363941" y="465752"/>
                <a:ext cx="309240" cy="33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EDE6EF-89AE-E587-994D-35A92BFCB9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46301" y="447752"/>
                  <a:ext cx="34488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9FDAA0-578F-9C81-3851-C94CC3496350}"/>
              </a:ext>
            </a:extLst>
          </p:cNvPr>
          <p:cNvGrpSpPr/>
          <p:nvPr/>
        </p:nvGrpSpPr>
        <p:grpSpPr>
          <a:xfrm>
            <a:off x="6225101" y="1155872"/>
            <a:ext cx="1764000" cy="1484280"/>
            <a:chOff x="6225101" y="1155872"/>
            <a:chExt cx="1764000" cy="14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6CB4FB-91D4-F49C-097E-7B3D5D14F3E6}"/>
                    </a:ext>
                  </a:extLst>
                </p14:cNvPr>
                <p14:cNvContentPartPr/>
                <p14:nvPr/>
              </p14:nvContentPartPr>
              <p14:xfrm>
                <a:off x="6325901" y="1285112"/>
                <a:ext cx="56880" cy="111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6CB4FB-91D4-F49C-097E-7B3D5D14F3E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8261" y="1267472"/>
                  <a:ext cx="9252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3869CC-3FC5-18DC-216C-F04D17753190}"/>
                    </a:ext>
                  </a:extLst>
                </p14:cNvPr>
                <p14:cNvContentPartPr/>
                <p14:nvPr/>
              </p14:nvContentPartPr>
              <p14:xfrm>
                <a:off x="6225101" y="1287272"/>
                <a:ext cx="206280" cy="18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3869CC-3FC5-18DC-216C-F04D1775319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207461" y="1269632"/>
                  <a:ext cx="241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FDF053-60D1-59BD-8294-31024CEA48EE}"/>
                    </a:ext>
                  </a:extLst>
                </p14:cNvPr>
                <p14:cNvContentPartPr/>
                <p14:nvPr/>
              </p14:nvContentPartPr>
              <p14:xfrm>
                <a:off x="6335981" y="2320832"/>
                <a:ext cx="1653120" cy="296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FDF053-60D1-59BD-8294-31024CEA48E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17981" y="2302832"/>
                  <a:ext cx="1688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1CBE27-35B3-1BBD-4D7B-E16ECB35705F}"/>
                    </a:ext>
                  </a:extLst>
                </p14:cNvPr>
                <p14:cNvContentPartPr/>
                <p14:nvPr/>
              </p14:nvContentPartPr>
              <p14:xfrm>
                <a:off x="7832861" y="2423792"/>
                <a:ext cx="118800" cy="21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1CBE27-35B3-1BBD-4D7B-E16ECB35705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15221" y="2405792"/>
                  <a:ext cx="154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7A283D-DD43-6CCC-B841-4D0AADB09FC9}"/>
                    </a:ext>
                  </a:extLst>
                </p14:cNvPr>
                <p14:cNvContentPartPr/>
                <p14:nvPr/>
              </p14:nvContentPartPr>
              <p14:xfrm>
                <a:off x="6301061" y="1560872"/>
                <a:ext cx="1637640" cy="75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F7A283D-DD43-6CCC-B841-4D0AADB09FC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83421" y="1542872"/>
                  <a:ext cx="167328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9F0DAF-3B75-FC18-C33E-347D81F87F32}"/>
                    </a:ext>
                  </a:extLst>
                </p14:cNvPr>
                <p14:cNvContentPartPr/>
                <p14:nvPr/>
              </p14:nvContentPartPr>
              <p14:xfrm>
                <a:off x="6480341" y="2221112"/>
                <a:ext cx="12240" cy="3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9F0DAF-3B75-FC18-C33E-347D81F87F3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62341" y="2203112"/>
                  <a:ext cx="47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46AF8F0-334B-CF39-672C-2AAD1A4B0BAC}"/>
                    </a:ext>
                  </a:extLst>
                </p14:cNvPr>
                <p14:cNvContentPartPr/>
                <p14:nvPr/>
              </p14:nvContentPartPr>
              <p14:xfrm>
                <a:off x="6559901" y="2145872"/>
                <a:ext cx="71280" cy="6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46AF8F0-334B-CF39-672C-2AAD1A4B0BA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42261" y="2127872"/>
                  <a:ext cx="106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0CCFDA-5E1F-04B0-AAF3-F258078962CA}"/>
                    </a:ext>
                  </a:extLst>
                </p14:cNvPr>
                <p14:cNvContentPartPr/>
                <p14:nvPr/>
              </p14:nvContentPartPr>
              <p14:xfrm>
                <a:off x="6708941" y="2160992"/>
                <a:ext cx="5400" cy="1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0CCFDA-5E1F-04B0-AAF3-F258078962C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91301" y="2142992"/>
                  <a:ext cx="41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2BAFEA-BA49-48AE-8D78-FC1D6A4F0745}"/>
                    </a:ext>
                  </a:extLst>
                </p14:cNvPr>
                <p14:cNvContentPartPr/>
                <p14:nvPr/>
              </p14:nvContentPartPr>
              <p14:xfrm>
                <a:off x="6816941" y="2080712"/>
                <a:ext cx="63720" cy="3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2BAFEA-BA49-48AE-8D78-FC1D6A4F074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99301" y="2063072"/>
                  <a:ext cx="99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6AA44A-907E-7E55-16D4-78BA92C8A96D}"/>
                    </a:ext>
                  </a:extLst>
                </p14:cNvPr>
                <p14:cNvContentPartPr/>
                <p14:nvPr/>
              </p14:nvContentPartPr>
              <p14:xfrm>
                <a:off x="6941141" y="2053352"/>
                <a:ext cx="18360" cy="1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6AA44A-907E-7E55-16D4-78BA92C8A96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23141" y="2035712"/>
                  <a:ext cx="54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717E0E-428D-220D-EB7F-1D843553A599}"/>
                    </a:ext>
                  </a:extLst>
                </p14:cNvPr>
                <p14:cNvContentPartPr/>
                <p14:nvPr/>
              </p14:nvContentPartPr>
              <p14:xfrm>
                <a:off x="6981461" y="1921592"/>
                <a:ext cx="8820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717E0E-428D-220D-EB7F-1D843553A59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3821" y="1903592"/>
                  <a:ext cx="123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6659C3-C9C4-F3F5-B734-9CFCAA6A4A94}"/>
                    </a:ext>
                  </a:extLst>
                </p14:cNvPr>
                <p14:cNvContentPartPr/>
                <p14:nvPr/>
              </p14:nvContentPartPr>
              <p14:xfrm>
                <a:off x="7098821" y="1705952"/>
                <a:ext cx="102960" cy="18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6659C3-C9C4-F3F5-B734-9CFCAA6A4A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81181" y="1688312"/>
                  <a:ext cx="138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6FD593B-D281-241A-6648-87D0628167B2}"/>
                    </a:ext>
                  </a:extLst>
                </p14:cNvPr>
                <p14:cNvContentPartPr/>
                <p14:nvPr/>
              </p14:nvContentPartPr>
              <p14:xfrm>
                <a:off x="7231301" y="1611272"/>
                <a:ext cx="53280" cy="67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6FD593B-D281-241A-6648-87D0628167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13661" y="1593272"/>
                  <a:ext cx="88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388D3E-96CC-BF22-69BF-9E38790D34A8}"/>
                    </a:ext>
                  </a:extLst>
                </p14:cNvPr>
                <p14:cNvContentPartPr/>
                <p14:nvPr/>
              </p14:nvContentPartPr>
              <p14:xfrm>
                <a:off x="6558101" y="1155872"/>
                <a:ext cx="534240" cy="44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388D3E-96CC-BF22-69BF-9E38790D34A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40461" y="1137872"/>
                  <a:ext cx="56988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83F9A96-05AD-0F9D-D6C6-A47638D2D401}"/>
                  </a:ext>
                </a:extLst>
              </p14:cNvPr>
              <p14:cNvContentPartPr/>
              <p14:nvPr/>
            </p14:nvContentPartPr>
            <p14:xfrm>
              <a:off x="8274941" y="1646552"/>
              <a:ext cx="1474560" cy="714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83F9A96-05AD-0F9D-D6C6-A47638D2D40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256941" y="1628552"/>
                <a:ext cx="1510200" cy="75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6D844E90-70F1-B189-0E41-D438EC05B9B1}"/>
              </a:ext>
            </a:extLst>
          </p:cNvPr>
          <p:cNvGrpSpPr/>
          <p:nvPr/>
        </p:nvGrpSpPr>
        <p:grpSpPr>
          <a:xfrm>
            <a:off x="7545221" y="963632"/>
            <a:ext cx="1023480" cy="392400"/>
            <a:chOff x="7545221" y="963632"/>
            <a:chExt cx="102348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1500BC-FD79-75D5-8CFF-1CD4C169CE74}"/>
                    </a:ext>
                  </a:extLst>
                </p14:cNvPr>
                <p14:cNvContentPartPr/>
                <p14:nvPr/>
              </p14:nvContentPartPr>
              <p14:xfrm>
                <a:off x="7800821" y="1125992"/>
                <a:ext cx="2160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500BC-FD79-75D5-8CFF-1CD4C169CE7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83181" y="1108352"/>
                  <a:ext cx="57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C77FB4-4DB3-01B0-C8AC-49B6D388727B}"/>
                    </a:ext>
                  </a:extLst>
                </p14:cNvPr>
                <p14:cNvContentPartPr/>
                <p14:nvPr/>
              </p14:nvContentPartPr>
              <p14:xfrm>
                <a:off x="7815581" y="1088192"/>
                <a:ext cx="166320" cy="209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C77FB4-4DB3-01B0-C8AC-49B6D38872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97581" y="1070192"/>
                  <a:ext cx="201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739DAA-F82D-3EF3-038E-19596DE5930C}"/>
                    </a:ext>
                  </a:extLst>
                </p14:cNvPr>
                <p14:cNvContentPartPr/>
                <p14:nvPr/>
              </p14:nvContentPartPr>
              <p14:xfrm>
                <a:off x="7810181" y="1192592"/>
                <a:ext cx="104760" cy="80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739DAA-F82D-3EF3-038E-19596DE5930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92541" y="1174592"/>
                  <a:ext cx="140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2050351-A188-018A-5F85-0111C0EB21B6}"/>
                    </a:ext>
                  </a:extLst>
                </p14:cNvPr>
                <p14:cNvContentPartPr/>
                <p14:nvPr/>
              </p14:nvContentPartPr>
              <p14:xfrm>
                <a:off x="7949141" y="1076672"/>
                <a:ext cx="113760" cy="173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2050351-A188-018A-5F85-0111C0EB21B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31141" y="1058672"/>
                  <a:ext cx="149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18CB09-8B3B-D8E8-218C-5983521FA3B1}"/>
                    </a:ext>
                  </a:extLst>
                </p14:cNvPr>
                <p14:cNvContentPartPr/>
                <p14:nvPr/>
              </p14:nvContentPartPr>
              <p14:xfrm>
                <a:off x="7948061" y="1037792"/>
                <a:ext cx="165600" cy="19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18CB09-8B3B-D8E8-218C-5983521FA3B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30421" y="1020152"/>
                  <a:ext cx="20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30718A-202B-BEE1-273D-603BE1602FE3}"/>
                    </a:ext>
                  </a:extLst>
                </p14:cNvPr>
                <p14:cNvContentPartPr/>
                <p14:nvPr/>
              </p14:nvContentPartPr>
              <p14:xfrm>
                <a:off x="8170901" y="963632"/>
                <a:ext cx="182520" cy="125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30718A-202B-BEE1-273D-603BE1602FE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52901" y="945992"/>
                  <a:ext cx="21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C96511-2462-0B69-45B5-DE577C06EFE3}"/>
                    </a:ext>
                  </a:extLst>
                </p14:cNvPr>
                <p14:cNvContentPartPr/>
                <p14:nvPr/>
              </p14:nvContentPartPr>
              <p14:xfrm>
                <a:off x="7545221" y="1244072"/>
                <a:ext cx="194400" cy="1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C96511-2462-0B69-45B5-DE577C06EFE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27221" y="1226432"/>
                  <a:ext cx="230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202DC9-CE23-67EB-AFBE-B1D8910B795C}"/>
                    </a:ext>
                  </a:extLst>
                </p14:cNvPr>
                <p14:cNvContentPartPr/>
                <p14:nvPr/>
              </p14:nvContentPartPr>
              <p14:xfrm>
                <a:off x="7622261" y="1179632"/>
                <a:ext cx="115200" cy="11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202DC9-CE23-67EB-AFBE-B1D8910B795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04621" y="1161632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2A5154-E02B-27AF-6C73-7709D3BFD45F}"/>
                    </a:ext>
                  </a:extLst>
                </p14:cNvPr>
                <p14:cNvContentPartPr/>
                <p14:nvPr/>
              </p14:nvContentPartPr>
              <p14:xfrm>
                <a:off x="8338301" y="1179632"/>
                <a:ext cx="219600" cy="45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F2A5154-E02B-27AF-6C73-7709D3BFD45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20301" y="1161992"/>
                  <a:ext cx="255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85B0E5-0EFF-E897-C853-91A2DD41B302}"/>
                    </a:ext>
                  </a:extLst>
                </p14:cNvPr>
                <p14:cNvContentPartPr/>
                <p14:nvPr/>
              </p14:nvContentPartPr>
              <p14:xfrm>
                <a:off x="8504261" y="1134632"/>
                <a:ext cx="64440" cy="97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85B0E5-0EFF-E897-C853-91A2DD41B30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86261" y="1116992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4E7CE48-3106-0492-0FA1-EB7E9A8DD612}"/>
                  </a:ext>
                </a:extLst>
              </p14:cNvPr>
              <p14:cNvContentPartPr/>
              <p14:nvPr/>
            </p14:nvContentPartPr>
            <p14:xfrm>
              <a:off x="9267821" y="5009312"/>
              <a:ext cx="90000" cy="60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4E7CE48-3106-0492-0FA1-EB7E9A8DD61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249821" y="4991672"/>
                <a:ext cx="1256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3CA9E3D-C8F0-7ABE-68B7-DC581743230D}"/>
                  </a:ext>
                </a:extLst>
              </p14:cNvPr>
              <p14:cNvContentPartPr/>
              <p14:nvPr/>
            </p14:nvContentPartPr>
            <p14:xfrm>
              <a:off x="8921501" y="5246552"/>
              <a:ext cx="59400" cy="46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3CA9E3D-C8F0-7ABE-68B7-DC581743230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903501" y="5228552"/>
                <a:ext cx="9504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3934ACED-B7CB-7100-ED1C-2B3134247A7E}"/>
              </a:ext>
            </a:extLst>
          </p:cNvPr>
          <p:cNvGrpSpPr/>
          <p:nvPr/>
        </p:nvGrpSpPr>
        <p:grpSpPr>
          <a:xfrm>
            <a:off x="8924381" y="5447792"/>
            <a:ext cx="417600" cy="250200"/>
            <a:chOff x="8924381" y="5447792"/>
            <a:chExt cx="4176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BBF657-0705-88CB-922B-DAF82BE67E85}"/>
                    </a:ext>
                  </a:extLst>
                </p14:cNvPr>
                <p14:cNvContentPartPr/>
                <p14:nvPr/>
              </p14:nvContentPartPr>
              <p14:xfrm>
                <a:off x="8924381" y="5447792"/>
                <a:ext cx="83520" cy="71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BBF657-0705-88CB-922B-DAF82BE67E8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6381" y="5429792"/>
                  <a:ext cx="119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648111-B752-3A3E-D279-A2E5F87AD98A}"/>
                    </a:ext>
                  </a:extLst>
                </p14:cNvPr>
                <p14:cNvContentPartPr/>
                <p14:nvPr/>
              </p14:nvContentPartPr>
              <p14:xfrm>
                <a:off x="9198341" y="5582072"/>
                <a:ext cx="143640" cy="11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648111-B752-3A3E-D279-A2E5F87AD98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80701" y="5564072"/>
                  <a:ext cx="17928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A29C6FE-7B2F-4AAE-EEB1-AEFE3A30E7BD}"/>
                  </a:ext>
                </a:extLst>
              </p14:cNvPr>
              <p14:cNvContentPartPr/>
              <p14:nvPr/>
            </p14:nvContentPartPr>
            <p14:xfrm>
              <a:off x="9435221" y="5908952"/>
              <a:ext cx="86760" cy="70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A29C6FE-7B2F-4AAE-EEB1-AEFE3A30E7B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417581" y="5890952"/>
                <a:ext cx="12240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0488F1ED-0211-F8E1-13F7-3F583EA05724}"/>
              </a:ext>
            </a:extLst>
          </p:cNvPr>
          <p:cNvGrpSpPr/>
          <p:nvPr/>
        </p:nvGrpSpPr>
        <p:grpSpPr>
          <a:xfrm>
            <a:off x="7922861" y="4121552"/>
            <a:ext cx="1808280" cy="785880"/>
            <a:chOff x="7922861" y="4121552"/>
            <a:chExt cx="1808280" cy="78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356568-B4B8-D458-338E-451B37B2FF06}"/>
                    </a:ext>
                  </a:extLst>
                </p14:cNvPr>
                <p14:cNvContentPartPr/>
                <p14:nvPr/>
              </p14:nvContentPartPr>
              <p14:xfrm>
                <a:off x="8009261" y="4215512"/>
                <a:ext cx="16920" cy="65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356568-B4B8-D458-338E-451B37B2FF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991261" y="4197872"/>
                  <a:ext cx="525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D3BBF4-285D-7ECA-B883-306D0128E122}"/>
                    </a:ext>
                  </a:extLst>
                </p14:cNvPr>
                <p14:cNvContentPartPr/>
                <p14:nvPr/>
              </p14:nvContentPartPr>
              <p14:xfrm>
                <a:off x="7999901" y="4121552"/>
                <a:ext cx="1693440" cy="180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D3BBF4-285D-7ECA-B883-306D0128E12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82261" y="4103912"/>
                  <a:ext cx="1729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DCB3C8-02A2-6DA3-97C2-E4003BDCF7FC}"/>
                    </a:ext>
                  </a:extLst>
                </p14:cNvPr>
                <p14:cNvContentPartPr/>
                <p14:nvPr/>
              </p14:nvContentPartPr>
              <p14:xfrm>
                <a:off x="9641501" y="4273112"/>
                <a:ext cx="89640" cy="634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DCB3C8-02A2-6DA3-97C2-E4003BDCF7F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23501" y="4255112"/>
                  <a:ext cx="12528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990C78-6D14-2C20-9D24-64E6B09C6FF8}"/>
                    </a:ext>
                  </a:extLst>
                </p14:cNvPr>
                <p14:cNvContentPartPr/>
                <p14:nvPr/>
              </p14:nvContentPartPr>
              <p14:xfrm>
                <a:off x="7922861" y="4747952"/>
                <a:ext cx="1803960" cy="11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990C78-6D14-2C20-9D24-64E6B09C6F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04861" y="4730312"/>
                  <a:ext cx="183960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18B7E6-E0D6-9354-42AB-A8E1B470D17C}"/>
                  </a:ext>
                </a:extLst>
              </p14:cNvPr>
              <p14:cNvContentPartPr/>
              <p14:nvPr/>
            </p14:nvContentPartPr>
            <p14:xfrm>
              <a:off x="6093701" y="506792"/>
              <a:ext cx="1555560" cy="17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18B7E6-E0D6-9354-42AB-A8E1B470D17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075701" y="488792"/>
                <a:ext cx="1591200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11E451C-5D43-2F4E-AD6A-6B900050DB9C}"/>
              </a:ext>
            </a:extLst>
          </p:cNvPr>
          <p:cNvGrpSpPr/>
          <p:nvPr/>
        </p:nvGrpSpPr>
        <p:grpSpPr>
          <a:xfrm>
            <a:off x="10221461" y="1269632"/>
            <a:ext cx="1026720" cy="409320"/>
            <a:chOff x="10221461" y="1269632"/>
            <a:chExt cx="10267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26DA28-6910-DD7B-3432-CD6DF6B1A809}"/>
                    </a:ext>
                  </a:extLst>
                </p14:cNvPr>
                <p14:cNvContentPartPr/>
                <p14:nvPr/>
              </p14:nvContentPartPr>
              <p14:xfrm>
                <a:off x="10221461" y="1269632"/>
                <a:ext cx="363240" cy="7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26DA28-6910-DD7B-3432-CD6DF6B1A80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03821" y="1251992"/>
                  <a:ext cx="398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77DD3F-81EC-7676-8100-CFDC1B602E95}"/>
                    </a:ext>
                  </a:extLst>
                </p14:cNvPr>
                <p14:cNvContentPartPr/>
                <p14:nvPr/>
              </p14:nvContentPartPr>
              <p14:xfrm>
                <a:off x="10338461" y="1319312"/>
                <a:ext cx="103320" cy="29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77DD3F-81EC-7676-8100-CFDC1B602E9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320461" y="1301672"/>
                  <a:ext cx="1389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6C98B8-5A69-E2BA-5FCA-0A946FFA758D}"/>
                    </a:ext>
                  </a:extLst>
                </p14:cNvPr>
                <p14:cNvContentPartPr/>
                <p14:nvPr/>
              </p14:nvContentPartPr>
              <p14:xfrm>
                <a:off x="10479581" y="1436672"/>
                <a:ext cx="552600" cy="17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6C98B8-5A69-E2BA-5FCA-0A946FFA758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461581" y="1419032"/>
                  <a:ext cx="588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040D444-A47C-ACED-407A-9AAE579EA8E9}"/>
                    </a:ext>
                  </a:extLst>
                </p14:cNvPr>
                <p14:cNvContentPartPr/>
                <p14:nvPr/>
              </p14:nvContentPartPr>
              <p14:xfrm>
                <a:off x="11073581" y="1477352"/>
                <a:ext cx="94320" cy="20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040D444-A47C-ACED-407A-9AAE579EA8E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055941" y="1459352"/>
                  <a:ext cx="129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3E2403-C29F-85E5-D355-8B30A89270DB}"/>
                    </a:ext>
                  </a:extLst>
                </p14:cNvPr>
                <p14:cNvContentPartPr/>
                <p14:nvPr/>
              </p14:nvContentPartPr>
              <p14:xfrm>
                <a:off x="11108861" y="1430192"/>
                <a:ext cx="139320" cy="14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3E2403-C29F-85E5-D355-8B30A89270D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090861" y="1412192"/>
                  <a:ext cx="1749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657881-5ABB-B0CA-2738-708E571A8853}"/>
              </a:ext>
            </a:extLst>
          </p:cNvPr>
          <p:cNvGrpSpPr/>
          <p:nvPr/>
        </p:nvGrpSpPr>
        <p:grpSpPr>
          <a:xfrm>
            <a:off x="10686221" y="1866872"/>
            <a:ext cx="986760" cy="428400"/>
            <a:chOff x="10686221" y="1866872"/>
            <a:chExt cx="98676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C8CB9C-18FC-90EB-1416-9888FD27D8E4}"/>
                    </a:ext>
                  </a:extLst>
                </p14:cNvPr>
                <p14:cNvContentPartPr/>
                <p14:nvPr/>
              </p14:nvContentPartPr>
              <p14:xfrm>
                <a:off x="10686221" y="2013752"/>
                <a:ext cx="244080" cy="177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C8CB9C-18FC-90EB-1416-9888FD27D8E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668221" y="1996112"/>
                  <a:ext cx="279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1449FCE-0FE3-0FE9-08DC-3F4867804287}"/>
                    </a:ext>
                  </a:extLst>
                </p14:cNvPr>
                <p14:cNvContentPartPr/>
                <p14:nvPr/>
              </p14:nvContentPartPr>
              <p14:xfrm>
                <a:off x="11046221" y="2000792"/>
                <a:ext cx="213840" cy="137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1449FCE-0FE3-0FE9-08DC-3F486780428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028221" y="1982792"/>
                  <a:ext cx="249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79A5F25-9EDB-7D73-207D-0695BA48BBF7}"/>
                    </a:ext>
                  </a:extLst>
                </p14:cNvPr>
                <p14:cNvContentPartPr/>
                <p14:nvPr/>
              </p14:nvContentPartPr>
              <p14:xfrm>
                <a:off x="11175101" y="2049032"/>
                <a:ext cx="24120" cy="246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79A5F25-9EDB-7D73-207D-0695BA48BBF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157101" y="2031032"/>
                  <a:ext cx="59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827B41-13DD-3844-025A-1DC0769CA49F}"/>
                    </a:ext>
                  </a:extLst>
                </p14:cNvPr>
                <p14:cNvContentPartPr/>
                <p14:nvPr/>
              </p14:nvContentPartPr>
              <p14:xfrm>
                <a:off x="11297501" y="1866872"/>
                <a:ext cx="149040" cy="18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827B41-13DD-3844-025A-1DC0769CA49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279501" y="1848872"/>
                  <a:ext cx="184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2D20892-7AFD-161E-8AE9-E090167830AC}"/>
                    </a:ext>
                  </a:extLst>
                </p14:cNvPr>
                <p14:cNvContentPartPr/>
                <p14:nvPr/>
              </p14:nvContentPartPr>
              <p14:xfrm>
                <a:off x="11481101" y="2090432"/>
                <a:ext cx="191880" cy="19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2D20892-7AFD-161E-8AE9-E090167830A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463101" y="2072792"/>
                  <a:ext cx="22752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FC9532D-BC11-6FCF-652B-51C8E133F27E}"/>
              </a:ext>
            </a:extLst>
          </p:cNvPr>
          <p:cNvGrpSpPr/>
          <p:nvPr/>
        </p:nvGrpSpPr>
        <p:grpSpPr>
          <a:xfrm>
            <a:off x="10952621" y="2530352"/>
            <a:ext cx="300240" cy="374040"/>
            <a:chOff x="10952621" y="2530352"/>
            <a:chExt cx="3002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84D481-341A-A5D5-C6B1-6EAAF5B11BB2}"/>
                    </a:ext>
                  </a:extLst>
                </p14:cNvPr>
                <p14:cNvContentPartPr/>
                <p14:nvPr/>
              </p14:nvContentPartPr>
              <p14:xfrm>
                <a:off x="11034701" y="2530352"/>
                <a:ext cx="61560" cy="338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84D481-341A-A5D5-C6B1-6EAAF5B11B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016701" y="2512352"/>
                  <a:ext cx="97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5A5F45-4B89-9CF8-EDC2-3FA782DE6E3F}"/>
                    </a:ext>
                  </a:extLst>
                </p14:cNvPr>
                <p14:cNvContentPartPr/>
                <p14:nvPr/>
              </p14:nvContentPartPr>
              <p14:xfrm>
                <a:off x="10952621" y="2718992"/>
                <a:ext cx="300240" cy="185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5A5F45-4B89-9CF8-EDC2-3FA782DE6E3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934981" y="2700992"/>
                  <a:ext cx="3358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B93B283-0943-AA78-57FE-784693B63E04}"/>
              </a:ext>
            </a:extLst>
          </p:cNvPr>
          <p:cNvGrpSpPr/>
          <p:nvPr/>
        </p:nvGrpSpPr>
        <p:grpSpPr>
          <a:xfrm>
            <a:off x="10646981" y="3104912"/>
            <a:ext cx="1086480" cy="255960"/>
            <a:chOff x="10646981" y="3104912"/>
            <a:chExt cx="108648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D299B4-C6B6-9800-7791-11A7A38F32C0}"/>
                    </a:ext>
                  </a:extLst>
                </p14:cNvPr>
                <p14:cNvContentPartPr/>
                <p14:nvPr/>
              </p14:nvContentPartPr>
              <p14:xfrm>
                <a:off x="10646981" y="3145952"/>
                <a:ext cx="244800" cy="7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D299B4-C6B6-9800-7791-11A7A38F32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29341" y="3128312"/>
                  <a:ext cx="280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E905ADC-39AD-5F74-8627-3538C238C244}"/>
                    </a:ext>
                  </a:extLst>
                </p14:cNvPr>
                <p14:cNvContentPartPr/>
                <p14:nvPr/>
              </p14:nvContentPartPr>
              <p14:xfrm>
                <a:off x="10772261" y="3173672"/>
                <a:ext cx="32760" cy="18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E905ADC-39AD-5F74-8627-3538C238C24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754261" y="3155672"/>
                  <a:ext cx="6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727C28-49C1-5938-9D87-25527CAD2F82}"/>
                    </a:ext>
                  </a:extLst>
                </p14:cNvPr>
                <p14:cNvContentPartPr/>
                <p14:nvPr/>
              </p14:nvContentPartPr>
              <p14:xfrm>
                <a:off x="10940021" y="3239552"/>
                <a:ext cx="82080" cy="11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727C28-49C1-5938-9D87-25527CAD2F8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922381" y="3221912"/>
                  <a:ext cx="117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5BCA83-08A6-469A-C3B3-BFD320358D0F}"/>
                    </a:ext>
                  </a:extLst>
                </p14:cNvPr>
                <p14:cNvContentPartPr/>
                <p14:nvPr/>
              </p14:nvContentPartPr>
              <p14:xfrm>
                <a:off x="11091581" y="3234872"/>
                <a:ext cx="147240" cy="8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5BCA83-08A6-469A-C3B3-BFD320358D0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73581" y="3216872"/>
                  <a:ext cx="182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5595BB-581D-F2DC-CE5C-B7EF0BA5C64C}"/>
                    </a:ext>
                  </a:extLst>
                </p14:cNvPr>
                <p14:cNvContentPartPr/>
                <p14:nvPr/>
              </p14:nvContentPartPr>
              <p14:xfrm>
                <a:off x="11380301" y="3104912"/>
                <a:ext cx="353160" cy="245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5595BB-581D-F2DC-CE5C-B7EF0BA5C64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362661" y="3087272"/>
                  <a:ext cx="3888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6551A0F-1F05-7612-0A74-9AC8446CE7DF}"/>
              </a:ext>
            </a:extLst>
          </p:cNvPr>
          <p:cNvGrpSpPr/>
          <p:nvPr/>
        </p:nvGrpSpPr>
        <p:grpSpPr>
          <a:xfrm>
            <a:off x="10883141" y="3552752"/>
            <a:ext cx="758160" cy="803880"/>
            <a:chOff x="10883141" y="3552752"/>
            <a:chExt cx="7581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7B8E01E-70B6-4F03-2189-E47B11767756}"/>
                    </a:ext>
                  </a:extLst>
                </p14:cNvPr>
                <p14:cNvContentPartPr/>
                <p14:nvPr/>
              </p14:nvContentPartPr>
              <p14:xfrm>
                <a:off x="11135141" y="3552752"/>
                <a:ext cx="54720" cy="365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7B8E01E-70B6-4F03-2189-E47B1176775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117141" y="3534752"/>
                  <a:ext cx="903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48E39F-E3AC-7C60-4465-BFDCE7BAF776}"/>
                    </a:ext>
                  </a:extLst>
                </p14:cNvPr>
                <p14:cNvContentPartPr/>
                <p14:nvPr/>
              </p14:nvContentPartPr>
              <p14:xfrm>
                <a:off x="11106341" y="3846152"/>
                <a:ext cx="185040" cy="8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48E39F-E3AC-7C60-4465-BFDCE7BAF77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088701" y="3828152"/>
                  <a:ext cx="220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80B1228-2E00-3269-2099-C1B0DA84931E}"/>
                    </a:ext>
                  </a:extLst>
                </p14:cNvPr>
                <p14:cNvContentPartPr/>
                <p14:nvPr/>
              </p14:nvContentPartPr>
              <p14:xfrm>
                <a:off x="10883141" y="4143872"/>
                <a:ext cx="156600" cy="21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80B1228-2E00-3269-2099-C1B0DA84931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865141" y="4126232"/>
                  <a:ext cx="192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7DE871-F83C-4042-4CA5-A89C3C4472DE}"/>
                    </a:ext>
                  </a:extLst>
                </p14:cNvPr>
                <p14:cNvContentPartPr/>
                <p14:nvPr/>
              </p14:nvContentPartPr>
              <p14:xfrm>
                <a:off x="11161061" y="4159352"/>
                <a:ext cx="131760" cy="16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7DE871-F83C-4042-4CA5-A89C3C4472D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143421" y="4141352"/>
                  <a:ext cx="167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519BA65-2317-3961-4D45-8F078672B359}"/>
                    </a:ext>
                  </a:extLst>
                </p14:cNvPr>
                <p14:cNvContentPartPr/>
                <p14:nvPr/>
              </p14:nvContentPartPr>
              <p14:xfrm>
                <a:off x="11354381" y="4017152"/>
                <a:ext cx="66600" cy="135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519BA65-2317-3961-4D45-8F078672B35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336381" y="3999512"/>
                  <a:ext cx="102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498DD8B-A08D-0542-8EDA-70FD0C9FCA1C}"/>
                    </a:ext>
                  </a:extLst>
                </p14:cNvPr>
                <p14:cNvContentPartPr/>
                <p14:nvPr/>
              </p14:nvContentPartPr>
              <p14:xfrm>
                <a:off x="11508461" y="4132712"/>
                <a:ext cx="132840" cy="158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498DD8B-A08D-0542-8EDA-70FD0C9FCA1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490461" y="4115072"/>
                  <a:ext cx="168480" cy="194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320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F0E5-D410-2A2B-0280-D99110DF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1F36-91EF-B31F-BD87-0BB3344D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sensor?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A749C-3AA8-72FE-8150-BD7D26DD3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CD1DED-F4F1-8A6E-2F36-C78544BDA9A0}"/>
              </a:ext>
            </a:extLst>
          </p:cNvPr>
          <p:cNvGrpSpPr/>
          <p:nvPr/>
        </p:nvGrpSpPr>
        <p:grpSpPr>
          <a:xfrm>
            <a:off x="6112781" y="85592"/>
            <a:ext cx="1416960" cy="378360"/>
            <a:chOff x="6112781" y="85592"/>
            <a:chExt cx="14169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69E4F3-F7B6-15C3-B75F-B2820771B2B9}"/>
                    </a:ext>
                  </a:extLst>
                </p14:cNvPr>
                <p14:cNvContentPartPr/>
                <p14:nvPr/>
              </p14:nvContentPartPr>
              <p14:xfrm>
                <a:off x="6122861" y="204752"/>
                <a:ext cx="37080" cy="25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69E4F3-F7B6-15C3-B75F-B2820771B2B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04861" y="186752"/>
                  <a:ext cx="72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462AC4-76B5-3895-A243-F4995FF19C5E}"/>
                    </a:ext>
                  </a:extLst>
                </p14:cNvPr>
                <p14:cNvContentPartPr/>
                <p14:nvPr/>
              </p14:nvContentPartPr>
              <p14:xfrm>
                <a:off x="6112781" y="187832"/>
                <a:ext cx="93960" cy="18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462AC4-76B5-3895-A243-F4995FF19C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4712" y="169797"/>
                  <a:ext cx="129737" cy="222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8EA79E-533E-6FBA-8117-8D1C40914FC5}"/>
                    </a:ext>
                  </a:extLst>
                </p14:cNvPr>
                <p14:cNvContentPartPr/>
                <p14:nvPr/>
              </p14:nvContentPartPr>
              <p14:xfrm>
                <a:off x="6261821" y="183152"/>
                <a:ext cx="160200" cy="19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8EA79E-533E-6FBA-8117-8D1C40914F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43821" y="165152"/>
                  <a:ext cx="195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28501D-CDEF-EA13-7B5D-435C03C1F83B}"/>
                    </a:ext>
                  </a:extLst>
                </p14:cNvPr>
                <p14:cNvContentPartPr/>
                <p14:nvPr/>
              </p14:nvContentPartPr>
              <p14:xfrm>
                <a:off x="6499421" y="214472"/>
                <a:ext cx="108000" cy="20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28501D-CDEF-EA13-7B5D-435C03C1F8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81421" y="196472"/>
                  <a:ext cx="143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BC651F2-AFAF-5F1A-E30E-367D73D46E2A}"/>
                    </a:ext>
                  </a:extLst>
                </p14:cNvPr>
                <p14:cNvContentPartPr/>
                <p14:nvPr/>
              </p14:nvContentPartPr>
              <p14:xfrm>
                <a:off x="6710381" y="211952"/>
                <a:ext cx="78120" cy="22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BC651F2-AFAF-5F1A-E30E-367D73D46E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92381" y="193952"/>
                  <a:ext cx="113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E80F63-711B-5A96-AE89-453BA6F1F1DB}"/>
                    </a:ext>
                  </a:extLst>
                </p14:cNvPr>
                <p14:cNvContentPartPr/>
                <p14:nvPr/>
              </p14:nvContentPartPr>
              <p14:xfrm>
                <a:off x="6869861" y="121592"/>
                <a:ext cx="71640" cy="27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E80F63-711B-5A96-AE89-453BA6F1F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51861" y="103592"/>
                  <a:ext cx="107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BDA081-BC4C-E23B-598D-DA5026B997B0}"/>
                    </a:ext>
                  </a:extLst>
                </p14:cNvPr>
                <p14:cNvContentPartPr/>
                <p14:nvPr/>
              </p14:nvContentPartPr>
              <p14:xfrm>
                <a:off x="7067861" y="236432"/>
                <a:ext cx="96480" cy="15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BDA081-BC4C-E23B-598D-DA5026B997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49861" y="218432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5C8229-8C28-DD82-92EE-A5A0E450A55F}"/>
                    </a:ext>
                  </a:extLst>
                </p14:cNvPr>
                <p14:cNvContentPartPr/>
                <p14:nvPr/>
              </p14:nvContentPartPr>
              <p14:xfrm>
                <a:off x="7245341" y="85592"/>
                <a:ext cx="284400" cy="307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5C8229-8C28-DD82-92EE-A5A0E450A5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27341" y="67592"/>
                  <a:ext cx="32004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BA4B5B0-DBEC-7A02-CC13-4B7C78FCAB2F}"/>
              </a:ext>
            </a:extLst>
          </p:cNvPr>
          <p:cNvGrpSpPr/>
          <p:nvPr/>
        </p:nvGrpSpPr>
        <p:grpSpPr>
          <a:xfrm>
            <a:off x="7747541" y="113672"/>
            <a:ext cx="2088720" cy="691200"/>
            <a:chOff x="7747541" y="113672"/>
            <a:chExt cx="2088720" cy="69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79ADF1-3E3A-F3AC-9395-E87E27937528}"/>
                    </a:ext>
                  </a:extLst>
                </p14:cNvPr>
                <p14:cNvContentPartPr/>
                <p14:nvPr/>
              </p14:nvContentPartPr>
              <p14:xfrm>
                <a:off x="7747541" y="271352"/>
                <a:ext cx="376200" cy="4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79ADF1-3E3A-F3AC-9395-E87E279375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29558" y="253352"/>
                  <a:ext cx="411806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1CD40E-6ABF-5832-6C08-7C33E84A1B1B}"/>
                    </a:ext>
                  </a:extLst>
                </p14:cNvPr>
                <p14:cNvContentPartPr/>
                <p14:nvPr/>
              </p14:nvContentPartPr>
              <p14:xfrm>
                <a:off x="7994141" y="181352"/>
                <a:ext cx="17496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1CD40E-6ABF-5832-6C08-7C33E84A1B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76104" y="163352"/>
                  <a:ext cx="21067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7FBBF4-4801-634D-B695-EDAD0CCEDEDD}"/>
                    </a:ext>
                  </a:extLst>
                </p14:cNvPr>
                <p14:cNvContentPartPr/>
                <p14:nvPr/>
              </p14:nvContentPartPr>
              <p14:xfrm>
                <a:off x="8319581" y="267392"/>
                <a:ext cx="178560" cy="14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7FBBF4-4801-634D-B695-EDAD0CCEDE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01581" y="249392"/>
                  <a:ext cx="214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E2521D-698B-E67D-0898-F54AA99C3B26}"/>
                    </a:ext>
                  </a:extLst>
                </p14:cNvPr>
                <p14:cNvContentPartPr/>
                <p14:nvPr/>
              </p14:nvContentPartPr>
              <p14:xfrm>
                <a:off x="8542061" y="174512"/>
                <a:ext cx="59760" cy="29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E2521D-698B-E67D-0898-F54AA99C3B2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24061" y="156512"/>
                  <a:ext cx="95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49F4EE-98C0-60DE-A1CD-81862E0A7E59}"/>
                    </a:ext>
                  </a:extLst>
                </p14:cNvPr>
                <p14:cNvContentPartPr/>
                <p14:nvPr/>
              </p14:nvContentPartPr>
              <p14:xfrm>
                <a:off x="8740421" y="314912"/>
                <a:ext cx="70560" cy="126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49F4EE-98C0-60DE-A1CD-81862E0A7E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22421" y="296912"/>
                  <a:ext cx="106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E24E52-A933-8C59-718D-67B3BC21E2FD}"/>
                    </a:ext>
                  </a:extLst>
                </p14:cNvPr>
                <p14:cNvContentPartPr/>
                <p14:nvPr/>
              </p14:nvContentPartPr>
              <p14:xfrm>
                <a:off x="8938421" y="275312"/>
                <a:ext cx="8964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E24E52-A933-8C59-718D-67B3BC21E2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20421" y="257312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2DC15F7-7063-81CA-A0A7-5FE579F38B8A}"/>
                    </a:ext>
                  </a:extLst>
                </p14:cNvPr>
                <p14:cNvContentPartPr/>
                <p14:nvPr/>
              </p14:nvContentPartPr>
              <p14:xfrm>
                <a:off x="9068021" y="156872"/>
                <a:ext cx="55440" cy="221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2DC15F7-7063-81CA-A0A7-5FE579F38B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50137" y="138843"/>
                  <a:ext cx="90850" cy="2567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5110D1C-46D8-4CB5-6099-B60BA78C35AE}"/>
                    </a:ext>
                  </a:extLst>
                </p14:cNvPr>
                <p14:cNvContentPartPr/>
                <p14:nvPr/>
              </p14:nvContentPartPr>
              <p14:xfrm>
                <a:off x="9057221" y="287552"/>
                <a:ext cx="11160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5110D1C-46D8-4CB5-6099-B60BA78C35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39221" y="268931"/>
                  <a:ext cx="147240" cy="476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D993FB-4390-A4CE-C723-4A6593C38DC3}"/>
                    </a:ext>
                  </a:extLst>
                </p14:cNvPr>
                <p14:cNvContentPartPr/>
                <p14:nvPr/>
              </p14:nvContentPartPr>
              <p14:xfrm>
                <a:off x="9188621" y="268832"/>
                <a:ext cx="81720" cy="124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D993FB-4390-A4CE-C723-4A6593C38D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70541" y="250832"/>
                  <a:ext cx="117518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69EFA0-1D37-F25B-1805-2FC33676D863}"/>
                    </a:ext>
                  </a:extLst>
                </p14:cNvPr>
                <p14:cNvContentPartPr/>
                <p14:nvPr/>
              </p14:nvContentPartPr>
              <p14:xfrm>
                <a:off x="9359981" y="113672"/>
                <a:ext cx="27720" cy="220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69EFA0-1D37-F25B-1805-2FC33676D8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1981" y="95672"/>
                  <a:ext cx="63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300CEEB-FBD4-939D-D0C2-1B90E66C7D25}"/>
                    </a:ext>
                  </a:extLst>
                </p14:cNvPr>
                <p14:cNvContentPartPr/>
                <p14:nvPr/>
              </p14:nvContentPartPr>
              <p14:xfrm>
                <a:off x="9490661" y="206552"/>
                <a:ext cx="94680" cy="12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300CEEB-FBD4-939D-D0C2-1B90E66C7D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72661" y="188552"/>
                  <a:ext cx="13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7EC299-91F8-9768-3687-72115F3A4208}"/>
                    </a:ext>
                  </a:extLst>
                </p14:cNvPr>
                <p14:cNvContentPartPr/>
                <p14:nvPr/>
              </p14:nvContentPartPr>
              <p14:xfrm>
                <a:off x="9618821" y="121592"/>
                <a:ext cx="217440" cy="28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7EC299-91F8-9768-3687-72115F3A42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00851" y="103592"/>
                  <a:ext cx="253021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1BDA98-A690-357D-F81A-3ACC7D7B11B7}"/>
                    </a:ext>
                  </a:extLst>
                </p14:cNvPr>
                <p14:cNvContentPartPr/>
                <p14:nvPr/>
              </p14:nvContentPartPr>
              <p14:xfrm>
                <a:off x="8718821" y="569072"/>
                <a:ext cx="117360" cy="190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1BDA98-A690-357D-F81A-3ACC7D7B11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0821" y="551072"/>
                  <a:ext cx="153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647D30-B951-E710-DC36-84751B0378F2}"/>
                    </a:ext>
                  </a:extLst>
                </p14:cNvPr>
                <p14:cNvContentPartPr/>
                <p14:nvPr/>
              </p14:nvContentPartPr>
              <p14:xfrm>
                <a:off x="8880461" y="529112"/>
                <a:ext cx="6012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647D30-B951-E710-DC36-84751B0378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62568" y="511112"/>
                  <a:ext cx="95548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594432-9754-8939-52AC-A8FE11CCEF63}"/>
                    </a:ext>
                  </a:extLst>
                </p14:cNvPr>
                <p14:cNvContentPartPr/>
                <p14:nvPr/>
              </p14:nvContentPartPr>
              <p14:xfrm>
                <a:off x="8997461" y="594272"/>
                <a:ext cx="145080" cy="206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594432-9754-8939-52AC-A8FE11CCE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79461" y="576272"/>
                  <a:ext cx="180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20CF4D-3808-C3E9-5956-6C43C01D17DE}"/>
                    </a:ext>
                  </a:extLst>
                </p14:cNvPr>
                <p14:cNvContentPartPr/>
                <p14:nvPr/>
              </p14:nvContentPartPr>
              <p14:xfrm>
                <a:off x="9127421" y="603272"/>
                <a:ext cx="238320" cy="13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20CF4D-3808-C3E9-5956-6C43C01D17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09421" y="585272"/>
                  <a:ext cx="273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328625-44BC-7313-33B0-487CFE25B0C7}"/>
                    </a:ext>
                  </a:extLst>
                </p14:cNvPr>
                <p14:cNvContentPartPr/>
                <p14:nvPr/>
              </p14:nvContentPartPr>
              <p14:xfrm>
                <a:off x="9363941" y="465752"/>
                <a:ext cx="309240" cy="33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328625-44BC-7313-33B0-487CFE25B0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45941" y="447752"/>
                  <a:ext cx="34488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B84A5D8-AE31-E9E7-1BFB-715EAA7BC822}"/>
              </a:ext>
            </a:extLst>
          </p:cNvPr>
          <p:cNvGrpSpPr/>
          <p:nvPr/>
        </p:nvGrpSpPr>
        <p:grpSpPr>
          <a:xfrm>
            <a:off x="6225101" y="1155872"/>
            <a:ext cx="1764000" cy="1484280"/>
            <a:chOff x="6225101" y="1155872"/>
            <a:chExt cx="1764000" cy="14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F5959C-79BB-95D1-39B8-24F26923CC5E}"/>
                    </a:ext>
                  </a:extLst>
                </p14:cNvPr>
                <p14:cNvContentPartPr/>
                <p14:nvPr/>
              </p14:nvContentPartPr>
              <p14:xfrm>
                <a:off x="6325901" y="1285112"/>
                <a:ext cx="56880" cy="111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F5959C-79BB-95D1-39B8-24F26923CC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07901" y="1267112"/>
                  <a:ext cx="9252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DE220E-92EF-1BDE-A48C-D4771A8EF6C4}"/>
                    </a:ext>
                  </a:extLst>
                </p14:cNvPr>
                <p14:cNvContentPartPr/>
                <p14:nvPr/>
              </p14:nvContentPartPr>
              <p14:xfrm>
                <a:off x="6225101" y="1287272"/>
                <a:ext cx="206280" cy="18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DE220E-92EF-1BDE-A48C-D4771A8EF6C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7070" y="1269237"/>
                  <a:ext cx="241982" cy="221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B72D95-DC0E-6077-0F14-90398BE804E8}"/>
                    </a:ext>
                  </a:extLst>
                </p14:cNvPr>
                <p14:cNvContentPartPr/>
                <p14:nvPr/>
              </p14:nvContentPartPr>
              <p14:xfrm>
                <a:off x="6335981" y="2320832"/>
                <a:ext cx="1653120" cy="296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B72D95-DC0E-6077-0F14-90398BE804E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17981" y="2302854"/>
                  <a:ext cx="1688760" cy="3322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FBB6567-2CF1-5D5B-E8A4-33A71EC0B5EE}"/>
                    </a:ext>
                  </a:extLst>
                </p14:cNvPr>
                <p14:cNvContentPartPr/>
                <p14:nvPr/>
              </p14:nvContentPartPr>
              <p14:xfrm>
                <a:off x="7832861" y="2423792"/>
                <a:ext cx="118800" cy="21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FBB6567-2CF1-5D5B-E8A4-33A71EC0B5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14861" y="2405792"/>
                  <a:ext cx="154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B7139C-6CC1-558C-D1FD-83BD718B9424}"/>
                    </a:ext>
                  </a:extLst>
                </p14:cNvPr>
                <p14:cNvContentPartPr/>
                <p14:nvPr/>
              </p14:nvContentPartPr>
              <p14:xfrm>
                <a:off x="6301061" y="1560872"/>
                <a:ext cx="1637640" cy="75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B7139C-6CC1-558C-D1FD-83BD718B94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83057" y="1542872"/>
                  <a:ext cx="1673288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5763CF-3532-F35F-D4BC-934F00D0C154}"/>
                    </a:ext>
                  </a:extLst>
                </p14:cNvPr>
                <p14:cNvContentPartPr/>
                <p14:nvPr/>
              </p14:nvContentPartPr>
              <p14:xfrm>
                <a:off x="6480341" y="2221112"/>
                <a:ext cx="12240" cy="3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5763CF-3532-F35F-D4BC-934F00D0C1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62341" y="2203112"/>
                  <a:ext cx="47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E67977-9AFA-C459-7EDD-CB6D5CE273DE}"/>
                    </a:ext>
                  </a:extLst>
                </p14:cNvPr>
                <p14:cNvContentPartPr/>
                <p14:nvPr/>
              </p14:nvContentPartPr>
              <p14:xfrm>
                <a:off x="6559901" y="2145872"/>
                <a:ext cx="71280" cy="6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E67977-9AFA-C459-7EDD-CB6D5CE273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41810" y="2127872"/>
                  <a:ext cx="107101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E33031-C8CE-9BD1-E165-B4AFF3962254}"/>
                    </a:ext>
                  </a:extLst>
                </p14:cNvPr>
                <p14:cNvContentPartPr/>
                <p14:nvPr/>
              </p14:nvContentPartPr>
              <p14:xfrm>
                <a:off x="6708941" y="2160992"/>
                <a:ext cx="5400" cy="1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E33031-C8CE-9BD1-E165-B4AFF39622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89655" y="2142992"/>
                  <a:ext cx="43586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B6E931-A7B3-CF49-A736-2F5F9FA67427}"/>
                    </a:ext>
                  </a:extLst>
                </p14:cNvPr>
                <p14:cNvContentPartPr/>
                <p14:nvPr/>
              </p14:nvContentPartPr>
              <p14:xfrm>
                <a:off x="6816941" y="2080712"/>
                <a:ext cx="63720" cy="3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B6E931-A7B3-CF49-A736-2F5F9FA674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98941" y="2062505"/>
                  <a:ext cx="99360" cy="67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894BAA8-7908-FB2D-2F5D-4FA15571ED18}"/>
                    </a:ext>
                  </a:extLst>
                </p14:cNvPr>
                <p14:cNvContentPartPr/>
                <p14:nvPr/>
              </p14:nvContentPartPr>
              <p14:xfrm>
                <a:off x="6941141" y="2053352"/>
                <a:ext cx="18360" cy="1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894BAA8-7908-FB2D-2F5D-4FA15571ED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23141" y="2034807"/>
                  <a:ext cx="54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CCE52DB-B4C2-A678-F725-E90E16A44070}"/>
                    </a:ext>
                  </a:extLst>
                </p14:cNvPr>
                <p14:cNvContentPartPr/>
                <p14:nvPr/>
              </p14:nvContentPartPr>
              <p14:xfrm>
                <a:off x="6981461" y="1921592"/>
                <a:ext cx="8820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CCE52DB-B4C2-A678-F725-E90E16A440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63461" y="1903592"/>
                  <a:ext cx="123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F5470FF-FB33-B80D-0E2B-9E64CCFA06B4}"/>
                    </a:ext>
                  </a:extLst>
                </p14:cNvPr>
                <p14:cNvContentPartPr/>
                <p14:nvPr/>
              </p14:nvContentPartPr>
              <p14:xfrm>
                <a:off x="7098821" y="1705952"/>
                <a:ext cx="102960" cy="18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F5470FF-FB33-B80D-0E2B-9E64CCFA06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80821" y="1687917"/>
                  <a:ext cx="138600" cy="223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9421E1-17E1-860E-A121-F5236C5C04C3}"/>
                    </a:ext>
                  </a:extLst>
                </p14:cNvPr>
                <p14:cNvContentPartPr/>
                <p14:nvPr/>
              </p14:nvContentPartPr>
              <p14:xfrm>
                <a:off x="7231301" y="1611272"/>
                <a:ext cx="53280" cy="67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9421E1-17E1-860E-A121-F5236C5C04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13179" y="1593367"/>
                  <a:ext cx="89162" cy="103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1B968F8-3BD6-3F1A-7DC2-E98CA78695C4}"/>
                    </a:ext>
                  </a:extLst>
                </p14:cNvPr>
                <p14:cNvContentPartPr/>
                <p14:nvPr/>
              </p14:nvContentPartPr>
              <p14:xfrm>
                <a:off x="6558101" y="1155872"/>
                <a:ext cx="534240" cy="44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1B968F8-3BD6-3F1A-7DC2-E98CA78695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40101" y="1137872"/>
                  <a:ext cx="56988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4C28B23-C6D0-1364-8D06-EE6B0DFFB421}"/>
                  </a:ext>
                </a:extLst>
              </p14:cNvPr>
              <p14:cNvContentPartPr/>
              <p14:nvPr/>
            </p14:nvContentPartPr>
            <p14:xfrm>
              <a:off x="8274941" y="1646552"/>
              <a:ext cx="1474560" cy="714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4C28B23-C6D0-1364-8D06-EE6B0DFFB42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256941" y="1628552"/>
                <a:ext cx="1510200" cy="75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EAC2E931-4835-2B51-1310-9407409A0C5A}"/>
              </a:ext>
            </a:extLst>
          </p:cNvPr>
          <p:cNvGrpSpPr/>
          <p:nvPr/>
        </p:nvGrpSpPr>
        <p:grpSpPr>
          <a:xfrm>
            <a:off x="7545221" y="963632"/>
            <a:ext cx="1023480" cy="392400"/>
            <a:chOff x="7545221" y="963632"/>
            <a:chExt cx="102348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B62BC8-00AC-7765-31EA-E15F8BF29B33}"/>
                    </a:ext>
                  </a:extLst>
                </p14:cNvPr>
                <p14:cNvContentPartPr/>
                <p14:nvPr/>
              </p14:nvContentPartPr>
              <p14:xfrm>
                <a:off x="7800821" y="1125992"/>
                <a:ext cx="2160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2B62BC8-00AC-7765-31EA-E15F8BF29B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2821" y="1107964"/>
                  <a:ext cx="57240" cy="265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7E2AC2-8BB8-62DB-A8E4-378A0760610C}"/>
                    </a:ext>
                  </a:extLst>
                </p14:cNvPr>
                <p14:cNvContentPartPr/>
                <p14:nvPr/>
              </p14:nvContentPartPr>
              <p14:xfrm>
                <a:off x="7815581" y="1088192"/>
                <a:ext cx="166320" cy="209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7E2AC2-8BB8-62DB-A8E4-378A076061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97620" y="1070192"/>
                  <a:ext cx="201883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B662507-5CEE-26F1-0D38-EAAA24ACA827}"/>
                    </a:ext>
                  </a:extLst>
                </p14:cNvPr>
                <p14:cNvContentPartPr/>
                <p14:nvPr/>
              </p14:nvContentPartPr>
              <p14:xfrm>
                <a:off x="7810181" y="1192592"/>
                <a:ext cx="104760" cy="80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B662507-5CEE-26F1-0D38-EAAA24ACA82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92181" y="1174592"/>
                  <a:ext cx="140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AD9BCE-23A8-F3DF-0AD4-F93AC382730E}"/>
                    </a:ext>
                  </a:extLst>
                </p14:cNvPr>
                <p14:cNvContentPartPr/>
                <p14:nvPr/>
              </p14:nvContentPartPr>
              <p14:xfrm>
                <a:off x="7949141" y="1076672"/>
                <a:ext cx="113760" cy="173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FAD9BCE-23A8-F3DF-0AD4-F93AC382730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31141" y="1058709"/>
                  <a:ext cx="149400" cy="2087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63B782-7F70-3ADC-FCF4-0C20C72A9FAF}"/>
                    </a:ext>
                  </a:extLst>
                </p14:cNvPr>
                <p14:cNvContentPartPr/>
                <p14:nvPr/>
              </p14:nvContentPartPr>
              <p14:xfrm>
                <a:off x="7948061" y="1037792"/>
                <a:ext cx="165600" cy="19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63B782-7F70-3ADC-FCF4-0C20C72A9F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30061" y="1019792"/>
                  <a:ext cx="20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47F028-B423-0B0C-80AA-871265F8FA04}"/>
                    </a:ext>
                  </a:extLst>
                </p14:cNvPr>
                <p14:cNvContentPartPr/>
                <p14:nvPr/>
              </p14:nvContentPartPr>
              <p14:xfrm>
                <a:off x="8170901" y="963632"/>
                <a:ext cx="182520" cy="125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47F028-B423-0B0C-80AA-871265F8FA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52901" y="945632"/>
                  <a:ext cx="21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DA8089-692E-DA7C-22A0-1368FEAEA102}"/>
                    </a:ext>
                  </a:extLst>
                </p14:cNvPr>
                <p14:cNvContentPartPr/>
                <p14:nvPr/>
              </p14:nvContentPartPr>
              <p14:xfrm>
                <a:off x="7545221" y="1244072"/>
                <a:ext cx="194400" cy="1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DA8089-692E-DA7C-22A0-1368FEAEA1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27221" y="1226072"/>
                  <a:ext cx="230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D222FF-9092-C429-8873-C2DF365CE7B5}"/>
                    </a:ext>
                  </a:extLst>
                </p14:cNvPr>
                <p14:cNvContentPartPr/>
                <p14:nvPr/>
              </p14:nvContentPartPr>
              <p14:xfrm>
                <a:off x="7622261" y="1179632"/>
                <a:ext cx="115200" cy="11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D222FF-9092-C429-8873-C2DF365CE7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04205" y="1161632"/>
                  <a:ext cx="150952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C49944D-938B-2BB0-EE8D-58D83326B2D5}"/>
                    </a:ext>
                  </a:extLst>
                </p14:cNvPr>
                <p14:cNvContentPartPr/>
                <p14:nvPr/>
              </p14:nvContentPartPr>
              <p14:xfrm>
                <a:off x="8338301" y="1179632"/>
                <a:ext cx="219600" cy="45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C49944D-938B-2BB0-EE8D-58D83326B2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20301" y="1161632"/>
                  <a:ext cx="255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61CBB79-38D7-6062-3550-68DB6FB9A516}"/>
                    </a:ext>
                  </a:extLst>
                </p14:cNvPr>
                <p14:cNvContentPartPr/>
                <p14:nvPr/>
              </p14:nvContentPartPr>
              <p14:xfrm>
                <a:off x="8504261" y="1134632"/>
                <a:ext cx="64440" cy="97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61CBB79-38D7-6062-3550-68DB6FB9A51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86261" y="1116632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3A1F69B-BD93-A605-D17E-66DDCBDE18C2}"/>
                  </a:ext>
                </a:extLst>
              </p14:cNvPr>
              <p14:cNvContentPartPr/>
              <p14:nvPr/>
            </p14:nvContentPartPr>
            <p14:xfrm>
              <a:off x="9267821" y="5009312"/>
              <a:ext cx="90000" cy="60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3A1F69B-BD93-A605-D17E-66DDCBDE18C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249821" y="4991312"/>
                <a:ext cx="1256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23059A6-7A22-D501-5084-2B8A84D160EE}"/>
                  </a:ext>
                </a:extLst>
              </p14:cNvPr>
              <p14:cNvContentPartPr/>
              <p14:nvPr/>
            </p14:nvContentPartPr>
            <p14:xfrm>
              <a:off x="8921501" y="5246552"/>
              <a:ext cx="59400" cy="46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23059A6-7A22-D501-5084-2B8A84D160E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903501" y="5228552"/>
                <a:ext cx="9504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3AA7FDC9-BA18-CABB-A22F-57B7D46BEFF4}"/>
              </a:ext>
            </a:extLst>
          </p:cNvPr>
          <p:cNvGrpSpPr/>
          <p:nvPr/>
        </p:nvGrpSpPr>
        <p:grpSpPr>
          <a:xfrm>
            <a:off x="8924381" y="5447792"/>
            <a:ext cx="417600" cy="250200"/>
            <a:chOff x="8924381" y="5447792"/>
            <a:chExt cx="4176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C8CDF8C-8DD1-5CBF-B10D-0181AA3901D0}"/>
                    </a:ext>
                  </a:extLst>
                </p14:cNvPr>
                <p14:cNvContentPartPr/>
                <p14:nvPr/>
              </p14:nvContentPartPr>
              <p14:xfrm>
                <a:off x="8924381" y="5447792"/>
                <a:ext cx="83520" cy="71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C8CDF8C-8DD1-5CBF-B10D-0181AA3901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06381" y="5429792"/>
                  <a:ext cx="119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278938-AE95-4D55-BBAF-592FB79EB119}"/>
                    </a:ext>
                  </a:extLst>
                </p14:cNvPr>
                <p14:cNvContentPartPr/>
                <p14:nvPr/>
              </p14:nvContentPartPr>
              <p14:xfrm>
                <a:off x="9198341" y="5582072"/>
                <a:ext cx="143640" cy="11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278938-AE95-4D55-BBAF-592FB79EB1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80296" y="5564072"/>
                  <a:ext cx="17937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95BEDF1-4384-FC22-B44C-56047C916DAC}"/>
                  </a:ext>
                </a:extLst>
              </p14:cNvPr>
              <p14:cNvContentPartPr/>
              <p14:nvPr/>
            </p14:nvContentPartPr>
            <p14:xfrm>
              <a:off x="9435221" y="5908952"/>
              <a:ext cx="86760" cy="70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95BEDF1-4384-FC22-B44C-56047C916DA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417221" y="5891044"/>
                <a:ext cx="122400" cy="105658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BA2298A6-3382-0076-0EA5-0F6C0FF0C401}"/>
              </a:ext>
            </a:extLst>
          </p:cNvPr>
          <p:cNvGrpSpPr/>
          <p:nvPr/>
        </p:nvGrpSpPr>
        <p:grpSpPr>
          <a:xfrm>
            <a:off x="7922861" y="4121552"/>
            <a:ext cx="1808280" cy="785880"/>
            <a:chOff x="7922861" y="4121552"/>
            <a:chExt cx="1808280" cy="78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5E47D47-1340-EC13-41B4-474AB69C1E65}"/>
                    </a:ext>
                  </a:extLst>
                </p14:cNvPr>
                <p14:cNvContentPartPr/>
                <p14:nvPr/>
              </p14:nvContentPartPr>
              <p14:xfrm>
                <a:off x="8009261" y="4215512"/>
                <a:ext cx="16920" cy="65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5E47D47-1340-EC13-41B4-474AB69C1E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91261" y="4197512"/>
                  <a:ext cx="525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4B98ECD-2502-4AB2-9EC5-8CA4C341E4D3}"/>
                    </a:ext>
                  </a:extLst>
                </p14:cNvPr>
                <p14:cNvContentPartPr/>
                <p14:nvPr/>
              </p14:nvContentPartPr>
              <p14:xfrm>
                <a:off x="7999901" y="4121552"/>
                <a:ext cx="1693440" cy="180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4B98ECD-2502-4AB2-9EC5-8CA4C341E4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81897" y="4103516"/>
                  <a:ext cx="1729088" cy="2164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7866767-C0E5-56FE-4D4F-99A0CD99047A}"/>
                    </a:ext>
                  </a:extLst>
                </p14:cNvPr>
                <p14:cNvContentPartPr/>
                <p14:nvPr/>
              </p14:nvContentPartPr>
              <p14:xfrm>
                <a:off x="9641501" y="4273112"/>
                <a:ext cx="89640" cy="634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7866767-C0E5-56FE-4D4F-99A0CD99047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23501" y="4255112"/>
                  <a:ext cx="12528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989B95-8B83-2E12-76FD-A01D582F9E05}"/>
                    </a:ext>
                  </a:extLst>
                </p14:cNvPr>
                <p14:cNvContentPartPr/>
                <p14:nvPr/>
              </p14:nvContentPartPr>
              <p14:xfrm>
                <a:off x="7922861" y="4747952"/>
                <a:ext cx="1803960" cy="11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989B95-8B83-2E12-76FD-A01D582F9E0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04865" y="4729952"/>
                  <a:ext cx="1839593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113CC9-C5C3-BE0C-0CC7-B6436CCA5E08}"/>
                  </a:ext>
                </a:extLst>
              </p14:cNvPr>
              <p14:cNvContentPartPr/>
              <p14:nvPr/>
            </p14:nvContentPartPr>
            <p14:xfrm>
              <a:off x="6093701" y="506792"/>
              <a:ext cx="1555560" cy="176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113CC9-C5C3-BE0C-0CC7-B6436CCA5E0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075705" y="488792"/>
                <a:ext cx="1591192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8241433-C5E5-9FB1-77B3-5138DBFC050B}"/>
              </a:ext>
            </a:extLst>
          </p:cNvPr>
          <p:cNvGrpSpPr/>
          <p:nvPr/>
        </p:nvGrpSpPr>
        <p:grpSpPr>
          <a:xfrm>
            <a:off x="10221461" y="1269632"/>
            <a:ext cx="1026720" cy="409320"/>
            <a:chOff x="10221461" y="1269632"/>
            <a:chExt cx="10267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208256-2F5F-D8FF-BF8B-D0EE067DF1A7}"/>
                    </a:ext>
                  </a:extLst>
                </p14:cNvPr>
                <p14:cNvContentPartPr/>
                <p14:nvPr/>
              </p14:nvContentPartPr>
              <p14:xfrm>
                <a:off x="10221461" y="1269632"/>
                <a:ext cx="363240" cy="7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208256-2F5F-D8FF-BF8B-D0EE067DF1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03461" y="1251548"/>
                  <a:ext cx="398880" cy="1132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FB4BA25-6913-F61E-716A-4EF25B4EBC40}"/>
                    </a:ext>
                  </a:extLst>
                </p14:cNvPr>
                <p14:cNvContentPartPr/>
                <p14:nvPr/>
              </p14:nvContentPartPr>
              <p14:xfrm>
                <a:off x="10338461" y="1319312"/>
                <a:ext cx="103320" cy="29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FB4BA25-6913-F61E-716A-4EF25B4EBC4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20523" y="1301312"/>
                  <a:ext cx="138836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94AC7B-1143-6BED-8757-ACE08B895A18}"/>
                    </a:ext>
                  </a:extLst>
                </p14:cNvPr>
                <p14:cNvContentPartPr/>
                <p14:nvPr/>
              </p14:nvContentPartPr>
              <p14:xfrm>
                <a:off x="10479581" y="1436672"/>
                <a:ext cx="552600" cy="17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94AC7B-1143-6BED-8757-ACE08B895A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461581" y="1418672"/>
                  <a:ext cx="588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429AD30-E661-1CBD-BBD2-28F2F6EF68D0}"/>
                    </a:ext>
                  </a:extLst>
                </p14:cNvPr>
                <p14:cNvContentPartPr/>
                <p14:nvPr/>
              </p14:nvContentPartPr>
              <p14:xfrm>
                <a:off x="11073581" y="1477352"/>
                <a:ext cx="94320" cy="20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429AD30-E661-1CBD-BBD2-28F2F6EF68D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55581" y="1459352"/>
                  <a:ext cx="129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5DCBFA-B805-E6FA-6C2A-D48D80938C4F}"/>
                    </a:ext>
                  </a:extLst>
                </p14:cNvPr>
                <p14:cNvContentPartPr/>
                <p14:nvPr/>
              </p14:nvContentPartPr>
              <p14:xfrm>
                <a:off x="11108861" y="1430192"/>
                <a:ext cx="139320" cy="14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5DCBFA-B805-E6FA-6C2A-D48D80938C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090861" y="1412192"/>
                  <a:ext cx="1749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A39825-FDF4-1752-A137-9FA7CB930DC5}"/>
              </a:ext>
            </a:extLst>
          </p:cNvPr>
          <p:cNvGrpSpPr/>
          <p:nvPr/>
        </p:nvGrpSpPr>
        <p:grpSpPr>
          <a:xfrm>
            <a:off x="10686221" y="1866872"/>
            <a:ext cx="986760" cy="428400"/>
            <a:chOff x="10686221" y="1866872"/>
            <a:chExt cx="98676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C763AC-2795-53D3-96F9-59C8D3245143}"/>
                    </a:ext>
                  </a:extLst>
                </p14:cNvPr>
                <p14:cNvContentPartPr/>
                <p14:nvPr/>
              </p14:nvContentPartPr>
              <p14:xfrm>
                <a:off x="10686221" y="2013752"/>
                <a:ext cx="244080" cy="177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C763AC-2795-53D3-96F9-59C8D324514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68248" y="1995752"/>
                  <a:ext cx="279668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56EF13-C5C1-9052-D077-760259407DEB}"/>
                    </a:ext>
                  </a:extLst>
                </p14:cNvPr>
                <p14:cNvContentPartPr/>
                <p14:nvPr/>
              </p14:nvContentPartPr>
              <p14:xfrm>
                <a:off x="11046221" y="2000792"/>
                <a:ext cx="213840" cy="137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56EF13-C5C1-9052-D077-760259407D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28221" y="1982792"/>
                  <a:ext cx="249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09B9A33-CF2A-A91B-3F6B-0BF4E4FFC30A}"/>
                    </a:ext>
                  </a:extLst>
                </p14:cNvPr>
                <p14:cNvContentPartPr/>
                <p14:nvPr/>
              </p14:nvContentPartPr>
              <p14:xfrm>
                <a:off x="11175101" y="2049032"/>
                <a:ext cx="24120" cy="246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09B9A33-CF2A-A91B-3F6B-0BF4E4FFC3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57101" y="2031032"/>
                  <a:ext cx="59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324A04-4158-BA7A-FCB9-7A7B9DF59DC9}"/>
                    </a:ext>
                  </a:extLst>
                </p14:cNvPr>
                <p14:cNvContentPartPr/>
                <p14:nvPr/>
              </p14:nvContentPartPr>
              <p14:xfrm>
                <a:off x="11297501" y="1866872"/>
                <a:ext cx="149040" cy="18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324A04-4158-BA7A-FCB9-7A7B9DF59DC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79501" y="1848908"/>
                  <a:ext cx="184680" cy="2170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B31463-2F99-0E4C-846D-52FFAC15869E}"/>
                    </a:ext>
                  </a:extLst>
                </p14:cNvPr>
                <p14:cNvContentPartPr/>
                <p14:nvPr/>
              </p14:nvContentPartPr>
              <p14:xfrm>
                <a:off x="11481101" y="2090432"/>
                <a:ext cx="191880" cy="19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B31463-2F99-0E4C-846D-52FFAC15869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63101" y="2072432"/>
                  <a:ext cx="22752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AF6C303-587B-A2FC-F60E-5E0F85394C20}"/>
              </a:ext>
            </a:extLst>
          </p:cNvPr>
          <p:cNvGrpSpPr/>
          <p:nvPr/>
        </p:nvGrpSpPr>
        <p:grpSpPr>
          <a:xfrm>
            <a:off x="10952621" y="2530352"/>
            <a:ext cx="300240" cy="374040"/>
            <a:chOff x="10952621" y="2530352"/>
            <a:chExt cx="3002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CC4D65-DB2E-F177-03CB-C339FFFBC220}"/>
                    </a:ext>
                  </a:extLst>
                </p14:cNvPr>
                <p14:cNvContentPartPr/>
                <p14:nvPr/>
              </p14:nvContentPartPr>
              <p14:xfrm>
                <a:off x="11034701" y="2530352"/>
                <a:ext cx="61560" cy="338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CC4D65-DB2E-F177-03CB-C339FFFBC2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016701" y="2512352"/>
                  <a:ext cx="97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1E215E-20D1-4CF0-C1EF-AB65512C9018}"/>
                    </a:ext>
                  </a:extLst>
                </p14:cNvPr>
                <p14:cNvContentPartPr/>
                <p14:nvPr/>
              </p14:nvContentPartPr>
              <p14:xfrm>
                <a:off x="10952621" y="2718992"/>
                <a:ext cx="300240" cy="185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1E215E-20D1-4CF0-C1EF-AB65512C901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34621" y="2700992"/>
                  <a:ext cx="3358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05BC2F1-800B-7C92-886C-6F102883451A}"/>
              </a:ext>
            </a:extLst>
          </p:cNvPr>
          <p:cNvGrpSpPr/>
          <p:nvPr/>
        </p:nvGrpSpPr>
        <p:grpSpPr>
          <a:xfrm>
            <a:off x="10646981" y="3104912"/>
            <a:ext cx="1086480" cy="255960"/>
            <a:chOff x="10646981" y="3104912"/>
            <a:chExt cx="108648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2A4E0FB-0E53-BA7A-3180-6CFC49F89246}"/>
                    </a:ext>
                  </a:extLst>
                </p14:cNvPr>
                <p14:cNvContentPartPr/>
                <p14:nvPr/>
              </p14:nvContentPartPr>
              <p14:xfrm>
                <a:off x="10646981" y="3145952"/>
                <a:ext cx="244800" cy="7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2A4E0FB-0E53-BA7A-3180-6CFC49F892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28981" y="3127952"/>
                  <a:ext cx="280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A81684F-1B73-BE32-323F-5FB34A275AE9}"/>
                    </a:ext>
                  </a:extLst>
                </p14:cNvPr>
                <p14:cNvContentPartPr/>
                <p14:nvPr/>
              </p14:nvContentPartPr>
              <p14:xfrm>
                <a:off x="10772261" y="3173672"/>
                <a:ext cx="32760" cy="18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A81684F-1B73-BE32-323F-5FB34A275A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54261" y="3155672"/>
                  <a:ext cx="6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861CE8-E469-94C0-AA58-1BCB9866C432}"/>
                    </a:ext>
                  </a:extLst>
                </p14:cNvPr>
                <p14:cNvContentPartPr/>
                <p14:nvPr/>
              </p14:nvContentPartPr>
              <p14:xfrm>
                <a:off x="10940021" y="3239552"/>
                <a:ext cx="82080" cy="11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861CE8-E469-94C0-AA58-1BCB9866C43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21942" y="3221498"/>
                  <a:ext cx="117877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D9EE3B-63A0-18E9-8B93-71330794A3D0}"/>
                    </a:ext>
                  </a:extLst>
                </p14:cNvPr>
                <p14:cNvContentPartPr/>
                <p14:nvPr/>
              </p14:nvContentPartPr>
              <p14:xfrm>
                <a:off x="11091581" y="3234872"/>
                <a:ext cx="147240" cy="8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D9EE3B-63A0-18E9-8B93-71330794A3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73581" y="3216872"/>
                  <a:ext cx="182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FC6463-D2AC-C806-069D-5465A9D9016F}"/>
                    </a:ext>
                  </a:extLst>
                </p14:cNvPr>
                <p14:cNvContentPartPr/>
                <p14:nvPr/>
              </p14:nvContentPartPr>
              <p14:xfrm>
                <a:off x="11380301" y="3104912"/>
                <a:ext cx="353160" cy="245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FC6463-D2AC-C806-069D-5465A9D9016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62301" y="3086912"/>
                  <a:ext cx="3888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10B2B0B-DD09-73D4-9D01-4BCF0D0BA07B}"/>
              </a:ext>
            </a:extLst>
          </p:cNvPr>
          <p:cNvGrpSpPr/>
          <p:nvPr/>
        </p:nvGrpSpPr>
        <p:grpSpPr>
          <a:xfrm>
            <a:off x="10883141" y="3552752"/>
            <a:ext cx="758160" cy="803880"/>
            <a:chOff x="10883141" y="3552752"/>
            <a:chExt cx="7581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54179E3-542D-35B2-3F9E-1B4C95C9A528}"/>
                    </a:ext>
                  </a:extLst>
                </p14:cNvPr>
                <p14:cNvContentPartPr/>
                <p14:nvPr/>
              </p14:nvContentPartPr>
              <p14:xfrm>
                <a:off x="11135141" y="3552752"/>
                <a:ext cx="54720" cy="365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4179E3-542D-35B2-3F9E-1B4C95C9A5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117141" y="3534770"/>
                  <a:ext cx="90360" cy="4010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7937B7C-C1E4-F78A-D359-0A3BFFFD5B1D}"/>
                    </a:ext>
                  </a:extLst>
                </p14:cNvPr>
                <p14:cNvContentPartPr/>
                <p14:nvPr/>
              </p14:nvContentPartPr>
              <p14:xfrm>
                <a:off x="11106341" y="3846152"/>
                <a:ext cx="185040" cy="8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7937B7C-C1E4-F78A-D359-0A3BFFFD5B1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088341" y="3828229"/>
                  <a:ext cx="220680" cy="119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7A0495-696B-20A6-EE0A-9E94D43E49F8}"/>
                    </a:ext>
                  </a:extLst>
                </p14:cNvPr>
                <p14:cNvContentPartPr/>
                <p14:nvPr/>
              </p14:nvContentPartPr>
              <p14:xfrm>
                <a:off x="10883141" y="4143872"/>
                <a:ext cx="156600" cy="21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7A0495-696B-20A6-EE0A-9E94D43E49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65182" y="4125872"/>
                  <a:ext cx="192158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45A6A8B-4868-F8A5-A57F-CAF87F55ED7D}"/>
                    </a:ext>
                  </a:extLst>
                </p14:cNvPr>
                <p14:cNvContentPartPr/>
                <p14:nvPr/>
              </p14:nvContentPartPr>
              <p14:xfrm>
                <a:off x="11161061" y="4159352"/>
                <a:ext cx="131760" cy="16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45A6A8B-4868-F8A5-A57F-CAF87F55ED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43061" y="4141391"/>
                  <a:ext cx="167400" cy="201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9E34706-CE95-E4CB-0C91-F0386A4B9703}"/>
                    </a:ext>
                  </a:extLst>
                </p14:cNvPr>
                <p14:cNvContentPartPr/>
                <p14:nvPr/>
              </p14:nvContentPartPr>
              <p14:xfrm>
                <a:off x="11354381" y="4017152"/>
                <a:ext cx="66600" cy="135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9E34706-CE95-E4CB-0C91-F0386A4B970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36381" y="3999104"/>
                  <a:ext cx="102240" cy="170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613A8B9-9EB7-E983-3BC9-7E433601174D}"/>
                    </a:ext>
                  </a:extLst>
                </p14:cNvPr>
                <p14:cNvContentPartPr/>
                <p14:nvPr/>
              </p14:nvContentPartPr>
              <p14:xfrm>
                <a:off x="11508461" y="4132712"/>
                <a:ext cx="132840" cy="158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613A8B9-9EB7-E983-3BC9-7E433601174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490510" y="4114712"/>
                  <a:ext cx="168384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703338-452F-CBA5-29FF-8B013A2A4A97}"/>
              </a:ext>
            </a:extLst>
          </p:cNvPr>
          <p:cNvGrpSpPr/>
          <p:nvPr/>
        </p:nvGrpSpPr>
        <p:grpSpPr>
          <a:xfrm>
            <a:off x="986021" y="1189352"/>
            <a:ext cx="1273680" cy="349200"/>
            <a:chOff x="986021" y="1189352"/>
            <a:chExt cx="12736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1FB7F8-7B32-ED8A-7694-0D717C3F2997}"/>
                    </a:ext>
                  </a:extLst>
                </p14:cNvPr>
                <p14:cNvContentPartPr/>
                <p14:nvPr/>
              </p14:nvContentPartPr>
              <p14:xfrm>
                <a:off x="986021" y="1189352"/>
                <a:ext cx="154440" cy="33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1FB7F8-7B32-ED8A-7694-0D717C3F299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68381" y="1171352"/>
                  <a:ext cx="190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8B9C0DD-A9E1-B751-F30C-81C3126F63C8}"/>
                    </a:ext>
                  </a:extLst>
                </p14:cNvPr>
                <p14:cNvContentPartPr/>
                <p14:nvPr/>
              </p14:nvContentPartPr>
              <p14:xfrm>
                <a:off x="1170701" y="1321112"/>
                <a:ext cx="398880" cy="217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8B9C0DD-A9E1-B751-F30C-81C3126F63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52701" y="1303472"/>
                  <a:ext cx="434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8EB6E44-AA9A-71BB-9771-C936162A22CA}"/>
                    </a:ext>
                  </a:extLst>
                </p14:cNvPr>
                <p14:cNvContentPartPr/>
                <p14:nvPr/>
              </p14:nvContentPartPr>
              <p14:xfrm>
                <a:off x="1719701" y="1314272"/>
                <a:ext cx="75240" cy="157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8EB6E44-AA9A-71BB-9771-C936162A22C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01701" y="1296632"/>
                  <a:ext cx="110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15FEF44-A717-BC32-F14E-558393BFF2C1}"/>
                    </a:ext>
                  </a:extLst>
                </p14:cNvPr>
                <p14:cNvContentPartPr/>
                <p14:nvPr/>
              </p14:nvContentPartPr>
              <p14:xfrm>
                <a:off x="1879541" y="1347752"/>
                <a:ext cx="104760" cy="93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15FEF44-A717-BC32-F14E-558393BFF2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61541" y="1329752"/>
                  <a:ext cx="140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EC0CC1B-F70F-F984-C7E3-8B3E8D4F93CE}"/>
                    </a:ext>
                  </a:extLst>
                </p14:cNvPr>
                <p14:cNvContentPartPr/>
                <p14:nvPr/>
              </p14:nvContentPartPr>
              <p14:xfrm>
                <a:off x="2126501" y="1322912"/>
                <a:ext cx="133200" cy="133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EC0CC1B-F70F-F984-C7E3-8B3E8D4F93C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08501" y="1304912"/>
                  <a:ext cx="1688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A625660-5D26-2D77-3CDB-0C1F9E8E71CC}"/>
              </a:ext>
            </a:extLst>
          </p:cNvPr>
          <p:cNvGrpSpPr/>
          <p:nvPr/>
        </p:nvGrpSpPr>
        <p:grpSpPr>
          <a:xfrm>
            <a:off x="1722581" y="1842032"/>
            <a:ext cx="244440" cy="525960"/>
            <a:chOff x="1722581" y="1842032"/>
            <a:chExt cx="24444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25E0B66-D89F-5CD0-ECF0-2C4A24BCE6D7}"/>
                    </a:ext>
                  </a:extLst>
                </p14:cNvPr>
                <p14:cNvContentPartPr/>
                <p14:nvPr/>
              </p14:nvContentPartPr>
              <p14:xfrm>
                <a:off x="1722581" y="1842032"/>
                <a:ext cx="102960" cy="49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25E0B66-D89F-5CD0-ECF0-2C4A24BCE6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04941" y="1824392"/>
                  <a:ext cx="1386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3F45F22-C9FB-D4CD-D61C-51DEDA53BB6A}"/>
                    </a:ext>
                  </a:extLst>
                </p14:cNvPr>
                <p14:cNvContentPartPr/>
                <p14:nvPr/>
              </p14:nvContentPartPr>
              <p14:xfrm>
                <a:off x="1742741" y="2205272"/>
                <a:ext cx="224280" cy="162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3F45F22-C9FB-D4CD-D61C-51DEDA53BB6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24741" y="2187632"/>
                  <a:ext cx="25992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6977869-2B79-8AFB-3FAC-D270D0BE8F59}"/>
              </a:ext>
            </a:extLst>
          </p:cNvPr>
          <p:cNvGrpSpPr/>
          <p:nvPr/>
        </p:nvGrpSpPr>
        <p:grpSpPr>
          <a:xfrm>
            <a:off x="1284461" y="2615312"/>
            <a:ext cx="1336680" cy="368280"/>
            <a:chOff x="1284461" y="2615312"/>
            <a:chExt cx="133668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28B2AA-8B5C-0055-E991-56D2808655F8}"/>
                    </a:ext>
                  </a:extLst>
                </p14:cNvPr>
                <p14:cNvContentPartPr/>
                <p14:nvPr/>
              </p14:nvContentPartPr>
              <p14:xfrm>
                <a:off x="1284461" y="2701712"/>
                <a:ext cx="150480" cy="263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28B2AA-8B5C-0055-E991-56D2808655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66821" y="2683712"/>
                  <a:ext cx="1861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72618C-DCCB-2305-3590-ECA5398B139F}"/>
                    </a:ext>
                  </a:extLst>
                </p14:cNvPr>
                <p14:cNvContentPartPr/>
                <p14:nvPr/>
              </p14:nvContentPartPr>
              <p14:xfrm>
                <a:off x="1547981" y="2746352"/>
                <a:ext cx="47160" cy="144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72618C-DCCB-2305-3590-ECA5398B139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29981" y="2728352"/>
                  <a:ext cx="82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CE88DD-71BF-BF44-B6DB-7DAA7FD190D8}"/>
                    </a:ext>
                  </a:extLst>
                </p14:cNvPr>
                <p14:cNvContentPartPr/>
                <p14:nvPr/>
              </p14:nvContentPartPr>
              <p14:xfrm>
                <a:off x="1666061" y="2799272"/>
                <a:ext cx="146520" cy="171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CE88DD-71BF-BF44-B6DB-7DAA7FD190D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48421" y="2781632"/>
                  <a:ext cx="182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692D4A7-865F-32F0-2C5A-109596576ACD}"/>
                    </a:ext>
                  </a:extLst>
                </p14:cNvPr>
                <p14:cNvContentPartPr/>
                <p14:nvPr/>
              </p14:nvContentPartPr>
              <p14:xfrm>
                <a:off x="1895381" y="2819072"/>
                <a:ext cx="113400" cy="115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692D4A7-865F-32F0-2C5A-109596576AC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77741" y="2801072"/>
                  <a:ext cx="149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9601070-D096-95CF-BB3B-F3E21C5DADF5}"/>
                    </a:ext>
                  </a:extLst>
                </p14:cNvPr>
                <p14:cNvContentPartPr/>
                <p14:nvPr/>
              </p14:nvContentPartPr>
              <p14:xfrm>
                <a:off x="2132981" y="2701712"/>
                <a:ext cx="63360" cy="281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9601070-D096-95CF-BB3B-F3E21C5DADF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14981" y="2683712"/>
                  <a:ext cx="990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9E9C915-162E-0FAD-CAD5-8CBEE4EAACCF}"/>
                    </a:ext>
                  </a:extLst>
                </p14:cNvPr>
                <p14:cNvContentPartPr/>
                <p14:nvPr/>
              </p14:nvContentPartPr>
              <p14:xfrm>
                <a:off x="2102381" y="2803952"/>
                <a:ext cx="124560" cy="77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9E9C915-162E-0FAD-CAD5-8CBEE4EAAC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84741" y="2785952"/>
                  <a:ext cx="160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BE027D5-7FB3-C6BB-272C-053BE78FE474}"/>
                    </a:ext>
                  </a:extLst>
                </p14:cNvPr>
                <p14:cNvContentPartPr/>
                <p14:nvPr/>
              </p14:nvContentPartPr>
              <p14:xfrm>
                <a:off x="2319821" y="2773712"/>
                <a:ext cx="97920" cy="112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BE027D5-7FB3-C6BB-272C-053BE78FE47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02181" y="2755712"/>
                  <a:ext cx="133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D49300B-CED2-10AD-B505-351B9AF26841}"/>
                    </a:ext>
                  </a:extLst>
                </p14:cNvPr>
                <p14:cNvContentPartPr/>
                <p14:nvPr/>
              </p14:nvContentPartPr>
              <p14:xfrm>
                <a:off x="2557781" y="2778392"/>
                <a:ext cx="63360" cy="111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D49300B-CED2-10AD-B505-351B9AF268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40141" y="2760392"/>
                  <a:ext cx="99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DBFB075-494A-DD77-861B-08510ECAC9A0}"/>
                    </a:ext>
                  </a:extLst>
                </p14:cNvPr>
                <p14:cNvContentPartPr/>
                <p14:nvPr/>
              </p14:nvContentPartPr>
              <p14:xfrm>
                <a:off x="2577221" y="2615312"/>
                <a:ext cx="12960" cy="4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DBFB075-494A-DD77-861B-08510ECAC9A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559581" y="2597312"/>
                  <a:ext cx="486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7E37474-35B4-CCA2-B6D9-82427A15FF3A}"/>
              </a:ext>
            </a:extLst>
          </p:cNvPr>
          <p:cNvGrpSpPr/>
          <p:nvPr/>
        </p:nvGrpSpPr>
        <p:grpSpPr>
          <a:xfrm>
            <a:off x="2828141" y="2667152"/>
            <a:ext cx="408600" cy="282600"/>
            <a:chOff x="2828141" y="2667152"/>
            <a:chExt cx="40860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841C706-EC8B-5B93-9867-CEAE4B133004}"/>
                    </a:ext>
                  </a:extLst>
                </p14:cNvPr>
                <p14:cNvContentPartPr/>
                <p14:nvPr/>
              </p14:nvContentPartPr>
              <p14:xfrm>
                <a:off x="2828141" y="2815472"/>
                <a:ext cx="66600" cy="123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841C706-EC8B-5B93-9867-CEAE4B1330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0141" y="2797472"/>
                  <a:ext cx="102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D75038C-69DF-C5A3-1032-0E483DA6AF04}"/>
                    </a:ext>
                  </a:extLst>
                </p14:cNvPr>
                <p14:cNvContentPartPr/>
                <p14:nvPr/>
              </p14:nvContentPartPr>
              <p14:xfrm>
                <a:off x="2960981" y="2667152"/>
                <a:ext cx="275760" cy="282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D75038C-69DF-C5A3-1032-0E483DA6AF0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43341" y="2649152"/>
                  <a:ext cx="31140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7BEEA41-EB95-B307-991F-7271AE40E354}"/>
              </a:ext>
            </a:extLst>
          </p:cNvPr>
          <p:cNvGrpSpPr/>
          <p:nvPr/>
        </p:nvGrpSpPr>
        <p:grpSpPr>
          <a:xfrm>
            <a:off x="3608621" y="2537552"/>
            <a:ext cx="871560" cy="375120"/>
            <a:chOff x="3608621" y="2537552"/>
            <a:chExt cx="8715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8B145C-3C64-C9E6-3D29-5290E89C7266}"/>
                    </a:ext>
                  </a:extLst>
                </p14:cNvPr>
                <p14:cNvContentPartPr/>
                <p14:nvPr/>
              </p14:nvContentPartPr>
              <p14:xfrm>
                <a:off x="3608621" y="2772632"/>
                <a:ext cx="449280" cy="140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8B145C-3C64-C9E6-3D29-5290E89C726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90981" y="2754632"/>
                  <a:ext cx="484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DC22223-257B-2F29-5030-B0D7D4AD49F9}"/>
                    </a:ext>
                  </a:extLst>
                </p14:cNvPr>
                <p14:cNvContentPartPr/>
                <p14:nvPr/>
              </p14:nvContentPartPr>
              <p14:xfrm>
                <a:off x="4181381" y="2708192"/>
                <a:ext cx="37080" cy="133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DC22223-257B-2F29-5030-B0D7D4AD49F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63741" y="2690192"/>
                  <a:ext cx="72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238E5F3-72E4-6847-BF67-12887B834EA1}"/>
                    </a:ext>
                  </a:extLst>
                </p14:cNvPr>
                <p14:cNvContentPartPr/>
                <p14:nvPr/>
              </p14:nvContentPartPr>
              <p14:xfrm>
                <a:off x="4175261" y="2537552"/>
                <a:ext cx="10800" cy="3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238E5F3-72E4-6847-BF67-12887B834E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57261" y="2519912"/>
                  <a:ext cx="46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41D1E11-618D-4A5A-5317-BFCE051DF881}"/>
                    </a:ext>
                  </a:extLst>
                </p14:cNvPr>
                <p14:cNvContentPartPr/>
                <p14:nvPr/>
              </p14:nvContentPartPr>
              <p14:xfrm>
                <a:off x="4336901" y="2559152"/>
                <a:ext cx="74880" cy="272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41D1E11-618D-4A5A-5317-BFCE051DF88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18901" y="2541512"/>
                  <a:ext cx="1105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98F9D5-B1D5-DBB0-57BD-A135D7E98A2F}"/>
                    </a:ext>
                  </a:extLst>
                </p14:cNvPr>
                <p14:cNvContentPartPr/>
                <p14:nvPr/>
              </p14:nvContentPartPr>
              <p14:xfrm>
                <a:off x="4332581" y="2686232"/>
                <a:ext cx="147600" cy="25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98F9D5-B1D5-DBB0-57BD-A135D7E98A2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14581" y="2668232"/>
                  <a:ext cx="18324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1872313-82FC-E5DF-5D23-BD089C812129}"/>
              </a:ext>
            </a:extLst>
          </p:cNvPr>
          <p:cNvGrpSpPr/>
          <p:nvPr/>
        </p:nvGrpSpPr>
        <p:grpSpPr>
          <a:xfrm>
            <a:off x="2441501" y="1033112"/>
            <a:ext cx="1851840" cy="585000"/>
            <a:chOff x="2441501" y="1033112"/>
            <a:chExt cx="185184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50C0F83-A3A6-9E01-EAD9-E8FC8F83DA3A}"/>
                    </a:ext>
                  </a:extLst>
                </p14:cNvPr>
                <p14:cNvContentPartPr/>
                <p14:nvPr/>
              </p14:nvContentPartPr>
              <p14:xfrm>
                <a:off x="2441501" y="1033112"/>
                <a:ext cx="244800" cy="585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50C0F83-A3A6-9E01-EAD9-E8FC8F83DA3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23501" y="1015112"/>
                  <a:ext cx="28044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ED7956-1337-4661-B664-8743E34E9B3F}"/>
                    </a:ext>
                  </a:extLst>
                </p14:cNvPr>
                <p14:cNvContentPartPr/>
                <p14:nvPr/>
              </p14:nvContentPartPr>
              <p14:xfrm>
                <a:off x="2795021" y="1265312"/>
                <a:ext cx="48600" cy="271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ED7956-1337-4661-B664-8743E34E9B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7021" y="1247312"/>
                  <a:ext cx="84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BCAA81-71E2-5DE7-DD71-B3B03DC27D29}"/>
                    </a:ext>
                  </a:extLst>
                </p14:cNvPr>
                <p14:cNvContentPartPr/>
                <p14:nvPr/>
              </p14:nvContentPartPr>
              <p14:xfrm>
                <a:off x="2747501" y="1273592"/>
                <a:ext cx="117720" cy="77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BCAA81-71E2-5DE7-DD71-B3B03DC27D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29501" y="1255592"/>
                  <a:ext cx="153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25461B3-11AE-5BBB-B4DD-65E2A58BE1DF}"/>
                    </a:ext>
                  </a:extLst>
                </p14:cNvPr>
                <p14:cNvContentPartPr/>
                <p14:nvPr/>
              </p14:nvContentPartPr>
              <p14:xfrm>
                <a:off x="2908781" y="1226432"/>
                <a:ext cx="203400" cy="138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25461B3-11AE-5BBB-B4DD-65E2A58BE1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91141" y="1208792"/>
                  <a:ext cx="239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395AE39-4D7E-1303-E863-5406DA5EBED9}"/>
                    </a:ext>
                  </a:extLst>
                </p14:cNvPr>
                <p14:cNvContentPartPr/>
                <p14:nvPr/>
              </p14:nvContentPartPr>
              <p14:xfrm>
                <a:off x="3209381" y="1271792"/>
                <a:ext cx="160200" cy="189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395AE39-4D7E-1303-E863-5406DA5EBED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91741" y="1253792"/>
                  <a:ext cx="195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FEF526D-1064-C9BB-3902-F8AEB10CA717}"/>
                    </a:ext>
                  </a:extLst>
                </p14:cNvPr>
                <p14:cNvContentPartPr/>
                <p14:nvPr/>
              </p14:nvContentPartPr>
              <p14:xfrm>
                <a:off x="3480101" y="1291592"/>
                <a:ext cx="112680" cy="175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FEF526D-1064-C9BB-3902-F8AEB10CA7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62461" y="1273592"/>
                  <a:ext cx="148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2BDC205-1B07-405F-6AA4-7C51C1E52E11}"/>
                    </a:ext>
                  </a:extLst>
                </p14:cNvPr>
                <p14:cNvContentPartPr/>
                <p14:nvPr/>
              </p14:nvContentPartPr>
              <p14:xfrm>
                <a:off x="3684221" y="1323992"/>
                <a:ext cx="18720" cy="116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2BDC205-1B07-405F-6AA4-7C51C1E52E1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666221" y="1305992"/>
                  <a:ext cx="54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E4D37D4-C098-0067-7853-47BFB419B7C5}"/>
                    </a:ext>
                  </a:extLst>
                </p14:cNvPr>
                <p14:cNvContentPartPr/>
                <p14:nvPr/>
              </p14:nvContentPartPr>
              <p14:xfrm>
                <a:off x="3718421" y="1218872"/>
                <a:ext cx="30240" cy="51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E4D37D4-C098-0067-7853-47BFB419B7C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00421" y="1200872"/>
                  <a:ext cx="65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2069D45-A629-01A7-D9DD-5B6BF0F67C28}"/>
                    </a:ext>
                  </a:extLst>
                </p14:cNvPr>
                <p14:cNvContentPartPr/>
                <p14:nvPr/>
              </p14:nvContentPartPr>
              <p14:xfrm>
                <a:off x="3881861" y="1339472"/>
                <a:ext cx="66960" cy="11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2069D45-A629-01A7-D9DD-5B6BF0F67C2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864221" y="1321832"/>
                  <a:ext cx="102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D344F5-32BD-B83E-E502-82EF5EE115DB}"/>
                    </a:ext>
                  </a:extLst>
                </p14:cNvPr>
                <p14:cNvContentPartPr/>
                <p14:nvPr/>
              </p14:nvContentPartPr>
              <p14:xfrm>
                <a:off x="4034141" y="1347752"/>
                <a:ext cx="174600" cy="87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D344F5-32BD-B83E-E502-82EF5EE115D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16141" y="1329752"/>
                  <a:ext cx="210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768E81-FE32-DBDA-CBB7-E8CEF8129CE8}"/>
                    </a:ext>
                  </a:extLst>
                </p14:cNvPr>
                <p14:cNvContentPartPr/>
                <p14:nvPr/>
              </p14:nvContentPartPr>
              <p14:xfrm>
                <a:off x="4243301" y="1146872"/>
                <a:ext cx="50040" cy="263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768E81-FE32-DBDA-CBB7-E8CEF8129CE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25301" y="1129232"/>
                  <a:ext cx="856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001B70A-B684-ACC5-BA4F-3395F5C0E2DB}"/>
              </a:ext>
            </a:extLst>
          </p:cNvPr>
          <p:cNvGrpSpPr/>
          <p:nvPr/>
        </p:nvGrpSpPr>
        <p:grpSpPr>
          <a:xfrm>
            <a:off x="4607981" y="1065152"/>
            <a:ext cx="905760" cy="382320"/>
            <a:chOff x="4607981" y="1065152"/>
            <a:chExt cx="9057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24D3F16-1165-F37B-1D53-B3D0AE7E1660}"/>
                    </a:ext>
                  </a:extLst>
                </p14:cNvPr>
                <p14:cNvContentPartPr/>
                <p14:nvPr/>
              </p14:nvContentPartPr>
              <p14:xfrm>
                <a:off x="4607981" y="1318232"/>
                <a:ext cx="241560" cy="120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24D3F16-1165-F37B-1D53-B3D0AE7E166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590341" y="1300232"/>
                  <a:ext cx="277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A012BAB-24A0-8141-DD6D-E0B354A46ECF}"/>
                    </a:ext>
                  </a:extLst>
                </p14:cNvPr>
                <p14:cNvContentPartPr/>
                <p14:nvPr/>
              </p14:nvContentPartPr>
              <p14:xfrm>
                <a:off x="4924781" y="1287992"/>
                <a:ext cx="74880" cy="139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A012BAB-24A0-8141-DD6D-E0B354A46EC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07141" y="1270352"/>
                  <a:ext cx="110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6FB4901-CFD9-93FA-B196-BBBFB93159CC}"/>
                    </a:ext>
                  </a:extLst>
                </p14:cNvPr>
                <p14:cNvContentPartPr/>
                <p14:nvPr/>
              </p14:nvContentPartPr>
              <p14:xfrm>
                <a:off x="5067701" y="1295192"/>
                <a:ext cx="118800" cy="110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6FB4901-CFD9-93FA-B196-BBBFB93159C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50061" y="1277552"/>
                  <a:ext cx="154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C2D43B7-573D-8926-61A8-2E1BB14831D3}"/>
                    </a:ext>
                  </a:extLst>
                </p14:cNvPr>
                <p14:cNvContentPartPr/>
                <p14:nvPr/>
              </p14:nvContentPartPr>
              <p14:xfrm>
                <a:off x="5273981" y="1286912"/>
                <a:ext cx="56880" cy="100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C2D43B7-573D-8926-61A8-2E1BB14831D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256341" y="1269272"/>
                  <a:ext cx="92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17F3F56-E7A6-A84A-DF13-245DD68F8E23}"/>
                    </a:ext>
                  </a:extLst>
                </p14:cNvPr>
                <p14:cNvContentPartPr/>
                <p14:nvPr/>
              </p14:nvContentPartPr>
              <p14:xfrm>
                <a:off x="5434181" y="1065152"/>
                <a:ext cx="79560" cy="382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17F3F56-E7A6-A84A-DF13-245DD68F8E2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16181" y="1047152"/>
                  <a:ext cx="11520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40AD386-D373-1911-CC22-43E01583B3A5}"/>
              </a:ext>
            </a:extLst>
          </p:cNvPr>
          <p:cNvGrpSpPr/>
          <p:nvPr/>
        </p:nvGrpSpPr>
        <p:grpSpPr>
          <a:xfrm>
            <a:off x="604781" y="4164752"/>
            <a:ext cx="871200" cy="332640"/>
            <a:chOff x="604781" y="4164752"/>
            <a:chExt cx="87120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F0D5F01-D831-822E-A548-22A54EA2BCDC}"/>
                    </a:ext>
                  </a:extLst>
                </p14:cNvPr>
                <p14:cNvContentPartPr/>
                <p14:nvPr/>
              </p14:nvContentPartPr>
              <p14:xfrm>
                <a:off x="604781" y="4192112"/>
                <a:ext cx="250920" cy="51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F0D5F01-D831-822E-A548-22A54EA2BCD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7141" y="4174112"/>
                  <a:ext cx="286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214AFBA-45E5-C56D-646B-F7A14BE46488}"/>
                    </a:ext>
                  </a:extLst>
                </p14:cNvPr>
                <p14:cNvContentPartPr/>
                <p14:nvPr/>
              </p14:nvContentPartPr>
              <p14:xfrm>
                <a:off x="753461" y="4211552"/>
                <a:ext cx="34920" cy="285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214AFBA-45E5-C56D-646B-F7A14BE4648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5821" y="4193552"/>
                  <a:ext cx="70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1815DA-D5DF-6A9D-A73F-4F52AD5D7D84}"/>
                    </a:ext>
                  </a:extLst>
                </p14:cNvPr>
                <p14:cNvContentPartPr/>
                <p14:nvPr/>
              </p14:nvContentPartPr>
              <p14:xfrm>
                <a:off x="949661" y="4164752"/>
                <a:ext cx="242280" cy="224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1815DA-D5DF-6A9D-A73F-4F52AD5D7D8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2021" y="4146752"/>
                  <a:ext cx="277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013DD2C-8B83-8877-7330-DFDC437DBF18}"/>
                    </a:ext>
                  </a:extLst>
                </p14:cNvPr>
                <p14:cNvContentPartPr/>
                <p14:nvPr/>
              </p14:nvContentPartPr>
              <p14:xfrm>
                <a:off x="1250261" y="4212992"/>
                <a:ext cx="225720" cy="174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013DD2C-8B83-8877-7330-DFDC437DBF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32261" y="4195352"/>
                  <a:ext cx="26136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8F64041-8EAC-D03E-EB57-243A45489794}"/>
              </a:ext>
            </a:extLst>
          </p:cNvPr>
          <p:cNvGrpSpPr/>
          <p:nvPr/>
        </p:nvGrpSpPr>
        <p:grpSpPr>
          <a:xfrm>
            <a:off x="1647341" y="4144592"/>
            <a:ext cx="1181520" cy="272520"/>
            <a:chOff x="1647341" y="4144592"/>
            <a:chExt cx="118152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5A9441E-E49D-D200-6EC5-82BB4DD3698A}"/>
                    </a:ext>
                  </a:extLst>
                </p14:cNvPr>
                <p14:cNvContentPartPr/>
                <p14:nvPr/>
              </p14:nvContentPartPr>
              <p14:xfrm>
                <a:off x="1647341" y="4270952"/>
                <a:ext cx="378360" cy="122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5A9441E-E49D-D200-6EC5-82BB4DD3698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29701" y="4252952"/>
                  <a:ext cx="414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E71046D-56CE-2A8C-75DA-B5FB51A6DF0C}"/>
                    </a:ext>
                  </a:extLst>
                </p14:cNvPr>
                <p14:cNvContentPartPr/>
                <p14:nvPr/>
              </p14:nvContentPartPr>
              <p14:xfrm>
                <a:off x="2072501" y="4315592"/>
                <a:ext cx="3708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E71046D-56CE-2A8C-75DA-B5FB51A6DF0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54861" y="4297592"/>
                  <a:ext cx="72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F636DFF-232B-73D0-0455-4DFF2AC20167}"/>
                    </a:ext>
                  </a:extLst>
                </p14:cNvPr>
                <p14:cNvContentPartPr/>
                <p14:nvPr/>
              </p14:nvContentPartPr>
              <p14:xfrm>
                <a:off x="2093741" y="4144592"/>
                <a:ext cx="31320" cy="70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F636DFF-232B-73D0-0455-4DFF2AC2016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075741" y="4126592"/>
                  <a:ext cx="66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47A083-9321-4595-29A8-4AA4E7BF712F}"/>
                    </a:ext>
                  </a:extLst>
                </p14:cNvPr>
                <p14:cNvContentPartPr/>
                <p14:nvPr/>
              </p14:nvContentPartPr>
              <p14:xfrm>
                <a:off x="2228741" y="4248272"/>
                <a:ext cx="106560" cy="162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47A083-9321-4595-29A8-4AA4E7BF71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10741" y="4230632"/>
                  <a:ext cx="142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780DC55-99DB-92C0-7102-45C74D0860E6}"/>
                    </a:ext>
                  </a:extLst>
                </p14:cNvPr>
                <p14:cNvContentPartPr/>
                <p14:nvPr/>
              </p14:nvContentPartPr>
              <p14:xfrm>
                <a:off x="2446901" y="4182752"/>
                <a:ext cx="66960" cy="228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780DC55-99DB-92C0-7102-45C74D0860E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429261" y="4164752"/>
                  <a:ext cx="102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BEB291C-5D9B-F25E-6D2E-94461372AE75}"/>
                    </a:ext>
                  </a:extLst>
                </p14:cNvPr>
                <p14:cNvContentPartPr/>
                <p14:nvPr/>
              </p14:nvContentPartPr>
              <p14:xfrm>
                <a:off x="2445821" y="4277072"/>
                <a:ext cx="118080" cy="50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BEB291C-5D9B-F25E-6D2E-94461372AE7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28181" y="4259072"/>
                  <a:ext cx="153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0BC7135-BE30-E628-9183-A4F4A6D0BBB5}"/>
                    </a:ext>
                  </a:extLst>
                </p14:cNvPr>
                <p14:cNvContentPartPr/>
                <p14:nvPr/>
              </p14:nvContentPartPr>
              <p14:xfrm>
                <a:off x="2645981" y="4286792"/>
                <a:ext cx="71280" cy="117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0BC7135-BE30-E628-9183-A4F4A6D0BBB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627981" y="4268792"/>
                  <a:ext cx="1069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0997A3E-9F7D-6666-D2B4-52FDAA0CC706}"/>
                    </a:ext>
                  </a:extLst>
                </p14:cNvPr>
                <p14:cNvContentPartPr/>
                <p14:nvPr/>
              </p14:nvContentPartPr>
              <p14:xfrm>
                <a:off x="2771981" y="4232432"/>
                <a:ext cx="56880" cy="148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0997A3E-9F7D-6666-D2B4-52FDAA0CC70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53981" y="4214792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9450664-D402-3BFE-98D1-908759FD8FD5}"/>
                  </a:ext>
                </a:extLst>
              </p14:cNvPr>
              <p14:cNvContentPartPr/>
              <p14:nvPr/>
            </p14:nvContentPartPr>
            <p14:xfrm>
              <a:off x="3210101" y="4054952"/>
              <a:ext cx="139320" cy="4320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9450664-D402-3BFE-98D1-908759FD8FD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192461" y="4037312"/>
                <a:ext cx="174960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A50D327-B234-5D9D-9DB1-BA4781F8574F}"/>
              </a:ext>
            </a:extLst>
          </p:cNvPr>
          <p:cNvGrpSpPr/>
          <p:nvPr/>
        </p:nvGrpSpPr>
        <p:grpSpPr>
          <a:xfrm>
            <a:off x="3540221" y="4145672"/>
            <a:ext cx="1117080" cy="258840"/>
            <a:chOff x="3540221" y="4145672"/>
            <a:chExt cx="111708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A3DD3B-4363-61A9-CE78-CC114BCBDA3B}"/>
                    </a:ext>
                  </a:extLst>
                </p14:cNvPr>
                <p14:cNvContentPartPr/>
                <p14:nvPr/>
              </p14:nvContentPartPr>
              <p14:xfrm>
                <a:off x="3540221" y="4145672"/>
                <a:ext cx="111240" cy="201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A3DD3B-4363-61A9-CE78-CC114BCBDA3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522221" y="4128032"/>
                  <a:ext cx="146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84539E7-A384-0453-ECA8-87D888EFF544}"/>
                    </a:ext>
                  </a:extLst>
                </p14:cNvPr>
                <p14:cNvContentPartPr/>
                <p14:nvPr/>
              </p14:nvContentPartPr>
              <p14:xfrm>
                <a:off x="3750461" y="4189232"/>
                <a:ext cx="133920" cy="149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84539E7-A384-0453-ECA8-87D888EFF54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32821" y="4171232"/>
                  <a:ext cx="169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C659CDC-24E4-8713-9185-D63504461F12}"/>
                    </a:ext>
                  </a:extLst>
                </p14:cNvPr>
                <p14:cNvContentPartPr/>
                <p14:nvPr/>
              </p14:nvContentPartPr>
              <p14:xfrm>
                <a:off x="3947381" y="4225232"/>
                <a:ext cx="318240" cy="11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C659CDC-24E4-8713-9185-D63504461F1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29381" y="4207232"/>
                  <a:ext cx="353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EE17316-6F87-1FB1-D657-195043CDF5C8}"/>
                    </a:ext>
                  </a:extLst>
                </p14:cNvPr>
                <p14:cNvContentPartPr/>
                <p14:nvPr/>
              </p14:nvContentPartPr>
              <p14:xfrm>
                <a:off x="4363541" y="4252952"/>
                <a:ext cx="81000" cy="151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EE17316-6F87-1FB1-D657-195043CDF5C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45541" y="4234952"/>
                  <a:ext cx="116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6119075-C81A-0A97-0A5A-E7548635B76D}"/>
                    </a:ext>
                  </a:extLst>
                </p14:cNvPr>
                <p14:cNvContentPartPr/>
                <p14:nvPr/>
              </p14:nvContentPartPr>
              <p14:xfrm>
                <a:off x="4564781" y="4230992"/>
                <a:ext cx="92520" cy="126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6119075-C81A-0A97-0A5A-E7548635B76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46781" y="4213352"/>
                  <a:ext cx="128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C1AB7D2-E9AD-9DF2-B3BA-46B6C94B0061}"/>
              </a:ext>
            </a:extLst>
          </p:cNvPr>
          <p:cNvGrpSpPr/>
          <p:nvPr/>
        </p:nvGrpSpPr>
        <p:grpSpPr>
          <a:xfrm>
            <a:off x="5030621" y="4044512"/>
            <a:ext cx="1973160" cy="472680"/>
            <a:chOff x="5030621" y="4044512"/>
            <a:chExt cx="197316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FEEA99A-D626-09E2-8EBB-B235207B3E6B}"/>
                    </a:ext>
                  </a:extLst>
                </p14:cNvPr>
                <p14:cNvContentPartPr/>
                <p14:nvPr/>
              </p14:nvContentPartPr>
              <p14:xfrm>
                <a:off x="5030621" y="4223432"/>
                <a:ext cx="85320" cy="136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FEEA99A-D626-09E2-8EBB-B235207B3E6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012981" y="4205432"/>
                  <a:ext cx="120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FFDFDF2-EF95-9268-366B-49727A71164B}"/>
                    </a:ext>
                  </a:extLst>
                </p14:cNvPr>
                <p14:cNvContentPartPr/>
                <p14:nvPr/>
              </p14:nvContentPartPr>
              <p14:xfrm>
                <a:off x="5190101" y="4218392"/>
                <a:ext cx="86040" cy="147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FFDFDF2-EF95-9268-366B-49727A71164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172101" y="4200392"/>
                  <a:ext cx="121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8C68E3E-D589-3489-C222-CCE6A067D124}"/>
                    </a:ext>
                  </a:extLst>
                </p14:cNvPr>
                <p14:cNvContentPartPr/>
                <p14:nvPr/>
              </p14:nvContentPartPr>
              <p14:xfrm>
                <a:off x="5356781" y="4237472"/>
                <a:ext cx="93600" cy="154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8C68E3E-D589-3489-C222-CCE6A067D12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38781" y="4219832"/>
                  <a:ext cx="129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82226D9-818B-2009-BF83-9422DDE2B804}"/>
                    </a:ext>
                  </a:extLst>
                </p14:cNvPr>
                <p14:cNvContentPartPr/>
                <p14:nvPr/>
              </p14:nvContentPartPr>
              <p14:xfrm>
                <a:off x="5524181" y="4277072"/>
                <a:ext cx="56160" cy="94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82226D9-818B-2009-BF83-9422DDE2B80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506181" y="4259432"/>
                  <a:ext cx="91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875D712-EA4D-C471-9DA2-22E89A78C8EF}"/>
                    </a:ext>
                  </a:extLst>
                </p14:cNvPr>
                <p14:cNvContentPartPr/>
                <p14:nvPr/>
              </p14:nvContentPartPr>
              <p14:xfrm>
                <a:off x="5532821" y="4116872"/>
                <a:ext cx="29520" cy="43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875D712-EA4D-C471-9DA2-22E89A78C8E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15181" y="4099232"/>
                  <a:ext cx="65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3AD0401-349B-CB92-11C8-B774F6EB20F4}"/>
                    </a:ext>
                  </a:extLst>
                </p14:cNvPr>
                <p14:cNvContentPartPr/>
                <p14:nvPr/>
              </p14:nvContentPartPr>
              <p14:xfrm>
                <a:off x="5672501" y="4207232"/>
                <a:ext cx="78840" cy="162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3AD0401-349B-CB92-11C8-B774F6EB20F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54861" y="4189232"/>
                  <a:ext cx="114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8DAEAE2-88F3-51A4-55B6-9003BBB61773}"/>
                    </a:ext>
                  </a:extLst>
                </p14:cNvPr>
                <p14:cNvContentPartPr/>
                <p14:nvPr/>
              </p14:nvContentPartPr>
              <p14:xfrm>
                <a:off x="5821181" y="4108952"/>
                <a:ext cx="84600" cy="206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8DAEAE2-88F3-51A4-55B6-9003BBB617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03541" y="4090952"/>
                  <a:ext cx="120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12D76BD-07DB-42E5-A271-690F4CCE7952}"/>
                    </a:ext>
                  </a:extLst>
                </p14:cNvPr>
                <p14:cNvContentPartPr/>
                <p14:nvPr/>
              </p14:nvContentPartPr>
              <p14:xfrm>
                <a:off x="5840261" y="4227752"/>
                <a:ext cx="86040" cy="21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12D76BD-07DB-42E5-A271-690F4CCE795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22261" y="4209752"/>
                  <a:ext cx="121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66E3C8-4A30-2673-D26A-3247D3C47736}"/>
                    </a:ext>
                  </a:extLst>
                </p14:cNvPr>
                <p14:cNvContentPartPr/>
                <p14:nvPr/>
              </p14:nvContentPartPr>
              <p14:xfrm>
                <a:off x="6038621" y="4237472"/>
                <a:ext cx="324720" cy="109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66E3C8-4A30-2673-D26A-3247D3C4773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20621" y="4219832"/>
                  <a:ext cx="360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6C4A6D2-FC93-8586-2FD2-8AAB37B46737}"/>
                    </a:ext>
                  </a:extLst>
                </p14:cNvPr>
                <p14:cNvContentPartPr/>
                <p14:nvPr/>
              </p14:nvContentPartPr>
              <p14:xfrm>
                <a:off x="6466301" y="4232072"/>
                <a:ext cx="49680" cy="111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6C4A6D2-FC93-8586-2FD2-8AAB37B4673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448661" y="4214072"/>
                  <a:ext cx="85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08D1747-85E7-0B83-2F8D-CE479AB40CCD}"/>
                    </a:ext>
                  </a:extLst>
                </p14:cNvPr>
                <p14:cNvContentPartPr/>
                <p14:nvPr/>
              </p14:nvContentPartPr>
              <p14:xfrm>
                <a:off x="6594101" y="4222712"/>
                <a:ext cx="140760" cy="11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08D1747-85E7-0B83-2F8D-CE479AB40CC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576461" y="4204712"/>
                  <a:ext cx="176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B533A5F-241C-5D4A-C489-012675BD9D4C}"/>
                    </a:ext>
                  </a:extLst>
                </p14:cNvPr>
                <p14:cNvContentPartPr/>
                <p14:nvPr/>
              </p14:nvContentPartPr>
              <p14:xfrm>
                <a:off x="6856901" y="4044512"/>
                <a:ext cx="146880" cy="472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B533A5F-241C-5D4A-C489-012675BD9D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838901" y="4026512"/>
                  <a:ext cx="182520" cy="50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261D792-6FE8-1C10-93C8-0998B85837E0}"/>
              </a:ext>
            </a:extLst>
          </p:cNvPr>
          <p:cNvGrpSpPr/>
          <p:nvPr/>
        </p:nvGrpSpPr>
        <p:grpSpPr>
          <a:xfrm>
            <a:off x="3986621" y="4670552"/>
            <a:ext cx="914400" cy="252000"/>
            <a:chOff x="3986621" y="4670552"/>
            <a:chExt cx="91440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D3376E1-4A93-7607-743E-4EB0169F9E6E}"/>
                    </a:ext>
                  </a:extLst>
                </p14:cNvPr>
                <p14:cNvContentPartPr/>
                <p14:nvPr/>
              </p14:nvContentPartPr>
              <p14:xfrm>
                <a:off x="3986621" y="4721312"/>
                <a:ext cx="144360" cy="201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D3376E1-4A93-7607-743E-4EB0169F9E6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68621" y="4703312"/>
                  <a:ext cx="180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53B1D9E-8E6B-E1F1-B309-D2AB0E7EA5F1}"/>
                    </a:ext>
                  </a:extLst>
                </p14:cNvPr>
                <p14:cNvContentPartPr/>
                <p14:nvPr/>
              </p14:nvContentPartPr>
              <p14:xfrm>
                <a:off x="4189661" y="4803032"/>
                <a:ext cx="187920" cy="1119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53B1D9E-8E6B-E1F1-B309-D2AB0E7EA5F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172021" y="4785032"/>
                  <a:ext cx="223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D146CAB-1819-DC12-47A8-B593CEDB920F}"/>
                    </a:ext>
                  </a:extLst>
                </p14:cNvPr>
                <p14:cNvContentPartPr/>
                <p14:nvPr/>
              </p14:nvContentPartPr>
              <p14:xfrm>
                <a:off x="4418261" y="4773512"/>
                <a:ext cx="98280" cy="146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D146CAB-1819-DC12-47A8-B593CEDB920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400621" y="4755872"/>
                  <a:ext cx="133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78015EF-C7BF-4F57-3125-5BA8891DFBF9}"/>
                    </a:ext>
                  </a:extLst>
                </p14:cNvPr>
                <p14:cNvContentPartPr/>
                <p14:nvPr/>
              </p14:nvContentPartPr>
              <p14:xfrm>
                <a:off x="4523381" y="4808432"/>
                <a:ext cx="147960" cy="110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78015EF-C7BF-4F57-3125-5BA8891DFBF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505741" y="4790792"/>
                  <a:ext cx="183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E0D01C4-86F4-93BD-FFF8-695E180A2CAC}"/>
                    </a:ext>
                  </a:extLst>
                </p14:cNvPr>
                <p14:cNvContentPartPr/>
                <p14:nvPr/>
              </p14:nvContentPartPr>
              <p14:xfrm>
                <a:off x="4770341" y="4670552"/>
                <a:ext cx="130680" cy="241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E0D01C4-86F4-93BD-FFF8-695E180A2CA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52341" y="4652552"/>
                  <a:ext cx="16632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D4163AF-EDC7-374E-6110-62445129BC08}"/>
              </a:ext>
            </a:extLst>
          </p:cNvPr>
          <p:cNvGrpSpPr/>
          <p:nvPr/>
        </p:nvGrpSpPr>
        <p:grpSpPr>
          <a:xfrm>
            <a:off x="5203781" y="4793312"/>
            <a:ext cx="408240" cy="146880"/>
            <a:chOff x="5203781" y="4793312"/>
            <a:chExt cx="4082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CB838ED-7C5A-CEC4-FF8B-EEC340C1CEDE}"/>
                    </a:ext>
                  </a:extLst>
                </p14:cNvPr>
                <p14:cNvContentPartPr/>
                <p14:nvPr/>
              </p14:nvContentPartPr>
              <p14:xfrm>
                <a:off x="5203781" y="4793312"/>
                <a:ext cx="95400" cy="146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CB838ED-7C5A-CEC4-FF8B-EEC340C1CED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86141" y="4775312"/>
                  <a:ext cx="131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03B0EC4-6C84-CD8E-815F-3A4CB74B0497}"/>
                    </a:ext>
                  </a:extLst>
                </p14:cNvPr>
                <p14:cNvContentPartPr/>
                <p14:nvPr/>
              </p14:nvContentPartPr>
              <p14:xfrm>
                <a:off x="5394581" y="4823552"/>
                <a:ext cx="217440" cy="97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03B0EC4-6C84-CD8E-815F-3A4CB74B049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76941" y="4805552"/>
                  <a:ext cx="25308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C4010F7-005C-FF06-2DC3-48CF644E7BEC}"/>
              </a:ext>
            </a:extLst>
          </p:cNvPr>
          <p:cNvGrpSpPr/>
          <p:nvPr/>
        </p:nvGrpSpPr>
        <p:grpSpPr>
          <a:xfrm>
            <a:off x="5831621" y="4713392"/>
            <a:ext cx="992160" cy="356760"/>
            <a:chOff x="5831621" y="4713392"/>
            <a:chExt cx="99216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4DA2E7E-85CC-5193-15E0-783A1D6D6AF2}"/>
                    </a:ext>
                  </a:extLst>
                </p14:cNvPr>
                <p14:cNvContentPartPr/>
                <p14:nvPr/>
              </p14:nvContentPartPr>
              <p14:xfrm>
                <a:off x="5912261" y="4713392"/>
                <a:ext cx="82440" cy="246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4DA2E7E-85CC-5193-15E0-783A1D6D6A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894261" y="4695392"/>
                  <a:ext cx="118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FA1934D-2AA6-0C47-D1F7-377938C9F9ED}"/>
                    </a:ext>
                  </a:extLst>
                </p14:cNvPr>
                <p14:cNvContentPartPr/>
                <p14:nvPr/>
              </p14:nvContentPartPr>
              <p14:xfrm>
                <a:off x="5831621" y="4773512"/>
                <a:ext cx="240120" cy="49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FA1934D-2AA6-0C47-D1F7-377938C9F9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813621" y="4755512"/>
                  <a:ext cx="275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710A477-36F6-63FD-8B17-18177ACCCA84}"/>
                    </a:ext>
                  </a:extLst>
                </p14:cNvPr>
                <p14:cNvContentPartPr/>
                <p14:nvPr/>
              </p14:nvContentPartPr>
              <p14:xfrm>
                <a:off x="6097301" y="4758752"/>
                <a:ext cx="436680" cy="135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710A477-36F6-63FD-8B17-18177ACCCA8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079301" y="4740752"/>
                  <a:ext cx="472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8A449B5-22DC-1D7D-3BE9-317C645BC5A4}"/>
                    </a:ext>
                  </a:extLst>
                </p14:cNvPr>
                <p14:cNvContentPartPr/>
                <p14:nvPr/>
              </p14:nvContentPartPr>
              <p14:xfrm>
                <a:off x="6602021" y="4749392"/>
                <a:ext cx="69120" cy="320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8A449B5-22DC-1D7D-3BE9-317C645BC5A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584021" y="4731752"/>
                  <a:ext cx="1047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036D0CB-1807-1486-DB82-CB34DAE0EC6A}"/>
                    </a:ext>
                  </a:extLst>
                </p14:cNvPr>
                <p14:cNvContentPartPr/>
                <p14:nvPr/>
              </p14:nvContentPartPr>
              <p14:xfrm>
                <a:off x="6645581" y="4777832"/>
                <a:ext cx="109440" cy="107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036D0CB-1807-1486-DB82-CB34DAE0EC6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627581" y="4759832"/>
                  <a:ext cx="145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340A7ED-766B-0E79-130C-D4CD1E533C33}"/>
                    </a:ext>
                  </a:extLst>
                </p14:cNvPr>
                <p14:cNvContentPartPr/>
                <p14:nvPr/>
              </p14:nvContentPartPr>
              <p14:xfrm>
                <a:off x="6805781" y="4884752"/>
                <a:ext cx="18000" cy="24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340A7ED-766B-0E79-130C-D4CD1E533C3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787781" y="4867112"/>
                  <a:ext cx="53640" cy="6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090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A3A39-789D-87C2-79FB-0E289CE4D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243D15-2F34-3F06-5E37-4A0246F2E340}"/>
              </a:ext>
            </a:extLst>
          </p:cNvPr>
          <p:cNvGrpSpPr/>
          <p:nvPr/>
        </p:nvGrpSpPr>
        <p:grpSpPr>
          <a:xfrm>
            <a:off x="1157197" y="171206"/>
            <a:ext cx="1258200" cy="3757680"/>
            <a:chOff x="1157197" y="171206"/>
            <a:chExt cx="1258200" cy="37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A23305-A42C-CB11-9E1E-F2D05206492B}"/>
                    </a:ext>
                  </a:extLst>
                </p14:cNvPr>
                <p14:cNvContentPartPr/>
                <p14:nvPr/>
              </p14:nvContentPartPr>
              <p14:xfrm>
                <a:off x="1408477" y="602126"/>
                <a:ext cx="42480" cy="81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A23305-A42C-CB11-9E1E-F2D0520649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90837" y="584486"/>
                  <a:ext cx="7812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3D60D9-AA98-1883-0D56-6ABB0FC0FD25}"/>
                    </a:ext>
                  </a:extLst>
                </p14:cNvPr>
                <p14:cNvContentPartPr/>
                <p14:nvPr/>
              </p14:nvContentPartPr>
              <p14:xfrm>
                <a:off x="1353757" y="1454606"/>
                <a:ext cx="194040" cy="38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3D60D9-AA98-1883-0D56-6ABB0FC0FD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5757" y="1436966"/>
                  <a:ext cx="2296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861015-0FEC-952F-077D-1C6DB42424BF}"/>
                    </a:ext>
                  </a:extLst>
                </p14:cNvPr>
                <p14:cNvContentPartPr/>
                <p14:nvPr/>
              </p14:nvContentPartPr>
              <p14:xfrm>
                <a:off x="1431157" y="1825406"/>
                <a:ext cx="129240" cy="753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861015-0FEC-952F-077D-1C6DB42424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3517" y="1807766"/>
                  <a:ext cx="1648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4B342C-5FFF-9EC5-1219-E3D98FFB9D78}"/>
                    </a:ext>
                  </a:extLst>
                </p14:cNvPr>
                <p14:cNvContentPartPr/>
                <p14:nvPr/>
              </p14:nvContentPartPr>
              <p14:xfrm>
                <a:off x="1371037" y="2600126"/>
                <a:ext cx="178560" cy="25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4B342C-5FFF-9EC5-1219-E3D98FFB9D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3037" y="2582486"/>
                  <a:ext cx="214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47E0EC1-3905-4A90-47A9-381947E6A6FE}"/>
                    </a:ext>
                  </a:extLst>
                </p14:cNvPr>
                <p14:cNvContentPartPr/>
                <p14:nvPr/>
              </p14:nvContentPartPr>
              <p14:xfrm>
                <a:off x="1548157" y="2857526"/>
                <a:ext cx="93240" cy="12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47E0EC1-3905-4A90-47A9-381947E6A6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30517" y="2839526"/>
                  <a:ext cx="128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D229BB-355B-E4D8-61DA-D8F18C5B944E}"/>
                    </a:ext>
                  </a:extLst>
                </p14:cNvPr>
                <p14:cNvContentPartPr/>
                <p14:nvPr/>
              </p14:nvContentPartPr>
              <p14:xfrm>
                <a:off x="1560037" y="3015206"/>
                <a:ext cx="83520" cy="68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D229BB-355B-E4D8-61DA-D8F18C5B94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42397" y="2997206"/>
                  <a:ext cx="11916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A3EBAE-F53C-68E3-7BBD-90C5E0CF8D51}"/>
                    </a:ext>
                  </a:extLst>
                </p14:cNvPr>
                <p14:cNvContentPartPr/>
                <p14:nvPr/>
              </p14:nvContentPartPr>
              <p14:xfrm>
                <a:off x="1434757" y="3719726"/>
                <a:ext cx="349920" cy="2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A3EBAE-F53C-68E3-7BBD-90C5E0CF8D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17117" y="3701726"/>
                  <a:ext cx="385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47498C-0E95-0610-0812-6CF30E3C491F}"/>
                    </a:ext>
                  </a:extLst>
                </p14:cNvPr>
                <p14:cNvContentPartPr/>
                <p14:nvPr/>
              </p14:nvContentPartPr>
              <p14:xfrm>
                <a:off x="1541677" y="3760046"/>
                <a:ext cx="163440" cy="10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47498C-0E95-0610-0812-6CF30E3C49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23677" y="3742046"/>
                  <a:ext cx="199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ADC9959-12B6-91DD-DB6E-BFD76D53067D}"/>
                    </a:ext>
                  </a:extLst>
                </p14:cNvPr>
                <p14:cNvContentPartPr/>
                <p14:nvPr/>
              </p14:nvContentPartPr>
              <p14:xfrm>
                <a:off x="1657957" y="3766886"/>
                <a:ext cx="109800" cy="162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ADC9959-12B6-91DD-DB6E-BFD76D53067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40317" y="3749246"/>
                  <a:ext cx="1454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140A72-3116-D17B-7A52-D86F1FD9B8E5}"/>
                    </a:ext>
                  </a:extLst>
                </p14:cNvPr>
                <p14:cNvContentPartPr/>
                <p14:nvPr/>
              </p14:nvContentPartPr>
              <p14:xfrm>
                <a:off x="1157197" y="634526"/>
                <a:ext cx="595800" cy="45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140A72-3116-D17B-7A52-D86F1FD9B8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39197" y="616886"/>
                  <a:ext cx="631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7F9D18-CD1D-E2AB-8D9E-F7FE4E64302A}"/>
                    </a:ext>
                  </a:extLst>
                </p14:cNvPr>
                <p14:cNvContentPartPr/>
                <p14:nvPr/>
              </p14:nvContentPartPr>
              <p14:xfrm>
                <a:off x="1765597" y="1451006"/>
                <a:ext cx="72720" cy="36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7F9D18-CD1D-E2AB-8D9E-F7FE4E6430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7957" y="1433006"/>
                  <a:ext cx="1083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924C4A-9C48-CE24-FABF-6FA0A521710F}"/>
                    </a:ext>
                  </a:extLst>
                </p14:cNvPr>
                <p14:cNvContentPartPr/>
                <p14:nvPr/>
              </p14:nvContentPartPr>
              <p14:xfrm>
                <a:off x="1781077" y="1462886"/>
                <a:ext cx="110520" cy="18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924C4A-9C48-CE24-FABF-6FA0A52171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63437" y="1444886"/>
                  <a:ext cx="146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261778-73A2-D582-FF83-660695B5BD1F}"/>
                    </a:ext>
                  </a:extLst>
                </p14:cNvPr>
                <p14:cNvContentPartPr/>
                <p14:nvPr/>
              </p14:nvContentPartPr>
              <p14:xfrm>
                <a:off x="1984837" y="1604006"/>
                <a:ext cx="159480" cy="4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261778-73A2-D582-FF83-660695B5BD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66837" y="1586366"/>
                  <a:ext cx="195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B3207D-2EE1-3D41-2A83-CAAFF403D029}"/>
                    </a:ext>
                  </a:extLst>
                </p14:cNvPr>
                <p14:cNvContentPartPr/>
                <p14:nvPr/>
              </p14:nvContentPartPr>
              <p14:xfrm>
                <a:off x="2095717" y="1619486"/>
                <a:ext cx="76320" cy="20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B3207D-2EE1-3D41-2A83-CAAFF403D0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7717" y="1601486"/>
                  <a:ext cx="111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6FD949-6FDB-98F8-8D76-134D379E54E6}"/>
                    </a:ext>
                  </a:extLst>
                </p14:cNvPr>
                <p14:cNvContentPartPr/>
                <p14:nvPr/>
              </p14:nvContentPartPr>
              <p14:xfrm>
                <a:off x="1341877" y="1197566"/>
                <a:ext cx="657720" cy="716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6FD949-6FDB-98F8-8D76-134D379E54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4237" y="1179566"/>
                  <a:ext cx="6933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C63A4F-6AFC-6CBB-2BE2-7604CFE898F3}"/>
                    </a:ext>
                  </a:extLst>
                </p14:cNvPr>
                <p14:cNvContentPartPr/>
                <p14:nvPr/>
              </p14:nvContentPartPr>
              <p14:xfrm>
                <a:off x="1819957" y="1180646"/>
                <a:ext cx="204840" cy="14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C63A4F-6AFC-6CBB-2BE2-7604CFE898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02317" y="1162646"/>
                  <a:ext cx="240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1B8069-814F-E960-9EE8-48BAAC552A64}"/>
                    </a:ext>
                  </a:extLst>
                </p14:cNvPr>
                <p14:cNvContentPartPr/>
                <p14:nvPr/>
              </p14:nvContentPartPr>
              <p14:xfrm>
                <a:off x="1859557" y="2664926"/>
                <a:ext cx="57240" cy="32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1B8069-814F-E960-9EE8-48BAAC552A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41557" y="2646926"/>
                  <a:ext cx="928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666A1F-4B7F-B54B-34E5-BDDE9FDDBBCC}"/>
                    </a:ext>
                  </a:extLst>
                </p14:cNvPr>
                <p14:cNvContentPartPr/>
                <p14:nvPr/>
              </p14:nvContentPartPr>
              <p14:xfrm>
                <a:off x="2021197" y="2722166"/>
                <a:ext cx="110880" cy="171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666A1F-4B7F-B54B-34E5-BDDE9FDDBB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03197" y="2704526"/>
                  <a:ext cx="146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8B76800-0319-A4E9-DDC4-D51866829447}"/>
                    </a:ext>
                  </a:extLst>
                </p14:cNvPr>
                <p14:cNvContentPartPr/>
                <p14:nvPr/>
              </p14:nvContentPartPr>
              <p14:xfrm>
                <a:off x="2246197" y="2648006"/>
                <a:ext cx="64080" cy="219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8B76800-0319-A4E9-DDC4-D518668294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8557" y="2630006"/>
                  <a:ext cx="997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EADF33-1008-A8C2-EE22-C6C7BE579605}"/>
                    </a:ext>
                  </a:extLst>
                </p14:cNvPr>
                <p14:cNvContentPartPr/>
                <p14:nvPr/>
              </p14:nvContentPartPr>
              <p14:xfrm>
                <a:off x="2283997" y="2636126"/>
                <a:ext cx="131400" cy="15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EADF33-1008-A8C2-EE22-C6C7BE5796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65997" y="2618486"/>
                  <a:ext cx="167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B8EA17-0EB4-720D-D6BF-2C0626C6E72C}"/>
                    </a:ext>
                  </a:extLst>
                </p14:cNvPr>
                <p14:cNvContentPartPr/>
                <p14:nvPr/>
              </p14:nvContentPartPr>
              <p14:xfrm>
                <a:off x="1300837" y="190286"/>
                <a:ext cx="207360" cy="28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B8EA17-0EB4-720D-D6BF-2C0626C6E7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83197" y="172646"/>
                  <a:ext cx="2430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928F7C-2EFB-7581-8391-54D7B180840C}"/>
                    </a:ext>
                  </a:extLst>
                </p14:cNvPr>
                <p14:cNvContentPartPr/>
                <p14:nvPr/>
              </p14:nvContentPartPr>
              <p14:xfrm>
                <a:off x="1569037" y="242126"/>
                <a:ext cx="10440" cy="55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928F7C-2EFB-7581-8391-54D7B18084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1037" y="224486"/>
                  <a:ext cx="46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C1607C-88CC-4306-B71F-34AA4C266721}"/>
                    </a:ext>
                  </a:extLst>
                </p14:cNvPr>
                <p14:cNvContentPartPr/>
                <p14:nvPr/>
              </p14:nvContentPartPr>
              <p14:xfrm>
                <a:off x="1678117" y="171206"/>
                <a:ext cx="135720" cy="218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C1607C-88CC-4306-B71F-34AA4C2667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60117" y="153206"/>
                  <a:ext cx="17136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F7069D-3197-BEDB-3A04-678FDB16CD8D}"/>
              </a:ext>
            </a:extLst>
          </p:cNvPr>
          <p:cNvGrpSpPr/>
          <p:nvPr/>
        </p:nvGrpSpPr>
        <p:grpSpPr>
          <a:xfrm>
            <a:off x="1438717" y="4119326"/>
            <a:ext cx="767520" cy="289800"/>
            <a:chOff x="1438717" y="4119326"/>
            <a:chExt cx="76752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860FE29-0B5F-9F59-E4EE-0ED9E4AA6266}"/>
                    </a:ext>
                  </a:extLst>
                </p14:cNvPr>
                <p14:cNvContentPartPr/>
                <p14:nvPr/>
              </p14:nvContentPartPr>
              <p14:xfrm>
                <a:off x="1438717" y="4145606"/>
                <a:ext cx="203400" cy="248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860FE29-0B5F-9F59-E4EE-0ED9E4AA626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21077" y="4127966"/>
                  <a:ext cx="2390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5FAF4C-49ED-1A8A-5A97-F4CA791E012F}"/>
                    </a:ext>
                  </a:extLst>
                </p14:cNvPr>
                <p14:cNvContentPartPr/>
                <p14:nvPr/>
              </p14:nvContentPartPr>
              <p14:xfrm>
                <a:off x="1760557" y="4157486"/>
                <a:ext cx="23400" cy="184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5FAF4C-49ED-1A8A-5A97-F4CA791E01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42917" y="4139486"/>
                  <a:ext cx="59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88B553-221E-D769-67C1-CE98A672DF2B}"/>
                    </a:ext>
                  </a:extLst>
                </p14:cNvPr>
                <p14:cNvContentPartPr/>
                <p14:nvPr/>
              </p14:nvContentPartPr>
              <p14:xfrm>
                <a:off x="1761277" y="4119326"/>
                <a:ext cx="156240" cy="19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88B553-221E-D769-67C1-CE98A672DF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43277" y="4101686"/>
                  <a:ext cx="191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C230AB-F7BC-493F-78C7-A6EFE45DBBC9}"/>
                    </a:ext>
                  </a:extLst>
                </p14:cNvPr>
                <p14:cNvContentPartPr/>
                <p14:nvPr/>
              </p14:nvContentPartPr>
              <p14:xfrm>
                <a:off x="2056477" y="4126526"/>
                <a:ext cx="41760" cy="214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C230AB-F7BC-493F-78C7-A6EFE45DBB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38837" y="4108526"/>
                  <a:ext cx="77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983554B-4CEC-D4C4-BF78-1E6CB4894773}"/>
                    </a:ext>
                  </a:extLst>
                </p14:cNvPr>
                <p14:cNvContentPartPr/>
                <p14:nvPr/>
              </p14:nvContentPartPr>
              <p14:xfrm>
                <a:off x="2092837" y="4119326"/>
                <a:ext cx="113400" cy="289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983554B-4CEC-D4C4-BF78-1E6CB48947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5197" y="4101326"/>
                  <a:ext cx="14904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6876B45-A677-C1F4-CC6B-C1BA023372A3}"/>
              </a:ext>
            </a:extLst>
          </p:cNvPr>
          <p:cNvGrpSpPr/>
          <p:nvPr/>
        </p:nvGrpSpPr>
        <p:grpSpPr>
          <a:xfrm>
            <a:off x="4646677" y="416006"/>
            <a:ext cx="3822480" cy="1623600"/>
            <a:chOff x="4646677" y="416006"/>
            <a:chExt cx="3822480" cy="162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58FAFF-C720-75F1-6182-575F81B282DA}"/>
                    </a:ext>
                  </a:extLst>
                </p14:cNvPr>
                <p14:cNvContentPartPr/>
                <p14:nvPr/>
              </p14:nvContentPartPr>
              <p14:xfrm>
                <a:off x="4665397" y="416006"/>
                <a:ext cx="43560" cy="1572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58FAFF-C720-75F1-6182-575F81B282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47397" y="398366"/>
                  <a:ext cx="79200" cy="16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2198AD-87A5-1113-F37F-24670AA89533}"/>
                    </a:ext>
                  </a:extLst>
                </p14:cNvPr>
                <p14:cNvContentPartPr/>
                <p14:nvPr/>
              </p14:nvContentPartPr>
              <p14:xfrm>
                <a:off x="4646677" y="1923326"/>
                <a:ext cx="3822480" cy="116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2198AD-87A5-1113-F37F-24670AA895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29037" y="1905326"/>
                  <a:ext cx="38581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D3038A-48E8-B4F9-3265-1246A5253410}"/>
              </a:ext>
            </a:extLst>
          </p:cNvPr>
          <p:cNvGrpSpPr/>
          <p:nvPr/>
        </p:nvGrpSpPr>
        <p:grpSpPr>
          <a:xfrm>
            <a:off x="3923797" y="980846"/>
            <a:ext cx="349200" cy="335160"/>
            <a:chOff x="3923797" y="980846"/>
            <a:chExt cx="34920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6C6861-5862-9341-BB1A-28A847326405}"/>
                    </a:ext>
                  </a:extLst>
                </p14:cNvPr>
                <p14:cNvContentPartPr/>
                <p14:nvPr/>
              </p14:nvContentPartPr>
              <p14:xfrm>
                <a:off x="3924517" y="980846"/>
                <a:ext cx="48240" cy="315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6C6861-5862-9341-BB1A-28A8473264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06877" y="963206"/>
                  <a:ext cx="838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C8EFF6-83D7-3755-3D24-6635A10B9921}"/>
                    </a:ext>
                  </a:extLst>
                </p14:cNvPr>
                <p14:cNvContentPartPr/>
                <p14:nvPr/>
              </p14:nvContentPartPr>
              <p14:xfrm>
                <a:off x="3923797" y="1007486"/>
                <a:ext cx="184320" cy="185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C8EFF6-83D7-3755-3D24-6635A10B99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06157" y="989846"/>
                  <a:ext cx="21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F325F2-457B-559B-D6BF-53D888F8E591}"/>
                    </a:ext>
                  </a:extLst>
                </p14:cNvPr>
                <p14:cNvContentPartPr/>
                <p14:nvPr/>
              </p14:nvContentPartPr>
              <p14:xfrm>
                <a:off x="4143757" y="1111886"/>
                <a:ext cx="129240" cy="75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F325F2-457B-559B-D6BF-53D888F8E5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26117" y="1094246"/>
                  <a:ext cx="164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58D84D-A8CA-2A08-815C-473C905A9EBE}"/>
                    </a:ext>
                  </a:extLst>
                </p14:cNvPr>
                <p14:cNvContentPartPr/>
                <p14:nvPr/>
              </p14:nvContentPartPr>
              <p14:xfrm>
                <a:off x="4204237" y="1136726"/>
                <a:ext cx="38520" cy="17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58D84D-A8CA-2A08-815C-473C905A9E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86237" y="1118726"/>
                  <a:ext cx="7416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CB596D6-B752-4CBB-801E-EACACA546395}"/>
                  </a:ext>
                </a:extLst>
              </p14:cNvPr>
              <p14:cNvContentPartPr/>
              <p14:nvPr/>
            </p14:nvContentPartPr>
            <p14:xfrm>
              <a:off x="4579357" y="444446"/>
              <a:ext cx="155880" cy="1242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CB596D6-B752-4CBB-801E-EACACA54639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61357" y="426806"/>
                <a:ext cx="19152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7D140070-6225-5B56-07B1-CFAA067640C5}"/>
              </a:ext>
            </a:extLst>
          </p:cNvPr>
          <p:cNvGrpSpPr/>
          <p:nvPr/>
        </p:nvGrpSpPr>
        <p:grpSpPr>
          <a:xfrm>
            <a:off x="8475997" y="1831886"/>
            <a:ext cx="362160" cy="172800"/>
            <a:chOff x="8475997" y="1831886"/>
            <a:chExt cx="3621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94F078-5B40-8E59-EF61-BDFCA9473E3A}"/>
                    </a:ext>
                  </a:extLst>
                </p14:cNvPr>
                <p14:cNvContentPartPr/>
                <p14:nvPr/>
              </p14:nvContentPartPr>
              <p14:xfrm>
                <a:off x="8475997" y="1859246"/>
                <a:ext cx="362160" cy="57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94F078-5B40-8E59-EF61-BDFCA9473E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58357" y="1841246"/>
                  <a:ext cx="397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AFDE894-B4FC-DD71-274A-35A7EC548FF3}"/>
                    </a:ext>
                  </a:extLst>
                </p14:cNvPr>
                <p14:cNvContentPartPr/>
                <p14:nvPr/>
              </p14:nvContentPartPr>
              <p14:xfrm>
                <a:off x="8725837" y="1831886"/>
                <a:ext cx="93240" cy="136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AFDE894-B4FC-DD71-274A-35A7EC548F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08197" y="1814246"/>
                  <a:ext cx="1288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079DAC-2155-9690-007E-2711D85A9C52}"/>
                    </a:ext>
                  </a:extLst>
                </p14:cNvPr>
                <p14:cNvContentPartPr/>
                <p14:nvPr/>
              </p14:nvContentPartPr>
              <p14:xfrm>
                <a:off x="8710357" y="2004326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079DAC-2155-9690-007E-2711D85A9C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92717" y="19866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9C06FBC-B209-CFC9-FF0B-0347D1745928}"/>
                  </a:ext>
                </a:extLst>
              </p14:cNvPr>
              <p14:cNvContentPartPr/>
              <p14:nvPr/>
            </p14:nvContentPartPr>
            <p14:xfrm>
              <a:off x="4694197" y="839366"/>
              <a:ext cx="2032560" cy="482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9C06FBC-B209-CFC9-FF0B-0347D17459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76197" y="821366"/>
                <a:ext cx="206820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C42D26CD-04C2-6F7D-26C5-DD6366D25C13}"/>
              </a:ext>
            </a:extLst>
          </p:cNvPr>
          <p:cNvGrpSpPr/>
          <p:nvPr/>
        </p:nvGrpSpPr>
        <p:grpSpPr>
          <a:xfrm>
            <a:off x="5197837" y="347966"/>
            <a:ext cx="1456920" cy="265320"/>
            <a:chOff x="5197837" y="347966"/>
            <a:chExt cx="145692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8979E0-C63A-F177-F5EC-4314E69A6D61}"/>
                    </a:ext>
                  </a:extLst>
                </p14:cNvPr>
                <p14:cNvContentPartPr/>
                <p14:nvPr/>
              </p14:nvContentPartPr>
              <p14:xfrm>
                <a:off x="5197837" y="450926"/>
                <a:ext cx="161640" cy="162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8979E0-C63A-F177-F5EC-4314E69A6D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9837" y="433286"/>
                  <a:ext cx="197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5FC843-F631-19F5-D206-056D381C30F3}"/>
                    </a:ext>
                  </a:extLst>
                </p14:cNvPr>
                <p14:cNvContentPartPr/>
                <p14:nvPr/>
              </p14:nvContentPartPr>
              <p14:xfrm>
                <a:off x="5437597" y="486566"/>
                <a:ext cx="102960" cy="123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5FC843-F631-19F5-D206-056D381C30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19597" y="468566"/>
                  <a:ext cx="138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6069A3B-6A48-B769-0B54-C3181998D5AF}"/>
                    </a:ext>
                  </a:extLst>
                </p14:cNvPr>
                <p14:cNvContentPartPr/>
                <p14:nvPr/>
              </p14:nvContentPartPr>
              <p14:xfrm>
                <a:off x="5845117" y="347966"/>
                <a:ext cx="57960" cy="222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6069A3B-6A48-B769-0B54-C3181998D5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27117" y="329966"/>
                  <a:ext cx="93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0F77D3F-FA32-2148-DAD0-FC870EB58497}"/>
                    </a:ext>
                  </a:extLst>
                </p14:cNvPr>
                <p14:cNvContentPartPr/>
                <p14:nvPr/>
              </p14:nvContentPartPr>
              <p14:xfrm>
                <a:off x="5835397" y="470006"/>
                <a:ext cx="244080" cy="71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0F77D3F-FA32-2148-DAD0-FC870EB584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17397" y="452366"/>
                  <a:ext cx="279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8A2F409-4F2B-9A50-860C-28E063EE91FE}"/>
                    </a:ext>
                  </a:extLst>
                </p14:cNvPr>
                <p14:cNvContentPartPr/>
                <p14:nvPr/>
              </p14:nvContentPartPr>
              <p14:xfrm>
                <a:off x="6138157" y="460646"/>
                <a:ext cx="159120" cy="80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8A2F409-4F2B-9A50-860C-28E063EE91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20157" y="443006"/>
                  <a:ext cx="194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C3D2E5-014B-EE2B-9EFB-21151B6F8985}"/>
                    </a:ext>
                  </a:extLst>
                </p14:cNvPr>
                <p14:cNvContentPartPr/>
                <p14:nvPr/>
              </p14:nvContentPartPr>
              <p14:xfrm>
                <a:off x="6390877" y="368486"/>
                <a:ext cx="263880" cy="173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C3D2E5-014B-EE2B-9EFB-21151B6F898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3237" y="350486"/>
                  <a:ext cx="29952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DCB7379-D502-1BF4-CE26-DA3B12BA23B0}"/>
              </a:ext>
            </a:extLst>
          </p:cNvPr>
          <p:cNvGrpSpPr/>
          <p:nvPr/>
        </p:nvGrpSpPr>
        <p:grpSpPr>
          <a:xfrm>
            <a:off x="6102517" y="2172446"/>
            <a:ext cx="1499040" cy="287280"/>
            <a:chOff x="6102517" y="2172446"/>
            <a:chExt cx="149904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4DA98C-7B21-9BE0-2805-4141985D95B6}"/>
                    </a:ext>
                  </a:extLst>
                </p14:cNvPr>
                <p14:cNvContentPartPr/>
                <p14:nvPr/>
              </p14:nvContentPartPr>
              <p14:xfrm>
                <a:off x="6102517" y="2191166"/>
                <a:ext cx="218160" cy="3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4DA98C-7B21-9BE0-2805-4141985D95B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4877" y="2173526"/>
                  <a:ext cx="253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6C9CE7-BB82-768E-46D3-68B0B4CA64E8}"/>
                    </a:ext>
                  </a:extLst>
                </p14:cNvPr>
                <p14:cNvContentPartPr/>
                <p14:nvPr/>
              </p14:nvContentPartPr>
              <p14:xfrm>
                <a:off x="6236437" y="2181446"/>
                <a:ext cx="50040" cy="214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6C9CE7-BB82-768E-46D3-68B0B4CA64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18797" y="2163806"/>
                  <a:ext cx="85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4B540E-E5C7-5511-E6AD-3E5A786EC1A0}"/>
                    </a:ext>
                  </a:extLst>
                </p14:cNvPr>
                <p14:cNvContentPartPr/>
                <p14:nvPr/>
              </p14:nvContentPartPr>
              <p14:xfrm>
                <a:off x="6444157" y="2333726"/>
                <a:ext cx="46080" cy="126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4B540E-E5C7-5511-E6AD-3E5A786EC1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26517" y="2316086"/>
                  <a:ext cx="81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1DC606-CAE6-1851-1094-64579CEBCB5D}"/>
                    </a:ext>
                  </a:extLst>
                </p14:cNvPr>
                <p14:cNvContentPartPr/>
                <p14:nvPr/>
              </p14:nvContentPartPr>
              <p14:xfrm>
                <a:off x="6452077" y="2201966"/>
                <a:ext cx="46440" cy="54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1DC606-CAE6-1851-1094-64579CEBCB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34437" y="2184326"/>
                  <a:ext cx="82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6D50CE-725F-EAE4-836D-EFD339435A15}"/>
                    </a:ext>
                  </a:extLst>
                </p14:cNvPr>
                <p14:cNvContentPartPr/>
                <p14:nvPr/>
              </p14:nvContentPartPr>
              <p14:xfrm>
                <a:off x="6580597" y="2266046"/>
                <a:ext cx="243360" cy="101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6D50CE-725F-EAE4-836D-EFD339435A1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62957" y="2248406"/>
                  <a:ext cx="279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3210D8B-B12A-FF2A-6869-541D297F4BF8}"/>
                    </a:ext>
                  </a:extLst>
                </p14:cNvPr>
                <p14:cNvContentPartPr/>
                <p14:nvPr/>
              </p14:nvContentPartPr>
              <p14:xfrm>
                <a:off x="6911797" y="2243006"/>
                <a:ext cx="86400" cy="140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3210D8B-B12A-FF2A-6869-541D297F4B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94157" y="2225006"/>
                  <a:ext cx="122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AA7421-C898-6363-D6E1-97CDEFA06F44}"/>
                    </a:ext>
                  </a:extLst>
                </p14:cNvPr>
                <p14:cNvContentPartPr/>
                <p14:nvPr/>
              </p14:nvContentPartPr>
              <p14:xfrm>
                <a:off x="7223197" y="2268206"/>
                <a:ext cx="356760" cy="27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AA7421-C898-6363-D6E1-97CDEFA06F4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05197" y="2250206"/>
                  <a:ext cx="392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1FECDD4-472C-5A5C-7CC8-DB42EF077E79}"/>
                    </a:ext>
                  </a:extLst>
                </p14:cNvPr>
                <p14:cNvContentPartPr/>
                <p14:nvPr/>
              </p14:nvContentPartPr>
              <p14:xfrm>
                <a:off x="7469077" y="2172446"/>
                <a:ext cx="132480" cy="201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1FECDD4-472C-5A5C-7CC8-DB42EF077E7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51077" y="2154806"/>
                  <a:ext cx="16812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B16EF82-E8B6-7F13-2347-02924B2CACE5}"/>
              </a:ext>
            </a:extLst>
          </p:cNvPr>
          <p:cNvGrpSpPr/>
          <p:nvPr/>
        </p:nvGrpSpPr>
        <p:grpSpPr>
          <a:xfrm>
            <a:off x="6740437" y="641006"/>
            <a:ext cx="2433240" cy="1010160"/>
            <a:chOff x="6740437" y="641006"/>
            <a:chExt cx="2433240" cy="10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204D5A-33E6-219E-29FC-534DD711AB40}"/>
                    </a:ext>
                  </a:extLst>
                </p14:cNvPr>
                <p14:cNvContentPartPr/>
                <p14:nvPr/>
              </p14:nvContentPartPr>
              <p14:xfrm>
                <a:off x="6740437" y="842246"/>
                <a:ext cx="1578600" cy="808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204D5A-33E6-219E-29FC-534DD711AB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22797" y="824606"/>
                  <a:ext cx="161424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80EBD1D-773B-924C-3E0E-9BE1627E61E6}"/>
                    </a:ext>
                  </a:extLst>
                </p14:cNvPr>
                <p14:cNvContentPartPr/>
                <p14:nvPr/>
              </p14:nvContentPartPr>
              <p14:xfrm>
                <a:off x="7255597" y="641006"/>
                <a:ext cx="68400" cy="262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80EBD1D-773B-924C-3E0E-9BE1627E61E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37597" y="623006"/>
                  <a:ext cx="104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B09709-8B75-1942-1952-BEEEAD2A0B51}"/>
                    </a:ext>
                  </a:extLst>
                </p14:cNvPr>
                <p14:cNvContentPartPr/>
                <p14:nvPr/>
              </p14:nvContentPartPr>
              <p14:xfrm>
                <a:off x="7196917" y="762326"/>
                <a:ext cx="175320" cy="33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B09709-8B75-1942-1952-BEEEAD2A0B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78917" y="744326"/>
                  <a:ext cx="210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5D69BB1-498C-E5C5-2EE6-35EBBB302121}"/>
                    </a:ext>
                  </a:extLst>
                </p14:cNvPr>
                <p14:cNvContentPartPr/>
                <p14:nvPr/>
              </p14:nvContentPartPr>
              <p14:xfrm>
                <a:off x="7445677" y="759086"/>
                <a:ext cx="136440" cy="146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5D69BB1-498C-E5C5-2EE6-35EBBB3021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28037" y="741446"/>
                  <a:ext cx="172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897E14-3B34-2605-4330-DE535AAB3679}"/>
                    </a:ext>
                  </a:extLst>
                </p14:cNvPr>
                <p14:cNvContentPartPr/>
                <p14:nvPr/>
              </p14:nvContentPartPr>
              <p14:xfrm>
                <a:off x="7669237" y="785366"/>
                <a:ext cx="153000" cy="85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897E14-3B34-2605-4330-DE535AAB36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51597" y="767366"/>
                  <a:ext cx="188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3E26334-EF0E-656C-E104-F8FD0AA59B68}"/>
                    </a:ext>
                  </a:extLst>
                </p14:cNvPr>
                <p14:cNvContentPartPr/>
                <p14:nvPr/>
              </p14:nvContentPartPr>
              <p14:xfrm>
                <a:off x="7890277" y="684566"/>
                <a:ext cx="297720" cy="181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3E26334-EF0E-656C-E104-F8FD0AA59B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72637" y="666566"/>
                  <a:ext cx="333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BD95EB-4714-15D3-A885-F6A1C890E544}"/>
                    </a:ext>
                  </a:extLst>
                </p14:cNvPr>
                <p14:cNvContentPartPr/>
                <p14:nvPr/>
              </p14:nvContentPartPr>
              <p14:xfrm>
                <a:off x="7689757" y="1063646"/>
                <a:ext cx="44280" cy="20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BD95EB-4714-15D3-A885-F6A1C890E54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72117" y="1046006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9E18753-1DF0-B39E-3538-61A630E4C5E1}"/>
                    </a:ext>
                  </a:extLst>
                </p14:cNvPr>
                <p14:cNvContentPartPr/>
                <p14:nvPr/>
              </p14:nvContentPartPr>
              <p14:xfrm>
                <a:off x="7654117" y="1108286"/>
                <a:ext cx="325800" cy="105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9E18753-1DF0-B39E-3538-61A630E4C5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36477" y="1090286"/>
                  <a:ext cx="361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A5BE4C-E2F0-8A18-9EF0-F7FE94FCB440}"/>
                    </a:ext>
                  </a:extLst>
                </p14:cNvPr>
                <p14:cNvContentPartPr/>
                <p14:nvPr/>
              </p14:nvContentPartPr>
              <p14:xfrm>
                <a:off x="8021317" y="1105046"/>
                <a:ext cx="75600" cy="136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A5BE4C-E2F0-8A18-9EF0-F7FE94FCB44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03317" y="1087046"/>
                  <a:ext cx="111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479E8C-74E5-120B-0278-164A0B13B688}"/>
                    </a:ext>
                  </a:extLst>
                </p14:cNvPr>
                <p14:cNvContentPartPr/>
                <p14:nvPr/>
              </p14:nvContentPartPr>
              <p14:xfrm>
                <a:off x="8267917" y="989126"/>
                <a:ext cx="142200" cy="235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479E8C-74E5-120B-0278-164A0B13B6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50277" y="971486"/>
                  <a:ext cx="177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CD319F4-4868-187C-A6CA-EB3416BFA7CC}"/>
                    </a:ext>
                  </a:extLst>
                </p14:cNvPr>
                <p14:cNvContentPartPr/>
                <p14:nvPr/>
              </p14:nvContentPartPr>
              <p14:xfrm>
                <a:off x="8434597" y="1075166"/>
                <a:ext cx="60840" cy="119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CD319F4-4868-187C-A6CA-EB3416BFA7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16957" y="1057526"/>
                  <a:ext cx="96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7B3FCB-654F-D029-67DB-EDB906B677AB}"/>
                    </a:ext>
                  </a:extLst>
                </p14:cNvPr>
                <p14:cNvContentPartPr/>
                <p14:nvPr/>
              </p14:nvContentPartPr>
              <p14:xfrm>
                <a:off x="8614597" y="1066166"/>
                <a:ext cx="50760" cy="91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7B3FCB-654F-D029-67DB-EDB906B677A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96957" y="1048166"/>
                  <a:ext cx="86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CE047BA-D377-C438-57DF-07354A8964DE}"/>
                    </a:ext>
                  </a:extLst>
                </p14:cNvPr>
                <p14:cNvContentPartPr/>
                <p14:nvPr/>
              </p14:nvContentPartPr>
              <p14:xfrm>
                <a:off x="8708197" y="1099646"/>
                <a:ext cx="73080" cy="82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CE047BA-D377-C438-57DF-07354A8964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90557" y="1081646"/>
                  <a:ext cx="108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39D7A57-210F-DFDD-597D-D37CB253B4AE}"/>
                    </a:ext>
                  </a:extLst>
                </p14:cNvPr>
                <p14:cNvContentPartPr/>
                <p14:nvPr/>
              </p14:nvContentPartPr>
              <p14:xfrm>
                <a:off x="8712517" y="1006046"/>
                <a:ext cx="15480" cy="25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39D7A57-210F-DFDD-597D-D37CB253B4A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94877" y="988406"/>
                  <a:ext cx="51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E822E64-4CC6-B781-53BC-969FD7B88523}"/>
                    </a:ext>
                  </a:extLst>
                </p14:cNvPr>
                <p14:cNvContentPartPr/>
                <p14:nvPr/>
              </p14:nvContentPartPr>
              <p14:xfrm>
                <a:off x="8864077" y="1060766"/>
                <a:ext cx="52560" cy="106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E822E64-4CC6-B781-53BC-969FD7B885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46437" y="1043126"/>
                  <a:ext cx="88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396D69-F28E-75D0-5C20-1FAF6FC71FA9}"/>
                    </a:ext>
                  </a:extLst>
                </p14:cNvPr>
                <p14:cNvContentPartPr/>
                <p14:nvPr/>
              </p14:nvContentPartPr>
              <p14:xfrm>
                <a:off x="9043717" y="1075886"/>
                <a:ext cx="129960" cy="10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396D69-F28E-75D0-5C20-1FAF6FC71FA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25717" y="1058246"/>
                  <a:ext cx="165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02798CC-F93C-786C-7317-67BEC414EE01}"/>
                    </a:ext>
                  </a:extLst>
                </p14:cNvPr>
                <p14:cNvContentPartPr/>
                <p14:nvPr/>
              </p14:nvContentPartPr>
              <p14:xfrm>
                <a:off x="8577157" y="1085606"/>
                <a:ext cx="106560" cy="12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02798CC-F93C-786C-7317-67BEC414EE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59517" y="1067606"/>
                  <a:ext cx="14220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FF5F416-A765-E356-F9A5-B9444B01415B}"/>
              </a:ext>
            </a:extLst>
          </p:cNvPr>
          <p:cNvGrpSpPr/>
          <p:nvPr/>
        </p:nvGrpSpPr>
        <p:grpSpPr>
          <a:xfrm>
            <a:off x="3925237" y="2686886"/>
            <a:ext cx="5109480" cy="1216440"/>
            <a:chOff x="3925237" y="2686886"/>
            <a:chExt cx="5109480" cy="12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2F481B-C0C2-626A-D1FE-AAA9A259AA10}"/>
                    </a:ext>
                  </a:extLst>
                </p14:cNvPr>
                <p14:cNvContentPartPr/>
                <p14:nvPr/>
              </p14:nvContentPartPr>
              <p14:xfrm>
                <a:off x="4743517" y="2723966"/>
                <a:ext cx="54720" cy="1053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2F481B-C0C2-626A-D1FE-AAA9A259AA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25517" y="2705966"/>
                  <a:ext cx="90360" cy="10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6C03B45-41BE-3711-5E4A-CFAD94E9995E}"/>
                    </a:ext>
                  </a:extLst>
                </p14:cNvPr>
                <p14:cNvContentPartPr/>
                <p14:nvPr/>
              </p14:nvContentPartPr>
              <p14:xfrm>
                <a:off x="4788517" y="3695246"/>
                <a:ext cx="13680" cy="208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6C03B45-41BE-3711-5E4A-CFAD94E9995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70877" y="3677606"/>
                  <a:ext cx="49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B4FA725-E506-5981-AB0D-86ED35010EC5}"/>
                    </a:ext>
                  </a:extLst>
                </p14:cNvPr>
                <p14:cNvContentPartPr/>
                <p14:nvPr/>
              </p14:nvContentPartPr>
              <p14:xfrm>
                <a:off x="4796797" y="3587606"/>
                <a:ext cx="4237920" cy="307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B4FA725-E506-5981-AB0D-86ED35010E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79157" y="3569966"/>
                  <a:ext cx="42735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0ADFF9A-ECD5-E7F4-66A0-C8228F9808FA}"/>
                    </a:ext>
                  </a:extLst>
                </p14:cNvPr>
                <p14:cNvContentPartPr/>
                <p14:nvPr/>
              </p14:nvContentPartPr>
              <p14:xfrm>
                <a:off x="4636597" y="2686886"/>
                <a:ext cx="191160" cy="151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0ADFF9A-ECD5-E7F4-66A0-C8228F9808F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18597" y="2669246"/>
                  <a:ext cx="226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39FD753-F7E5-6606-47A9-BE081791F613}"/>
                    </a:ext>
                  </a:extLst>
                </p14:cNvPr>
                <p14:cNvContentPartPr/>
                <p14:nvPr/>
              </p14:nvContentPartPr>
              <p14:xfrm>
                <a:off x="3991477" y="2964086"/>
                <a:ext cx="80280" cy="283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39FD753-F7E5-6606-47A9-BE081791F61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73837" y="2946446"/>
                  <a:ext cx="1159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9AA210-5EA1-AE31-BF4B-CEB4342A98DD}"/>
                    </a:ext>
                  </a:extLst>
                </p14:cNvPr>
                <p14:cNvContentPartPr/>
                <p14:nvPr/>
              </p14:nvContentPartPr>
              <p14:xfrm>
                <a:off x="3925237" y="2973806"/>
                <a:ext cx="172440" cy="99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9AA210-5EA1-AE31-BF4B-CEB4342A98D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07237" y="2955806"/>
                  <a:ext cx="208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8FEDD3-DE46-2887-5F56-2A642B3C6F80}"/>
                    </a:ext>
                  </a:extLst>
                </p14:cNvPr>
                <p14:cNvContentPartPr/>
                <p14:nvPr/>
              </p14:nvContentPartPr>
              <p14:xfrm>
                <a:off x="4028557" y="3206366"/>
                <a:ext cx="116280" cy="65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8FEDD3-DE46-2887-5F56-2A642B3C6F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10557" y="3188726"/>
                  <a:ext cx="151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93A2335-E594-55D9-A01B-A460C041BD50}"/>
                    </a:ext>
                  </a:extLst>
                </p14:cNvPr>
                <p14:cNvContentPartPr/>
                <p14:nvPr/>
              </p14:nvContentPartPr>
              <p14:xfrm>
                <a:off x="4253557" y="3113486"/>
                <a:ext cx="126000" cy="86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93A2335-E594-55D9-A01B-A460C041BD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35557" y="3095846"/>
                  <a:ext cx="161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C56DDA7-A44B-B7C5-2E66-F982DF54DAAC}"/>
                    </a:ext>
                  </a:extLst>
                </p14:cNvPr>
                <p14:cNvContentPartPr/>
                <p14:nvPr/>
              </p14:nvContentPartPr>
              <p14:xfrm>
                <a:off x="4329877" y="3193406"/>
                <a:ext cx="66600" cy="175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C56DDA7-A44B-B7C5-2E66-F982DF54DAA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11877" y="3175766"/>
                  <a:ext cx="1022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8FBA511-FD2B-DE47-9374-41905B5A5142}"/>
              </a:ext>
            </a:extLst>
          </p:cNvPr>
          <p:cNvGrpSpPr/>
          <p:nvPr/>
        </p:nvGrpSpPr>
        <p:grpSpPr>
          <a:xfrm>
            <a:off x="4779517" y="2685086"/>
            <a:ext cx="2228400" cy="420840"/>
            <a:chOff x="4779517" y="2685086"/>
            <a:chExt cx="22284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05D140C-7BA1-DD2D-1616-26F6693088FA}"/>
                    </a:ext>
                  </a:extLst>
                </p14:cNvPr>
                <p14:cNvContentPartPr/>
                <p14:nvPr/>
              </p14:nvContentPartPr>
              <p14:xfrm>
                <a:off x="4779517" y="2980646"/>
                <a:ext cx="2228400" cy="125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05D140C-7BA1-DD2D-1616-26F6693088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61517" y="2962646"/>
                  <a:ext cx="2264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7EEEA27-8E30-66AA-5C0F-7BA12030235D}"/>
                    </a:ext>
                  </a:extLst>
                </p14:cNvPr>
                <p14:cNvContentPartPr/>
                <p14:nvPr/>
              </p14:nvContentPartPr>
              <p14:xfrm>
                <a:off x="5421037" y="2780846"/>
                <a:ext cx="146880" cy="99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7EEEA27-8E30-66AA-5C0F-7BA1203023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03397" y="2763206"/>
                  <a:ext cx="182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E048049-B0FC-75A6-7A27-C31285ADA9CE}"/>
                    </a:ext>
                  </a:extLst>
                </p14:cNvPr>
                <p14:cNvContentPartPr/>
                <p14:nvPr/>
              </p14:nvContentPartPr>
              <p14:xfrm>
                <a:off x="5639557" y="2765366"/>
                <a:ext cx="103680" cy="91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E048049-B0FC-75A6-7A27-C31285ADA9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21917" y="2747726"/>
                  <a:ext cx="139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BCE0C64-5776-7B4E-1C22-AEF46624D1D0}"/>
                    </a:ext>
                  </a:extLst>
                </p14:cNvPr>
                <p14:cNvContentPartPr/>
                <p14:nvPr/>
              </p14:nvContentPartPr>
              <p14:xfrm>
                <a:off x="5972917" y="2685086"/>
                <a:ext cx="64080" cy="227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BCE0C64-5776-7B4E-1C22-AEF46624D1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954917" y="2667446"/>
                  <a:ext cx="99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E90031-4BD1-D8F1-ED03-7726DA03A510}"/>
                    </a:ext>
                  </a:extLst>
                </p14:cNvPr>
                <p14:cNvContentPartPr/>
                <p14:nvPr/>
              </p14:nvContentPartPr>
              <p14:xfrm>
                <a:off x="5970037" y="2778326"/>
                <a:ext cx="228240" cy="75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E90031-4BD1-D8F1-ED03-7726DA03A5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52397" y="2760686"/>
                  <a:ext cx="263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41ACEB1-8A8B-E713-87A5-143BED5A583A}"/>
                    </a:ext>
                  </a:extLst>
                </p14:cNvPr>
                <p14:cNvContentPartPr/>
                <p14:nvPr/>
              </p14:nvContentPartPr>
              <p14:xfrm>
                <a:off x="6306277" y="2787326"/>
                <a:ext cx="150480" cy="80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41ACEB1-8A8B-E713-87A5-143BED5A583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88277" y="2769686"/>
                  <a:ext cx="186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298E806-0F1B-C444-8A4A-CD85A0AB556E}"/>
                    </a:ext>
                  </a:extLst>
                </p14:cNvPr>
                <p14:cNvContentPartPr/>
                <p14:nvPr/>
              </p14:nvContentPartPr>
              <p14:xfrm>
                <a:off x="6565117" y="2716766"/>
                <a:ext cx="263520" cy="138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298E806-0F1B-C444-8A4A-CD85A0AB556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47117" y="2699126"/>
                  <a:ext cx="2991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39E0750-F6F0-49AA-D683-4A1B94473DB3}"/>
              </a:ext>
            </a:extLst>
          </p:cNvPr>
          <p:cNvGrpSpPr/>
          <p:nvPr/>
        </p:nvGrpSpPr>
        <p:grpSpPr>
          <a:xfrm>
            <a:off x="7061197" y="2387006"/>
            <a:ext cx="2256480" cy="1097280"/>
            <a:chOff x="7061197" y="2387006"/>
            <a:chExt cx="2256480" cy="10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3526F3E-2C5B-07CD-14BC-A30C0EDEBE46}"/>
                    </a:ext>
                  </a:extLst>
                </p14:cNvPr>
                <p14:cNvContentPartPr/>
                <p14:nvPr/>
              </p14:nvContentPartPr>
              <p14:xfrm>
                <a:off x="7061197" y="2387006"/>
                <a:ext cx="1317960" cy="581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3526F3E-2C5B-07CD-14BC-A30C0EDEBE4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43197" y="2369366"/>
                  <a:ext cx="135360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49DFED2-7844-B86E-8D01-31CE6532C12A}"/>
                    </a:ext>
                  </a:extLst>
                </p14:cNvPr>
                <p14:cNvContentPartPr/>
                <p14:nvPr/>
              </p14:nvContentPartPr>
              <p14:xfrm>
                <a:off x="7692997" y="3050846"/>
                <a:ext cx="23760" cy="12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49DFED2-7844-B86E-8D01-31CE6532C12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75357" y="3033206"/>
                  <a:ext cx="59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20F321-6D97-129A-4D9B-A39414B39AD4}"/>
                    </a:ext>
                  </a:extLst>
                </p14:cNvPr>
                <p14:cNvContentPartPr/>
                <p14:nvPr/>
              </p14:nvContentPartPr>
              <p14:xfrm>
                <a:off x="7660237" y="3034646"/>
                <a:ext cx="106200" cy="164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20F321-6D97-129A-4D9B-A39414B39AD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42237" y="3016646"/>
                  <a:ext cx="141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CB98717-297B-12E2-AE51-8B4F5818E0AA}"/>
                    </a:ext>
                  </a:extLst>
                </p14:cNvPr>
                <p14:cNvContentPartPr/>
                <p14:nvPr/>
              </p14:nvContentPartPr>
              <p14:xfrm>
                <a:off x="7805317" y="3106286"/>
                <a:ext cx="149040" cy="100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CB98717-297B-12E2-AE51-8B4F5818E0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87677" y="3088646"/>
                  <a:ext cx="184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B23313D-CA4B-394F-AD63-FFD6663B9393}"/>
                    </a:ext>
                  </a:extLst>
                </p14:cNvPr>
                <p14:cNvContentPartPr/>
                <p14:nvPr/>
              </p14:nvContentPartPr>
              <p14:xfrm>
                <a:off x="8010517" y="3042566"/>
                <a:ext cx="75960" cy="111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B23313D-CA4B-394F-AD63-FFD6663B939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92877" y="3024566"/>
                  <a:ext cx="111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4A2DDE-CCAC-747D-F4EA-F0E3464387B6}"/>
                    </a:ext>
                  </a:extLst>
                </p14:cNvPr>
                <p14:cNvContentPartPr/>
                <p14:nvPr/>
              </p14:nvContentPartPr>
              <p14:xfrm>
                <a:off x="8145877" y="3010166"/>
                <a:ext cx="119880" cy="131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4A2DDE-CCAC-747D-F4EA-F0E3464387B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28237" y="2992526"/>
                  <a:ext cx="155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1F67B3B-B286-473A-B6F3-E5D32404DD7B}"/>
                    </a:ext>
                  </a:extLst>
                </p14:cNvPr>
                <p14:cNvContentPartPr/>
                <p14:nvPr/>
              </p14:nvContentPartPr>
              <p14:xfrm>
                <a:off x="8297077" y="3005486"/>
                <a:ext cx="298800" cy="104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1F67B3B-B286-473A-B6F3-E5D32404DD7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79077" y="2987846"/>
                  <a:ext cx="334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E1BA47-E06D-8129-EC4D-8C5DAE3283AF}"/>
                    </a:ext>
                  </a:extLst>
                </p14:cNvPr>
                <p14:cNvContentPartPr/>
                <p14:nvPr/>
              </p14:nvContentPartPr>
              <p14:xfrm>
                <a:off x="8630077" y="2840246"/>
                <a:ext cx="57600" cy="208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E1BA47-E06D-8129-EC4D-8C5DAE3283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12077" y="2822606"/>
                  <a:ext cx="93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31B99E-E8DE-5B3F-B941-73D9E3083ACF}"/>
                    </a:ext>
                  </a:extLst>
                </p14:cNvPr>
                <p14:cNvContentPartPr/>
                <p14:nvPr/>
              </p14:nvContentPartPr>
              <p14:xfrm>
                <a:off x="8654557" y="2932046"/>
                <a:ext cx="96480" cy="58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31B99E-E8DE-5B3F-B941-73D9E3083AC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36557" y="2914046"/>
                  <a:ext cx="132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A8E7602-3B86-D7C9-F385-A924539A75D6}"/>
                    </a:ext>
                  </a:extLst>
                </p14:cNvPr>
                <p14:cNvContentPartPr/>
                <p14:nvPr/>
              </p14:nvContentPartPr>
              <p14:xfrm>
                <a:off x="8986117" y="2917646"/>
                <a:ext cx="11880" cy="101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A8E7602-3B86-D7C9-F385-A924539A75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68117" y="2900006"/>
                  <a:ext cx="47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D44076F-0B47-D209-8D3A-1166A8AB7122}"/>
                    </a:ext>
                  </a:extLst>
                </p14:cNvPr>
                <p14:cNvContentPartPr/>
                <p14:nvPr/>
              </p14:nvContentPartPr>
              <p14:xfrm>
                <a:off x="8995477" y="2805686"/>
                <a:ext cx="16200" cy="25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D44076F-0B47-D209-8D3A-1166A8AB712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77477" y="2788046"/>
                  <a:ext cx="51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4C61F60-60D4-410C-B79A-0E59809E2DB0}"/>
                    </a:ext>
                  </a:extLst>
                </p14:cNvPr>
                <p14:cNvContentPartPr/>
                <p14:nvPr/>
              </p14:nvContentPartPr>
              <p14:xfrm>
                <a:off x="9108877" y="2910086"/>
                <a:ext cx="79920" cy="142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4C61F60-60D4-410C-B79A-0E59809E2DB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90877" y="2892446"/>
                  <a:ext cx="115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FAFDC20-029F-FC56-D9F4-829B9435D8A8}"/>
                    </a:ext>
                  </a:extLst>
                </p14:cNvPr>
                <p14:cNvContentPartPr/>
                <p14:nvPr/>
              </p14:nvContentPartPr>
              <p14:xfrm>
                <a:off x="8338117" y="3343886"/>
                <a:ext cx="274320" cy="118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FAFDC20-029F-FC56-D9F4-829B9435D8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20117" y="3325886"/>
                  <a:ext cx="309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B0747B-479A-CC04-642F-84F3F2EBD809}"/>
                    </a:ext>
                  </a:extLst>
                </p14:cNvPr>
                <p14:cNvContentPartPr/>
                <p14:nvPr/>
              </p14:nvContentPartPr>
              <p14:xfrm>
                <a:off x="8599117" y="3371606"/>
                <a:ext cx="47160" cy="112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B0747B-479A-CC04-642F-84F3F2EBD8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81117" y="3353966"/>
                  <a:ext cx="82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228C02-FDAC-1983-5D80-1BF7D7C9CD1E}"/>
                    </a:ext>
                  </a:extLst>
                </p14:cNvPr>
                <p14:cNvContentPartPr/>
                <p14:nvPr/>
              </p14:nvContentPartPr>
              <p14:xfrm>
                <a:off x="8574997" y="3255326"/>
                <a:ext cx="12240" cy="15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228C02-FDAC-1983-5D80-1BF7D7C9CD1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57357" y="3237326"/>
                  <a:ext cx="47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7783D0-5FBB-A6F5-EFB9-361FA982736F}"/>
                    </a:ext>
                  </a:extLst>
                </p14:cNvPr>
                <p14:cNvContentPartPr/>
                <p14:nvPr/>
              </p14:nvContentPartPr>
              <p14:xfrm>
                <a:off x="8716477" y="3243806"/>
                <a:ext cx="341280" cy="192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7783D0-5FBB-A6F5-EFB9-361FA982736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698477" y="3225806"/>
                  <a:ext cx="376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33C0E73-FD7B-AFC2-C53D-B2F71F2700BA}"/>
                    </a:ext>
                  </a:extLst>
                </p14:cNvPr>
                <p14:cNvContentPartPr/>
                <p14:nvPr/>
              </p14:nvContentPartPr>
              <p14:xfrm>
                <a:off x="9091597" y="3262166"/>
                <a:ext cx="67320" cy="124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33C0E73-FD7B-AFC2-C53D-B2F71F2700B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073597" y="3244526"/>
                  <a:ext cx="102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C51E47B-A42F-BF94-C8CB-029DD709092F}"/>
                    </a:ext>
                  </a:extLst>
                </p14:cNvPr>
                <p14:cNvContentPartPr/>
                <p14:nvPr/>
              </p14:nvContentPartPr>
              <p14:xfrm>
                <a:off x="9251437" y="3239126"/>
                <a:ext cx="66240" cy="120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C51E47B-A42F-BF94-C8CB-029DD709092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233437" y="3221126"/>
                  <a:ext cx="1018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2CD428F-E028-1340-5844-FE6050BDC17D}"/>
              </a:ext>
            </a:extLst>
          </p:cNvPr>
          <p:cNvGrpSpPr/>
          <p:nvPr/>
        </p:nvGrpSpPr>
        <p:grpSpPr>
          <a:xfrm>
            <a:off x="9683077" y="3171446"/>
            <a:ext cx="1072440" cy="187560"/>
            <a:chOff x="9683077" y="3171446"/>
            <a:chExt cx="107244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F4FD67-FEF0-BB70-E875-FE6001156C90}"/>
                    </a:ext>
                  </a:extLst>
                </p14:cNvPr>
                <p14:cNvContentPartPr/>
                <p14:nvPr/>
              </p14:nvContentPartPr>
              <p14:xfrm>
                <a:off x="9683077" y="3171446"/>
                <a:ext cx="124920" cy="187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F4FD67-FEF0-BB70-E875-FE6001156C9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65437" y="3153806"/>
                  <a:ext cx="160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6D94CA-6204-6BFA-DB49-A6543C488817}"/>
                    </a:ext>
                  </a:extLst>
                </p14:cNvPr>
                <p14:cNvContentPartPr/>
                <p14:nvPr/>
              </p14:nvContentPartPr>
              <p14:xfrm>
                <a:off x="9852277" y="3211406"/>
                <a:ext cx="89640" cy="112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6D94CA-6204-6BFA-DB49-A6543C48881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34277" y="3193766"/>
                  <a:ext cx="125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D028CBA-0313-A736-EF95-2CCB2792DE56}"/>
                    </a:ext>
                  </a:extLst>
                </p14:cNvPr>
                <p14:cNvContentPartPr/>
                <p14:nvPr/>
              </p14:nvContentPartPr>
              <p14:xfrm>
                <a:off x="10019677" y="3221126"/>
                <a:ext cx="70920" cy="106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D028CBA-0313-A736-EF95-2CCB2792DE5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002037" y="3203486"/>
                  <a:ext cx="106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7F61158-EBF2-8E2D-4AF2-BF66DB3F6CB3}"/>
                    </a:ext>
                  </a:extLst>
                </p14:cNvPr>
                <p14:cNvContentPartPr/>
                <p14:nvPr/>
              </p14:nvContentPartPr>
              <p14:xfrm>
                <a:off x="10194997" y="3212126"/>
                <a:ext cx="252720" cy="115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7F61158-EBF2-8E2D-4AF2-BF66DB3F6CB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76997" y="3194486"/>
                  <a:ext cx="288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F66A58D-5742-52DF-1266-85F92FE1360E}"/>
                    </a:ext>
                  </a:extLst>
                </p14:cNvPr>
                <p14:cNvContentPartPr/>
                <p14:nvPr/>
              </p14:nvContentPartPr>
              <p14:xfrm>
                <a:off x="10566517" y="3192326"/>
                <a:ext cx="189000" cy="158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F66A58D-5742-52DF-1266-85F92FE136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48877" y="3174326"/>
                  <a:ext cx="2246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7E63EAA-520D-979E-CA65-5EBA7A143047}"/>
              </a:ext>
            </a:extLst>
          </p:cNvPr>
          <p:cNvGrpSpPr/>
          <p:nvPr/>
        </p:nvGrpSpPr>
        <p:grpSpPr>
          <a:xfrm>
            <a:off x="9931117" y="3461966"/>
            <a:ext cx="1605240" cy="226800"/>
            <a:chOff x="9931117" y="3461966"/>
            <a:chExt cx="160524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7CF397B-0E23-3A8A-CC12-59FA692683A5}"/>
                    </a:ext>
                  </a:extLst>
                </p14:cNvPr>
                <p14:cNvContentPartPr/>
                <p14:nvPr/>
              </p14:nvContentPartPr>
              <p14:xfrm>
                <a:off x="9931117" y="3552326"/>
                <a:ext cx="129600" cy="1098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7CF397B-0E23-3A8A-CC12-59FA692683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3117" y="3534326"/>
                  <a:ext cx="165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832EE6-529F-3577-D483-EE545BC8A960}"/>
                    </a:ext>
                  </a:extLst>
                </p14:cNvPr>
                <p14:cNvContentPartPr/>
                <p14:nvPr/>
              </p14:nvContentPartPr>
              <p14:xfrm>
                <a:off x="10128037" y="3553766"/>
                <a:ext cx="64440" cy="94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832EE6-529F-3577-D483-EE545BC8A96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10037" y="3536126"/>
                  <a:ext cx="100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D6AA21E-0564-FA33-5FC3-C47805F2C450}"/>
                    </a:ext>
                  </a:extLst>
                </p14:cNvPr>
                <p14:cNvContentPartPr/>
                <p14:nvPr/>
              </p14:nvContentPartPr>
              <p14:xfrm>
                <a:off x="10324957" y="3551246"/>
                <a:ext cx="78840" cy="120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D6AA21E-0564-FA33-5FC3-C47805F2C4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06957" y="3533246"/>
                  <a:ext cx="114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28709C8-62AD-0DDF-5CF9-342E192EA40F}"/>
                    </a:ext>
                  </a:extLst>
                </p14:cNvPr>
                <p14:cNvContentPartPr/>
                <p14:nvPr/>
              </p14:nvContentPartPr>
              <p14:xfrm>
                <a:off x="10472557" y="3582206"/>
                <a:ext cx="25560" cy="80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28709C8-62AD-0DDF-5CF9-342E192EA40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54917" y="3564206"/>
                  <a:ext cx="6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889F7E7-606F-2403-82ED-DBB4DC412A94}"/>
                    </a:ext>
                  </a:extLst>
                </p14:cNvPr>
                <p14:cNvContentPartPr/>
                <p14:nvPr/>
              </p14:nvContentPartPr>
              <p14:xfrm>
                <a:off x="10439797" y="3461966"/>
                <a:ext cx="50400" cy="2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889F7E7-606F-2403-82ED-DBB4DC412A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422157" y="3444326"/>
                  <a:ext cx="86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7837263-8F39-FA70-0C5A-A4684A338043}"/>
                    </a:ext>
                  </a:extLst>
                </p14:cNvPr>
                <p14:cNvContentPartPr/>
                <p14:nvPr/>
              </p14:nvContentPartPr>
              <p14:xfrm>
                <a:off x="10596757" y="3549806"/>
                <a:ext cx="69480" cy="138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7837263-8F39-FA70-0C5A-A4684A33804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78757" y="3531806"/>
                  <a:ext cx="1051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A3C754-92E9-957A-C390-895DAC4191E6}"/>
                    </a:ext>
                  </a:extLst>
                </p14:cNvPr>
                <p14:cNvContentPartPr/>
                <p14:nvPr/>
              </p14:nvContentPartPr>
              <p14:xfrm>
                <a:off x="10724197" y="3478886"/>
                <a:ext cx="56520" cy="148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A3C754-92E9-957A-C390-895DAC4191E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06557" y="3461246"/>
                  <a:ext cx="92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FD847D8-A9FA-A74B-001F-A10C869E83B9}"/>
                    </a:ext>
                  </a:extLst>
                </p14:cNvPr>
                <p14:cNvContentPartPr/>
                <p14:nvPr/>
              </p14:nvContentPartPr>
              <p14:xfrm>
                <a:off x="10686397" y="3541166"/>
                <a:ext cx="570600" cy="108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FD847D8-A9FA-A74B-001F-A10C869E83B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668397" y="3523526"/>
                  <a:ext cx="606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941B24C-BA9F-84C9-0DAE-175EDFD07BC7}"/>
                    </a:ext>
                  </a:extLst>
                </p14:cNvPr>
                <p14:cNvContentPartPr/>
                <p14:nvPr/>
              </p14:nvContentPartPr>
              <p14:xfrm>
                <a:off x="11333317" y="3528206"/>
                <a:ext cx="81720" cy="100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941B24C-BA9F-84C9-0DAE-175EDFD07BC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15677" y="3510566"/>
                  <a:ext cx="117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8A81FF3-691C-D95C-7A34-686726555EA8}"/>
                    </a:ext>
                  </a:extLst>
                </p14:cNvPr>
                <p14:cNvContentPartPr/>
                <p14:nvPr/>
              </p14:nvContentPartPr>
              <p14:xfrm>
                <a:off x="11439517" y="3545846"/>
                <a:ext cx="96840" cy="86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A81FF3-691C-D95C-7A34-686726555EA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421517" y="3527846"/>
                  <a:ext cx="1324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3B4BC48-7FF4-41F9-A99E-1E149C45B0F7}"/>
              </a:ext>
            </a:extLst>
          </p:cNvPr>
          <p:cNvGrpSpPr/>
          <p:nvPr/>
        </p:nvGrpSpPr>
        <p:grpSpPr>
          <a:xfrm>
            <a:off x="10606837" y="3791366"/>
            <a:ext cx="186120" cy="252720"/>
            <a:chOff x="10606837" y="3791366"/>
            <a:chExt cx="18612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55F42F6-640E-8319-30F2-F7FE3553E384}"/>
                    </a:ext>
                  </a:extLst>
                </p14:cNvPr>
                <p14:cNvContentPartPr/>
                <p14:nvPr/>
              </p14:nvContentPartPr>
              <p14:xfrm>
                <a:off x="10606837" y="3927086"/>
                <a:ext cx="42120" cy="94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55F42F6-640E-8319-30F2-F7FE3553E38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589197" y="3909086"/>
                  <a:ext cx="77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7E0CE13-BEC2-C85C-B091-57E6202750BC}"/>
                    </a:ext>
                  </a:extLst>
                </p14:cNvPr>
                <p14:cNvContentPartPr/>
                <p14:nvPr/>
              </p14:nvContentPartPr>
              <p14:xfrm>
                <a:off x="10621957" y="3791366"/>
                <a:ext cx="23040" cy="34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7E0CE13-BEC2-C85C-B091-57E6202750B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04317" y="3773726"/>
                  <a:ext cx="58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372985-A6AA-8FFD-12FA-975E9B8B98F4}"/>
                    </a:ext>
                  </a:extLst>
                </p14:cNvPr>
                <p14:cNvContentPartPr/>
                <p14:nvPr/>
              </p14:nvContentPartPr>
              <p14:xfrm>
                <a:off x="10719517" y="3888566"/>
                <a:ext cx="73440" cy="155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372985-A6AA-8FFD-12FA-975E9B8B98F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701877" y="3870926"/>
                  <a:ext cx="10908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4EE5ACE-F44B-4604-70C5-2DCB9F2BD252}"/>
                  </a:ext>
                </a:extLst>
              </p14:cNvPr>
              <p14:cNvContentPartPr/>
              <p14:nvPr/>
            </p14:nvContentPartPr>
            <p14:xfrm>
              <a:off x="11028397" y="3804686"/>
              <a:ext cx="27000" cy="2008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4EE5ACE-F44B-4604-70C5-2DCB9F2BD25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010397" y="3786686"/>
                <a:ext cx="6264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F35F0FD-F2C3-EF55-3473-848AB42F7E30}"/>
              </a:ext>
            </a:extLst>
          </p:cNvPr>
          <p:cNvGrpSpPr/>
          <p:nvPr/>
        </p:nvGrpSpPr>
        <p:grpSpPr>
          <a:xfrm>
            <a:off x="11221357" y="3856886"/>
            <a:ext cx="313920" cy="208440"/>
            <a:chOff x="11221357" y="3856886"/>
            <a:chExt cx="31392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722D69A-353E-4228-9BE8-DA9A26FACFD9}"/>
                    </a:ext>
                  </a:extLst>
                </p14:cNvPr>
                <p14:cNvContentPartPr/>
                <p14:nvPr/>
              </p14:nvContentPartPr>
              <p14:xfrm>
                <a:off x="11221357" y="3919526"/>
                <a:ext cx="81360" cy="145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722D69A-353E-4228-9BE8-DA9A26FACFD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03357" y="3901526"/>
                  <a:ext cx="117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BEC110C-CB94-EB0B-1F9C-F71C02F24852}"/>
                    </a:ext>
                  </a:extLst>
                </p14:cNvPr>
                <p14:cNvContentPartPr/>
                <p14:nvPr/>
              </p14:nvContentPartPr>
              <p14:xfrm>
                <a:off x="11394517" y="3856886"/>
                <a:ext cx="140760" cy="155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BEC110C-CB94-EB0B-1F9C-F71C02F2485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76517" y="3838886"/>
                  <a:ext cx="1764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BD068E2-00AE-0180-1E49-2900ECAB8B6E}"/>
              </a:ext>
            </a:extLst>
          </p:cNvPr>
          <p:cNvGrpSpPr/>
          <p:nvPr/>
        </p:nvGrpSpPr>
        <p:grpSpPr>
          <a:xfrm>
            <a:off x="4874197" y="4640246"/>
            <a:ext cx="4759200" cy="1414440"/>
            <a:chOff x="4874197" y="4640246"/>
            <a:chExt cx="4759200" cy="14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39F79BC-5C81-B8E0-A559-30F7456494BA}"/>
                    </a:ext>
                  </a:extLst>
                </p14:cNvPr>
                <p14:cNvContentPartPr/>
                <p14:nvPr/>
              </p14:nvContentPartPr>
              <p14:xfrm>
                <a:off x="4874197" y="4640246"/>
                <a:ext cx="105480" cy="1414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39F79BC-5C81-B8E0-A559-30F7456494B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56197" y="4622246"/>
                  <a:ext cx="141120" cy="14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2A2021-A1A4-6375-2B52-9E600CF1812A}"/>
                    </a:ext>
                  </a:extLst>
                </p14:cNvPr>
                <p14:cNvContentPartPr/>
                <p14:nvPr/>
              </p14:nvContentPartPr>
              <p14:xfrm>
                <a:off x="4955197" y="5794406"/>
                <a:ext cx="4652640" cy="230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2A2021-A1A4-6375-2B52-9E600CF1812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37557" y="5776766"/>
                  <a:ext cx="468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891675-80C3-33C6-E7EF-1B34D2AB544A}"/>
                    </a:ext>
                  </a:extLst>
                </p14:cNvPr>
                <p14:cNvContentPartPr/>
                <p14:nvPr/>
              </p14:nvContentPartPr>
              <p14:xfrm>
                <a:off x="9484717" y="5709806"/>
                <a:ext cx="148680" cy="250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891675-80C3-33C6-E7EF-1B34D2AB54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66717" y="5691806"/>
                  <a:ext cx="18432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1C64CD6-D1B6-D33D-1200-674516980A37}"/>
                  </a:ext>
                </a:extLst>
              </p14:cNvPr>
              <p14:cNvContentPartPr/>
              <p14:nvPr/>
            </p14:nvContentPartPr>
            <p14:xfrm>
              <a:off x="4758277" y="4639886"/>
              <a:ext cx="231480" cy="1947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1C64CD6-D1B6-D33D-1200-674516980A3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740637" y="4621886"/>
                <a:ext cx="2671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3AA991F-4FB1-9471-4AA4-24F26427AED7}"/>
              </a:ext>
            </a:extLst>
          </p:cNvPr>
          <p:cNvGrpSpPr/>
          <p:nvPr/>
        </p:nvGrpSpPr>
        <p:grpSpPr>
          <a:xfrm>
            <a:off x="3996157" y="4970726"/>
            <a:ext cx="492840" cy="292320"/>
            <a:chOff x="3996157" y="4970726"/>
            <a:chExt cx="4928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346602C-A0C7-0376-DA0D-8D80F05E66DC}"/>
                    </a:ext>
                  </a:extLst>
                </p14:cNvPr>
                <p14:cNvContentPartPr/>
                <p14:nvPr/>
              </p14:nvContentPartPr>
              <p14:xfrm>
                <a:off x="3996157" y="4970726"/>
                <a:ext cx="228600" cy="263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346602C-A0C7-0376-DA0D-8D80F05E66D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78517" y="4952726"/>
                  <a:ext cx="264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64AD524-11BD-9D5E-0F32-C65D210422B9}"/>
                    </a:ext>
                  </a:extLst>
                </p14:cNvPr>
                <p14:cNvContentPartPr/>
                <p14:nvPr/>
              </p14:nvContentPartPr>
              <p14:xfrm>
                <a:off x="4336717" y="5101766"/>
                <a:ext cx="152280" cy="81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64AD524-11BD-9D5E-0F32-C65D210422B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19077" y="5083766"/>
                  <a:ext cx="187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1474251-28EA-23CA-C41F-520E7932A82F}"/>
                    </a:ext>
                  </a:extLst>
                </p14:cNvPr>
                <p14:cNvContentPartPr/>
                <p14:nvPr/>
              </p14:nvContentPartPr>
              <p14:xfrm>
                <a:off x="4401157" y="5156126"/>
                <a:ext cx="44280" cy="106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1474251-28EA-23CA-C41F-520E7932A8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83157" y="5138486"/>
                  <a:ext cx="799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7B49B5F-01DC-2D0A-D6A9-CD3D5F23F804}"/>
              </a:ext>
            </a:extLst>
          </p:cNvPr>
          <p:cNvGrpSpPr/>
          <p:nvPr/>
        </p:nvGrpSpPr>
        <p:grpSpPr>
          <a:xfrm>
            <a:off x="4892197" y="4633766"/>
            <a:ext cx="2301480" cy="651240"/>
            <a:chOff x="4892197" y="4633766"/>
            <a:chExt cx="2301480" cy="6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DA7960-DD82-480E-9ED8-B48368B80041}"/>
                    </a:ext>
                  </a:extLst>
                </p14:cNvPr>
                <p14:cNvContentPartPr/>
                <p14:nvPr/>
              </p14:nvContentPartPr>
              <p14:xfrm>
                <a:off x="4892197" y="5053526"/>
                <a:ext cx="2092320" cy="231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DA7960-DD82-480E-9ED8-B48368B8004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74197" y="5035526"/>
                  <a:ext cx="2127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60EE05B-EA9F-3218-19A5-D45C51E69BF3}"/>
                    </a:ext>
                  </a:extLst>
                </p14:cNvPr>
                <p14:cNvContentPartPr/>
                <p14:nvPr/>
              </p14:nvContentPartPr>
              <p14:xfrm>
                <a:off x="5493397" y="4866326"/>
                <a:ext cx="193320" cy="878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60EE05B-EA9F-3218-19A5-D45C51E69B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75397" y="4848326"/>
                  <a:ext cx="228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8DB8CC7-296A-A86B-5C9E-C653314A8826}"/>
                    </a:ext>
                  </a:extLst>
                </p14:cNvPr>
                <p14:cNvContentPartPr/>
                <p14:nvPr/>
              </p14:nvContentPartPr>
              <p14:xfrm>
                <a:off x="5777077" y="4833566"/>
                <a:ext cx="87480" cy="103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8DB8CC7-296A-A86B-5C9E-C653314A88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759437" y="4815926"/>
                  <a:ext cx="123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451859-CA3E-05AC-DC5C-6B9A8F97AB85}"/>
                    </a:ext>
                  </a:extLst>
                </p14:cNvPr>
                <p14:cNvContentPartPr/>
                <p14:nvPr/>
              </p14:nvContentPartPr>
              <p14:xfrm>
                <a:off x="6269557" y="4633766"/>
                <a:ext cx="61920" cy="286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451859-CA3E-05AC-DC5C-6B9A8F97AB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51917" y="4615766"/>
                  <a:ext cx="97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4CC5C4C-C8B4-7521-4B67-604279ACCFA0}"/>
                    </a:ext>
                  </a:extLst>
                </p14:cNvPr>
                <p14:cNvContentPartPr/>
                <p14:nvPr/>
              </p14:nvContentPartPr>
              <p14:xfrm>
                <a:off x="6186397" y="4733126"/>
                <a:ext cx="240120" cy="87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4CC5C4C-C8B4-7521-4B67-604279ACCFA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68757" y="4715486"/>
                  <a:ext cx="275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4A1D2A8-C75B-E2FA-7D30-53CCD26AAC83}"/>
                    </a:ext>
                  </a:extLst>
                </p14:cNvPr>
                <p14:cNvContentPartPr/>
                <p14:nvPr/>
              </p14:nvContentPartPr>
              <p14:xfrm>
                <a:off x="6424717" y="4738166"/>
                <a:ext cx="92160" cy="112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4A1D2A8-C75B-E2FA-7D30-53CCD26AAC8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07077" y="4720166"/>
                  <a:ext cx="127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72ACFD4-C155-5182-B201-D3EC972DF9A8}"/>
                    </a:ext>
                  </a:extLst>
                </p14:cNvPr>
                <p14:cNvContentPartPr/>
                <p14:nvPr/>
              </p14:nvContentPartPr>
              <p14:xfrm>
                <a:off x="6586717" y="4750766"/>
                <a:ext cx="173160" cy="88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72ACFD4-C155-5182-B201-D3EC972DF9A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569077" y="4733126"/>
                  <a:ext cx="208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70EBEC7-5AFC-0223-A8EB-A24AC55D9641}"/>
                    </a:ext>
                  </a:extLst>
                </p14:cNvPr>
                <p14:cNvContentPartPr/>
                <p14:nvPr/>
              </p14:nvContentPartPr>
              <p14:xfrm>
                <a:off x="6852037" y="4660046"/>
                <a:ext cx="341640" cy="212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70EBEC7-5AFC-0223-A8EB-A24AC55D964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834397" y="4642046"/>
                  <a:ext cx="37728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138F484-9540-1C75-FACE-E861F804424C}"/>
              </a:ext>
            </a:extLst>
          </p:cNvPr>
          <p:cNvGrpSpPr/>
          <p:nvPr/>
        </p:nvGrpSpPr>
        <p:grpSpPr>
          <a:xfrm>
            <a:off x="6685357" y="6119846"/>
            <a:ext cx="1879560" cy="302760"/>
            <a:chOff x="6685357" y="6119846"/>
            <a:chExt cx="187956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8D95973-1D27-B925-2E93-D0FC6FDFCCFB}"/>
                    </a:ext>
                  </a:extLst>
                </p14:cNvPr>
                <p14:cNvContentPartPr/>
                <p14:nvPr/>
              </p14:nvContentPartPr>
              <p14:xfrm>
                <a:off x="6685357" y="6119846"/>
                <a:ext cx="289800" cy="120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8D95973-1D27-B925-2E93-D0FC6FDFCCF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67717" y="6101846"/>
                  <a:ext cx="325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FD1389-5BFB-47C8-0DF4-4F40CD880C2B}"/>
                    </a:ext>
                  </a:extLst>
                </p14:cNvPr>
                <p14:cNvContentPartPr/>
                <p14:nvPr/>
              </p14:nvContentPartPr>
              <p14:xfrm>
                <a:off x="6865357" y="6206966"/>
                <a:ext cx="70200" cy="215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FD1389-5BFB-47C8-0DF4-4F40CD880C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47717" y="6189326"/>
                  <a:ext cx="105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53E67C3-FC54-794B-4912-08AF22C65844}"/>
                    </a:ext>
                  </a:extLst>
                </p14:cNvPr>
                <p14:cNvContentPartPr/>
                <p14:nvPr/>
              </p14:nvContentPartPr>
              <p14:xfrm>
                <a:off x="7122037" y="6312806"/>
                <a:ext cx="14760" cy="87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3E67C3-FC54-794B-4912-08AF22C6584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04397" y="6294806"/>
                  <a:ext cx="50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870BE69-241C-6794-B2E9-83393F7C570C}"/>
                    </a:ext>
                  </a:extLst>
                </p14:cNvPr>
                <p14:cNvContentPartPr/>
                <p14:nvPr/>
              </p14:nvContentPartPr>
              <p14:xfrm>
                <a:off x="7078837" y="6213806"/>
                <a:ext cx="43920" cy="40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870BE69-241C-6794-B2E9-83393F7C570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60837" y="6195806"/>
                  <a:ext cx="79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DABCA31-7290-0E3D-2712-CCB50E6C4D0D}"/>
                    </a:ext>
                  </a:extLst>
                </p14:cNvPr>
                <p14:cNvContentPartPr/>
                <p14:nvPr/>
              </p14:nvContentPartPr>
              <p14:xfrm>
                <a:off x="7222837" y="6260606"/>
                <a:ext cx="280440" cy="108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DABCA31-7290-0E3D-2712-CCB50E6C4D0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05197" y="6242606"/>
                  <a:ext cx="316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A875727-0DFB-E7BA-AEDD-C13555578DEC}"/>
                    </a:ext>
                  </a:extLst>
                </p14:cNvPr>
                <p14:cNvContentPartPr/>
                <p14:nvPr/>
              </p14:nvContentPartPr>
              <p14:xfrm>
                <a:off x="7566637" y="6230006"/>
                <a:ext cx="77760" cy="146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A875727-0DFB-E7BA-AEDD-C13555578DE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48997" y="6212006"/>
                  <a:ext cx="113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4DBA3A7-BF1E-6D23-57CA-9806C63B59B3}"/>
                    </a:ext>
                  </a:extLst>
                </p14:cNvPr>
                <p14:cNvContentPartPr/>
                <p14:nvPr/>
              </p14:nvContentPartPr>
              <p14:xfrm>
                <a:off x="7946797" y="6227486"/>
                <a:ext cx="618120" cy="43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4DBA3A7-BF1E-6D23-57CA-9806C63B59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29157" y="6209486"/>
                  <a:ext cx="653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E52DF32-FDC1-37AA-1F46-8D2A67750756}"/>
                    </a:ext>
                  </a:extLst>
                </p14:cNvPr>
                <p14:cNvContentPartPr/>
                <p14:nvPr/>
              </p14:nvContentPartPr>
              <p14:xfrm>
                <a:off x="8403997" y="6178886"/>
                <a:ext cx="154800" cy="143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E52DF32-FDC1-37AA-1F46-8D2A677507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85997" y="6160886"/>
                  <a:ext cx="19044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6878FBE-B472-6DBF-485B-46F506AB1730}"/>
                  </a:ext>
                </a:extLst>
              </p14:cNvPr>
              <p14:cNvContentPartPr/>
              <p14:nvPr/>
            </p14:nvContentPartPr>
            <p14:xfrm>
              <a:off x="6884077" y="4213286"/>
              <a:ext cx="311400" cy="17492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6878FBE-B472-6DBF-485B-46F506AB173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830437" y="4105646"/>
                <a:ext cx="419040" cy="19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33E1EA0-1C5E-A288-CCA8-E349AB5377E8}"/>
                  </a:ext>
                </a:extLst>
              </p14:cNvPr>
              <p14:cNvContentPartPr/>
              <p14:nvPr/>
            </p14:nvContentPartPr>
            <p14:xfrm>
              <a:off x="6903517" y="4104206"/>
              <a:ext cx="2170440" cy="972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33E1EA0-1C5E-A288-CCA8-E349AB5377E8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849517" y="3996206"/>
                <a:ext cx="22780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D183DA6-715F-7C26-CB3A-F360CDC4AB8B}"/>
                  </a:ext>
                </a:extLst>
              </p14:cNvPr>
              <p14:cNvContentPartPr/>
              <p14:nvPr/>
            </p14:nvContentPartPr>
            <p14:xfrm>
              <a:off x="7240837" y="4144886"/>
              <a:ext cx="2063160" cy="19508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D183DA6-715F-7C26-CB3A-F360CDC4AB8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7187197" y="4037246"/>
                <a:ext cx="2170800" cy="21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58198A3E-335F-7E1D-6C19-110670AA111F}"/>
                  </a:ext>
                </a:extLst>
              </p14:cNvPr>
              <p14:cNvContentPartPr/>
              <p14:nvPr/>
            </p14:nvContentPartPr>
            <p14:xfrm>
              <a:off x="6962917" y="4208966"/>
              <a:ext cx="2228040" cy="17514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58198A3E-335F-7E1D-6C19-110670AA111F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908917" y="4101326"/>
                <a:ext cx="2335680" cy="19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F190B261-2633-65F1-A173-9A3625A35257}"/>
                  </a:ext>
                </a:extLst>
              </p14:cNvPr>
              <p14:cNvContentPartPr/>
              <p14:nvPr/>
            </p14:nvContentPartPr>
            <p14:xfrm>
              <a:off x="7284397" y="5595686"/>
              <a:ext cx="43200" cy="1983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F190B261-2633-65F1-A173-9A3625A35257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230397" y="5487686"/>
                <a:ext cx="15084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123BC36-B0D0-D252-0F74-89C473D583C2}"/>
                  </a:ext>
                </a:extLst>
              </p14:cNvPr>
              <p14:cNvContentPartPr/>
              <p14:nvPr/>
            </p14:nvContentPartPr>
            <p14:xfrm>
              <a:off x="7315357" y="5506406"/>
              <a:ext cx="13320" cy="208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123BC36-B0D0-D252-0F74-89C473D583C2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261357" y="5398406"/>
                <a:ext cx="12096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830703E-6DD1-09B8-4502-3A6588EAFA5C}"/>
              </a:ext>
            </a:extLst>
          </p:cNvPr>
          <p:cNvGrpSpPr/>
          <p:nvPr/>
        </p:nvGrpSpPr>
        <p:grpSpPr>
          <a:xfrm>
            <a:off x="6882637" y="3932846"/>
            <a:ext cx="2579760" cy="2210760"/>
            <a:chOff x="6882637" y="3932846"/>
            <a:chExt cx="2579760" cy="22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D252BF-010C-C58E-008A-6ACE49009399}"/>
                    </a:ext>
                  </a:extLst>
                </p14:cNvPr>
                <p14:cNvContentPartPr/>
                <p14:nvPr/>
              </p14:nvContentPartPr>
              <p14:xfrm>
                <a:off x="7464757" y="4757606"/>
                <a:ext cx="236160" cy="395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D252BF-010C-C58E-008A-6ACE4900939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46757" y="4739606"/>
                  <a:ext cx="2718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46935DE-4678-BF5F-5401-8E069360EE9E}"/>
                    </a:ext>
                  </a:extLst>
                </p14:cNvPr>
                <p14:cNvContentPartPr/>
                <p14:nvPr/>
              </p14:nvContentPartPr>
              <p14:xfrm>
                <a:off x="7792717" y="4779566"/>
                <a:ext cx="24480" cy="367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46935DE-4678-BF5F-5401-8E069360EE9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775077" y="4761566"/>
                  <a:ext cx="601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3044EF0-68EF-DCA5-F262-1392EA9BDEAD}"/>
                    </a:ext>
                  </a:extLst>
                </p14:cNvPr>
                <p14:cNvContentPartPr/>
                <p14:nvPr/>
              </p14:nvContentPartPr>
              <p14:xfrm>
                <a:off x="7781917" y="4747526"/>
                <a:ext cx="194400" cy="273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3044EF0-68EF-DCA5-F262-1392EA9BDEA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63917" y="4729886"/>
                  <a:ext cx="230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7029BB7-DC2D-C901-D463-D2F55D08B48B}"/>
                    </a:ext>
                  </a:extLst>
                </p14:cNvPr>
                <p14:cNvContentPartPr/>
                <p14:nvPr/>
              </p14:nvContentPartPr>
              <p14:xfrm>
                <a:off x="7839517" y="4927886"/>
                <a:ext cx="95400" cy="55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7029BB7-DC2D-C901-D463-D2F55D08B48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821517" y="4909886"/>
                  <a:ext cx="1310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F5E8CCA-ADA0-E334-1795-F6AEAE6581A0}"/>
                    </a:ext>
                  </a:extLst>
                </p14:cNvPr>
                <p14:cNvContentPartPr/>
                <p14:nvPr/>
              </p14:nvContentPartPr>
              <p14:xfrm>
                <a:off x="8066677" y="4779926"/>
                <a:ext cx="92160" cy="311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F5E8CCA-ADA0-E334-1795-F6AEAE6581A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048677" y="4762286"/>
                  <a:ext cx="127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AD3EFEE-B173-3C95-DAA1-C356310A3098}"/>
                    </a:ext>
                  </a:extLst>
                </p14:cNvPr>
                <p14:cNvContentPartPr/>
                <p14:nvPr/>
              </p14:nvContentPartPr>
              <p14:xfrm>
                <a:off x="8078197" y="4709366"/>
                <a:ext cx="266040" cy="389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AD3EFEE-B173-3C95-DAA1-C356310A309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60197" y="4691366"/>
                  <a:ext cx="3016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30BA9D1-424E-807F-70AF-DAF20F845433}"/>
                    </a:ext>
                  </a:extLst>
                </p14:cNvPr>
                <p14:cNvContentPartPr/>
                <p14:nvPr/>
              </p14:nvContentPartPr>
              <p14:xfrm>
                <a:off x="6882637" y="3932846"/>
                <a:ext cx="2220120" cy="163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30BA9D1-424E-807F-70AF-DAF20F84543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64997" y="3915206"/>
                  <a:ext cx="2255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E7F8DB1-1334-7E6C-6604-55B8B4C6008A}"/>
                    </a:ext>
                  </a:extLst>
                </p14:cNvPr>
                <p14:cNvContentPartPr/>
                <p14:nvPr/>
              </p14:nvContentPartPr>
              <p14:xfrm>
                <a:off x="7249477" y="4005206"/>
                <a:ext cx="2212920" cy="2138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E7F8DB1-1334-7E6C-6604-55B8B4C6008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231837" y="3987206"/>
                  <a:ext cx="2248560" cy="21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D22C73E-8E6E-D630-E7B6-A3C7E41640F4}"/>
                    </a:ext>
                  </a:extLst>
                </p14:cNvPr>
                <p14:cNvContentPartPr/>
                <p14:nvPr/>
              </p14:nvContentPartPr>
              <p14:xfrm>
                <a:off x="6983077" y="4044806"/>
                <a:ext cx="333720" cy="2037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D22C73E-8E6E-D630-E7B6-A3C7E41640F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965077" y="4027166"/>
                  <a:ext cx="369360" cy="2073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252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1925-1F57-575F-C0C6-9276E4475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B88D7-BFA8-12CF-2C76-9E1C62B9A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21D43F7-3E18-4383-6236-093B1F34B883}"/>
              </a:ext>
            </a:extLst>
          </p:cNvPr>
          <p:cNvGrpSpPr/>
          <p:nvPr/>
        </p:nvGrpSpPr>
        <p:grpSpPr>
          <a:xfrm>
            <a:off x="2141261" y="822152"/>
            <a:ext cx="1637640" cy="4409640"/>
            <a:chOff x="2141261" y="822152"/>
            <a:chExt cx="1637640" cy="440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7A25E4-5057-3DF4-B2B4-C89EBBD2B184}"/>
                    </a:ext>
                  </a:extLst>
                </p14:cNvPr>
                <p14:cNvContentPartPr/>
                <p14:nvPr/>
              </p14:nvContentPartPr>
              <p14:xfrm>
                <a:off x="2141261" y="1254512"/>
                <a:ext cx="795600" cy="12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7A25E4-5057-3DF4-B2B4-C89EBBD2B1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23621" y="1236872"/>
                  <a:ext cx="831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DE7AD6-45CD-14EF-40A1-F6DD3D3A2CEF}"/>
                    </a:ext>
                  </a:extLst>
                </p14:cNvPr>
                <p14:cNvContentPartPr/>
                <p14:nvPr/>
              </p14:nvContentPartPr>
              <p14:xfrm>
                <a:off x="2523581" y="1316432"/>
                <a:ext cx="169920" cy="908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DE7AD6-45CD-14EF-40A1-F6DD3D3A2C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05941" y="1298792"/>
                  <a:ext cx="20556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064E3D-B7A6-9D02-3CF8-BF2A56E62D6B}"/>
                    </a:ext>
                  </a:extLst>
                </p14:cNvPr>
                <p14:cNvContentPartPr/>
                <p14:nvPr/>
              </p14:nvContentPartPr>
              <p14:xfrm>
                <a:off x="2678021" y="2238032"/>
                <a:ext cx="130680" cy="32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064E3D-B7A6-9D02-3CF8-BF2A56E62D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0381" y="2220392"/>
                  <a:ext cx="166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C811B4-9F59-9C33-3FF4-C4993D258BD3}"/>
                    </a:ext>
                  </a:extLst>
                </p14:cNvPr>
                <p14:cNvContentPartPr/>
                <p14:nvPr/>
              </p14:nvContentPartPr>
              <p14:xfrm>
                <a:off x="2816621" y="2620352"/>
                <a:ext cx="202320" cy="971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C811B4-9F59-9C33-3FF4-C4993D258B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98981" y="2602352"/>
                  <a:ext cx="237960" cy="10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745C7C-BCC7-C893-7B55-B3A6562710EC}"/>
                    </a:ext>
                  </a:extLst>
                </p14:cNvPr>
                <p14:cNvContentPartPr/>
                <p14:nvPr/>
              </p14:nvContentPartPr>
              <p14:xfrm>
                <a:off x="2945141" y="3719072"/>
                <a:ext cx="219240" cy="25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745C7C-BCC7-C893-7B55-B3A6562710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7501" y="3701072"/>
                  <a:ext cx="254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440018-67FB-1465-8F33-64711682C420}"/>
                    </a:ext>
                  </a:extLst>
                </p14:cNvPr>
                <p14:cNvContentPartPr/>
                <p14:nvPr/>
              </p14:nvContentPartPr>
              <p14:xfrm>
                <a:off x="3143141" y="3977912"/>
                <a:ext cx="83160" cy="59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440018-67FB-1465-8F33-64711682C42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5501" y="3960272"/>
                  <a:ext cx="11880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7ED0EE-1EE7-39F6-CA0E-E25E47016C43}"/>
                    </a:ext>
                  </a:extLst>
                </p14:cNvPr>
                <p14:cNvContentPartPr/>
                <p14:nvPr/>
              </p14:nvContentPartPr>
              <p14:xfrm>
                <a:off x="3125501" y="4716632"/>
                <a:ext cx="2160" cy="3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7ED0EE-1EE7-39F6-CA0E-E25E47016C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07861" y="4698992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7ADF9A-3E89-1FF9-5FFC-D119B1A771A7}"/>
                    </a:ext>
                  </a:extLst>
                </p14:cNvPr>
                <p14:cNvContentPartPr/>
                <p14:nvPr/>
              </p14:nvContentPartPr>
              <p14:xfrm>
                <a:off x="3173381" y="4579472"/>
                <a:ext cx="35280" cy="33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7ADF9A-3E89-1FF9-5FFC-D119B1A771A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55741" y="4561472"/>
                  <a:ext cx="709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C452BA-5D72-0DB3-F54E-DDE5E2CA44D6}"/>
                    </a:ext>
                  </a:extLst>
                </p14:cNvPr>
                <p14:cNvContentPartPr/>
                <p14:nvPr/>
              </p14:nvContentPartPr>
              <p14:xfrm>
                <a:off x="3012821" y="5011832"/>
                <a:ext cx="322560" cy="2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C452BA-5D72-0DB3-F54E-DDE5E2CA44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94821" y="4994192"/>
                  <a:ext cx="358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DBE69C-6C2B-2B6D-378D-1E78646C98BF}"/>
                    </a:ext>
                  </a:extLst>
                </p14:cNvPr>
                <p14:cNvContentPartPr/>
                <p14:nvPr/>
              </p14:nvContentPartPr>
              <p14:xfrm>
                <a:off x="3000581" y="5118032"/>
                <a:ext cx="268920" cy="110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DBE69C-6C2B-2B6D-378D-1E78646C98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2581" y="5100032"/>
                  <a:ext cx="304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421479-EFE9-B0F0-515E-D4A913128CC4}"/>
                    </a:ext>
                  </a:extLst>
                </p14:cNvPr>
                <p14:cNvContentPartPr/>
                <p14:nvPr/>
              </p14:nvContentPartPr>
              <p14:xfrm>
                <a:off x="3216581" y="4995272"/>
                <a:ext cx="172440" cy="236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421479-EFE9-B0F0-515E-D4A913128C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98581" y="4977272"/>
                  <a:ext cx="2080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D3BAFF-B8AA-4644-5CB0-7EDC9D86C6D4}"/>
                    </a:ext>
                  </a:extLst>
                </p14:cNvPr>
                <p14:cNvContentPartPr/>
                <p14:nvPr/>
              </p14:nvContentPartPr>
              <p14:xfrm>
                <a:off x="3124781" y="2153072"/>
                <a:ext cx="79560" cy="27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D3BAFF-B8AA-4644-5CB0-7EDC9D86C6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06781" y="2135432"/>
                  <a:ext cx="1152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93B0E0-A0F9-B64B-001D-D047473003E4}"/>
                    </a:ext>
                  </a:extLst>
                </p14:cNvPr>
                <p14:cNvContentPartPr/>
                <p14:nvPr/>
              </p14:nvContentPartPr>
              <p14:xfrm>
                <a:off x="3110741" y="2047232"/>
                <a:ext cx="238320" cy="170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93B0E0-A0F9-B64B-001D-D047473003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3101" y="2029592"/>
                  <a:ext cx="273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BFBF2D-C064-7287-5CBE-6200AF8D9885}"/>
                    </a:ext>
                  </a:extLst>
                </p14:cNvPr>
                <p14:cNvContentPartPr/>
                <p14:nvPr/>
              </p14:nvContentPartPr>
              <p14:xfrm>
                <a:off x="3405581" y="2179712"/>
                <a:ext cx="183960" cy="10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BFBF2D-C064-7287-5CBE-6200AF8D98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7581" y="2161712"/>
                  <a:ext cx="219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359C68-3398-1A57-3EEF-E5F75C72D562}"/>
                    </a:ext>
                  </a:extLst>
                </p14:cNvPr>
                <p14:cNvContentPartPr/>
                <p14:nvPr/>
              </p14:nvContentPartPr>
              <p14:xfrm>
                <a:off x="3457421" y="2241992"/>
                <a:ext cx="104760" cy="17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359C68-3398-1A57-3EEF-E5F75C72D5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9421" y="2223992"/>
                  <a:ext cx="140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9B10AB-2A5A-EB18-38FE-01A9C5FF138F}"/>
                    </a:ext>
                  </a:extLst>
                </p14:cNvPr>
                <p14:cNvContentPartPr/>
                <p14:nvPr/>
              </p14:nvContentPartPr>
              <p14:xfrm>
                <a:off x="3452021" y="3846152"/>
                <a:ext cx="67680" cy="241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9B10AB-2A5A-EB18-38FE-01A9C5FF13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34381" y="3828152"/>
                  <a:ext cx="1033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1A3809-3E53-C893-A7E3-5D59A19930B8}"/>
                    </a:ext>
                  </a:extLst>
                </p14:cNvPr>
                <p14:cNvContentPartPr/>
                <p14:nvPr/>
              </p14:nvContentPartPr>
              <p14:xfrm>
                <a:off x="3439781" y="3725552"/>
                <a:ext cx="196920" cy="141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1A3809-3E53-C893-A7E3-5D59A19930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21781" y="3707552"/>
                  <a:ext cx="232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549AA6-F12B-49AE-5EE7-1A651AB8F2BE}"/>
                    </a:ext>
                  </a:extLst>
                </p14:cNvPr>
                <p14:cNvContentPartPr/>
                <p14:nvPr/>
              </p14:nvContentPartPr>
              <p14:xfrm>
                <a:off x="3745781" y="3820592"/>
                <a:ext cx="33120" cy="22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549AA6-F12B-49AE-5EE7-1A651AB8F2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7781" y="3802952"/>
                  <a:ext cx="68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F69DDB-975A-F73D-5A26-8379866AD834}"/>
                    </a:ext>
                  </a:extLst>
                </p14:cNvPr>
                <p14:cNvContentPartPr/>
                <p14:nvPr/>
              </p14:nvContentPartPr>
              <p14:xfrm>
                <a:off x="2429261" y="844112"/>
                <a:ext cx="218160" cy="30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F69DDB-975A-F73D-5A26-8379866AD8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11621" y="826112"/>
                  <a:ext cx="2538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8D5C30-7485-80DF-9E83-71B047033452}"/>
                    </a:ext>
                  </a:extLst>
                </p14:cNvPr>
                <p14:cNvContentPartPr/>
                <p14:nvPr/>
              </p14:nvContentPartPr>
              <p14:xfrm>
                <a:off x="2693141" y="822152"/>
                <a:ext cx="134280" cy="166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8D5C30-7485-80DF-9E83-71B0470334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75501" y="804152"/>
                  <a:ext cx="169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487864-CEAE-63D0-CD58-946003561DF3}"/>
                    </a:ext>
                  </a:extLst>
                </p14:cNvPr>
                <p14:cNvContentPartPr/>
                <p14:nvPr/>
              </p14:nvContentPartPr>
              <p14:xfrm>
                <a:off x="2356181" y="1734032"/>
                <a:ext cx="700560" cy="1242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487864-CEAE-63D0-CD58-946003561D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38181" y="1716032"/>
                  <a:ext cx="736200" cy="12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866AA0-4B1E-52B4-51F5-36A4B2041D34}"/>
                    </a:ext>
                  </a:extLst>
                </p14:cNvPr>
                <p14:cNvContentPartPr/>
                <p14:nvPr/>
              </p14:nvContentPartPr>
              <p14:xfrm>
                <a:off x="2932901" y="1711352"/>
                <a:ext cx="119880" cy="20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866AA0-4B1E-52B4-51F5-36A4B2041D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14901" y="1693712"/>
                  <a:ext cx="1555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9D97B8-A966-8716-E2FF-84422B2E79C1}"/>
                    </a:ext>
                  </a:extLst>
                </p14:cNvPr>
                <p14:cNvContentPartPr/>
                <p14:nvPr/>
              </p14:nvContentPartPr>
              <p14:xfrm>
                <a:off x="2935781" y="3090152"/>
                <a:ext cx="37080" cy="2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9D97B8-A966-8716-E2FF-84422B2E79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18141" y="3072512"/>
                  <a:ext cx="72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626954-96A8-F06A-2910-07F1CE232355}"/>
                    </a:ext>
                  </a:extLst>
                </p14:cNvPr>
                <p14:cNvContentPartPr/>
                <p14:nvPr/>
              </p14:nvContentPartPr>
              <p14:xfrm>
                <a:off x="2950181" y="3103112"/>
                <a:ext cx="30600" cy="20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626954-96A8-F06A-2910-07F1CE2323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2181" y="3085112"/>
                  <a:ext cx="66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C4B360-F67D-242D-9A6D-5282E963E418}"/>
                    </a:ext>
                  </a:extLst>
                </p14:cNvPr>
                <p14:cNvContentPartPr/>
                <p14:nvPr/>
              </p14:nvContentPartPr>
              <p14:xfrm>
                <a:off x="2899061" y="1693712"/>
                <a:ext cx="178200" cy="21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C4B360-F67D-242D-9A6D-5282E963E4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1061" y="1676072"/>
                  <a:ext cx="21384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CE2919-AD57-F15D-0DA2-AD606696AA98}"/>
              </a:ext>
            </a:extLst>
          </p:cNvPr>
          <p:cNvGrpSpPr/>
          <p:nvPr/>
        </p:nvGrpSpPr>
        <p:grpSpPr>
          <a:xfrm>
            <a:off x="5640461" y="1109432"/>
            <a:ext cx="532080" cy="522000"/>
            <a:chOff x="5640461" y="1109432"/>
            <a:chExt cx="532080" cy="52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93263B-688F-23E1-BA58-3E4068B6B20A}"/>
                    </a:ext>
                  </a:extLst>
                </p14:cNvPr>
                <p14:cNvContentPartPr/>
                <p14:nvPr/>
              </p14:nvContentPartPr>
              <p14:xfrm>
                <a:off x="5640461" y="1109432"/>
                <a:ext cx="280440" cy="411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93263B-688F-23E1-BA58-3E4068B6B2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2821" y="1091432"/>
                  <a:ext cx="3160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86E0F7-2966-04C4-26F0-CCD7FE705CE6}"/>
                    </a:ext>
                  </a:extLst>
                </p14:cNvPr>
                <p14:cNvContentPartPr/>
                <p14:nvPr/>
              </p14:nvContentPartPr>
              <p14:xfrm>
                <a:off x="5970221" y="1434512"/>
                <a:ext cx="202320" cy="44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86E0F7-2966-04C4-26F0-CCD7FE705C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52221" y="1416512"/>
                  <a:ext cx="2379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3B74B4-6B3A-9A85-9FB7-E56D7654D872}"/>
                    </a:ext>
                  </a:extLst>
                </p14:cNvPr>
                <p14:cNvContentPartPr/>
                <p14:nvPr/>
              </p14:nvContentPartPr>
              <p14:xfrm>
                <a:off x="6091541" y="1444952"/>
                <a:ext cx="39600" cy="186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3B74B4-6B3A-9A85-9FB7-E56D7654D8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73541" y="1427312"/>
                  <a:ext cx="7524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DE7F7F1-D306-E922-BDD6-928984158A30}"/>
              </a:ext>
            </a:extLst>
          </p:cNvPr>
          <p:cNvGrpSpPr/>
          <p:nvPr/>
        </p:nvGrpSpPr>
        <p:grpSpPr>
          <a:xfrm>
            <a:off x="7276301" y="1723952"/>
            <a:ext cx="1409400" cy="309240"/>
            <a:chOff x="7276301" y="1723952"/>
            <a:chExt cx="140940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2360E6-499C-0612-6D31-8D87FC011D47}"/>
                    </a:ext>
                  </a:extLst>
                </p14:cNvPr>
                <p14:cNvContentPartPr/>
                <p14:nvPr/>
              </p14:nvContentPartPr>
              <p14:xfrm>
                <a:off x="7276301" y="1741592"/>
                <a:ext cx="80280" cy="224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2360E6-499C-0612-6D31-8D87FC011D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8301" y="1723952"/>
                  <a:ext cx="115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DDB58B-16A2-6027-0B8C-A792BE9B7956}"/>
                    </a:ext>
                  </a:extLst>
                </p14:cNvPr>
                <p14:cNvContentPartPr/>
                <p14:nvPr/>
              </p14:nvContentPartPr>
              <p14:xfrm>
                <a:off x="7311941" y="1723952"/>
                <a:ext cx="226800" cy="170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DDB58B-16A2-6027-0B8C-A792BE9B79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93941" y="1706312"/>
                  <a:ext cx="2624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C4824A-F078-067C-BBFC-7DF71A97DA9B}"/>
                    </a:ext>
                  </a:extLst>
                </p14:cNvPr>
                <p14:cNvContentPartPr/>
                <p14:nvPr/>
              </p14:nvContentPartPr>
              <p14:xfrm>
                <a:off x="7646021" y="1840232"/>
                <a:ext cx="145440" cy="1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C4824A-F078-067C-BBFC-7DF71A97DA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28381" y="1822592"/>
                  <a:ext cx="181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BABBFB-4A0E-4D10-CCF5-B8063731E42A}"/>
                    </a:ext>
                  </a:extLst>
                </p14:cNvPr>
                <p14:cNvContentPartPr/>
                <p14:nvPr/>
              </p14:nvContentPartPr>
              <p14:xfrm>
                <a:off x="7692461" y="1871192"/>
                <a:ext cx="59760" cy="121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BABBFB-4A0E-4D10-CCF5-B8063731E4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74461" y="1853192"/>
                  <a:ext cx="95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412E06-4851-445C-5D83-7B7ED220A13F}"/>
                    </a:ext>
                  </a:extLst>
                </p14:cNvPr>
                <p14:cNvContentPartPr/>
                <p14:nvPr/>
              </p14:nvContentPartPr>
              <p14:xfrm>
                <a:off x="7890101" y="1854272"/>
                <a:ext cx="181080" cy="37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412E06-4851-445C-5D83-7B7ED220A1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2461" y="1836632"/>
                  <a:ext cx="216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CC8657-B1E5-7949-1488-77C126713B79}"/>
                    </a:ext>
                  </a:extLst>
                </p14:cNvPr>
                <p14:cNvContentPartPr/>
                <p14:nvPr/>
              </p14:nvContentPartPr>
              <p14:xfrm>
                <a:off x="7961741" y="1774712"/>
                <a:ext cx="86760" cy="21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CC8657-B1E5-7949-1488-77C126713B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44101" y="1757072"/>
                  <a:ext cx="122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1BF504-E42B-45F3-300B-0AF406E05708}"/>
                    </a:ext>
                  </a:extLst>
                </p14:cNvPr>
                <p14:cNvContentPartPr/>
                <p14:nvPr/>
              </p14:nvContentPartPr>
              <p14:xfrm>
                <a:off x="8304821" y="1831232"/>
                <a:ext cx="45360" cy="156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1BF504-E42B-45F3-300B-0AF406E057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86821" y="1813232"/>
                  <a:ext cx="81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F630DA2-5D76-5FCD-50B8-1EC537A9FF14}"/>
                    </a:ext>
                  </a:extLst>
                </p14:cNvPr>
                <p14:cNvContentPartPr/>
                <p14:nvPr/>
              </p14:nvContentPartPr>
              <p14:xfrm>
                <a:off x="8273141" y="1748432"/>
                <a:ext cx="223920" cy="12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F630DA2-5D76-5FCD-50B8-1EC537A9FF1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55501" y="1730432"/>
                  <a:ext cx="259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30C6457-78B0-0208-9A98-107EB92A372E}"/>
                    </a:ext>
                  </a:extLst>
                </p14:cNvPr>
                <p14:cNvContentPartPr/>
                <p14:nvPr/>
              </p14:nvContentPartPr>
              <p14:xfrm>
                <a:off x="8628101" y="1868672"/>
                <a:ext cx="57600" cy="16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30C6457-78B0-0208-9A98-107EB92A37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10461" y="1851032"/>
                  <a:ext cx="9324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7BD9DAE-1B4C-B750-0501-ACF11515CCF5}"/>
              </a:ext>
            </a:extLst>
          </p:cNvPr>
          <p:cNvGrpSpPr/>
          <p:nvPr/>
        </p:nvGrpSpPr>
        <p:grpSpPr>
          <a:xfrm>
            <a:off x="6452621" y="938432"/>
            <a:ext cx="2467800" cy="529200"/>
            <a:chOff x="6452621" y="938432"/>
            <a:chExt cx="246780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E58B4D-A852-36E7-F02A-6EB4DFCA9044}"/>
                    </a:ext>
                  </a:extLst>
                </p14:cNvPr>
                <p14:cNvContentPartPr/>
                <p14:nvPr/>
              </p14:nvContentPartPr>
              <p14:xfrm>
                <a:off x="6465221" y="1330832"/>
                <a:ext cx="42480" cy="12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E58B4D-A852-36E7-F02A-6EB4DFCA90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47221" y="1312832"/>
                  <a:ext cx="78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FA3827-0EAF-91F9-255C-2535E999FD0F}"/>
                    </a:ext>
                  </a:extLst>
                </p14:cNvPr>
                <p14:cNvContentPartPr/>
                <p14:nvPr/>
              </p14:nvContentPartPr>
              <p14:xfrm>
                <a:off x="6452621" y="1403192"/>
                <a:ext cx="128880" cy="35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FA3827-0EAF-91F9-255C-2535E999FD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34621" y="1385192"/>
                  <a:ext cx="164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D1089F-4FA4-852F-0D55-B48062C061DE}"/>
                    </a:ext>
                  </a:extLst>
                </p14:cNvPr>
                <p14:cNvContentPartPr/>
                <p14:nvPr/>
              </p14:nvContentPartPr>
              <p14:xfrm>
                <a:off x="7631621" y="1025912"/>
                <a:ext cx="63720" cy="21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D1089F-4FA4-852F-0D55-B48062C061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13621" y="1008272"/>
                  <a:ext cx="99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54596C-9805-4D46-876F-F230974803D6}"/>
                    </a:ext>
                  </a:extLst>
                </p14:cNvPr>
                <p14:cNvContentPartPr/>
                <p14:nvPr/>
              </p14:nvContentPartPr>
              <p14:xfrm>
                <a:off x="7634141" y="1018712"/>
                <a:ext cx="185400" cy="12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54596C-9805-4D46-876F-F230974803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6141" y="1001072"/>
                  <a:ext cx="221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0EA580-D6F3-DE56-6C24-2F63C1660CD2}"/>
                    </a:ext>
                  </a:extLst>
                </p14:cNvPr>
                <p14:cNvContentPartPr/>
                <p14:nvPr/>
              </p14:nvContentPartPr>
              <p14:xfrm>
                <a:off x="7899101" y="1112312"/>
                <a:ext cx="87840" cy="20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0EA580-D6F3-DE56-6C24-2F63C1660C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81461" y="1094672"/>
                  <a:ext cx="123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C00679-1B32-DDB2-BBA6-55941BE1991F}"/>
                    </a:ext>
                  </a:extLst>
                </p14:cNvPr>
                <p14:cNvContentPartPr/>
                <p14:nvPr/>
              </p14:nvContentPartPr>
              <p14:xfrm>
                <a:off x="7948421" y="1117352"/>
                <a:ext cx="67320" cy="127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C00679-1B32-DDB2-BBA6-55941BE199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30781" y="1099352"/>
                  <a:ext cx="102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C50937-6CB4-AD97-8309-AC3854737AB3}"/>
                    </a:ext>
                  </a:extLst>
                </p14:cNvPr>
                <p14:cNvContentPartPr/>
                <p14:nvPr/>
              </p14:nvContentPartPr>
              <p14:xfrm>
                <a:off x="7164701" y="1310672"/>
                <a:ext cx="1755720" cy="15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C50937-6CB4-AD97-8309-AC3854737A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47061" y="1292672"/>
                  <a:ext cx="1791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73BD152-39B4-6506-32FD-4AD928BEC9FC}"/>
                    </a:ext>
                  </a:extLst>
                </p14:cNvPr>
                <p14:cNvContentPartPr/>
                <p14:nvPr/>
              </p14:nvContentPartPr>
              <p14:xfrm>
                <a:off x="6868781" y="1022312"/>
                <a:ext cx="218880" cy="233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73BD152-39B4-6506-32FD-4AD928BEC9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51141" y="1004672"/>
                  <a:ext cx="254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8820D1-EB25-08F6-4B37-C4AEB132A0CE}"/>
                    </a:ext>
                  </a:extLst>
                </p14:cNvPr>
                <p14:cNvContentPartPr/>
                <p14:nvPr/>
              </p14:nvContentPartPr>
              <p14:xfrm>
                <a:off x="7164701" y="991352"/>
                <a:ext cx="201600" cy="220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98820D1-EB25-08F6-4B37-C4AEB132A0C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47061" y="973712"/>
                  <a:ext cx="237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9662C8-04C6-EC55-6A1A-B84B3C83208A}"/>
                    </a:ext>
                  </a:extLst>
                </p14:cNvPr>
                <p14:cNvContentPartPr/>
                <p14:nvPr/>
              </p14:nvContentPartPr>
              <p14:xfrm>
                <a:off x="6753941" y="1006112"/>
                <a:ext cx="294480" cy="344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9662C8-04C6-EC55-6A1A-B84B3C8320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36301" y="988112"/>
                  <a:ext cx="3301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78A40D9-5546-A1B8-C08F-0B792A70704B}"/>
                    </a:ext>
                  </a:extLst>
                </p14:cNvPr>
                <p14:cNvContentPartPr/>
                <p14:nvPr/>
              </p14:nvContentPartPr>
              <p14:xfrm>
                <a:off x="7395821" y="938432"/>
                <a:ext cx="52560" cy="27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78A40D9-5546-A1B8-C08F-0B792A7070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78181" y="920792"/>
                  <a:ext cx="8820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2A11F28-6F98-33E7-D523-3BB6DABCFFF4}"/>
              </a:ext>
            </a:extLst>
          </p:cNvPr>
          <p:cNvGrpSpPr/>
          <p:nvPr/>
        </p:nvGrpSpPr>
        <p:grpSpPr>
          <a:xfrm>
            <a:off x="5974901" y="2466632"/>
            <a:ext cx="3774240" cy="1334160"/>
            <a:chOff x="5974901" y="2466632"/>
            <a:chExt cx="3774240" cy="13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68C7FE8-BF68-5CC2-B239-260BA8FA4ADF}"/>
                    </a:ext>
                  </a:extLst>
                </p14:cNvPr>
                <p14:cNvContentPartPr/>
                <p14:nvPr/>
              </p14:nvContentPartPr>
              <p14:xfrm>
                <a:off x="5974901" y="2466632"/>
                <a:ext cx="86040" cy="1334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68C7FE8-BF68-5CC2-B239-260BA8FA4AD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57261" y="2448992"/>
                  <a:ext cx="121680" cy="13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0ADE3E-7F0B-1CD1-E3F6-E30E9A84925C}"/>
                    </a:ext>
                  </a:extLst>
                </p14:cNvPr>
                <p14:cNvContentPartPr/>
                <p14:nvPr/>
              </p14:nvContentPartPr>
              <p14:xfrm>
                <a:off x="6037181" y="3617192"/>
                <a:ext cx="3711960" cy="154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0ADE3E-7F0B-1CD1-E3F6-E30E9A84925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19181" y="3599192"/>
                  <a:ext cx="374760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70E01EF-7088-35C5-301B-C5AE6735429C}"/>
              </a:ext>
            </a:extLst>
          </p:cNvPr>
          <p:cNvGrpSpPr/>
          <p:nvPr/>
        </p:nvGrpSpPr>
        <p:grpSpPr>
          <a:xfrm>
            <a:off x="7162541" y="3985832"/>
            <a:ext cx="1101600" cy="307080"/>
            <a:chOff x="7162541" y="3985832"/>
            <a:chExt cx="11016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B2F0F1-793E-2AA4-5E07-43FA55E5E8D3}"/>
                    </a:ext>
                  </a:extLst>
                </p14:cNvPr>
                <p14:cNvContentPartPr/>
                <p14:nvPr/>
              </p14:nvContentPartPr>
              <p14:xfrm>
                <a:off x="7247501" y="3985832"/>
                <a:ext cx="153720" cy="302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B2F0F1-793E-2AA4-5E07-43FA55E5E8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9861" y="3968192"/>
                  <a:ext cx="1893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C3002F8-C246-C52D-0A5A-26967AA913D5}"/>
                    </a:ext>
                  </a:extLst>
                </p14:cNvPr>
                <p14:cNvContentPartPr/>
                <p14:nvPr/>
              </p14:nvContentPartPr>
              <p14:xfrm>
                <a:off x="7162541" y="4145672"/>
                <a:ext cx="131760" cy="51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C3002F8-C246-C52D-0A5A-26967AA913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44541" y="4127672"/>
                  <a:ext cx="167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7AA6EC-97BE-1A1F-6375-5C08572FA481}"/>
                    </a:ext>
                  </a:extLst>
                </p14:cNvPr>
                <p14:cNvContentPartPr/>
                <p14:nvPr/>
              </p14:nvContentPartPr>
              <p14:xfrm>
                <a:off x="7491941" y="4148912"/>
                <a:ext cx="26280" cy="14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7AA6EC-97BE-1A1F-6375-5C08572FA4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73941" y="4131272"/>
                  <a:ext cx="61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5FA3F5-8759-B9E1-5584-4B8C3050F397}"/>
                    </a:ext>
                  </a:extLst>
                </p14:cNvPr>
                <p14:cNvContentPartPr/>
                <p14:nvPr/>
              </p14:nvContentPartPr>
              <p14:xfrm>
                <a:off x="7483661" y="4007432"/>
                <a:ext cx="24120" cy="51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5FA3F5-8759-B9E1-5584-4B8C3050F3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65661" y="3989432"/>
                  <a:ext cx="59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F5EB57-9E12-3555-003A-35BD92CF0E5D}"/>
                    </a:ext>
                  </a:extLst>
                </p14:cNvPr>
                <p14:cNvContentPartPr/>
                <p14:nvPr/>
              </p14:nvContentPartPr>
              <p14:xfrm>
                <a:off x="7635941" y="4122272"/>
                <a:ext cx="257040" cy="96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F5EB57-9E12-3555-003A-35BD92CF0E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17941" y="4104272"/>
                  <a:ext cx="292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4E10E6-7BD7-2CF7-330D-0EDEB4604A1A}"/>
                    </a:ext>
                  </a:extLst>
                </p14:cNvPr>
                <p14:cNvContentPartPr/>
                <p14:nvPr/>
              </p14:nvContentPartPr>
              <p14:xfrm>
                <a:off x="8039861" y="3991232"/>
                <a:ext cx="224280" cy="17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4E10E6-7BD7-2CF7-330D-0EDEB4604A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22221" y="3973232"/>
                  <a:ext cx="25992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2841180-891A-FBCB-0352-4ACE758D66CB}"/>
                  </a:ext>
                </a:extLst>
              </p14:cNvPr>
              <p14:cNvContentPartPr/>
              <p14:nvPr/>
            </p14:nvContentPartPr>
            <p14:xfrm>
              <a:off x="5255261" y="2819072"/>
              <a:ext cx="151920" cy="2354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2841180-891A-FBCB-0352-4ACE758D66C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237621" y="2801072"/>
                <a:ext cx="1875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97EF451-D745-3113-7DC1-714203073513}"/>
                  </a:ext>
                </a:extLst>
              </p14:cNvPr>
              <p14:cNvContentPartPr/>
              <p14:nvPr/>
            </p14:nvContentPartPr>
            <p14:xfrm>
              <a:off x="5284781" y="2772992"/>
              <a:ext cx="230400" cy="200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97EF451-D745-3113-7DC1-71420307351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267141" y="2755352"/>
                <a:ext cx="266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B865C13-6CD6-0359-0189-CBC91C338F06}"/>
                  </a:ext>
                </a:extLst>
              </p14:cNvPr>
              <p14:cNvContentPartPr/>
              <p14:nvPr/>
            </p14:nvContentPartPr>
            <p14:xfrm>
              <a:off x="5510861" y="2846792"/>
              <a:ext cx="129240" cy="43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B865C13-6CD6-0359-0189-CBC91C338F0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93221" y="2828792"/>
                <a:ext cx="164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0CF3ACF-61DF-E1A1-334C-5A5FBDE60053}"/>
                  </a:ext>
                </a:extLst>
              </p14:cNvPr>
              <p14:cNvContentPartPr/>
              <p14:nvPr/>
            </p14:nvContentPartPr>
            <p14:xfrm>
              <a:off x="5642261" y="2842112"/>
              <a:ext cx="3240" cy="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0CF3ACF-61DF-E1A1-334C-5A5FBDE6005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624621" y="2824112"/>
                <a:ext cx="38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E2E389E-2102-EE8E-5A76-9853A81B3824}"/>
                  </a:ext>
                </a:extLst>
              </p14:cNvPr>
              <p14:cNvContentPartPr/>
              <p14:nvPr/>
            </p14:nvContentPartPr>
            <p14:xfrm>
              <a:off x="5598341" y="2889272"/>
              <a:ext cx="52560" cy="104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E2E389E-2102-EE8E-5A76-9853A81B382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580701" y="2871632"/>
                <a:ext cx="882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2A82B77C-0637-2E61-484D-CF6B84C52068}"/>
              </a:ext>
            </a:extLst>
          </p:cNvPr>
          <p:cNvGrpSpPr/>
          <p:nvPr/>
        </p:nvGrpSpPr>
        <p:grpSpPr>
          <a:xfrm>
            <a:off x="5491061" y="2109872"/>
            <a:ext cx="2235960" cy="541800"/>
            <a:chOff x="5491061" y="2109872"/>
            <a:chExt cx="2235960" cy="5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5A4D02-6348-9198-C194-E8769D6B90B1}"/>
                    </a:ext>
                  </a:extLst>
                </p14:cNvPr>
                <p14:cNvContentPartPr/>
                <p14:nvPr/>
              </p14:nvContentPartPr>
              <p14:xfrm>
                <a:off x="5946101" y="2185832"/>
                <a:ext cx="26280" cy="355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5A4D02-6348-9198-C194-E8769D6B90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28461" y="2168192"/>
                  <a:ext cx="619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AC2A75-7AF0-23DA-BC3E-566888D59420}"/>
                    </a:ext>
                  </a:extLst>
                </p14:cNvPr>
                <p14:cNvContentPartPr/>
                <p14:nvPr/>
              </p14:nvContentPartPr>
              <p14:xfrm>
                <a:off x="5892101" y="2109872"/>
                <a:ext cx="207360" cy="151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AC2A75-7AF0-23DA-BC3E-566888D594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74461" y="2091872"/>
                  <a:ext cx="243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9DB1FCE-7FDD-8BA1-60CD-B0A53E64C7ED}"/>
                    </a:ext>
                  </a:extLst>
                </p14:cNvPr>
                <p14:cNvContentPartPr/>
                <p14:nvPr/>
              </p14:nvContentPartPr>
              <p14:xfrm>
                <a:off x="5880221" y="2468432"/>
                <a:ext cx="327600" cy="127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9DB1FCE-7FDD-8BA1-60CD-B0A53E64C7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62581" y="2450792"/>
                  <a:ext cx="363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00C6E7-B848-6786-B3C7-2A8FF2B26C20}"/>
                    </a:ext>
                  </a:extLst>
                </p14:cNvPr>
                <p14:cNvContentPartPr/>
                <p14:nvPr/>
              </p14:nvContentPartPr>
              <p14:xfrm>
                <a:off x="5491061" y="2468432"/>
                <a:ext cx="88200" cy="183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00C6E7-B848-6786-B3C7-2A8FF2B26C2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73061" y="2450792"/>
                  <a:ext cx="123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BFDC51-EE77-ACAE-CFCE-F6DD8FABC7CA}"/>
                    </a:ext>
                  </a:extLst>
                </p14:cNvPr>
                <p14:cNvContentPartPr/>
                <p14:nvPr/>
              </p14:nvContentPartPr>
              <p14:xfrm>
                <a:off x="5614901" y="2364752"/>
                <a:ext cx="105120" cy="170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BFDC51-EE77-ACAE-CFCE-F6DD8FABC7C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97261" y="2346752"/>
                  <a:ext cx="140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99D91D3-F1E8-105B-5D90-AB5FC2243644}"/>
                    </a:ext>
                  </a:extLst>
                </p14:cNvPr>
                <p14:cNvContentPartPr/>
                <p14:nvPr/>
              </p14:nvContentPartPr>
              <p14:xfrm>
                <a:off x="5760341" y="2311832"/>
                <a:ext cx="65160" cy="139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99D91D3-F1E8-105B-5D90-AB5FC224364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42701" y="2293832"/>
                  <a:ext cx="100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9F0593F-92DB-0507-71FE-E4B841D40634}"/>
                    </a:ext>
                  </a:extLst>
                </p14:cNvPr>
                <p14:cNvContentPartPr/>
                <p14:nvPr/>
              </p14:nvContentPartPr>
              <p14:xfrm>
                <a:off x="5811101" y="2247032"/>
                <a:ext cx="105120" cy="142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9F0593F-92DB-0507-71FE-E4B841D4063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93461" y="2229032"/>
                  <a:ext cx="140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667E5BA-FEC4-406A-8F26-E43CD2071A78}"/>
                    </a:ext>
                  </a:extLst>
                </p14:cNvPr>
                <p14:cNvContentPartPr/>
                <p14:nvPr/>
              </p14:nvContentPartPr>
              <p14:xfrm>
                <a:off x="5956541" y="2435672"/>
                <a:ext cx="1770480" cy="96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667E5BA-FEC4-406A-8F26-E43CD2071A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38901" y="2417672"/>
                  <a:ext cx="18061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3B1373-7FD7-8C14-0D49-EF59B936B42A}"/>
              </a:ext>
            </a:extLst>
          </p:cNvPr>
          <p:cNvGrpSpPr/>
          <p:nvPr/>
        </p:nvGrpSpPr>
        <p:grpSpPr>
          <a:xfrm>
            <a:off x="6420581" y="2657432"/>
            <a:ext cx="1406520" cy="916560"/>
            <a:chOff x="6420581" y="2657432"/>
            <a:chExt cx="1406520" cy="91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9F5D63C-516E-7556-3F58-817A45A83AA0}"/>
                    </a:ext>
                  </a:extLst>
                </p14:cNvPr>
                <p14:cNvContentPartPr/>
                <p14:nvPr/>
              </p14:nvContentPartPr>
              <p14:xfrm>
                <a:off x="6707861" y="2657432"/>
                <a:ext cx="208800" cy="518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9F5D63C-516E-7556-3F58-817A45A83A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89861" y="2639432"/>
                  <a:ext cx="2444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FE2B1C-ABF4-1514-A663-344DEE77B755}"/>
                    </a:ext>
                  </a:extLst>
                </p14:cNvPr>
                <p14:cNvContentPartPr/>
                <p14:nvPr/>
              </p14:nvContentPartPr>
              <p14:xfrm>
                <a:off x="6757181" y="2675072"/>
                <a:ext cx="190800" cy="134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FE2B1C-ABF4-1514-A663-344DEE77B7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39181" y="2657072"/>
                  <a:ext cx="226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B4A5FC8-7F7B-6D3D-0798-67CD3DC13E55}"/>
                    </a:ext>
                  </a:extLst>
                </p14:cNvPr>
                <p14:cNvContentPartPr/>
                <p14:nvPr/>
              </p14:nvContentPartPr>
              <p14:xfrm>
                <a:off x="6420581" y="3412352"/>
                <a:ext cx="198360" cy="161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B4A5FC8-7F7B-6D3D-0798-67CD3DC13E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02941" y="3394352"/>
                  <a:ext cx="234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36938D-BAB7-43DB-E1D5-713E9B8E07AE}"/>
                    </a:ext>
                  </a:extLst>
                </p14:cNvPr>
                <p14:cNvContentPartPr/>
                <p14:nvPr/>
              </p14:nvContentPartPr>
              <p14:xfrm>
                <a:off x="6688061" y="3435752"/>
                <a:ext cx="82800" cy="105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36938D-BAB7-43DB-E1D5-713E9B8E07A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70061" y="3418112"/>
                  <a:ext cx="118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E4A7F1C-B73B-03C4-6959-87FDE97CD35E}"/>
                    </a:ext>
                  </a:extLst>
                </p14:cNvPr>
                <p14:cNvContentPartPr/>
                <p14:nvPr/>
              </p14:nvContentPartPr>
              <p14:xfrm>
                <a:off x="7007021" y="3256472"/>
                <a:ext cx="66240" cy="261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E4A7F1C-B73B-03C4-6959-87FDE97CD35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89381" y="3238472"/>
                  <a:ext cx="101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FB7C2E-4790-5510-4315-0CA9A6830B16}"/>
                    </a:ext>
                  </a:extLst>
                </p14:cNvPr>
                <p14:cNvContentPartPr/>
                <p14:nvPr/>
              </p14:nvContentPartPr>
              <p14:xfrm>
                <a:off x="6984701" y="3393632"/>
                <a:ext cx="145440" cy="36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FB7C2E-4790-5510-4315-0CA9A6830B1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66701" y="3375632"/>
                  <a:ext cx="1810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18A69A-1C19-E4C9-A3E7-C01E27C7DCBB}"/>
                    </a:ext>
                  </a:extLst>
                </p14:cNvPr>
                <p14:cNvContentPartPr/>
                <p14:nvPr/>
              </p14:nvContentPartPr>
              <p14:xfrm>
                <a:off x="7145981" y="3382832"/>
                <a:ext cx="97200" cy="93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18A69A-1C19-E4C9-A3E7-C01E27C7DC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28341" y="3365192"/>
                  <a:ext cx="132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C77B49E-6DA9-FBBE-7D6A-5862B16FCB34}"/>
                    </a:ext>
                  </a:extLst>
                </p14:cNvPr>
                <p14:cNvContentPartPr/>
                <p14:nvPr/>
              </p14:nvContentPartPr>
              <p14:xfrm>
                <a:off x="7353341" y="3381752"/>
                <a:ext cx="139320" cy="7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C77B49E-6DA9-FBBE-7D6A-5862B16FCB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35701" y="3363752"/>
                  <a:ext cx="174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DEFEDFC-EBEB-C0AE-7EEF-C0BDB27566FD}"/>
                    </a:ext>
                  </a:extLst>
                </p14:cNvPr>
                <p14:cNvContentPartPr/>
                <p14:nvPr/>
              </p14:nvContentPartPr>
              <p14:xfrm>
                <a:off x="7556741" y="3210392"/>
                <a:ext cx="270360" cy="23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DEFEDFC-EBEB-C0AE-7EEF-C0BDB27566F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39101" y="3192752"/>
                  <a:ext cx="3060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F0FF3FE-5E72-07F5-9E6C-90C13A2A0BAF}"/>
              </a:ext>
            </a:extLst>
          </p:cNvPr>
          <p:cNvGrpSpPr/>
          <p:nvPr/>
        </p:nvGrpSpPr>
        <p:grpSpPr>
          <a:xfrm>
            <a:off x="7743221" y="2115272"/>
            <a:ext cx="4134960" cy="945000"/>
            <a:chOff x="7743221" y="2115272"/>
            <a:chExt cx="4134960" cy="9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1182C4-C6B8-B211-A7C6-F4AD8F4BD265}"/>
                    </a:ext>
                  </a:extLst>
                </p14:cNvPr>
                <p14:cNvContentPartPr/>
                <p14:nvPr/>
              </p14:nvContentPartPr>
              <p14:xfrm>
                <a:off x="7743221" y="2499032"/>
                <a:ext cx="1352880" cy="561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1182C4-C6B8-B211-A7C6-F4AD8F4BD2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5581" y="2481032"/>
                  <a:ext cx="13885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10A61B-59BF-D78F-E2B8-124B2994F5A8}"/>
                    </a:ext>
                  </a:extLst>
                </p14:cNvPr>
                <p14:cNvContentPartPr/>
                <p14:nvPr/>
              </p14:nvContentPartPr>
              <p14:xfrm>
                <a:off x="8588141" y="2335592"/>
                <a:ext cx="437760" cy="36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10A61B-59BF-D78F-E2B8-124B2994F5A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70141" y="2317592"/>
                  <a:ext cx="4734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E06A921-5B37-2AEE-1592-8A15EF809F02}"/>
                    </a:ext>
                  </a:extLst>
                </p14:cNvPr>
                <p14:cNvContentPartPr/>
                <p14:nvPr/>
              </p14:nvContentPartPr>
              <p14:xfrm>
                <a:off x="8613701" y="2499392"/>
                <a:ext cx="113760" cy="242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E06A921-5B37-2AEE-1592-8A15EF809F0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95701" y="2481752"/>
                  <a:ext cx="149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FB20349-8AF1-9408-1BAD-909D7CC28DEF}"/>
                    </a:ext>
                  </a:extLst>
                </p14:cNvPr>
                <p14:cNvContentPartPr/>
                <p14:nvPr/>
              </p14:nvContentPartPr>
              <p14:xfrm>
                <a:off x="9267101" y="2278712"/>
                <a:ext cx="50760" cy="224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FB20349-8AF1-9408-1BAD-909D7CC28D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49101" y="2260712"/>
                  <a:ext cx="86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C935BC-CDB6-3766-C34B-9FFA3A11FB9C}"/>
                    </a:ext>
                  </a:extLst>
                </p14:cNvPr>
                <p14:cNvContentPartPr/>
                <p14:nvPr/>
              </p14:nvContentPartPr>
              <p14:xfrm>
                <a:off x="9226781" y="2319032"/>
                <a:ext cx="255960" cy="126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C935BC-CDB6-3766-C34B-9FFA3A11FB9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09141" y="2301392"/>
                  <a:ext cx="291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04F635-BFA1-6FC5-1820-10C1A04944FC}"/>
                    </a:ext>
                  </a:extLst>
                </p14:cNvPr>
                <p14:cNvContentPartPr/>
                <p14:nvPr/>
              </p14:nvContentPartPr>
              <p14:xfrm>
                <a:off x="9528101" y="2291312"/>
                <a:ext cx="160560" cy="81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04F635-BFA1-6FC5-1820-10C1A04944F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10461" y="2273672"/>
                  <a:ext cx="196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777EE38-BAD1-FE7D-7F55-B45ADCE1E20B}"/>
                    </a:ext>
                  </a:extLst>
                </p14:cNvPr>
                <p14:cNvContentPartPr/>
                <p14:nvPr/>
              </p14:nvContentPartPr>
              <p14:xfrm>
                <a:off x="9791621" y="2115272"/>
                <a:ext cx="314280" cy="205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777EE38-BAD1-FE7D-7F55-B45ADCE1E2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73621" y="2097272"/>
                  <a:ext cx="349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BA93DC-0478-596A-1BB8-E6E36AE49BB6}"/>
                    </a:ext>
                  </a:extLst>
                </p14:cNvPr>
                <p14:cNvContentPartPr/>
                <p14:nvPr/>
              </p14:nvContentPartPr>
              <p14:xfrm>
                <a:off x="9479501" y="2621072"/>
                <a:ext cx="226080" cy="312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BA93DC-0478-596A-1BB8-E6E36AE49BB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61861" y="2603432"/>
                  <a:ext cx="261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1EA0F0-9BEB-3EE6-72C1-734387B3B0B3}"/>
                    </a:ext>
                  </a:extLst>
                </p14:cNvPr>
                <p14:cNvContentPartPr/>
                <p14:nvPr/>
              </p14:nvContentPartPr>
              <p14:xfrm>
                <a:off x="9759941" y="2677232"/>
                <a:ext cx="82800" cy="217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81EA0F0-9BEB-3EE6-72C1-734387B3B0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41941" y="2659232"/>
                  <a:ext cx="118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2949442-733B-DB63-ACF6-9443E362C337}"/>
                    </a:ext>
                  </a:extLst>
                </p14:cNvPr>
                <p14:cNvContentPartPr/>
                <p14:nvPr/>
              </p14:nvContentPartPr>
              <p14:xfrm>
                <a:off x="9739781" y="2625392"/>
                <a:ext cx="214200" cy="131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2949442-733B-DB63-ACF6-9443E362C33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22141" y="2607752"/>
                  <a:ext cx="249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08CD4A-0829-153F-EAD6-CB7F7011690A}"/>
                    </a:ext>
                  </a:extLst>
                </p14:cNvPr>
                <p14:cNvContentPartPr/>
                <p14:nvPr/>
              </p14:nvContentPartPr>
              <p14:xfrm>
                <a:off x="10019861" y="2648432"/>
                <a:ext cx="1440" cy="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08CD4A-0829-153F-EAD6-CB7F7011690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01861" y="2630792"/>
                  <a:ext cx="3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F8FC12C-A22D-DEE0-B27E-EB4E2B87F4C3}"/>
                    </a:ext>
                  </a:extLst>
                </p14:cNvPr>
                <p14:cNvContentPartPr/>
                <p14:nvPr/>
              </p14:nvContentPartPr>
              <p14:xfrm>
                <a:off x="10017701" y="2613872"/>
                <a:ext cx="75960" cy="141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F8FC12C-A22D-DEE0-B27E-EB4E2B87F4C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000061" y="2596232"/>
                  <a:ext cx="111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808C40-74D9-07B6-9172-5626C8324F0D}"/>
                    </a:ext>
                  </a:extLst>
                </p14:cNvPr>
                <p14:cNvContentPartPr/>
                <p14:nvPr/>
              </p14:nvContentPartPr>
              <p14:xfrm>
                <a:off x="10218941" y="2567432"/>
                <a:ext cx="126360" cy="149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808C40-74D9-07B6-9172-5626C8324F0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00941" y="2549792"/>
                  <a:ext cx="162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C907280-9591-1F90-CB43-132E75FBE061}"/>
                    </a:ext>
                  </a:extLst>
                </p14:cNvPr>
                <p14:cNvContentPartPr/>
                <p14:nvPr/>
              </p14:nvContentPartPr>
              <p14:xfrm>
                <a:off x="10432061" y="2562392"/>
                <a:ext cx="43200" cy="110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C907280-9591-1F90-CB43-132E75FBE06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14421" y="2544752"/>
                  <a:ext cx="78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9F9028-D07F-F981-5886-DB25D7C00CFB}"/>
                    </a:ext>
                  </a:extLst>
                </p14:cNvPr>
                <p14:cNvContentPartPr/>
                <p14:nvPr/>
              </p14:nvContentPartPr>
              <p14:xfrm>
                <a:off x="10412621" y="2468792"/>
                <a:ext cx="26280" cy="15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9F9028-D07F-F981-5886-DB25D7C00CF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394621" y="2450792"/>
                  <a:ext cx="61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3B36A92-79D1-B21C-2811-C29E9B1E4AA9}"/>
                    </a:ext>
                  </a:extLst>
                </p14:cNvPr>
                <p14:cNvContentPartPr/>
                <p14:nvPr/>
              </p14:nvContentPartPr>
              <p14:xfrm>
                <a:off x="10582901" y="2508392"/>
                <a:ext cx="56880" cy="158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3B36A92-79D1-B21C-2811-C29E9B1E4AA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65261" y="2490392"/>
                  <a:ext cx="92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C0E557-F760-77DD-142E-BB34A5299412}"/>
                    </a:ext>
                  </a:extLst>
                </p14:cNvPr>
                <p14:cNvContentPartPr/>
                <p14:nvPr/>
              </p14:nvContentPartPr>
              <p14:xfrm>
                <a:off x="10690181" y="2370512"/>
                <a:ext cx="100080" cy="233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C0E557-F760-77DD-142E-BB34A529941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72181" y="2352512"/>
                  <a:ext cx="1357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953942-1600-34D2-687C-51BE899DD622}"/>
                    </a:ext>
                  </a:extLst>
                </p14:cNvPr>
                <p14:cNvContentPartPr/>
                <p14:nvPr/>
              </p14:nvContentPartPr>
              <p14:xfrm>
                <a:off x="10677581" y="2499392"/>
                <a:ext cx="98280" cy="26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953942-1600-34D2-687C-51BE899DD62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59941" y="2481752"/>
                  <a:ext cx="133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09A33E-5294-E750-49DF-C645506F54AD}"/>
                    </a:ext>
                  </a:extLst>
                </p14:cNvPr>
                <p14:cNvContentPartPr/>
                <p14:nvPr/>
              </p14:nvContentPartPr>
              <p14:xfrm>
                <a:off x="10868741" y="2412632"/>
                <a:ext cx="376560" cy="151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09A33E-5294-E750-49DF-C645506F54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50741" y="2394632"/>
                  <a:ext cx="412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5B42538-CB02-94F7-D538-1E3D76F3F66E}"/>
                    </a:ext>
                  </a:extLst>
                </p14:cNvPr>
                <p14:cNvContentPartPr/>
                <p14:nvPr/>
              </p14:nvContentPartPr>
              <p14:xfrm>
                <a:off x="11341061" y="2355392"/>
                <a:ext cx="81000" cy="90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5B42538-CB02-94F7-D538-1E3D76F3F6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23061" y="2337392"/>
                  <a:ext cx="116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35D5476-73E1-60EC-CEF4-2D2296981588}"/>
                    </a:ext>
                  </a:extLst>
                </p14:cNvPr>
                <p14:cNvContentPartPr/>
                <p14:nvPr/>
              </p14:nvContentPartPr>
              <p14:xfrm>
                <a:off x="11475341" y="2362232"/>
                <a:ext cx="120600" cy="99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35D5476-73E1-60EC-CEF4-2D229698158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57341" y="2344232"/>
                  <a:ext cx="156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124FFC-B431-153E-5502-E5349F73F583}"/>
                    </a:ext>
                  </a:extLst>
                </p14:cNvPr>
                <p14:cNvContentPartPr/>
                <p14:nvPr/>
              </p14:nvContentPartPr>
              <p14:xfrm>
                <a:off x="11635541" y="2139392"/>
                <a:ext cx="242640" cy="36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124FFC-B431-153E-5502-E5349F73F58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17901" y="2121392"/>
                  <a:ext cx="27828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3DE59CF-ABDB-ACAD-654D-C016EC461B46}"/>
              </a:ext>
            </a:extLst>
          </p:cNvPr>
          <p:cNvGrpSpPr/>
          <p:nvPr/>
        </p:nvGrpSpPr>
        <p:grpSpPr>
          <a:xfrm>
            <a:off x="10164221" y="2928512"/>
            <a:ext cx="679680" cy="324000"/>
            <a:chOff x="10164221" y="2928512"/>
            <a:chExt cx="6796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55967BB-F008-7C04-4418-684659ED49A4}"/>
                    </a:ext>
                  </a:extLst>
                </p14:cNvPr>
                <p14:cNvContentPartPr/>
                <p14:nvPr/>
              </p14:nvContentPartPr>
              <p14:xfrm>
                <a:off x="10164221" y="3039752"/>
                <a:ext cx="169200" cy="212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55967BB-F008-7C04-4418-684659ED49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46221" y="3022112"/>
                  <a:ext cx="204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06BABA-3917-D9A7-ADCD-7E8A2A9DEDB0}"/>
                    </a:ext>
                  </a:extLst>
                </p14:cNvPr>
                <p14:cNvContentPartPr/>
                <p14:nvPr/>
              </p14:nvContentPartPr>
              <p14:xfrm>
                <a:off x="10401101" y="3038312"/>
                <a:ext cx="70200" cy="104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06BABA-3917-D9A7-ADCD-7E8A2A9DEDB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83101" y="3020672"/>
                  <a:ext cx="105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8180E38-6BC9-ACB7-953A-A43762CAE0F7}"/>
                    </a:ext>
                  </a:extLst>
                </p14:cNvPr>
                <p14:cNvContentPartPr/>
                <p14:nvPr/>
              </p14:nvContentPartPr>
              <p14:xfrm>
                <a:off x="10500101" y="2988632"/>
                <a:ext cx="110880" cy="104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8180E38-6BC9-ACB7-953A-A43762CAE0F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82101" y="2970992"/>
                  <a:ext cx="146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A057C8-8DDA-C479-C633-0DC8C0489024}"/>
                    </a:ext>
                  </a:extLst>
                </p14:cNvPr>
                <p14:cNvContentPartPr/>
                <p14:nvPr/>
              </p14:nvContentPartPr>
              <p14:xfrm>
                <a:off x="10762181" y="2928512"/>
                <a:ext cx="81720" cy="159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A057C8-8DDA-C479-C633-0DC8C048902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44181" y="2910512"/>
                  <a:ext cx="11736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0B46826-C85C-01EC-5F56-EE09EEC56596}"/>
              </a:ext>
            </a:extLst>
          </p:cNvPr>
          <p:cNvGrpSpPr/>
          <p:nvPr/>
        </p:nvGrpSpPr>
        <p:grpSpPr>
          <a:xfrm>
            <a:off x="11096981" y="2723672"/>
            <a:ext cx="808920" cy="294840"/>
            <a:chOff x="11096981" y="2723672"/>
            <a:chExt cx="80892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370D10B-371C-10E0-07F0-B9AC5B86FDAB}"/>
                    </a:ext>
                  </a:extLst>
                </p14:cNvPr>
                <p14:cNvContentPartPr/>
                <p14:nvPr/>
              </p14:nvContentPartPr>
              <p14:xfrm>
                <a:off x="11096981" y="2773352"/>
                <a:ext cx="160560" cy="235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370D10B-371C-10E0-07F0-B9AC5B86FDA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79341" y="2755352"/>
                  <a:ext cx="196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A5C4005-C221-634E-B4FD-8629C25F360B}"/>
                    </a:ext>
                  </a:extLst>
                </p14:cNvPr>
                <p14:cNvContentPartPr/>
                <p14:nvPr/>
              </p14:nvContentPartPr>
              <p14:xfrm>
                <a:off x="11337461" y="2818712"/>
                <a:ext cx="274680" cy="199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A5C4005-C221-634E-B4FD-8629C25F360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19821" y="2800712"/>
                  <a:ext cx="310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A38185F-9E23-E888-11BC-8B5D2E8DFF36}"/>
                    </a:ext>
                  </a:extLst>
                </p14:cNvPr>
                <p14:cNvContentPartPr/>
                <p14:nvPr/>
              </p14:nvContentPartPr>
              <p14:xfrm>
                <a:off x="11664341" y="2723672"/>
                <a:ext cx="241560" cy="96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A38185F-9E23-E888-11BC-8B5D2E8DFF3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646701" y="2706032"/>
                  <a:ext cx="27720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0B1AF38-D2C6-F822-9490-025B9C807DB7}"/>
                  </a:ext>
                </a:extLst>
              </p14:cNvPr>
              <p14:cNvContentPartPr/>
              <p14:nvPr/>
            </p14:nvContentPartPr>
            <p14:xfrm>
              <a:off x="7693541" y="2035352"/>
              <a:ext cx="41400" cy="2311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0B1AF38-D2C6-F822-9490-025B9C807DB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675541" y="2017352"/>
                <a:ext cx="770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ED48CD-02F5-7099-CAAA-4D453D5204D3}"/>
                  </a:ext>
                </a:extLst>
              </p14:cNvPr>
              <p14:cNvContentPartPr/>
              <p14:nvPr/>
            </p14:nvContentPartPr>
            <p14:xfrm>
              <a:off x="7770581" y="2432072"/>
              <a:ext cx="11520" cy="1332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ED48CD-02F5-7099-CAAA-4D453D5204D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752941" y="2414072"/>
                <a:ext cx="471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CFD082D-5C75-E4F2-6CB0-9A2A52C2D863}"/>
                  </a:ext>
                </a:extLst>
              </p14:cNvPr>
              <p14:cNvContentPartPr/>
              <p14:nvPr/>
            </p14:nvContentPartPr>
            <p14:xfrm>
              <a:off x="7805501" y="2707472"/>
              <a:ext cx="4680" cy="1418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CFD082D-5C75-E4F2-6CB0-9A2A52C2D86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787501" y="2689832"/>
                <a:ext cx="403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1AFA5F4-4AF5-5EFB-EDD1-8D6EC4F17E15}"/>
                  </a:ext>
                </a:extLst>
              </p14:cNvPr>
              <p14:cNvContentPartPr/>
              <p14:nvPr/>
            </p14:nvContentPartPr>
            <p14:xfrm>
              <a:off x="7826741" y="2965232"/>
              <a:ext cx="19080" cy="116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1AFA5F4-4AF5-5EFB-EDD1-8D6EC4F17E1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809101" y="2947232"/>
                <a:ext cx="54720" cy="1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CC8DFED-83F0-E657-35BB-113FC09550C3}"/>
              </a:ext>
            </a:extLst>
          </p:cNvPr>
          <p:cNvGrpSpPr/>
          <p:nvPr/>
        </p:nvGrpSpPr>
        <p:grpSpPr>
          <a:xfrm>
            <a:off x="7871741" y="3210032"/>
            <a:ext cx="44640" cy="263520"/>
            <a:chOff x="7871741" y="3210032"/>
            <a:chExt cx="4464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BA3FEB-8571-F1DA-BF0C-8785F84B9EC6}"/>
                    </a:ext>
                  </a:extLst>
                </p14:cNvPr>
                <p14:cNvContentPartPr/>
                <p14:nvPr/>
              </p14:nvContentPartPr>
              <p14:xfrm>
                <a:off x="7871741" y="3210032"/>
                <a:ext cx="10800" cy="109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BA3FEB-8571-F1DA-BF0C-8785F84B9EC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54101" y="3192032"/>
                  <a:ext cx="46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0D3F802-5607-9D47-43B3-C911141E427D}"/>
                    </a:ext>
                  </a:extLst>
                </p14:cNvPr>
                <p14:cNvContentPartPr/>
                <p14:nvPr/>
              </p14:nvContentPartPr>
              <p14:xfrm>
                <a:off x="7905221" y="3423872"/>
                <a:ext cx="11160" cy="49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0D3F802-5607-9D47-43B3-C911141E42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87221" y="3406232"/>
                  <a:ext cx="46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744A397-A57A-1CAC-461A-6B2FB5015864}"/>
              </a:ext>
            </a:extLst>
          </p:cNvPr>
          <p:cNvGrpSpPr/>
          <p:nvPr/>
        </p:nvGrpSpPr>
        <p:grpSpPr>
          <a:xfrm>
            <a:off x="5611661" y="3676952"/>
            <a:ext cx="4395240" cy="3058920"/>
            <a:chOff x="5611661" y="3676952"/>
            <a:chExt cx="4395240" cy="30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225DE9-AACB-CA7E-671C-35EDDACD14E9}"/>
                    </a:ext>
                  </a:extLst>
                </p14:cNvPr>
                <p14:cNvContentPartPr/>
                <p14:nvPr/>
              </p14:nvContentPartPr>
              <p14:xfrm>
                <a:off x="6097301" y="4337912"/>
                <a:ext cx="79920" cy="909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225DE9-AACB-CA7E-671C-35EDDACD14E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79301" y="4320272"/>
                  <a:ext cx="11556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CF2AF69-5E01-4050-9D10-897E54C7AC59}"/>
                    </a:ext>
                  </a:extLst>
                </p14:cNvPr>
                <p14:cNvContentPartPr/>
                <p14:nvPr/>
              </p14:nvContentPartPr>
              <p14:xfrm>
                <a:off x="6032861" y="4319552"/>
                <a:ext cx="168840" cy="154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CF2AF69-5E01-4050-9D10-897E54C7AC5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14861" y="4301912"/>
                  <a:ext cx="204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94FD51-3AC7-36C8-AF11-710CADD08E71}"/>
                    </a:ext>
                  </a:extLst>
                </p14:cNvPr>
                <p14:cNvContentPartPr/>
                <p14:nvPr/>
              </p14:nvContentPartPr>
              <p14:xfrm>
                <a:off x="5654861" y="4664792"/>
                <a:ext cx="139320" cy="157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94FD51-3AC7-36C8-AF11-710CADD08E7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6861" y="4646792"/>
                  <a:ext cx="174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FF3184-380E-6EBF-EEA5-BF9ED33CCF88}"/>
                    </a:ext>
                  </a:extLst>
                </p14:cNvPr>
                <p14:cNvContentPartPr/>
                <p14:nvPr/>
              </p14:nvContentPartPr>
              <p14:xfrm>
                <a:off x="5611661" y="4624472"/>
                <a:ext cx="69480" cy="85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FF3184-380E-6EBF-EEA5-BF9ED33CC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94021" y="4606832"/>
                  <a:ext cx="105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F01587C-264E-3944-A77A-7B83CAF520F5}"/>
                    </a:ext>
                  </a:extLst>
                </p14:cNvPr>
                <p14:cNvContentPartPr/>
                <p14:nvPr/>
              </p14:nvContentPartPr>
              <p14:xfrm>
                <a:off x="5719661" y="4774952"/>
                <a:ext cx="105120" cy="122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F01587C-264E-3944-A77A-7B83CAF520F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02021" y="4756952"/>
                  <a:ext cx="14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203E566-F628-7D24-16A2-3B2A053E74CE}"/>
                    </a:ext>
                  </a:extLst>
                </p14:cNvPr>
                <p14:cNvContentPartPr/>
                <p14:nvPr/>
              </p14:nvContentPartPr>
              <p14:xfrm>
                <a:off x="6189461" y="5057912"/>
                <a:ext cx="3726360" cy="277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203E566-F628-7D24-16A2-3B2A053E74C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71821" y="5039912"/>
                  <a:ext cx="37620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970874-32E5-D07D-DDE8-8BC2D068B995}"/>
                    </a:ext>
                  </a:extLst>
                </p14:cNvPr>
                <p14:cNvContentPartPr/>
                <p14:nvPr/>
              </p14:nvContentPartPr>
              <p14:xfrm>
                <a:off x="9849581" y="4982312"/>
                <a:ext cx="157320" cy="173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970874-32E5-D07D-DDE8-8BC2D068B99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31941" y="4964312"/>
                  <a:ext cx="192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E057957-C209-7357-4EB1-D5D578DFBCF9}"/>
                    </a:ext>
                  </a:extLst>
                </p14:cNvPr>
                <p14:cNvContentPartPr/>
                <p14:nvPr/>
              </p14:nvContentPartPr>
              <p14:xfrm>
                <a:off x="7759061" y="5317832"/>
                <a:ext cx="162720" cy="223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E057957-C209-7357-4EB1-D5D578DFBCF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41061" y="5300192"/>
                  <a:ext cx="198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5FD64D2-4662-4359-1DEC-1B8306631296}"/>
                    </a:ext>
                  </a:extLst>
                </p14:cNvPr>
                <p14:cNvContentPartPr/>
                <p14:nvPr/>
              </p14:nvContentPartPr>
              <p14:xfrm>
                <a:off x="7777061" y="5418992"/>
                <a:ext cx="106920" cy="52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5FD64D2-4662-4359-1DEC-1B830663129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59061" y="5400992"/>
                  <a:ext cx="142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F25024B-2480-C58F-1129-F56162CAA663}"/>
                    </a:ext>
                  </a:extLst>
                </p14:cNvPr>
                <p14:cNvContentPartPr/>
                <p14:nvPr/>
              </p14:nvContentPartPr>
              <p14:xfrm>
                <a:off x="8064341" y="5384792"/>
                <a:ext cx="54360" cy="103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F25024B-2480-C58F-1129-F56162CAA6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46701" y="5366792"/>
                  <a:ext cx="90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199D08D-18E7-C458-64F4-4C4F9A260177}"/>
                    </a:ext>
                  </a:extLst>
                </p14:cNvPr>
                <p14:cNvContentPartPr/>
                <p14:nvPr/>
              </p14:nvContentPartPr>
              <p14:xfrm>
                <a:off x="8101061" y="5292272"/>
                <a:ext cx="12600" cy="1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199D08D-18E7-C458-64F4-4C4F9A26017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83061" y="5274632"/>
                  <a:ext cx="48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DE51E73-F26E-4EC5-001E-FED0A732CFBA}"/>
                    </a:ext>
                  </a:extLst>
                </p14:cNvPr>
                <p14:cNvContentPartPr/>
                <p14:nvPr/>
              </p14:nvContentPartPr>
              <p14:xfrm>
                <a:off x="8223101" y="5326832"/>
                <a:ext cx="240120" cy="98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DE51E73-F26E-4EC5-001E-FED0A732CF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05461" y="5309192"/>
                  <a:ext cx="275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7261077-E574-2197-D1BC-8EC55A753D9C}"/>
                    </a:ext>
                  </a:extLst>
                </p14:cNvPr>
                <p14:cNvContentPartPr/>
                <p14:nvPr/>
              </p14:nvContentPartPr>
              <p14:xfrm>
                <a:off x="8529821" y="5262392"/>
                <a:ext cx="93960" cy="142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7261077-E574-2197-D1BC-8EC55A753D9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11821" y="5244752"/>
                  <a:ext cx="129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EBDB7DC-DC4B-522F-A2C8-0026EDC01BE6}"/>
                    </a:ext>
                  </a:extLst>
                </p14:cNvPr>
                <p14:cNvContentPartPr/>
                <p14:nvPr/>
              </p14:nvContentPartPr>
              <p14:xfrm>
                <a:off x="6246341" y="4717712"/>
                <a:ext cx="56520" cy="29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EBDB7DC-DC4B-522F-A2C8-0026EDC01BE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28341" y="4700072"/>
                  <a:ext cx="92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8493509-D81F-8792-02D6-48F90C0A5E71}"/>
                    </a:ext>
                  </a:extLst>
                </p14:cNvPr>
                <p14:cNvContentPartPr/>
                <p14:nvPr/>
              </p14:nvContentPartPr>
              <p14:xfrm>
                <a:off x="6170021" y="4563632"/>
                <a:ext cx="1992240" cy="20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8493509-D81F-8792-02D6-48F90C0A5E7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52021" y="4545632"/>
                  <a:ext cx="2027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862D41C-FBA2-74D0-7E33-DC8A27856EB5}"/>
                    </a:ext>
                  </a:extLst>
                </p14:cNvPr>
                <p14:cNvContentPartPr/>
                <p14:nvPr/>
              </p14:nvContentPartPr>
              <p14:xfrm>
                <a:off x="8217701" y="3781712"/>
                <a:ext cx="1316520" cy="781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862D41C-FBA2-74D0-7E33-DC8A27856EB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00061" y="3763712"/>
                  <a:ext cx="135216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FBDE0F-75AB-AFF2-CF77-D82FB322EBFF}"/>
                    </a:ext>
                  </a:extLst>
                </p14:cNvPr>
                <p14:cNvContentPartPr/>
                <p14:nvPr/>
              </p14:nvContentPartPr>
              <p14:xfrm>
                <a:off x="7957421" y="3676952"/>
                <a:ext cx="23400" cy="92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FBDE0F-75AB-AFF2-CF77-D82FB322EBF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939421" y="3659312"/>
                  <a:ext cx="5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34899B1-04BC-B0DD-8389-BED7D8D227B0}"/>
                    </a:ext>
                  </a:extLst>
                </p14:cNvPr>
                <p14:cNvContentPartPr/>
                <p14:nvPr/>
              </p14:nvContentPartPr>
              <p14:xfrm>
                <a:off x="7986221" y="3814832"/>
                <a:ext cx="13320" cy="168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34899B1-04BC-B0DD-8389-BED7D8D227B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968221" y="3796832"/>
                  <a:ext cx="4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F2D28BF-FE0E-EBDF-F10D-85F873A8D6ED}"/>
                    </a:ext>
                  </a:extLst>
                </p14:cNvPr>
                <p14:cNvContentPartPr/>
                <p14:nvPr/>
              </p14:nvContentPartPr>
              <p14:xfrm>
                <a:off x="8054981" y="4121552"/>
                <a:ext cx="36360" cy="131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F2D28BF-FE0E-EBDF-F10D-85F873A8D6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37341" y="4103912"/>
                  <a:ext cx="72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72A9C31-A82D-7C07-3881-1AA3E07862F2}"/>
                    </a:ext>
                  </a:extLst>
                </p14:cNvPr>
                <p14:cNvContentPartPr/>
                <p14:nvPr/>
              </p14:nvContentPartPr>
              <p14:xfrm>
                <a:off x="8142101" y="4358432"/>
                <a:ext cx="9000" cy="131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72A9C31-A82D-7C07-3881-1AA3E07862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24101" y="4340792"/>
                  <a:ext cx="44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852A6E-4BB6-E36D-0CDC-DC3D4C93B61E}"/>
                    </a:ext>
                  </a:extLst>
                </p14:cNvPr>
                <p14:cNvContentPartPr/>
                <p14:nvPr/>
              </p14:nvContentPartPr>
              <p14:xfrm>
                <a:off x="8187821" y="4593512"/>
                <a:ext cx="26640" cy="131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852A6E-4BB6-E36D-0CDC-DC3D4C93B61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170181" y="4575872"/>
                  <a:ext cx="62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A296F3-8B31-C544-5E0B-5F4F5D7CE918}"/>
                    </a:ext>
                  </a:extLst>
                </p14:cNvPr>
                <p14:cNvContentPartPr/>
                <p14:nvPr/>
              </p14:nvContentPartPr>
              <p14:xfrm>
                <a:off x="8241101" y="4853432"/>
                <a:ext cx="10080" cy="155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A296F3-8B31-C544-5E0B-5F4F5D7CE91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223461" y="4835792"/>
                  <a:ext cx="45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A5404B6-A99B-705E-E692-473892BFDB17}"/>
                    </a:ext>
                  </a:extLst>
                </p14:cNvPr>
                <p14:cNvContentPartPr/>
                <p14:nvPr/>
              </p14:nvContentPartPr>
              <p14:xfrm>
                <a:off x="8282861" y="5145392"/>
                <a:ext cx="52560" cy="187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A5404B6-A99B-705E-E692-473892BFDB1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64861" y="5127392"/>
                  <a:ext cx="88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3D445E-7DA5-D77E-092D-21E765AB8AEE}"/>
                    </a:ext>
                  </a:extLst>
                </p14:cNvPr>
                <p14:cNvContentPartPr/>
                <p14:nvPr/>
              </p14:nvContentPartPr>
              <p14:xfrm>
                <a:off x="8384741" y="5513672"/>
                <a:ext cx="52200" cy="385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3D445E-7DA5-D77E-092D-21E765AB8A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366741" y="5495672"/>
                  <a:ext cx="878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8FE3481-9CE4-A3BD-1DF0-E06170713C87}"/>
                    </a:ext>
                  </a:extLst>
                </p14:cNvPr>
                <p14:cNvContentPartPr/>
                <p14:nvPr/>
              </p14:nvContentPartPr>
              <p14:xfrm>
                <a:off x="8466821" y="6055472"/>
                <a:ext cx="25560" cy="162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8FE3481-9CE4-A3BD-1DF0-E06170713C8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449181" y="6037832"/>
                  <a:ext cx="61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B656C92-FEC5-3FC7-01F5-4AC46E8F2029}"/>
                    </a:ext>
                  </a:extLst>
                </p14:cNvPr>
                <p14:cNvContentPartPr/>
                <p14:nvPr/>
              </p14:nvContentPartPr>
              <p14:xfrm>
                <a:off x="8524781" y="6320792"/>
                <a:ext cx="3600" cy="184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B656C92-FEC5-3FC7-01F5-4AC46E8F202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07141" y="6303152"/>
                  <a:ext cx="39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F39BFB9-47BB-E703-BFCB-F0A7C3F778D5}"/>
                    </a:ext>
                  </a:extLst>
                </p14:cNvPr>
                <p14:cNvContentPartPr/>
                <p14:nvPr/>
              </p14:nvContentPartPr>
              <p14:xfrm>
                <a:off x="6441101" y="5981312"/>
                <a:ext cx="142200" cy="700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F39BFB9-47BB-E703-BFCB-F0A7C3F778D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23461" y="5963672"/>
                  <a:ext cx="17784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D221D57-24AC-A834-A053-5260AE9FE23A}"/>
                    </a:ext>
                  </a:extLst>
                </p14:cNvPr>
                <p14:cNvContentPartPr/>
                <p14:nvPr/>
              </p14:nvContentPartPr>
              <p14:xfrm>
                <a:off x="6544421" y="6380912"/>
                <a:ext cx="3385080" cy="354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D221D57-24AC-A834-A053-5260AE9FE23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26421" y="6362912"/>
                  <a:ext cx="34207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E7EDD23-CBDC-0A5F-4BB4-3402ADE27CCB}"/>
                    </a:ext>
                  </a:extLst>
                </p14:cNvPr>
                <p14:cNvContentPartPr/>
                <p14:nvPr/>
              </p14:nvContentPartPr>
              <p14:xfrm>
                <a:off x="9866501" y="6316832"/>
                <a:ext cx="114120" cy="146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E7EDD23-CBDC-0A5F-4BB4-3402ADE27C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48501" y="6299192"/>
                  <a:ext cx="149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71ADC9C-688A-010F-D931-6A9167CBDA1E}"/>
                    </a:ext>
                  </a:extLst>
                </p14:cNvPr>
                <p14:cNvContentPartPr/>
                <p14:nvPr/>
              </p14:nvContentPartPr>
              <p14:xfrm>
                <a:off x="6428501" y="6003632"/>
                <a:ext cx="20520" cy="15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71ADC9C-688A-010F-D931-6A9167CBDA1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10501" y="5985992"/>
                  <a:ext cx="56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D527885-102B-A703-923B-8794F32E293D}"/>
                    </a:ext>
                  </a:extLst>
                </p14:cNvPr>
                <p14:cNvContentPartPr/>
                <p14:nvPr/>
              </p14:nvContentPartPr>
              <p14:xfrm>
                <a:off x="6308621" y="5687552"/>
                <a:ext cx="150120" cy="301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D527885-102B-A703-923B-8794F32E293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90621" y="5669552"/>
                  <a:ext cx="185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6BFB7FE-055E-0D4A-7D46-F757C55213AC}"/>
                    </a:ext>
                  </a:extLst>
                </p14:cNvPr>
                <p14:cNvContentPartPr/>
                <p14:nvPr/>
              </p14:nvContentPartPr>
              <p14:xfrm>
                <a:off x="5807141" y="6030632"/>
                <a:ext cx="163800" cy="225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6BFB7FE-055E-0D4A-7D46-F757C55213A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89141" y="6012632"/>
                  <a:ext cx="19944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1A6E4C7-1128-AF8C-BA5D-DADAFBCD50F8}"/>
              </a:ext>
            </a:extLst>
          </p:cNvPr>
          <p:cNvGrpSpPr/>
          <p:nvPr/>
        </p:nvGrpSpPr>
        <p:grpSpPr>
          <a:xfrm>
            <a:off x="6969941" y="5805632"/>
            <a:ext cx="591480" cy="403560"/>
            <a:chOff x="6969941" y="5805632"/>
            <a:chExt cx="5914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4C3C00C-B990-FC56-3AD1-34873BD9232F}"/>
                    </a:ext>
                  </a:extLst>
                </p14:cNvPr>
                <p14:cNvContentPartPr/>
                <p14:nvPr/>
              </p14:nvContentPartPr>
              <p14:xfrm>
                <a:off x="6969941" y="5928392"/>
                <a:ext cx="113400" cy="280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4C3C00C-B990-FC56-3AD1-34873BD9232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951941" y="5910752"/>
                  <a:ext cx="149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507F25F-5575-4151-D16A-B27A1165DCD3}"/>
                    </a:ext>
                  </a:extLst>
                </p14:cNvPr>
                <p14:cNvContentPartPr/>
                <p14:nvPr/>
              </p14:nvContentPartPr>
              <p14:xfrm>
                <a:off x="7163981" y="6005792"/>
                <a:ext cx="76680" cy="93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507F25F-5575-4151-D16A-B27A1165DCD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46341" y="5987792"/>
                  <a:ext cx="11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C33F276-8B0A-2619-16CD-CFC7652B3BFF}"/>
                    </a:ext>
                  </a:extLst>
                </p14:cNvPr>
                <p14:cNvContentPartPr/>
                <p14:nvPr/>
              </p14:nvContentPartPr>
              <p14:xfrm>
                <a:off x="7292861" y="5974112"/>
                <a:ext cx="68040" cy="93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C33F276-8B0A-2619-16CD-CFC7652B3BF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274861" y="5956112"/>
                  <a:ext cx="103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AF18FD-A47A-54C0-749B-6479FE21E290}"/>
                    </a:ext>
                  </a:extLst>
                </p14:cNvPr>
                <p14:cNvContentPartPr/>
                <p14:nvPr/>
              </p14:nvContentPartPr>
              <p14:xfrm>
                <a:off x="7460261" y="5805632"/>
                <a:ext cx="101160" cy="253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AF18FD-A47A-54C0-749B-6479FE21E29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42621" y="5787632"/>
                  <a:ext cx="1368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9ED8AF4-1700-EB05-EF80-FC7BEF099DA5}"/>
              </a:ext>
            </a:extLst>
          </p:cNvPr>
          <p:cNvGrpSpPr/>
          <p:nvPr/>
        </p:nvGrpSpPr>
        <p:grpSpPr>
          <a:xfrm>
            <a:off x="7892981" y="5779352"/>
            <a:ext cx="1155960" cy="268920"/>
            <a:chOff x="7892981" y="5779352"/>
            <a:chExt cx="115596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9FE6D1D-859A-A34E-3EFF-1FAB1B4888B5}"/>
                    </a:ext>
                  </a:extLst>
                </p14:cNvPr>
                <p14:cNvContentPartPr/>
                <p14:nvPr/>
              </p14:nvContentPartPr>
              <p14:xfrm>
                <a:off x="7928981" y="5835872"/>
                <a:ext cx="61560" cy="212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9FE6D1D-859A-A34E-3EFF-1FAB1B4888B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11341" y="5818232"/>
                  <a:ext cx="97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B7FC272-3FBE-F5A2-6A2E-AE90A7A8A86C}"/>
                    </a:ext>
                  </a:extLst>
                </p14:cNvPr>
                <p14:cNvContentPartPr/>
                <p14:nvPr/>
              </p14:nvContentPartPr>
              <p14:xfrm>
                <a:off x="7892981" y="5918312"/>
                <a:ext cx="119880" cy="58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B7FC272-3FBE-F5A2-6A2E-AE90A7A8A86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75341" y="5900312"/>
                  <a:ext cx="155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8955A0-E6A3-BD85-CEE0-8F153B9A243F}"/>
                    </a:ext>
                  </a:extLst>
                </p14:cNvPr>
                <p14:cNvContentPartPr/>
                <p14:nvPr/>
              </p14:nvContentPartPr>
              <p14:xfrm>
                <a:off x="8038421" y="5915432"/>
                <a:ext cx="86760" cy="79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8955A0-E6A3-BD85-CEE0-8F153B9A2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20421" y="5897432"/>
                  <a:ext cx="122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76FA69B-B737-8545-1AA2-08A30826655D}"/>
                    </a:ext>
                  </a:extLst>
                </p14:cNvPr>
                <p14:cNvContentPartPr/>
                <p14:nvPr/>
              </p14:nvContentPartPr>
              <p14:xfrm>
                <a:off x="8346221" y="5779352"/>
                <a:ext cx="80640" cy="245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76FA69B-B737-8545-1AA2-08A30826655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328581" y="5761352"/>
                  <a:ext cx="116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0E25A9F-0EC5-A15B-CF66-9DDF0B00A949}"/>
                    </a:ext>
                  </a:extLst>
                </p14:cNvPr>
                <p14:cNvContentPartPr/>
                <p14:nvPr/>
              </p14:nvContentPartPr>
              <p14:xfrm>
                <a:off x="8445221" y="5835152"/>
                <a:ext cx="101880" cy="142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0E25A9F-0EC5-A15B-CF66-9DDF0B00A94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427581" y="5817512"/>
                  <a:ext cx="137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3C0B485-2539-9FDD-C00F-A47A97E3DD1D}"/>
                    </a:ext>
                  </a:extLst>
                </p14:cNvPr>
                <p14:cNvContentPartPr/>
                <p14:nvPr/>
              </p14:nvContentPartPr>
              <p14:xfrm>
                <a:off x="8576621" y="5894552"/>
                <a:ext cx="122400" cy="561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3C0B485-2539-9FDD-C00F-A47A97E3DD1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58621" y="5876552"/>
                  <a:ext cx="15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AB1DC81-9F46-DE91-0F48-3C065B275774}"/>
                    </a:ext>
                  </a:extLst>
                </p14:cNvPr>
                <p14:cNvContentPartPr/>
                <p14:nvPr/>
              </p14:nvContentPartPr>
              <p14:xfrm>
                <a:off x="8790821" y="5844512"/>
                <a:ext cx="64440" cy="108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AB1DC81-9F46-DE91-0F48-3C065B27577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72821" y="5826872"/>
                  <a:ext cx="100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6A0C4C6-70EF-C61E-D3DF-23611ED62FBF}"/>
                    </a:ext>
                  </a:extLst>
                </p14:cNvPr>
                <p14:cNvContentPartPr/>
                <p14:nvPr/>
              </p14:nvContentPartPr>
              <p14:xfrm>
                <a:off x="8915381" y="5804552"/>
                <a:ext cx="133560" cy="121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6A0C4C6-70EF-C61E-D3DF-23611ED62FB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897741" y="5786552"/>
                  <a:ext cx="1692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C7B00CD-EE07-CB9B-FC4E-28DC200BA819}"/>
              </a:ext>
            </a:extLst>
          </p:cNvPr>
          <p:cNvGrpSpPr/>
          <p:nvPr/>
        </p:nvGrpSpPr>
        <p:grpSpPr>
          <a:xfrm>
            <a:off x="9473741" y="5636792"/>
            <a:ext cx="696960" cy="232920"/>
            <a:chOff x="9473741" y="5636792"/>
            <a:chExt cx="69696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4890019-934A-6413-25E0-7A0DBEC51F64}"/>
                    </a:ext>
                  </a:extLst>
                </p14:cNvPr>
                <p14:cNvContentPartPr/>
                <p14:nvPr/>
              </p14:nvContentPartPr>
              <p14:xfrm>
                <a:off x="9473741" y="5699792"/>
                <a:ext cx="150480" cy="163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4890019-934A-6413-25E0-7A0DBEC51F6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55741" y="5681792"/>
                  <a:ext cx="186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4EE5AD4-9E8E-1A74-10CE-FF7C1E8A5739}"/>
                    </a:ext>
                  </a:extLst>
                </p14:cNvPr>
                <p14:cNvContentPartPr/>
                <p14:nvPr/>
              </p14:nvContentPartPr>
              <p14:xfrm>
                <a:off x="9723221" y="5788712"/>
                <a:ext cx="64440" cy="81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4EE5AD4-9E8E-1A74-10CE-FF7C1E8A57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705581" y="5771072"/>
                  <a:ext cx="100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C638F5-9479-DCDF-BE78-11ADC9390E15}"/>
                    </a:ext>
                  </a:extLst>
                </p14:cNvPr>
                <p14:cNvContentPartPr/>
                <p14:nvPr/>
              </p14:nvContentPartPr>
              <p14:xfrm>
                <a:off x="9889541" y="5636792"/>
                <a:ext cx="57240" cy="185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C638F5-9479-DCDF-BE78-11ADC9390E1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71901" y="5619152"/>
                  <a:ext cx="92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31056D9-F9BB-86EB-AB82-E9AF382105FE}"/>
                    </a:ext>
                  </a:extLst>
                </p14:cNvPr>
                <p14:cNvContentPartPr/>
                <p14:nvPr/>
              </p14:nvContentPartPr>
              <p14:xfrm>
                <a:off x="9866501" y="5668112"/>
                <a:ext cx="304200" cy="103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31056D9-F9BB-86EB-AB82-E9AF382105F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848501" y="5650472"/>
                  <a:ext cx="33984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B201CD1-3CF1-6F59-CF20-FD957A197F35}"/>
              </a:ext>
            </a:extLst>
          </p:cNvPr>
          <p:cNvGrpSpPr/>
          <p:nvPr/>
        </p:nvGrpSpPr>
        <p:grpSpPr>
          <a:xfrm>
            <a:off x="11214341" y="5323592"/>
            <a:ext cx="641160" cy="375120"/>
            <a:chOff x="11214341" y="5323592"/>
            <a:chExt cx="6411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1B35958-B36B-1E7A-F211-E6B409BD3BEF}"/>
                    </a:ext>
                  </a:extLst>
                </p14:cNvPr>
                <p14:cNvContentPartPr/>
                <p14:nvPr/>
              </p14:nvContentPartPr>
              <p14:xfrm>
                <a:off x="11214341" y="5566232"/>
                <a:ext cx="400680" cy="132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1B35958-B36B-1E7A-F211-E6B409BD3BE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96341" y="5548232"/>
                  <a:ext cx="436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E53C555-94E5-B547-5B67-F1EB59BB2FF2}"/>
                    </a:ext>
                  </a:extLst>
                </p14:cNvPr>
                <p14:cNvContentPartPr/>
                <p14:nvPr/>
              </p14:nvContentPartPr>
              <p14:xfrm>
                <a:off x="11673701" y="5323592"/>
                <a:ext cx="181800" cy="28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E53C555-94E5-B547-5B67-F1EB59BB2FF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655701" y="5305952"/>
                  <a:ext cx="21744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C92F83A-F254-FBAA-6008-AA7EDD3A6725}"/>
              </a:ext>
            </a:extLst>
          </p:cNvPr>
          <p:cNvGrpSpPr/>
          <p:nvPr/>
        </p:nvGrpSpPr>
        <p:grpSpPr>
          <a:xfrm>
            <a:off x="10409021" y="5514752"/>
            <a:ext cx="526320" cy="345600"/>
            <a:chOff x="10409021" y="5514752"/>
            <a:chExt cx="52632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1545A8A-BA02-6A43-56DB-3AE2A4AAA007}"/>
                    </a:ext>
                  </a:extLst>
                </p14:cNvPr>
                <p14:cNvContentPartPr/>
                <p14:nvPr/>
              </p14:nvContentPartPr>
              <p14:xfrm>
                <a:off x="10557341" y="5562632"/>
                <a:ext cx="70200" cy="254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1545A8A-BA02-6A43-56DB-3AE2A4AAA00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39701" y="5544632"/>
                  <a:ext cx="105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13DA1F-B4F1-B8A4-FF4F-8E7EED364D34}"/>
                    </a:ext>
                  </a:extLst>
                </p14:cNvPr>
                <p14:cNvContentPartPr/>
                <p14:nvPr/>
              </p14:nvContentPartPr>
              <p14:xfrm>
                <a:off x="10568501" y="5514752"/>
                <a:ext cx="149760" cy="146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13DA1F-B4F1-B8A4-FF4F-8E7EED364D3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550501" y="5496752"/>
                  <a:ext cx="185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865C2C3-F697-AF97-D82D-7FF7E2B68875}"/>
                    </a:ext>
                  </a:extLst>
                </p14:cNvPr>
                <p14:cNvContentPartPr/>
                <p14:nvPr/>
              </p14:nvContentPartPr>
              <p14:xfrm>
                <a:off x="10759661" y="5671712"/>
                <a:ext cx="175680" cy="10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865C2C3-F697-AF97-D82D-7FF7E2B6887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741661" y="5653712"/>
                  <a:ext cx="211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449835A-62BC-BE84-2781-3F42221AB04A}"/>
                    </a:ext>
                  </a:extLst>
                </p14:cNvPr>
                <p14:cNvContentPartPr/>
                <p14:nvPr/>
              </p14:nvContentPartPr>
              <p14:xfrm>
                <a:off x="10843181" y="5646152"/>
                <a:ext cx="54720" cy="164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449835A-62BC-BE84-2781-3F42221AB04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825181" y="5628152"/>
                  <a:ext cx="90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17F6E02-DD94-AF3F-5660-0EFCF15B1BA8}"/>
                    </a:ext>
                  </a:extLst>
                </p14:cNvPr>
                <p14:cNvContentPartPr/>
                <p14:nvPr/>
              </p14:nvContentPartPr>
              <p14:xfrm>
                <a:off x="10409021" y="5626352"/>
                <a:ext cx="43560" cy="2340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17F6E02-DD94-AF3F-5660-0EFCF15B1BA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391381" y="5608352"/>
                  <a:ext cx="79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83A5906-99AC-6ECC-9A99-2C0A07AF0550}"/>
                    </a:ext>
                  </a:extLst>
                </p14:cNvPr>
                <p14:cNvContentPartPr/>
                <p14:nvPr/>
              </p14:nvContentPartPr>
              <p14:xfrm>
                <a:off x="10420541" y="5643992"/>
                <a:ext cx="172080" cy="212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83A5906-99AC-6ECC-9A99-2C0A07AF055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402541" y="5625992"/>
                  <a:ext cx="20772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FB8D762-861E-1686-8B20-83CA666FAB95}"/>
              </a:ext>
            </a:extLst>
          </p:cNvPr>
          <p:cNvGrpSpPr/>
          <p:nvPr/>
        </p:nvGrpSpPr>
        <p:grpSpPr>
          <a:xfrm>
            <a:off x="10402181" y="6048992"/>
            <a:ext cx="440640" cy="300960"/>
            <a:chOff x="10402181" y="6048992"/>
            <a:chExt cx="44064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ECEDB52-A928-D63C-CBD8-64D83796BEFA}"/>
                    </a:ext>
                  </a:extLst>
                </p14:cNvPr>
                <p14:cNvContentPartPr/>
                <p14:nvPr/>
              </p14:nvContentPartPr>
              <p14:xfrm>
                <a:off x="10402181" y="6048992"/>
                <a:ext cx="53280" cy="2552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ECEDB52-A928-D63C-CBD8-64D83796BEF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384541" y="6031352"/>
                  <a:ext cx="88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12568FD-867F-7A92-CBFE-C2448BD6CFBB}"/>
                    </a:ext>
                  </a:extLst>
                </p14:cNvPr>
                <p14:cNvContentPartPr/>
                <p14:nvPr/>
              </p14:nvContentPartPr>
              <p14:xfrm>
                <a:off x="10437101" y="6088232"/>
                <a:ext cx="184320" cy="216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12568FD-867F-7A92-CBFE-C2448BD6CFB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419461" y="6070592"/>
                  <a:ext cx="219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BBC6FBF-0291-BE35-8293-CEE9D412CE50}"/>
                    </a:ext>
                  </a:extLst>
                </p14:cNvPr>
                <p14:cNvContentPartPr/>
                <p14:nvPr/>
              </p14:nvContentPartPr>
              <p14:xfrm>
                <a:off x="10748501" y="6077072"/>
                <a:ext cx="41760" cy="255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BBC6FBF-0291-BE35-8293-CEE9D412CE5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30501" y="6059072"/>
                  <a:ext cx="77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56108D4-B19D-7BF6-A430-5263308060B2}"/>
                    </a:ext>
                  </a:extLst>
                </p14:cNvPr>
                <p14:cNvContentPartPr/>
                <p14:nvPr/>
              </p14:nvContentPartPr>
              <p14:xfrm>
                <a:off x="10693061" y="6086072"/>
                <a:ext cx="111240" cy="14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56108D4-B19D-7BF6-A430-5263308060B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675061" y="6068072"/>
                  <a:ext cx="1468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4FFB21E-453D-B921-21CB-E6EE7A843A8C}"/>
                    </a:ext>
                  </a:extLst>
                </p14:cNvPr>
                <p14:cNvContentPartPr/>
                <p14:nvPr/>
              </p14:nvContentPartPr>
              <p14:xfrm>
                <a:off x="10778381" y="6329792"/>
                <a:ext cx="64440" cy="20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4FFB21E-453D-B921-21CB-E6EE7A843A8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760741" y="6311792"/>
                  <a:ext cx="100080" cy="5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7969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8ACC-C294-4279-4A2A-D7AE1B80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 in circuits: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B611-DAD3-84AB-8660-E517F437D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D8C7DDB9-16C7-5DCC-BA7E-A0344C3057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57"/>
          <a:stretch/>
        </p:blipFill>
        <p:spPr>
          <a:xfrm>
            <a:off x="105529" y="1006475"/>
            <a:ext cx="10096197" cy="5486400"/>
          </a:xfrm>
          <a:prstGeom prst="rect">
            <a:avLst/>
          </a:prstGeom>
        </p:spPr>
      </p:pic>
      <p:pic>
        <p:nvPicPr>
          <p:cNvPr id="8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A619101A-F205-7316-6ADC-F2196D00D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0" r="24591" b="80674"/>
          <a:stretch/>
        </p:blipFill>
        <p:spPr>
          <a:xfrm>
            <a:off x="10259028" y="1371279"/>
            <a:ext cx="1932972" cy="2182148"/>
          </a:xfrm>
        </p:spPr>
      </p:pic>
      <p:pic>
        <p:nvPicPr>
          <p:cNvPr id="9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9095ED9C-20F4-BCBA-1EB9-8898759289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74" r="4328" b="80674"/>
          <a:stretch/>
        </p:blipFill>
        <p:spPr>
          <a:xfrm>
            <a:off x="10259028" y="3932077"/>
            <a:ext cx="1932972" cy="218214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4969CC0-A1AF-0DE8-3536-E856BED54339}"/>
              </a:ext>
            </a:extLst>
          </p:cNvPr>
          <p:cNvGrpSpPr/>
          <p:nvPr/>
        </p:nvGrpSpPr>
        <p:grpSpPr>
          <a:xfrm>
            <a:off x="439541" y="3906272"/>
            <a:ext cx="337320" cy="329040"/>
            <a:chOff x="439541" y="3906272"/>
            <a:chExt cx="3373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52D957C-1CF1-B6E4-AE26-4B5625D22093}"/>
                    </a:ext>
                  </a:extLst>
                </p14:cNvPr>
                <p14:cNvContentPartPr/>
                <p14:nvPr/>
              </p14:nvContentPartPr>
              <p14:xfrm>
                <a:off x="439541" y="3906272"/>
                <a:ext cx="257040" cy="30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52D957C-1CF1-B6E4-AE26-4B5625D220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1541" y="3888632"/>
                  <a:ext cx="292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53D49A-DE49-4553-E5CC-CF56F8E3BD06}"/>
                    </a:ext>
                  </a:extLst>
                </p14:cNvPr>
                <p14:cNvContentPartPr/>
                <p14:nvPr/>
              </p14:nvContentPartPr>
              <p14:xfrm>
                <a:off x="564821" y="4067552"/>
                <a:ext cx="212040" cy="167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53D49A-DE49-4553-E5CC-CF56F8E3BD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181" y="4049552"/>
                  <a:ext cx="2476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91D744-5AB9-4CC5-630D-1BBDC03210FC}"/>
              </a:ext>
            </a:extLst>
          </p:cNvPr>
          <p:cNvGrpSpPr/>
          <p:nvPr/>
        </p:nvGrpSpPr>
        <p:grpSpPr>
          <a:xfrm>
            <a:off x="698021" y="3168992"/>
            <a:ext cx="216360" cy="242640"/>
            <a:chOff x="698021" y="3168992"/>
            <a:chExt cx="21636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192BA9-B00C-7B14-9826-9E21EC868872}"/>
                    </a:ext>
                  </a:extLst>
                </p14:cNvPr>
                <p14:cNvContentPartPr/>
                <p14:nvPr/>
              </p14:nvContentPartPr>
              <p14:xfrm>
                <a:off x="717821" y="3244592"/>
                <a:ext cx="186120" cy="16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192BA9-B00C-7B14-9826-9E21EC86887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0181" y="3226952"/>
                  <a:ext cx="22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F7BD1C-66A0-1A2D-EDF2-57DAA06A45B1}"/>
                    </a:ext>
                  </a:extLst>
                </p14:cNvPr>
                <p14:cNvContentPartPr/>
                <p14:nvPr/>
              </p14:nvContentPartPr>
              <p14:xfrm>
                <a:off x="698021" y="3168992"/>
                <a:ext cx="216360" cy="12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F7BD1C-66A0-1A2D-EDF2-57DAA06A45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0381" y="3150992"/>
                  <a:ext cx="252000" cy="15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D195E8-09FE-1042-8C28-0495E3240348}"/>
                  </a:ext>
                </a:extLst>
              </p14:cNvPr>
              <p14:cNvContentPartPr/>
              <p14:nvPr/>
            </p14:nvContentPartPr>
            <p14:xfrm>
              <a:off x="2613941" y="4067192"/>
              <a:ext cx="648360" cy="1075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0D195E8-09FE-1042-8C28-0495E32403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5941" y="4049192"/>
                <a:ext cx="684000" cy="11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470FB52-3DE3-13B6-534D-C16FDA0AA1CD}"/>
              </a:ext>
            </a:extLst>
          </p:cNvPr>
          <p:cNvGrpSpPr/>
          <p:nvPr/>
        </p:nvGrpSpPr>
        <p:grpSpPr>
          <a:xfrm>
            <a:off x="4413581" y="78392"/>
            <a:ext cx="4259520" cy="2159640"/>
            <a:chOff x="4413581" y="78392"/>
            <a:chExt cx="4259520" cy="21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C3A256-8381-F21B-C573-11B9421D5419}"/>
                    </a:ext>
                  </a:extLst>
                </p14:cNvPr>
                <p14:cNvContentPartPr/>
                <p14:nvPr/>
              </p14:nvContentPartPr>
              <p14:xfrm>
                <a:off x="4704821" y="269552"/>
                <a:ext cx="32760" cy="40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C3A256-8381-F21B-C573-11B9421D54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6821" y="251552"/>
                  <a:ext cx="68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7294E9-BFF3-53FC-9D1A-6FA497D9E1A3}"/>
                    </a:ext>
                  </a:extLst>
                </p14:cNvPr>
                <p14:cNvContentPartPr/>
                <p14:nvPr/>
              </p14:nvContentPartPr>
              <p14:xfrm>
                <a:off x="4676381" y="690392"/>
                <a:ext cx="121680" cy="281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7294E9-BFF3-53FC-9D1A-6FA497D9E1A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58381" y="672752"/>
                  <a:ext cx="157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DD5AE3-A155-AAAF-3DCF-5C22259B9CF6}"/>
                    </a:ext>
                  </a:extLst>
                </p14:cNvPr>
                <p14:cNvContentPartPr/>
                <p14:nvPr/>
              </p14:nvContentPartPr>
              <p14:xfrm>
                <a:off x="4771781" y="1002152"/>
                <a:ext cx="21600" cy="217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DD5AE3-A155-AAAF-3DCF-5C22259B9CF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54141" y="984152"/>
                  <a:ext cx="57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7EE384-9B5C-47A3-3363-4895FC6ACFB2}"/>
                    </a:ext>
                  </a:extLst>
                </p14:cNvPr>
                <p14:cNvContentPartPr/>
                <p14:nvPr/>
              </p14:nvContentPartPr>
              <p14:xfrm>
                <a:off x="4791221" y="1278992"/>
                <a:ext cx="90720" cy="21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7EE384-9B5C-47A3-3363-4895FC6AC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73581" y="1260992"/>
                  <a:ext cx="126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D608C6-02DD-8942-6108-BD1583D71FE8}"/>
                    </a:ext>
                  </a:extLst>
                </p14:cNvPr>
                <p14:cNvContentPartPr/>
                <p14:nvPr/>
              </p14:nvContentPartPr>
              <p14:xfrm>
                <a:off x="4874381" y="1500752"/>
                <a:ext cx="129960" cy="57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D608C6-02DD-8942-6108-BD1583D71F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56381" y="1483112"/>
                  <a:ext cx="1656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7A9415-1C18-FE2B-D607-04D8923CBEC5}"/>
                    </a:ext>
                  </a:extLst>
                </p14:cNvPr>
                <p14:cNvContentPartPr/>
                <p14:nvPr/>
              </p14:nvContentPartPr>
              <p14:xfrm>
                <a:off x="4548221" y="630272"/>
                <a:ext cx="352800" cy="421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7A9415-1C18-FE2B-D607-04D8923CBE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30221" y="612272"/>
                  <a:ext cx="3884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7BD97D-29F6-6417-7952-927E73D8BEAF}"/>
                    </a:ext>
                  </a:extLst>
                </p14:cNvPr>
                <p14:cNvContentPartPr/>
                <p14:nvPr/>
              </p14:nvContentPartPr>
              <p14:xfrm>
                <a:off x="4846661" y="576992"/>
                <a:ext cx="136440" cy="17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7BD97D-29F6-6417-7952-927E73D8BE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28661" y="558992"/>
                  <a:ext cx="172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FA768C9-AABB-FE09-02B5-02C7D0270947}"/>
                    </a:ext>
                  </a:extLst>
                </p14:cNvPr>
                <p14:cNvContentPartPr/>
                <p14:nvPr/>
              </p14:nvContentPartPr>
              <p14:xfrm>
                <a:off x="5109461" y="602192"/>
                <a:ext cx="61920" cy="25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FA768C9-AABB-FE09-02B5-02C7D02709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91461" y="584552"/>
                  <a:ext cx="97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AF4E4-E51A-66E2-47FB-1E2540BB49E1}"/>
                    </a:ext>
                  </a:extLst>
                </p14:cNvPr>
                <p14:cNvContentPartPr/>
                <p14:nvPr/>
              </p14:nvContentPartPr>
              <p14:xfrm>
                <a:off x="5114501" y="577712"/>
                <a:ext cx="140760" cy="157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AF4E4-E51A-66E2-47FB-1E2540BB4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96861" y="559712"/>
                  <a:ext cx="176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CE05B2-DE9A-F33B-E4AE-F5FEE6C627EA}"/>
                    </a:ext>
                  </a:extLst>
                </p14:cNvPr>
                <p14:cNvContentPartPr/>
                <p14:nvPr/>
              </p14:nvContentPartPr>
              <p14:xfrm>
                <a:off x="5348861" y="637832"/>
                <a:ext cx="119160" cy="6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CE05B2-DE9A-F33B-E4AE-F5FEE6C627E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30861" y="620192"/>
                  <a:ext cx="154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F11A69-3EFC-9C39-7046-533E8DAD2BCE}"/>
                    </a:ext>
                  </a:extLst>
                </p14:cNvPr>
                <p14:cNvContentPartPr/>
                <p14:nvPr/>
              </p14:nvContentPartPr>
              <p14:xfrm>
                <a:off x="5394581" y="681392"/>
                <a:ext cx="49680" cy="15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F11A69-3EFC-9C39-7046-533E8DAD2BC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76941" y="663392"/>
                  <a:ext cx="85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50ECD4-BAD0-5CEE-227D-62E20B8D27C6}"/>
                    </a:ext>
                  </a:extLst>
                </p14:cNvPr>
                <p14:cNvContentPartPr/>
                <p14:nvPr/>
              </p14:nvContentPartPr>
              <p14:xfrm>
                <a:off x="5050061" y="1351712"/>
                <a:ext cx="77400" cy="17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50ECD4-BAD0-5CEE-227D-62E20B8D27C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32421" y="1333712"/>
                  <a:ext cx="113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E35F1C-8C3E-6569-23CF-C81EA872BDCC}"/>
                    </a:ext>
                  </a:extLst>
                </p14:cNvPr>
                <p14:cNvContentPartPr/>
                <p14:nvPr/>
              </p14:nvContentPartPr>
              <p14:xfrm>
                <a:off x="5081021" y="1298072"/>
                <a:ext cx="168480" cy="16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E35F1C-8C3E-6569-23CF-C81EA872BD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63021" y="1280432"/>
                  <a:ext cx="204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A2EEBC-A9FF-CE5D-04D1-AD73ED917546}"/>
                    </a:ext>
                  </a:extLst>
                </p14:cNvPr>
                <p14:cNvContentPartPr/>
                <p14:nvPr/>
              </p14:nvContentPartPr>
              <p14:xfrm>
                <a:off x="4413581" y="299432"/>
                <a:ext cx="597600" cy="53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A2EEBC-A9FF-CE5D-04D1-AD73ED9175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95941" y="281792"/>
                  <a:ext cx="633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0DB0D7-BB54-9708-1049-39EDCB0BC6D1}"/>
                    </a:ext>
                  </a:extLst>
                </p14:cNvPr>
                <p14:cNvContentPartPr/>
                <p14:nvPr/>
              </p14:nvContentPartPr>
              <p14:xfrm>
                <a:off x="5184341" y="151832"/>
                <a:ext cx="152280" cy="19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0DB0D7-BB54-9708-1049-39EDCB0BC6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66341" y="134192"/>
                  <a:ext cx="187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3FBAF1-CF48-7107-F078-49B22D40FE93}"/>
                    </a:ext>
                  </a:extLst>
                </p14:cNvPr>
                <p14:cNvContentPartPr/>
                <p14:nvPr/>
              </p14:nvContentPartPr>
              <p14:xfrm>
                <a:off x="5435261" y="224192"/>
                <a:ext cx="6120" cy="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3FBAF1-CF48-7107-F078-49B22D40FE9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17261" y="206192"/>
                  <a:ext cx="41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E0054F-4849-29DA-59B8-082147C5A368}"/>
                    </a:ext>
                  </a:extLst>
                </p14:cNvPr>
                <p14:cNvContentPartPr/>
                <p14:nvPr/>
              </p14:nvContentPartPr>
              <p14:xfrm>
                <a:off x="5506541" y="123392"/>
                <a:ext cx="122760" cy="172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E0054F-4849-29DA-59B8-082147C5A3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88541" y="105752"/>
                  <a:ext cx="158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82B8B34-B351-AB54-DBF7-B53DEA729148}"/>
                    </a:ext>
                  </a:extLst>
                </p14:cNvPr>
                <p14:cNvContentPartPr/>
                <p14:nvPr/>
              </p14:nvContentPartPr>
              <p14:xfrm>
                <a:off x="5767901" y="78392"/>
                <a:ext cx="113400" cy="141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82B8B34-B351-AB54-DBF7-B53DEA7291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50261" y="60752"/>
                  <a:ext cx="149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1177D2-C710-2EDF-DF9C-CCD280FC3BD3}"/>
                    </a:ext>
                  </a:extLst>
                </p14:cNvPr>
                <p14:cNvContentPartPr/>
                <p14:nvPr/>
              </p14:nvContentPartPr>
              <p14:xfrm>
                <a:off x="4905701" y="2075312"/>
                <a:ext cx="205920" cy="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1177D2-C710-2EDF-DF9C-CCD280FC3B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87701" y="2057672"/>
                  <a:ext cx="241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23265D-4707-C58C-2604-4A2C6D209AF4}"/>
                    </a:ext>
                  </a:extLst>
                </p14:cNvPr>
                <p14:cNvContentPartPr/>
                <p14:nvPr/>
              </p14:nvContentPartPr>
              <p14:xfrm>
                <a:off x="4927661" y="2096912"/>
                <a:ext cx="174960" cy="9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23265D-4707-C58C-2604-4A2C6D209A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09661" y="2078912"/>
                  <a:ext cx="210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0B3230-DCB3-E4A9-0618-ED06A14F5776}"/>
                    </a:ext>
                  </a:extLst>
                </p14:cNvPr>
                <p14:cNvContentPartPr/>
                <p14:nvPr/>
              </p14:nvContentPartPr>
              <p14:xfrm>
                <a:off x="5065901" y="2057312"/>
                <a:ext cx="59760" cy="180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0B3230-DCB3-E4A9-0618-ED06A14F577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48261" y="2039312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096175-C777-8D62-F351-AF49BCFD82BF}"/>
                    </a:ext>
                  </a:extLst>
                </p14:cNvPr>
                <p14:cNvContentPartPr/>
                <p14:nvPr/>
              </p14:nvContentPartPr>
              <p14:xfrm>
                <a:off x="4790141" y="942392"/>
                <a:ext cx="108432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096175-C777-8D62-F351-AF49BCFD82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72141" y="924392"/>
                  <a:ext cx="1119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F50B86-1ECD-A803-B04C-08C05AEB9612}"/>
                    </a:ext>
                  </a:extLst>
                </p14:cNvPr>
                <p14:cNvContentPartPr/>
                <p14:nvPr/>
              </p14:nvContentPartPr>
              <p14:xfrm>
                <a:off x="5821541" y="878672"/>
                <a:ext cx="101880" cy="130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F50B86-1ECD-A803-B04C-08C05AEB96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03901" y="861032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ECA8CB-296B-FC94-BB11-FBC6CD4F36E7}"/>
                    </a:ext>
                  </a:extLst>
                </p14:cNvPr>
                <p14:cNvContentPartPr/>
                <p14:nvPr/>
              </p14:nvContentPartPr>
              <p14:xfrm>
                <a:off x="5843861" y="911072"/>
                <a:ext cx="80280" cy="9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ECA8CB-296B-FC94-BB11-FBC6CD4F36E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825861" y="893432"/>
                  <a:ext cx="115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157D10-2122-FBDE-68A5-551A6A658561}"/>
                    </a:ext>
                  </a:extLst>
                </p14:cNvPr>
                <p14:cNvContentPartPr/>
                <p14:nvPr/>
              </p14:nvContentPartPr>
              <p14:xfrm>
                <a:off x="6080021" y="726752"/>
                <a:ext cx="35280" cy="27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157D10-2122-FBDE-68A5-551A6A6585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2381" y="709112"/>
                  <a:ext cx="70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1AB7673-3A9A-274C-F711-4B17A5535A57}"/>
                    </a:ext>
                  </a:extLst>
                </p14:cNvPr>
                <p14:cNvContentPartPr/>
                <p14:nvPr/>
              </p14:nvContentPartPr>
              <p14:xfrm>
                <a:off x="6074621" y="723872"/>
                <a:ext cx="165240" cy="23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1AB7673-3A9A-274C-F711-4B17A5535A5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56621" y="706232"/>
                  <a:ext cx="200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079B99-DC39-1A26-2E06-AA8C16C4D1F5}"/>
                    </a:ext>
                  </a:extLst>
                </p14:cNvPr>
                <p14:cNvContentPartPr/>
                <p14:nvPr/>
              </p14:nvContentPartPr>
              <p14:xfrm>
                <a:off x="6136181" y="853832"/>
                <a:ext cx="60120" cy="4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079B99-DC39-1A26-2E06-AA8C16C4D1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18541" y="836192"/>
                  <a:ext cx="95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F583AA-65C2-F5B9-12CC-28C11D9C3037}"/>
                    </a:ext>
                  </a:extLst>
                </p14:cNvPr>
                <p14:cNvContentPartPr/>
                <p14:nvPr/>
              </p14:nvContentPartPr>
              <p14:xfrm>
                <a:off x="6295301" y="816032"/>
                <a:ext cx="92880" cy="97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F583AA-65C2-F5B9-12CC-28C11D9C30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77661" y="798032"/>
                  <a:ext cx="128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6EE86A-9FBD-8D5E-26AA-2FE7AD5CC590}"/>
                    </a:ext>
                  </a:extLst>
                </p14:cNvPr>
                <p14:cNvContentPartPr/>
                <p14:nvPr/>
              </p14:nvContentPartPr>
              <p14:xfrm>
                <a:off x="6446141" y="770312"/>
                <a:ext cx="105480" cy="11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D6EE86A-9FBD-8D5E-26AA-2FE7AD5CC59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28141" y="752312"/>
                  <a:ext cx="14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507D0A-C2E0-B104-E92F-5BA167BA786A}"/>
                    </a:ext>
                  </a:extLst>
                </p14:cNvPr>
                <p14:cNvContentPartPr/>
                <p14:nvPr/>
              </p14:nvContentPartPr>
              <p14:xfrm>
                <a:off x="6508421" y="646112"/>
                <a:ext cx="101160" cy="213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507D0A-C2E0-B104-E92F-5BA167BA786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0781" y="628112"/>
                  <a:ext cx="136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8D194D-6E70-EF3F-3ABB-96EE584A7919}"/>
                    </a:ext>
                  </a:extLst>
                </p14:cNvPr>
                <p14:cNvContentPartPr/>
                <p14:nvPr/>
              </p14:nvContentPartPr>
              <p14:xfrm>
                <a:off x="6668261" y="766712"/>
                <a:ext cx="75240" cy="7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8D194D-6E70-EF3F-3ABB-96EE584A79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50621" y="749072"/>
                  <a:ext cx="110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344EFC-5CAA-CF61-AC91-342B17F93B6D}"/>
                    </a:ext>
                  </a:extLst>
                </p14:cNvPr>
                <p14:cNvContentPartPr/>
                <p14:nvPr/>
              </p14:nvContentPartPr>
              <p14:xfrm>
                <a:off x="6833861" y="720272"/>
                <a:ext cx="107640" cy="302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344EFC-5CAA-CF61-AC91-342B17F93B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6221" y="702272"/>
                  <a:ext cx="1432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D4FA014-002B-A36D-4A78-7DED628404A6}"/>
                    </a:ext>
                  </a:extLst>
                </p14:cNvPr>
                <p14:cNvContentPartPr/>
                <p14:nvPr/>
              </p14:nvContentPartPr>
              <p14:xfrm>
                <a:off x="6996581" y="1009712"/>
                <a:ext cx="33120" cy="38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D4FA014-002B-A36D-4A78-7DED628404A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78581" y="992072"/>
                  <a:ext cx="687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6ACE648-7213-7092-5DBE-C4EF2FD0B874}"/>
                    </a:ext>
                  </a:extLst>
                </p14:cNvPr>
                <p14:cNvContentPartPr/>
                <p14:nvPr/>
              </p14:nvContentPartPr>
              <p14:xfrm>
                <a:off x="6909461" y="803792"/>
                <a:ext cx="1763640" cy="613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6ACE648-7213-7092-5DBE-C4EF2FD0B8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91461" y="785792"/>
                  <a:ext cx="1799280" cy="64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73EA8BE-BF8C-DCE9-BA1A-DA2DB85E5959}"/>
                  </a:ext>
                </a:extLst>
              </p14:cNvPr>
              <p14:cNvContentPartPr/>
              <p14:nvPr/>
            </p14:nvContentPartPr>
            <p14:xfrm>
              <a:off x="7085141" y="2330552"/>
              <a:ext cx="814320" cy="61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73EA8BE-BF8C-DCE9-BA1A-DA2DB85E595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067501" y="2312912"/>
                <a:ext cx="849960" cy="6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67192B9-0587-044A-BDF4-4E6D445D69AF}"/>
                  </a:ext>
                </a:extLst>
              </p14:cNvPr>
              <p14:cNvContentPartPr/>
              <p14:nvPr/>
            </p14:nvContentPartPr>
            <p14:xfrm>
              <a:off x="6960221" y="4187432"/>
              <a:ext cx="680400" cy="501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67192B9-0587-044A-BDF4-4E6D445D69A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942221" y="4169792"/>
                <a:ext cx="71604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77E28D-C2DD-A004-B445-965D06042C35}"/>
                  </a:ext>
                </a:extLst>
              </p14:cNvPr>
              <p14:cNvContentPartPr/>
              <p14:nvPr/>
            </p14:nvContentPartPr>
            <p14:xfrm>
              <a:off x="6480701" y="5458592"/>
              <a:ext cx="9720" cy="8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77E28D-C2DD-A004-B445-965D06042C3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463061" y="5440592"/>
                <a:ext cx="453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EE94D48-1A06-7979-1AE7-AB31792D82FF}"/>
              </a:ext>
            </a:extLst>
          </p:cNvPr>
          <p:cNvGrpSpPr/>
          <p:nvPr/>
        </p:nvGrpSpPr>
        <p:grpSpPr>
          <a:xfrm>
            <a:off x="10454021" y="3026792"/>
            <a:ext cx="205920" cy="92160"/>
            <a:chOff x="10454021" y="3026792"/>
            <a:chExt cx="205920" cy="9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FCD532-2286-08DD-EE6B-F911D18FB733}"/>
                    </a:ext>
                  </a:extLst>
                </p14:cNvPr>
                <p14:cNvContentPartPr/>
                <p14:nvPr/>
              </p14:nvContentPartPr>
              <p14:xfrm>
                <a:off x="10454021" y="3067832"/>
                <a:ext cx="89640" cy="5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FCD532-2286-08DD-EE6B-F911D18FB73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36021" y="3049832"/>
                  <a:ext cx="125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EA6D05-9F78-7969-9AEE-0499024BF4D2}"/>
                    </a:ext>
                  </a:extLst>
                </p14:cNvPr>
                <p14:cNvContentPartPr/>
                <p14:nvPr/>
              </p14:nvContentPartPr>
              <p14:xfrm>
                <a:off x="10539701" y="3026792"/>
                <a:ext cx="120240" cy="18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EA6D05-9F78-7969-9AEE-0499024BF4D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521701" y="3008792"/>
                  <a:ext cx="15588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1ABB427-D205-561C-593C-1343483E0B3A}"/>
                  </a:ext>
                </a:extLst>
              </p14:cNvPr>
              <p14:cNvContentPartPr/>
              <p14:nvPr/>
            </p14:nvContentPartPr>
            <p14:xfrm>
              <a:off x="10667861" y="2955512"/>
              <a:ext cx="98640" cy="12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1ABB427-D205-561C-593C-1343483E0B3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649861" y="2937872"/>
                <a:ext cx="1342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08CEF10-D87E-2957-09E8-90BB0AFE0164}"/>
                  </a:ext>
                </a:extLst>
              </p14:cNvPr>
              <p14:cNvContentPartPr/>
              <p14:nvPr/>
            </p14:nvContentPartPr>
            <p14:xfrm>
              <a:off x="10807181" y="2877752"/>
              <a:ext cx="130680" cy="16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08CEF10-D87E-2957-09E8-90BB0AFE016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789181" y="2859752"/>
                <a:ext cx="1663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843E959-631F-E573-AE65-2AEEA3739B3F}"/>
                  </a:ext>
                </a:extLst>
              </p14:cNvPr>
              <p14:cNvContentPartPr/>
              <p14:nvPr/>
            </p14:nvContentPartPr>
            <p14:xfrm>
              <a:off x="10897901" y="2786672"/>
              <a:ext cx="127800" cy="16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843E959-631F-E573-AE65-2AEEA3739B3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879901" y="2769032"/>
                <a:ext cx="16344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41E6EA55-D811-0531-C799-CA62A8929DF3}"/>
              </a:ext>
            </a:extLst>
          </p:cNvPr>
          <p:cNvGrpSpPr/>
          <p:nvPr/>
        </p:nvGrpSpPr>
        <p:grpSpPr>
          <a:xfrm>
            <a:off x="10952621" y="2423072"/>
            <a:ext cx="942120" cy="290880"/>
            <a:chOff x="10952621" y="2423072"/>
            <a:chExt cx="94212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3FBF8D-7111-D340-701B-9C33BE2DBFB9}"/>
                    </a:ext>
                  </a:extLst>
                </p14:cNvPr>
                <p14:cNvContentPartPr/>
                <p14:nvPr/>
              </p14:nvContentPartPr>
              <p14:xfrm>
                <a:off x="10952621" y="2678312"/>
                <a:ext cx="164520" cy="35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3FBF8D-7111-D340-701B-9C33BE2DBFB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934621" y="2660312"/>
                  <a:ext cx="200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ABF287-8765-0191-E4C4-F759012EFBBB}"/>
                    </a:ext>
                  </a:extLst>
                </p14:cNvPr>
                <p14:cNvContentPartPr/>
                <p14:nvPr/>
              </p14:nvContentPartPr>
              <p14:xfrm>
                <a:off x="11089421" y="2608832"/>
                <a:ext cx="95760" cy="1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ABF287-8765-0191-E4C4-F759012EFB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071421" y="2591192"/>
                  <a:ext cx="131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CD8754-B93E-11C7-4536-41263AE9F51B}"/>
                    </a:ext>
                  </a:extLst>
                </p14:cNvPr>
                <p14:cNvContentPartPr/>
                <p14:nvPr/>
              </p14:nvContentPartPr>
              <p14:xfrm>
                <a:off x="11187341" y="2535752"/>
                <a:ext cx="89280" cy="17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CD8754-B93E-11C7-4536-41263AE9F51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169701" y="2518112"/>
                  <a:ext cx="124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E283592-9D70-8F19-9D31-CAE13A346157}"/>
                    </a:ext>
                  </a:extLst>
                </p14:cNvPr>
                <p14:cNvContentPartPr/>
                <p14:nvPr/>
              </p14:nvContentPartPr>
              <p14:xfrm>
                <a:off x="11302901" y="2467712"/>
                <a:ext cx="134280" cy="16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E283592-9D70-8F19-9D31-CAE13A34615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85261" y="2450072"/>
                  <a:ext cx="169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6BDC7E-06F2-AF87-DD3F-022732C506F3}"/>
                    </a:ext>
                  </a:extLst>
                </p14:cNvPr>
                <p14:cNvContentPartPr/>
                <p14:nvPr/>
              </p14:nvContentPartPr>
              <p14:xfrm>
                <a:off x="11469581" y="2423072"/>
                <a:ext cx="97920" cy="3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6BDC7E-06F2-AF87-DD3F-022732C506F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451581" y="2405432"/>
                  <a:ext cx="13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0A7910-04C4-93C1-B0A2-9313C1442204}"/>
                    </a:ext>
                  </a:extLst>
                </p14:cNvPr>
                <p14:cNvContentPartPr/>
                <p14:nvPr/>
              </p14:nvContentPartPr>
              <p14:xfrm>
                <a:off x="11654261" y="2448992"/>
                <a:ext cx="78120" cy="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0A7910-04C4-93C1-B0A2-9313C14422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36261" y="2431352"/>
                  <a:ext cx="113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C40EE1-50F8-D662-59CF-837B6A7F4F70}"/>
                    </a:ext>
                  </a:extLst>
                </p14:cNvPr>
                <p14:cNvContentPartPr/>
                <p14:nvPr/>
              </p14:nvContentPartPr>
              <p14:xfrm>
                <a:off x="11788181" y="2504792"/>
                <a:ext cx="69120" cy="20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C40EE1-50F8-D662-59CF-837B6A7F4F7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770181" y="2487152"/>
                  <a:ext cx="104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25A8C87-26C1-B20E-F2B1-B0DF0817E0E0}"/>
                    </a:ext>
                  </a:extLst>
                </p14:cNvPr>
                <p14:cNvContentPartPr/>
                <p14:nvPr/>
              </p14:nvContentPartPr>
              <p14:xfrm>
                <a:off x="11880701" y="2539352"/>
                <a:ext cx="14040" cy="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25A8C87-26C1-B20E-F2B1-B0DF0817E0E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863061" y="2521712"/>
                  <a:ext cx="49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946BB7-4F2F-FE21-FBB1-1BFE948816D5}"/>
                    </a:ext>
                  </a:extLst>
                </p14:cNvPr>
                <p14:cNvContentPartPr/>
                <p14:nvPr/>
              </p14:nvContentPartPr>
              <p14:xfrm>
                <a:off x="11864861" y="2534672"/>
                <a:ext cx="15840" cy="159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946BB7-4F2F-FE21-FBB1-1BFE948816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847221" y="2516672"/>
                  <a:ext cx="5148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712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sensors </a:t>
            </a:r>
          </a:p>
        </p:txBody>
      </p:sp>
      <p:pic>
        <p:nvPicPr>
          <p:cNvPr id="6" name="Content Placeholder 5" descr="A table with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109A5730-E60F-E27F-943C-BD0DC6C1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18"/>
          <a:stretch/>
        </p:blipFill>
        <p:spPr>
          <a:xfrm>
            <a:off x="1884260" y="1131143"/>
            <a:ext cx="8053569" cy="499186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61D02C-164B-0B6B-99C4-8A55967D2799}"/>
              </a:ext>
            </a:extLst>
          </p:cNvPr>
          <p:cNvGrpSpPr/>
          <p:nvPr/>
        </p:nvGrpSpPr>
        <p:grpSpPr>
          <a:xfrm>
            <a:off x="3989677" y="274158"/>
            <a:ext cx="1602360" cy="661320"/>
            <a:chOff x="3989677" y="274158"/>
            <a:chExt cx="160236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6A54CB9-859B-8C46-77EA-FDE2452E752E}"/>
                    </a:ext>
                  </a:extLst>
                </p14:cNvPr>
                <p14:cNvContentPartPr/>
                <p14:nvPr/>
              </p14:nvContentPartPr>
              <p14:xfrm>
                <a:off x="4046197" y="335718"/>
                <a:ext cx="34920" cy="406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6A54CB9-859B-8C46-77EA-FDE2452E75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28197" y="318078"/>
                  <a:ext cx="705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831597-8B52-93F7-7A5F-04BDCBBBDA8C}"/>
                    </a:ext>
                  </a:extLst>
                </p14:cNvPr>
                <p14:cNvContentPartPr/>
                <p14:nvPr/>
              </p14:nvContentPartPr>
              <p14:xfrm>
                <a:off x="3989677" y="390438"/>
                <a:ext cx="191520" cy="34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831597-8B52-93F7-7A5F-04BDCBBBDA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72037" y="372438"/>
                  <a:ext cx="2271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4AED42-D65C-7564-5BEE-5014AD53D598}"/>
                    </a:ext>
                  </a:extLst>
                </p14:cNvPr>
                <p14:cNvContentPartPr/>
                <p14:nvPr/>
              </p14:nvContentPartPr>
              <p14:xfrm>
                <a:off x="4280917" y="580158"/>
                <a:ext cx="82080" cy="122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4AED42-D65C-7564-5BEE-5014AD53D5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62917" y="562158"/>
                  <a:ext cx="117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0275AEC-A761-43A8-3598-96D5680AF0F5}"/>
                    </a:ext>
                  </a:extLst>
                </p14:cNvPr>
                <p14:cNvContentPartPr/>
                <p14:nvPr/>
              </p14:nvContentPartPr>
              <p14:xfrm>
                <a:off x="4357957" y="446958"/>
                <a:ext cx="19800" cy="71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0275AEC-A761-43A8-3598-96D5680AF0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40317" y="428958"/>
                  <a:ext cx="55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3825222-6D6E-D531-06DA-E037D442FE0E}"/>
                    </a:ext>
                  </a:extLst>
                </p14:cNvPr>
                <p14:cNvContentPartPr/>
                <p14:nvPr/>
              </p14:nvContentPartPr>
              <p14:xfrm>
                <a:off x="4497637" y="473598"/>
                <a:ext cx="142560" cy="243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3825222-6D6E-D531-06DA-E037D442FE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79997" y="455958"/>
                  <a:ext cx="17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D9BC2CF-14DC-0010-E579-4BBD8AF217CD}"/>
                    </a:ext>
                  </a:extLst>
                </p14:cNvPr>
                <p14:cNvContentPartPr/>
                <p14:nvPr/>
              </p14:nvContentPartPr>
              <p14:xfrm>
                <a:off x="4735957" y="521838"/>
                <a:ext cx="36000" cy="146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D9BC2CF-14DC-0010-E579-4BBD8AF217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7957" y="504198"/>
                  <a:ext cx="71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9C30D4-66D0-5D5D-FB6E-FFD5103EF3A4}"/>
                    </a:ext>
                  </a:extLst>
                </p14:cNvPr>
                <p14:cNvContentPartPr/>
                <p14:nvPr/>
              </p14:nvContentPartPr>
              <p14:xfrm>
                <a:off x="4778437" y="394758"/>
                <a:ext cx="18720" cy="4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9C30D4-66D0-5D5D-FB6E-FFD5103EF3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60437" y="376758"/>
                  <a:ext cx="54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9E5B07-E6A3-3BE6-E5C2-812A7FC75FA6}"/>
                    </a:ext>
                  </a:extLst>
                </p14:cNvPr>
                <p14:cNvContentPartPr/>
                <p14:nvPr/>
              </p14:nvContentPartPr>
              <p14:xfrm>
                <a:off x="4938277" y="274158"/>
                <a:ext cx="42480" cy="370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9E5B07-E6A3-3BE6-E5C2-812A7FC75FA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20637" y="256518"/>
                  <a:ext cx="78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CE1B0F-6176-5701-68BA-9C437F16C739}"/>
                    </a:ext>
                  </a:extLst>
                </p14:cNvPr>
                <p14:cNvContentPartPr/>
                <p14:nvPr/>
              </p14:nvContentPartPr>
              <p14:xfrm>
                <a:off x="4986877" y="442638"/>
                <a:ext cx="132120" cy="12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CE1B0F-6176-5701-68BA-9C437F16C73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69237" y="424638"/>
                  <a:ext cx="1677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5A3636-E97F-46E8-A816-489DE86D9F77}"/>
                    </a:ext>
                  </a:extLst>
                </p14:cNvPr>
                <p14:cNvContentPartPr/>
                <p14:nvPr/>
              </p14:nvContentPartPr>
              <p14:xfrm>
                <a:off x="5211157" y="502038"/>
                <a:ext cx="183600" cy="160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5A3636-E97F-46E8-A816-489DE86D9F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93157" y="484038"/>
                  <a:ext cx="219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3A456C-57D2-AB63-0913-61614284C301}"/>
                    </a:ext>
                  </a:extLst>
                </p14:cNvPr>
                <p14:cNvContentPartPr/>
                <p14:nvPr/>
              </p14:nvContentPartPr>
              <p14:xfrm>
                <a:off x="5435797" y="486198"/>
                <a:ext cx="156240" cy="449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3A456C-57D2-AB63-0913-61614284C30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18157" y="468558"/>
                  <a:ext cx="19188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5E97D1-2C8B-6C48-462E-8B116E956A3C}"/>
              </a:ext>
            </a:extLst>
          </p:cNvPr>
          <p:cNvGrpSpPr/>
          <p:nvPr/>
        </p:nvGrpSpPr>
        <p:grpSpPr>
          <a:xfrm>
            <a:off x="5872837" y="102078"/>
            <a:ext cx="2032560" cy="1146960"/>
            <a:chOff x="5872837" y="102078"/>
            <a:chExt cx="2032560" cy="11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9AC18A-2DFE-C298-4163-028F1EB784BB}"/>
                    </a:ext>
                  </a:extLst>
                </p14:cNvPr>
                <p14:cNvContentPartPr/>
                <p14:nvPr/>
              </p14:nvContentPartPr>
              <p14:xfrm>
                <a:off x="5872837" y="110718"/>
                <a:ext cx="443520" cy="1103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9AC18A-2DFE-C298-4163-028F1EB784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54837" y="93078"/>
                  <a:ext cx="479160" cy="11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9EB688-2322-FA91-6AFE-1F1EE6D7A8E9}"/>
                    </a:ext>
                  </a:extLst>
                </p14:cNvPr>
                <p14:cNvContentPartPr/>
                <p14:nvPr/>
              </p14:nvContentPartPr>
              <p14:xfrm>
                <a:off x="6448117" y="433998"/>
                <a:ext cx="29880" cy="27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9EB688-2322-FA91-6AFE-1F1EE6D7A8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30117" y="415998"/>
                  <a:ext cx="655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B33F52-6F6B-DA21-3726-BF66377E5FB6}"/>
                    </a:ext>
                  </a:extLst>
                </p14:cNvPr>
                <p14:cNvContentPartPr/>
                <p14:nvPr/>
              </p14:nvContentPartPr>
              <p14:xfrm>
                <a:off x="6426157" y="413118"/>
                <a:ext cx="281880" cy="228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B33F52-6F6B-DA21-3726-BF66377E5FB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08517" y="395118"/>
                  <a:ext cx="317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C7EEA8-DA4E-081F-9BBE-59C6EA764866}"/>
                    </a:ext>
                  </a:extLst>
                </p14:cNvPr>
                <p14:cNvContentPartPr/>
                <p14:nvPr/>
              </p14:nvContentPartPr>
              <p14:xfrm>
                <a:off x="6802717" y="509598"/>
                <a:ext cx="66600" cy="121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C7EEA8-DA4E-081F-9BBE-59C6EA76486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84717" y="491598"/>
                  <a:ext cx="102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28DC4A-5912-D1D2-F0AD-FA88AE48316E}"/>
                    </a:ext>
                  </a:extLst>
                </p14:cNvPr>
                <p14:cNvContentPartPr/>
                <p14:nvPr/>
              </p14:nvContentPartPr>
              <p14:xfrm>
                <a:off x="7007917" y="519318"/>
                <a:ext cx="112680" cy="100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28DC4A-5912-D1D2-F0AD-FA88AE48316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89917" y="501318"/>
                  <a:ext cx="148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A6D7053-16AA-65B0-701D-7EA2E8795B4F}"/>
                    </a:ext>
                  </a:extLst>
                </p14:cNvPr>
                <p14:cNvContentPartPr/>
                <p14:nvPr/>
              </p14:nvContentPartPr>
              <p14:xfrm>
                <a:off x="7229677" y="502398"/>
                <a:ext cx="43920" cy="142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A6D7053-16AA-65B0-701D-7EA2E8795B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2037" y="484398"/>
                  <a:ext cx="79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3D56A3-2D1A-9F2A-839A-58B49AE58B36}"/>
                    </a:ext>
                  </a:extLst>
                </p14:cNvPr>
                <p14:cNvContentPartPr/>
                <p14:nvPr/>
              </p14:nvContentPartPr>
              <p14:xfrm>
                <a:off x="7345957" y="482238"/>
                <a:ext cx="272520" cy="147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3D56A3-2D1A-9F2A-839A-58B49AE58B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27957" y="464238"/>
                  <a:ext cx="308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656E19-9F22-1BF7-5448-D79025BDB28E}"/>
                    </a:ext>
                  </a:extLst>
                </p14:cNvPr>
                <p14:cNvContentPartPr/>
                <p14:nvPr/>
              </p14:nvContentPartPr>
              <p14:xfrm>
                <a:off x="7629997" y="102078"/>
                <a:ext cx="275400" cy="1146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656E19-9F22-1BF7-5448-D79025BDB2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12357" y="84438"/>
                  <a:ext cx="311040" cy="118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sensors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table with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88216326-4AC2-7C73-59EC-E70F0A2C38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26"/>
          <a:stretch/>
        </p:blipFill>
        <p:spPr>
          <a:xfrm>
            <a:off x="1666270" y="1203766"/>
            <a:ext cx="8686388" cy="54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6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7F57-AF74-FDAB-036A-E7DD7228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sensor</a:t>
            </a:r>
          </a:p>
        </p:txBody>
      </p:sp>
      <p:pic>
        <p:nvPicPr>
          <p:cNvPr id="6" name="Content Placeholder 5" descr="A close-up of a tool&#10;&#10;Description automatically generated">
            <a:extLst>
              <a:ext uri="{FF2B5EF4-FFF2-40B4-BE49-F238E27FC236}">
                <a16:creationId xmlns:a16="http://schemas.microsoft.com/office/drawing/2014/main" id="{E857FFE1-36DD-2312-4E71-42D6CF176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44" y="1109342"/>
            <a:ext cx="6828112" cy="15012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CF35-0C7D-C95E-307D-7829ECCCE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4BAB9-B670-4985-5EF9-526566EEF188}"/>
              </a:ext>
            </a:extLst>
          </p:cNvPr>
          <p:cNvGrpSpPr/>
          <p:nvPr/>
        </p:nvGrpSpPr>
        <p:grpSpPr>
          <a:xfrm>
            <a:off x="5288381" y="2604152"/>
            <a:ext cx="1381320" cy="1044360"/>
            <a:chOff x="5288381" y="2604152"/>
            <a:chExt cx="1381320" cy="10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B41D43-E9DC-11F7-8863-3C3F250A5F49}"/>
                    </a:ext>
                  </a:extLst>
                </p14:cNvPr>
                <p14:cNvContentPartPr/>
                <p14:nvPr/>
              </p14:nvContentPartPr>
              <p14:xfrm>
                <a:off x="5288381" y="3422432"/>
                <a:ext cx="166680" cy="19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B41D43-E9DC-11F7-8863-3C3F250A5F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0381" y="3404792"/>
                  <a:ext cx="202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B184D1-0E98-05E6-D064-1AC577E1EDB3}"/>
                    </a:ext>
                  </a:extLst>
                </p14:cNvPr>
                <p14:cNvContentPartPr/>
                <p14:nvPr/>
              </p14:nvContentPartPr>
              <p14:xfrm>
                <a:off x="5391701" y="3462032"/>
                <a:ext cx="146880" cy="186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B184D1-0E98-05E6-D064-1AC577E1ED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4061" y="3444032"/>
                  <a:ext cx="182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3410ED-04B0-1293-33C6-4A50972D4353}"/>
                    </a:ext>
                  </a:extLst>
                </p14:cNvPr>
                <p14:cNvContentPartPr/>
                <p14:nvPr/>
              </p14:nvContentPartPr>
              <p14:xfrm>
                <a:off x="5540741" y="3396512"/>
                <a:ext cx="86760" cy="15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3410ED-04B0-1293-33C6-4A50972D43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23101" y="3378872"/>
                  <a:ext cx="122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E06B16-6ADD-118A-5F42-99333CD9E48B}"/>
                    </a:ext>
                  </a:extLst>
                </p14:cNvPr>
                <p14:cNvContentPartPr/>
                <p14:nvPr/>
              </p14:nvContentPartPr>
              <p14:xfrm>
                <a:off x="5709941" y="3183752"/>
                <a:ext cx="264600" cy="24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E06B16-6ADD-118A-5F42-99333CD9E4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92301" y="3165752"/>
                  <a:ext cx="300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818E0E-E551-3A80-AF38-6AFE0AF82727}"/>
                    </a:ext>
                  </a:extLst>
                </p14:cNvPr>
                <p14:cNvContentPartPr/>
                <p14:nvPr/>
              </p14:nvContentPartPr>
              <p14:xfrm>
                <a:off x="6028181" y="3043712"/>
                <a:ext cx="101520" cy="15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818E0E-E551-3A80-AF38-6AFE0AF827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10181" y="3025712"/>
                  <a:ext cx="137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117785-6576-945C-BC29-D2CA5C722F49}"/>
                    </a:ext>
                  </a:extLst>
                </p14:cNvPr>
                <p14:cNvContentPartPr/>
                <p14:nvPr/>
              </p14:nvContentPartPr>
              <p14:xfrm>
                <a:off x="6143741" y="2914832"/>
                <a:ext cx="79920" cy="2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117785-6576-945C-BC29-D2CA5C722F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6101" y="2896832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FF2B10-3BA3-4377-7E4E-A50A442BE3A6}"/>
                    </a:ext>
                  </a:extLst>
                </p14:cNvPr>
                <p14:cNvContentPartPr/>
                <p14:nvPr/>
              </p14:nvContentPartPr>
              <p14:xfrm>
                <a:off x="6283421" y="2910872"/>
                <a:ext cx="86760" cy="15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FF2B10-3BA3-4377-7E4E-A50A442BE3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5781" y="2893232"/>
                  <a:ext cx="122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E623FC-880E-6686-4641-2460962D26C3}"/>
                    </a:ext>
                  </a:extLst>
                </p14:cNvPr>
                <p14:cNvContentPartPr/>
                <p14:nvPr/>
              </p14:nvContentPartPr>
              <p14:xfrm>
                <a:off x="6350741" y="2731232"/>
                <a:ext cx="120600" cy="165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E623FC-880E-6686-4641-2460962D26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33101" y="2713232"/>
                  <a:ext cx="156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7F841-62F4-3113-2F27-BFA2F98DAD8A}"/>
                    </a:ext>
                  </a:extLst>
                </p14:cNvPr>
                <p14:cNvContentPartPr/>
                <p14:nvPr/>
              </p14:nvContentPartPr>
              <p14:xfrm>
                <a:off x="6390341" y="2735552"/>
                <a:ext cx="217800" cy="129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7F841-62F4-3113-2F27-BFA2F98DAD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72701" y="2717552"/>
                  <a:ext cx="253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D89EF3-B431-B5E3-6F2A-C3044DAD909E}"/>
                    </a:ext>
                  </a:extLst>
                </p14:cNvPr>
                <p14:cNvContentPartPr/>
                <p14:nvPr/>
              </p14:nvContentPartPr>
              <p14:xfrm>
                <a:off x="6600941" y="2604152"/>
                <a:ext cx="68760" cy="12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D89EF3-B431-B5E3-6F2A-C3044DAD90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83301" y="2586152"/>
                  <a:ext cx="104400" cy="16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6625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1F50-4C90-5566-59C1-E5B207B1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calibration</a:t>
            </a:r>
          </a:p>
        </p:txBody>
      </p:sp>
      <p:pic>
        <p:nvPicPr>
          <p:cNvPr id="6" name="Content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D2AAA429-B1E9-9046-0C67-1A2430893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803" y="1875130"/>
            <a:ext cx="5456393" cy="42523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02D3-2E57-C8B1-338C-96B70F57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B08245-F7A1-DCFB-3FBE-9ABAA435CFED}"/>
              </a:ext>
            </a:extLst>
          </p:cNvPr>
          <p:cNvGrpSpPr/>
          <p:nvPr/>
        </p:nvGrpSpPr>
        <p:grpSpPr>
          <a:xfrm>
            <a:off x="4914341" y="4368872"/>
            <a:ext cx="176400" cy="225720"/>
            <a:chOff x="4914341" y="4368872"/>
            <a:chExt cx="17640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2B850BA-63D3-94C7-500C-282A04E73020}"/>
                    </a:ext>
                  </a:extLst>
                </p14:cNvPr>
                <p14:cNvContentPartPr/>
                <p14:nvPr/>
              </p14:nvContentPartPr>
              <p14:xfrm>
                <a:off x="4942781" y="4375352"/>
                <a:ext cx="147960" cy="219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2B850BA-63D3-94C7-500C-282A04E730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24781" y="4357352"/>
                  <a:ext cx="183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F3670E-4AC2-53E9-DAF4-F8CA614FA822}"/>
                    </a:ext>
                  </a:extLst>
                </p14:cNvPr>
                <p14:cNvContentPartPr/>
                <p14:nvPr/>
              </p14:nvContentPartPr>
              <p14:xfrm>
                <a:off x="4914341" y="4368872"/>
                <a:ext cx="161280" cy="19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F3670E-4AC2-53E9-DAF4-F8CA614FA8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96701" y="4350872"/>
                  <a:ext cx="1969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972D9D-F24C-FFB5-6471-37AD74A68AC8}"/>
              </a:ext>
            </a:extLst>
          </p:cNvPr>
          <p:cNvGrpSpPr/>
          <p:nvPr/>
        </p:nvGrpSpPr>
        <p:grpSpPr>
          <a:xfrm>
            <a:off x="5366141" y="4748672"/>
            <a:ext cx="145080" cy="208080"/>
            <a:chOff x="5366141" y="4748672"/>
            <a:chExt cx="14508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E79E570-6677-088C-0916-733037C7C689}"/>
                    </a:ext>
                  </a:extLst>
                </p14:cNvPr>
                <p14:cNvContentPartPr/>
                <p14:nvPr/>
              </p14:nvContentPartPr>
              <p14:xfrm>
                <a:off x="5382341" y="4748672"/>
                <a:ext cx="128880" cy="175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E79E570-6677-088C-0916-733037C7C6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64701" y="4730672"/>
                  <a:ext cx="164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FE02A0-308C-3ABB-78AD-A4A6A95459F3}"/>
                    </a:ext>
                  </a:extLst>
                </p14:cNvPr>
                <p14:cNvContentPartPr/>
                <p14:nvPr/>
              </p14:nvContentPartPr>
              <p14:xfrm>
                <a:off x="5366141" y="4794752"/>
                <a:ext cx="121320" cy="16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FE02A0-308C-3ABB-78AD-A4A6A95459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8501" y="4777112"/>
                  <a:ext cx="15696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34B40B-7CAB-BACC-297D-5D36A0FB2DB7}"/>
              </a:ext>
            </a:extLst>
          </p:cNvPr>
          <p:cNvGrpSpPr/>
          <p:nvPr/>
        </p:nvGrpSpPr>
        <p:grpSpPr>
          <a:xfrm>
            <a:off x="5817581" y="5076992"/>
            <a:ext cx="205200" cy="213480"/>
            <a:chOff x="5817581" y="5076992"/>
            <a:chExt cx="2052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590B0C-997A-37D2-C447-AFA1896F447E}"/>
                    </a:ext>
                  </a:extLst>
                </p14:cNvPr>
                <p14:cNvContentPartPr/>
                <p14:nvPr/>
              </p14:nvContentPartPr>
              <p14:xfrm>
                <a:off x="5817581" y="5076992"/>
                <a:ext cx="205200" cy="21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590B0C-997A-37D2-C447-AFA1896F44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99581" y="5058992"/>
                  <a:ext cx="240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14A577-6FB9-AF6B-62FD-A06BD4FA26DB}"/>
                    </a:ext>
                  </a:extLst>
                </p14:cNvPr>
                <p14:cNvContentPartPr/>
                <p14:nvPr/>
              </p14:nvContentPartPr>
              <p14:xfrm>
                <a:off x="5869061" y="5109752"/>
                <a:ext cx="95760" cy="12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14A577-6FB9-AF6B-62FD-A06BD4FA26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51421" y="5091752"/>
                  <a:ext cx="1314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4E1EAA-865E-70D3-ED53-B66DC7671247}"/>
              </a:ext>
            </a:extLst>
          </p:cNvPr>
          <p:cNvGrpSpPr/>
          <p:nvPr/>
        </p:nvGrpSpPr>
        <p:grpSpPr>
          <a:xfrm>
            <a:off x="6267941" y="5201552"/>
            <a:ext cx="177840" cy="200520"/>
            <a:chOff x="6267941" y="5201552"/>
            <a:chExt cx="17784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908FE0-A167-155D-0829-02DBB8194EB6}"/>
                    </a:ext>
                  </a:extLst>
                </p14:cNvPr>
                <p14:cNvContentPartPr/>
                <p14:nvPr/>
              </p14:nvContentPartPr>
              <p14:xfrm>
                <a:off x="6267941" y="5240432"/>
                <a:ext cx="177840" cy="161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908FE0-A167-155D-0829-02DBB8194E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50301" y="5222432"/>
                  <a:ext cx="213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3FEF39-5D4B-A701-7855-03158D000786}"/>
                    </a:ext>
                  </a:extLst>
                </p14:cNvPr>
                <p14:cNvContentPartPr/>
                <p14:nvPr/>
              </p14:nvContentPartPr>
              <p14:xfrm>
                <a:off x="6302501" y="5201552"/>
                <a:ext cx="94680" cy="16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3FEF39-5D4B-A701-7855-03158D0007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84861" y="5183552"/>
                  <a:ext cx="1303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369975-C30F-BEE7-24C5-D0316BCE8EB4}"/>
              </a:ext>
            </a:extLst>
          </p:cNvPr>
          <p:cNvGrpSpPr/>
          <p:nvPr/>
        </p:nvGrpSpPr>
        <p:grpSpPr>
          <a:xfrm>
            <a:off x="4607621" y="387632"/>
            <a:ext cx="1183680" cy="1014840"/>
            <a:chOff x="4607621" y="387632"/>
            <a:chExt cx="1183680" cy="10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9F2BFB-8941-A7C0-73B1-40EEC61D3216}"/>
                    </a:ext>
                  </a:extLst>
                </p14:cNvPr>
                <p14:cNvContentPartPr/>
                <p14:nvPr/>
              </p14:nvContentPartPr>
              <p14:xfrm>
                <a:off x="4607621" y="387632"/>
                <a:ext cx="58320" cy="9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9F2BFB-8941-A7C0-73B1-40EEC61D32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89621" y="369992"/>
                  <a:ext cx="9396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95FCF3-6BFF-A068-B683-4AFD379552FA}"/>
                    </a:ext>
                  </a:extLst>
                </p14:cNvPr>
                <p14:cNvContentPartPr/>
                <p14:nvPr/>
              </p14:nvContentPartPr>
              <p14:xfrm>
                <a:off x="4627421" y="1299872"/>
                <a:ext cx="1163880" cy="10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95FCF3-6BFF-A068-B683-4AFD379552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9781" y="1281872"/>
                  <a:ext cx="11995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33CF13-C2E3-BC74-4E69-C52BBAFCF972}"/>
              </a:ext>
            </a:extLst>
          </p:cNvPr>
          <p:cNvGrpSpPr/>
          <p:nvPr/>
        </p:nvGrpSpPr>
        <p:grpSpPr>
          <a:xfrm>
            <a:off x="4928021" y="1607672"/>
            <a:ext cx="677520" cy="220680"/>
            <a:chOff x="4928021" y="1607672"/>
            <a:chExt cx="6775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353E5D-4DF5-850B-4FAD-558DE31E577B}"/>
                    </a:ext>
                  </a:extLst>
                </p14:cNvPr>
                <p14:cNvContentPartPr/>
                <p14:nvPr/>
              </p14:nvContentPartPr>
              <p14:xfrm>
                <a:off x="4928021" y="1635032"/>
                <a:ext cx="225360" cy="51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353E5D-4DF5-850B-4FAD-558DE31E57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10381" y="1617392"/>
                  <a:ext cx="261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056FC3-7E55-F205-8805-71BE74714D90}"/>
                    </a:ext>
                  </a:extLst>
                </p14:cNvPr>
                <p14:cNvContentPartPr/>
                <p14:nvPr/>
              </p14:nvContentPartPr>
              <p14:xfrm>
                <a:off x="5062661" y="1623872"/>
                <a:ext cx="33120" cy="20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056FC3-7E55-F205-8805-71BE74714D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45021" y="1606232"/>
                  <a:ext cx="68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106D24-B4E4-E614-AF9A-7A547DE3F95F}"/>
                    </a:ext>
                  </a:extLst>
                </p14:cNvPr>
                <p14:cNvContentPartPr/>
                <p14:nvPr/>
              </p14:nvContentPartPr>
              <p14:xfrm>
                <a:off x="5262461" y="1654832"/>
                <a:ext cx="289080" cy="3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106D24-B4E4-E614-AF9A-7A547DE3F9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44461" y="1636832"/>
                  <a:ext cx="32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9F40AA-325E-CCE7-E078-E7F26888455E}"/>
                    </a:ext>
                  </a:extLst>
                </p14:cNvPr>
                <p14:cNvContentPartPr/>
                <p14:nvPr/>
              </p14:nvContentPartPr>
              <p14:xfrm>
                <a:off x="5510501" y="1607672"/>
                <a:ext cx="95040" cy="18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9F40AA-325E-CCE7-E078-E7F26888455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92501" y="1590032"/>
                  <a:ext cx="130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0F39A7-88C2-BE99-1364-101F514FF238}"/>
              </a:ext>
            </a:extLst>
          </p:cNvPr>
          <p:cNvGrpSpPr/>
          <p:nvPr/>
        </p:nvGrpSpPr>
        <p:grpSpPr>
          <a:xfrm>
            <a:off x="3999581" y="464312"/>
            <a:ext cx="285480" cy="724320"/>
            <a:chOff x="3999581" y="464312"/>
            <a:chExt cx="285480" cy="72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E5DBE2-EFFB-A79F-2AF7-A5139282BF4C}"/>
                    </a:ext>
                  </a:extLst>
                </p14:cNvPr>
                <p14:cNvContentPartPr/>
                <p14:nvPr/>
              </p14:nvContentPartPr>
              <p14:xfrm>
                <a:off x="4044221" y="987392"/>
                <a:ext cx="153000" cy="201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E5DBE2-EFFB-A79F-2AF7-A5139282BF4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26221" y="969752"/>
                  <a:ext cx="188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4F0D72-5A8F-BCAC-A02F-02F60FA9DD87}"/>
                    </a:ext>
                  </a:extLst>
                </p14:cNvPr>
                <p14:cNvContentPartPr/>
                <p14:nvPr/>
              </p14:nvContentPartPr>
              <p14:xfrm>
                <a:off x="3999581" y="922232"/>
                <a:ext cx="285480" cy="20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4F0D72-5A8F-BCAC-A02F-02F60FA9DD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81581" y="904232"/>
                  <a:ext cx="321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25ED69-5AC1-0242-96CA-FB9A68A5C872}"/>
                    </a:ext>
                  </a:extLst>
                </p14:cNvPr>
                <p14:cNvContentPartPr/>
                <p14:nvPr/>
              </p14:nvContentPartPr>
              <p14:xfrm>
                <a:off x="4148621" y="464312"/>
                <a:ext cx="19800" cy="34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25ED69-5AC1-0242-96CA-FB9A68A5C87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30981" y="446672"/>
                  <a:ext cx="554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BF4F3EB-6749-003F-2DC2-3F35F8313303}"/>
                    </a:ext>
                  </a:extLst>
                </p14:cNvPr>
                <p14:cNvContentPartPr/>
                <p14:nvPr/>
              </p14:nvContentPartPr>
              <p14:xfrm>
                <a:off x="4072661" y="466112"/>
                <a:ext cx="114120" cy="153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BF4F3EB-6749-003F-2DC2-3F35F83133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54661" y="448112"/>
                  <a:ext cx="1497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81DAF8-DA16-A193-2320-E198300839F6}"/>
              </a:ext>
            </a:extLst>
          </p:cNvPr>
          <p:cNvGrpSpPr/>
          <p:nvPr/>
        </p:nvGrpSpPr>
        <p:grpSpPr>
          <a:xfrm>
            <a:off x="6063101" y="1533152"/>
            <a:ext cx="207000" cy="339840"/>
            <a:chOff x="6063101" y="1533152"/>
            <a:chExt cx="2070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62411F-9C16-2A08-B884-E008323CCF68}"/>
                    </a:ext>
                  </a:extLst>
                </p14:cNvPr>
                <p14:cNvContentPartPr/>
                <p14:nvPr/>
              </p14:nvContentPartPr>
              <p14:xfrm>
                <a:off x="6130061" y="1533152"/>
                <a:ext cx="28800" cy="339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62411F-9C16-2A08-B884-E008323CCF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112061" y="1515152"/>
                  <a:ext cx="644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9ED74C-1334-E30C-3494-5952F3DF8540}"/>
                    </a:ext>
                  </a:extLst>
                </p14:cNvPr>
                <p14:cNvContentPartPr/>
                <p14:nvPr/>
              </p14:nvContentPartPr>
              <p14:xfrm>
                <a:off x="6063101" y="1760672"/>
                <a:ext cx="207000" cy="9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9ED74C-1334-E30C-3494-5952F3DF85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45461" y="1743032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C59090A-C6CA-9450-D857-44F6241A4A3A}"/>
                  </a:ext>
                </a:extLst>
              </p14:cNvPr>
              <p14:cNvContentPartPr/>
              <p14:nvPr/>
            </p14:nvContentPartPr>
            <p14:xfrm>
              <a:off x="4685021" y="4025792"/>
              <a:ext cx="34200" cy="46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C59090A-C6CA-9450-D857-44F6241A4A3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67021" y="4008152"/>
                <a:ext cx="6984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0ACA9F5-0236-BB06-A2D7-23C7FB1B9CA4}"/>
              </a:ext>
            </a:extLst>
          </p:cNvPr>
          <p:cNvGrpSpPr/>
          <p:nvPr/>
        </p:nvGrpSpPr>
        <p:grpSpPr>
          <a:xfrm>
            <a:off x="4859981" y="2994032"/>
            <a:ext cx="581400" cy="767160"/>
            <a:chOff x="4859981" y="2994032"/>
            <a:chExt cx="581400" cy="7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8BEAAB-0631-7421-162F-9F96047D5AC1}"/>
                    </a:ext>
                  </a:extLst>
                </p14:cNvPr>
                <p14:cNvContentPartPr/>
                <p14:nvPr/>
              </p14:nvContentPartPr>
              <p14:xfrm>
                <a:off x="4859981" y="3544112"/>
                <a:ext cx="184320" cy="217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8BEAAB-0631-7421-162F-9F96047D5A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42341" y="3526112"/>
                  <a:ext cx="219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8E90D9-BB64-02F4-4D39-6700518C4D62}"/>
                    </a:ext>
                  </a:extLst>
                </p14:cNvPr>
                <p14:cNvContentPartPr/>
                <p14:nvPr/>
              </p14:nvContentPartPr>
              <p14:xfrm>
                <a:off x="4988501" y="3396512"/>
                <a:ext cx="163080" cy="20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8E90D9-BB64-02F4-4D39-6700518C4D6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70861" y="3378512"/>
                  <a:ext cx="198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151296-60ED-8089-142C-2A69598DF11A}"/>
                    </a:ext>
                  </a:extLst>
                </p14:cNvPr>
                <p14:cNvContentPartPr/>
                <p14:nvPr/>
              </p14:nvContentPartPr>
              <p14:xfrm>
                <a:off x="5122061" y="3250352"/>
                <a:ext cx="114840" cy="95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151296-60ED-8089-142C-2A69598DF11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04421" y="3232712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56CB5E-C4D9-38A8-2FE5-DE1B6226B762}"/>
                    </a:ext>
                  </a:extLst>
                </p14:cNvPr>
                <p14:cNvContentPartPr/>
                <p14:nvPr/>
              </p14:nvContentPartPr>
              <p14:xfrm>
                <a:off x="5264621" y="2994032"/>
                <a:ext cx="176760" cy="29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56CB5E-C4D9-38A8-2FE5-DE1B6226B7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46621" y="2976032"/>
                  <a:ext cx="21240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BD18DCE-911E-DB2C-7797-E5FCE8F51F8E}"/>
                  </a:ext>
                </a:extLst>
              </p14:cNvPr>
              <p14:cNvContentPartPr/>
              <p14:nvPr/>
            </p14:nvContentPartPr>
            <p14:xfrm>
              <a:off x="4689701" y="4103192"/>
              <a:ext cx="17280" cy="1611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BD18DCE-911E-DB2C-7797-E5FCE8F51F8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72061" y="4085192"/>
                <a:ext cx="52920" cy="164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298D520-120F-CFF9-0BFE-DB00DF806AAD}"/>
              </a:ext>
            </a:extLst>
          </p:cNvPr>
          <p:cNvGrpSpPr/>
          <p:nvPr/>
        </p:nvGrpSpPr>
        <p:grpSpPr>
          <a:xfrm>
            <a:off x="5462981" y="2274752"/>
            <a:ext cx="617760" cy="654840"/>
            <a:chOff x="5462981" y="2274752"/>
            <a:chExt cx="61776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14B1E6-D8D3-D7A0-1EC3-F102C69B8EC5}"/>
                    </a:ext>
                  </a:extLst>
                </p14:cNvPr>
                <p14:cNvContentPartPr/>
                <p14:nvPr/>
              </p14:nvContentPartPr>
              <p14:xfrm>
                <a:off x="5462981" y="2729072"/>
                <a:ext cx="18468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14B1E6-D8D3-D7A0-1EC3-F102C69B8E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45341" y="2711432"/>
                  <a:ext cx="220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E2D611-B896-BE0C-2737-085CD3DBEA80}"/>
                    </a:ext>
                  </a:extLst>
                </p14:cNvPr>
                <p14:cNvContentPartPr/>
                <p14:nvPr/>
              </p14:nvContentPartPr>
              <p14:xfrm>
                <a:off x="5531021" y="2697752"/>
                <a:ext cx="150840" cy="127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E2D611-B896-BE0C-2737-085CD3DBEA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13381" y="2680112"/>
                  <a:ext cx="186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768FCC-6C4C-F34B-8107-78D30356ADBC}"/>
                    </a:ext>
                  </a:extLst>
                </p14:cNvPr>
                <p14:cNvContentPartPr/>
                <p14:nvPr/>
              </p14:nvContentPartPr>
              <p14:xfrm>
                <a:off x="5756741" y="2497952"/>
                <a:ext cx="130680" cy="111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768FCC-6C4C-F34B-8107-78D30356AD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39101" y="2480312"/>
                  <a:ext cx="166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E65DAB-9B81-D6BC-AD87-E8EE5D594473}"/>
                    </a:ext>
                  </a:extLst>
                </p14:cNvPr>
                <p14:cNvContentPartPr/>
                <p14:nvPr/>
              </p14:nvContentPartPr>
              <p14:xfrm>
                <a:off x="5843501" y="2513792"/>
                <a:ext cx="89280" cy="11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E65DAB-9B81-D6BC-AD87-E8EE5D5944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5861" y="2495792"/>
                  <a:ext cx="124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603626-1C24-5731-FA75-61C28EFA4023}"/>
                    </a:ext>
                  </a:extLst>
                </p14:cNvPr>
                <p14:cNvContentPartPr/>
                <p14:nvPr/>
              </p14:nvContentPartPr>
              <p14:xfrm>
                <a:off x="5664581" y="2538992"/>
                <a:ext cx="98280" cy="189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603626-1C24-5731-FA75-61C28EFA402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46941" y="2521352"/>
                  <a:ext cx="13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F475E0-B780-8B0E-AF44-36EA584898E6}"/>
                    </a:ext>
                  </a:extLst>
                </p14:cNvPr>
                <p14:cNvContentPartPr/>
                <p14:nvPr/>
              </p14:nvContentPartPr>
              <p14:xfrm>
                <a:off x="5793821" y="2274752"/>
                <a:ext cx="96840" cy="85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F475E0-B780-8B0E-AF44-36EA584898E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76181" y="2257112"/>
                  <a:ext cx="132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018158-C134-46E2-A9FA-47BB2251D17A}"/>
                    </a:ext>
                  </a:extLst>
                </p14:cNvPr>
                <p14:cNvContentPartPr/>
                <p14:nvPr/>
              </p14:nvContentPartPr>
              <p14:xfrm>
                <a:off x="5960141" y="2385272"/>
                <a:ext cx="120600" cy="174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018158-C134-46E2-A9FA-47BB2251D17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42141" y="2367272"/>
                  <a:ext cx="1562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55D36A7-C968-1D5A-FBA1-6D590800C272}"/>
              </a:ext>
            </a:extLst>
          </p:cNvPr>
          <p:cNvGrpSpPr/>
          <p:nvPr/>
        </p:nvGrpSpPr>
        <p:grpSpPr>
          <a:xfrm>
            <a:off x="4071581" y="4701152"/>
            <a:ext cx="1158120" cy="972000"/>
            <a:chOff x="4071581" y="4701152"/>
            <a:chExt cx="1158120" cy="9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E9303B-32AF-290A-ED20-C10A368BC702}"/>
                    </a:ext>
                  </a:extLst>
                </p14:cNvPr>
                <p14:cNvContentPartPr/>
                <p14:nvPr/>
              </p14:nvContentPartPr>
              <p14:xfrm>
                <a:off x="5193701" y="5656232"/>
                <a:ext cx="10800" cy="1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E9303B-32AF-290A-ED20-C10A368BC70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76061" y="5638592"/>
                  <a:ext cx="46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5E05F3-82E7-65D3-F305-18B98EF8A117}"/>
                    </a:ext>
                  </a:extLst>
                </p14:cNvPr>
                <p14:cNvContentPartPr/>
                <p14:nvPr/>
              </p14:nvContentPartPr>
              <p14:xfrm>
                <a:off x="5188301" y="5236472"/>
                <a:ext cx="32040" cy="43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5E05F3-82E7-65D3-F305-18B98EF8A11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70661" y="5218832"/>
                  <a:ext cx="676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6F472B-1053-6E4C-1263-2E2DA10C94DA}"/>
                    </a:ext>
                  </a:extLst>
                </p14:cNvPr>
                <p14:cNvContentPartPr/>
                <p14:nvPr/>
              </p14:nvContentPartPr>
              <p14:xfrm>
                <a:off x="5182181" y="4734272"/>
                <a:ext cx="47520" cy="380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6F472B-1053-6E4C-1263-2E2DA10C94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64541" y="4716632"/>
                  <a:ext cx="831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0B465A-00B5-6B7A-42C0-EE56F6A107A3}"/>
                    </a:ext>
                  </a:extLst>
                </p14:cNvPr>
                <p14:cNvContentPartPr/>
                <p14:nvPr/>
              </p14:nvContentPartPr>
              <p14:xfrm>
                <a:off x="5208821" y="4733912"/>
                <a:ext cx="9720" cy="1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0B465A-00B5-6B7A-42C0-EE56F6A107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91181" y="4715912"/>
                  <a:ext cx="45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236877A-5A90-5C7E-31FD-2135BA12080D}"/>
                    </a:ext>
                  </a:extLst>
                </p14:cNvPr>
                <p14:cNvContentPartPr/>
                <p14:nvPr/>
              </p14:nvContentPartPr>
              <p14:xfrm>
                <a:off x="4071581" y="4701152"/>
                <a:ext cx="1106280" cy="56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236877A-5A90-5C7E-31FD-2135BA1208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53581" y="4683512"/>
                  <a:ext cx="11419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B01CDB7-FA99-5C2B-3A54-7C43FFAA7DBC}"/>
              </a:ext>
            </a:extLst>
          </p:cNvPr>
          <p:cNvGrpSpPr/>
          <p:nvPr/>
        </p:nvGrpSpPr>
        <p:grpSpPr>
          <a:xfrm>
            <a:off x="2751461" y="4689992"/>
            <a:ext cx="592200" cy="383400"/>
            <a:chOff x="2751461" y="4689992"/>
            <a:chExt cx="59220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131744-D8C5-23BF-786E-A7C9CFA0190C}"/>
                    </a:ext>
                  </a:extLst>
                </p14:cNvPr>
                <p14:cNvContentPartPr/>
                <p14:nvPr/>
              </p14:nvContentPartPr>
              <p14:xfrm>
                <a:off x="2751461" y="4823192"/>
                <a:ext cx="151200" cy="167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131744-D8C5-23BF-786E-A7C9CFA019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733461" y="4805552"/>
                  <a:ext cx="186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D3FC991-E6A7-B210-C567-9B3FFE1979C8}"/>
                    </a:ext>
                  </a:extLst>
                </p14:cNvPr>
                <p14:cNvContentPartPr/>
                <p14:nvPr/>
              </p14:nvContentPartPr>
              <p14:xfrm>
                <a:off x="2863421" y="4841912"/>
                <a:ext cx="87120" cy="231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D3FC991-E6A7-B210-C567-9B3FFE1979C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45421" y="4823912"/>
                  <a:ext cx="122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8369F5D-8866-AE88-E133-E6774FB75800}"/>
                    </a:ext>
                  </a:extLst>
                </p14:cNvPr>
                <p14:cNvContentPartPr/>
                <p14:nvPr/>
              </p14:nvContentPartPr>
              <p14:xfrm>
                <a:off x="2964581" y="4770992"/>
                <a:ext cx="161280" cy="205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8369F5D-8866-AE88-E133-E6774FB7580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46581" y="4752992"/>
                  <a:ext cx="196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E625E9B-2344-2864-FE10-540C6B0481F3}"/>
                    </a:ext>
                  </a:extLst>
                </p14:cNvPr>
                <p14:cNvContentPartPr/>
                <p14:nvPr/>
              </p14:nvContentPartPr>
              <p14:xfrm>
                <a:off x="3134501" y="4762712"/>
                <a:ext cx="84240" cy="116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E625E9B-2344-2864-FE10-540C6B0481F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116501" y="4744712"/>
                  <a:ext cx="119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5F431A-A234-D43F-3245-CF25A8CF9973}"/>
                    </a:ext>
                  </a:extLst>
                </p14:cNvPr>
                <p14:cNvContentPartPr/>
                <p14:nvPr/>
              </p14:nvContentPartPr>
              <p14:xfrm>
                <a:off x="3256181" y="4689992"/>
                <a:ext cx="87480" cy="10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5F431A-A234-D43F-3245-CF25A8CF997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38181" y="4672352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4BD5F4A-F9E7-28A9-6F51-FB29BE72C1F2}"/>
                  </a:ext>
                </a:extLst>
              </p14:cNvPr>
              <p14:cNvContentPartPr/>
              <p14:nvPr/>
            </p14:nvContentPartPr>
            <p14:xfrm>
              <a:off x="6054101" y="3652112"/>
              <a:ext cx="558000" cy="68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4BD5F4A-F9E7-28A9-6F51-FB29BE72C1F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36461" y="3634112"/>
                <a:ext cx="59364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F2FF6DB-2290-5A8D-E24D-033AABF83ABD}"/>
              </a:ext>
            </a:extLst>
          </p:cNvPr>
          <p:cNvGrpSpPr/>
          <p:nvPr/>
        </p:nvGrpSpPr>
        <p:grpSpPr>
          <a:xfrm>
            <a:off x="6994781" y="2586512"/>
            <a:ext cx="2085480" cy="1745280"/>
            <a:chOff x="6994781" y="2586512"/>
            <a:chExt cx="2085480" cy="174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A04446-4494-B7AF-8987-334CB1BCF29D}"/>
                    </a:ext>
                  </a:extLst>
                </p14:cNvPr>
                <p14:cNvContentPartPr/>
                <p14:nvPr/>
              </p14:nvContentPartPr>
              <p14:xfrm>
                <a:off x="7009541" y="3068192"/>
                <a:ext cx="141840" cy="358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A04446-4494-B7AF-8987-334CB1BCF29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91901" y="3050552"/>
                  <a:ext cx="1774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974DF5-5730-E5B9-3ED0-1872AF3B0053}"/>
                    </a:ext>
                  </a:extLst>
                </p14:cNvPr>
                <p14:cNvContentPartPr/>
                <p14:nvPr/>
              </p14:nvContentPartPr>
              <p14:xfrm>
                <a:off x="6994781" y="3039392"/>
                <a:ext cx="215280" cy="174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974DF5-5730-E5B9-3ED0-1872AF3B005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7141" y="3021752"/>
                  <a:ext cx="250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95D9143-790C-75EA-638D-93A90922D261}"/>
                    </a:ext>
                  </a:extLst>
                </p14:cNvPr>
                <p14:cNvContentPartPr/>
                <p14:nvPr/>
              </p14:nvContentPartPr>
              <p14:xfrm>
                <a:off x="7319861" y="3087632"/>
                <a:ext cx="100800" cy="132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95D9143-790C-75EA-638D-93A90922D2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301861" y="3069632"/>
                  <a:ext cx="13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023316-5CBF-86A5-55E9-14FC9D1C08A4}"/>
                    </a:ext>
                  </a:extLst>
                </p14:cNvPr>
                <p14:cNvContentPartPr/>
                <p14:nvPr/>
              </p14:nvContentPartPr>
              <p14:xfrm>
                <a:off x="7268021" y="3483632"/>
                <a:ext cx="190440" cy="158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023316-5CBF-86A5-55E9-14FC9D1C08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0021" y="3465632"/>
                  <a:ext cx="226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77320E-CEA4-EEDD-0443-0A8B9DBE761A}"/>
                    </a:ext>
                  </a:extLst>
                </p14:cNvPr>
                <p14:cNvContentPartPr/>
                <p14:nvPr/>
              </p14:nvContentPartPr>
              <p14:xfrm>
                <a:off x="7352981" y="3562112"/>
                <a:ext cx="127440" cy="177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77320E-CEA4-EEDD-0443-0A8B9DBE761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34981" y="3544472"/>
                  <a:ext cx="163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58B36F-B82D-ADAE-B74B-E17B0190173F}"/>
                    </a:ext>
                  </a:extLst>
                </p14:cNvPr>
                <p14:cNvContentPartPr/>
                <p14:nvPr/>
              </p14:nvContentPartPr>
              <p14:xfrm>
                <a:off x="7580501" y="3592352"/>
                <a:ext cx="104040" cy="118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58B36F-B82D-ADAE-B74B-E17B0190173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62861" y="3574352"/>
                  <a:ext cx="139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2D16E9-ADE3-D965-E702-C26849B219F5}"/>
                    </a:ext>
                  </a:extLst>
                </p14:cNvPr>
                <p14:cNvContentPartPr/>
                <p14:nvPr/>
              </p14:nvContentPartPr>
              <p14:xfrm>
                <a:off x="7549901" y="3991592"/>
                <a:ext cx="202320" cy="340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2D16E9-ADE3-D965-E702-C26849B219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31901" y="3973952"/>
                  <a:ext cx="2379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E2707A-ACD1-7FA1-149B-327DF11169D3}"/>
                    </a:ext>
                  </a:extLst>
                </p14:cNvPr>
                <p14:cNvContentPartPr/>
                <p14:nvPr/>
              </p14:nvContentPartPr>
              <p14:xfrm>
                <a:off x="7562861" y="3956672"/>
                <a:ext cx="210600" cy="241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E2707A-ACD1-7FA1-149B-327DF11169D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45221" y="3939032"/>
                  <a:ext cx="246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BCAED2-ADCC-5CAD-50B1-57D1EF5E0E07}"/>
                    </a:ext>
                  </a:extLst>
                </p14:cNvPr>
                <p14:cNvContentPartPr/>
                <p14:nvPr/>
              </p14:nvContentPartPr>
              <p14:xfrm>
                <a:off x="7559981" y="3032912"/>
                <a:ext cx="6480" cy="5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BCAED2-ADCC-5CAD-50B1-57D1EF5E0E0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41981" y="3015272"/>
                  <a:ext cx="42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8D18C6-A7AA-74C5-9B34-DCCEEDBC13F3}"/>
                    </a:ext>
                  </a:extLst>
                </p14:cNvPr>
                <p14:cNvContentPartPr/>
                <p14:nvPr/>
              </p14:nvContentPartPr>
              <p14:xfrm>
                <a:off x="7544501" y="2984312"/>
                <a:ext cx="167040" cy="83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8D18C6-A7AA-74C5-9B34-DCCEEDBC13F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26501" y="2966312"/>
                  <a:ext cx="202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305E2A-62D8-BD0D-955C-A4D8E0E66B2E}"/>
                    </a:ext>
                  </a:extLst>
                </p14:cNvPr>
                <p14:cNvContentPartPr/>
                <p14:nvPr/>
              </p14:nvContentPartPr>
              <p14:xfrm>
                <a:off x="7782461" y="2816552"/>
                <a:ext cx="165960" cy="13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305E2A-62D8-BD0D-955C-A4D8E0E66B2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64461" y="2798912"/>
                  <a:ext cx="201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B695BCB-59E0-2687-E8A5-655C77016111}"/>
                    </a:ext>
                  </a:extLst>
                </p14:cNvPr>
                <p14:cNvContentPartPr/>
                <p14:nvPr/>
              </p14:nvContentPartPr>
              <p14:xfrm>
                <a:off x="7870661" y="2833112"/>
                <a:ext cx="90720" cy="197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B695BCB-59E0-2687-E8A5-655C7701611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52661" y="2815112"/>
                  <a:ext cx="126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308AE95-2026-BB59-083E-04169E049318}"/>
                    </a:ext>
                  </a:extLst>
                </p14:cNvPr>
                <p14:cNvContentPartPr/>
                <p14:nvPr/>
              </p14:nvContentPartPr>
              <p14:xfrm>
                <a:off x="8024741" y="2718272"/>
                <a:ext cx="171000" cy="209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308AE95-2026-BB59-083E-04169E04931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06741" y="2700632"/>
                  <a:ext cx="206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A84624-BDA6-274B-33A8-6F260CED5542}"/>
                    </a:ext>
                  </a:extLst>
                </p14:cNvPr>
                <p14:cNvContentPartPr/>
                <p14:nvPr/>
              </p14:nvContentPartPr>
              <p14:xfrm>
                <a:off x="8163701" y="2586512"/>
                <a:ext cx="302040" cy="201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A84624-BDA6-274B-33A8-6F260CED554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45701" y="2568512"/>
                  <a:ext cx="337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6598D5-9829-A723-28A8-48BB00674A01}"/>
                    </a:ext>
                  </a:extLst>
                </p14:cNvPr>
                <p14:cNvContentPartPr/>
                <p14:nvPr/>
              </p14:nvContentPartPr>
              <p14:xfrm>
                <a:off x="7772741" y="3447272"/>
                <a:ext cx="77040" cy="56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6598D5-9829-A723-28A8-48BB00674A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54741" y="3429632"/>
                  <a:ext cx="112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A9A56E4-E8C6-1B30-D993-361C6A43E029}"/>
                    </a:ext>
                  </a:extLst>
                </p14:cNvPr>
                <p14:cNvContentPartPr/>
                <p14:nvPr/>
              </p14:nvContentPartPr>
              <p14:xfrm>
                <a:off x="7852301" y="3467792"/>
                <a:ext cx="74520" cy="42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A9A56E4-E8C6-1B30-D993-361C6A43E02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34661" y="3450152"/>
                  <a:ext cx="110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0968F5F-04AA-A6EB-F11B-0955D5AD1A7F}"/>
                    </a:ext>
                  </a:extLst>
                </p14:cNvPr>
                <p14:cNvContentPartPr/>
                <p14:nvPr/>
              </p14:nvContentPartPr>
              <p14:xfrm>
                <a:off x="8038421" y="3283112"/>
                <a:ext cx="172440" cy="18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0968F5F-04AA-A6EB-F11B-0955D5AD1A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20781" y="3265112"/>
                  <a:ext cx="208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54087B-1D3E-9A21-085E-855A68FD97A9}"/>
                    </a:ext>
                  </a:extLst>
                </p14:cNvPr>
                <p14:cNvContentPartPr/>
                <p14:nvPr/>
              </p14:nvContentPartPr>
              <p14:xfrm>
                <a:off x="8246861" y="3188072"/>
                <a:ext cx="85320" cy="88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54087B-1D3E-9A21-085E-855A68FD97A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29221" y="3170072"/>
                  <a:ext cx="120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A068B4D-654C-F1F7-2E6D-4DDB9AF9C68E}"/>
                    </a:ext>
                  </a:extLst>
                </p14:cNvPr>
                <p14:cNvContentPartPr/>
                <p14:nvPr/>
              </p14:nvContentPartPr>
              <p14:xfrm>
                <a:off x="8250461" y="3196712"/>
                <a:ext cx="71640" cy="216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A068B4D-654C-F1F7-2E6D-4DDB9AF9C68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32821" y="3178712"/>
                  <a:ext cx="107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05B356C-CF85-A384-C75F-4F814B65482A}"/>
                    </a:ext>
                  </a:extLst>
                </p14:cNvPr>
                <p14:cNvContentPartPr/>
                <p14:nvPr/>
              </p14:nvContentPartPr>
              <p14:xfrm>
                <a:off x="8344421" y="3031472"/>
                <a:ext cx="374040" cy="206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05B356C-CF85-A384-C75F-4F814B65482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26421" y="3013832"/>
                  <a:ext cx="409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21DEF12-9A46-4A1C-E0CA-AE09A6BCFABC}"/>
                    </a:ext>
                  </a:extLst>
                </p14:cNvPr>
                <p14:cNvContentPartPr/>
                <p14:nvPr/>
              </p14:nvContentPartPr>
              <p14:xfrm>
                <a:off x="7944821" y="3883592"/>
                <a:ext cx="71640" cy="82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21DEF12-9A46-4A1C-E0CA-AE09A6BCFAB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26821" y="3865952"/>
                  <a:ext cx="10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75945E-0686-20C9-C43F-98EA6C0B3193}"/>
                    </a:ext>
                  </a:extLst>
                </p14:cNvPr>
                <p14:cNvContentPartPr/>
                <p14:nvPr/>
              </p14:nvContentPartPr>
              <p14:xfrm>
                <a:off x="8015021" y="3948752"/>
                <a:ext cx="112320" cy="6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75945E-0686-20C9-C43F-98EA6C0B31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97021" y="3930752"/>
                  <a:ext cx="147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6EF6CCF-A248-48D1-32B6-96FB5289B1E2}"/>
                    </a:ext>
                  </a:extLst>
                </p14:cNvPr>
                <p14:cNvContentPartPr/>
                <p14:nvPr/>
              </p14:nvContentPartPr>
              <p14:xfrm>
                <a:off x="8224901" y="3740672"/>
                <a:ext cx="199080" cy="259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6EF6CCF-A248-48D1-32B6-96FB5289B1E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06901" y="3723032"/>
                  <a:ext cx="2347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7A49407-1087-CCA4-E545-56A86E9B27D6}"/>
                    </a:ext>
                  </a:extLst>
                </p14:cNvPr>
                <p14:cNvContentPartPr/>
                <p14:nvPr/>
              </p14:nvContentPartPr>
              <p14:xfrm>
                <a:off x="8420021" y="3621872"/>
                <a:ext cx="177840" cy="245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7A49407-1087-CCA4-E545-56A86E9B27D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02381" y="3603872"/>
                  <a:ext cx="213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DBA563-A1AC-9636-D997-E8264D555F3E}"/>
                    </a:ext>
                  </a:extLst>
                </p14:cNvPr>
                <p14:cNvContentPartPr/>
                <p14:nvPr/>
              </p14:nvContentPartPr>
              <p14:xfrm>
                <a:off x="8686781" y="3465992"/>
                <a:ext cx="181800" cy="295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DBA563-A1AC-9636-D997-E8264D555F3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69141" y="3448352"/>
                  <a:ext cx="217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FDCDDD-3D11-0740-BACC-D460F814A6EE}"/>
                    </a:ext>
                  </a:extLst>
                </p14:cNvPr>
                <p14:cNvContentPartPr/>
                <p14:nvPr/>
              </p14:nvContentPartPr>
              <p14:xfrm>
                <a:off x="8730701" y="3594872"/>
                <a:ext cx="70200" cy="82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FDCDDD-3D11-0740-BACC-D460F814A6E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2701" y="3577232"/>
                  <a:ext cx="105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317DF1-4005-E914-4A73-D7152E42E9FD}"/>
                    </a:ext>
                  </a:extLst>
                </p14:cNvPr>
                <p14:cNvContentPartPr/>
                <p14:nvPr/>
              </p14:nvContentPartPr>
              <p14:xfrm>
                <a:off x="8849861" y="3375272"/>
                <a:ext cx="209880" cy="239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317DF1-4005-E914-4A73-D7152E42E9F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31861" y="3357632"/>
                  <a:ext cx="245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438ABF-2457-6372-99A9-6D928BFB9644}"/>
                    </a:ext>
                  </a:extLst>
                </p14:cNvPr>
                <p14:cNvContentPartPr/>
                <p14:nvPr/>
              </p14:nvContentPartPr>
              <p14:xfrm>
                <a:off x="8918621" y="3489752"/>
                <a:ext cx="161640" cy="115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438ABF-2457-6372-99A9-6D928BFB96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00621" y="3472112"/>
                  <a:ext cx="1972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5D818A1-8BE4-2FC3-3EDF-FB5D59925CF4}"/>
              </a:ext>
            </a:extLst>
          </p:cNvPr>
          <p:cNvGrpSpPr/>
          <p:nvPr/>
        </p:nvGrpSpPr>
        <p:grpSpPr>
          <a:xfrm>
            <a:off x="1860637" y="2683998"/>
            <a:ext cx="1782000" cy="1634760"/>
            <a:chOff x="1860637" y="2683998"/>
            <a:chExt cx="1782000" cy="163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E8EA23-6EDF-FF87-59CC-BD9948A9100B}"/>
                    </a:ext>
                  </a:extLst>
                </p14:cNvPr>
                <p14:cNvContentPartPr/>
                <p14:nvPr/>
              </p14:nvContentPartPr>
              <p14:xfrm>
                <a:off x="1870717" y="3958758"/>
                <a:ext cx="167040" cy="360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E8EA23-6EDF-FF87-59CC-BD9948A9100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53077" y="3941118"/>
                  <a:ext cx="202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34D217-32FA-1CA4-559F-820DE0A49AB1}"/>
                    </a:ext>
                  </a:extLst>
                </p14:cNvPr>
                <p14:cNvContentPartPr/>
                <p14:nvPr/>
              </p14:nvContentPartPr>
              <p14:xfrm>
                <a:off x="1860637" y="3805038"/>
                <a:ext cx="119520" cy="37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34D217-32FA-1CA4-559F-820DE0A49AB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42637" y="3787398"/>
                  <a:ext cx="1551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865EBE-E9D7-A5CB-2DD6-5B595B049998}"/>
                    </a:ext>
                  </a:extLst>
                </p14:cNvPr>
                <p14:cNvContentPartPr/>
                <p14:nvPr/>
              </p14:nvContentPartPr>
              <p14:xfrm>
                <a:off x="2044957" y="3818358"/>
                <a:ext cx="368280" cy="26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865EBE-E9D7-A5CB-2DD6-5B595B04999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27317" y="3800358"/>
                  <a:ext cx="4039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6F10C9-5D0E-1E8A-9A49-322A54BE5430}"/>
                    </a:ext>
                  </a:extLst>
                </p14:cNvPr>
                <p14:cNvContentPartPr/>
                <p14:nvPr/>
              </p14:nvContentPartPr>
              <p14:xfrm>
                <a:off x="1939117" y="4093398"/>
                <a:ext cx="219960" cy="17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6F10C9-5D0E-1E8A-9A49-322A54BE543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21117" y="4075758"/>
                  <a:ext cx="255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B76938-34A2-95E8-311F-DC38F69D1263}"/>
                    </a:ext>
                  </a:extLst>
                </p14:cNvPr>
                <p14:cNvContentPartPr/>
                <p14:nvPr/>
              </p14:nvContentPartPr>
              <p14:xfrm>
                <a:off x="2453917" y="3837078"/>
                <a:ext cx="27720" cy="81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B76938-34A2-95E8-311F-DC38F69D126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436277" y="3819078"/>
                  <a:ext cx="63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861765C-9BDD-C014-EA8B-F4C8B7CC97B4}"/>
                    </a:ext>
                  </a:extLst>
                </p14:cNvPr>
                <p14:cNvContentPartPr/>
                <p14:nvPr/>
              </p14:nvContentPartPr>
              <p14:xfrm>
                <a:off x="2405677" y="3629718"/>
                <a:ext cx="23040" cy="42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861765C-9BDD-C014-EA8B-F4C8B7CC97B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88037" y="3612078"/>
                  <a:ext cx="58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28E7A9-3B8B-02F8-31EC-964BCF73C608}"/>
                    </a:ext>
                  </a:extLst>
                </p14:cNvPr>
                <p14:cNvContentPartPr/>
                <p14:nvPr/>
              </p14:nvContentPartPr>
              <p14:xfrm>
                <a:off x="2556877" y="3674718"/>
                <a:ext cx="115920" cy="177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28E7A9-3B8B-02F8-31EC-964BCF73C60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38877" y="3657078"/>
                  <a:ext cx="151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200ED23-F3ED-82B0-D837-7F10C0FCA689}"/>
                    </a:ext>
                  </a:extLst>
                </p14:cNvPr>
                <p14:cNvContentPartPr/>
                <p14:nvPr/>
              </p14:nvContentPartPr>
              <p14:xfrm>
                <a:off x="2669197" y="3532878"/>
                <a:ext cx="124200" cy="230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200ED23-F3ED-82B0-D837-7F10C0FCA68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51557" y="3514878"/>
                  <a:ext cx="159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BCF7BF-600F-90B9-EF83-CAC0FC514955}"/>
                    </a:ext>
                  </a:extLst>
                </p14:cNvPr>
                <p14:cNvContentPartPr/>
                <p14:nvPr/>
              </p14:nvContentPartPr>
              <p14:xfrm>
                <a:off x="2706277" y="3566718"/>
                <a:ext cx="140760" cy="157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BCF7BF-600F-90B9-EF83-CAC0FC51495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88277" y="3548718"/>
                  <a:ext cx="176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DDAE4A8-8216-FCE2-439C-280FDD67A40F}"/>
                    </a:ext>
                  </a:extLst>
                </p14:cNvPr>
                <p14:cNvContentPartPr/>
                <p14:nvPr/>
              </p14:nvContentPartPr>
              <p14:xfrm>
                <a:off x="2850277" y="3463758"/>
                <a:ext cx="353880" cy="218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DDAE4A8-8216-FCE2-439C-280FDD67A40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32637" y="3446118"/>
                  <a:ext cx="389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57AFC4-E616-8919-734F-849687BC668E}"/>
                    </a:ext>
                  </a:extLst>
                </p14:cNvPr>
                <p14:cNvContentPartPr/>
                <p14:nvPr/>
              </p14:nvContentPartPr>
              <p14:xfrm>
                <a:off x="3290557" y="3302478"/>
                <a:ext cx="102240" cy="13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57AFC4-E616-8919-734F-849687BC668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72557" y="3284478"/>
                  <a:ext cx="137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FE50868-A1D8-3652-C962-C0CDE601F449}"/>
                    </a:ext>
                  </a:extLst>
                </p14:cNvPr>
                <p14:cNvContentPartPr/>
                <p14:nvPr/>
              </p14:nvContentPartPr>
              <p14:xfrm>
                <a:off x="3506917" y="3200238"/>
                <a:ext cx="135720" cy="149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FE50868-A1D8-3652-C962-C0CDE601F44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88917" y="3182598"/>
                  <a:ext cx="171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E91D2EB-9711-5804-3142-E0238C667F23}"/>
                    </a:ext>
                  </a:extLst>
                </p14:cNvPr>
                <p14:cNvContentPartPr/>
                <p14:nvPr/>
              </p14:nvContentPartPr>
              <p14:xfrm>
                <a:off x="2565157" y="2750238"/>
                <a:ext cx="157680" cy="596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E91D2EB-9711-5804-3142-E0238C667F2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547517" y="2732598"/>
                  <a:ext cx="19332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4F5E508-2C21-8475-A1E6-5528462AF847}"/>
                    </a:ext>
                  </a:extLst>
                </p14:cNvPr>
                <p14:cNvContentPartPr/>
                <p14:nvPr/>
              </p14:nvContentPartPr>
              <p14:xfrm>
                <a:off x="2521597" y="2683998"/>
                <a:ext cx="257400" cy="304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4F5E508-2C21-8475-A1E6-5528462AF8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503597" y="2665998"/>
                  <a:ext cx="2930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0ECB0A3-EF94-AB89-18F3-6100ACA67AF1}"/>
              </a:ext>
            </a:extLst>
          </p:cNvPr>
          <p:cNvGrpSpPr/>
          <p:nvPr/>
        </p:nvGrpSpPr>
        <p:grpSpPr>
          <a:xfrm>
            <a:off x="5619397" y="6142878"/>
            <a:ext cx="2703240" cy="457920"/>
            <a:chOff x="5619397" y="6142878"/>
            <a:chExt cx="270324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531AF55-3FC0-59EB-6088-81731184E159}"/>
                    </a:ext>
                  </a:extLst>
                </p14:cNvPr>
                <p14:cNvContentPartPr/>
                <p14:nvPr/>
              </p14:nvContentPartPr>
              <p14:xfrm>
                <a:off x="5619397" y="6218478"/>
                <a:ext cx="335520" cy="124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531AF55-3FC0-59EB-6088-81731184E15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601397" y="6200478"/>
                  <a:ext cx="371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93C6034-132D-C0D5-56E4-2FA30B61D159}"/>
                    </a:ext>
                  </a:extLst>
                </p14:cNvPr>
                <p14:cNvContentPartPr/>
                <p14:nvPr/>
              </p14:nvContentPartPr>
              <p14:xfrm>
                <a:off x="5740357" y="6294078"/>
                <a:ext cx="82080" cy="305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93C6034-132D-C0D5-56E4-2FA30B61D15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22717" y="6276438"/>
                  <a:ext cx="117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5959206-3371-8DB2-0F63-1B95414ACC27}"/>
                    </a:ext>
                  </a:extLst>
                </p14:cNvPr>
                <p14:cNvContentPartPr/>
                <p14:nvPr/>
              </p14:nvContentPartPr>
              <p14:xfrm>
                <a:off x="5910997" y="6366438"/>
                <a:ext cx="630000" cy="188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5959206-3371-8DB2-0F63-1B95414ACC2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92997" y="6348798"/>
                  <a:ext cx="665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E5BBBD-CD24-2FE9-0097-4B13ED6195DB}"/>
                    </a:ext>
                  </a:extLst>
                </p14:cNvPr>
                <p14:cNvContentPartPr/>
                <p14:nvPr/>
              </p14:nvContentPartPr>
              <p14:xfrm>
                <a:off x="6586717" y="6362118"/>
                <a:ext cx="94680" cy="238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E5BBBD-CD24-2FE9-0097-4B13ED6195D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68717" y="6344478"/>
                  <a:ext cx="130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4C81D4E-5B67-3947-B9B3-094CED71A26D}"/>
                    </a:ext>
                  </a:extLst>
                </p14:cNvPr>
                <p14:cNvContentPartPr/>
                <p14:nvPr/>
              </p14:nvContentPartPr>
              <p14:xfrm>
                <a:off x="6617317" y="6315318"/>
                <a:ext cx="124200" cy="13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4C81D4E-5B67-3947-B9B3-094CED71A26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599317" y="6297678"/>
                  <a:ext cx="159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AD254A-7D71-F7D7-A68F-3D5C31243E40}"/>
                    </a:ext>
                  </a:extLst>
                </p14:cNvPr>
                <p14:cNvContentPartPr/>
                <p14:nvPr/>
              </p14:nvContentPartPr>
              <p14:xfrm>
                <a:off x="7039237" y="6269238"/>
                <a:ext cx="1202760" cy="105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AD254A-7D71-F7D7-A68F-3D5C31243E4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21597" y="6251238"/>
                  <a:ext cx="1238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456C7A-7BAA-140F-4479-3C550392232E}"/>
                    </a:ext>
                  </a:extLst>
                </p14:cNvPr>
                <p14:cNvContentPartPr/>
                <p14:nvPr/>
              </p14:nvContentPartPr>
              <p14:xfrm>
                <a:off x="8056597" y="6142878"/>
                <a:ext cx="266040" cy="2509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456C7A-7BAA-140F-4479-3C550392232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8597" y="6124878"/>
                  <a:ext cx="301680" cy="28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8497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1EA6-EE27-8A6B-0C01-E5184BBB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FB9B-DFCD-90E9-050D-314617DBB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791C1D-011A-D802-58A1-5B9DEFF044A6}"/>
              </a:ext>
            </a:extLst>
          </p:cNvPr>
          <p:cNvGrpSpPr/>
          <p:nvPr/>
        </p:nvGrpSpPr>
        <p:grpSpPr>
          <a:xfrm>
            <a:off x="1140277" y="1210878"/>
            <a:ext cx="709560" cy="429120"/>
            <a:chOff x="1140277" y="1210878"/>
            <a:chExt cx="70956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897718-2C44-08BF-E57F-E78F11892FC6}"/>
                    </a:ext>
                  </a:extLst>
                </p14:cNvPr>
                <p14:cNvContentPartPr/>
                <p14:nvPr/>
              </p14:nvContentPartPr>
              <p14:xfrm>
                <a:off x="1140277" y="1210878"/>
                <a:ext cx="236880" cy="429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897718-2C44-08BF-E57F-E78F11892F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22637" y="1192878"/>
                  <a:ext cx="2725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6FBFB00-D4EF-407A-4537-4934C6021292}"/>
                    </a:ext>
                  </a:extLst>
                </p14:cNvPr>
                <p14:cNvContentPartPr/>
                <p14:nvPr/>
              </p14:nvContentPartPr>
              <p14:xfrm>
                <a:off x="1463197" y="1426878"/>
                <a:ext cx="173880" cy="147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6FBFB00-D4EF-407A-4537-4934C60212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197" y="1409238"/>
                  <a:ext cx="209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C946A20-7436-74DB-5ECB-1BAD675EF01A}"/>
                    </a:ext>
                  </a:extLst>
                </p14:cNvPr>
                <p14:cNvContentPartPr/>
                <p14:nvPr/>
              </p14:nvContentPartPr>
              <p14:xfrm>
                <a:off x="1767397" y="1286118"/>
                <a:ext cx="82440" cy="28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C946A20-7436-74DB-5ECB-1BAD675EF0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9397" y="1268118"/>
                  <a:ext cx="11808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6D1D63-861B-633D-D6E4-CB1BE0DFA5A2}"/>
                  </a:ext>
                </a:extLst>
              </p14:cNvPr>
              <p14:cNvContentPartPr/>
              <p14:nvPr/>
            </p14:nvContentPartPr>
            <p14:xfrm>
              <a:off x="1997797" y="1423998"/>
              <a:ext cx="24840" cy="151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6D1D63-861B-633D-D6E4-CB1BE0DFA5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0157" y="1406358"/>
                <a:ext cx="604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1373A4F-9AC2-ED5C-E39F-5738E05D5068}"/>
                  </a:ext>
                </a:extLst>
              </p14:cNvPr>
              <p14:cNvContentPartPr/>
              <p14:nvPr/>
            </p14:nvContentPartPr>
            <p14:xfrm>
              <a:off x="1996717" y="1246518"/>
              <a:ext cx="5760" cy="32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1373A4F-9AC2-ED5C-E39F-5738E05D50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79077" y="1228878"/>
                <a:ext cx="4140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1FCBFF1-D704-1E74-E1CF-1F6E36EC8CD2}"/>
              </a:ext>
            </a:extLst>
          </p:cNvPr>
          <p:cNvGrpSpPr/>
          <p:nvPr/>
        </p:nvGrpSpPr>
        <p:grpSpPr>
          <a:xfrm>
            <a:off x="2202997" y="1251198"/>
            <a:ext cx="1556280" cy="314280"/>
            <a:chOff x="2202997" y="1251198"/>
            <a:chExt cx="15562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05D29F-9EA9-247A-8443-A64CFACC96C5}"/>
                    </a:ext>
                  </a:extLst>
                </p14:cNvPr>
                <p14:cNvContentPartPr/>
                <p14:nvPr/>
              </p14:nvContentPartPr>
              <p14:xfrm>
                <a:off x="2202997" y="1260918"/>
                <a:ext cx="99000" cy="292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05D29F-9EA9-247A-8443-A64CFACC96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4997" y="1242918"/>
                  <a:ext cx="134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59340B-F969-B6F8-5710-5F71AABA810F}"/>
                    </a:ext>
                  </a:extLst>
                </p14:cNvPr>
                <p14:cNvContentPartPr/>
                <p14:nvPr/>
              </p14:nvContentPartPr>
              <p14:xfrm>
                <a:off x="2398477" y="1378638"/>
                <a:ext cx="96480" cy="127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59340B-F969-B6F8-5710-5F71AABA810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80837" y="1360998"/>
                  <a:ext cx="132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C8C2F41-07E5-9F16-338C-BF410F02CC03}"/>
                    </a:ext>
                  </a:extLst>
                </p14:cNvPr>
                <p14:cNvContentPartPr/>
                <p14:nvPr/>
              </p14:nvContentPartPr>
              <p14:xfrm>
                <a:off x="2620237" y="1387278"/>
                <a:ext cx="144000" cy="127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C8C2F41-07E5-9F16-338C-BF410F02CC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2237" y="1369638"/>
                  <a:ext cx="179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C339BB-ED52-C9BF-2592-D18D12C55D2E}"/>
                    </a:ext>
                  </a:extLst>
                </p14:cNvPr>
                <p14:cNvContentPartPr/>
                <p14:nvPr/>
              </p14:nvContentPartPr>
              <p14:xfrm>
                <a:off x="2876557" y="1251198"/>
                <a:ext cx="64440" cy="307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C339BB-ED52-C9BF-2592-D18D12C55D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58557" y="1233198"/>
                  <a:ext cx="1000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F81FAC-17E6-BFF6-CA62-E5D5C1D5253B}"/>
                    </a:ext>
                  </a:extLst>
                </p14:cNvPr>
                <p14:cNvContentPartPr/>
                <p14:nvPr/>
              </p14:nvContentPartPr>
              <p14:xfrm>
                <a:off x="2906077" y="1397358"/>
                <a:ext cx="165240" cy="18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F81FAC-17E6-BFF6-CA62-E5D5C1D525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88437" y="1379358"/>
                  <a:ext cx="200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95272E4-D866-4A4F-ED26-C77597941DDD}"/>
                    </a:ext>
                  </a:extLst>
                </p14:cNvPr>
                <p14:cNvContentPartPr/>
                <p14:nvPr/>
              </p14:nvContentPartPr>
              <p14:xfrm>
                <a:off x="3175357" y="1408878"/>
                <a:ext cx="16200" cy="98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95272E4-D866-4A4F-ED26-C77597941D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57717" y="1390878"/>
                  <a:ext cx="51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6B0045-0D93-C41D-D860-60AB671CD51B}"/>
                    </a:ext>
                  </a:extLst>
                </p14:cNvPr>
                <p14:cNvContentPartPr/>
                <p14:nvPr/>
              </p14:nvContentPartPr>
              <p14:xfrm>
                <a:off x="3192997" y="1254798"/>
                <a:ext cx="20520" cy="5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6B0045-0D93-C41D-D860-60AB671CD5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74997" y="1237158"/>
                  <a:ext cx="56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BCB257-7712-67EE-285F-F999EB14EE9D}"/>
                    </a:ext>
                  </a:extLst>
                </p14:cNvPr>
                <p14:cNvContentPartPr/>
                <p14:nvPr/>
              </p14:nvContentPartPr>
              <p14:xfrm>
                <a:off x="3356077" y="1381878"/>
                <a:ext cx="93960" cy="183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BCB257-7712-67EE-285F-F999EB14EE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38077" y="1364238"/>
                  <a:ext cx="129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FDA1AB-7B39-77A3-5F91-9C7BBBD1E493}"/>
                    </a:ext>
                  </a:extLst>
                </p14:cNvPr>
                <p14:cNvContentPartPr/>
                <p14:nvPr/>
              </p14:nvContentPartPr>
              <p14:xfrm>
                <a:off x="3531757" y="1354518"/>
                <a:ext cx="227520" cy="138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FDA1AB-7B39-77A3-5F91-9C7BBBD1E4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13757" y="1336518"/>
                  <a:ext cx="26316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684D6D-4F2B-99A5-4A6A-1512C120F20D}"/>
                  </a:ext>
                </a:extLst>
              </p14:cNvPr>
              <p14:cNvContentPartPr/>
              <p14:nvPr/>
            </p14:nvContentPartPr>
            <p14:xfrm>
              <a:off x="3991477" y="1286478"/>
              <a:ext cx="14040" cy="13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684D6D-4F2B-99A5-4A6A-1512C120F2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73837" y="1268478"/>
                <a:ext cx="49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8C727D-D06D-2E93-822A-0C36E1C6BFEF}"/>
                  </a:ext>
                </a:extLst>
              </p14:cNvPr>
              <p14:cNvContentPartPr/>
              <p14:nvPr/>
            </p14:nvContentPartPr>
            <p14:xfrm>
              <a:off x="4019197" y="1510758"/>
              <a:ext cx="4320" cy="11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8C727D-D06D-2E93-822A-0C36E1C6BFE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1557" y="1493118"/>
                <a:ext cx="3996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460ACA1-596F-B8FE-B1FF-1BC4A26994AE}"/>
              </a:ext>
            </a:extLst>
          </p:cNvPr>
          <p:cNvGrpSpPr/>
          <p:nvPr/>
        </p:nvGrpSpPr>
        <p:grpSpPr>
          <a:xfrm>
            <a:off x="4684837" y="1200078"/>
            <a:ext cx="161280" cy="408240"/>
            <a:chOff x="4684837" y="1200078"/>
            <a:chExt cx="16128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410942-0580-AAE3-DCA6-54C71E38F0FD}"/>
                    </a:ext>
                  </a:extLst>
                </p14:cNvPr>
                <p14:cNvContentPartPr/>
                <p14:nvPr/>
              </p14:nvContentPartPr>
              <p14:xfrm>
                <a:off x="4765117" y="1200078"/>
                <a:ext cx="33120" cy="408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410942-0580-AAE3-DCA6-54C71E38F0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47477" y="1182078"/>
                  <a:ext cx="687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2C0F7D-0434-770B-2D9D-98E61F35DF3E}"/>
                    </a:ext>
                  </a:extLst>
                </p14:cNvPr>
                <p14:cNvContentPartPr/>
                <p14:nvPr/>
              </p14:nvContentPartPr>
              <p14:xfrm>
                <a:off x="4684837" y="1494198"/>
                <a:ext cx="161280" cy="72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2C0F7D-0434-770B-2D9D-98E61F35DF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66837" y="1476198"/>
                  <a:ext cx="19692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F35A865-0BCA-413D-FE25-9CA4B0BDF4BB}"/>
                  </a:ext>
                </a:extLst>
              </p14:cNvPr>
              <p14:cNvContentPartPr/>
              <p14:nvPr/>
            </p14:nvContentPartPr>
            <p14:xfrm>
              <a:off x="5072557" y="1406718"/>
              <a:ext cx="214560" cy="146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F35A865-0BCA-413D-FE25-9CA4B0BDF4B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54557" y="1388718"/>
                <a:ext cx="2502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FE9A60B-8BE4-9D83-9B6B-10B5BA2A16CA}"/>
                  </a:ext>
                </a:extLst>
              </p14:cNvPr>
              <p14:cNvContentPartPr/>
              <p14:nvPr/>
            </p14:nvContentPartPr>
            <p14:xfrm>
              <a:off x="5937997" y="1399158"/>
              <a:ext cx="154800" cy="146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FE9A60B-8BE4-9D83-9B6B-10B5BA2A16C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19997" y="1381158"/>
                <a:ext cx="19044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2BE5068-1E0F-BAB9-4FBF-787710E9231B}"/>
              </a:ext>
            </a:extLst>
          </p:cNvPr>
          <p:cNvGrpSpPr/>
          <p:nvPr/>
        </p:nvGrpSpPr>
        <p:grpSpPr>
          <a:xfrm>
            <a:off x="6610837" y="1207998"/>
            <a:ext cx="1687680" cy="366840"/>
            <a:chOff x="6610837" y="1207998"/>
            <a:chExt cx="168768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C9E81C-40E7-631C-E777-CD951D6A4A11}"/>
                    </a:ext>
                  </a:extLst>
                </p14:cNvPr>
                <p14:cNvContentPartPr/>
                <p14:nvPr/>
              </p14:nvContentPartPr>
              <p14:xfrm>
                <a:off x="6610837" y="1374318"/>
                <a:ext cx="77400" cy="20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C9E81C-40E7-631C-E777-CD951D6A4A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2837" y="1356678"/>
                  <a:ext cx="113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D6E250-8CB1-06CC-C908-79C92ADC1669}"/>
                    </a:ext>
                  </a:extLst>
                </p14:cNvPr>
                <p14:cNvContentPartPr/>
                <p14:nvPr/>
              </p14:nvContentPartPr>
              <p14:xfrm>
                <a:off x="6820357" y="1398438"/>
                <a:ext cx="115200" cy="15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D6E250-8CB1-06CC-C908-79C92ADC16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2357" y="1380438"/>
                  <a:ext cx="150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13ECC0-6B3E-903D-3CA5-F1E0CA7F722F}"/>
                    </a:ext>
                  </a:extLst>
                </p14:cNvPr>
                <p14:cNvContentPartPr/>
                <p14:nvPr/>
              </p14:nvContentPartPr>
              <p14:xfrm>
                <a:off x="7042477" y="1401678"/>
                <a:ext cx="187920" cy="11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13ECC0-6B3E-903D-3CA5-F1E0CA7F72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24477" y="1383678"/>
                  <a:ext cx="223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DE6AC7B-DE48-6C8C-FE76-1BD7409381A8}"/>
                    </a:ext>
                  </a:extLst>
                </p14:cNvPr>
                <p14:cNvContentPartPr/>
                <p14:nvPr/>
              </p14:nvContentPartPr>
              <p14:xfrm>
                <a:off x="7351717" y="1219518"/>
                <a:ext cx="47520" cy="299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DE6AC7B-DE48-6C8C-FE76-1BD7409381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33717" y="1201878"/>
                  <a:ext cx="83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AB67B15-0FA1-9F83-9796-313045F1988F}"/>
                    </a:ext>
                  </a:extLst>
                </p14:cNvPr>
                <p14:cNvContentPartPr/>
                <p14:nvPr/>
              </p14:nvContentPartPr>
              <p14:xfrm>
                <a:off x="7364677" y="1375398"/>
                <a:ext cx="77400" cy="51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B67B15-0FA1-9F83-9796-313045F198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47037" y="1357758"/>
                  <a:ext cx="113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2B18C0-1268-D2A1-1F4C-5BCD4A2DFFFF}"/>
                    </a:ext>
                  </a:extLst>
                </p14:cNvPr>
                <p14:cNvContentPartPr/>
                <p14:nvPr/>
              </p14:nvContentPartPr>
              <p14:xfrm>
                <a:off x="7561957" y="1393398"/>
                <a:ext cx="60120" cy="69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2B18C0-1268-D2A1-1F4C-5BCD4A2DFF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44317" y="1375758"/>
                  <a:ext cx="95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D05F5D-4518-8906-FB08-FCCDF9B55EC8}"/>
                    </a:ext>
                  </a:extLst>
                </p14:cNvPr>
                <p14:cNvContentPartPr/>
                <p14:nvPr/>
              </p14:nvContentPartPr>
              <p14:xfrm>
                <a:off x="7731517" y="1400958"/>
                <a:ext cx="69840" cy="80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D05F5D-4518-8906-FB08-FCCDF9B55E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13517" y="1383318"/>
                  <a:ext cx="105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F0E1C2-D21B-2A86-19AB-694AC5779E8E}"/>
                    </a:ext>
                  </a:extLst>
                </p14:cNvPr>
                <p14:cNvContentPartPr/>
                <p14:nvPr/>
              </p14:nvContentPartPr>
              <p14:xfrm>
                <a:off x="7929877" y="1207998"/>
                <a:ext cx="31320" cy="31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F0E1C2-D21B-2A86-19AB-694AC5779E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11877" y="1190358"/>
                  <a:ext cx="66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1877B6-F54D-2C56-0A82-6DB43F331BD8}"/>
                    </a:ext>
                  </a:extLst>
                </p14:cNvPr>
                <p14:cNvContentPartPr/>
                <p14:nvPr/>
              </p14:nvContentPartPr>
              <p14:xfrm>
                <a:off x="8080717" y="1254438"/>
                <a:ext cx="25200" cy="26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1877B6-F54D-2C56-0A82-6DB43F331B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63077" y="1236438"/>
                  <a:ext cx="60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29C3A2-D709-4AA4-281C-9EEF06B63214}"/>
                    </a:ext>
                  </a:extLst>
                </p14:cNvPr>
                <p14:cNvContentPartPr/>
                <p14:nvPr/>
              </p14:nvContentPartPr>
              <p14:xfrm>
                <a:off x="8157397" y="1398438"/>
                <a:ext cx="141120" cy="153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29C3A2-D709-4AA4-281C-9EEF06B6321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39757" y="1380438"/>
                  <a:ext cx="1767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13D1A6C-A3BA-5167-758F-A1A470670825}"/>
              </a:ext>
            </a:extLst>
          </p:cNvPr>
          <p:cNvGrpSpPr/>
          <p:nvPr/>
        </p:nvGrpSpPr>
        <p:grpSpPr>
          <a:xfrm>
            <a:off x="8473837" y="1234638"/>
            <a:ext cx="211320" cy="358200"/>
            <a:chOff x="8473837" y="1234638"/>
            <a:chExt cx="21132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CF7AE5-3036-60DC-0FA0-EA271BDC2287}"/>
                    </a:ext>
                  </a:extLst>
                </p14:cNvPr>
                <p14:cNvContentPartPr/>
                <p14:nvPr/>
              </p14:nvContentPartPr>
              <p14:xfrm>
                <a:off x="8473837" y="1420038"/>
                <a:ext cx="91440" cy="115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CF7AE5-3036-60DC-0FA0-EA271BDC22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56197" y="1402398"/>
                  <a:ext cx="127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8D13EF7-FC10-DE58-29D7-4CD911476585}"/>
                    </a:ext>
                  </a:extLst>
                </p14:cNvPr>
                <p14:cNvContentPartPr/>
                <p14:nvPr/>
              </p14:nvContentPartPr>
              <p14:xfrm>
                <a:off x="8575717" y="1234638"/>
                <a:ext cx="109440" cy="358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8D13EF7-FC10-DE58-29D7-4CD9114765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57717" y="1216638"/>
                  <a:ext cx="145080" cy="39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185C1EB-7B9B-43B1-2C2C-D04DC877FB44}"/>
              </a:ext>
            </a:extLst>
          </p:cNvPr>
          <p:cNvGrpSpPr/>
          <p:nvPr/>
        </p:nvGrpSpPr>
        <p:grpSpPr>
          <a:xfrm>
            <a:off x="5025037" y="1884438"/>
            <a:ext cx="2720160" cy="404640"/>
            <a:chOff x="5025037" y="1884438"/>
            <a:chExt cx="272016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1DD0FB6-6FE7-544E-CB2E-82286E8C4931}"/>
                    </a:ext>
                  </a:extLst>
                </p14:cNvPr>
                <p14:cNvContentPartPr/>
                <p14:nvPr/>
              </p14:nvContentPartPr>
              <p14:xfrm>
                <a:off x="5025037" y="2064078"/>
                <a:ext cx="169920" cy="225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1DD0FB6-6FE7-544E-CB2E-82286E8C49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07397" y="2046438"/>
                  <a:ext cx="205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ABA734-1D12-E0CE-35DD-F53D4D91C813}"/>
                    </a:ext>
                  </a:extLst>
                </p14:cNvPr>
                <p14:cNvContentPartPr/>
                <p14:nvPr/>
              </p14:nvContentPartPr>
              <p14:xfrm>
                <a:off x="5280277" y="2095398"/>
                <a:ext cx="191880" cy="14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ABA734-1D12-E0CE-35DD-F53D4D91C8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62277" y="2077758"/>
                  <a:ext cx="227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BCCFC9F-1226-9AB0-DE36-A113A773ADF0}"/>
                    </a:ext>
                  </a:extLst>
                </p14:cNvPr>
                <p14:cNvContentPartPr/>
                <p14:nvPr/>
              </p14:nvContentPartPr>
              <p14:xfrm>
                <a:off x="5509237" y="2109438"/>
                <a:ext cx="155880" cy="136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BCCFC9F-1226-9AB0-DE36-A113A773ADF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91237" y="2091798"/>
                  <a:ext cx="191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B3F332-F9AD-BCA4-9858-848D35B811AF}"/>
                    </a:ext>
                  </a:extLst>
                </p14:cNvPr>
                <p14:cNvContentPartPr/>
                <p14:nvPr/>
              </p14:nvContentPartPr>
              <p14:xfrm>
                <a:off x="5773477" y="2112318"/>
                <a:ext cx="29520" cy="114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B3F332-F9AD-BCA4-9858-848D35B811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5477" y="2094318"/>
                  <a:ext cx="65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86976B8-EE89-458B-791D-2882EE714757}"/>
                    </a:ext>
                  </a:extLst>
                </p14:cNvPr>
                <p14:cNvContentPartPr/>
                <p14:nvPr/>
              </p14:nvContentPartPr>
              <p14:xfrm>
                <a:off x="5703277" y="1984878"/>
                <a:ext cx="23760" cy="17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86976B8-EE89-458B-791D-2882EE7147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85277" y="1967238"/>
                  <a:ext cx="59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851206-4DAC-E25F-E6E8-718B3038DC7C}"/>
                    </a:ext>
                  </a:extLst>
                </p14:cNvPr>
                <p14:cNvContentPartPr/>
                <p14:nvPr/>
              </p14:nvContentPartPr>
              <p14:xfrm>
                <a:off x="5935477" y="2089998"/>
                <a:ext cx="108000" cy="12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851206-4DAC-E25F-E6E8-718B3038DC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17477" y="2071998"/>
                  <a:ext cx="143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0FB433-FE22-9219-FE0B-2EF022DED523}"/>
                    </a:ext>
                  </a:extLst>
                </p14:cNvPr>
                <p14:cNvContentPartPr/>
                <p14:nvPr/>
              </p14:nvContentPartPr>
              <p14:xfrm>
                <a:off x="6150397" y="2096478"/>
                <a:ext cx="100080" cy="139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0FB433-FE22-9219-FE0B-2EF022DED5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32757" y="2078838"/>
                  <a:ext cx="135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96F39D-3F74-5290-4AAB-11743051769C}"/>
                    </a:ext>
                  </a:extLst>
                </p14:cNvPr>
                <p14:cNvContentPartPr/>
                <p14:nvPr/>
              </p14:nvContentPartPr>
              <p14:xfrm>
                <a:off x="6410317" y="2094678"/>
                <a:ext cx="196560" cy="176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96F39D-3F74-5290-4AAB-1174305176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92317" y="2076678"/>
                  <a:ext cx="232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FCD1C7-DAA3-B54A-0764-50FC81D04450}"/>
                    </a:ext>
                  </a:extLst>
                </p14:cNvPr>
                <p14:cNvContentPartPr/>
                <p14:nvPr/>
              </p14:nvContentPartPr>
              <p14:xfrm>
                <a:off x="6756277" y="2086398"/>
                <a:ext cx="386280" cy="18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FCD1C7-DAA3-B54A-0764-50FC81D044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38637" y="2068398"/>
                  <a:ext cx="421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25056A-F8E9-D75B-C7CD-EEE0601F4A7E}"/>
                    </a:ext>
                  </a:extLst>
                </p14:cNvPr>
                <p14:cNvContentPartPr/>
                <p14:nvPr/>
              </p14:nvContentPartPr>
              <p14:xfrm>
                <a:off x="7124917" y="2053998"/>
                <a:ext cx="465120" cy="162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25056A-F8E9-D75B-C7CD-EEE0601F4A7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07277" y="2036358"/>
                  <a:ext cx="500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688AB0-7F04-1918-1019-B1BCCC6A85BE}"/>
                    </a:ext>
                  </a:extLst>
                </p14:cNvPr>
                <p14:cNvContentPartPr/>
                <p14:nvPr/>
              </p14:nvContentPartPr>
              <p14:xfrm>
                <a:off x="7639717" y="1884438"/>
                <a:ext cx="86760" cy="322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688AB0-7F04-1918-1019-B1BCCC6A85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22077" y="1866438"/>
                  <a:ext cx="122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F5E74A-9F03-294B-0111-478277D7D97C}"/>
                    </a:ext>
                  </a:extLst>
                </p14:cNvPr>
                <p14:cNvContentPartPr/>
                <p14:nvPr/>
              </p14:nvContentPartPr>
              <p14:xfrm>
                <a:off x="7638277" y="2028078"/>
                <a:ext cx="106920" cy="1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F5E74A-9F03-294B-0111-478277D7D9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20277" y="2010078"/>
                  <a:ext cx="1425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24956C8-124D-880E-D35D-433122BBF10E}"/>
              </a:ext>
            </a:extLst>
          </p:cNvPr>
          <p:cNvGrpSpPr/>
          <p:nvPr/>
        </p:nvGrpSpPr>
        <p:grpSpPr>
          <a:xfrm>
            <a:off x="8228677" y="1947438"/>
            <a:ext cx="918720" cy="528480"/>
            <a:chOff x="8228677" y="1947438"/>
            <a:chExt cx="91872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227EE39-8401-6F7B-3D5F-86B1DA14E320}"/>
                    </a:ext>
                  </a:extLst>
                </p14:cNvPr>
                <p14:cNvContentPartPr/>
                <p14:nvPr/>
              </p14:nvContentPartPr>
              <p14:xfrm>
                <a:off x="8286997" y="1947438"/>
                <a:ext cx="57960" cy="31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227EE39-8401-6F7B-3D5F-86B1DA14E32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68997" y="1929798"/>
                  <a:ext cx="936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F84EA1B-8A4B-862A-D39A-91F6AF364BA9}"/>
                    </a:ext>
                  </a:extLst>
                </p14:cNvPr>
                <p14:cNvContentPartPr/>
                <p14:nvPr/>
              </p14:nvContentPartPr>
              <p14:xfrm>
                <a:off x="8228677" y="2059398"/>
                <a:ext cx="261000" cy="79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F84EA1B-8A4B-862A-D39A-91F6AF364B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10677" y="2041758"/>
                  <a:ext cx="296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EDA49A-1B4C-3CE6-9373-073F30D1C590}"/>
                    </a:ext>
                  </a:extLst>
                </p14:cNvPr>
                <p14:cNvContentPartPr/>
                <p14:nvPr/>
              </p14:nvContentPartPr>
              <p14:xfrm>
                <a:off x="8526037" y="1998198"/>
                <a:ext cx="217800" cy="221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EDA49A-1B4C-3CE6-9373-073F30D1C5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08397" y="1980558"/>
                  <a:ext cx="25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7D1371-5984-F40D-4B4B-7B67F5C814F2}"/>
                    </a:ext>
                  </a:extLst>
                </p14:cNvPr>
                <p14:cNvContentPartPr/>
                <p14:nvPr/>
              </p14:nvContentPartPr>
              <p14:xfrm>
                <a:off x="8798917" y="2039958"/>
                <a:ext cx="348480" cy="435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7D1371-5984-F40D-4B4B-7B67F5C814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81277" y="2021958"/>
                  <a:ext cx="384120" cy="47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0A0AC58-87E8-2A91-AAEC-F6239FBD18D1}"/>
              </a:ext>
            </a:extLst>
          </p:cNvPr>
          <p:cNvGrpSpPr/>
          <p:nvPr/>
        </p:nvGrpSpPr>
        <p:grpSpPr>
          <a:xfrm>
            <a:off x="5248237" y="2523798"/>
            <a:ext cx="2008800" cy="374400"/>
            <a:chOff x="5248237" y="2523798"/>
            <a:chExt cx="200880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4E1A556-5D4B-87AF-5DE4-492CF8F68335}"/>
                    </a:ext>
                  </a:extLst>
                </p14:cNvPr>
                <p14:cNvContentPartPr/>
                <p14:nvPr/>
              </p14:nvContentPartPr>
              <p14:xfrm>
                <a:off x="5248237" y="2709918"/>
                <a:ext cx="250560" cy="16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4E1A556-5D4B-87AF-5DE4-492CF8F683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30237" y="2692278"/>
                  <a:ext cx="286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07AEED-E5A8-46EC-3FFC-AF6B2624B471}"/>
                    </a:ext>
                  </a:extLst>
                </p14:cNvPr>
                <p14:cNvContentPartPr/>
                <p14:nvPr/>
              </p14:nvContentPartPr>
              <p14:xfrm>
                <a:off x="5565757" y="2742678"/>
                <a:ext cx="83520" cy="133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07AEED-E5A8-46EC-3FFC-AF6B2624B4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47757" y="2724678"/>
                  <a:ext cx="119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61FBBE-C0CE-F87A-2554-29ADF271CDC1}"/>
                    </a:ext>
                  </a:extLst>
                </p14:cNvPr>
                <p14:cNvContentPartPr/>
                <p14:nvPr/>
              </p14:nvContentPartPr>
              <p14:xfrm>
                <a:off x="5524357" y="2728278"/>
                <a:ext cx="190800" cy="169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61FBBE-C0CE-F87A-2554-29ADF271CD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06357" y="2710278"/>
                  <a:ext cx="226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F766D9-5A6F-C5A6-B239-9E6DBF61C7EC}"/>
                    </a:ext>
                  </a:extLst>
                </p14:cNvPr>
                <p14:cNvContentPartPr/>
                <p14:nvPr/>
              </p14:nvContentPartPr>
              <p14:xfrm>
                <a:off x="5862757" y="2768958"/>
                <a:ext cx="141120" cy="9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F766D9-5A6F-C5A6-B239-9E6DBF61C7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44757" y="2750958"/>
                  <a:ext cx="176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51727F0-B1FA-1CB8-86F7-A4CACC4BB1DD}"/>
                    </a:ext>
                  </a:extLst>
                </p14:cNvPr>
                <p14:cNvContentPartPr/>
                <p14:nvPr/>
              </p14:nvContentPartPr>
              <p14:xfrm>
                <a:off x="5992717" y="2745198"/>
                <a:ext cx="124560" cy="91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51727F0-B1FA-1CB8-86F7-A4CACC4BB1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75077" y="2727558"/>
                  <a:ext cx="160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568DCB-FE2F-74EF-3EDA-174852031DF1}"/>
                    </a:ext>
                  </a:extLst>
                </p14:cNvPr>
                <p14:cNvContentPartPr/>
                <p14:nvPr/>
              </p14:nvContentPartPr>
              <p14:xfrm>
                <a:off x="6208717" y="2706678"/>
                <a:ext cx="68040" cy="171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568DCB-FE2F-74EF-3EDA-174852031DF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90717" y="2688678"/>
                  <a:ext cx="103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6C31C7-4DA7-629C-E408-D64E2AB97F44}"/>
                    </a:ext>
                  </a:extLst>
                </p14:cNvPr>
                <p14:cNvContentPartPr/>
                <p14:nvPr/>
              </p14:nvContentPartPr>
              <p14:xfrm>
                <a:off x="6206197" y="2870118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6C31C7-4DA7-629C-E408-D64E2AB97F4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88197" y="285247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ED20904-6D50-9411-E1D7-5912F79558F9}"/>
                    </a:ext>
                  </a:extLst>
                </p14:cNvPr>
                <p14:cNvContentPartPr/>
                <p14:nvPr/>
              </p14:nvContentPartPr>
              <p14:xfrm>
                <a:off x="6322477" y="2723958"/>
                <a:ext cx="257040" cy="135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ED20904-6D50-9411-E1D7-5912F79558F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04477" y="2706318"/>
                  <a:ext cx="292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9C8ED4-0E81-7C1C-55C4-8848D300A1E4}"/>
                    </a:ext>
                  </a:extLst>
                </p14:cNvPr>
                <p14:cNvContentPartPr/>
                <p14:nvPr/>
              </p14:nvContentPartPr>
              <p14:xfrm>
                <a:off x="6654037" y="2730438"/>
                <a:ext cx="91080" cy="97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9C8ED4-0E81-7C1C-55C4-8848D300A1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36397" y="2712798"/>
                  <a:ext cx="126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13C8E0-1EC8-106C-67A5-50E45B95589D}"/>
                    </a:ext>
                  </a:extLst>
                </p14:cNvPr>
                <p14:cNvContentPartPr/>
                <p14:nvPr/>
              </p14:nvContentPartPr>
              <p14:xfrm>
                <a:off x="6857077" y="2725758"/>
                <a:ext cx="117360" cy="97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13C8E0-1EC8-106C-67A5-50E45B95589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39077" y="2707758"/>
                  <a:ext cx="153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B21976-5A71-DF55-D8E2-23EC539A65FB}"/>
                    </a:ext>
                  </a:extLst>
                </p14:cNvPr>
                <p14:cNvContentPartPr/>
                <p14:nvPr/>
              </p14:nvContentPartPr>
              <p14:xfrm>
                <a:off x="7069837" y="2523798"/>
                <a:ext cx="187200" cy="319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B21976-5A71-DF55-D8E2-23EC539A65F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51837" y="2505798"/>
                  <a:ext cx="222840" cy="3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816E6A1-9E82-F584-8D84-A6EFB204D7E0}"/>
              </a:ext>
            </a:extLst>
          </p:cNvPr>
          <p:cNvGrpSpPr/>
          <p:nvPr/>
        </p:nvGrpSpPr>
        <p:grpSpPr>
          <a:xfrm>
            <a:off x="7799557" y="2615598"/>
            <a:ext cx="945720" cy="278640"/>
            <a:chOff x="7799557" y="2615598"/>
            <a:chExt cx="94572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E89100E-55D9-C5CD-4277-22F4800470B5}"/>
                    </a:ext>
                  </a:extLst>
                </p14:cNvPr>
                <p14:cNvContentPartPr/>
                <p14:nvPr/>
              </p14:nvContentPartPr>
              <p14:xfrm>
                <a:off x="7799557" y="2629638"/>
                <a:ext cx="182160" cy="209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E89100E-55D9-C5CD-4277-22F4800470B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81557" y="2611638"/>
                  <a:ext cx="217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85FC8E-77E1-F059-BF28-DD03850E4974}"/>
                    </a:ext>
                  </a:extLst>
                </p14:cNvPr>
                <p14:cNvContentPartPr/>
                <p14:nvPr/>
              </p14:nvContentPartPr>
              <p14:xfrm>
                <a:off x="8087917" y="2730078"/>
                <a:ext cx="89280" cy="109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85FC8E-77E1-F059-BF28-DD03850E497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69917" y="2712078"/>
                  <a:ext cx="124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D75CC6C-B903-EEFF-C831-D1CDE1C95266}"/>
                    </a:ext>
                  </a:extLst>
                </p14:cNvPr>
                <p14:cNvContentPartPr/>
                <p14:nvPr/>
              </p14:nvContentPartPr>
              <p14:xfrm>
                <a:off x="8358277" y="2615598"/>
                <a:ext cx="88200" cy="278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D75CC6C-B903-EEFF-C831-D1CDE1C9526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40637" y="2597958"/>
                  <a:ext cx="123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6A011A7-5C88-7FDA-F37F-2614B9ADD2E1}"/>
                    </a:ext>
                  </a:extLst>
                </p14:cNvPr>
                <p14:cNvContentPartPr/>
                <p14:nvPr/>
              </p14:nvContentPartPr>
              <p14:xfrm>
                <a:off x="8356117" y="2684358"/>
                <a:ext cx="389160" cy="153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6A011A7-5C88-7FDA-F37F-2614B9ADD2E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38117" y="2666718"/>
                  <a:ext cx="42480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F4D9D9F-37A1-7513-EA01-8D4687D558A9}"/>
              </a:ext>
            </a:extLst>
          </p:cNvPr>
          <p:cNvGrpSpPr/>
          <p:nvPr/>
        </p:nvGrpSpPr>
        <p:grpSpPr>
          <a:xfrm>
            <a:off x="9320557" y="2592918"/>
            <a:ext cx="1135080" cy="329760"/>
            <a:chOff x="9320557" y="2592918"/>
            <a:chExt cx="11350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83E5D85-D13C-4EDD-E816-FC622ECCAF0D}"/>
                    </a:ext>
                  </a:extLst>
                </p14:cNvPr>
                <p14:cNvContentPartPr/>
                <p14:nvPr/>
              </p14:nvContentPartPr>
              <p14:xfrm>
                <a:off x="9327397" y="2748798"/>
                <a:ext cx="30240" cy="111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83E5D85-D13C-4EDD-E816-FC622ECCAF0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09757" y="2731158"/>
                  <a:ext cx="65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F818C3-1705-D5A7-9FD7-A85AA5D6D643}"/>
                    </a:ext>
                  </a:extLst>
                </p14:cNvPr>
                <p14:cNvContentPartPr/>
                <p14:nvPr/>
              </p14:nvContentPartPr>
              <p14:xfrm>
                <a:off x="9320557" y="2627838"/>
                <a:ext cx="38520" cy="42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F818C3-1705-D5A7-9FD7-A85AA5D6D64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02557" y="2609838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3288A1-BB63-1272-ED33-24A879B0A418}"/>
                    </a:ext>
                  </a:extLst>
                </p14:cNvPr>
                <p14:cNvContentPartPr/>
                <p14:nvPr/>
              </p14:nvContentPartPr>
              <p14:xfrm>
                <a:off x="9486157" y="2730078"/>
                <a:ext cx="181440" cy="9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3288A1-BB63-1272-ED33-24A879B0A4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8517" y="2712078"/>
                  <a:ext cx="217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502AA6A-002E-1A60-6884-45F970D82CB6}"/>
                    </a:ext>
                  </a:extLst>
                </p14:cNvPr>
                <p14:cNvContentPartPr/>
                <p14:nvPr/>
              </p14:nvContentPartPr>
              <p14:xfrm>
                <a:off x="9781357" y="2705598"/>
                <a:ext cx="58680" cy="217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502AA6A-002E-1A60-6884-45F970D82C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63717" y="2687598"/>
                  <a:ext cx="94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66B24E9-6A90-D29E-0D1B-B16F1A12FF2A}"/>
                    </a:ext>
                  </a:extLst>
                </p14:cNvPr>
                <p14:cNvContentPartPr/>
                <p14:nvPr/>
              </p14:nvContentPartPr>
              <p14:xfrm>
                <a:off x="9810517" y="2696238"/>
                <a:ext cx="102960" cy="10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66B24E9-6A90-D29E-0D1B-B16F1A12FF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92517" y="2678598"/>
                  <a:ext cx="138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9929B7-D863-14E9-1F15-826165C9486D}"/>
                    </a:ext>
                  </a:extLst>
                </p14:cNvPr>
                <p14:cNvContentPartPr/>
                <p14:nvPr/>
              </p14:nvContentPartPr>
              <p14:xfrm>
                <a:off x="10034437" y="2740158"/>
                <a:ext cx="181800" cy="92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9929B7-D863-14E9-1F15-826165C948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16437" y="2722158"/>
                  <a:ext cx="217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0EC246-B2FF-8795-A353-DBC06279F263}"/>
                    </a:ext>
                  </a:extLst>
                </p14:cNvPr>
                <p14:cNvContentPartPr/>
                <p14:nvPr/>
              </p14:nvContentPartPr>
              <p14:xfrm>
                <a:off x="10282477" y="2592918"/>
                <a:ext cx="77400" cy="224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0EC246-B2FF-8795-A353-DBC06279F26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64477" y="2575278"/>
                  <a:ext cx="113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011907A-506C-5332-4C90-11F172D6B7A8}"/>
                    </a:ext>
                  </a:extLst>
                </p14:cNvPr>
                <p14:cNvContentPartPr/>
                <p14:nvPr/>
              </p14:nvContentPartPr>
              <p14:xfrm>
                <a:off x="10259077" y="2674278"/>
                <a:ext cx="196560" cy="42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011907A-506C-5332-4C90-11F172D6B7A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41077" y="2656638"/>
                  <a:ext cx="232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3D552DC-5C30-ACBF-32F7-EFD8B85EFAFB}"/>
              </a:ext>
            </a:extLst>
          </p:cNvPr>
          <p:cNvGrpSpPr/>
          <p:nvPr/>
        </p:nvGrpSpPr>
        <p:grpSpPr>
          <a:xfrm>
            <a:off x="5955277" y="3175038"/>
            <a:ext cx="702000" cy="261000"/>
            <a:chOff x="5955277" y="3175038"/>
            <a:chExt cx="7020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9C89C1-0F01-1ACA-039E-B5F2DC93783A}"/>
                    </a:ext>
                  </a:extLst>
                </p14:cNvPr>
                <p14:cNvContentPartPr/>
                <p14:nvPr/>
              </p14:nvContentPartPr>
              <p14:xfrm>
                <a:off x="5955277" y="3253518"/>
                <a:ext cx="443880" cy="168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9C89C1-0F01-1ACA-039E-B5F2DC93783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37637" y="3235878"/>
                  <a:ext cx="479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754602F-6CCA-7C16-8481-5A01F457723D}"/>
                    </a:ext>
                  </a:extLst>
                </p14:cNvPr>
                <p14:cNvContentPartPr/>
                <p14:nvPr/>
              </p14:nvContentPartPr>
              <p14:xfrm>
                <a:off x="6497797" y="3175038"/>
                <a:ext cx="159480" cy="26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754602F-6CCA-7C16-8481-5A01F45772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79797" y="3157038"/>
                  <a:ext cx="195120" cy="29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FDAB308-3707-E08F-9AD7-DB042C8ED36F}"/>
              </a:ext>
            </a:extLst>
          </p:cNvPr>
          <p:cNvGrpSpPr/>
          <p:nvPr/>
        </p:nvGrpSpPr>
        <p:grpSpPr>
          <a:xfrm>
            <a:off x="7275037" y="3156318"/>
            <a:ext cx="1500480" cy="335160"/>
            <a:chOff x="7275037" y="3156318"/>
            <a:chExt cx="150048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74C50BF-0F89-6714-C713-96BCA1E58139}"/>
                    </a:ext>
                  </a:extLst>
                </p14:cNvPr>
                <p14:cNvContentPartPr/>
                <p14:nvPr/>
              </p14:nvContentPartPr>
              <p14:xfrm>
                <a:off x="7275037" y="3336678"/>
                <a:ext cx="95760" cy="154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74C50BF-0F89-6714-C713-96BCA1E581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57037" y="3319038"/>
                  <a:ext cx="131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E9B096E-3B2E-B9FF-EE26-B78C665A8314}"/>
                    </a:ext>
                  </a:extLst>
                </p14:cNvPr>
                <p14:cNvContentPartPr/>
                <p14:nvPr/>
              </p14:nvContentPartPr>
              <p14:xfrm>
                <a:off x="7473037" y="3156318"/>
                <a:ext cx="335880" cy="261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E9B096E-3B2E-B9FF-EE26-B78C665A83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55037" y="3138678"/>
                  <a:ext cx="3715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CBCAF2A-A987-8DC6-89BF-3EC8CA8C5A86}"/>
                    </a:ext>
                  </a:extLst>
                </p14:cNvPr>
                <p14:cNvContentPartPr/>
                <p14:nvPr/>
              </p14:nvContentPartPr>
              <p14:xfrm>
                <a:off x="7720357" y="3283398"/>
                <a:ext cx="131400" cy="12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CBCAF2A-A987-8DC6-89BF-3EC8CA8C5A8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02717" y="3265758"/>
                  <a:ext cx="167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4491206-513E-7B3A-4335-0BE5C5B78E88}"/>
                    </a:ext>
                  </a:extLst>
                </p14:cNvPr>
                <p14:cNvContentPartPr/>
                <p14:nvPr/>
              </p14:nvContentPartPr>
              <p14:xfrm>
                <a:off x="7973797" y="3286278"/>
                <a:ext cx="71640" cy="188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4491206-513E-7B3A-4335-0BE5C5B78E8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55797" y="3268278"/>
                  <a:ext cx="107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7D25D2-FC41-63CC-082E-79E324533A35}"/>
                    </a:ext>
                  </a:extLst>
                </p14:cNvPr>
                <p14:cNvContentPartPr/>
                <p14:nvPr/>
              </p14:nvContentPartPr>
              <p14:xfrm>
                <a:off x="7998637" y="3262518"/>
                <a:ext cx="108360" cy="92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7D25D2-FC41-63CC-082E-79E324533A3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980637" y="3244518"/>
                  <a:ext cx="144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63D612F-B9EE-859C-F38C-30802B2ED661}"/>
                    </a:ext>
                  </a:extLst>
                </p14:cNvPr>
                <p14:cNvContentPartPr/>
                <p14:nvPr/>
              </p14:nvContentPartPr>
              <p14:xfrm>
                <a:off x="8194837" y="3267558"/>
                <a:ext cx="229320" cy="120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63D612F-B9EE-859C-F38C-30802B2ED66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177197" y="3249918"/>
                  <a:ext cx="264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E2D59B-8CC9-876A-95E7-FDD05245A289}"/>
                    </a:ext>
                  </a:extLst>
                </p14:cNvPr>
                <p14:cNvContentPartPr/>
                <p14:nvPr/>
              </p14:nvContentPartPr>
              <p14:xfrm>
                <a:off x="8483197" y="3176478"/>
                <a:ext cx="99360" cy="311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E2D59B-8CC9-876A-95E7-FDD05245A28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65197" y="3158478"/>
                  <a:ext cx="135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4CEA24-50BC-78C5-5B9A-794E02D61CD6}"/>
                    </a:ext>
                  </a:extLst>
                </p14:cNvPr>
                <p14:cNvContentPartPr/>
                <p14:nvPr/>
              </p14:nvContentPartPr>
              <p14:xfrm>
                <a:off x="8504437" y="3302838"/>
                <a:ext cx="143280" cy="27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4CEA24-50BC-78C5-5B9A-794E02D61C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86437" y="3285198"/>
                  <a:ext cx="178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231E337-A450-2FF1-68E5-65C6E78F23C3}"/>
                    </a:ext>
                  </a:extLst>
                </p14:cNvPr>
                <p14:cNvContentPartPr/>
                <p14:nvPr/>
              </p14:nvContentPartPr>
              <p14:xfrm>
                <a:off x="8771917" y="3370518"/>
                <a:ext cx="3600" cy="4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231E337-A450-2FF1-68E5-65C6E78F23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53917" y="3352518"/>
                  <a:ext cx="392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BF5AF88-CC2E-0001-7EE7-890EE388E56E}"/>
              </a:ext>
            </a:extLst>
          </p:cNvPr>
          <p:cNvGrpSpPr/>
          <p:nvPr/>
        </p:nvGrpSpPr>
        <p:grpSpPr>
          <a:xfrm>
            <a:off x="2173837" y="3988998"/>
            <a:ext cx="3792240" cy="2491920"/>
            <a:chOff x="2173837" y="3988998"/>
            <a:chExt cx="3792240" cy="249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772D37-9D49-D8B2-FFA0-94B9B0F61B93}"/>
                    </a:ext>
                  </a:extLst>
                </p14:cNvPr>
                <p14:cNvContentPartPr/>
                <p14:nvPr/>
              </p14:nvContentPartPr>
              <p14:xfrm>
                <a:off x="3063397" y="3988998"/>
                <a:ext cx="66960" cy="1969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772D37-9D49-D8B2-FFA0-94B9B0F61B9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45757" y="3970998"/>
                  <a:ext cx="102600" cy="20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78BDA62-02D5-7A36-4709-763870A57D34}"/>
                    </a:ext>
                  </a:extLst>
                </p14:cNvPr>
                <p14:cNvContentPartPr/>
                <p14:nvPr/>
              </p14:nvContentPartPr>
              <p14:xfrm>
                <a:off x="3149437" y="5761998"/>
                <a:ext cx="2816640" cy="243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78BDA62-02D5-7A36-4709-763870A57D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31437" y="5744358"/>
                  <a:ext cx="285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C778101-FF04-93A5-2917-2998C962FA1A}"/>
                    </a:ext>
                  </a:extLst>
                </p14:cNvPr>
                <p14:cNvContentPartPr/>
                <p14:nvPr/>
              </p14:nvContentPartPr>
              <p14:xfrm>
                <a:off x="5850877" y="5662998"/>
                <a:ext cx="113040" cy="284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C778101-FF04-93A5-2917-2998C962FA1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33237" y="5644998"/>
                  <a:ext cx="148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8128CFB-DB3E-EE4B-E83C-2DFA8720F054}"/>
                    </a:ext>
                  </a:extLst>
                </p14:cNvPr>
                <p14:cNvContentPartPr/>
                <p14:nvPr/>
              </p14:nvContentPartPr>
              <p14:xfrm>
                <a:off x="3554437" y="5874678"/>
                <a:ext cx="24120" cy="227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8128CFB-DB3E-EE4B-E83C-2DFA8720F05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36797" y="5857038"/>
                  <a:ext cx="59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626F7C-5CE4-C6D9-B7C6-F3B9A6290192}"/>
                    </a:ext>
                  </a:extLst>
                </p14:cNvPr>
                <p14:cNvContentPartPr/>
                <p14:nvPr/>
              </p14:nvContentPartPr>
              <p14:xfrm>
                <a:off x="3284797" y="6232158"/>
                <a:ext cx="195120" cy="232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626F7C-5CE4-C6D9-B7C6-F3B9A629019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66797" y="6214518"/>
                  <a:ext cx="2307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D7B9EC7-8F4F-C392-0450-97F52B4444DA}"/>
                    </a:ext>
                  </a:extLst>
                </p14:cNvPr>
                <p14:cNvContentPartPr/>
                <p14:nvPr/>
              </p14:nvContentPartPr>
              <p14:xfrm>
                <a:off x="3471277" y="6265278"/>
                <a:ext cx="105120" cy="18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D7B9EC7-8F4F-C392-0450-97F52B4444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53277" y="6247278"/>
                  <a:ext cx="140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0D72D67-FF62-C8CD-F8C3-2134ECEB6C06}"/>
                    </a:ext>
                  </a:extLst>
                </p14:cNvPr>
                <p14:cNvContentPartPr/>
                <p14:nvPr/>
              </p14:nvContentPartPr>
              <p14:xfrm>
                <a:off x="3456877" y="6293358"/>
                <a:ext cx="92160" cy="187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0D72D67-FF62-C8CD-F8C3-2134ECEB6C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38877" y="6275718"/>
                  <a:ext cx="127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FCEE789-4AD0-9489-6D13-4D69E87CE26C}"/>
                    </a:ext>
                  </a:extLst>
                </p14:cNvPr>
                <p14:cNvContentPartPr/>
                <p14:nvPr/>
              </p14:nvContentPartPr>
              <p14:xfrm>
                <a:off x="3666757" y="6177078"/>
                <a:ext cx="66600" cy="105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FCEE789-4AD0-9489-6D13-4D69E87CE26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48757" y="6159438"/>
                  <a:ext cx="102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E43F918-CD75-85B5-AE8A-BD254E266918}"/>
                    </a:ext>
                  </a:extLst>
                </p14:cNvPr>
                <p14:cNvContentPartPr/>
                <p14:nvPr/>
              </p14:nvContentPartPr>
              <p14:xfrm>
                <a:off x="3822277" y="6261678"/>
                <a:ext cx="125640" cy="132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E43F918-CD75-85B5-AE8A-BD254E26691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04277" y="6243678"/>
                  <a:ext cx="161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8C2EDA-FA1D-3104-D524-6EDC2293CAE4}"/>
                    </a:ext>
                  </a:extLst>
                </p14:cNvPr>
                <p14:cNvContentPartPr/>
                <p14:nvPr/>
              </p14:nvContentPartPr>
              <p14:xfrm>
                <a:off x="4179037" y="5876478"/>
                <a:ext cx="28800" cy="167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8C2EDA-FA1D-3104-D524-6EDC2293CAE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61397" y="5858478"/>
                  <a:ext cx="64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5B7E319-81BD-FB50-930C-0E46F7289465}"/>
                    </a:ext>
                  </a:extLst>
                </p14:cNvPr>
                <p14:cNvContentPartPr/>
                <p14:nvPr/>
              </p14:nvContentPartPr>
              <p14:xfrm>
                <a:off x="4190197" y="6201558"/>
                <a:ext cx="109080" cy="50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5B7E319-81BD-FB50-930C-0E46F728946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72197" y="6183558"/>
                  <a:ext cx="144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75DBF3-D779-9FEA-0A5E-0253C95696F0}"/>
                    </a:ext>
                  </a:extLst>
                </p14:cNvPr>
                <p14:cNvContentPartPr/>
                <p14:nvPr/>
              </p14:nvContentPartPr>
              <p14:xfrm>
                <a:off x="4202437" y="6257358"/>
                <a:ext cx="114480" cy="18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75DBF3-D779-9FEA-0A5E-0253C95696F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84797" y="6239718"/>
                  <a:ext cx="150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6DEE89-0DCE-C6A6-B49E-3B8E83954E0B}"/>
                    </a:ext>
                  </a:extLst>
                </p14:cNvPr>
                <p14:cNvContentPartPr/>
                <p14:nvPr/>
              </p14:nvContentPartPr>
              <p14:xfrm>
                <a:off x="4378117" y="6250518"/>
                <a:ext cx="72720" cy="11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6DEE89-0DCE-C6A6-B49E-3B8E83954E0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60117" y="6232518"/>
                  <a:ext cx="108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E416EF-8794-D71F-D99D-03C9A9B12A65}"/>
                    </a:ext>
                  </a:extLst>
                </p14:cNvPr>
                <p14:cNvContentPartPr/>
                <p14:nvPr/>
              </p14:nvContentPartPr>
              <p14:xfrm>
                <a:off x="4453357" y="6128118"/>
                <a:ext cx="61920" cy="59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E416EF-8794-D71F-D99D-03C9A9B12A6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35357" y="6110118"/>
                  <a:ext cx="97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EDD65F3-A579-7776-F06B-4A6EA2A3F0F5}"/>
                    </a:ext>
                  </a:extLst>
                </p14:cNvPr>
                <p14:cNvContentPartPr/>
                <p14:nvPr/>
              </p14:nvContentPartPr>
              <p14:xfrm>
                <a:off x="4624717" y="6130638"/>
                <a:ext cx="132840" cy="169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EDD65F3-A579-7776-F06B-4A6EA2A3F0F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06717" y="6112998"/>
                  <a:ext cx="168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B63E409-6062-0405-B82E-91080F21ACD0}"/>
                    </a:ext>
                  </a:extLst>
                </p14:cNvPr>
                <p14:cNvContentPartPr/>
                <p14:nvPr/>
              </p14:nvContentPartPr>
              <p14:xfrm>
                <a:off x="4935037" y="5798358"/>
                <a:ext cx="25920" cy="130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B63E409-6062-0405-B82E-91080F21AC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17037" y="5780718"/>
                  <a:ext cx="61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AEAF1B8-6A65-467A-8145-97008670A9FD}"/>
                    </a:ext>
                  </a:extLst>
                </p14:cNvPr>
                <p14:cNvContentPartPr/>
                <p14:nvPr/>
              </p14:nvContentPartPr>
              <p14:xfrm>
                <a:off x="4976077" y="6124158"/>
                <a:ext cx="5760" cy="130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AEAF1B8-6A65-467A-8145-97008670A9F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58437" y="6106518"/>
                  <a:ext cx="41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1070FF-91F9-785B-3B2A-5B85393083C9}"/>
                    </a:ext>
                  </a:extLst>
                </p14:cNvPr>
                <p14:cNvContentPartPr/>
                <p14:nvPr/>
              </p14:nvContentPartPr>
              <p14:xfrm>
                <a:off x="5079397" y="6123078"/>
                <a:ext cx="103680" cy="176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1070FF-91F9-785B-3B2A-5B85393083C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61757" y="6105438"/>
                  <a:ext cx="139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325179-3D29-9B34-F108-DDA0341623F2}"/>
                    </a:ext>
                  </a:extLst>
                </p14:cNvPr>
                <p14:cNvContentPartPr/>
                <p14:nvPr/>
              </p14:nvContentPartPr>
              <p14:xfrm>
                <a:off x="5288557" y="6079878"/>
                <a:ext cx="104400" cy="173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325179-3D29-9B34-F108-DDA0341623F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70557" y="6062238"/>
                  <a:ext cx="140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C08956-8C9B-3B5D-C770-86EDF2549ABA}"/>
                    </a:ext>
                  </a:extLst>
                </p14:cNvPr>
                <p14:cNvContentPartPr/>
                <p14:nvPr/>
              </p14:nvContentPartPr>
              <p14:xfrm>
                <a:off x="5441917" y="6008958"/>
                <a:ext cx="39240" cy="48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C08956-8C9B-3B5D-C770-86EDF2549A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23917" y="5990958"/>
                  <a:ext cx="74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DEF0773-B2DC-9E64-CFC8-FF856DC00051}"/>
                    </a:ext>
                  </a:extLst>
                </p14:cNvPr>
                <p14:cNvContentPartPr/>
                <p14:nvPr/>
              </p14:nvContentPartPr>
              <p14:xfrm>
                <a:off x="5578357" y="5968638"/>
                <a:ext cx="70560" cy="106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DEF0773-B2DC-9E64-CFC8-FF856DC0005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60717" y="5950998"/>
                  <a:ext cx="106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C9C8FE0-0109-653A-137F-CBA68CADC552}"/>
                    </a:ext>
                  </a:extLst>
                </p14:cNvPr>
                <p14:cNvContentPartPr/>
                <p14:nvPr/>
              </p14:nvContentPartPr>
              <p14:xfrm>
                <a:off x="2173837" y="5134878"/>
                <a:ext cx="65520" cy="190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C9C8FE0-0109-653A-137F-CBA68CADC5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56197" y="5117238"/>
                  <a:ext cx="101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9419648-3687-CB48-E91D-E7FF52BA5E76}"/>
                    </a:ext>
                  </a:extLst>
                </p14:cNvPr>
                <p14:cNvContentPartPr/>
                <p14:nvPr/>
              </p14:nvContentPartPr>
              <p14:xfrm>
                <a:off x="2286877" y="5123718"/>
                <a:ext cx="135360" cy="137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9419648-3687-CB48-E91D-E7FF52BA5E7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69237" y="5106078"/>
                  <a:ext cx="17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94F0199-919A-4C17-3EC3-E9D2358651D1}"/>
                    </a:ext>
                  </a:extLst>
                </p14:cNvPr>
                <p14:cNvContentPartPr/>
                <p14:nvPr/>
              </p14:nvContentPartPr>
              <p14:xfrm>
                <a:off x="2490277" y="5047038"/>
                <a:ext cx="54000" cy="153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94F0199-919A-4C17-3EC3-E9D2358651D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72637" y="5029398"/>
                  <a:ext cx="89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02354DE-63A2-B2F2-C649-DA24B9C2A02F}"/>
                    </a:ext>
                  </a:extLst>
                </p14:cNvPr>
                <p14:cNvContentPartPr/>
                <p14:nvPr/>
              </p14:nvContentPartPr>
              <p14:xfrm>
                <a:off x="2515477" y="5039118"/>
                <a:ext cx="87480" cy="174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02354DE-63A2-B2F2-C649-DA24B9C2A02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97477" y="5021118"/>
                  <a:ext cx="123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1E1F51-F3A2-DFDA-5EF2-9CD6431B44EE}"/>
                    </a:ext>
                  </a:extLst>
                </p14:cNvPr>
                <p14:cNvContentPartPr/>
                <p14:nvPr/>
              </p14:nvContentPartPr>
              <p14:xfrm>
                <a:off x="4121077" y="5481558"/>
                <a:ext cx="18360" cy="29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1E1F51-F3A2-DFDA-5EF2-9CD6431B44E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03077" y="5463918"/>
                  <a:ext cx="54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1717840-1AC5-8E33-652A-9DD99ED37D08}"/>
                    </a:ext>
                  </a:extLst>
                </p14:cNvPr>
                <p14:cNvContentPartPr/>
                <p14:nvPr/>
              </p14:nvContentPartPr>
              <p14:xfrm>
                <a:off x="2372197" y="5514318"/>
                <a:ext cx="185040" cy="246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1717840-1AC5-8E33-652A-9DD99ED37D0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54557" y="5496318"/>
                  <a:ext cx="220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54ECCE-4DE9-EF25-58C6-A46EDF5C7106}"/>
                    </a:ext>
                  </a:extLst>
                </p14:cNvPr>
                <p14:cNvContentPartPr/>
                <p14:nvPr/>
              </p14:nvContentPartPr>
              <p14:xfrm>
                <a:off x="2605837" y="5482278"/>
                <a:ext cx="48600" cy="159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54ECCE-4DE9-EF25-58C6-A46EDF5C71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87837" y="5464278"/>
                  <a:ext cx="84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2D22DF-F467-39CD-6FD0-20C52298B419}"/>
                    </a:ext>
                  </a:extLst>
                </p14:cNvPr>
                <p14:cNvContentPartPr/>
                <p14:nvPr/>
              </p14:nvContentPartPr>
              <p14:xfrm>
                <a:off x="2619877" y="5488398"/>
                <a:ext cx="91080" cy="124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2D22DF-F467-39CD-6FD0-20C52298B41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01877" y="5470758"/>
                  <a:ext cx="126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0BE3659-87DA-7D54-D260-6D87C5A7431C}"/>
                    </a:ext>
                  </a:extLst>
                </p14:cNvPr>
                <p14:cNvContentPartPr/>
                <p14:nvPr/>
              </p14:nvContentPartPr>
              <p14:xfrm>
                <a:off x="4886437" y="5558958"/>
                <a:ext cx="18720" cy="32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0BE3659-87DA-7D54-D260-6D87C5A743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68797" y="5541318"/>
                  <a:ext cx="54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CAE9BE-5F40-232B-A104-1177CC740A5A}"/>
                    </a:ext>
                  </a:extLst>
                </p14:cNvPr>
                <p14:cNvContentPartPr/>
                <p14:nvPr/>
              </p14:nvContentPartPr>
              <p14:xfrm>
                <a:off x="2454637" y="5899158"/>
                <a:ext cx="149040" cy="241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CAE9BE-5F40-232B-A104-1177CC740A5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36997" y="5881158"/>
                  <a:ext cx="184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98FF04A-A845-1D72-4EE4-EDB72B108EA8}"/>
                    </a:ext>
                  </a:extLst>
                </p14:cNvPr>
                <p14:cNvContentPartPr/>
                <p14:nvPr/>
              </p14:nvContentPartPr>
              <p14:xfrm>
                <a:off x="2696917" y="5870358"/>
                <a:ext cx="74160" cy="47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98FF04A-A845-1D72-4EE4-EDB72B108EA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79277" y="5852358"/>
                  <a:ext cx="109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30B7BB0-FBF6-2A5E-BD68-27044A03295B}"/>
                    </a:ext>
                  </a:extLst>
                </p14:cNvPr>
                <p14:cNvContentPartPr/>
                <p14:nvPr/>
              </p14:nvContentPartPr>
              <p14:xfrm>
                <a:off x="2677477" y="5805918"/>
                <a:ext cx="75600" cy="232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30B7BB0-FBF6-2A5E-BD68-27044A0329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59837" y="5787918"/>
                  <a:ext cx="111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8043C3A-DD9E-7CB2-5A3B-3272E36E6807}"/>
                    </a:ext>
                  </a:extLst>
                </p14:cNvPr>
                <p14:cNvContentPartPr/>
                <p14:nvPr/>
              </p14:nvContentPartPr>
              <p14:xfrm>
                <a:off x="2706997" y="5826798"/>
                <a:ext cx="168480" cy="142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8043C3A-DD9E-7CB2-5A3B-3272E36E68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88997" y="5809158"/>
                  <a:ext cx="204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FB290CB-72D9-BB8C-E627-26D79254263D}"/>
                    </a:ext>
                  </a:extLst>
                </p14:cNvPr>
                <p14:cNvContentPartPr/>
                <p14:nvPr/>
              </p14:nvContentPartPr>
              <p14:xfrm>
                <a:off x="3002917" y="5086278"/>
                <a:ext cx="157680" cy="71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FB290CB-72D9-BB8C-E627-26D79254263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84917" y="5068638"/>
                  <a:ext cx="193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9750961-1E24-A6E3-B182-96FE92214C4A}"/>
                    </a:ext>
                  </a:extLst>
                </p14:cNvPr>
                <p14:cNvContentPartPr/>
                <p14:nvPr/>
              </p14:nvContentPartPr>
              <p14:xfrm>
                <a:off x="3472357" y="5079078"/>
                <a:ext cx="36720" cy="34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9750961-1E24-A6E3-B182-96FE92214C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54357" y="5061438"/>
                  <a:ext cx="72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C75FFA7-6F9B-66A3-0CB4-3C3A27BC9095}"/>
                    </a:ext>
                  </a:extLst>
                </p14:cNvPr>
                <p14:cNvContentPartPr/>
                <p14:nvPr/>
              </p14:nvContentPartPr>
              <p14:xfrm>
                <a:off x="3075997" y="5056398"/>
                <a:ext cx="403920" cy="63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C75FFA7-6F9B-66A3-0CB4-3C3A27BC909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57997" y="5038758"/>
                  <a:ext cx="439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31AD04A-4DC4-4B80-D5BC-929E6E71E57D}"/>
                    </a:ext>
                  </a:extLst>
                </p14:cNvPr>
                <p14:cNvContentPartPr/>
                <p14:nvPr/>
              </p14:nvContentPartPr>
              <p14:xfrm>
                <a:off x="3108757" y="5480478"/>
                <a:ext cx="1111320" cy="56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31AD04A-4DC4-4B80-D5BC-929E6E71E57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90757" y="5462838"/>
                  <a:ext cx="1146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7C87333-9C49-1765-B821-093F095C1119}"/>
                    </a:ext>
                  </a:extLst>
                </p14:cNvPr>
                <p14:cNvContentPartPr/>
                <p14:nvPr/>
              </p14:nvContentPartPr>
              <p14:xfrm>
                <a:off x="3119557" y="5583438"/>
                <a:ext cx="1818000" cy="159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7C87333-9C49-1765-B821-093F095C111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01557" y="5565438"/>
                  <a:ext cx="185364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A47D651-D48C-022A-15E7-D5BE0235373B}"/>
                  </a:ext>
                </a:extLst>
              </p14:cNvPr>
              <p14:cNvContentPartPr/>
              <p14:nvPr/>
            </p14:nvContentPartPr>
            <p14:xfrm>
              <a:off x="3099037" y="4131198"/>
              <a:ext cx="2992320" cy="15746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A47D651-D48C-022A-15E7-D5BE0235373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081037" y="4113558"/>
                <a:ext cx="3027960" cy="161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C3FDDB3-34EF-E501-F016-28DF0EED1561}"/>
              </a:ext>
            </a:extLst>
          </p:cNvPr>
          <p:cNvGrpSpPr/>
          <p:nvPr/>
        </p:nvGrpSpPr>
        <p:grpSpPr>
          <a:xfrm>
            <a:off x="6691117" y="3896838"/>
            <a:ext cx="687600" cy="352440"/>
            <a:chOff x="6691117" y="3896838"/>
            <a:chExt cx="68760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A701CC5-F188-2CF6-06A8-D22310AB794E}"/>
                    </a:ext>
                  </a:extLst>
                </p14:cNvPr>
                <p14:cNvContentPartPr/>
                <p14:nvPr/>
              </p14:nvContentPartPr>
              <p14:xfrm>
                <a:off x="6741517" y="3896838"/>
                <a:ext cx="20520" cy="352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A701CC5-F188-2CF6-06A8-D22310AB794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23877" y="3879198"/>
                  <a:ext cx="561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75AD18-E7AD-E5DC-30E9-ABA3D3503998}"/>
                    </a:ext>
                  </a:extLst>
                </p14:cNvPr>
                <p14:cNvContentPartPr/>
                <p14:nvPr/>
              </p14:nvContentPartPr>
              <p14:xfrm>
                <a:off x="6691117" y="4195278"/>
                <a:ext cx="77040" cy="33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75AD18-E7AD-E5DC-30E9-ABA3D350399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73117" y="4177638"/>
                  <a:ext cx="1126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CB8063E-9FF6-7012-7204-48B671F0F7A1}"/>
                    </a:ext>
                  </a:extLst>
                </p14:cNvPr>
                <p14:cNvContentPartPr/>
                <p14:nvPr/>
              </p14:nvContentPartPr>
              <p14:xfrm>
                <a:off x="6937357" y="4068558"/>
                <a:ext cx="147960" cy="120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CB8063E-9FF6-7012-7204-48B671F0F7A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19357" y="4050558"/>
                  <a:ext cx="18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903FDA-4CB4-2EEE-9EA6-EF48A4DB0C6C}"/>
                    </a:ext>
                  </a:extLst>
                </p14:cNvPr>
                <p14:cNvContentPartPr/>
                <p14:nvPr/>
              </p14:nvContentPartPr>
              <p14:xfrm>
                <a:off x="7252717" y="4037238"/>
                <a:ext cx="126000" cy="116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903FDA-4CB4-2EEE-9EA6-EF48A4DB0C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35077" y="4019598"/>
                  <a:ext cx="16164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1FAFC82-6B2E-56F9-E71E-E9DBCDB5B031}"/>
              </a:ext>
            </a:extLst>
          </p:cNvPr>
          <p:cNvGrpSpPr/>
          <p:nvPr/>
        </p:nvGrpSpPr>
        <p:grpSpPr>
          <a:xfrm>
            <a:off x="7661677" y="4032918"/>
            <a:ext cx="637200" cy="184320"/>
            <a:chOff x="7661677" y="4032918"/>
            <a:chExt cx="63720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217E0A-0D1B-C268-A4C3-F0F05A318B3A}"/>
                    </a:ext>
                  </a:extLst>
                </p14:cNvPr>
                <p14:cNvContentPartPr/>
                <p14:nvPr/>
              </p14:nvContentPartPr>
              <p14:xfrm>
                <a:off x="7661677" y="4047678"/>
                <a:ext cx="225000" cy="154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217E0A-0D1B-C268-A4C3-F0F05A318B3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43677" y="4029678"/>
                  <a:ext cx="260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AA23DE9-37B4-D866-DC8C-F062E7DC3B4A}"/>
                    </a:ext>
                  </a:extLst>
                </p14:cNvPr>
                <p14:cNvContentPartPr/>
                <p14:nvPr/>
              </p14:nvContentPartPr>
              <p14:xfrm>
                <a:off x="7966597" y="4032918"/>
                <a:ext cx="92880" cy="184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AA23DE9-37B4-D866-DC8C-F062E7DC3B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48957" y="4014918"/>
                  <a:ext cx="128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F038C6B-A21D-7FE7-8C29-DA18624B6DF3}"/>
                    </a:ext>
                  </a:extLst>
                </p14:cNvPr>
                <p14:cNvContentPartPr/>
                <p14:nvPr/>
              </p14:nvContentPartPr>
              <p14:xfrm>
                <a:off x="8113837" y="4064958"/>
                <a:ext cx="185040" cy="128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F038C6B-A21D-7FE7-8C29-DA18624B6DF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96197" y="4047318"/>
                  <a:ext cx="22068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F2AE43C-03EE-F115-6088-729275109FEF}"/>
              </a:ext>
            </a:extLst>
          </p:cNvPr>
          <p:cNvGrpSpPr/>
          <p:nvPr/>
        </p:nvGrpSpPr>
        <p:grpSpPr>
          <a:xfrm>
            <a:off x="8636557" y="3889278"/>
            <a:ext cx="989280" cy="424800"/>
            <a:chOff x="8636557" y="3889278"/>
            <a:chExt cx="98928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545F07-BBF5-DD0C-5351-63A7781C9763}"/>
                    </a:ext>
                  </a:extLst>
                </p14:cNvPr>
                <p14:cNvContentPartPr/>
                <p14:nvPr/>
              </p14:nvContentPartPr>
              <p14:xfrm>
                <a:off x="8707477" y="3889278"/>
                <a:ext cx="90360" cy="273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545F07-BBF5-DD0C-5351-63A7781C976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89477" y="3871638"/>
                  <a:ext cx="126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095EE5B-33E5-D7A9-9DEC-40D3C8430750}"/>
                    </a:ext>
                  </a:extLst>
                </p14:cNvPr>
                <p14:cNvContentPartPr/>
                <p14:nvPr/>
              </p14:nvContentPartPr>
              <p14:xfrm>
                <a:off x="8636557" y="4021038"/>
                <a:ext cx="221400" cy="84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095EE5B-33E5-D7A9-9DEC-40D3C843075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18917" y="4003038"/>
                  <a:ext cx="257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413942-40C8-1BB9-DBB2-2DC8EC52A77D}"/>
                    </a:ext>
                  </a:extLst>
                </p14:cNvPr>
                <p14:cNvContentPartPr/>
                <p14:nvPr/>
              </p14:nvContentPartPr>
              <p14:xfrm>
                <a:off x="8951197" y="3983238"/>
                <a:ext cx="498240" cy="187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413942-40C8-1BB9-DBB2-2DC8EC52A7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33557" y="3965598"/>
                  <a:ext cx="533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A642261-20C2-EFA2-9095-DCB3DD6A3F75}"/>
                    </a:ext>
                  </a:extLst>
                </p14:cNvPr>
                <p14:cNvContentPartPr/>
                <p14:nvPr/>
              </p14:nvContentPartPr>
              <p14:xfrm>
                <a:off x="9485797" y="4033998"/>
                <a:ext cx="66960" cy="280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A642261-20C2-EFA2-9095-DCB3DD6A3F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67797" y="4016358"/>
                  <a:ext cx="1026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FA3A7B5-42C4-75DF-7F8A-2C54B0941C48}"/>
                    </a:ext>
                  </a:extLst>
                </p14:cNvPr>
                <p14:cNvContentPartPr/>
                <p14:nvPr/>
              </p14:nvContentPartPr>
              <p14:xfrm>
                <a:off x="9479677" y="3982158"/>
                <a:ext cx="146160" cy="156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FA3A7B5-42C4-75DF-7F8A-2C54B0941C4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62037" y="3964158"/>
                  <a:ext cx="1818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FEF7826-E369-27F2-009B-DBB401A6AF92}"/>
              </a:ext>
            </a:extLst>
          </p:cNvPr>
          <p:cNvGrpSpPr/>
          <p:nvPr/>
        </p:nvGrpSpPr>
        <p:grpSpPr>
          <a:xfrm>
            <a:off x="10174477" y="3796758"/>
            <a:ext cx="569880" cy="507240"/>
            <a:chOff x="10174477" y="3796758"/>
            <a:chExt cx="56988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598F9A2-BB8E-A1B3-84F2-50E7488161D4}"/>
                    </a:ext>
                  </a:extLst>
                </p14:cNvPr>
                <p14:cNvContentPartPr/>
                <p14:nvPr/>
              </p14:nvContentPartPr>
              <p14:xfrm>
                <a:off x="10188877" y="3826638"/>
                <a:ext cx="75240" cy="420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598F9A2-BB8E-A1B3-84F2-50E7488161D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70877" y="3808638"/>
                  <a:ext cx="1108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4C6482-CDE7-E562-0446-31228986100A}"/>
                    </a:ext>
                  </a:extLst>
                </p14:cNvPr>
                <p14:cNvContentPartPr/>
                <p14:nvPr/>
              </p14:nvContentPartPr>
              <p14:xfrm>
                <a:off x="10174477" y="3796758"/>
                <a:ext cx="328320" cy="326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4C6482-CDE7-E562-0446-31228986100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56837" y="3778758"/>
                  <a:ext cx="363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6562BBC-6E4B-513F-36F6-D25E5073CE57}"/>
                    </a:ext>
                  </a:extLst>
                </p14:cNvPr>
                <p14:cNvContentPartPr/>
                <p14:nvPr/>
              </p14:nvContentPartPr>
              <p14:xfrm>
                <a:off x="10515037" y="4016358"/>
                <a:ext cx="229320" cy="223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6562BBC-6E4B-513F-36F6-D25E5073CE5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97037" y="3998358"/>
                  <a:ext cx="264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695E9F1-201B-4D54-B1D1-FEE3599D0632}"/>
                    </a:ext>
                  </a:extLst>
                </p14:cNvPr>
                <p14:cNvContentPartPr/>
                <p14:nvPr/>
              </p14:nvContentPartPr>
              <p14:xfrm>
                <a:off x="10553557" y="4040118"/>
                <a:ext cx="141840" cy="263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695E9F1-201B-4D54-B1D1-FEE3599D063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535917" y="4022478"/>
                  <a:ext cx="17748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5748069-824A-A81F-E7EF-84B969509C7C}"/>
              </a:ext>
            </a:extLst>
          </p:cNvPr>
          <p:cNvGrpSpPr/>
          <p:nvPr/>
        </p:nvGrpSpPr>
        <p:grpSpPr>
          <a:xfrm>
            <a:off x="3839197" y="4442598"/>
            <a:ext cx="6579360" cy="954720"/>
            <a:chOff x="3839197" y="4442598"/>
            <a:chExt cx="6579360" cy="9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CF9C186-47B9-3E7B-3C67-053891CC63C0}"/>
                    </a:ext>
                  </a:extLst>
                </p14:cNvPr>
                <p14:cNvContentPartPr/>
                <p14:nvPr/>
              </p14:nvContentPartPr>
              <p14:xfrm>
                <a:off x="3839197" y="5307678"/>
                <a:ext cx="66600" cy="89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CF9C186-47B9-3E7B-3C67-053891CC63C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821557" y="5289678"/>
                  <a:ext cx="102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AF6F43B-FED8-8A5B-39E5-C2FE7EEC8EAB}"/>
                    </a:ext>
                  </a:extLst>
                </p14:cNvPr>
                <p14:cNvContentPartPr/>
                <p14:nvPr/>
              </p14:nvContentPartPr>
              <p14:xfrm>
                <a:off x="4151317" y="4821678"/>
                <a:ext cx="6249600" cy="453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AF6F43B-FED8-8A5B-39E5-C2FE7EEC8EA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33677" y="4803678"/>
                  <a:ext cx="62852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C955F7A-AA53-8541-2B55-0190394AD39B}"/>
                    </a:ext>
                  </a:extLst>
                </p14:cNvPr>
                <p14:cNvContentPartPr/>
                <p14:nvPr/>
              </p14:nvContentPartPr>
              <p14:xfrm>
                <a:off x="10333597" y="4474998"/>
                <a:ext cx="66960" cy="297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C955F7A-AA53-8541-2B55-0190394AD3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315957" y="4457358"/>
                  <a:ext cx="102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6CAC82A-355D-05FD-45A2-8B3090DFDDEE}"/>
                    </a:ext>
                  </a:extLst>
                </p14:cNvPr>
                <p14:cNvContentPartPr/>
                <p14:nvPr/>
              </p14:nvContentPartPr>
              <p14:xfrm>
                <a:off x="10252957" y="4442598"/>
                <a:ext cx="165600" cy="116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6CAC82A-355D-05FD-45A2-8B3090DFDDE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234957" y="4424958"/>
                  <a:ext cx="201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AFD604D-A9C6-7FE7-2D64-6A3CFC9AA2A2}"/>
                    </a:ext>
                  </a:extLst>
                </p14:cNvPr>
                <p14:cNvContentPartPr/>
                <p14:nvPr/>
              </p14:nvContentPartPr>
              <p14:xfrm>
                <a:off x="4084717" y="5210478"/>
                <a:ext cx="162720" cy="127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AFD604D-A9C6-7FE7-2D64-6A3CFC9AA2A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067077" y="5192478"/>
                  <a:ext cx="19836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61CDD36-6157-AEB9-EB24-33C187332E3D}"/>
              </a:ext>
            </a:extLst>
          </p:cNvPr>
          <p:cNvGrpSpPr/>
          <p:nvPr/>
        </p:nvGrpSpPr>
        <p:grpSpPr>
          <a:xfrm>
            <a:off x="3719317" y="4130118"/>
            <a:ext cx="268560" cy="2119320"/>
            <a:chOff x="3719317" y="4130118"/>
            <a:chExt cx="268560" cy="21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B199200-00E2-AE7E-4BB6-8DD89AC37CBF}"/>
                    </a:ext>
                  </a:extLst>
                </p14:cNvPr>
                <p14:cNvContentPartPr/>
                <p14:nvPr/>
              </p14:nvContentPartPr>
              <p14:xfrm>
                <a:off x="3866917" y="5475798"/>
                <a:ext cx="120960" cy="773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B199200-00E2-AE7E-4BB6-8DD89AC37C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849277" y="5458158"/>
                  <a:ext cx="15660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3A7D792-24BB-E3B1-7D9F-764B7F0F6C69}"/>
                    </a:ext>
                  </a:extLst>
                </p14:cNvPr>
                <p14:cNvContentPartPr/>
                <p14:nvPr/>
              </p14:nvContentPartPr>
              <p14:xfrm>
                <a:off x="3719317" y="4130118"/>
                <a:ext cx="195120" cy="1335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3A7D792-24BB-E3B1-7D9F-764B7F0F6C6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701317" y="4112118"/>
                  <a:ext cx="230760" cy="137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658FF28-0BFA-772A-722B-63D71223142C}"/>
              </a:ext>
            </a:extLst>
          </p:cNvPr>
          <p:cNvGrpSpPr/>
          <p:nvPr/>
        </p:nvGrpSpPr>
        <p:grpSpPr>
          <a:xfrm>
            <a:off x="3524557" y="3347478"/>
            <a:ext cx="715320" cy="615600"/>
            <a:chOff x="3524557" y="3347478"/>
            <a:chExt cx="71532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E0E3ADC-D476-2FDE-BD2E-8C72F9B5664C}"/>
                    </a:ext>
                  </a:extLst>
                </p14:cNvPr>
                <p14:cNvContentPartPr/>
                <p14:nvPr/>
              </p14:nvContentPartPr>
              <p14:xfrm>
                <a:off x="3524557" y="3646278"/>
                <a:ext cx="226440" cy="316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E0E3ADC-D476-2FDE-BD2E-8C72F9B5664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06557" y="3628278"/>
                  <a:ext cx="2620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E9576F4-58D7-923E-F861-2A66E1FEE704}"/>
                    </a:ext>
                  </a:extLst>
                </p14:cNvPr>
                <p14:cNvContentPartPr/>
                <p14:nvPr/>
              </p14:nvContentPartPr>
              <p14:xfrm>
                <a:off x="3723637" y="3584358"/>
                <a:ext cx="128520" cy="250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E9576F4-58D7-923E-F861-2A66E1FEE70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705637" y="3566718"/>
                  <a:ext cx="164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498DCAE-5488-EDDC-0087-57E880A7665F}"/>
                    </a:ext>
                  </a:extLst>
                </p14:cNvPr>
                <p14:cNvContentPartPr/>
                <p14:nvPr/>
              </p14:nvContentPartPr>
              <p14:xfrm>
                <a:off x="3799957" y="3668958"/>
                <a:ext cx="73800" cy="54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498DCAE-5488-EDDC-0087-57E880A7665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82317" y="3650958"/>
                  <a:ext cx="109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076AFEE-3233-55F5-7876-2B9FAD0732A3}"/>
                    </a:ext>
                  </a:extLst>
                </p14:cNvPr>
                <p14:cNvContentPartPr/>
                <p14:nvPr/>
              </p14:nvContentPartPr>
              <p14:xfrm>
                <a:off x="3857557" y="3347478"/>
                <a:ext cx="95040" cy="117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076AFEE-3233-55F5-7876-2B9FAD0732A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839557" y="3329838"/>
                  <a:ext cx="130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E849EE5-3DC6-42B6-50FD-6AA918FEC8D6}"/>
                    </a:ext>
                  </a:extLst>
                </p14:cNvPr>
                <p14:cNvContentPartPr/>
                <p14:nvPr/>
              </p14:nvContentPartPr>
              <p14:xfrm>
                <a:off x="4062757" y="3439998"/>
                <a:ext cx="177120" cy="168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E849EE5-3DC6-42B6-50FD-6AA918FEC8D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045117" y="3421998"/>
                  <a:ext cx="2127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F198CA3-38F7-8998-28C5-521F06323CE6}"/>
              </a:ext>
            </a:extLst>
          </p:cNvPr>
          <p:cNvGrpSpPr/>
          <p:nvPr/>
        </p:nvGrpSpPr>
        <p:grpSpPr>
          <a:xfrm>
            <a:off x="7066597" y="5311278"/>
            <a:ext cx="746640" cy="338040"/>
            <a:chOff x="7066597" y="5311278"/>
            <a:chExt cx="74664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EED958-582A-1C91-FEB6-1CC9200ABC66}"/>
                    </a:ext>
                  </a:extLst>
                </p14:cNvPr>
                <p14:cNvContentPartPr/>
                <p14:nvPr/>
              </p14:nvContentPartPr>
              <p14:xfrm>
                <a:off x="7119517" y="5311278"/>
                <a:ext cx="56880" cy="338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EED958-582A-1C91-FEB6-1CC9200ABC6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101517" y="5293638"/>
                  <a:ext cx="925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F7690E-476B-AD32-6CA8-6C877E52FAE2}"/>
                    </a:ext>
                  </a:extLst>
                </p14:cNvPr>
                <p14:cNvContentPartPr/>
                <p14:nvPr/>
              </p14:nvContentPartPr>
              <p14:xfrm>
                <a:off x="7066597" y="5517558"/>
                <a:ext cx="123840" cy="25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F7690E-476B-AD32-6CA8-6C877E52FAE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48957" y="5499558"/>
                  <a:ext cx="159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2F66F20-259F-A6FA-B663-39591AE546FB}"/>
                    </a:ext>
                  </a:extLst>
                </p14:cNvPr>
                <p14:cNvContentPartPr/>
                <p14:nvPr/>
              </p14:nvContentPartPr>
              <p14:xfrm>
                <a:off x="7322557" y="5484798"/>
                <a:ext cx="16560" cy="100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2F66F20-259F-A6FA-B663-39591AE546F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304917" y="5467158"/>
                  <a:ext cx="52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6B5C6AD-150E-30EC-928B-B60EC3F5005D}"/>
                    </a:ext>
                  </a:extLst>
                </p14:cNvPr>
                <p14:cNvContentPartPr/>
                <p14:nvPr/>
              </p14:nvContentPartPr>
              <p14:xfrm>
                <a:off x="7333717" y="5371398"/>
                <a:ext cx="21960" cy="32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6B5C6AD-150E-30EC-928B-B60EC3F5005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16077" y="5353758"/>
                  <a:ext cx="57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39AEBE3-2B2A-5827-45F7-D7F40C81E82F}"/>
                    </a:ext>
                  </a:extLst>
                </p14:cNvPr>
                <p14:cNvContentPartPr/>
                <p14:nvPr/>
              </p14:nvContentPartPr>
              <p14:xfrm>
                <a:off x="7413277" y="5482638"/>
                <a:ext cx="186480" cy="98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39AEBE3-2B2A-5827-45F7-D7F40C81E82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395277" y="5464998"/>
                  <a:ext cx="222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F308903-C33D-D350-5BD7-95BBEC6EA98C}"/>
                    </a:ext>
                  </a:extLst>
                </p14:cNvPr>
                <p14:cNvContentPartPr/>
                <p14:nvPr/>
              </p14:nvContentPartPr>
              <p14:xfrm>
                <a:off x="7690477" y="5329998"/>
                <a:ext cx="122760" cy="271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F308903-C33D-D350-5BD7-95BBEC6EA98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72837" y="5312358"/>
                  <a:ext cx="1584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9BF544E-12D5-32D5-CA66-D17D56455271}"/>
              </a:ext>
            </a:extLst>
          </p:cNvPr>
          <p:cNvGrpSpPr/>
          <p:nvPr/>
        </p:nvGrpSpPr>
        <p:grpSpPr>
          <a:xfrm>
            <a:off x="8417317" y="5353038"/>
            <a:ext cx="1600200" cy="318600"/>
            <a:chOff x="8417317" y="5353038"/>
            <a:chExt cx="160020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D60E478-053D-75B2-DFFB-048D09BA21FF}"/>
                    </a:ext>
                  </a:extLst>
                </p14:cNvPr>
                <p14:cNvContentPartPr/>
                <p14:nvPr/>
              </p14:nvContentPartPr>
              <p14:xfrm>
                <a:off x="8417317" y="5476158"/>
                <a:ext cx="463680" cy="181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D60E478-053D-75B2-DFFB-048D09BA21F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399677" y="5458518"/>
                  <a:ext cx="499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1610B89-2DF8-681C-108F-403E0B2475B6}"/>
                    </a:ext>
                  </a:extLst>
                </p14:cNvPr>
                <p14:cNvContentPartPr/>
                <p14:nvPr/>
              </p14:nvContentPartPr>
              <p14:xfrm>
                <a:off x="9001597" y="5353038"/>
                <a:ext cx="61920" cy="318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1610B89-2DF8-681C-108F-403E0B2475B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83597" y="5335038"/>
                  <a:ext cx="97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B6B3814-7BD5-DF67-8A18-6BAC9DCBBC0E}"/>
                    </a:ext>
                  </a:extLst>
                </p14:cNvPr>
                <p14:cNvContentPartPr/>
                <p14:nvPr/>
              </p14:nvContentPartPr>
              <p14:xfrm>
                <a:off x="9029317" y="5497038"/>
                <a:ext cx="112680" cy="116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B6B3814-7BD5-DF67-8A18-6BAC9DCBBC0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11317" y="5479038"/>
                  <a:ext cx="148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F6491B-A3B6-B8B5-B097-9505F6746289}"/>
                    </a:ext>
                  </a:extLst>
                </p14:cNvPr>
                <p14:cNvContentPartPr/>
                <p14:nvPr/>
              </p14:nvContentPartPr>
              <p14:xfrm>
                <a:off x="9216517" y="5496318"/>
                <a:ext cx="174240" cy="126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F6491B-A3B6-B8B5-B097-9505F674628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98877" y="5478318"/>
                  <a:ext cx="209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142330B-5B29-C5F6-588A-3CE413583EC3}"/>
                    </a:ext>
                  </a:extLst>
                </p14:cNvPr>
                <p14:cNvContentPartPr/>
                <p14:nvPr/>
              </p14:nvContentPartPr>
              <p14:xfrm>
                <a:off x="9481117" y="5504598"/>
                <a:ext cx="98280" cy="119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142330B-5B29-C5F6-588A-3CE413583EC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63117" y="5486598"/>
                  <a:ext cx="133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C02365F-7B40-C24D-ED62-D1D37822A7BA}"/>
                    </a:ext>
                  </a:extLst>
                </p14:cNvPr>
                <p14:cNvContentPartPr/>
                <p14:nvPr/>
              </p14:nvContentPartPr>
              <p14:xfrm>
                <a:off x="9632677" y="5499918"/>
                <a:ext cx="201960" cy="118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C02365F-7B40-C24D-ED62-D1D37822A7B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14677" y="5482278"/>
                  <a:ext cx="237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FF28D0B-ED0C-A9A2-5BC2-C878FB28D426}"/>
                    </a:ext>
                  </a:extLst>
                </p14:cNvPr>
                <p14:cNvContentPartPr/>
                <p14:nvPr/>
              </p14:nvContentPartPr>
              <p14:xfrm>
                <a:off x="9838237" y="5485158"/>
                <a:ext cx="179280" cy="88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FF28D0B-ED0C-A9A2-5BC2-C878FB28D42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820237" y="5467518"/>
                  <a:ext cx="2149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DB999EB-DECB-8304-7847-9C3618FDAF49}"/>
              </a:ext>
            </a:extLst>
          </p:cNvPr>
          <p:cNvGrpSpPr/>
          <p:nvPr/>
        </p:nvGrpSpPr>
        <p:grpSpPr>
          <a:xfrm>
            <a:off x="10400197" y="5377878"/>
            <a:ext cx="980640" cy="304200"/>
            <a:chOff x="10400197" y="5377878"/>
            <a:chExt cx="9806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9CB08B3-090C-8741-4679-3D53DF5B470C}"/>
                    </a:ext>
                  </a:extLst>
                </p14:cNvPr>
                <p14:cNvContentPartPr/>
                <p14:nvPr/>
              </p14:nvContentPartPr>
              <p14:xfrm>
                <a:off x="10426837" y="5377878"/>
                <a:ext cx="79920" cy="272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9CB08B3-090C-8741-4679-3D53DF5B470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08837" y="5359878"/>
                  <a:ext cx="1155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BD3881F-9536-F09C-868A-938DBFB4A921}"/>
                    </a:ext>
                  </a:extLst>
                </p14:cNvPr>
                <p14:cNvContentPartPr/>
                <p14:nvPr/>
              </p14:nvContentPartPr>
              <p14:xfrm>
                <a:off x="10400197" y="5480478"/>
                <a:ext cx="198720" cy="73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BD3881F-9536-F09C-868A-938DBFB4A92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82557" y="5462478"/>
                  <a:ext cx="234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0D8646E-6A9B-AAE4-8C8C-F5621B5E6992}"/>
                    </a:ext>
                  </a:extLst>
                </p14:cNvPr>
                <p14:cNvContentPartPr/>
                <p14:nvPr/>
              </p14:nvContentPartPr>
              <p14:xfrm>
                <a:off x="10646077" y="5481558"/>
                <a:ext cx="567360" cy="1119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0D8646E-6A9B-AAE4-8C8C-F5621B5E699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28077" y="5463918"/>
                  <a:ext cx="603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0E71B3D-FEE9-CD62-831D-C2B83319986E}"/>
                    </a:ext>
                  </a:extLst>
                </p14:cNvPr>
                <p14:cNvContentPartPr/>
                <p14:nvPr/>
              </p14:nvContentPartPr>
              <p14:xfrm>
                <a:off x="11256637" y="5440518"/>
                <a:ext cx="64440" cy="241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0E71B3D-FEE9-CD62-831D-C2B83319986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238637" y="5422518"/>
                  <a:ext cx="100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3670E7-2A1D-CB83-E81D-25AE09E96F24}"/>
                    </a:ext>
                  </a:extLst>
                </p14:cNvPr>
                <p14:cNvContentPartPr/>
                <p14:nvPr/>
              </p14:nvContentPartPr>
              <p14:xfrm>
                <a:off x="11266357" y="5416758"/>
                <a:ext cx="114480" cy="138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3670E7-2A1D-CB83-E81D-25AE09E96F2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248717" y="5399118"/>
                  <a:ext cx="15012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D7A9740-4B14-8358-8CFA-A77B14D43700}"/>
              </a:ext>
            </a:extLst>
          </p:cNvPr>
          <p:cNvGrpSpPr/>
          <p:nvPr/>
        </p:nvGrpSpPr>
        <p:grpSpPr>
          <a:xfrm>
            <a:off x="7765357" y="5975838"/>
            <a:ext cx="911880" cy="295200"/>
            <a:chOff x="7765357" y="5975838"/>
            <a:chExt cx="91188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BE9860F-C3EE-BC68-E249-9EB641F45D80}"/>
                    </a:ext>
                  </a:extLst>
                </p14:cNvPr>
                <p14:cNvContentPartPr/>
                <p14:nvPr/>
              </p14:nvContentPartPr>
              <p14:xfrm>
                <a:off x="7780117" y="5975838"/>
                <a:ext cx="39240" cy="286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BE9860F-C3EE-BC68-E249-9EB641F45D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762477" y="5957838"/>
                  <a:ext cx="748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78DC007-19B9-3E9F-20EB-348EFFF92E6D}"/>
                    </a:ext>
                  </a:extLst>
                </p14:cNvPr>
                <p14:cNvContentPartPr/>
                <p14:nvPr/>
              </p14:nvContentPartPr>
              <p14:xfrm>
                <a:off x="7765357" y="6110838"/>
                <a:ext cx="120600" cy="561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78DC007-19B9-3E9F-20EB-348EFFF92E6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47717" y="6093198"/>
                  <a:ext cx="156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73BDD60-4EA2-FE44-17EC-C89D2A257FBA}"/>
                    </a:ext>
                  </a:extLst>
                </p14:cNvPr>
                <p14:cNvContentPartPr/>
                <p14:nvPr/>
              </p14:nvContentPartPr>
              <p14:xfrm>
                <a:off x="7984597" y="6129198"/>
                <a:ext cx="82080" cy="81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73BDD60-4EA2-FE44-17EC-C89D2A257FB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966957" y="6111198"/>
                  <a:ext cx="117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00AD151-236F-1187-8EB3-8E68709C5199}"/>
                    </a:ext>
                  </a:extLst>
                </p14:cNvPr>
                <p14:cNvContentPartPr/>
                <p14:nvPr/>
              </p14:nvContentPartPr>
              <p14:xfrm>
                <a:off x="8024917" y="6108678"/>
                <a:ext cx="112680" cy="162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00AD151-236F-1187-8EB3-8E68709C519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006917" y="6091038"/>
                  <a:ext cx="148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96F51E2-5AD6-1FB6-A0C1-05194464E906}"/>
                    </a:ext>
                  </a:extLst>
                </p14:cNvPr>
                <p14:cNvContentPartPr/>
                <p14:nvPr/>
              </p14:nvContentPartPr>
              <p14:xfrm>
                <a:off x="8218957" y="6105078"/>
                <a:ext cx="75600" cy="144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96F51E2-5AD6-1FB6-A0C1-05194464E90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200957" y="6087438"/>
                  <a:ext cx="111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0FCF7FF-CE5E-D996-D2D6-C2B2B53B1A90}"/>
                    </a:ext>
                  </a:extLst>
                </p14:cNvPr>
                <p14:cNvContentPartPr/>
                <p14:nvPr/>
              </p14:nvContentPartPr>
              <p14:xfrm>
                <a:off x="8398957" y="6099318"/>
                <a:ext cx="278280" cy="93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0FCF7FF-CE5E-D996-D2D6-C2B2B53B1A9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380957" y="6081318"/>
                  <a:ext cx="31392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5C7886B-78B9-5B67-CB18-C5D5C95255B4}"/>
              </a:ext>
            </a:extLst>
          </p:cNvPr>
          <p:cNvGrpSpPr/>
          <p:nvPr/>
        </p:nvGrpSpPr>
        <p:grpSpPr>
          <a:xfrm>
            <a:off x="9130117" y="5912838"/>
            <a:ext cx="1708200" cy="374760"/>
            <a:chOff x="9130117" y="5912838"/>
            <a:chExt cx="170820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9ED7086-30AE-924C-58C4-2DD8227E1B4C}"/>
                    </a:ext>
                  </a:extLst>
                </p14:cNvPr>
                <p14:cNvContentPartPr/>
                <p14:nvPr/>
              </p14:nvContentPartPr>
              <p14:xfrm>
                <a:off x="9130117" y="6090678"/>
                <a:ext cx="134640" cy="196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9ED7086-30AE-924C-58C4-2DD8227E1B4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112477" y="6073038"/>
                  <a:ext cx="170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3B093D9-70E4-C980-C131-1474AE81F5C5}"/>
                    </a:ext>
                  </a:extLst>
                </p14:cNvPr>
                <p14:cNvContentPartPr/>
                <p14:nvPr/>
              </p14:nvContentPartPr>
              <p14:xfrm>
                <a:off x="9330277" y="6134958"/>
                <a:ext cx="205200" cy="140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3B093D9-70E4-C980-C131-1474AE81F5C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312637" y="6117318"/>
                  <a:ext cx="240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F0B8157-0EEF-4955-0F41-4EEF0A92C768}"/>
                    </a:ext>
                  </a:extLst>
                </p14:cNvPr>
                <p14:cNvContentPartPr/>
                <p14:nvPr/>
              </p14:nvContentPartPr>
              <p14:xfrm>
                <a:off x="9626197" y="5992398"/>
                <a:ext cx="68760" cy="251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F0B8157-0EEF-4955-0F41-4EEF0A92C76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608197" y="5974398"/>
                  <a:ext cx="1044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D8A219A-E756-474F-CAD1-4F7AAE7FFA78}"/>
                    </a:ext>
                  </a:extLst>
                </p14:cNvPr>
                <p14:cNvContentPartPr/>
                <p14:nvPr/>
              </p14:nvContentPartPr>
              <p14:xfrm>
                <a:off x="9783877" y="6134598"/>
                <a:ext cx="53640" cy="1015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D8A219A-E756-474F-CAD1-4F7AAE7FFA7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765877" y="6116598"/>
                  <a:ext cx="89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9913520-9575-61B6-5DB1-9464CAD491E0}"/>
                    </a:ext>
                  </a:extLst>
                </p14:cNvPr>
                <p14:cNvContentPartPr/>
                <p14:nvPr/>
              </p14:nvContentPartPr>
              <p14:xfrm>
                <a:off x="9791437" y="6012198"/>
                <a:ext cx="18360" cy="30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9913520-9575-61B6-5DB1-9464CAD491E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773437" y="5994558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04BE8F7-8045-1800-7A12-5CBBF0B295D0}"/>
                    </a:ext>
                  </a:extLst>
                </p14:cNvPr>
                <p14:cNvContentPartPr/>
                <p14:nvPr/>
              </p14:nvContentPartPr>
              <p14:xfrm>
                <a:off x="9954517" y="6059358"/>
                <a:ext cx="103680" cy="181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04BE8F7-8045-1800-7A12-5CBBF0B295D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36877" y="6041718"/>
                  <a:ext cx="139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C81810F-4613-720C-9F44-89A75760084E}"/>
                    </a:ext>
                  </a:extLst>
                </p14:cNvPr>
                <p14:cNvContentPartPr/>
                <p14:nvPr/>
              </p14:nvContentPartPr>
              <p14:xfrm>
                <a:off x="10144597" y="6121998"/>
                <a:ext cx="79560" cy="68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C81810F-4613-720C-9F44-89A75760084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26957" y="6103998"/>
                  <a:ext cx="115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7148B0A-145C-8809-831B-678E6FD4ABC8}"/>
                    </a:ext>
                  </a:extLst>
                </p14:cNvPr>
                <p14:cNvContentPartPr/>
                <p14:nvPr/>
              </p14:nvContentPartPr>
              <p14:xfrm>
                <a:off x="10346917" y="6096438"/>
                <a:ext cx="144000" cy="91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7148B0A-145C-8809-831B-678E6FD4ABC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329277" y="6078798"/>
                  <a:ext cx="179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BC8E71C-232F-DCAB-16C2-0135CB06217C}"/>
                    </a:ext>
                  </a:extLst>
                </p14:cNvPr>
                <p14:cNvContentPartPr/>
                <p14:nvPr/>
              </p14:nvContentPartPr>
              <p14:xfrm>
                <a:off x="10612237" y="6006438"/>
                <a:ext cx="50760" cy="199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BC8E71C-232F-DCAB-16C2-0135CB0621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594597" y="5988798"/>
                  <a:ext cx="86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9AAAB5A-DB80-ABB3-E123-F0461CF07295}"/>
                    </a:ext>
                  </a:extLst>
                </p14:cNvPr>
                <p14:cNvContentPartPr/>
                <p14:nvPr/>
              </p14:nvContentPartPr>
              <p14:xfrm>
                <a:off x="10592077" y="6048918"/>
                <a:ext cx="135360" cy="24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9AAAB5A-DB80-ABB3-E123-F0461CF0729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574437" y="6030918"/>
                  <a:ext cx="1710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F7788E4-A10D-33D3-3257-D75CF92EE1F4}"/>
                    </a:ext>
                  </a:extLst>
                </p14:cNvPr>
                <p14:cNvContentPartPr/>
                <p14:nvPr/>
              </p14:nvContentPartPr>
              <p14:xfrm>
                <a:off x="10817437" y="6035598"/>
                <a:ext cx="20880" cy="141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F7788E4-A10D-33D3-3257-D75CF92EE1F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799437" y="6017958"/>
                  <a:ext cx="5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F5E2F17-BD35-F68D-69BA-8CD012004DA2}"/>
                    </a:ext>
                  </a:extLst>
                </p14:cNvPr>
                <p14:cNvContentPartPr/>
                <p14:nvPr/>
              </p14:nvContentPartPr>
              <p14:xfrm>
                <a:off x="10825357" y="5912838"/>
                <a:ext cx="10800" cy="680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F5E2F17-BD35-F68D-69BA-8CD012004DA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807717" y="5894838"/>
                  <a:ext cx="4644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ABDA697B-66B7-F1F3-E04A-17E47FCE1BE7}"/>
                  </a:ext>
                </a:extLst>
              </p14:cNvPr>
              <p14:cNvContentPartPr/>
              <p14:nvPr/>
            </p14:nvContentPartPr>
            <p14:xfrm>
              <a:off x="11030197" y="6023718"/>
              <a:ext cx="299160" cy="1303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ABDA697B-66B7-F1F3-E04A-17E47FCE1BE7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1012197" y="6005718"/>
                <a:ext cx="33480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B3BC315-0E29-3E2C-42E1-878244DF0D83}"/>
              </a:ext>
            </a:extLst>
          </p:cNvPr>
          <p:cNvGrpSpPr/>
          <p:nvPr/>
        </p:nvGrpSpPr>
        <p:grpSpPr>
          <a:xfrm>
            <a:off x="9428917" y="6500358"/>
            <a:ext cx="982080" cy="189000"/>
            <a:chOff x="9428917" y="6500358"/>
            <a:chExt cx="98208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5C90883-9753-2932-34B3-7289493A25A1}"/>
                    </a:ext>
                  </a:extLst>
                </p14:cNvPr>
                <p14:cNvContentPartPr/>
                <p14:nvPr/>
              </p14:nvContentPartPr>
              <p14:xfrm>
                <a:off x="9428917" y="6518358"/>
                <a:ext cx="192240" cy="171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5C90883-9753-2932-34B3-7289493A25A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410917" y="6500718"/>
                  <a:ext cx="227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5A7D939-25B9-1F85-058A-79BD18360D3D}"/>
                    </a:ext>
                  </a:extLst>
                </p14:cNvPr>
                <p14:cNvContentPartPr/>
                <p14:nvPr/>
              </p14:nvContentPartPr>
              <p14:xfrm>
                <a:off x="9647797" y="6543918"/>
                <a:ext cx="110520" cy="143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5A7D939-25B9-1F85-058A-79BD18360D3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630157" y="6525918"/>
                  <a:ext cx="146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BBCE622-4C87-0826-3F03-285B6104D6EF}"/>
                    </a:ext>
                  </a:extLst>
                </p14:cNvPr>
                <p14:cNvContentPartPr/>
                <p14:nvPr/>
              </p14:nvContentPartPr>
              <p14:xfrm>
                <a:off x="9772717" y="6547518"/>
                <a:ext cx="37800" cy="133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BBCE622-4C87-0826-3F03-285B6104D6E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55077" y="6529518"/>
                  <a:ext cx="73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4CF8E21-5DEE-4064-B5AD-81033A145E50}"/>
                    </a:ext>
                  </a:extLst>
                </p14:cNvPr>
                <p14:cNvContentPartPr/>
                <p14:nvPr/>
              </p14:nvContentPartPr>
              <p14:xfrm>
                <a:off x="9909877" y="6539598"/>
                <a:ext cx="65160" cy="140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4CF8E21-5DEE-4064-B5AD-81033A145E5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891877" y="6521958"/>
                  <a:ext cx="100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6905236-6306-8039-D907-99CE30CC2E5D}"/>
                    </a:ext>
                  </a:extLst>
                </p14:cNvPr>
                <p14:cNvContentPartPr/>
                <p14:nvPr/>
              </p14:nvContentPartPr>
              <p14:xfrm>
                <a:off x="10089157" y="6529878"/>
                <a:ext cx="108720" cy="1152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6905236-6306-8039-D907-99CE30CC2E5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071517" y="6512238"/>
                  <a:ext cx="144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B7E7B41-FC8B-1E6D-C842-213BE462B927}"/>
                    </a:ext>
                  </a:extLst>
                </p14:cNvPr>
                <p14:cNvContentPartPr/>
                <p14:nvPr/>
              </p14:nvContentPartPr>
              <p14:xfrm>
                <a:off x="10327477" y="6500358"/>
                <a:ext cx="83520" cy="1177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B7E7B41-FC8B-1E6D-C842-213BE462B92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09477" y="6482718"/>
                  <a:ext cx="11916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230FA6B6-460E-56FC-61A7-CDF57C3E18EA}"/>
                  </a:ext>
                </a:extLst>
              </p14:cNvPr>
              <p14:cNvContentPartPr/>
              <p14:nvPr/>
            </p14:nvContentPartPr>
            <p14:xfrm>
              <a:off x="10662997" y="6560478"/>
              <a:ext cx="22680" cy="194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230FA6B6-460E-56FC-61A7-CDF57C3E18EA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0644997" y="6542478"/>
                <a:ext cx="5832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176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1F50-4C90-5566-59C1-E5B207B1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calibration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02D3-2E57-C8B1-338C-96B70F57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lose-up of a finger pointing at a diagram&#10;&#10;Description automatically generated">
            <a:extLst>
              <a:ext uri="{FF2B5EF4-FFF2-40B4-BE49-F238E27FC236}">
                <a16:creationId xmlns:a16="http://schemas.microsoft.com/office/drawing/2014/main" id="{13275199-25DB-0D2B-D027-B8902DD28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3" y="1651860"/>
            <a:ext cx="7157226" cy="4072215"/>
          </a:xfrm>
          <a:prstGeom prst="rect">
            <a:avLst/>
          </a:prstGeom>
        </p:spPr>
      </p:pic>
      <p:pic>
        <p:nvPicPr>
          <p:cNvPr id="10" name="Picture 9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F28A6058-B106-FA22-43CB-A099D000C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063" y="2184597"/>
            <a:ext cx="3240202" cy="10277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A46A95-263E-90D6-4EE3-CF352F4CA741}"/>
                  </a:ext>
                </a:extLst>
              </p14:cNvPr>
              <p14:cNvContentPartPr/>
              <p14:nvPr/>
            </p14:nvContentPartPr>
            <p14:xfrm>
              <a:off x="3050261" y="2413352"/>
              <a:ext cx="34524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A46A95-263E-90D6-4EE3-CF352F4CA7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2621" y="2395352"/>
                <a:ext cx="380880" cy="64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E356167-89A5-6928-0878-EFE463F63C31}"/>
              </a:ext>
            </a:extLst>
          </p:cNvPr>
          <p:cNvGrpSpPr/>
          <p:nvPr/>
        </p:nvGrpSpPr>
        <p:grpSpPr>
          <a:xfrm>
            <a:off x="2953781" y="711632"/>
            <a:ext cx="2060280" cy="787680"/>
            <a:chOff x="2953781" y="711632"/>
            <a:chExt cx="206028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A0DD99-54CC-1C48-F19B-5E3439DC553B}"/>
                    </a:ext>
                  </a:extLst>
                </p14:cNvPr>
                <p14:cNvContentPartPr/>
                <p14:nvPr/>
              </p14:nvContentPartPr>
              <p14:xfrm>
                <a:off x="3311621" y="727832"/>
                <a:ext cx="114120" cy="76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A0DD99-54CC-1C48-F19B-5E3439DC55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93981" y="710192"/>
                  <a:ext cx="14976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9D000F-D286-1CBE-772B-31104C76D859}"/>
                    </a:ext>
                  </a:extLst>
                </p14:cNvPr>
                <p14:cNvContentPartPr/>
                <p14:nvPr/>
              </p14:nvContentPartPr>
              <p14:xfrm>
                <a:off x="3245741" y="711632"/>
                <a:ext cx="218160" cy="15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9D000F-D286-1CBE-772B-31104C76D8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8101" y="693992"/>
                  <a:ext cx="253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37FEE0-FCE0-EF42-C4D5-CFED3125B5B0}"/>
                    </a:ext>
                  </a:extLst>
                </p14:cNvPr>
                <p14:cNvContentPartPr/>
                <p14:nvPr/>
              </p14:nvContentPartPr>
              <p14:xfrm>
                <a:off x="2953781" y="1100432"/>
                <a:ext cx="154080" cy="13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37FEE0-FCE0-EF42-C4D5-CFED3125B5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5781" y="1082432"/>
                  <a:ext cx="189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EBA717-986B-88D6-A804-0573A78867CE}"/>
                    </a:ext>
                  </a:extLst>
                </p14:cNvPr>
                <p14:cNvContentPartPr/>
                <p14:nvPr/>
              </p14:nvContentPartPr>
              <p14:xfrm>
                <a:off x="2974661" y="977312"/>
                <a:ext cx="121320" cy="164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EBA717-986B-88D6-A804-0573A78867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6661" y="959312"/>
                  <a:ext cx="156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792156-1264-CF6D-CD1D-AC8F9DAE7758}"/>
                    </a:ext>
                  </a:extLst>
                </p14:cNvPr>
                <p14:cNvContentPartPr/>
                <p14:nvPr/>
              </p14:nvContentPartPr>
              <p14:xfrm>
                <a:off x="3415301" y="1376192"/>
                <a:ext cx="1590840" cy="69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792156-1264-CF6D-CD1D-AC8F9DAE77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97661" y="1358192"/>
                  <a:ext cx="1626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5068CC-2E4A-5A74-A1FF-DCBFDFD3F7D8}"/>
                    </a:ext>
                  </a:extLst>
                </p14:cNvPr>
                <p14:cNvContentPartPr/>
                <p14:nvPr/>
              </p14:nvContentPartPr>
              <p14:xfrm>
                <a:off x="4890941" y="1279352"/>
                <a:ext cx="123120" cy="21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5068CC-2E4A-5A74-A1FF-DCBFDFD3F7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73301" y="1261352"/>
                  <a:ext cx="1587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47B85E-0B99-57D5-5FFC-917721195664}"/>
              </a:ext>
            </a:extLst>
          </p:cNvPr>
          <p:cNvGrpSpPr/>
          <p:nvPr/>
        </p:nvGrpSpPr>
        <p:grpSpPr>
          <a:xfrm>
            <a:off x="3951701" y="1627472"/>
            <a:ext cx="233640" cy="154080"/>
            <a:chOff x="3951701" y="1627472"/>
            <a:chExt cx="23364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5CE5BF-2FAD-D143-3365-FCEA9BB9C71A}"/>
                    </a:ext>
                  </a:extLst>
                </p14:cNvPr>
                <p14:cNvContentPartPr/>
                <p14:nvPr/>
              </p14:nvContentPartPr>
              <p14:xfrm>
                <a:off x="3951701" y="1627472"/>
                <a:ext cx="201600" cy="7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5CE5BF-2FAD-D143-3365-FCEA9BB9C7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34061" y="1609472"/>
                  <a:ext cx="237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06F2D2-C360-538C-CD09-6117D9F08AD4}"/>
                    </a:ext>
                  </a:extLst>
                </p14:cNvPr>
                <p14:cNvContentPartPr/>
                <p14:nvPr/>
              </p14:nvContentPartPr>
              <p14:xfrm>
                <a:off x="4097141" y="1633232"/>
                <a:ext cx="88200" cy="148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06F2D2-C360-538C-CD09-6117D9F08A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9141" y="1615232"/>
                  <a:ext cx="1238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3E6E5C-9316-E25B-0EEE-00199C5E90C2}"/>
              </a:ext>
            </a:extLst>
          </p:cNvPr>
          <p:cNvGrpSpPr/>
          <p:nvPr/>
        </p:nvGrpSpPr>
        <p:grpSpPr>
          <a:xfrm>
            <a:off x="8039861" y="2092952"/>
            <a:ext cx="3650400" cy="1162080"/>
            <a:chOff x="8039861" y="2092952"/>
            <a:chExt cx="3650400" cy="11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975765-C6D7-CD29-FEC9-AD403F9C089D}"/>
                    </a:ext>
                  </a:extLst>
                </p14:cNvPr>
                <p14:cNvContentPartPr/>
                <p14:nvPr/>
              </p14:nvContentPartPr>
              <p14:xfrm>
                <a:off x="8291141" y="3181592"/>
                <a:ext cx="3087720" cy="73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975765-C6D7-CD29-FEC9-AD403F9C08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73501" y="3163952"/>
                  <a:ext cx="3123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83687C-15C5-B124-0A77-E4EB1EE99CFE}"/>
                    </a:ext>
                  </a:extLst>
                </p14:cNvPr>
                <p14:cNvContentPartPr/>
                <p14:nvPr/>
              </p14:nvContentPartPr>
              <p14:xfrm>
                <a:off x="11566781" y="2092952"/>
                <a:ext cx="123480" cy="1027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83687C-15C5-B124-0A77-E4EB1EE99C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48781" y="2074952"/>
                  <a:ext cx="159120" cy="10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3B1152-8F9F-7F47-090D-20E677A0C278}"/>
                    </a:ext>
                  </a:extLst>
                </p14:cNvPr>
                <p14:cNvContentPartPr/>
                <p14:nvPr/>
              </p14:nvContentPartPr>
              <p14:xfrm>
                <a:off x="8039861" y="2176832"/>
                <a:ext cx="3468600" cy="12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3B1152-8F9F-7F47-090D-20E677A0C2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2221" y="2159192"/>
                  <a:ext cx="3504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9E6CD0-A7F5-FBCC-440E-459A5612AFC8}"/>
                    </a:ext>
                  </a:extLst>
                </p14:cNvPr>
                <p14:cNvContentPartPr/>
                <p14:nvPr/>
              </p14:nvContentPartPr>
              <p14:xfrm>
                <a:off x="8153621" y="2252792"/>
                <a:ext cx="99360" cy="9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9E6CD0-A7F5-FBCC-440E-459A5612AF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5981" y="2234792"/>
                  <a:ext cx="135000" cy="10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38B339-F086-19D7-D27F-2417D141E263}"/>
              </a:ext>
            </a:extLst>
          </p:cNvPr>
          <p:cNvGrpSpPr/>
          <p:nvPr/>
        </p:nvGrpSpPr>
        <p:grpSpPr>
          <a:xfrm>
            <a:off x="5588261" y="236432"/>
            <a:ext cx="3321000" cy="1248120"/>
            <a:chOff x="5588261" y="236432"/>
            <a:chExt cx="3321000" cy="12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B2C31A-3FFE-F1AA-A012-C7551E85A339}"/>
                    </a:ext>
                  </a:extLst>
                </p14:cNvPr>
                <p14:cNvContentPartPr/>
                <p14:nvPr/>
              </p14:nvContentPartPr>
              <p14:xfrm>
                <a:off x="5621741" y="404912"/>
                <a:ext cx="26640" cy="102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B2C31A-3FFE-F1AA-A012-C7551E85A3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4101" y="387272"/>
                  <a:ext cx="62280" cy="10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E8F237E-04CB-96B6-545B-0C830EB33DD0}"/>
                    </a:ext>
                  </a:extLst>
                </p14:cNvPr>
                <p14:cNvContentPartPr/>
                <p14:nvPr/>
              </p14:nvContentPartPr>
              <p14:xfrm>
                <a:off x="5588261" y="430472"/>
                <a:ext cx="161280" cy="16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E8F237E-04CB-96B6-545B-0C830EB33D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0621" y="412472"/>
                  <a:ext cx="196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1E0ACC-0A0D-89BC-ED5F-648BE9719E12}"/>
                    </a:ext>
                  </a:extLst>
                </p14:cNvPr>
                <p14:cNvContentPartPr/>
                <p14:nvPr/>
              </p14:nvContentPartPr>
              <p14:xfrm>
                <a:off x="5718581" y="978752"/>
                <a:ext cx="13032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1E0ACC-0A0D-89BC-ED5F-648BE9719E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00941" y="960752"/>
                  <a:ext cx="165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13B68F-4FD3-6863-747C-E8E35C39CD49}"/>
                    </a:ext>
                  </a:extLst>
                </p14:cNvPr>
                <p14:cNvContentPartPr/>
                <p14:nvPr/>
              </p14:nvContentPartPr>
              <p14:xfrm>
                <a:off x="5865821" y="939152"/>
                <a:ext cx="110880" cy="13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13B68F-4FD3-6863-747C-E8E35C39CD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48181" y="921512"/>
                  <a:ext cx="146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C4B9D6-A294-2B5D-EA7E-6080603AF7E7}"/>
                    </a:ext>
                  </a:extLst>
                </p14:cNvPr>
                <p14:cNvContentPartPr/>
                <p14:nvPr/>
              </p14:nvContentPartPr>
              <p14:xfrm>
                <a:off x="5983181" y="738992"/>
                <a:ext cx="151560" cy="253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C4B9D6-A294-2B5D-EA7E-6080603AF7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65181" y="721352"/>
                  <a:ext cx="187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758209-241D-173D-240B-736DA68D16EA}"/>
                    </a:ext>
                  </a:extLst>
                </p14:cNvPr>
                <p14:cNvContentPartPr/>
                <p14:nvPr/>
              </p14:nvContentPartPr>
              <p14:xfrm>
                <a:off x="6111341" y="739352"/>
                <a:ext cx="105120" cy="214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758209-241D-173D-240B-736DA68D16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93341" y="721712"/>
                  <a:ext cx="140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3E31C9-0CCD-C6D1-7077-E42D25B55ACB}"/>
                    </a:ext>
                  </a:extLst>
                </p14:cNvPr>
                <p14:cNvContentPartPr/>
                <p14:nvPr/>
              </p14:nvContentPartPr>
              <p14:xfrm>
                <a:off x="6073181" y="681032"/>
                <a:ext cx="263880" cy="182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3E31C9-0CCD-C6D1-7077-E42D25B55A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55181" y="663392"/>
                  <a:ext cx="299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68F7440-9C4D-B704-AF87-418B95F0A9AC}"/>
                    </a:ext>
                  </a:extLst>
                </p14:cNvPr>
                <p14:cNvContentPartPr/>
                <p14:nvPr/>
              </p14:nvContentPartPr>
              <p14:xfrm>
                <a:off x="6279461" y="730712"/>
                <a:ext cx="99720" cy="9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68F7440-9C4D-B704-AF87-418B95F0A9A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61461" y="713072"/>
                  <a:ext cx="135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DBC458-E69A-CEA8-D2B9-22F67AB408E1}"/>
                    </a:ext>
                  </a:extLst>
                </p14:cNvPr>
                <p14:cNvContentPartPr/>
                <p14:nvPr/>
              </p14:nvContentPartPr>
              <p14:xfrm>
                <a:off x="6279101" y="501032"/>
                <a:ext cx="169200" cy="232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DBC458-E69A-CEA8-D2B9-22F67AB408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61101" y="483392"/>
                  <a:ext cx="204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EE5FBD-6747-88A5-E4A5-4BFAF62A00E9}"/>
                    </a:ext>
                  </a:extLst>
                </p14:cNvPr>
                <p14:cNvContentPartPr/>
                <p14:nvPr/>
              </p14:nvContentPartPr>
              <p14:xfrm>
                <a:off x="5638661" y="1393472"/>
                <a:ext cx="1876320" cy="7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EE5FBD-6747-88A5-E4A5-4BFAF62A00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20661" y="1375832"/>
                  <a:ext cx="1911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AB3073-22C5-D49D-E35A-B3F1DE445030}"/>
                    </a:ext>
                  </a:extLst>
                </p14:cNvPr>
                <p14:cNvContentPartPr/>
                <p14:nvPr/>
              </p14:nvContentPartPr>
              <p14:xfrm>
                <a:off x="7412381" y="1320032"/>
                <a:ext cx="111240" cy="16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AB3073-22C5-D49D-E35A-B3F1DE4450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94741" y="1302032"/>
                  <a:ext cx="146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39D350-A935-B686-94EC-975C594B5118}"/>
                    </a:ext>
                  </a:extLst>
                </p14:cNvPr>
                <p14:cNvContentPartPr/>
                <p14:nvPr/>
              </p14:nvContentPartPr>
              <p14:xfrm>
                <a:off x="6751061" y="988472"/>
                <a:ext cx="82080" cy="23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39D350-A935-B686-94EC-975C594B51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33061" y="970472"/>
                  <a:ext cx="117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72E7F9-B917-1C4D-CC60-E72DB7ED457D}"/>
                    </a:ext>
                  </a:extLst>
                </p14:cNvPr>
                <p14:cNvContentPartPr/>
                <p14:nvPr/>
              </p14:nvContentPartPr>
              <p14:xfrm>
                <a:off x="6881381" y="1013672"/>
                <a:ext cx="128160" cy="125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72E7F9-B917-1C4D-CC60-E72DB7ED45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63381" y="995672"/>
                  <a:ext cx="163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9AAC94-239A-29A7-076D-A87EFDA01A09}"/>
                    </a:ext>
                  </a:extLst>
                </p14:cNvPr>
                <p14:cNvContentPartPr/>
                <p14:nvPr/>
              </p14:nvContentPartPr>
              <p14:xfrm>
                <a:off x="7074701" y="917192"/>
                <a:ext cx="22032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9AAC94-239A-29A7-076D-A87EFDA01A0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57061" y="899192"/>
                  <a:ext cx="255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7B5B76-A2F1-E594-17DA-603FCB5A6F37}"/>
                    </a:ext>
                  </a:extLst>
                </p14:cNvPr>
                <p14:cNvContentPartPr/>
                <p14:nvPr/>
              </p14:nvContentPartPr>
              <p14:xfrm>
                <a:off x="7431461" y="935192"/>
                <a:ext cx="13320" cy="1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7B5B76-A2F1-E594-17DA-603FCB5A6F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13821" y="917552"/>
                  <a:ext cx="48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CD1776-FEB3-F887-4703-B9591D0646A5}"/>
                    </a:ext>
                  </a:extLst>
                </p14:cNvPr>
                <p14:cNvContentPartPr/>
                <p14:nvPr/>
              </p14:nvContentPartPr>
              <p14:xfrm>
                <a:off x="7551701" y="759872"/>
                <a:ext cx="120600" cy="5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CD1776-FEB3-F887-4703-B9591D0646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34061" y="742232"/>
                  <a:ext cx="156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95119E7-A3B9-2F09-4590-2490276C801B}"/>
                    </a:ext>
                  </a:extLst>
                </p14:cNvPr>
                <p14:cNvContentPartPr/>
                <p14:nvPr/>
              </p14:nvContentPartPr>
              <p14:xfrm>
                <a:off x="7671221" y="787232"/>
                <a:ext cx="49320" cy="88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95119E7-A3B9-2F09-4590-2490276C80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53221" y="769592"/>
                  <a:ext cx="84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3DCAEE-CCBB-344A-FE1C-B84B92DCBE58}"/>
                    </a:ext>
                  </a:extLst>
                </p14:cNvPr>
                <p14:cNvContentPartPr/>
                <p14:nvPr/>
              </p14:nvContentPartPr>
              <p14:xfrm>
                <a:off x="7775981" y="599672"/>
                <a:ext cx="67320" cy="31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3DCAEE-CCBB-344A-FE1C-B84B92DCBE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58341" y="582032"/>
                  <a:ext cx="102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BDDBF2-3A3B-D608-1AB0-2D3D8E862308}"/>
                    </a:ext>
                  </a:extLst>
                </p14:cNvPr>
                <p14:cNvContentPartPr/>
                <p14:nvPr/>
              </p14:nvContentPartPr>
              <p14:xfrm>
                <a:off x="7895501" y="473312"/>
                <a:ext cx="65160" cy="85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BDDBF2-3A3B-D608-1AB0-2D3D8E8623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7501" y="455312"/>
                  <a:ext cx="100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7FAA873-DA04-C5A0-F727-0D2FA99EA9E7}"/>
                    </a:ext>
                  </a:extLst>
                </p14:cNvPr>
                <p14:cNvContentPartPr/>
                <p14:nvPr/>
              </p14:nvContentPartPr>
              <p14:xfrm>
                <a:off x="7662221" y="732512"/>
                <a:ext cx="74520" cy="18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7FAA873-DA04-C5A0-F727-0D2FA99EA9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44581" y="714512"/>
                  <a:ext cx="11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D08DA7-03AC-AD73-4C9F-BD89239A9169}"/>
                    </a:ext>
                  </a:extLst>
                </p14:cNvPr>
                <p14:cNvContentPartPr/>
                <p14:nvPr/>
              </p14:nvContentPartPr>
              <p14:xfrm>
                <a:off x="8074061" y="646832"/>
                <a:ext cx="103320" cy="104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D08DA7-03AC-AD73-4C9F-BD89239A91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56421" y="628832"/>
                  <a:ext cx="138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6B7BAB-B9AA-B4BF-963D-15736596F780}"/>
                    </a:ext>
                  </a:extLst>
                </p14:cNvPr>
                <p14:cNvContentPartPr/>
                <p14:nvPr/>
              </p14:nvContentPartPr>
              <p14:xfrm>
                <a:off x="8121221" y="573032"/>
                <a:ext cx="98640" cy="147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6B7BAB-B9AA-B4BF-963D-15736596F7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3221" y="555032"/>
                  <a:ext cx="13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E24B97-C770-5F4D-9141-AD99E402D68A}"/>
                    </a:ext>
                  </a:extLst>
                </p14:cNvPr>
                <p14:cNvContentPartPr/>
                <p14:nvPr/>
              </p14:nvContentPartPr>
              <p14:xfrm>
                <a:off x="8255501" y="427232"/>
                <a:ext cx="72360" cy="56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E24B97-C770-5F4D-9141-AD99E402D6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37861" y="409592"/>
                  <a:ext cx="108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DBCED5-6FF0-8DE2-CD55-C5DEAC53626F}"/>
                    </a:ext>
                  </a:extLst>
                </p14:cNvPr>
                <p14:cNvContentPartPr/>
                <p14:nvPr/>
              </p14:nvContentPartPr>
              <p14:xfrm>
                <a:off x="8346581" y="306992"/>
                <a:ext cx="65160" cy="159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DBCED5-6FF0-8DE2-CD55-C5DEAC5362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28581" y="289352"/>
                  <a:ext cx="100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7635B8-1F09-7ACD-3E06-2074ED297A21}"/>
                    </a:ext>
                  </a:extLst>
                </p14:cNvPr>
                <p14:cNvContentPartPr/>
                <p14:nvPr/>
              </p14:nvContentPartPr>
              <p14:xfrm>
                <a:off x="6710741" y="697592"/>
                <a:ext cx="23040" cy="71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7635B8-1F09-7ACD-3E06-2074ED297A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92741" y="679952"/>
                  <a:ext cx="586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325124-9DC2-C78A-2306-DB2E825F3D95}"/>
                    </a:ext>
                  </a:extLst>
                </p14:cNvPr>
                <p14:cNvContentPartPr/>
                <p14:nvPr/>
              </p14:nvContentPartPr>
              <p14:xfrm>
                <a:off x="6720461" y="467192"/>
                <a:ext cx="1595880" cy="28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325124-9DC2-C78A-2306-DB2E825F3D9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02821" y="449552"/>
                  <a:ext cx="1631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35E208-A5F6-9B2B-8776-3B28D0099A0E}"/>
                    </a:ext>
                  </a:extLst>
                </p14:cNvPr>
                <p14:cNvContentPartPr/>
                <p14:nvPr/>
              </p14:nvContentPartPr>
              <p14:xfrm>
                <a:off x="6841781" y="420392"/>
                <a:ext cx="1649520" cy="900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35E208-A5F6-9B2B-8776-3B28D0099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24141" y="402752"/>
                  <a:ext cx="168516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7CE5D6-D06A-59DD-593E-556F37F2D8D4}"/>
                    </a:ext>
                  </a:extLst>
                </p14:cNvPr>
                <p14:cNvContentPartPr/>
                <p14:nvPr/>
              </p14:nvContentPartPr>
              <p14:xfrm>
                <a:off x="8309141" y="757712"/>
                <a:ext cx="385920" cy="53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7CE5D6-D06A-59DD-593E-556F37F2D8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91501" y="739712"/>
                  <a:ext cx="421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373B695-D2CF-C7BD-FB89-E697ED7696DA}"/>
                    </a:ext>
                  </a:extLst>
                </p14:cNvPr>
                <p14:cNvContentPartPr/>
                <p14:nvPr/>
              </p14:nvContentPartPr>
              <p14:xfrm>
                <a:off x="8619821" y="685712"/>
                <a:ext cx="107640" cy="190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373B695-D2CF-C7BD-FB89-E697ED7696D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02181" y="668072"/>
                  <a:ext cx="1432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6B273E1-C432-FBFD-490C-C1AA3BC59C1D}"/>
                    </a:ext>
                  </a:extLst>
                </p14:cNvPr>
                <p14:cNvContentPartPr/>
                <p14:nvPr/>
              </p14:nvContentPartPr>
              <p14:xfrm>
                <a:off x="8787941" y="693992"/>
                <a:ext cx="112680" cy="71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6B273E1-C432-FBFD-490C-C1AA3BC59C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70301" y="676352"/>
                  <a:ext cx="148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4F2A7B-B324-BE65-8609-D41EBCD32C3E}"/>
                    </a:ext>
                  </a:extLst>
                </p14:cNvPr>
                <p14:cNvContentPartPr/>
                <p14:nvPr/>
              </p14:nvContentPartPr>
              <p14:xfrm>
                <a:off x="8810621" y="675992"/>
                <a:ext cx="9864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4F2A7B-B324-BE65-8609-D41EBCD32C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92621" y="658352"/>
                  <a:ext cx="13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A68D17-5EF0-FF6E-B734-58A449D802CB}"/>
                    </a:ext>
                  </a:extLst>
                </p14:cNvPr>
                <p14:cNvContentPartPr/>
                <p14:nvPr/>
              </p14:nvContentPartPr>
              <p14:xfrm>
                <a:off x="5856821" y="236432"/>
                <a:ext cx="137520" cy="132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A68D17-5EF0-FF6E-B734-58A449D802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39181" y="218792"/>
                  <a:ext cx="173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C619B45-B2F9-672B-0745-DA4CF6898DEF}"/>
                    </a:ext>
                  </a:extLst>
                </p14:cNvPr>
                <p14:cNvContentPartPr/>
                <p14:nvPr/>
              </p14:nvContentPartPr>
              <p14:xfrm>
                <a:off x="5977421" y="356672"/>
                <a:ext cx="74160" cy="10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C619B45-B2F9-672B-0745-DA4CF6898DE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59781" y="338672"/>
                  <a:ext cx="1098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CFDBE47-8B7D-D24E-D476-0129CF90FBD6}"/>
              </a:ext>
            </a:extLst>
          </p:cNvPr>
          <p:cNvGrpSpPr/>
          <p:nvPr/>
        </p:nvGrpSpPr>
        <p:grpSpPr>
          <a:xfrm>
            <a:off x="8460701" y="3514592"/>
            <a:ext cx="2926080" cy="469080"/>
            <a:chOff x="8460701" y="3514592"/>
            <a:chExt cx="292608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A80B65-A7A6-1320-2316-B2C7F46E8371}"/>
                    </a:ext>
                  </a:extLst>
                </p14:cNvPr>
                <p14:cNvContentPartPr/>
                <p14:nvPr/>
              </p14:nvContentPartPr>
              <p14:xfrm>
                <a:off x="8460701" y="3514592"/>
                <a:ext cx="57600" cy="454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A80B65-A7A6-1320-2316-B2C7F46E83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43061" y="3496592"/>
                  <a:ext cx="932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51398F-0BB7-858D-4450-47620D9C2071}"/>
                    </a:ext>
                  </a:extLst>
                </p14:cNvPr>
                <p14:cNvContentPartPr/>
                <p14:nvPr/>
              </p14:nvContentPartPr>
              <p14:xfrm>
                <a:off x="8495981" y="3536912"/>
                <a:ext cx="224640" cy="26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51398F-0BB7-858D-4450-47620D9C20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77981" y="3519272"/>
                  <a:ext cx="260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09D260-BBF7-2021-A12F-748851BA3682}"/>
                    </a:ext>
                  </a:extLst>
                </p14:cNvPr>
                <p14:cNvContentPartPr/>
                <p14:nvPr/>
              </p14:nvContentPartPr>
              <p14:xfrm>
                <a:off x="8787941" y="3691712"/>
                <a:ext cx="20160" cy="29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09D260-BBF7-2021-A12F-748851BA368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69941" y="3673712"/>
                  <a:ext cx="55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4E837F-F7DC-2CAE-535F-9FA249D7E59B}"/>
                    </a:ext>
                  </a:extLst>
                </p14:cNvPr>
                <p14:cNvContentPartPr/>
                <p14:nvPr/>
              </p14:nvContentPartPr>
              <p14:xfrm>
                <a:off x="8756981" y="3782792"/>
                <a:ext cx="183240" cy="99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4E837F-F7DC-2CAE-535F-9FA249D7E5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38981" y="3764792"/>
                  <a:ext cx="218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4AA89B-2473-93E7-CDC3-B86569966405}"/>
                    </a:ext>
                  </a:extLst>
                </p14:cNvPr>
                <p14:cNvContentPartPr/>
                <p14:nvPr/>
              </p14:nvContentPartPr>
              <p14:xfrm>
                <a:off x="9072701" y="3764792"/>
                <a:ext cx="283680" cy="52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4AA89B-2473-93E7-CDC3-B865699664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54701" y="3747152"/>
                  <a:ext cx="319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A39FB9-4C31-2D6D-46FD-382F05088E75}"/>
                    </a:ext>
                  </a:extLst>
                </p14:cNvPr>
                <p14:cNvContentPartPr/>
                <p14:nvPr/>
              </p14:nvContentPartPr>
              <p14:xfrm>
                <a:off x="9282941" y="3703232"/>
                <a:ext cx="64440" cy="145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A39FB9-4C31-2D6D-46FD-382F05088E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65301" y="3685592"/>
                  <a:ext cx="100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5A22B0-5387-1FFC-4606-83580AA86DAC}"/>
                    </a:ext>
                  </a:extLst>
                </p14:cNvPr>
                <p14:cNvContentPartPr/>
                <p14:nvPr/>
              </p14:nvContentPartPr>
              <p14:xfrm>
                <a:off x="9582461" y="3698552"/>
                <a:ext cx="75600" cy="20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5A22B0-5387-1FFC-4606-83580AA86D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64821" y="3680912"/>
                  <a:ext cx="111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A07C44-5060-CF3F-3749-51F792BFF331}"/>
                    </a:ext>
                  </a:extLst>
                </p14:cNvPr>
                <p14:cNvContentPartPr/>
                <p14:nvPr/>
              </p14:nvContentPartPr>
              <p14:xfrm>
                <a:off x="9727181" y="3773432"/>
                <a:ext cx="73080" cy="119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A07C44-5060-CF3F-3749-51F792BFF3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09181" y="3755432"/>
                  <a:ext cx="108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98BFA1-FC78-0855-74A9-F9B26C70F18C}"/>
                    </a:ext>
                  </a:extLst>
                </p14:cNvPr>
                <p14:cNvContentPartPr/>
                <p14:nvPr/>
              </p14:nvContentPartPr>
              <p14:xfrm>
                <a:off x="9877661" y="3768032"/>
                <a:ext cx="193680" cy="96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98BFA1-FC78-0855-74A9-F9B26C70F1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9661" y="3750392"/>
                  <a:ext cx="229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16163A-7F9B-E884-9583-B1146CAF5EB1}"/>
                    </a:ext>
                  </a:extLst>
                </p14:cNvPr>
                <p14:cNvContentPartPr/>
                <p14:nvPr/>
              </p14:nvContentPartPr>
              <p14:xfrm>
                <a:off x="10175741" y="3748232"/>
                <a:ext cx="82440" cy="13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16163A-7F9B-E884-9583-B1146CAF5E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57741" y="3730592"/>
                  <a:ext cx="118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B36E69-6E4A-3BA2-4518-B2C51B7766AB}"/>
                    </a:ext>
                  </a:extLst>
                </p14:cNvPr>
                <p14:cNvContentPartPr/>
                <p14:nvPr/>
              </p14:nvContentPartPr>
              <p14:xfrm>
                <a:off x="10354301" y="3730952"/>
                <a:ext cx="46800" cy="13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B36E69-6E4A-3BA2-4518-B2C51B7766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36661" y="3712952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2FB2C0-7D74-5B56-2C76-88E961C13B8D}"/>
                    </a:ext>
                  </a:extLst>
                </p14:cNvPr>
                <p14:cNvContentPartPr/>
                <p14:nvPr/>
              </p14:nvContentPartPr>
              <p14:xfrm>
                <a:off x="10730861" y="3604592"/>
                <a:ext cx="48600" cy="28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2FB2C0-7D74-5B56-2C76-88E961C13B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12861" y="3586952"/>
                  <a:ext cx="842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E30E15-0EB6-2C36-79F4-CED4807961BE}"/>
                    </a:ext>
                  </a:extLst>
                </p14:cNvPr>
                <p14:cNvContentPartPr/>
                <p14:nvPr/>
              </p14:nvContentPartPr>
              <p14:xfrm>
                <a:off x="10703501" y="3755432"/>
                <a:ext cx="115200" cy="6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E30E15-0EB6-2C36-79F4-CED4807961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685501" y="3737432"/>
                  <a:ext cx="150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E536C1-4703-0218-50EF-B2933CBE057E}"/>
                    </a:ext>
                  </a:extLst>
                </p14:cNvPr>
                <p14:cNvContentPartPr/>
                <p14:nvPr/>
              </p14:nvContentPartPr>
              <p14:xfrm>
                <a:off x="10868021" y="3765512"/>
                <a:ext cx="54000" cy="5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E536C1-4703-0218-50EF-B2933CBE057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50021" y="3747512"/>
                  <a:ext cx="89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DE046E-AE6A-AF88-AF65-B7F1E0BD1C05}"/>
                    </a:ext>
                  </a:extLst>
                </p14:cNvPr>
                <p14:cNvContentPartPr/>
                <p14:nvPr/>
              </p14:nvContentPartPr>
              <p14:xfrm>
                <a:off x="11042261" y="3764792"/>
                <a:ext cx="62280" cy="84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DE046E-AE6A-AF88-AF65-B7F1E0BD1C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24621" y="3747152"/>
                  <a:ext cx="97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D90925-FD7C-462F-3389-0EE1CFEF2568}"/>
                    </a:ext>
                  </a:extLst>
                </p14:cNvPr>
                <p14:cNvContentPartPr/>
                <p14:nvPr/>
              </p14:nvContentPartPr>
              <p14:xfrm>
                <a:off x="11178341" y="3760112"/>
                <a:ext cx="208440" cy="74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D90925-FD7C-462F-3389-0EE1CFEF256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60341" y="3742472"/>
                  <a:ext cx="2440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E2B7C98-24F3-D7DA-B6D0-74F6554B81B0}"/>
              </a:ext>
            </a:extLst>
          </p:cNvPr>
          <p:cNvGrpSpPr/>
          <p:nvPr/>
        </p:nvGrpSpPr>
        <p:grpSpPr>
          <a:xfrm>
            <a:off x="10050461" y="4072592"/>
            <a:ext cx="597960" cy="254520"/>
            <a:chOff x="10050461" y="4072592"/>
            <a:chExt cx="59796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CFF4DF-AFE0-1FE1-970C-FCD550BB45CA}"/>
                    </a:ext>
                  </a:extLst>
                </p14:cNvPr>
                <p14:cNvContentPartPr/>
                <p14:nvPr/>
              </p14:nvContentPartPr>
              <p14:xfrm>
                <a:off x="10050461" y="4135592"/>
                <a:ext cx="83880" cy="169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CFF4DF-AFE0-1FE1-970C-FCD550BB45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32821" y="4117592"/>
                  <a:ext cx="119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9DA802-EC2E-BA2A-BB60-D52C4DB830FE}"/>
                    </a:ext>
                  </a:extLst>
                </p14:cNvPr>
                <p14:cNvContentPartPr/>
                <p14:nvPr/>
              </p14:nvContentPartPr>
              <p14:xfrm>
                <a:off x="10305701" y="4072592"/>
                <a:ext cx="15840" cy="230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9DA802-EC2E-BA2A-BB60-D52C4DB830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88061" y="4054952"/>
                  <a:ext cx="51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C1CFB0-6992-E32B-3046-14D102C7256A}"/>
                    </a:ext>
                  </a:extLst>
                </p14:cNvPr>
                <p14:cNvContentPartPr/>
                <p14:nvPr/>
              </p14:nvContentPartPr>
              <p14:xfrm>
                <a:off x="10294901" y="4152152"/>
                <a:ext cx="88200" cy="120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C1CFB0-6992-E32B-3046-14D102C7256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77261" y="4134512"/>
                  <a:ext cx="123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2DE3882-F0F3-79D6-CB61-B85777CB2CBC}"/>
                    </a:ext>
                  </a:extLst>
                </p14:cNvPr>
                <p14:cNvContentPartPr/>
                <p14:nvPr/>
              </p14:nvContentPartPr>
              <p14:xfrm>
                <a:off x="10493261" y="4106792"/>
                <a:ext cx="155160" cy="22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2DE3882-F0F3-79D6-CB61-B85777CB2CB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75261" y="4089152"/>
                  <a:ext cx="19080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B8C69C3-986E-2645-27D6-C1EAC7DACFBF}"/>
              </a:ext>
            </a:extLst>
          </p:cNvPr>
          <p:cNvGrpSpPr/>
          <p:nvPr/>
        </p:nvGrpSpPr>
        <p:grpSpPr>
          <a:xfrm>
            <a:off x="8539541" y="4529072"/>
            <a:ext cx="3097800" cy="367200"/>
            <a:chOff x="8539541" y="4529072"/>
            <a:chExt cx="309780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3CD584-11BD-40F5-DDC3-B2AA9BE25185}"/>
                    </a:ext>
                  </a:extLst>
                </p14:cNvPr>
                <p14:cNvContentPartPr/>
                <p14:nvPr/>
              </p14:nvContentPartPr>
              <p14:xfrm>
                <a:off x="8539541" y="4529072"/>
                <a:ext cx="43200" cy="367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3CD584-11BD-40F5-DDC3-B2AA9BE251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1901" y="4511432"/>
                  <a:ext cx="788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0076B8-6D95-948C-0279-CE2BA24BF489}"/>
                    </a:ext>
                  </a:extLst>
                </p14:cNvPr>
                <p14:cNvContentPartPr/>
                <p14:nvPr/>
              </p14:nvContentPartPr>
              <p14:xfrm>
                <a:off x="8557181" y="4555712"/>
                <a:ext cx="176760" cy="184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0076B8-6D95-948C-0279-CE2BA24BF4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39541" y="4538072"/>
                  <a:ext cx="212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D9F45F-D0C1-0E65-EAB6-7A8037702810}"/>
                    </a:ext>
                  </a:extLst>
                </p14:cNvPr>
                <p14:cNvContentPartPr/>
                <p14:nvPr/>
              </p14:nvContentPartPr>
              <p14:xfrm>
                <a:off x="8806661" y="4693232"/>
                <a:ext cx="120600" cy="18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D9F45F-D0C1-0E65-EAB6-7A80377028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89021" y="4675592"/>
                  <a:ext cx="15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6FCF1B-AB85-CBE0-6657-9C30A1481570}"/>
                    </a:ext>
                  </a:extLst>
                </p14:cNvPr>
                <p14:cNvContentPartPr/>
                <p14:nvPr/>
              </p14:nvContentPartPr>
              <p14:xfrm>
                <a:off x="9169181" y="4693232"/>
                <a:ext cx="352800" cy="37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6FCF1B-AB85-CBE0-6657-9C30A148157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51541" y="4675592"/>
                  <a:ext cx="388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860CA5-B472-0488-673F-12FD1747C0CB}"/>
                    </a:ext>
                  </a:extLst>
                </p14:cNvPr>
                <p14:cNvContentPartPr/>
                <p14:nvPr/>
              </p14:nvContentPartPr>
              <p14:xfrm>
                <a:off x="9442421" y="4607192"/>
                <a:ext cx="100080" cy="22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860CA5-B472-0488-673F-12FD1747C0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24421" y="4589192"/>
                  <a:ext cx="135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E153C90-F7A0-1EC6-0FAF-E154EBA470D4}"/>
                    </a:ext>
                  </a:extLst>
                </p14:cNvPr>
                <p14:cNvContentPartPr/>
                <p14:nvPr/>
              </p14:nvContentPartPr>
              <p14:xfrm>
                <a:off x="9855341" y="4592072"/>
                <a:ext cx="146520" cy="248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E153C90-F7A0-1EC6-0FAF-E154EBA470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37701" y="4574072"/>
                  <a:ext cx="182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37BC87-C41E-3B03-239D-67CAE38E0847}"/>
                    </a:ext>
                  </a:extLst>
                </p14:cNvPr>
                <p14:cNvContentPartPr/>
                <p14:nvPr/>
              </p14:nvContentPartPr>
              <p14:xfrm>
                <a:off x="10086821" y="4710512"/>
                <a:ext cx="137520" cy="129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37BC87-C41E-3B03-239D-67CAE38E08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68821" y="4692872"/>
                  <a:ext cx="173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EBDA91A-21EB-81A0-7E0D-F19E66814799}"/>
                    </a:ext>
                  </a:extLst>
                </p14:cNvPr>
                <p14:cNvContentPartPr/>
                <p14:nvPr/>
              </p14:nvContentPartPr>
              <p14:xfrm>
                <a:off x="10343861" y="4609712"/>
                <a:ext cx="31680" cy="234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EBDA91A-21EB-81A0-7E0D-F19E668147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326221" y="4592072"/>
                  <a:ext cx="67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4F0E0C-C221-6A05-B982-20D704A88BA0}"/>
                    </a:ext>
                  </a:extLst>
                </p14:cNvPr>
                <p14:cNvContentPartPr/>
                <p14:nvPr/>
              </p14:nvContentPartPr>
              <p14:xfrm>
                <a:off x="10285541" y="4734272"/>
                <a:ext cx="69840" cy="3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4F0E0C-C221-6A05-B982-20D704A88B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67541" y="4716632"/>
                  <a:ext cx="105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10EC31-AE72-A6A6-5D92-F73CD382BD56}"/>
                    </a:ext>
                  </a:extLst>
                </p14:cNvPr>
                <p14:cNvContentPartPr/>
                <p14:nvPr/>
              </p14:nvContentPartPr>
              <p14:xfrm>
                <a:off x="10478501" y="4669472"/>
                <a:ext cx="107280" cy="169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10EC31-AE72-A6A6-5D92-F73CD382BD5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0861" y="4651472"/>
                  <a:ext cx="142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42F69C-1177-12D8-4D03-54F74D44582F}"/>
                    </a:ext>
                  </a:extLst>
                </p14:cNvPr>
                <p14:cNvContentPartPr/>
                <p14:nvPr/>
              </p14:nvContentPartPr>
              <p14:xfrm>
                <a:off x="10705661" y="4671272"/>
                <a:ext cx="108360" cy="178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42F69C-1177-12D8-4D03-54F74D44582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88021" y="4653272"/>
                  <a:ext cx="144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44E75B-0E0E-1246-E7A6-A784C99A9CB8}"/>
                    </a:ext>
                  </a:extLst>
                </p14:cNvPr>
                <p14:cNvContentPartPr/>
                <p14:nvPr/>
              </p14:nvContentPartPr>
              <p14:xfrm>
                <a:off x="10917701" y="4579472"/>
                <a:ext cx="125280" cy="268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44E75B-0E0E-1246-E7A6-A784C99A9C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00061" y="4561832"/>
                  <a:ext cx="160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983FF7B-5EAA-5DA0-303E-A1B2D30117B9}"/>
                    </a:ext>
                  </a:extLst>
                </p14:cNvPr>
                <p14:cNvContentPartPr/>
                <p14:nvPr/>
              </p14:nvContentPartPr>
              <p14:xfrm>
                <a:off x="11098421" y="4701872"/>
                <a:ext cx="98640" cy="118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983FF7B-5EAA-5DA0-303E-A1B2D30117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80781" y="4684232"/>
                  <a:ext cx="134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17DA44-2DA8-D5AA-FA09-88314269F45E}"/>
                    </a:ext>
                  </a:extLst>
                </p14:cNvPr>
                <p14:cNvContentPartPr/>
                <p14:nvPr/>
              </p14:nvContentPartPr>
              <p14:xfrm>
                <a:off x="11240621" y="4561472"/>
                <a:ext cx="282240" cy="265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17DA44-2DA8-D5AA-FA09-88314269F45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22981" y="4543472"/>
                  <a:ext cx="317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AF38C6-4206-1E0E-B735-A9DF1D4BCDFF}"/>
                    </a:ext>
                  </a:extLst>
                </p14:cNvPr>
                <p14:cNvContentPartPr/>
                <p14:nvPr/>
              </p14:nvContentPartPr>
              <p14:xfrm>
                <a:off x="11444381" y="4676672"/>
                <a:ext cx="192960" cy="84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AF38C6-4206-1E0E-B735-A9DF1D4BCD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26741" y="4659032"/>
                  <a:ext cx="22860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0C3E75E-E799-39E1-F440-7D581258C743}"/>
              </a:ext>
            </a:extLst>
          </p:cNvPr>
          <p:cNvGrpSpPr/>
          <p:nvPr/>
        </p:nvGrpSpPr>
        <p:grpSpPr>
          <a:xfrm>
            <a:off x="8695421" y="5163392"/>
            <a:ext cx="203760" cy="368280"/>
            <a:chOff x="8695421" y="5163392"/>
            <a:chExt cx="2037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678F7C-0362-E9F9-553B-65113B12045A}"/>
                    </a:ext>
                  </a:extLst>
                </p14:cNvPr>
                <p14:cNvContentPartPr/>
                <p14:nvPr/>
              </p14:nvContentPartPr>
              <p14:xfrm>
                <a:off x="8702621" y="5170592"/>
                <a:ext cx="9000" cy="36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678F7C-0362-E9F9-553B-65113B1204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84621" y="5152952"/>
                  <a:ext cx="446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5507F96-9D8F-F286-99EB-A305CFBA0912}"/>
                    </a:ext>
                  </a:extLst>
                </p14:cNvPr>
                <p14:cNvContentPartPr/>
                <p14:nvPr/>
              </p14:nvContentPartPr>
              <p14:xfrm>
                <a:off x="8695421" y="5163392"/>
                <a:ext cx="203760" cy="198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5507F96-9D8F-F286-99EB-A305CFBA091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77421" y="5145392"/>
                  <a:ext cx="23940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9DD1DDB-82D9-C43E-0D7A-97E8F4393A73}"/>
              </a:ext>
            </a:extLst>
          </p:cNvPr>
          <p:cNvGrpSpPr/>
          <p:nvPr/>
        </p:nvGrpSpPr>
        <p:grpSpPr>
          <a:xfrm>
            <a:off x="9262421" y="5093192"/>
            <a:ext cx="2441880" cy="299880"/>
            <a:chOff x="9262421" y="5093192"/>
            <a:chExt cx="244188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A9E558-39DC-BF73-C32C-45AE58DAB620}"/>
                    </a:ext>
                  </a:extLst>
                </p14:cNvPr>
                <p14:cNvContentPartPr/>
                <p14:nvPr/>
              </p14:nvContentPartPr>
              <p14:xfrm>
                <a:off x="9262421" y="5273912"/>
                <a:ext cx="328680" cy="2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A9E558-39DC-BF73-C32C-45AE58DAB62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44781" y="5256272"/>
                  <a:ext cx="364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3B8CFFD-22B0-3E96-E4AA-F1FB98965C90}"/>
                    </a:ext>
                  </a:extLst>
                </p14:cNvPr>
                <p14:cNvContentPartPr/>
                <p14:nvPr/>
              </p14:nvContentPartPr>
              <p14:xfrm>
                <a:off x="9516941" y="5154392"/>
                <a:ext cx="110880" cy="181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3B8CFFD-22B0-3E96-E4AA-F1FB98965C9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99301" y="5136752"/>
                  <a:ext cx="146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B74F4D8-BEC1-BB7C-ECC3-559C958FD7AF}"/>
                    </a:ext>
                  </a:extLst>
                </p14:cNvPr>
                <p14:cNvContentPartPr/>
                <p14:nvPr/>
              </p14:nvContentPartPr>
              <p14:xfrm>
                <a:off x="9893861" y="5093192"/>
                <a:ext cx="163080" cy="28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B74F4D8-BEC1-BB7C-ECC3-559C958FD7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75861" y="5075552"/>
                  <a:ext cx="198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E27236-F3A2-1096-DA38-39967F777428}"/>
                    </a:ext>
                  </a:extLst>
                </p14:cNvPr>
                <p14:cNvContentPartPr/>
                <p14:nvPr/>
              </p14:nvContentPartPr>
              <p14:xfrm>
                <a:off x="10126781" y="5236472"/>
                <a:ext cx="122400" cy="13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E27236-F3A2-1096-DA38-39967F7774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09141" y="5218472"/>
                  <a:ext cx="158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AD845E5-5170-19E4-6E76-ECA543F7B8F2}"/>
                    </a:ext>
                  </a:extLst>
                </p14:cNvPr>
                <p14:cNvContentPartPr/>
                <p14:nvPr/>
              </p14:nvContentPartPr>
              <p14:xfrm>
                <a:off x="10453301" y="5263832"/>
                <a:ext cx="41760" cy="3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AD845E5-5170-19E4-6E76-ECA543F7B8F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35301" y="5246192"/>
                  <a:ext cx="77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28CB185-A2B3-BEF8-1B55-D576F7B5CDE9}"/>
                    </a:ext>
                  </a:extLst>
                </p14:cNvPr>
                <p14:cNvContentPartPr/>
                <p14:nvPr/>
              </p14:nvContentPartPr>
              <p14:xfrm>
                <a:off x="10400021" y="5139992"/>
                <a:ext cx="42120" cy="253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28CB185-A2B3-BEF8-1B55-D576F7B5CD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82381" y="5121992"/>
                  <a:ext cx="77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EB7CE5-206F-0279-3EE8-F0BD4B90DCC9}"/>
                    </a:ext>
                  </a:extLst>
                </p14:cNvPr>
                <p14:cNvContentPartPr/>
                <p14:nvPr/>
              </p14:nvContentPartPr>
              <p14:xfrm>
                <a:off x="10368701" y="5213072"/>
                <a:ext cx="269280" cy="135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EB7CE5-206F-0279-3EE8-F0BD4B90DCC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1061" y="5195432"/>
                  <a:ext cx="304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6C89B95-C277-DDA8-506F-A3AE7FC9C775}"/>
                    </a:ext>
                  </a:extLst>
                </p14:cNvPr>
                <p14:cNvContentPartPr/>
                <p14:nvPr/>
              </p14:nvContentPartPr>
              <p14:xfrm>
                <a:off x="10803941" y="5199392"/>
                <a:ext cx="119520" cy="189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6C89B95-C277-DDA8-506F-A3AE7FC9C7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86301" y="5181752"/>
                  <a:ext cx="155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3BDF3D-60AA-189A-CA74-8B6A2FDB8F2B}"/>
                    </a:ext>
                  </a:extLst>
                </p14:cNvPr>
                <p14:cNvContentPartPr/>
                <p14:nvPr/>
              </p14:nvContentPartPr>
              <p14:xfrm>
                <a:off x="10965581" y="5106872"/>
                <a:ext cx="529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3BDF3D-60AA-189A-CA74-8B6A2FDB8F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47941" y="5089232"/>
                  <a:ext cx="88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505547-E739-583E-C22B-1BA07AF350D2}"/>
                    </a:ext>
                  </a:extLst>
                </p14:cNvPr>
                <p14:cNvContentPartPr/>
                <p14:nvPr/>
              </p14:nvContentPartPr>
              <p14:xfrm>
                <a:off x="11004461" y="5236112"/>
                <a:ext cx="95400" cy="83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505547-E739-583E-C22B-1BA07AF350D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86461" y="5218472"/>
                  <a:ext cx="13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B55A78D-A922-A90E-3E2E-C45E662B82C3}"/>
                    </a:ext>
                  </a:extLst>
                </p14:cNvPr>
                <p14:cNvContentPartPr/>
                <p14:nvPr/>
              </p14:nvContentPartPr>
              <p14:xfrm>
                <a:off x="11139461" y="5217032"/>
                <a:ext cx="117000" cy="131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B55A78D-A922-A90E-3E2E-C45E662B82C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21821" y="5199392"/>
                  <a:ext cx="152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8CE459-3E58-3B23-BF52-915EE68F80A8}"/>
                    </a:ext>
                  </a:extLst>
                </p14:cNvPr>
                <p14:cNvContentPartPr/>
                <p14:nvPr/>
              </p14:nvContentPartPr>
              <p14:xfrm>
                <a:off x="11271941" y="5102192"/>
                <a:ext cx="339120" cy="242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8CE459-3E58-3B23-BF52-915EE68F80A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54301" y="5084552"/>
                  <a:ext cx="374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FD6AAE2-EC7A-115F-A6C8-E544C7ED3C79}"/>
                    </a:ext>
                  </a:extLst>
                </p14:cNvPr>
                <p14:cNvContentPartPr/>
                <p14:nvPr/>
              </p14:nvContentPartPr>
              <p14:xfrm>
                <a:off x="11583341" y="5190752"/>
                <a:ext cx="120960" cy="67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FD6AAE2-EC7A-115F-A6C8-E544C7ED3C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565341" y="5172752"/>
                  <a:ext cx="1566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1AFD957-CCEC-794A-4CB5-D6430BF89413}"/>
              </a:ext>
            </a:extLst>
          </p:cNvPr>
          <p:cNvGrpSpPr/>
          <p:nvPr/>
        </p:nvGrpSpPr>
        <p:grpSpPr>
          <a:xfrm>
            <a:off x="8567261" y="5737952"/>
            <a:ext cx="359640" cy="270720"/>
            <a:chOff x="8567261" y="5737952"/>
            <a:chExt cx="3596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6124F4F-4AFE-5220-F53A-2E80FB7A1A9B}"/>
                    </a:ext>
                  </a:extLst>
                </p14:cNvPr>
                <p14:cNvContentPartPr/>
                <p14:nvPr/>
              </p14:nvContentPartPr>
              <p14:xfrm>
                <a:off x="8567261" y="5737952"/>
                <a:ext cx="359640" cy="47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6124F4F-4AFE-5220-F53A-2E80FB7A1A9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49261" y="5719952"/>
                  <a:ext cx="395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423F165-D9D2-FE09-B433-7725A51D7D96}"/>
                    </a:ext>
                  </a:extLst>
                </p14:cNvPr>
                <p14:cNvContentPartPr/>
                <p14:nvPr/>
              </p14:nvContentPartPr>
              <p14:xfrm>
                <a:off x="8794421" y="5746232"/>
                <a:ext cx="16560" cy="262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423F165-D9D2-FE09-B433-7725A51D7D9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76421" y="5728232"/>
                  <a:ext cx="5220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83D0719-3412-EDCF-0CF5-6D91F77C5316}"/>
              </a:ext>
            </a:extLst>
          </p:cNvPr>
          <p:cNvGrpSpPr/>
          <p:nvPr/>
        </p:nvGrpSpPr>
        <p:grpSpPr>
          <a:xfrm>
            <a:off x="9179981" y="5759552"/>
            <a:ext cx="371520" cy="149760"/>
            <a:chOff x="9179981" y="5759552"/>
            <a:chExt cx="3715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9A2DD19-1BDD-0415-F45A-24BF6960AB58}"/>
                    </a:ext>
                  </a:extLst>
                </p14:cNvPr>
                <p14:cNvContentPartPr/>
                <p14:nvPr/>
              </p14:nvContentPartPr>
              <p14:xfrm>
                <a:off x="9179981" y="5847032"/>
                <a:ext cx="355680" cy="26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9A2DD19-1BDD-0415-F45A-24BF6960AB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61981" y="5829392"/>
                  <a:ext cx="391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4E25BC-A6F3-A40D-6FD2-4F339AABEC23}"/>
                    </a:ext>
                  </a:extLst>
                </p14:cNvPr>
                <p14:cNvContentPartPr/>
                <p14:nvPr/>
              </p14:nvContentPartPr>
              <p14:xfrm>
                <a:off x="9439901" y="5759552"/>
                <a:ext cx="111600" cy="149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4E25BC-A6F3-A40D-6FD2-4F339AABEC2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22261" y="5741552"/>
                  <a:ext cx="14724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A7D6C20-EA11-6533-6D0B-2A9B38D95DFC}"/>
              </a:ext>
            </a:extLst>
          </p:cNvPr>
          <p:cNvGrpSpPr/>
          <p:nvPr/>
        </p:nvGrpSpPr>
        <p:grpSpPr>
          <a:xfrm>
            <a:off x="9781181" y="5677112"/>
            <a:ext cx="115920" cy="350640"/>
            <a:chOff x="9781181" y="5677112"/>
            <a:chExt cx="11592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C45811A-3F77-8F43-3920-D5C6CA5FE16B}"/>
                    </a:ext>
                  </a:extLst>
                </p14:cNvPr>
                <p14:cNvContentPartPr/>
                <p14:nvPr/>
              </p14:nvContentPartPr>
              <p14:xfrm>
                <a:off x="9781181" y="5677112"/>
                <a:ext cx="101520" cy="247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C45811A-3F77-8F43-3920-D5C6CA5FE1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63181" y="5659472"/>
                  <a:ext cx="137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ED9A489-43AD-7942-711D-AD2C189AC27D}"/>
                    </a:ext>
                  </a:extLst>
                </p14:cNvPr>
                <p14:cNvContentPartPr/>
                <p14:nvPr/>
              </p14:nvContentPartPr>
              <p14:xfrm>
                <a:off x="9886301" y="6011912"/>
                <a:ext cx="10800" cy="15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ED9A489-43AD-7942-711D-AD2C189AC2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68661" y="5994272"/>
                  <a:ext cx="464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AD89A0-2B86-6374-16B4-6338B77E14CB}"/>
              </a:ext>
            </a:extLst>
          </p:cNvPr>
          <p:cNvGrpSpPr/>
          <p:nvPr/>
        </p:nvGrpSpPr>
        <p:grpSpPr>
          <a:xfrm>
            <a:off x="8659781" y="6253472"/>
            <a:ext cx="455760" cy="363600"/>
            <a:chOff x="8659781" y="6253472"/>
            <a:chExt cx="45576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F90E443-A161-EEC3-EFEA-014C1D6352CE}"/>
                    </a:ext>
                  </a:extLst>
                </p14:cNvPr>
                <p14:cNvContentPartPr/>
                <p14:nvPr/>
              </p14:nvContentPartPr>
              <p14:xfrm>
                <a:off x="8659781" y="6272912"/>
                <a:ext cx="135720" cy="22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F90E443-A161-EEC3-EFEA-014C1D6352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42141" y="6255272"/>
                  <a:ext cx="171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D6B8E5-D6F3-6319-F8D9-61737CB92082}"/>
                    </a:ext>
                  </a:extLst>
                </p14:cNvPr>
                <p14:cNvContentPartPr/>
                <p14:nvPr/>
              </p14:nvContentPartPr>
              <p14:xfrm>
                <a:off x="8855981" y="6295952"/>
                <a:ext cx="34200" cy="246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D6B8E5-D6F3-6319-F8D9-61737CB9208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37981" y="6277952"/>
                  <a:ext cx="69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0B2D375-B27C-FDFE-7241-4869CF72C613}"/>
                    </a:ext>
                  </a:extLst>
                </p14:cNvPr>
                <p14:cNvContentPartPr/>
                <p14:nvPr/>
              </p14:nvContentPartPr>
              <p14:xfrm>
                <a:off x="8819621" y="6253472"/>
                <a:ext cx="165240" cy="21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0B2D375-B27C-FDFE-7241-4869CF72C61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01981" y="6235472"/>
                  <a:ext cx="200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12872B-B3E6-B632-B817-519046702C2D}"/>
                    </a:ext>
                  </a:extLst>
                </p14:cNvPr>
                <p14:cNvContentPartPr/>
                <p14:nvPr/>
              </p14:nvContentPartPr>
              <p14:xfrm>
                <a:off x="9010061" y="6476672"/>
                <a:ext cx="105480" cy="140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12872B-B3E6-B632-B817-519046702C2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92421" y="6459032"/>
                  <a:ext cx="1411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1E8EEA4-4E49-8154-F821-295E3B42C5CE}"/>
              </a:ext>
            </a:extLst>
          </p:cNvPr>
          <p:cNvGrpSpPr/>
          <p:nvPr/>
        </p:nvGrpSpPr>
        <p:grpSpPr>
          <a:xfrm>
            <a:off x="9376901" y="6341672"/>
            <a:ext cx="323640" cy="140040"/>
            <a:chOff x="9376901" y="6341672"/>
            <a:chExt cx="32364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E7F4DB9-32E8-15E9-0BBB-C11A85D7E8A1}"/>
                    </a:ext>
                  </a:extLst>
                </p14:cNvPr>
                <p14:cNvContentPartPr/>
                <p14:nvPr/>
              </p14:nvContentPartPr>
              <p14:xfrm>
                <a:off x="9376901" y="6417992"/>
                <a:ext cx="312480" cy="31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E7F4DB9-32E8-15E9-0BBB-C11A85D7E8A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59261" y="6399992"/>
                  <a:ext cx="34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A3F9A8-A5C6-AA68-574F-EBD4836216DF}"/>
                    </a:ext>
                  </a:extLst>
                </p14:cNvPr>
                <p14:cNvContentPartPr/>
                <p14:nvPr/>
              </p14:nvContentPartPr>
              <p14:xfrm>
                <a:off x="9617381" y="6341672"/>
                <a:ext cx="83160" cy="140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A3F9A8-A5C6-AA68-574F-EBD4836216D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99381" y="6323672"/>
                  <a:ext cx="1188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C1C532-7123-9CE6-1861-08D643023020}"/>
              </a:ext>
            </a:extLst>
          </p:cNvPr>
          <p:cNvGrpSpPr/>
          <p:nvPr/>
        </p:nvGrpSpPr>
        <p:grpSpPr>
          <a:xfrm>
            <a:off x="10073861" y="6232952"/>
            <a:ext cx="1806840" cy="294480"/>
            <a:chOff x="10073861" y="6232952"/>
            <a:chExt cx="18068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17E47D0-4D25-0B35-2613-71CB015711B4}"/>
                    </a:ext>
                  </a:extLst>
                </p14:cNvPr>
                <p14:cNvContentPartPr/>
                <p14:nvPr/>
              </p14:nvContentPartPr>
              <p14:xfrm>
                <a:off x="10073861" y="6235112"/>
                <a:ext cx="142920" cy="292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17E47D0-4D25-0B35-2613-71CB015711B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56221" y="6217112"/>
                  <a:ext cx="1785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191BF9B-E852-E77D-823E-12016C314F66}"/>
                    </a:ext>
                  </a:extLst>
                </p14:cNvPr>
                <p14:cNvContentPartPr/>
                <p14:nvPr/>
              </p14:nvContentPartPr>
              <p14:xfrm>
                <a:off x="10334141" y="6379112"/>
                <a:ext cx="123120" cy="119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191BF9B-E852-E77D-823E-12016C314F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16501" y="6361112"/>
                  <a:ext cx="158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DD70D74-9DFB-D369-0160-70E0392E6DCC}"/>
                    </a:ext>
                  </a:extLst>
                </p14:cNvPr>
                <p14:cNvContentPartPr/>
                <p14:nvPr/>
              </p14:nvContentPartPr>
              <p14:xfrm>
                <a:off x="10581461" y="6244832"/>
                <a:ext cx="24840" cy="214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DD70D74-9DFB-D369-0160-70E0392E6DC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63821" y="6226832"/>
                  <a:ext cx="60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D9CDEB8-D6E4-0B4D-31D4-74143991A340}"/>
                    </a:ext>
                  </a:extLst>
                </p14:cNvPr>
                <p14:cNvContentPartPr/>
                <p14:nvPr/>
              </p14:nvContentPartPr>
              <p14:xfrm>
                <a:off x="10528541" y="6357512"/>
                <a:ext cx="276480" cy="127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D9CDEB8-D6E4-0B4D-31D4-74143991A3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510541" y="6339872"/>
                  <a:ext cx="312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30CE98-4B4B-B6BD-D877-232C4C25688A}"/>
                    </a:ext>
                  </a:extLst>
                </p14:cNvPr>
                <p14:cNvContentPartPr/>
                <p14:nvPr/>
              </p14:nvContentPartPr>
              <p14:xfrm>
                <a:off x="10915901" y="6333032"/>
                <a:ext cx="119160" cy="194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30CE98-4B4B-B6BD-D877-232C4C25688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98261" y="6315032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02ECD4-3B83-42D1-E3BE-52EF32006F13}"/>
                    </a:ext>
                  </a:extLst>
                </p14:cNvPr>
                <p14:cNvContentPartPr/>
                <p14:nvPr/>
              </p14:nvContentPartPr>
              <p14:xfrm>
                <a:off x="11104541" y="6272912"/>
                <a:ext cx="88200" cy="203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02ECD4-3B83-42D1-E3BE-52EF32006F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86541" y="6255272"/>
                  <a:ext cx="123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CEA7FFD-B888-F7D1-B83D-C3FC2BAB28E6}"/>
                    </a:ext>
                  </a:extLst>
                </p14:cNvPr>
                <p14:cNvContentPartPr/>
                <p14:nvPr/>
              </p14:nvContentPartPr>
              <p14:xfrm>
                <a:off x="11181941" y="6354272"/>
                <a:ext cx="111600" cy="115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CEA7FFD-B888-F7D1-B83D-C3FC2BAB28E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63941" y="6336272"/>
                  <a:ext cx="147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F64DAE1-E1AA-D3A0-5F6D-7184F7AE1F76}"/>
                    </a:ext>
                  </a:extLst>
                </p14:cNvPr>
                <p14:cNvContentPartPr/>
                <p14:nvPr/>
              </p14:nvContentPartPr>
              <p14:xfrm>
                <a:off x="11314061" y="6353552"/>
                <a:ext cx="7560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F64DAE1-E1AA-D3A0-5F6D-7184F7AE1F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96421" y="6335552"/>
                  <a:ext cx="111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135BAF0-03C2-DEBF-88FB-B764761545D3}"/>
                    </a:ext>
                  </a:extLst>
                </p14:cNvPr>
                <p14:cNvContentPartPr/>
                <p14:nvPr/>
              </p14:nvContentPartPr>
              <p14:xfrm>
                <a:off x="11489381" y="6381632"/>
                <a:ext cx="7812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135BAF0-03C2-DEBF-88FB-B764761545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471741" y="6363632"/>
                  <a:ext cx="113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D3C11F-783D-5938-2B4F-828022BD4A81}"/>
                    </a:ext>
                  </a:extLst>
                </p14:cNvPr>
                <p14:cNvContentPartPr/>
                <p14:nvPr/>
              </p14:nvContentPartPr>
              <p14:xfrm>
                <a:off x="11636621" y="6232952"/>
                <a:ext cx="195480" cy="259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D3C11F-783D-5938-2B4F-828022BD4A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618621" y="6214952"/>
                  <a:ext cx="231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85C39CA-FD08-6A1B-4185-B843DA8DC923}"/>
                    </a:ext>
                  </a:extLst>
                </p14:cNvPr>
                <p14:cNvContentPartPr/>
                <p14:nvPr/>
              </p14:nvContentPartPr>
              <p14:xfrm>
                <a:off x="11872421" y="6429152"/>
                <a:ext cx="8280" cy="9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85C39CA-FD08-6A1B-4185-B843DA8DC92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854781" y="6411512"/>
                  <a:ext cx="439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1D87E9F-A7F8-2ED1-CEA3-4129007163BC}"/>
              </a:ext>
            </a:extLst>
          </p:cNvPr>
          <p:cNvGrpSpPr/>
          <p:nvPr/>
        </p:nvGrpSpPr>
        <p:grpSpPr>
          <a:xfrm>
            <a:off x="8406341" y="1365392"/>
            <a:ext cx="1457280" cy="496080"/>
            <a:chOff x="8406341" y="1365392"/>
            <a:chExt cx="14572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573316A-0664-E8EA-8CDB-F7149C532DA3}"/>
                    </a:ext>
                  </a:extLst>
                </p14:cNvPr>
                <p14:cNvContentPartPr/>
                <p14:nvPr/>
              </p14:nvContentPartPr>
              <p14:xfrm>
                <a:off x="8406341" y="1438472"/>
                <a:ext cx="60480" cy="423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573316A-0664-E8EA-8CDB-F7149C532DA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88341" y="1420472"/>
                  <a:ext cx="961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8901B1-6AA6-B48C-1B9D-F7E4DB0EF1A1}"/>
                    </a:ext>
                  </a:extLst>
                </p14:cNvPr>
                <p14:cNvContentPartPr/>
                <p14:nvPr/>
              </p14:nvContentPartPr>
              <p14:xfrm>
                <a:off x="8414261" y="1436672"/>
                <a:ext cx="207360" cy="160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8901B1-6AA6-B48C-1B9D-F7E4DB0EF1A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96621" y="1418672"/>
                  <a:ext cx="243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D91947-177F-403C-0C6C-1F53C918E47D}"/>
                    </a:ext>
                  </a:extLst>
                </p14:cNvPr>
                <p14:cNvContentPartPr/>
                <p14:nvPr/>
              </p14:nvContentPartPr>
              <p14:xfrm>
                <a:off x="8650061" y="1557272"/>
                <a:ext cx="42480" cy="295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D91947-177F-403C-0C6C-1F53C918E47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32421" y="1539272"/>
                  <a:ext cx="78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1BE4FA8-4DA0-0276-2904-2B133F7BBE8F}"/>
                    </a:ext>
                  </a:extLst>
                </p14:cNvPr>
                <p14:cNvContentPartPr/>
                <p14:nvPr/>
              </p14:nvContentPartPr>
              <p14:xfrm>
                <a:off x="8604701" y="1652672"/>
                <a:ext cx="144720" cy="106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1BE4FA8-4DA0-0276-2904-2B133F7BBE8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86701" y="1635032"/>
                  <a:ext cx="180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8974D4B-886B-A589-8951-491BB596F757}"/>
                    </a:ext>
                  </a:extLst>
                </p14:cNvPr>
                <p14:cNvContentPartPr/>
                <p14:nvPr/>
              </p14:nvContentPartPr>
              <p14:xfrm>
                <a:off x="8888741" y="1613792"/>
                <a:ext cx="75240" cy="91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8974D4B-886B-A589-8951-491BB596F75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70741" y="1596152"/>
                  <a:ext cx="11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874FC9C-4652-17F5-BD07-C35AA42355F9}"/>
                    </a:ext>
                  </a:extLst>
                </p14:cNvPr>
                <p14:cNvContentPartPr/>
                <p14:nvPr/>
              </p14:nvContentPartPr>
              <p14:xfrm>
                <a:off x="9209141" y="1425872"/>
                <a:ext cx="42840" cy="350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874FC9C-4652-17F5-BD07-C35AA42355F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91501" y="1408232"/>
                  <a:ext cx="784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A44D1AD-967A-CD38-0E2A-BC01FBD36F1F}"/>
                    </a:ext>
                  </a:extLst>
                </p14:cNvPr>
                <p14:cNvContentPartPr/>
                <p14:nvPr/>
              </p14:nvContentPartPr>
              <p14:xfrm>
                <a:off x="9242261" y="1365392"/>
                <a:ext cx="170280" cy="243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A44D1AD-967A-CD38-0E2A-BC01FBD36F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24621" y="1347752"/>
                  <a:ext cx="205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C6E1C90-BCE0-ADF4-010E-CD41217D987B}"/>
                    </a:ext>
                  </a:extLst>
                </p14:cNvPr>
                <p14:cNvContentPartPr/>
                <p14:nvPr/>
              </p14:nvContentPartPr>
              <p14:xfrm>
                <a:off x="9473021" y="1589672"/>
                <a:ext cx="69480" cy="122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C6E1C90-BCE0-ADF4-010E-CD41217D987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55021" y="1571672"/>
                  <a:ext cx="105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3B600A4-86D9-27A8-6E46-1C6117DB00A0}"/>
                    </a:ext>
                  </a:extLst>
                </p14:cNvPr>
                <p14:cNvContentPartPr/>
                <p14:nvPr/>
              </p14:nvContentPartPr>
              <p14:xfrm>
                <a:off x="9684341" y="1563032"/>
                <a:ext cx="179280" cy="1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3B600A4-86D9-27A8-6E46-1C6117DB00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66341" y="1545392"/>
                  <a:ext cx="214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412A1F5-7C85-27C5-C8AF-8A83D8C46FFB}"/>
                    </a:ext>
                  </a:extLst>
                </p14:cNvPr>
                <p14:cNvContentPartPr/>
                <p14:nvPr/>
              </p14:nvContentPartPr>
              <p14:xfrm>
                <a:off x="9740141" y="1525952"/>
                <a:ext cx="113040" cy="152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412A1F5-7C85-27C5-C8AF-8A83D8C46FF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22141" y="1508312"/>
                  <a:ext cx="1486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17EC564-9278-EFB7-A13F-D6C3FEDF6E12}"/>
              </a:ext>
            </a:extLst>
          </p:cNvPr>
          <p:cNvGrpSpPr/>
          <p:nvPr/>
        </p:nvGrpSpPr>
        <p:grpSpPr>
          <a:xfrm>
            <a:off x="9979541" y="884792"/>
            <a:ext cx="1234800" cy="456840"/>
            <a:chOff x="9979541" y="884792"/>
            <a:chExt cx="123480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1CCFEC-B200-ACB9-DBF6-5CBE7EFF2AF9}"/>
                    </a:ext>
                  </a:extLst>
                </p14:cNvPr>
                <p14:cNvContentPartPr/>
                <p14:nvPr/>
              </p14:nvContentPartPr>
              <p14:xfrm>
                <a:off x="9979541" y="1110152"/>
                <a:ext cx="57960" cy="231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1CCFEC-B200-ACB9-DBF6-5CBE7EFF2AF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61901" y="1092152"/>
                  <a:ext cx="93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45E1C8F-D736-58E3-88A2-AD8445724418}"/>
                    </a:ext>
                  </a:extLst>
                </p14:cNvPr>
                <p14:cNvContentPartPr/>
                <p14:nvPr/>
              </p14:nvContentPartPr>
              <p14:xfrm>
                <a:off x="9982061" y="1080272"/>
                <a:ext cx="97560" cy="186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45E1C8F-D736-58E3-88A2-AD844572441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64421" y="1062272"/>
                  <a:ext cx="133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9FE7EC3-1FE0-3215-D70A-59E186806697}"/>
                    </a:ext>
                  </a:extLst>
                </p14:cNvPr>
                <p14:cNvContentPartPr/>
                <p14:nvPr/>
              </p14:nvContentPartPr>
              <p14:xfrm>
                <a:off x="10157381" y="958232"/>
                <a:ext cx="82080" cy="318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9FE7EC3-1FE0-3215-D70A-59E18680669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39741" y="940592"/>
                  <a:ext cx="1177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1F3A82B-45EC-864C-335B-A5BFD995DC3A}"/>
                    </a:ext>
                  </a:extLst>
                </p14:cNvPr>
                <p14:cNvContentPartPr/>
                <p14:nvPr/>
              </p14:nvContentPartPr>
              <p14:xfrm>
                <a:off x="10371221" y="898112"/>
                <a:ext cx="66240" cy="24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1F3A82B-45EC-864C-335B-A5BFD995DC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53221" y="880112"/>
                  <a:ext cx="101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6FECD71-452E-C97D-B60D-41C05E95A560}"/>
                    </a:ext>
                  </a:extLst>
                </p14:cNvPr>
                <p14:cNvContentPartPr/>
                <p14:nvPr/>
              </p14:nvContentPartPr>
              <p14:xfrm>
                <a:off x="10294181" y="1063352"/>
                <a:ext cx="320760" cy="66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6FECD71-452E-C97D-B60D-41C05E95A56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76541" y="1045712"/>
                  <a:ext cx="35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92FC23E-F44F-C01F-CC1F-D3D389D00BF7}"/>
                    </a:ext>
                  </a:extLst>
                </p14:cNvPr>
                <p14:cNvContentPartPr/>
                <p14:nvPr/>
              </p14:nvContentPartPr>
              <p14:xfrm>
                <a:off x="10394621" y="1188992"/>
                <a:ext cx="121680" cy="25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92FC23E-F44F-C01F-CC1F-D3D389D00B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76621" y="1171352"/>
                  <a:ext cx="157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27A2CD8-31DE-F601-D1CE-452E2FB47D87}"/>
                    </a:ext>
                  </a:extLst>
                </p14:cNvPr>
                <p14:cNvContentPartPr/>
                <p14:nvPr/>
              </p14:nvContentPartPr>
              <p14:xfrm>
                <a:off x="10468421" y="1200872"/>
                <a:ext cx="10080" cy="111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27A2CD8-31DE-F601-D1CE-452E2FB47D8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50421" y="1182872"/>
                  <a:ext cx="45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07A60A-AF86-9123-E415-6BA650DFFFB0}"/>
                    </a:ext>
                  </a:extLst>
                </p14:cNvPr>
                <p14:cNvContentPartPr/>
                <p14:nvPr/>
              </p14:nvContentPartPr>
              <p14:xfrm>
                <a:off x="10675061" y="1107992"/>
                <a:ext cx="84960" cy="23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07A60A-AF86-9123-E415-6BA650DFFFB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657061" y="1090352"/>
                  <a:ext cx="120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04B0D8A-FD47-A323-B349-2437CAD9349F}"/>
                    </a:ext>
                  </a:extLst>
                </p14:cNvPr>
                <p14:cNvContentPartPr/>
                <p14:nvPr/>
              </p14:nvContentPartPr>
              <p14:xfrm>
                <a:off x="10882061" y="885872"/>
                <a:ext cx="21240" cy="221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04B0D8A-FD47-A323-B349-2437CAD934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64421" y="867872"/>
                  <a:ext cx="56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2F439D-84C8-BD2C-21C5-82952AA98DE4}"/>
                    </a:ext>
                  </a:extLst>
                </p14:cNvPr>
                <p14:cNvContentPartPr/>
                <p14:nvPr/>
              </p14:nvContentPartPr>
              <p14:xfrm>
                <a:off x="10828061" y="1037072"/>
                <a:ext cx="197280" cy="138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2F439D-84C8-BD2C-21C5-82952AA98DE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810061" y="1019072"/>
                  <a:ext cx="232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7839F11-409F-D49A-A1D4-3944B3B6BAB9}"/>
                    </a:ext>
                  </a:extLst>
                </p14:cNvPr>
                <p14:cNvContentPartPr/>
                <p14:nvPr/>
              </p14:nvContentPartPr>
              <p14:xfrm>
                <a:off x="10957301" y="1156232"/>
                <a:ext cx="19800" cy="104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7839F11-409F-D49A-A1D4-3944B3B6BAB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39661" y="1138592"/>
                  <a:ext cx="55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2FC4F3-1975-6D65-8F00-C35758F3750E}"/>
                    </a:ext>
                  </a:extLst>
                </p14:cNvPr>
                <p14:cNvContentPartPr/>
                <p14:nvPr/>
              </p14:nvContentPartPr>
              <p14:xfrm>
                <a:off x="11020661" y="1199432"/>
                <a:ext cx="56880" cy="75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2FC4F3-1975-6D65-8F00-C35758F3750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2661" y="1181432"/>
                  <a:ext cx="92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46ECE1-5093-B377-8EB3-9B4C31A796D4}"/>
                    </a:ext>
                  </a:extLst>
                </p14:cNvPr>
                <p14:cNvContentPartPr/>
                <p14:nvPr/>
              </p14:nvContentPartPr>
              <p14:xfrm>
                <a:off x="11063501" y="884792"/>
                <a:ext cx="150840" cy="229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46ECE1-5093-B377-8EB3-9B4C31A796D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45861" y="867152"/>
                  <a:ext cx="1864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0B4FF03-C5D3-4994-04D8-F5E793C5B6E1}"/>
              </a:ext>
            </a:extLst>
          </p:cNvPr>
          <p:cNvGrpSpPr/>
          <p:nvPr/>
        </p:nvGrpSpPr>
        <p:grpSpPr>
          <a:xfrm>
            <a:off x="8928341" y="1925192"/>
            <a:ext cx="1671120" cy="266040"/>
            <a:chOff x="8928341" y="1925192"/>
            <a:chExt cx="167112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02BDCF-80CC-46F5-119D-490AC79C5D29}"/>
                    </a:ext>
                  </a:extLst>
                </p14:cNvPr>
                <p14:cNvContentPartPr/>
                <p14:nvPr/>
              </p14:nvContentPartPr>
              <p14:xfrm>
                <a:off x="8928341" y="1945712"/>
                <a:ext cx="281520" cy="24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02BDCF-80CC-46F5-119D-490AC79C5D2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910701" y="1927712"/>
                  <a:ext cx="3171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4E09ED-882D-DF67-F9A4-0C49779C5C5C}"/>
                    </a:ext>
                  </a:extLst>
                </p14:cNvPr>
                <p14:cNvContentPartPr/>
                <p14:nvPr/>
              </p14:nvContentPartPr>
              <p14:xfrm>
                <a:off x="9311741" y="1964432"/>
                <a:ext cx="29160" cy="215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4E09ED-882D-DF67-F9A4-0C49779C5C5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294101" y="1946792"/>
                  <a:ext cx="64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D4894D-2D08-1488-9392-4A0E964CD650}"/>
                    </a:ext>
                  </a:extLst>
                </p14:cNvPr>
                <p14:cNvContentPartPr/>
                <p14:nvPr/>
              </p14:nvContentPartPr>
              <p14:xfrm>
                <a:off x="9436301" y="2069912"/>
                <a:ext cx="8280" cy="77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D4894D-2D08-1488-9392-4A0E964CD65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418661" y="2052272"/>
                  <a:ext cx="43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01E263-9A61-7D88-75C2-1ACEF142DFA2}"/>
                    </a:ext>
                  </a:extLst>
                </p14:cNvPr>
                <p14:cNvContentPartPr/>
                <p14:nvPr/>
              </p14:nvContentPartPr>
              <p14:xfrm>
                <a:off x="9448901" y="1980992"/>
                <a:ext cx="23760" cy="2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01E263-9A61-7D88-75C2-1ACEF142DFA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431261" y="1963352"/>
                  <a:ext cx="59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0B590E-8ADA-4224-14AE-233D9B6A5365}"/>
                    </a:ext>
                  </a:extLst>
                </p14:cNvPr>
                <p14:cNvContentPartPr/>
                <p14:nvPr/>
              </p14:nvContentPartPr>
              <p14:xfrm>
                <a:off x="9581381" y="1925192"/>
                <a:ext cx="92880" cy="19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0B590E-8ADA-4224-14AE-233D9B6A536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63741" y="1907552"/>
                  <a:ext cx="128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E9FC4F-29C9-4138-C06C-08EBECC2E616}"/>
                    </a:ext>
                  </a:extLst>
                </p14:cNvPr>
                <p14:cNvContentPartPr/>
                <p14:nvPr/>
              </p14:nvContentPartPr>
              <p14:xfrm>
                <a:off x="9720341" y="1983152"/>
                <a:ext cx="143640" cy="10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E9FC4F-29C9-4138-C06C-08EBECC2E61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02341" y="1965152"/>
                  <a:ext cx="179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D265786-0695-1AEB-5D82-7D525F673966}"/>
                    </a:ext>
                  </a:extLst>
                </p14:cNvPr>
                <p14:cNvContentPartPr/>
                <p14:nvPr/>
              </p14:nvContentPartPr>
              <p14:xfrm>
                <a:off x="9915821" y="1988912"/>
                <a:ext cx="89640" cy="88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D265786-0695-1AEB-5D82-7D525F67396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897821" y="1971272"/>
                  <a:ext cx="125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8404FF4-D943-D53F-2E38-FC162ECB10D9}"/>
                    </a:ext>
                  </a:extLst>
                </p14:cNvPr>
                <p14:cNvContentPartPr/>
                <p14:nvPr/>
              </p14:nvContentPartPr>
              <p14:xfrm>
                <a:off x="10136501" y="1956152"/>
                <a:ext cx="16560" cy="152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8404FF4-D943-D53F-2E38-FC162ECB10D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118501" y="1938152"/>
                  <a:ext cx="52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1301667-7D20-5500-53BA-1C37C391770C}"/>
                    </a:ext>
                  </a:extLst>
                </p14:cNvPr>
                <p14:cNvContentPartPr/>
                <p14:nvPr/>
              </p14:nvContentPartPr>
              <p14:xfrm>
                <a:off x="10088621" y="2041112"/>
                <a:ext cx="93240" cy="13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1301667-7D20-5500-53BA-1C37C391770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70981" y="2023472"/>
                  <a:ext cx="128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0867EC3-C5DF-395A-D459-2D33193D621E}"/>
                    </a:ext>
                  </a:extLst>
                </p14:cNvPr>
                <p14:cNvContentPartPr/>
                <p14:nvPr/>
              </p14:nvContentPartPr>
              <p14:xfrm>
                <a:off x="10240181" y="2031752"/>
                <a:ext cx="28800" cy="79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0867EC3-C5DF-395A-D459-2D33193D621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22181" y="2014112"/>
                  <a:ext cx="64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74FF383-EB5B-70B4-B051-387205D60480}"/>
                    </a:ext>
                  </a:extLst>
                </p14:cNvPr>
                <p14:cNvContentPartPr/>
                <p14:nvPr/>
              </p14:nvContentPartPr>
              <p14:xfrm>
                <a:off x="10254581" y="1938152"/>
                <a:ext cx="15840" cy="51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74FF383-EB5B-70B4-B051-387205D6048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36581" y="1920152"/>
                  <a:ext cx="51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C70886-9F32-4986-326C-97B3AE0E21E3}"/>
                    </a:ext>
                  </a:extLst>
                </p14:cNvPr>
                <p14:cNvContentPartPr/>
                <p14:nvPr/>
              </p14:nvContentPartPr>
              <p14:xfrm>
                <a:off x="10360061" y="1985672"/>
                <a:ext cx="239400" cy="110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C70886-9F32-4986-326C-97B3AE0E21E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42421" y="1967672"/>
                  <a:ext cx="27504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E7DB593-E49B-6EC4-816A-84876E13853F}"/>
                  </a:ext>
                </a:extLst>
              </p14:cNvPr>
              <p14:cNvContentPartPr/>
              <p14:nvPr/>
            </p14:nvContentPartPr>
            <p14:xfrm>
              <a:off x="3226837" y="1614438"/>
              <a:ext cx="1963080" cy="19562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E7DB593-E49B-6EC4-816A-84876E13853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172837" y="1506798"/>
                <a:ext cx="2070720" cy="21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B13754D-D938-400B-69BD-126A59B3E9B2}"/>
                  </a:ext>
                </a:extLst>
              </p14:cNvPr>
              <p14:cNvContentPartPr/>
              <p14:nvPr/>
            </p14:nvContentPartPr>
            <p14:xfrm>
              <a:off x="5251117" y="1481598"/>
              <a:ext cx="2264040" cy="191232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B13754D-D938-400B-69BD-126A59B3E9B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5197117" y="1373598"/>
                <a:ext cx="2371680" cy="21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7D37A1D-4F62-E442-C1C7-37B256342C91}"/>
                  </a:ext>
                </a:extLst>
              </p14:cNvPr>
              <p14:cNvContentPartPr/>
              <p14:nvPr/>
            </p14:nvContentPartPr>
            <p14:xfrm>
              <a:off x="7514797" y="3576438"/>
              <a:ext cx="21960" cy="79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7D37A1D-4F62-E442-C1C7-37B256342C9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461157" y="3468798"/>
                <a:ext cx="12960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98840E4-B449-F310-AF7C-3A7DC4195BA9}"/>
              </a:ext>
            </a:extLst>
          </p:cNvPr>
          <p:cNvGrpSpPr/>
          <p:nvPr/>
        </p:nvGrpSpPr>
        <p:grpSpPr>
          <a:xfrm>
            <a:off x="4409797" y="2245158"/>
            <a:ext cx="2040120" cy="767520"/>
            <a:chOff x="4409797" y="2245158"/>
            <a:chExt cx="2040120" cy="76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9538C17-D639-D916-8CF3-3A7EE9D1FEDE}"/>
                    </a:ext>
                  </a:extLst>
                </p14:cNvPr>
                <p14:cNvContentPartPr/>
                <p14:nvPr/>
              </p14:nvContentPartPr>
              <p14:xfrm>
                <a:off x="4409797" y="2350998"/>
                <a:ext cx="206280" cy="240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9538C17-D639-D916-8CF3-3A7EE9D1FE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91797" y="2333358"/>
                  <a:ext cx="241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E08BBC3-9B3D-9E9A-CB39-B60B5BB38463}"/>
                    </a:ext>
                  </a:extLst>
                </p14:cNvPr>
                <p14:cNvContentPartPr/>
                <p14:nvPr/>
              </p14:nvContentPartPr>
              <p14:xfrm>
                <a:off x="4678717" y="2469798"/>
                <a:ext cx="154800" cy="114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E08BBC3-9B3D-9E9A-CB39-B60B5BB3846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661077" y="2451798"/>
                  <a:ext cx="1904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D5F812D-C25A-F9CD-2CA6-564D8E0FD583}"/>
                    </a:ext>
                  </a:extLst>
                </p14:cNvPr>
                <p14:cNvContentPartPr/>
                <p14:nvPr/>
              </p14:nvContentPartPr>
              <p14:xfrm>
                <a:off x="4866277" y="2363238"/>
                <a:ext cx="82800" cy="234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D5F812D-C25A-F9CD-2CA6-564D8E0FD58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48277" y="2345238"/>
                  <a:ext cx="118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10CC851-A09E-F202-84A6-33D9A4A5C120}"/>
                    </a:ext>
                  </a:extLst>
                </p14:cNvPr>
                <p14:cNvContentPartPr/>
                <p14:nvPr/>
              </p14:nvContentPartPr>
              <p14:xfrm>
                <a:off x="5016037" y="2465838"/>
                <a:ext cx="20880" cy="73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10CC851-A09E-F202-84A6-33D9A4A5C12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998037" y="2447838"/>
                  <a:ext cx="56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0574470-2EB4-C7ED-9A88-2E5F221C262A}"/>
                    </a:ext>
                  </a:extLst>
                </p14:cNvPr>
                <p14:cNvContentPartPr/>
                <p14:nvPr/>
              </p14:nvContentPartPr>
              <p14:xfrm>
                <a:off x="5038357" y="2322198"/>
                <a:ext cx="18360" cy="67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0574470-2EB4-C7ED-9A88-2E5F221C262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20357" y="2304198"/>
                  <a:ext cx="54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7A9FFD0-A186-6012-AAEF-41D5462C1034}"/>
                    </a:ext>
                  </a:extLst>
                </p14:cNvPr>
                <p14:cNvContentPartPr/>
                <p14:nvPr/>
              </p14:nvContentPartPr>
              <p14:xfrm>
                <a:off x="5192797" y="2300958"/>
                <a:ext cx="138600" cy="176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7A9FFD0-A186-6012-AAEF-41D5462C103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75157" y="2282958"/>
                  <a:ext cx="174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AF0C9ED-AB93-BE72-5977-177FD79F9743}"/>
                    </a:ext>
                  </a:extLst>
                </p14:cNvPr>
                <p14:cNvContentPartPr/>
                <p14:nvPr/>
              </p14:nvContentPartPr>
              <p14:xfrm>
                <a:off x="5385757" y="2340198"/>
                <a:ext cx="96120" cy="82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AF0C9ED-AB93-BE72-5977-177FD79F974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367757" y="2322198"/>
                  <a:ext cx="131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0683D49-8A2B-5EE4-48C0-F657D194663C}"/>
                    </a:ext>
                  </a:extLst>
                </p14:cNvPr>
                <p14:cNvContentPartPr/>
                <p14:nvPr/>
              </p14:nvContentPartPr>
              <p14:xfrm>
                <a:off x="5591317" y="2381238"/>
                <a:ext cx="147960" cy="79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0683D49-8A2B-5EE4-48C0-F657D194663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73677" y="2363238"/>
                  <a:ext cx="183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E3CE411-705F-6CBB-2EDB-2253D2F6DA18}"/>
                    </a:ext>
                  </a:extLst>
                </p14:cNvPr>
                <p14:cNvContentPartPr/>
                <p14:nvPr/>
              </p14:nvContentPartPr>
              <p14:xfrm>
                <a:off x="5769157" y="2270358"/>
                <a:ext cx="113760" cy="213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E3CE411-705F-6CBB-2EDB-2253D2F6DA1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751157" y="2252718"/>
                  <a:ext cx="1494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744F6B-0E42-70A5-6C52-32E25152BDA6}"/>
                    </a:ext>
                  </a:extLst>
                </p14:cNvPr>
                <p14:cNvContentPartPr/>
                <p14:nvPr/>
              </p14:nvContentPartPr>
              <p14:xfrm>
                <a:off x="5779597" y="2340918"/>
                <a:ext cx="149400" cy="81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744F6B-0E42-70A5-6C52-32E25152BDA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61957" y="2322918"/>
                  <a:ext cx="185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404A667-9FD2-F1AC-8BE0-4DD0E3FEA8CF}"/>
                    </a:ext>
                  </a:extLst>
                </p14:cNvPr>
                <p14:cNvContentPartPr/>
                <p14:nvPr/>
              </p14:nvContentPartPr>
              <p14:xfrm>
                <a:off x="5981197" y="2362518"/>
                <a:ext cx="54000" cy="94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404A667-9FD2-F1AC-8BE0-4DD0E3FEA8C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963557" y="2344878"/>
                  <a:ext cx="89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57F481D-49F1-B8C8-F4A3-7B5B56B6FD1B}"/>
                    </a:ext>
                  </a:extLst>
                </p14:cNvPr>
                <p14:cNvContentPartPr/>
                <p14:nvPr/>
              </p14:nvContentPartPr>
              <p14:xfrm>
                <a:off x="5985517" y="2269278"/>
                <a:ext cx="18720" cy="72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57F481D-49F1-B8C8-F4A3-7B5B56B6FD1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967517" y="2251278"/>
                  <a:ext cx="54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3473672-C43D-782E-4611-074D7547B92E}"/>
                    </a:ext>
                  </a:extLst>
                </p14:cNvPr>
                <p14:cNvContentPartPr/>
                <p14:nvPr/>
              </p14:nvContentPartPr>
              <p14:xfrm>
                <a:off x="6130237" y="2245158"/>
                <a:ext cx="319680" cy="1875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3473672-C43D-782E-4611-074D7547B92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112597" y="2227518"/>
                  <a:ext cx="355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79B3E33-12CD-6E35-CE33-08EBC39A2668}"/>
                    </a:ext>
                  </a:extLst>
                </p14:cNvPr>
                <p14:cNvContentPartPr/>
                <p14:nvPr/>
              </p14:nvContentPartPr>
              <p14:xfrm>
                <a:off x="5356957" y="2830878"/>
                <a:ext cx="13320" cy="9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79B3E33-12CD-6E35-CE33-08EBC39A266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338957" y="2813238"/>
                  <a:ext cx="48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8D87DBA-601F-4AAF-057D-BD5314CCC589}"/>
                    </a:ext>
                  </a:extLst>
                </p14:cNvPr>
                <p14:cNvContentPartPr/>
                <p14:nvPr/>
              </p14:nvContentPartPr>
              <p14:xfrm>
                <a:off x="5374237" y="2804958"/>
                <a:ext cx="76320" cy="207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8D87DBA-601F-4AAF-057D-BD5314CCC58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56237" y="2786958"/>
                  <a:ext cx="111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F347D2C-8918-32F4-B673-954EF8C50C20}"/>
                    </a:ext>
                  </a:extLst>
                </p14:cNvPr>
                <p14:cNvContentPartPr/>
                <p14:nvPr/>
              </p14:nvContentPartPr>
              <p14:xfrm>
                <a:off x="5392597" y="2738718"/>
                <a:ext cx="111960" cy="155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F347D2C-8918-32F4-B673-954EF8C50C2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74957" y="2721078"/>
                  <a:ext cx="147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8F31DAD-ABA6-3385-B140-21A343B3E428}"/>
                    </a:ext>
                  </a:extLst>
                </p14:cNvPr>
                <p14:cNvContentPartPr/>
                <p14:nvPr/>
              </p14:nvContentPartPr>
              <p14:xfrm>
                <a:off x="5572237" y="2683278"/>
                <a:ext cx="57960" cy="204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8F31DAD-ABA6-3385-B140-21A343B3E42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54237" y="2665278"/>
                  <a:ext cx="93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B7739D3-5759-33CB-A11E-5F509895DADF}"/>
                    </a:ext>
                  </a:extLst>
                </p14:cNvPr>
                <p14:cNvContentPartPr/>
                <p14:nvPr/>
              </p14:nvContentPartPr>
              <p14:xfrm>
                <a:off x="5796517" y="2803158"/>
                <a:ext cx="2160" cy="2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B7739D3-5759-33CB-A11E-5F509895DAD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78877" y="2785518"/>
                  <a:ext cx="3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DFC8CCE-ABFE-788A-C924-DBCACBE78F04}"/>
                    </a:ext>
                  </a:extLst>
                </p14:cNvPr>
                <p14:cNvContentPartPr/>
                <p14:nvPr/>
              </p14:nvContentPartPr>
              <p14:xfrm>
                <a:off x="5750437" y="2782278"/>
                <a:ext cx="104760" cy="122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DFC8CCE-ABFE-788A-C924-DBCACBE78F0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732437" y="2764278"/>
                  <a:ext cx="140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AE95B6B-75FA-E6E0-195E-E781408B7C78}"/>
                    </a:ext>
                  </a:extLst>
                </p14:cNvPr>
                <p14:cNvContentPartPr/>
                <p14:nvPr/>
              </p14:nvContentPartPr>
              <p14:xfrm>
                <a:off x="5928277" y="2667798"/>
                <a:ext cx="94320" cy="203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AE95B6B-75FA-E6E0-195E-E781408B7C7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910277" y="2650158"/>
                  <a:ext cx="129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793B19B-044E-40C7-7999-305EA2EA4061}"/>
                    </a:ext>
                  </a:extLst>
                </p14:cNvPr>
                <p14:cNvContentPartPr/>
                <p14:nvPr/>
              </p14:nvContentPartPr>
              <p14:xfrm>
                <a:off x="5952037" y="2682558"/>
                <a:ext cx="231480" cy="142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793B19B-044E-40C7-7999-305EA2EA406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934037" y="2664918"/>
                  <a:ext cx="267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592199F-A0ED-5838-E05C-3E2001C865DF}"/>
                    </a:ext>
                  </a:extLst>
                </p14:cNvPr>
                <p14:cNvContentPartPr/>
                <p14:nvPr/>
              </p14:nvContentPartPr>
              <p14:xfrm>
                <a:off x="6365317" y="2735478"/>
                <a:ext cx="7560" cy="15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592199F-A0ED-5838-E05C-3E2001C865D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47677" y="2717478"/>
                  <a:ext cx="43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3EAB517-ACF4-5656-BAE2-E8C96D56F5A8}"/>
              </a:ext>
            </a:extLst>
          </p:cNvPr>
          <p:cNvGrpSpPr/>
          <p:nvPr/>
        </p:nvGrpSpPr>
        <p:grpSpPr>
          <a:xfrm>
            <a:off x="4508077" y="6284358"/>
            <a:ext cx="129600" cy="112320"/>
            <a:chOff x="4508077" y="6284358"/>
            <a:chExt cx="12960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11CDC5E-5775-1FB0-D5BB-544A98BD2EFE}"/>
                    </a:ext>
                  </a:extLst>
                </p14:cNvPr>
                <p14:cNvContentPartPr/>
                <p14:nvPr/>
              </p14:nvContentPartPr>
              <p14:xfrm>
                <a:off x="4508077" y="6284358"/>
                <a:ext cx="83880" cy="36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11CDC5E-5775-1FB0-D5BB-544A98BD2EF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90437" y="6266358"/>
                  <a:ext cx="119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B849675-3A2D-FEE9-A84D-5E0C92FFC823}"/>
                    </a:ext>
                  </a:extLst>
                </p14:cNvPr>
                <p14:cNvContentPartPr/>
                <p14:nvPr/>
              </p14:nvContentPartPr>
              <p14:xfrm>
                <a:off x="4542277" y="6349518"/>
                <a:ext cx="95400" cy="47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B849675-3A2D-FEE9-A84D-5E0C92FFC82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524637" y="6331518"/>
                  <a:ext cx="131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68A14E38-EA2C-9B3C-0F57-A2569E5CC4CA}"/>
              </a:ext>
            </a:extLst>
          </p:cNvPr>
          <p:cNvGrpSpPr/>
          <p:nvPr/>
        </p:nvGrpSpPr>
        <p:grpSpPr>
          <a:xfrm>
            <a:off x="1957477" y="6084558"/>
            <a:ext cx="2219040" cy="645840"/>
            <a:chOff x="1957477" y="6084558"/>
            <a:chExt cx="2219040" cy="64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6694829-B1B3-9F8C-8744-BD5158CD1451}"/>
                    </a:ext>
                  </a:extLst>
                </p14:cNvPr>
                <p14:cNvContentPartPr/>
                <p14:nvPr/>
              </p14:nvContentPartPr>
              <p14:xfrm>
                <a:off x="1985557" y="6112638"/>
                <a:ext cx="60120" cy="472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6694829-B1B3-9F8C-8744-BD5158CD145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967557" y="6094638"/>
                  <a:ext cx="957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10BADA4-1B58-F9DA-9B5C-2B61D66E1AE5}"/>
                    </a:ext>
                  </a:extLst>
                </p14:cNvPr>
                <p14:cNvContentPartPr/>
                <p14:nvPr/>
              </p14:nvContentPartPr>
              <p14:xfrm>
                <a:off x="1957477" y="6084558"/>
                <a:ext cx="307080" cy="340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10BADA4-1B58-F9DA-9B5C-2B61D66E1AE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939837" y="6066558"/>
                  <a:ext cx="3427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0D06AD9-55C1-6C34-FBE6-8537AE4EEA89}"/>
                    </a:ext>
                  </a:extLst>
                </p14:cNvPr>
                <p14:cNvContentPartPr/>
                <p14:nvPr/>
              </p14:nvContentPartPr>
              <p14:xfrm>
                <a:off x="2386957" y="6336558"/>
                <a:ext cx="234000" cy="202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0D06AD9-55C1-6C34-FBE6-8537AE4EEA8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369317" y="6318558"/>
                  <a:ext cx="2696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A485BA5-4D7B-A9D0-4AB0-3E9AFE406D28}"/>
                    </a:ext>
                  </a:extLst>
                </p14:cNvPr>
                <p14:cNvContentPartPr/>
                <p14:nvPr/>
              </p14:nvContentPartPr>
              <p14:xfrm>
                <a:off x="2678917" y="6365358"/>
                <a:ext cx="117720" cy="176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A485BA5-4D7B-A9D0-4AB0-3E9AFE406D2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661277" y="6347718"/>
                  <a:ext cx="153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D0D14F6-6F9D-5D97-5DFB-D8AD37FDC20F}"/>
                    </a:ext>
                  </a:extLst>
                </p14:cNvPr>
                <p14:cNvContentPartPr/>
                <p14:nvPr/>
              </p14:nvContentPartPr>
              <p14:xfrm>
                <a:off x="2853517" y="6362118"/>
                <a:ext cx="239400" cy="172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D0D14F6-6F9D-5D97-5DFB-D8AD37FDC20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35517" y="6344118"/>
                  <a:ext cx="275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A9529A2-B035-B480-AC6A-16F49FF1A7C8}"/>
                    </a:ext>
                  </a:extLst>
                </p14:cNvPr>
                <p14:cNvContentPartPr/>
                <p14:nvPr/>
              </p14:nvContentPartPr>
              <p14:xfrm>
                <a:off x="3228637" y="6474798"/>
                <a:ext cx="57600" cy="1231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A9529A2-B035-B480-AC6A-16F49FF1A7C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210997" y="6457158"/>
                  <a:ext cx="93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6EEA8E2-978F-5195-3F8F-9F797C9366EC}"/>
                    </a:ext>
                  </a:extLst>
                </p14:cNvPr>
                <p14:cNvContentPartPr/>
                <p14:nvPr/>
              </p14:nvContentPartPr>
              <p14:xfrm>
                <a:off x="3363637" y="6335118"/>
                <a:ext cx="65520" cy="212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6EEA8E2-978F-5195-3F8F-9F797C9366E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345637" y="6317478"/>
                  <a:ext cx="101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7A11DC6-CE15-39B8-5AA2-C7E849067B42}"/>
                    </a:ext>
                  </a:extLst>
                </p14:cNvPr>
                <p14:cNvContentPartPr/>
                <p14:nvPr/>
              </p14:nvContentPartPr>
              <p14:xfrm>
                <a:off x="3343477" y="6421158"/>
                <a:ext cx="136800" cy="74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7A11DC6-CE15-39B8-5AA2-C7E849067B4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325837" y="6403158"/>
                  <a:ext cx="172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C37F681-DC65-46DD-3FF6-EFB0943F833A}"/>
                    </a:ext>
                  </a:extLst>
                </p14:cNvPr>
                <p14:cNvContentPartPr/>
                <p14:nvPr/>
              </p14:nvContentPartPr>
              <p14:xfrm>
                <a:off x="3570277" y="6422598"/>
                <a:ext cx="382320" cy="122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C37F681-DC65-46DD-3FF6-EFB0943F833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552637" y="6404958"/>
                  <a:ext cx="417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E169D05-51E0-B905-A131-97E4EACCDA9C}"/>
                    </a:ext>
                  </a:extLst>
                </p14:cNvPr>
                <p14:cNvContentPartPr/>
                <p14:nvPr/>
              </p14:nvContentPartPr>
              <p14:xfrm>
                <a:off x="4045477" y="6372198"/>
                <a:ext cx="65160" cy="198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E169D05-51E0-B905-A131-97E4EACCDA9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027477" y="6354558"/>
                  <a:ext cx="100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535DD2-CDE4-AC1F-CBCA-3C06D6CC4EFB}"/>
                    </a:ext>
                  </a:extLst>
                </p14:cNvPr>
                <p14:cNvContentPartPr/>
                <p14:nvPr/>
              </p14:nvContentPartPr>
              <p14:xfrm>
                <a:off x="4050517" y="6340518"/>
                <a:ext cx="126000" cy="177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535DD2-CDE4-AC1F-CBCA-3C06D6CC4EF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032517" y="6322878"/>
                  <a:ext cx="161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C491404-C2FE-26A9-1D83-D4412104777D}"/>
                    </a:ext>
                  </a:extLst>
                </p14:cNvPr>
                <p14:cNvContentPartPr/>
                <p14:nvPr/>
              </p14:nvContentPartPr>
              <p14:xfrm>
                <a:off x="4104157" y="6541758"/>
                <a:ext cx="22320" cy="188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C491404-C2FE-26A9-1D83-D4412104777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086157" y="6524118"/>
                  <a:ext cx="5796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308AFB6-CF7A-0A0F-245A-767405FB0450}"/>
              </a:ext>
            </a:extLst>
          </p:cNvPr>
          <p:cNvGrpSpPr/>
          <p:nvPr/>
        </p:nvGrpSpPr>
        <p:grpSpPr>
          <a:xfrm>
            <a:off x="4933237" y="6028038"/>
            <a:ext cx="461520" cy="492480"/>
            <a:chOff x="4933237" y="6028038"/>
            <a:chExt cx="46152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D106361-F2D0-A747-CE5D-D20F15F24959}"/>
                    </a:ext>
                  </a:extLst>
                </p14:cNvPr>
                <p14:cNvContentPartPr/>
                <p14:nvPr/>
              </p14:nvContentPartPr>
              <p14:xfrm>
                <a:off x="4942957" y="6125958"/>
                <a:ext cx="59040" cy="309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D106361-F2D0-A747-CE5D-D20F15F2495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924957" y="6108318"/>
                  <a:ext cx="94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36904BE-7F22-A3DB-93D6-3B5256A9156D}"/>
                    </a:ext>
                  </a:extLst>
                </p14:cNvPr>
                <p14:cNvContentPartPr/>
                <p14:nvPr/>
              </p14:nvContentPartPr>
              <p14:xfrm>
                <a:off x="4933237" y="6028038"/>
                <a:ext cx="204840" cy="251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36904BE-7F22-A3DB-93D6-3B5256A9156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915597" y="6010038"/>
                  <a:ext cx="240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AC04C19-8259-3EB5-7016-168548E05CC0}"/>
                    </a:ext>
                  </a:extLst>
                </p14:cNvPr>
                <p14:cNvContentPartPr/>
                <p14:nvPr/>
              </p14:nvContentPartPr>
              <p14:xfrm>
                <a:off x="5246077" y="6341598"/>
                <a:ext cx="148680" cy="178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AC04C19-8259-3EB5-7016-168548E05CC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228077" y="6323598"/>
                  <a:ext cx="184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DCFE299-DE09-6923-B43B-662D8FB666A6}"/>
                    </a:ext>
                  </a:extLst>
                </p14:cNvPr>
                <p14:cNvContentPartPr/>
                <p14:nvPr/>
              </p14:nvContentPartPr>
              <p14:xfrm>
                <a:off x="5127277" y="6236838"/>
                <a:ext cx="75240" cy="4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DCFE299-DE09-6923-B43B-662D8FB666A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109637" y="6218838"/>
                  <a:ext cx="1108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C45CCB6-0855-1A80-A399-8973E9BF617C}"/>
                  </a:ext>
                </a:extLst>
              </p14:cNvPr>
              <p14:cNvContentPartPr/>
              <p14:nvPr/>
            </p14:nvContentPartPr>
            <p14:xfrm>
              <a:off x="5706517" y="6134598"/>
              <a:ext cx="237240" cy="20988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C45CCB6-0855-1A80-A399-8973E9BF617C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688877" y="6116598"/>
                <a:ext cx="27288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E435BC5-8BD3-83CB-7383-9B0B23D61F8A}"/>
              </a:ext>
            </a:extLst>
          </p:cNvPr>
          <p:cNvGrpSpPr/>
          <p:nvPr/>
        </p:nvGrpSpPr>
        <p:grpSpPr>
          <a:xfrm>
            <a:off x="6223477" y="5494878"/>
            <a:ext cx="1931040" cy="805680"/>
            <a:chOff x="6223477" y="5494878"/>
            <a:chExt cx="1931040" cy="8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542CD54-E608-1D67-10A7-5222A8EE7B8C}"/>
                    </a:ext>
                  </a:extLst>
                </p14:cNvPr>
                <p14:cNvContentPartPr/>
                <p14:nvPr/>
              </p14:nvContentPartPr>
              <p14:xfrm>
                <a:off x="6223477" y="5807358"/>
                <a:ext cx="53280" cy="239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542CD54-E608-1D67-10A7-5222A8EE7B8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205837" y="5789358"/>
                  <a:ext cx="88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E1F0EB-BCB5-6BF7-4ACD-4B4873E22BD1}"/>
                    </a:ext>
                  </a:extLst>
                </p14:cNvPr>
                <p14:cNvContentPartPr/>
                <p14:nvPr/>
              </p14:nvContentPartPr>
              <p14:xfrm>
                <a:off x="6233557" y="5782878"/>
                <a:ext cx="158040" cy="167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E1F0EB-BCB5-6BF7-4ACD-4B4873E22BD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15557" y="5764878"/>
                  <a:ext cx="193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5693D8F-1CFE-86E5-9A8D-50BA4372B0DC}"/>
                    </a:ext>
                  </a:extLst>
                </p14:cNvPr>
                <p14:cNvContentPartPr/>
                <p14:nvPr/>
              </p14:nvContentPartPr>
              <p14:xfrm>
                <a:off x="6522277" y="5672718"/>
                <a:ext cx="254160" cy="389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5693D8F-1CFE-86E5-9A8D-50BA4372B0D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04277" y="5655078"/>
                  <a:ext cx="2898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95AFD07-7683-BB53-B279-A02A97FBD807}"/>
                    </a:ext>
                  </a:extLst>
                </p14:cNvPr>
                <p14:cNvContentPartPr/>
                <p14:nvPr/>
              </p14:nvContentPartPr>
              <p14:xfrm>
                <a:off x="6843397" y="5593878"/>
                <a:ext cx="56880" cy="248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95AFD07-7683-BB53-B279-A02A97FBD80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825397" y="5575878"/>
                  <a:ext cx="925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E1EA90-B31B-E55B-45F0-042BC72A29AC}"/>
                    </a:ext>
                  </a:extLst>
                </p14:cNvPr>
                <p14:cNvContentPartPr/>
                <p14:nvPr/>
              </p14:nvContentPartPr>
              <p14:xfrm>
                <a:off x="6736117" y="5837598"/>
                <a:ext cx="382680" cy="518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E1EA90-B31B-E55B-45F0-042BC72A29A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18117" y="5819958"/>
                  <a:ext cx="41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888C581-04A1-2E1A-4110-92793F8C9493}"/>
                    </a:ext>
                  </a:extLst>
                </p14:cNvPr>
                <p14:cNvContentPartPr/>
                <p14:nvPr/>
              </p14:nvContentPartPr>
              <p14:xfrm>
                <a:off x="6961477" y="5971518"/>
                <a:ext cx="153360" cy="35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888C581-04A1-2E1A-4110-92793F8C949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943477" y="5953518"/>
                  <a:ext cx="189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1413684-B257-F530-19AB-AB064CE8E15E}"/>
                    </a:ext>
                  </a:extLst>
                </p14:cNvPr>
                <p14:cNvContentPartPr/>
                <p14:nvPr/>
              </p14:nvContentPartPr>
              <p14:xfrm>
                <a:off x="7038157" y="5986638"/>
                <a:ext cx="56880" cy="154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1413684-B257-F530-19AB-AB064CE8E15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020157" y="5968998"/>
                  <a:ext cx="92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99BE2F1-390A-386F-3208-B0368CC00F27}"/>
                    </a:ext>
                  </a:extLst>
                </p14:cNvPr>
                <p14:cNvContentPartPr/>
                <p14:nvPr/>
              </p14:nvContentPartPr>
              <p14:xfrm>
                <a:off x="7264237" y="5816718"/>
                <a:ext cx="99360" cy="14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99BE2F1-390A-386F-3208-B0368CC00F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246237" y="5798718"/>
                  <a:ext cx="135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4CFC028-027F-BC95-65D7-66B0A9DD8D39}"/>
                    </a:ext>
                  </a:extLst>
                </p14:cNvPr>
                <p14:cNvContentPartPr/>
                <p14:nvPr/>
              </p14:nvContentPartPr>
              <p14:xfrm>
                <a:off x="7525237" y="5494878"/>
                <a:ext cx="63360" cy="212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4CFC028-027F-BC95-65D7-66B0A9DD8D3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507237" y="5476878"/>
                  <a:ext cx="99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FD69173-8EDF-98C6-7B23-362DE4F802C7}"/>
                    </a:ext>
                  </a:extLst>
                </p14:cNvPr>
                <p14:cNvContentPartPr/>
                <p14:nvPr/>
              </p14:nvContentPartPr>
              <p14:xfrm>
                <a:off x="7509397" y="5760198"/>
                <a:ext cx="327960" cy="676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FD69173-8EDF-98C6-7B23-362DE4F802C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491397" y="5742198"/>
                  <a:ext cx="363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2433881-C0F9-60BE-46E6-C8035BA24A6D}"/>
                    </a:ext>
                  </a:extLst>
                </p14:cNvPr>
                <p14:cNvContentPartPr/>
                <p14:nvPr/>
              </p14:nvContentPartPr>
              <p14:xfrm>
                <a:off x="7600117" y="5874678"/>
                <a:ext cx="178560" cy="43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2433881-C0F9-60BE-46E6-C8035BA24A6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582477" y="5857038"/>
                  <a:ext cx="214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6C761FE-A053-A849-E124-18E1F079B7BD}"/>
                    </a:ext>
                  </a:extLst>
                </p14:cNvPr>
                <p14:cNvContentPartPr/>
                <p14:nvPr/>
              </p14:nvContentPartPr>
              <p14:xfrm>
                <a:off x="7655197" y="5903118"/>
                <a:ext cx="39600" cy="160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6C761FE-A053-A849-E124-18E1F079B7B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637197" y="5885118"/>
                  <a:ext cx="75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1998F6-74F7-DE0D-FC28-2F238F08AE76}"/>
                    </a:ext>
                  </a:extLst>
                </p14:cNvPr>
                <p14:cNvContentPartPr/>
                <p14:nvPr/>
              </p14:nvContentPartPr>
              <p14:xfrm>
                <a:off x="7815397" y="6002478"/>
                <a:ext cx="107280" cy="127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1998F6-74F7-DE0D-FC28-2F238F08AE7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797757" y="5984838"/>
                  <a:ext cx="142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3745BC-1FA2-68EB-E99A-E03DD3A3507C}"/>
                    </a:ext>
                  </a:extLst>
                </p14:cNvPr>
                <p14:cNvContentPartPr/>
                <p14:nvPr/>
              </p14:nvContentPartPr>
              <p14:xfrm>
                <a:off x="8000077" y="5558958"/>
                <a:ext cx="154440" cy="741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3745BC-1FA2-68EB-E99A-E03DD3A3507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982437" y="5541318"/>
                  <a:ext cx="190080" cy="77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66121DB-9761-0983-4937-F535A1979159}"/>
              </a:ext>
            </a:extLst>
          </p:cNvPr>
          <p:cNvGrpSpPr/>
          <p:nvPr/>
        </p:nvGrpSpPr>
        <p:grpSpPr>
          <a:xfrm>
            <a:off x="4734157" y="5809878"/>
            <a:ext cx="1008000" cy="990360"/>
            <a:chOff x="4734157" y="5809878"/>
            <a:chExt cx="1008000" cy="9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CB6ED66-FA4E-8493-337B-F067D165951D}"/>
                    </a:ext>
                  </a:extLst>
                </p14:cNvPr>
                <p14:cNvContentPartPr/>
                <p14:nvPr/>
              </p14:nvContentPartPr>
              <p14:xfrm>
                <a:off x="4801117" y="5809878"/>
                <a:ext cx="604440" cy="118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CB6ED66-FA4E-8493-337B-F067D165951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783477" y="5792238"/>
                  <a:ext cx="640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F06ED5D-DA42-D83B-D5B7-27B0A13608FD}"/>
                    </a:ext>
                  </a:extLst>
                </p14:cNvPr>
                <p14:cNvContentPartPr/>
                <p14:nvPr/>
              </p14:nvContentPartPr>
              <p14:xfrm>
                <a:off x="5041237" y="5810958"/>
                <a:ext cx="700920" cy="989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F06ED5D-DA42-D83B-D5B7-27B0A13608F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023597" y="5793318"/>
                  <a:ext cx="73656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5C85D94-F53E-4D43-898A-6E22F346A5D9}"/>
                    </a:ext>
                  </a:extLst>
                </p14:cNvPr>
                <p14:cNvContentPartPr/>
                <p14:nvPr/>
              </p14:nvContentPartPr>
              <p14:xfrm>
                <a:off x="4734157" y="5941638"/>
                <a:ext cx="274680" cy="802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5C85D94-F53E-4D43-898A-6E22F346A5D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716517" y="5923998"/>
                  <a:ext cx="310320" cy="83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8AF3147B-E61A-A055-C9E5-C7DE2D026D06}"/>
              </a:ext>
            </a:extLst>
          </p:cNvPr>
          <p:cNvGrpSpPr/>
          <p:nvPr/>
        </p:nvGrpSpPr>
        <p:grpSpPr>
          <a:xfrm>
            <a:off x="4288477" y="4899798"/>
            <a:ext cx="1432800" cy="786600"/>
            <a:chOff x="4288477" y="4899798"/>
            <a:chExt cx="143280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DEBDDA-F5C1-648F-0755-C6BB18C34045}"/>
                    </a:ext>
                  </a:extLst>
                </p14:cNvPr>
                <p14:cNvContentPartPr/>
                <p14:nvPr/>
              </p14:nvContentPartPr>
              <p14:xfrm>
                <a:off x="4291717" y="5418918"/>
                <a:ext cx="54000" cy="267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DEBDDA-F5C1-648F-0755-C6BB18C3404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274077" y="5401278"/>
                  <a:ext cx="89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5665B90-089B-8DEA-91DA-5C49E5DA730F}"/>
                    </a:ext>
                  </a:extLst>
                </p14:cNvPr>
                <p14:cNvContentPartPr/>
                <p14:nvPr/>
              </p14:nvContentPartPr>
              <p14:xfrm>
                <a:off x="4288477" y="5425038"/>
                <a:ext cx="255240" cy="1396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5665B90-089B-8DEA-91DA-5C49E5DA730F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270837" y="5407038"/>
                  <a:ext cx="290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E7B5C0F-B776-4936-69E0-A94471D84AEC}"/>
                    </a:ext>
                  </a:extLst>
                </p14:cNvPr>
                <p14:cNvContentPartPr/>
                <p14:nvPr/>
              </p14:nvContentPartPr>
              <p14:xfrm>
                <a:off x="4589077" y="5398038"/>
                <a:ext cx="111960" cy="138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E7B5C0F-B776-4936-69E0-A94471D84AE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571437" y="5380038"/>
                  <a:ext cx="147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3EBDCFC-B560-7F64-C90D-6770CC12CB18}"/>
                    </a:ext>
                  </a:extLst>
                </p14:cNvPr>
                <p14:cNvContentPartPr/>
                <p14:nvPr/>
              </p14:nvContentPartPr>
              <p14:xfrm>
                <a:off x="4735237" y="5387238"/>
                <a:ext cx="146880" cy="121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3EBDCFC-B560-7F64-C90D-6770CC12CB1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717237" y="5369238"/>
                  <a:ext cx="182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ECA609F-DA71-8DE3-7D10-AD18B1F06453}"/>
                    </a:ext>
                  </a:extLst>
                </p14:cNvPr>
                <p14:cNvContentPartPr/>
                <p14:nvPr/>
              </p14:nvContentPartPr>
              <p14:xfrm>
                <a:off x="4915237" y="5298678"/>
                <a:ext cx="45360" cy="150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ECA609F-DA71-8DE3-7D10-AD18B1F0645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897237" y="5281038"/>
                  <a:ext cx="81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D199840-58B6-8B77-F143-48FDBC8849C1}"/>
                    </a:ext>
                  </a:extLst>
                </p14:cNvPr>
                <p14:cNvContentPartPr/>
                <p14:nvPr/>
              </p14:nvContentPartPr>
              <p14:xfrm>
                <a:off x="5032237" y="5255478"/>
                <a:ext cx="216720" cy="903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D199840-58B6-8B77-F143-48FDBC8849C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014597" y="5237478"/>
                  <a:ext cx="252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7A54188-C843-5CCA-7ACA-56AC2494349B}"/>
                    </a:ext>
                  </a:extLst>
                </p14:cNvPr>
                <p14:cNvContentPartPr/>
                <p14:nvPr/>
              </p14:nvContentPartPr>
              <p14:xfrm>
                <a:off x="5261197" y="5139198"/>
                <a:ext cx="68400" cy="1224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7A54188-C843-5CCA-7ACA-56AC2494349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243557" y="5121198"/>
                  <a:ext cx="104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73A56B7-E927-DF36-C9C5-5C3764BE4A54}"/>
                    </a:ext>
                  </a:extLst>
                </p14:cNvPr>
                <p14:cNvContentPartPr/>
                <p14:nvPr/>
              </p14:nvContentPartPr>
              <p14:xfrm>
                <a:off x="5408437" y="4899798"/>
                <a:ext cx="312840" cy="3157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73A56B7-E927-DF36-C9C5-5C3764BE4A5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390797" y="4881798"/>
                  <a:ext cx="34848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E3AF4279-D133-7341-31D6-C42497809331}"/>
              </a:ext>
            </a:extLst>
          </p:cNvPr>
          <p:cNvGrpSpPr/>
          <p:nvPr/>
        </p:nvGrpSpPr>
        <p:grpSpPr>
          <a:xfrm>
            <a:off x="7445317" y="5760558"/>
            <a:ext cx="1125720" cy="1055160"/>
            <a:chOff x="7445317" y="5760558"/>
            <a:chExt cx="1125720" cy="10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BE8DC66-10AB-EB5A-A722-7833D21D4997}"/>
                    </a:ext>
                  </a:extLst>
                </p14:cNvPr>
                <p14:cNvContentPartPr/>
                <p14:nvPr/>
              </p14:nvContentPartPr>
              <p14:xfrm>
                <a:off x="7456477" y="5760558"/>
                <a:ext cx="606240" cy="543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BE8DC66-10AB-EB5A-A722-7833D21D499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38477" y="5742918"/>
                  <a:ext cx="64188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20A2AE3-9C68-EFEE-FEFB-93F0B1B63D6A}"/>
                    </a:ext>
                  </a:extLst>
                </p14:cNvPr>
                <p14:cNvContentPartPr/>
                <p14:nvPr/>
              </p14:nvContentPartPr>
              <p14:xfrm>
                <a:off x="7445317" y="5964318"/>
                <a:ext cx="122040" cy="3337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20A2AE3-9C68-EFEE-FEFB-93F0B1B63D6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27677" y="5946678"/>
                  <a:ext cx="1576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735C123-7832-DE2A-6583-D4F783541178}"/>
                    </a:ext>
                  </a:extLst>
                </p14:cNvPr>
                <p14:cNvContentPartPr/>
                <p14:nvPr/>
              </p14:nvContentPartPr>
              <p14:xfrm>
                <a:off x="7807117" y="6384078"/>
                <a:ext cx="53640" cy="209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735C123-7832-DE2A-6583-D4F78354117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789117" y="6366438"/>
                  <a:ext cx="89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F98DC56-8488-922D-DF0D-C69E7E6E0C24}"/>
                    </a:ext>
                  </a:extLst>
                </p14:cNvPr>
                <p14:cNvContentPartPr/>
                <p14:nvPr/>
              </p14:nvContentPartPr>
              <p14:xfrm>
                <a:off x="7765717" y="6368598"/>
                <a:ext cx="147240" cy="817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F98DC56-8488-922D-DF0D-C69E7E6E0C2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748077" y="6350598"/>
                  <a:ext cx="182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2267B99-15A2-AC68-EEE4-3DF380E51F76}"/>
                    </a:ext>
                  </a:extLst>
                </p14:cNvPr>
                <p14:cNvContentPartPr/>
                <p14:nvPr/>
              </p14:nvContentPartPr>
              <p14:xfrm>
                <a:off x="7724317" y="6654078"/>
                <a:ext cx="86400" cy="161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2267B99-15A2-AC68-EEE4-3DF380E51F7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706317" y="6636078"/>
                  <a:ext cx="122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77666E-38C1-AFC7-5C09-A536C5E3D077}"/>
                    </a:ext>
                  </a:extLst>
                </p14:cNvPr>
                <p14:cNvContentPartPr/>
                <p14:nvPr/>
              </p14:nvContentPartPr>
              <p14:xfrm>
                <a:off x="7805317" y="6690798"/>
                <a:ext cx="121320" cy="619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77666E-38C1-AFC7-5C09-A536C5E3D07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787317" y="6672798"/>
                  <a:ext cx="1569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CEE92CD-6DD9-F8C2-9E3B-0251DBDD602C}"/>
                    </a:ext>
                  </a:extLst>
                </p14:cNvPr>
                <p14:cNvContentPartPr/>
                <p14:nvPr/>
              </p14:nvContentPartPr>
              <p14:xfrm>
                <a:off x="7947157" y="6606558"/>
                <a:ext cx="199800" cy="1256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CEE92CD-6DD9-F8C2-9E3B-0251DBDD602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929157" y="6588918"/>
                  <a:ext cx="235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1162EAF-7BF6-EFE1-D80E-A511C76DC7E7}"/>
                    </a:ext>
                  </a:extLst>
                </p14:cNvPr>
                <p14:cNvContentPartPr/>
                <p14:nvPr/>
              </p14:nvContentPartPr>
              <p14:xfrm>
                <a:off x="8180437" y="6575598"/>
                <a:ext cx="9000" cy="122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1162EAF-7BF6-EFE1-D80E-A511C76DC7E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162437" y="6557598"/>
                  <a:ext cx="44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B3049E3-DEB8-0B7A-5893-503E6179FEBD}"/>
                    </a:ext>
                  </a:extLst>
                </p14:cNvPr>
                <p14:cNvContentPartPr/>
                <p14:nvPr/>
              </p14:nvContentPartPr>
              <p14:xfrm>
                <a:off x="8127517" y="6622758"/>
                <a:ext cx="1440" cy="1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B3049E3-DEB8-0B7A-5893-503E6179FE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09877" y="6605118"/>
                  <a:ext cx="37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669A5C9-C299-E7C0-5D5C-18E23840B17F}"/>
                    </a:ext>
                  </a:extLst>
                </p14:cNvPr>
                <p14:cNvContentPartPr/>
                <p14:nvPr/>
              </p14:nvContentPartPr>
              <p14:xfrm>
                <a:off x="8152357" y="6583878"/>
                <a:ext cx="79200" cy="123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669A5C9-C299-E7C0-5D5C-18E23840B17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134717" y="6566238"/>
                  <a:ext cx="114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ED6F441-3461-81E1-E393-5408735DA88D}"/>
                    </a:ext>
                  </a:extLst>
                </p14:cNvPr>
                <p14:cNvContentPartPr/>
                <p14:nvPr/>
              </p14:nvContentPartPr>
              <p14:xfrm>
                <a:off x="8256397" y="6546078"/>
                <a:ext cx="163800" cy="96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ED6F441-3461-81E1-E393-5408735DA88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238757" y="6528438"/>
                  <a:ext cx="199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CE3D1CE-F6E2-46D9-0E0D-342AF8001A87}"/>
                    </a:ext>
                  </a:extLst>
                </p14:cNvPr>
                <p14:cNvContentPartPr/>
                <p14:nvPr/>
              </p14:nvContentPartPr>
              <p14:xfrm>
                <a:off x="8451157" y="6487038"/>
                <a:ext cx="119880" cy="874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CE3D1CE-F6E2-46D9-0E0D-342AF8001A8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433157" y="6469398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0077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9826-2E8B-31B3-E8A7-BBAA4197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A8356-F202-1AB9-DEB9-771E55908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AD527CA-5389-DDF2-E764-574A3130CA53}"/>
              </a:ext>
            </a:extLst>
          </p:cNvPr>
          <p:cNvGrpSpPr/>
          <p:nvPr/>
        </p:nvGrpSpPr>
        <p:grpSpPr>
          <a:xfrm>
            <a:off x="491917" y="711558"/>
            <a:ext cx="10741680" cy="6065640"/>
            <a:chOff x="491917" y="711558"/>
            <a:chExt cx="10741680" cy="60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E175F5-CCD9-D066-FFDB-D693226251E9}"/>
                    </a:ext>
                  </a:extLst>
                </p14:cNvPr>
                <p14:cNvContentPartPr/>
                <p14:nvPr/>
              </p14:nvContentPartPr>
              <p14:xfrm>
                <a:off x="1520437" y="1847718"/>
                <a:ext cx="34200" cy="655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AE175F5-CCD9-D066-FFDB-D693226251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2437" y="1830078"/>
                  <a:ext cx="6984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5C9A80-CE17-1BCB-93D0-8BAA946C87B7}"/>
                    </a:ext>
                  </a:extLst>
                </p14:cNvPr>
                <p14:cNvContentPartPr/>
                <p14:nvPr/>
              </p14:nvContentPartPr>
              <p14:xfrm>
                <a:off x="1509277" y="1905678"/>
                <a:ext cx="279000" cy="433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5C9A80-CE17-1BCB-93D0-8BAA946C87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1277" y="1888038"/>
                  <a:ext cx="314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2885A4C-A0E7-D05C-2211-05F974A8D185}"/>
                    </a:ext>
                  </a:extLst>
                </p14:cNvPr>
                <p14:cNvContentPartPr/>
                <p14:nvPr/>
              </p14:nvContentPartPr>
              <p14:xfrm>
                <a:off x="1974037" y="2233638"/>
                <a:ext cx="203760" cy="26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2885A4C-A0E7-D05C-2211-05F974A8D1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6037" y="2215638"/>
                  <a:ext cx="2394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6ECF989-1063-3636-4EFD-EC30034B5D1C}"/>
                    </a:ext>
                  </a:extLst>
                </p14:cNvPr>
                <p14:cNvContentPartPr/>
                <p14:nvPr/>
              </p14:nvContentPartPr>
              <p14:xfrm>
                <a:off x="2258797" y="2290878"/>
                <a:ext cx="109800" cy="186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6ECF989-1063-3636-4EFD-EC30034B5D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40797" y="2273238"/>
                  <a:ext cx="1454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9D3031-93E0-3913-FA45-341EE88E530C}"/>
                    </a:ext>
                  </a:extLst>
                </p14:cNvPr>
                <p14:cNvContentPartPr/>
                <p14:nvPr/>
              </p14:nvContentPartPr>
              <p14:xfrm>
                <a:off x="2460397" y="2274678"/>
                <a:ext cx="201960" cy="164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9D3031-93E0-3913-FA45-341EE88E53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2397" y="2257038"/>
                  <a:ext cx="237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812E74-387C-8D11-E84F-27F65427E8B7}"/>
                    </a:ext>
                  </a:extLst>
                </p14:cNvPr>
                <p14:cNvContentPartPr/>
                <p14:nvPr/>
              </p14:nvContentPartPr>
              <p14:xfrm>
                <a:off x="2759197" y="2414718"/>
                <a:ext cx="31680" cy="14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812E74-387C-8D11-E84F-27F65427E8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41197" y="2396718"/>
                  <a:ext cx="67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2E43D2-FE06-E79D-B8B8-DF5E1A463576}"/>
                    </a:ext>
                  </a:extLst>
                </p14:cNvPr>
                <p14:cNvContentPartPr/>
                <p14:nvPr/>
              </p14:nvContentPartPr>
              <p14:xfrm>
                <a:off x="2946397" y="2224278"/>
                <a:ext cx="73440" cy="31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2E43D2-FE06-E79D-B8B8-DF5E1A4635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28757" y="2206278"/>
                  <a:ext cx="1090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473E1B-678E-7FA3-3120-33628B41E19D}"/>
                    </a:ext>
                  </a:extLst>
                </p14:cNvPr>
                <p14:cNvContentPartPr/>
                <p14:nvPr/>
              </p14:nvContentPartPr>
              <p14:xfrm>
                <a:off x="2925877" y="2316798"/>
                <a:ext cx="122760" cy="84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473E1B-678E-7FA3-3120-33628B41E1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08237" y="2298798"/>
                  <a:ext cx="158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F89158-3543-E309-256E-D3A3E28B8E12}"/>
                    </a:ext>
                  </a:extLst>
                </p14:cNvPr>
                <p14:cNvContentPartPr/>
                <p14:nvPr/>
              </p14:nvContentPartPr>
              <p14:xfrm>
                <a:off x="3138637" y="2301318"/>
                <a:ext cx="507600" cy="164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F89158-3543-E309-256E-D3A3E28B8E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20637" y="2283678"/>
                  <a:ext cx="543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AD3E32-FA90-E0A1-65E1-5C9657914B0C}"/>
                    </a:ext>
                  </a:extLst>
                </p14:cNvPr>
                <p14:cNvContentPartPr/>
                <p14:nvPr/>
              </p14:nvContentPartPr>
              <p14:xfrm>
                <a:off x="3774037" y="2314998"/>
                <a:ext cx="59040" cy="25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AD3E32-FA90-E0A1-65E1-5C9657914B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56397" y="2297358"/>
                  <a:ext cx="946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21378F-9F26-CFB4-CA3A-F849C3D77DB6}"/>
                    </a:ext>
                  </a:extLst>
                </p14:cNvPr>
                <p14:cNvContentPartPr/>
                <p14:nvPr/>
              </p14:nvContentPartPr>
              <p14:xfrm>
                <a:off x="3742357" y="2279718"/>
                <a:ext cx="128880" cy="162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21378F-9F26-CFB4-CA3A-F849C3D77D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357" y="2262078"/>
                  <a:ext cx="164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658130-3B93-9B47-FA2C-AB793EBDB19E}"/>
                    </a:ext>
                  </a:extLst>
                </p14:cNvPr>
                <p14:cNvContentPartPr/>
                <p14:nvPr/>
              </p14:nvContentPartPr>
              <p14:xfrm>
                <a:off x="4236277" y="2156598"/>
                <a:ext cx="99720" cy="23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658130-3B93-9B47-FA2C-AB793EBDB1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18277" y="2138598"/>
                  <a:ext cx="135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F322C5-38CF-FFBC-49A7-0EE7547BA747}"/>
                    </a:ext>
                  </a:extLst>
                </p14:cNvPr>
                <p14:cNvContentPartPr/>
                <p14:nvPr/>
              </p14:nvContentPartPr>
              <p14:xfrm>
                <a:off x="4272277" y="2211678"/>
                <a:ext cx="84600" cy="16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F322C5-38CF-FFBC-49A7-0EE7547BA7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54277" y="2194038"/>
                  <a:ext cx="120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3868D27-16F0-1F75-8565-057536E160BC}"/>
                    </a:ext>
                  </a:extLst>
                </p14:cNvPr>
                <p14:cNvContentPartPr/>
                <p14:nvPr/>
              </p14:nvContentPartPr>
              <p14:xfrm>
                <a:off x="4665757" y="1769598"/>
                <a:ext cx="30240" cy="468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3868D27-16F0-1F75-8565-057536E160B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48117" y="1751958"/>
                  <a:ext cx="658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ECE26E-5097-C6CD-60C4-1782A5823EA8}"/>
                    </a:ext>
                  </a:extLst>
                </p14:cNvPr>
                <p14:cNvContentPartPr/>
                <p14:nvPr/>
              </p14:nvContentPartPr>
              <p14:xfrm>
                <a:off x="4691317" y="1722438"/>
                <a:ext cx="200880" cy="248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ECE26E-5097-C6CD-60C4-1782A5823E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3317" y="1704798"/>
                  <a:ext cx="236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BA1C7D-D59F-884D-D980-9254DAB601C6}"/>
                    </a:ext>
                  </a:extLst>
                </p14:cNvPr>
                <p14:cNvContentPartPr/>
                <p14:nvPr/>
              </p14:nvContentPartPr>
              <p14:xfrm>
                <a:off x="4719037" y="1706238"/>
                <a:ext cx="73080" cy="1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BA1C7D-D59F-884D-D980-9254DAB601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01397" y="1688238"/>
                  <a:ext cx="108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8909BF2-9927-26E9-4792-86BEDAC3B7E1}"/>
                    </a:ext>
                  </a:extLst>
                </p14:cNvPr>
                <p14:cNvContentPartPr/>
                <p14:nvPr/>
              </p14:nvContentPartPr>
              <p14:xfrm>
                <a:off x="5018557" y="2030238"/>
                <a:ext cx="130320" cy="176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8909BF2-9927-26E9-4792-86BEDAC3B7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00917" y="2012238"/>
                  <a:ext cx="165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7530E5E-127E-38B0-6EAD-B2231DA844C9}"/>
                    </a:ext>
                  </a:extLst>
                </p14:cNvPr>
                <p14:cNvContentPartPr/>
                <p14:nvPr/>
              </p14:nvContentPartPr>
              <p14:xfrm>
                <a:off x="5524717" y="1974798"/>
                <a:ext cx="315360" cy="215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7530E5E-127E-38B0-6EAD-B2231DA844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06717" y="1957158"/>
                  <a:ext cx="351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0C6349-529E-F2AC-2876-AA45D51E8C03}"/>
                    </a:ext>
                  </a:extLst>
                </p14:cNvPr>
                <p14:cNvContentPartPr/>
                <p14:nvPr/>
              </p14:nvContentPartPr>
              <p14:xfrm>
                <a:off x="6065797" y="1218078"/>
                <a:ext cx="37440" cy="421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0C6349-529E-F2AC-2876-AA45D51E8C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47797" y="1200438"/>
                  <a:ext cx="730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357A2E3-497C-38B6-1F5C-CDF0B6F48E5D}"/>
                    </a:ext>
                  </a:extLst>
                </p14:cNvPr>
                <p14:cNvContentPartPr/>
                <p14:nvPr/>
              </p14:nvContentPartPr>
              <p14:xfrm>
                <a:off x="6120157" y="1205838"/>
                <a:ext cx="140040" cy="267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357A2E3-497C-38B6-1F5C-CDF0B6F48E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02517" y="1187838"/>
                  <a:ext cx="1756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8FFCF7-C8D9-5108-EA58-FDF3C97EAAEB}"/>
                    </a:ext>
                  </a:extLst>
                </p14:cNvPr>
                <p14:cNvContentPartPr/>
                <p14:nvPr/>
              </p14:nvContentPartPr>
              <p14:xfrm>
                <a:off x="6357757" y="1089558"/>
                <a:ext cx="187200" cy="39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8FFCF7-C8D9-5108-EA58-FDF3C97EAAE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40117" y="1071558"/>
                  <a:ext cx="222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0B2685E-BFAD-5E13-CE6D-9F84248AA876}"/>
                    </a:ext>
                  </a:extLst>
                </p14:cNvPr>
                <p14:cNvContentPartPr/>
                <p14:nvPr/>
              </p14:nvContentPartPr>
              <p14:xfrm>
                <a:off x="6796957" y="852678"/>
                <a:ext cx="63000" cy="322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0B2685E-BFAD-5E13-CE6D-9F84248AA8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79317" y="834678"/>
                  <a:ext cx="98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C5BDDA-41BA-7F0B-62B6-79E9D8514BCE}"/>
                    </a:ext>
                  </a:extLst>
                </p14:cNvPr>
                <p14:cNvContentPartPr/>
                <p14:nvPr/>
              </p14:nvContentPartPr>
              <p14:xfrm>
                <a:off x="6631717" y="1169118"/>
                <a:ext cx="651240" cy="121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C5BDDA-41BA-7F0B-62B6-79E9D8514B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14077" y="1151118"/>
                  <a:ext cx="686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C0D7BE-AB71-B6B7-0373-D5053DA91C95}"/>
                    </a:ext>
                  </a:extLst>
                </p14:cNvPr>
                <p14:cNvContentPartPr/>
                <p14:nvPr/>
              </p14:nvContentPartPr>
              <p14:xfrm>
                <a:off x="6927997" y="1355238"/>
                <a:ext cx="196560" cy="54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C0D7BE-AB71-B6B7-0373-D5053DA91C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10357" y="1337598"/>
                  <a:ext cx="232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D2847E-0428-33CD-37A4-5E3ED35DE587}"/>
                    </a:ext>
                  </a:extLst>
                </p14:cNvPr>
                <p14:cNvContentPartPr/>
                <p14:nvPr/>
              </p14:nvContentPartPr>
              <p14:xfrm>
                <a:off x="7009717" y="1379358"/>
                <a:ext cx="35640" cy="229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D2847E-0428-33CD-37A4-5E3ED35DE58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91717" y="1361358"/>
                  <a:ext cx="71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C2210B-642F-910F-33EA-324EA314FBD4}"/>
                    </a:ext>
                  </a:extLst>
                </p14:cNvPr>
                <p14:cNvContentPartPr/>
                <p14:nvPr/>
              </p14:nvContentPartPr>
              <p14:xfrm>
                <a:off x="7489237" y="1126638"/>
                <a:ext cx="126720" cy="23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C2210B-642F-910F-33EA-324EA314FB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71237" y="1108638"/>
                  <a:ext cx="162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77E5B0-61BC-CA3D-3DBC-A4BA400CF0E1}"/>
                    </a:ext>
                  </a:extLst>
                </p14:cNvPr>
                <p14:cNvContentPartPr/>
                <p14:nvPr/>
              </p14:nvContentPartPr>
              <p14:xfrm>
                <a:off x="7896397" y="711558"/>
                <a:ext cx="54360" cy="281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77E5B0-61BC-CA3D-3DBC-A4BA400CF0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78757" y="693558"/>
                  <a:ext cx="900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5C6594-8A24-2151-AFD7-89AEBF5B3755}"/>
                    </a:ext>
                  </a:extLst>
                </p14:cNvPr>
                <p14:cNvContentPartPr/>
                <p14:nvPr/>
              </p14:nvContentPartPr>
              <p14:xfrm>
                <a:off x="7825477" y="1056438"/>
                <a:ext cx="483840" cy="7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5C6594-8A24-2151-AFD7-89AEBF5B375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07837" y="1038798"/>
                  <a:ext cx="519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C0DF32-BFAE-B478-5643-7DED7ACB23B7}"/>
                    </a:ext>
                  </a:extLst>
                </p14:cNvPr>
                <p14:cNvContentPartPr/>
                <p14:nvPr/>
              </p14:nvContentPartPr>
              <p14:xfrm>
                <a:off x="7959397" y="1240398"/>
                <a:ext cx="244080" cy="51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C0DF32-BFAE-B478-5643-7DED7ACB23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41757" y="1222398"/>
                  <a:ext cx="279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754CD9-4DCF-27CB-D2B5-1C4E8A80BE01}"/>
                    </a:ext>
                  </a:extLst>
                </p14:cNvPr>
                <p14:cNvContentPartPr/>
                <p14:nvPr/>
              </p14:nvContentPartPr>
              <p14:xfrm>
                <a:off x="8059117" y="1265598"/>
                <a:ext cx="30240" cy="17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754CD9-4DCF-27CB-D2B5-1C4E8A80BE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41117" y="1247958"/>
                  <a:ext cx="65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AC04E2-6F0E-0977-E869-776A089705D7}"/>
                    </a:ext>
                  </a:extLst>
                </p14:cNvPr>
                <p14:cNvContentPartPr/>
                <p14:nvPr/>
              </p14:nvContentPartPr>
              <p14:xfrm>
                <a:off x="8212837" y="1362438"/>
                <a:ext cx="97560" cy="88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AC04E2-6F0E-0977-E869-776A089705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95197" y="1344798"/>
                  <a:ext cx="133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0747D8-42B6-E4BF-7F7C-AD6A32C3710B}"/>
                    </a:ext>
                  </a:extLst>
                </p14:cNvPr>
                <p14:cNvContentPartPr/>
                <p14:nvPr/>
              </p14:nvContentPartPr>
              <p14:xfrm>
                <a:off x="8495797" y="714438"/>
                <a:ext cx="167040" cy="74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0747D8-42B6-E4BF-7F7C-AD6A32C371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78157" y="696798"/>
                  <a:ext cx="20268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18A4DA-EEA9-8196-6C56-DE83C3638E9A}"/>
                    </a:ext>
                  </a:extLst>
                </p14:cNvPr>
                <p14:cNvContentPartPr/>
                <p14:nvPr/>
              </p14:nvContentPartPr>
              <p14:xfrm>
                <a:off x="1544917" y="3300678"/>
                <a:ext cx="112320" cy="674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18A4DA-EEA9-8196-6C56-DE83C3638E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26917" y="3283038"/>
                  <a:ext cx="14796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BFF8DB-C0D9-188C-8BD7-32D7D758948D}"/>
                    </a:ext>
                  </a:extLst>
                </p14:cNvPr>
                <p14:cNvContentPartPr/>
                <p14:nvPr/>
              </p14:nvContentPartPr>
              <p14:xfrm>
                <a:off x="1556437" y="4036518"/>
                <a:ext cx="143640" cy="274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BFF8DB-C0D9-188C-8BD7-32D7D75894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38797" y="4018878"/>
                  <a:ext cx="1792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2EFA69-A97F-BFFC-900E-8DCC36F3F531}"/>
                    </a:ext>
                  </a:extLst>
                </p14:cNvPr>
                <p14:cNvContentPartPr/>
                <p14:nvPr/>
              </p14:nvContentPartPr>
              <p14:xfrm>
                <a:off x="1692877" y="4330638"/>
                <a:ext cx="126000" cy="635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2EFA69-A97F-BFFC-900E-8DCC36F3F5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75237" y="4312638"/>
                  <a:ext cx="16164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4D9048E-73E3-40C4-C9F9-2C4F639AD690}"/>
                    </a:ext>
                  </a:extLst>
                </p14:cNvPr>
                <p14:cNvContentPartPr/>
                <p14:nvPr/>
              </p14:nvContentPartPr>
              <p14:xfrm>
                <a:off x="1777477" y="4994838"/>
                <a:ext cx="93600" cy="199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4D9048E-73E3-40C4-C9F9-2C4F639AD6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59837" y="4977198"/>
                  <a:ext cx="129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DC05B5-7199-CD11-204A-A29D66813484}"/>
                    </a:ext>
                  </a:extLst>
                </p14:cNvPr>
                <p14:cNvContentPartPr/>
                <p14:nvPr/>
              </p14:nvContentPartPr>
              <p14:xfrm>
                <a:off x="1862437" y="5224878"/>
                <a:ext cx="142200" cy="602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DC05B5-7199-CD11-204A-A29D668134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44437" y="5207238"/>
                  <a:ext cx="1778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EEBCBB-2720-A7A2-5C56-C976E34F441C}"/>
                    </a:ext>
                  </a:extLst>
                </p14:cNvPr>
                <p14:cNvContentPartPr/>
                <p14:nvPr/>
              </p14:nvContentPartPr>
              <p14:xfrm>
                <a:off x="1871077" y="5857758"/>
                <a:ext cx="270000" cy="38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EEBCBB-2720-A7A2-5C56-C976E34F44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53077" y="5840118"/>
                  <a:ext cx="305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57A5DA-5AD7-A989-9615-BBC9AFA78F5E}"/>
                    </a:ext>
                  </a:extLst>
                </p14:cNvPr>
                <p14:cNvContentPartPr/>
                <p14:nvPr/>
              </p14:nvContentPartPr>
              <p14:xfrm>
                <a:off x="1912477" y="5921478"/>
                <a:ext cx="112320" cy="4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57A5DA-5AD7-A989-9615-BBC9AFA78F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94477" y="5903478"/>
                  <a:ext cx="147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698DEA-32AF-A7D1-A2D7-DEA69ED179CB}"/>
                    </a:ext>
                  </a:extLst>
                </p14:cNvPr>
                <p14:cNvContentPartPr/>
                <p14:nvPr/>
              </p14:nvContentPartPr>
              <p14:xfrm>
                <a:off x="1999597" y="5848038"/>
                <a:ext cx="138600" cy="266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698DEA-32AF-A7D1-A2D7-DEA69ED179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81597" y="5830398"/>
                  <a:ext cx="174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5F3AEA-8C21-AA22-1E10-C11E74DCF0C1}"/>
                    </a:ext>
                  </a:extLst>
                </p14:cNvPr>
                <p14:cNvContentPartPr/>
                <p14:nvPr/>
              </p14:nvContentPartPr>
              <p14:xfrm>
                <a:off x="1278157" y="3184758"/>
                <a:ext cx="825840" cy="141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5F3AEA-8C21-AA22-1E10-C11E74DCF0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60517" y="3166758"/>
                  <a:ext cx="861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444C11E-1C6A-CB5F-BC2F-7395F40D31CB}"/>
                    </a:ext>
                  </a:extLst>
                </p14:cNvPr>
                <p14:cNvContentPartPr/>
                <p14:nvPr/>
              </p14:nvContentPartPr>
              <p14:xfrm>
                <a:off x="1309477" y="3853278"/>
                <a:ext cx="569880" cy="657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444C11E-1C6A-CB5F-BC2F-7395F40D31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91837" y="3835278"/>
                  <a:ext cx="60552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A1178C-48D2-B9C1-53E0-59D57688FF82}"/>
                    </a:ext>
                  </a:extLst>
                </p14:cNvPr>
                <p14:cNvContentPartPr/>
                <p14:nvPr/>
              </p14:nvContentPartPr>
              <p14:xfrm>
                <a:off x="1687477" y="3838518"/>
                <a:ext cx="249120" cy="233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A1178C-48D2-B9C1-53E0-59D57688FF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69477" y="3820878"/>
                  <a:ext cx="284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06F91D-1B5D-8E8C-662A-5F844D2DC8AD}"/>
                    </a:ext>
                  </a:extLst>
                </p14:cNvPr>
                <p14:cNvContentPartPr/>
                <p14:nvPr/>
              </p14:nvContentPartPr>
              <p14:xfrm>
                <a:off x="2111557" y="4079718"/>
                <a:ext cx="86760" cy="167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06F91D-1B5D-8E8C-662A-5F844D2DC8A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93557" y="4061718"/>
                  <a:ext cx="122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85CAEEB-19B2-4830-8692-5EE6D4739491}"/>
                    </a:ext>
                  </a:extLst>
                </p14:cNvPr>
                <p14:cNvContentPartPr/>
                <p14:nvPr/>
              </p14:nvContentPartPr>
              <p14:xfrm>
                <a:off x="2129917" y="3990078"/>
                <a:ext cx="195480" cy="186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85CAEEB-19B2-4830-8692-5EE6D47394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11917" y="3972438"/>
                  <a:ext cx="231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A5C51E-3D68-619B-ABBC-4FEAD7221320}"/>
                    </a:ext>
                  </a:extLst>
                </p14:cNvPr>
                <p14:cNvContentPartPr/>
                <p14:nvPr/>
              </p14:nvContentPartPr>
              <p14:xfrm>
                <a:off x="2389477" y="4069998"/>
                <a:ext cx="161640" cy="45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A5C51E-3D68-619B-ABBC-4FEAD72213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71477" y="4052358"/>
                  <a:ext cx="197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0A8226E-3913-F6B5-CD42-3B1776CE39FE}"/>
                    </a:ext>
                  </a:extLst>
                </p14:cNvPr>
                <p14:cNvContentPartPr/>
                <p14:nvPr/>
              </p14:nvContentPartPr>
              <p14:xfrm>
                <a:off x="2487037" y="4083318"/>
                <a:ext cx="36360" cy="169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0A8226E-3913-F6B5-CD42-3B1776CE39F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69037" y="4065318"/>
                  <a:ext cx="72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E2EB64-A872-87F1-3D4B-35118CE3AF71}"/>
                    </a:ext>
                  </a:extLst>
                </p14:cNvPr>
                <p14:cNvContentPartPr/>
                <p14:nvPr/>
              </p14:nvContentPartPr>
              <p14:xfrm>
                <a:off x="2080237" y="5004918"/>
                <a:ext cx="82440" cy="23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E2EB64-A872-87F1-3D4B-35118CE3AF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62237" y="4987278"/>
                  <a:ext cx="118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AD784F-D73C-372E-6A21-667046FB5B38}"/>
                    </a:ext>
                  </a:extLst>
                </p14:cNvPr>
                <p14:cNvContentPartPr/>
                <p14:nvPr/>
              </p14:nvContentPartPr>
              <p14:xfrm>
                <a:off x="2228197" y="5022198"/>
                <a:ext cx="110160" cy="139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AD784F-D73C-372E-6A21-667046FB5B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10557" y="5004558"/>
                  <a:ext cx="145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8558F27-CCB1-F716-81C3-0CD6505A1A89}"/>
                    </a:ext>
                  </a:extLst>
                </p14:cNvPr>
                <p14:cNvContentPartPr/>
                <p14:nvPr/>
              </p14:nvContentPartPr>
              <p14:xfrm>
                <a:off x="2424757" y="4942638"/>
                <a:ext cx="102960" cy="22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8558F27-CCB1-F716-81C3-0CD6505A1A8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07117" y="4924638"/>
                  <a:ext cx="138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C99F3AD-9CCD-52E3-2D41-64C5B5182B01}"/>
                    </a:ext>
                  </a:extLst>
                </p14:cNvPr>
                <p14:cNvContentPartPr/>
                <p14:nvPr/>
              </p14:nvContentPartPr>
              <p14:xfrm>
                <a:off x="2487037" y="4951998"/>
                <a:ext cx="15912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C99F3AD-9CCD-52E3-2D41-64C5B5182B0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69397" y="4934358"/>
                  <a:ext cx="194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68D0E3-7F9F-BA7F-1E4E-91F195F5533C}"/>
                    </a:ext>
                  </a:extLst>
                </p14:cNvPr>
                <p14:cNvContentPartPr/>
                <p14:nvPr/>
              </p14:nvContentPartPr>
              <p14:xfrm>
                <a:off x="1312357" y="2848518"/>
                <a:ext cx="203400" cy="366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68D0E3-7F9F-BA7F-1E4E-91F195F5533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94717" y="2830878"/>
                  <a:ext cx="239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C88387-5FB1-D338-6EA3-B6C37D7A9221}"/>
                    </a:ext>
                  </a:extLst>
                </p14:cNvPr>
                <p14:cNvContentPartPr/>
                <p14:nvPr/>
              </p14:nvContentPartPr>
              <p14:xfrm>
                <a:off x="1547437" y="2928438"/>
                <a:ext cx="35280" cy="70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C88387-5FB1-D338-6EA3-B6C37D7A92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29797" y="2910438"/>
                  <a:ext cx="70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1F07B3-7B98-8A2D-42D3-CE9D07C7F540}"/>
                    </a:ext>
                  </a:extLst>
                </p14:cNvPr>
                <p14:cNvContentPartPr/>
                <p14:nvPr/>
              </p14:nvContentPartPr>
              <p14:xfrm>
                <a:off x="1611517" y="2836278"/>
                <a:ext cx="108000" cy="194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1F07B3-7B98-8A2D-42D3-CE9D07C7F5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93517" y="2818638"/>
                  <a:ext cx="143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74C6233-DFF9-F447-4E10-7F4241D11333}"/>
                    </a:ext>
                  </a:extLst>
                </p14:cNvPr>
                <p14:cNvContentPartPr/>
                <p14:nvPr/>
              </p14:nvContentPartPr>
              <p14:xfrm>
                <a:off x="1824277" y="2796318"/>
                <a:ext cx="169920" cy="137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74C6233-DFF9-F447-4E10-7F4241D113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06637" y="2778318"/>
                  <a:ext cx="205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783AB12-7A68-C8E3-A98A-69E550D50410}"/>
                    </a:ext>
                  </a:extLst>
                </p14:cNvPr>
                <p14:cNvContentPartPr/>
                <p14:nvPr/>
              </p14:nvContentPartPr>
              <p14:xfrm>
                <a:off x="491917" y="2362158"/>
                <a:ext cx="10741680" cy="321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783AB12-7A68-C8E3-A98A-69E550D5041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3917" y="2344158"/>
                  <a:ext cx="10777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74B252-3D41-51C2-2F58-55ADD3164156}"/>
                    </a:ext>
                  </a:extLst>
                </p14:cNvPr>
                <p14:cNvContentPartPr/>
                <p14:nvPr/>
              </p14:nvContentPartPr>
              <p14:xfrm>
                <a:off x="3090037" y="2743038"/>
                <a:ext cx="322920" cy="4034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74B252-3D41-51C2-2F58-55ADD31641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072397" y="2725038"/>
                  <a:ext cx="358560" cy="40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7F4629F-D586-2246-7B19-75A8D9DD670E}"/>
              </a:ext>
            </a:extLst>
          </p:cNvPr>
          <p:cNvGrpSpPr/>
          <p:nvPr/>
        </p:nvGrpSpPr>
        <p:grpSpPr>
          <a:xfrm>
            <a:off x="3795637" y="2868678"/>
            <a:ext cx="975960" cy="317160"/>
            <a:chOff x="3795637" y="2868678"/>
            <a:chExt cx="9759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F1E883-F44E-6D28-539C-69BD9C836D5D}"/>
                    </a:ext>
                  </a:extLst>
                </p14:cNvPr>
                <p14:cNvContentPartPr/>
                <p14:nvPr/>
              </p14:nvContentPartPr>
              <p14:xfrm>
                <a:off x="3795637" y="2924118"/>
                <a:ext cx="333000" cy="256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F1E883-F44E-6D28-539C-69BD9C836D5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77997" y="2906118"/>
                  <a:ext cx="368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76817B1-F92F-9E8D-95BE-1BA90931D910}"/>
                    </a:ext>
                  </a:extLst>
                </p14:cNvPr>
                <p14:cNvContentPartPr/>
                <p14:nvPr/>
              </p14:nvContentPartPr>
              <p14:xfrm>
                <a:off x="4172557" y="2952918"/>
                <a:ext cx="200520" cy="148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76817B1-F92F-9E8D-95BE-1BA90931D91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54917" y="2934918"/>
                  <a:ext cx="236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F222A5-1DF2-A4BD-9308-3525FB0145EF}"/>
                    </a:ext>
                  </a:extLst>
                </p14:cNvPr>
                <p14:cNvContentPartPr/>
                <p14:nvPr/>
              </p14:nvContentPartPr>
              <p14:xfrm>
                <a:off x="4433557" y="2986758"/>
                <a:ext cx="146160" cy="126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F222A5-1DF2-A4BD-9308-3525FB0145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15917" y="2968758"/>
                  <a:ext cx="181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BE8FF0-6FDB-7E26-75F4-19E06BF1EEE2}"/>
                    </a:ext>
                  </a:extLst>
                </p14:cNvPr>
                <p14:cNvContentPartPr/>
                <p14:nvPr/>
              </p14:nvContentPartPr>
              <p14:xfrm>
                <a:off x="4624357" y="2868678"/>
                <a:ext cx="147240" cy="317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BE8FF0-6FDB-7E26-75F4-19E06BF1EEE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06717" y="2850678"/>
                  <a:ext cx="1828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F2FA773-E106-8223-6A68-B27FA8F7C000}"/>
                    </a:ext>
                  </a:extLst>
                </p14:cNvPr>
                <p14:cNvContentPartPr/>
                <p14:nvPr/>
              </p14:nvContentPartPr>
              <p14:xfrm>
                <a:off x="4680157" y="2996838"/>
                <a:ext cx="76680" cy="53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F2FA773-E106-8223-6A68-B27FA8F7C0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62157" y="2979198"/>
                  <a:ext cx="11232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6EB886C-5C48-FE52-2B3A-B5A614F895A4}"/>
              </a:ext>
            </a:extLst>
          </p:cNvPr>
          <p:cNvGrpSpPr/>
          <p:nvPr/>
        </p:nvGrpSpPr>
        <p:grpSpPr>
          <a:xfrm>
            <a:off x="5250397" y="2803158"/>
            <a:ext cx="1698840" cy="323640"/>
            <a:chOff x="5250397" y="2803158"/>
            <a:chExt cx="169884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821223-F252-4EA8-2BDC-9725BA6BB6E2}"/>
                    </a:ext>
                  </a:extLst>
                </p14:cNvPr>
                <p14:cNvContentPartPr/>
                <p14:nvPr/>
              </p14:nvContentPartPr>
              <p14:xfrm>
                <a:off x="5250397" y="2957238"/>
                <a:ext cx="152280" cy="169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821223-F252-4EA8-2BDC-9725BA6BB6E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32757" y="2939238"/>
                  <a:ext cx="187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A108D00-39E3-54FD-B2CA-A3E36C965585}"/>
                    </a:ext>
                  </a:extLst>
                </p14:cNvPr>
                <p14:cNvContentPartPr/>
                <p14:nvPr/>
              </p14:nvContentPartPr>
              <p14:xfrm>
                <a:off x="5490157" y="2968758"/>
                <a:ext cx="156240" cy="127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A108D00-39E3-54FD-B2CA-A3E36C96558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72157" y="2951118"/>
                  <a:ext cx="191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4503D7-88F3-6614-9C4E-C35FFF690473}"/>
                    </a:ext>
                  </a:extLst>
                </p14:cNvPr>
                <p14:cNvContentPartPr/>
                <p14:nvPr/>
              </p14:nvContentPartPr>
              <p14:xfrm>
                <a:off x="5703277" y="2930958"/>
                <a:ext cx="129240" cy="115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4503D7-88F3-6614-9C4E-C35FFF6904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85277" y="2913318"/>
                  <a:ext cx="164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7D6547-6F98-00BC-1051-5ED0C7148A24}"/>
                    </a:ext>
                  </a:extLst>
                </p14:cNvPr>
                <p14:cNvContentPartPr/>
                <p14:nvPr/>
              </p14:nvContentPartPr>
              <p14:xfrm>
                <a:off x="5917837" y="2956158"/>
                <a:ext cx="20520" cy="104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7D6547-6F98-00BC-1051-5ED0C7148A2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00197" y="2938158"/>
                  <a:ext cx="56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B964AB-7C36-65C1-3C2E-9BE1F87C8772}"/>
                    </a:ext>
                  </a:extLst>
                </p14:cNvPr>
                <p14:cNvContentPartPr/>
                <p14:nvPr/>
              </p14:nvContentPartPr>
              <p14:xfrm>
                <a:off x="5926477" y="2803158"/>
                <a:ext cx="10800" cy="36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B964AB-7C36-65C1-3C2E-9BE1F87C877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08837" y="2785518"/>
                  <a:ext cx="46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9B6850-E6B4-4DAE-10C3-B8EE55F866B0}"/>
                    </a:ext>
                  </a:extLst>
                </p14:cNvPr>
                <p14:cNvContentPartPr/>
                <p14:nvPr/>
              </p14:nvContentPartPr>
              <p14:xfrm>
                <a:off x="6037717" y="2872638"/>
                <a:ext cx="420480" cy="218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9B6850-E6B4-4DAE-10C3-B8EE55F866B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20077" y="2854638"/>
                  <a:ext cx="456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6DE10D-488D-3449-31BF-7A2F0B32F96C}"/>
                    </a:ext>
                  </a:extLst>
                </p14:cNvPr>
                <p14:cNvContentPartPr/>
                <p14:nvPr/>
              </p14:nvContentPartPr>
              <p14:xfrm>
                <a:off x="6555037" y="2832678"/>
                <a:ext cx="14760" cy="226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6DE10D-488D-3449-31BF-7A2F0B32F96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37037" y="2814678"/>
                  <a:ext cx="50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A9499D-4AAD-A857-611D-ADD8AFDCEA4B}"/>
                    </a:ext>
                  </a:extLst>
                </p14:cNvPr>
                <p14:cNvContentPartPr/>
                <p14:nvPr/>
              </p14:nvContentPartPr>
              <p14:xfrm>
                <a:off x="6651517" y="2952918"/>
                <a:ext cx="69480" cy="79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A9499D-4AAD-A857-611D-ADD8AFDCEA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33517" y="2934918"/>
                  <a:ext cx="105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3417CF-0C5F-D17E-CAF1-B1278D0D1891}"/>
                    </a:ext>
                  </a:extLst>
                </p14:cNvPr>
                <p14:cNvContentPartPr/>
                <p14:nvPr/>
              </p14:nvContentPartPr>
              <p14:xfrm>
                <a:off x="6849517" y="2884158"/>
                <a:ext cx="99720" cy="171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3417CF-0C5F-D17E-CAF1-B1278D0D18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31877" y="2866158"/>
                  <a:ext cx="1353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39517E9-6481-B632-373F-24673650C9B7}"/>
              </a:ext>
            </a:extLst>
          </p:cNvPr>
          <p:cNvGrpSpPr/>
          <p:nvPr/>
        </p:nvGrpSpPr>
        <p:grpSpPr>
          <a:xfrm>
            <a:off x="7280797" y="2901438"/>
            <a:ext cx="588240" cy="152280"/>
            <a:chOff x="7280797" y="2901438"/>
            <a:chExt cx="58824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8AED83-F274-B20A-9D94-AEB6049226C3}"/>
                    </a:ext>
                  </a:extLst>
                </p14:cNvPr>
                <p14:cNvContentPartPr/>
                <p14:nvPr/>
              </p14:nvContentPartPr>
              <p14:xfrm>
                <a:off x="7280797" y="2918358"/>
                <a:ext cx="159480" cy="135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8AED83-F274-B20A-9D94-AEB6049226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62797" y="2900358"/>
                  <a:ext cx="195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B023529-21EE-175D-CF56-F61E2E5733D4}"/>
                    </a:ext>
                  </a:extLst>
                </p14:cNvPr>
                <p14:cNvContentPartPr/>
                <p14:nvPr/>
              </p14:nvContentPartPr>
              <p14:xfrm>
                <a:off x="7515517" y="2914758"/>
                <a:ext cx="96480" cy="101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B023529-21EE-175D-CF56-F61E2E5733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497517" y="2897118"/>
                  <a:ext cx="132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28167F-39E7-3623-FEC3-F549A21B0927}"/>
                    </a:ext>
                  </a:extLst>
                </p14:cNvPr>
                <p14:cNvContentPartPr/>
                <p14:nvPr/>
              </p14:nvContentPartPr>
              <p14:xfrm>
                <a:off x="7739437" y="2901438"/>
                <a:ext cx="129600" cy="101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28167F-39E7-3623-FEC3-F549A21B092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21797" y="2883438"/>
                  <a:ext cx="16524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18E4E72-8AE3-34FA-0A01-75F5463CD9C5}"/>
              </a:ext>
            </a:extLst>
          </p:cNvPr>
          <p:cNvGrpSpPr/>
          <p:nvPr/>
        </p:nvGrpSpPr>
        <p:grpSpPr>
          <a:xfrm>
            <a:off x="8279077" y="2786598"/>
            <a:ext cx="1231200" cy="227160"/>
            <a:chOff x="8279077" y="2786598"/>
            <a:chExt cx="123120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807637F-F0F4-0F9D-9D80-928EC6670E4B}"/>
                    </a:ext>
                  </a:extLst>
                </p14:cNvPr>
                <p14:cNvContentPartPr/>
                <p14:nvPr/>
              </p14:nvContentPartPr>
              <p14:xfrm>
                <a:off x="8279077" y="2786598"/>
                <a:ext cx="48960" cy="227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807637F-F0F4-0F9D-9D80-928EC6670E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61437" y="2768598"/>
                  <a:ext cx="846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C2021D5-60DF-A13C-A029-76A98F3BEEBB}"/>
                    </a:ext>
                  </a:extLst>
                </p14:cNvPr>
                <p14:cNvContentPartPr/>
                <p14:nvPr/>
              </p14:nvContentPartPr>
              <p14:xfrm>
                <a:off x="8312557" y="2859318"/>
                <a:ext cx="115920" cy="131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C2021D5-60DF-A13C-A029-76A98F3BEE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94917" y="2841678"/>
                  <a:ext cx="151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9ED624-3E10-2887-5C87-39F8A26099E3}"/>
                    </a:ext>
                  </a:extLst>
                </p14:cNvPr>
                <p14:cNvContentPartPr/>
                <p14:nvPr/>
              </p14:nvContentPartPr>
              <p14:xfrm>
                <a:off x="8528917" y="2884878"/>
                <a:ext cx="158040" cy="107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9ED624-3E10-2887-5C87-39F8A26099E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10917" y="2867238"/>
                  <a:ext cx="193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E925C6-A90E-F591-3D27-B858405A9BD3}"/>
                    </a:ext>
                  </a:extLst>
                </p14:cNvPr>
                <p14:cNvContentPartPr/>
                <p14:nvPr/>
              </p14:nvContentPartPr>
              <p14:xfrm>
                <a:off x="8805037" y="2874438"/>
                <a:ext cx="123840" cy="122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E925C6-A90E-F591-3D27-B858405A9B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87037" y="2856798"/>
                  <a:ext cx="159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881ED5F-E224-C54A-9AC1-1494ADA3239E}"/>
                    </a:ext>
                  </a:extLst>
                </p14:cNvPr>
                <p14:cNvContentPartPr/>
                <p14:nvPr/>
              </p14:nvContentPartPr>
              <p14:xfrm>
                <a:off x="9022117" y="2854278"/>
                <a:ext cx="218160" cy="106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881ED5F-E224-C54A-9AC1-1494ADA323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04117" y="2836638"/>
                  <a:ext cx="253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3B2A0AF-6D0C-9AB7-06CB-36C5108C9E29}"/>
                    </a:ext>
                  </a:extLst>
                </p14:cNvPr>
                <p14:cNvContentPartPr/>
                <p14:nvPr/>
              </p14:nvContentPartPr>
              <p14:xfrm>
                <a:off x="9359077" y="2829798"/>
                <a:ext cx="151200" cy="88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3B2A0AF-6D0C-9AB7-06CB-36C5108C9E2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41077" y="2812158"/>
                  <a:ext cx="1868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9BC15B-AD0C-DB32-E45F-44DEC8196DB5}"/>
              </a:ext>
            </a:extLst>
          </p:cNvPr>
          <p:cNvGrpSpPr/>
          <p:nvPr/>
        </p:nvGrpSpPr>
        <p:grpSpPr>
          <a:xfrm>
            <a:off x="3867637" y="3474558"/>
            <a:ext cx="1018080" cy="298080"/>
            <a:chOff x="3867637" y="3474558"/>
            <a:chExt cx="10180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72AAE6-0DA2-BB58-C6E5-9CB502620957}"/>
                    </a:ext>
                  </a:extLst>
                </p14:cNvPr>
                <p14:cNvContentPartPr/>
                <p14:nvPr/>
              </p14:nvContentPartPr>
              <p14:xfrm>
                <a:off x="3867637" y="3589038"/>
                <a:ext cx="287280" cy="183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72AAE6-0DA2-BB58-C6E5-9CB50262095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49997" y="3571038"/>
                  <a:ext cx="322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C0423B3-C813-38EB-1071-989E17BC9ED1}"/>
                    </a:ext>
                  </a:extLst>
                </p14:cNvPr>
                <p14:cNvContentPartPr/>
                <p14:nvPr/>
              </p14:nvContentPartPr>
              <p14:xfrm>
                <a:off x="4219357" y="3536478"/>
                <a:ext cx="232560" cy="13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C0423B3-C813-38EB-1071-989E17BC9ED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01717" y="3518838"/>
                  <a:ext cx="268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AB46B40-6BA9-EEB5-FAF8-FA3E2090CFAA}"/>
                    </a:ext>
                  </a:extLst>
                </p14:cNvPr>
                <p14:cNvContentPartPr/>
                <p14:nvPr/>
              </p14:nvContentPartPr>
              <p14:xfrm>
                <a:off x="4562797" y="3538278"/>
                <a:ext cx="126720" cy="124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AB46B40-6BA9-EEB5-FAF8-FA3E2090CF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45157" y="3520278"/>
                  <a:ext cx="162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769D199-BC5F-47A7-4588-550F6DCA3DAE}"/>
                    </a:ext>
                  </a:extLst>
                </p14:cNvPr>
                <p14:cNvContentPartPr/>
                <p14:nvPr/>
              </p14:nvContentPartPr>
              <p14:xfrm>
                <a:off x="4773757" y="3474558"/>
                <a:ext cx="99000" cy="177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769D199-BC5F-47A7-4588-550F6DCA3DA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6117" y="3456918"/>
                  <a:ext cx="134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A07402-85ED-EB38-872E-5A1D7E7A9FA2}"/>
                    </a:ext>
                  </a:extLst>
                </p14:cNvPr>
                <p14:cNvContentPartPr/>
                <p14:nvPr/>
              </p14:nvContentPartPr>
              <p14:xfrm>
                <a:off x="4780957" y="3519918"/>
                <a:ext cx="104760" cy="19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A07402-85ED-EB38-872E-5A1D7E7A9FA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63317" y="3501918"/>
                  <a:ext cx="14040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C07A767-4697-6F0F-9F87-6D6D935480CD}"/>
              </a:ext>
            </a:extLst>
          </p:cNvPr>
          <p:cNvGrpSpPr/>
          <p:nvPr/>
        </p:nvGrpSpPr>
        <p:grpSpPr>
          <a:xfrm>
            <a:off x="5434357" y="3558078"/>
            <a:ext cx="476280" cy="118800"/>
            <a:chOff x="5434357" y="3558078"/>
            <a:chExt cx="47628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84A9D82-D536-25B3-D6DD-C8454BC047DA}"/>
                    </a:ext>
                  </a:extLst>
                </p14:cNvPr>
                <p14:cNvContentPartPr/>
                <p14:nvPr/>
              </p14:nvContentPartPr>
              <p14:xfrm>
                <a:off x="5434357" y="3558078"/>
                <a:ext cx="169560" cy="118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84A9D82-D536-25B3-D6DD-C8454BC047D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16717" y="3540078"/>
                  <a:ext cx="205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43A7185-1AD5-9FA9-FFC0-7F8ECC9895AF}"/>
                    </a:ext>
                  </a:extLst>
                </p14:cNvPr>
                <p14:cNvContentPartPr/>
                <p14:nvPr/>
              </p14:nvContentPartPr>
              <p14:xfrm>
                <a:off x="5642797" y="3561318"/>
                <a:ext cx="111240" cy="95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43A7185-1AD5-9FA9-FFC0-7F8ECC9895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25157" y="3543318"/>
                  <a:ext cx="146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E7E8556-C1C2-CBB3-760B-6708CA1FFFD0}"/>
                    </a:ext>
                  </a:extLst>
                </p14:cNvPr>
                <p14:cNvContentPartPr/>
                <p14:nvPr/>
              </p14:nvContentPartPr>
              <p14:xfrm>
                <a:off x="5843317" y="3572838"/>
                <a:ext cx="67320" cy="58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E7E8556-C1C2-CBB3-760B-6708CA1FFF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25677" y="3555198"/>
                  <a:ext cx="1029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AD98646-44A1-49BE-34F3-8AD8BA50E09C}"/>
              </a:ext>
            </a:extLst>
          </p:cNvPr>
          <p:cNvGrpSpPr/>
          <p:nvPr/>
        </p:nvGrpSpPr>
        <p:grpSpPr>
          <a:xfrm>
            <a:off x="6361717" y="3368718"/>
            <a:ext cx="616320" cy="284040"/>
            <a:chOff x="6361717" y="3368718"/>
            <a:chExt cx="61632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539BE09-4EF5-4A2F-5ACE-AA4B07FA339B}"/>
                    </a:ext>
                  </a:extLst>
                </p14:cNvPr>
                <p14:cNvContentPartPr/>
                <p14:nvPr/>
              </p14:nvContentPartPr>
              <p14:xfrm>
                <a:off x="6419677" y="3368718"/>
                <a:ext cx="65160" cy="284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539BE09-4EF5-4A2F-5ACE-AA4B07FA339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01677" y="3351078"/>
                  <a:ext cx="100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FCEB4E-96B0-104B-D5DE-8C5109A498DD}"/>
                    </a:ext>
                  </a:extLst>
                </p14:cNvPr>
                <p14:cNvContentPartPr/>
                <p14:nvPr/>
              </p14:nvContentPartPr>
              <p14:xfrm>
                <a:off x="6361717" y="3473838"/>
                <a:ext cx="369360" cy="118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FCEB4E-96B0-104B-D5DE-8C5109A498D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43717" y="3455838"/>
                  <a:ext cx="405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0A56342-8898-D73E-0B55-AB48C5F465DE}"/>
                    </a:ext>
                  </a:extLst>
                </p14:cNvPr>
                <p14:cNvContentPartPr/>
                <p14:nvPr/>
              </p14:nvContentPartPr>
              <p14:xfrm>
                <a:off x="6819997" y="3494718"/>
                <a:ext cx="158040" cy="141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0A56342-8898-D73E-0B55-AB48C5F465D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01997" y="3476718"/>
                  <a:ext cx="1936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13915F8-B522-D2C6-3AA5-B6EE77D25A0B}"/>
              </a:ext>
            </a:extLst>
          </p:cNvPr>
          <p:cNvGrpSpPr/>
          <p:nvPr/>
        </p:nvGrpSpPr>
        <p:grpSpPr>
          <a:xfrm>
            <a:off x="7387717" y="3401478"/>
            <a:ext cx="2149560" cy="248040"/>
            <a:chOff x="7387717" y="3401478"/>
            <a:chExt cx="214956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37D264C-C8CD-369C-8D24-B0BA55515487}"/>
                    </a:ext>
                  </a:extLst>
                </p14:cNvPr>
                <p14:cNvContentPartPr/>
                <p14:nvPr/>
              </p14:nvContentPartPr>
              <p14:xfrm>
                <a:off x="7387717" y="3498678"/>
                <a:ext cx="507240" cy="115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37D264C-C8CD-369C-8D24-B0BA555154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69717" y="3480678"/>
                  <a:ext cx="542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6E0FF5-AC2C-4D77-9861-2A9E9BE58C6F}"/>
                    </a:ext>
                  </a:extLst>
                </p14:cNvPr>
                <p14:cNvContentPartPr/>
                <p14:nvPr/>
              </p14:nvContentPartPr>
              <p14:xfrm>
                <a:off x="8037157" y="3401478"/>
                <a:ext cx="44280" cy="248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6E0FF5-AC2C-4D77-9861-2A9E9BE58C6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19157" y="3383478"/>
                  <a:ext cx="79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C39ED1A-9807-8EED-B0DA-BF94F3536C03}"/>
                    </a:ext>
                  </a:extLst>
                </p14:cNvPr>
                <p14:cNvContentPartPr/>
                <p14:nvPr/>
              </p14:nvContentPartPr>
              <p14:xfrm>
                <a:off x="8077837" y="3525678"/>
                <a:ext cx="114480" cy="68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C39ED1A-9807-8EED-B0DA-BF94F3536C0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59837" y="3507678"/>
                  <a:ext cx="150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DAB72E4-9F32-AACF-25C2-70B0DA973CA5}"/>
                    </a:ext>
                  </a:extLst>
                </p14:cNvPr>
                <p14:cNvContentPartPr/>
                <p14:nvPr/>
              </p14:nvContentPartPr>
              <p14:xfrm>
                <a:off x="8260357" y="3503718"/>
                <a:ext cx="226440" cy="123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DAB72E4-9F32-AACF-25C2-70B0DA973C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42357" y="3485718"/>
                  <a:ext cx="262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1B3DC72-C539-1F16-C85E-544D4D31BDF8}"/>
                    </a:ext>
                  </a:extLst>
                </p14:cNvPr>
                <p14:cNvContentPartPr/>
                <p14:nvPr/>
              </p14:nvContentPartPr>
              <p14:xfrm>
                <a:off x="8601637" y="3506238"/>
                <a:ext cx="81360" cy="99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1B3DC72-C539-1F16-C85E-544D4D31B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83637" y="3488598"/>
                  <a:ext cx="117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D5FA6B9-8B76-BCA4-65AB-2934F1B02FB0}"/>
                    </a:ext>
                  </a:extLst>
                </p14:cNvPr>
                <p14:cNvContentPartPr/>
                <p14:nvPr/>
              </p14:nvContentPartPr>
              <p14:xfrm>
                <a:off x="8828077" y="3511638"/>
                <a:ext cx="217440" cy="131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D5FA6B9-8B76-BCA4-65AB-2934F1B02FB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10437" y="3493998"/>
                  <a:ext cx="253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7449CB1-F141-8338-D7ED-32C9E619756D}"/>
                    </a:ext>
                  </a:extLst>
                </p14:cNvPr>
                <p14:cNvContentPartPr/>
                <p14:nvPr/>
              </p14:nvContentPartPr>
              <p14:xfrm>
                <a:off x="9135517" y="3509478"/>
                <a:ext cx="165600" cy="88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7449CB1-F141-8338-D7ED-32C9E619756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17877" y="3491838"/>
                  <a:ext cx="201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DC1FCC-3815-9B7F-73CA-046F6237DC5A}"/>
                    </a:ext>
                  </a:extLst>
                </p14:cNvPr>
                <p14:cNvContentPartPr/>
                <p14:nvPr/>
              </p14:nvContentPartPr>
              <p14:xfrm>
                <a:off x="9377077" y="3494358"/>
                <a:ext cx="64440" cy="122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DC1FCC-3815-9B7F-73CA-046F6237DC5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59077" y="3476718"/>
                  <a:ext cx="100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57F9CB3-B4F9-D84A-6290-E64AE6493B9C}"/>
                    </a:ext>
                  </a:extLst>
                </p14:cNvPr>
                <p14:cNvContentPartPr/>
                <p14:nvPr/>
              </p14:nvContentPartPr>
              <p14:xfrm>
                <a:off x="9535117" y="3576078"/>
                <a:ext cx="2160" cy="11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57F9CB3-B4F9-D84A-6290-E64AE6493B9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17477" y="3558078"/>
                  <a:ext cx="3780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5B4AD63-0808-C6AD-B8B1-4B555C304C5F}"/>
                  </a:ext>
                </a:extLst>
              </p14:cNvPr>
              <p14:cNvContentPartPr/>
              <p14:nvPr/>
            </p14:nvContentPartPr>
            <p14:xfrm>
              <a:off x="1337197" y="1752318"/>
              <a:ext cx="2604240" cy="7999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5B4AD63-0808-C6AD-B8B1-4B555C304C5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283197" y="1644318"/>
                <a:ext cx="2711880" cy="10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D8DBC441-EFBC-240C-105C-B1CE93F8C75B}"/>
              </a:ext>
            </a:extLst>
          </p:cNvPr>
          <p:cNvGrpSpPr/>
          <p:nvPr/>
        </p:nvGrpSpPr>
        <p:grpSpPr>
          <a:xfrm>
            <a:off x="3988237" y="2480238"/>
            <a:ext cx="7830720" cy="4136040"/>
            <a:chOff x="3988237" y="2480238"/>
            <a:chExt cx="7830720" cy="41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D89F0F4-6A84-50D2-024C-340975BD34F9}"/>
                    </a:ext>
                  </a:extLst>
                </p14:cNvPr>
                <p14:cNvContentPartPr/>
                <p14:nvPr/>
              </p14:nvContentPartPr>
              <p14:xfrm>
                <a:off x="3988237" y="4145958"/>
                <a:ext cx="83520" cy="37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D89F0F4-6A84-50D2-024C-340975BD34F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70597" y="4127958"/>
                  <a:ext cx="119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330DF4-A956-DE3E-FEE6-57BCEB61DC05}"/>
                    </a:ext>
                  </a:extLst>
                </p14:cNvPr>
                <p14:cNvContentPartPr/>
                <p14:nvPr/>
              </p14:nvContentPartPr>
              <p14:xfrm>
                <a:off x="3989317" y="4140558"/>
                <a:ext cx="194040" cy="240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330DF4-A956-DE3E-FEE6-57BCEB61DC0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971677" y="4122558"/>
                  <a:ext cx="2296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9E60937-7FA2-2D41-C9EF-17DBC0BAB71A}"/>
                    </a:ext>
                  </a:extLst>
                </p14:cNvPr>
                <p14:cNvContentPartPr/>
                <p14:nvPr/>
              </p14:nvContentPartPr>
              <p14:xfrm>
                <a:off x="4446877" y="4331718"/>
                <a:ext cx="236880" cy="190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9E60937-7FA2-2D41-C9EF-17DBC0BAB7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28877" y="4314078"/>
                  <a:ext cx="272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E86455-C305-BF5F-B9B9-5AC0052458BE}"/>
                    </a:ext>
                  </a:extLst>
                </p14:cNvPr>
                <p14:cNvContentPartPr/>
                <p14:nvPr/>
              </p14:nvContentPartPr>
              <p14:xfrm>
                <a:off x="4759357" y="4334598"/>
                <a:ext cx="447120" cy="175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E86455-C305-BF5F-B9B9-5AC0052458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41357" y="4316598"/>
                  <a:ext cx="48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506298A-9E2D-9251-80B3-91D9417B29E3}"/>
                    </a:ext>
                  </a:extLst>
                </p14:cNvPr>
                <p14:cNvContentPartPr/>
                <p14:nvPr/>
              </p14:nvContentPartPr>
              <p14:xfrm>
                <a:off x="5325637" y="4426758"/>
                <a:ext cx="23760" cy="13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506298A-9E2D-9251-80B3-91D9417B29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07997" y="4409118"/>
                  <a:ext cx="5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7F00E7B-D580-F879-7EEC-A65B1A46E9EF}"/>
                    </a:ext>
                  </a:extLst>
                </p14:cNvPr>
                <p14:cNvContentPartPr/>
                <p14:nvPr/>
              </p14:nvContentPartPr>
              <p14:xfrm>
                <a:off x="5604277" y="4233438"/>
                <a:ext cx="86760" cy="280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7F00E7B-D580-F879-7EEC-A65B1A46E9E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586277" y="4215438"/>
                  <a:ext cx="122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781AED1-7AF8-85DE-90E1-19B717646D59}"/>
                    </a:ext>
                  </a:extLst>
                </p14:cNvPr>
                <p14:cNvContentPartPr/>
                <p14:nvPr/>
              </p14:nvContentPartPr>
              <p14:xfrm>
                <a:off x="5558557" y="4354038"/>
                <a:ext cx="179280" cy="77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781AED1-7AF8-85DE-90E1-19B717646D5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40557" y="4336038"/>
                  <a:ext cx="214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9234BC-7895-E64D-5AF9-0E9B6C6EF6C6}"/>
                    </a:ext>
                  </a:extLst>
                </p14:cNvPr>
                <p14:cNvContentPartPr/>
                <p14:nvPr/>
              </p14:nvContentPartPr>
              <p14:xfrm>
                <a:off x="5849437" y="4334598"/>
                <a:ext cx="479880" cy="103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9234BC-7895-E64D-5AF9-0E9B6C6EF6C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31437" y="4316958"/>
                  <a:ext cx="515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DE5A817-7417-2EC5-C8F2-17E35B6B16CD}"/>
                    </a:ext>
                  </a:extLst>
                </p14:cNvPr>
                <p14:cNvContentPartPr/>
                <p14:nvPr/>
              </p14:nvContentPartPr>
              <p14:xfrm>
                <a:off x="6409597" y="4292118"/>
                <a:ext cx="77400" cy="241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DE5A817-7417-2EC5-C8F2-17E35B6B16C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391597" y="4274118"/>
                  <a:ext cx="113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D95CAAF-1D7E-4523-E5DD-A4C3388B4A7C}"/>
                    </a:ext>
                  </a:extLst>
                </p14:cNvPr>
                <p14:cNvContentPartPr/>
                <p14:nvPr/>
              </p14:nvContentPartPr>
              <p14:xfrm>
                <a:off x="6450637" y="4262238"/>
                <a:ext cx="106920" cy="132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D95CAAF-1D7E-4523-E5DD-A4C3388B4A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32637" y="4244238"/>
                  <a:ext cx="142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D54D46F-D690-C990-A772-278BAB7B5E51}"/>
                    </a:ext>
                  </a:extLst>
                </p14:cNvPr>
                <p14:cNvContentPartPr/>
                <p14:nvPr/>
              </p14:nvContentPartPr>
              <p14:xfrm>
                <a:off x="6903877" y="4230918"/>
                <a:ext cx="356760" cy="53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D54D46F-D690-C990-A772-278BAB7B5E5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85877" y="4213278"/>
                  <a:ext cx="392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E0BC213-A2FE-B617-8B80-791FDBF72134}"/>
                    </a:ext>
                  </a:extLst>
                </p14:cNvPr>
                <p14:cNvContentPartPr/>
                <p14:nvPr/>
              </p14:nvContentPartPr>
              <p14:xfrm>
                <a:off x="7138237" y="4155678"/>
                <a:ext cx="171000" cy="177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E0BC213-A2FE-B617-8B80-791FDBF7213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20237" y="4137678"/>
                  <a:ext cx="206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9696C09-B773-C7AD-34B8-C49DC1AD2DC0}"/>
                    </a:ext>
                  </a:extLst>
                </p14:cNvPr>
                <p14:cNvContentPartPr/>
                <p14:nvPr/>
              </p14:nvContentPartPr>
              <p14:xfrm>
                <a:off x="7852837" y="4029678"/>
                <a:ext cx="56880" cy="3780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9696C09-B773-C7AD-34B8-C49DC1AD2DC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35197" y="4012038"/>
                  <a:ext cx="925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3CB2EFC-452B-41C3-FD83-E966B1AA8269}"/>
                    </a:ext>
                  </a:extLst>
                </p14:cNvPr>
                <p14:cNvContentPartPr/>
                <p14:nvPr/>
              </p14:nvContentPartPr>
              <p14:xfrm>
                <a:off x="7770757" y="4207518"/>
                <a:ext cx="197640" cy="87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3CB2EFC-452B-41C3-FD83-E966B1AA826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753117" y="4189878"/>
                  <a:ext cx="233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00853EA-4399-CEE1-211D-C1B42D5772FD}"/>
                    </a:ext>
                  </a:extLst>
                </p14:cNvPr>
                <p14:cNvContentPartPr/>
                <p14:nvPr/>
              </p14:nvContentPartPr>
              <p14:xfrm>
                <a:off x="8029237" y="4184478"/>
                <a:ext cx="110880" cy="125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00853EA-4399-CEE1-211D-C1B42D5772F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011237" y="4166478"/>
                  <a:ext cx="146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019489D-9D26-48E9-C6C3-416DD9CCE1B5}"/>
                    </a:ext>
                  </a:extLst>
                </p14:cNvPr>
                <p14:cNvContentPartPr/>
                <p14:nvPr/>
              </p14:nvContentPartPr>
              <p14:xfrm>
                <a:off x="8240197" y="4174038"/>
                <a:ext cx="91080" cy="117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019489D-9D26-48E9-C6C3-416DD9CCE1B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22557" y="4156038"/>
                  <a:ext cx="126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86A35E3-D7A0-58B1-7A6B-330F1E7C16E9}"/>
                    </a:ext>
                  </a:extLst>
                </p14:cNvPr>
                <p14:cNvContentPartPr/>
                <p14:nvPr/>
              </p14:nvContentPartPr>
              <p14:xfrm>
                <a:off x="8403637" y="4164678"/>
                <a:ext cx="336960" cy="85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86A35E3-D7A0-58B1-7A6B-330F1E7C16E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385997" y="4147038"/>
                  <a:ext cx="372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8C253C-D873-8027-0F8E-936AF714FDEE}"/>
                    </a:ext>
                  </a:extLst>
                </p14:cNvPr>
                <p14:cNvContentPartPr/>
                <p14:nvPr/>
              </p14:nvContentPartPr>
              <p14:xfrm>
                <a:off x="9326317" y="3986478"/>
                <a:ext cx="257400" cy="313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8C253C-D873-8027-0F8E-936AF714FDE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08677" y="3968478"/>
                  <a:ext cx="2930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137D29-3103-90ED-F820-494829414C87}"/>
                    </a:ext>
                  </a:extLst>
                </p14:cNvPr>
                <p14:cNvContentPartPr/>
                <p14:nvPr/>
              </p14:nvContentPartPr>
              <p14:xfrm>
                <a:off x="9591637" y="4109238"/>
                <a:ext cx="101520" cy="119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137D29-3103-90ED-F820-494829414C8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573637" y="4091598"/>
                  <a:ext cx="137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5E6917A-3100-9FDE-AA21-44ABE58403F9}"/>
                    </a:ext>
                  </a:extLst>
                </p14:cNvPr>
                <p14:cNvContentPartPr/>
                <p14:nvPr/>
              </p14:nvContentPartPr>
              <p14:xfrm>
                <a:off x="9870637" y="4026078"/>
                <a:ext cx="73800" cy="321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5E6917A-3100-9FDE-AA21-44ABE58403F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852997" y="4008078"/>
                  <a:ext cx="1094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B4ADBEA-13ED-E9D3-5DEC-3EB8E0FBE946}"/>
                    </a:ext>
                  </a:extLst>
                </p14:cNvPr>
                <p14:cNvContentPartPr/>
                <p14:nvPr/>
              </p14:nvContentPartPr>
              <p14:xfrm>
                <a:off x="9863077" y="4189158"/>
                <a:ext cx="73800" cy="54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B4ADBEA-13ED-E9D3-5DEC-3EB8E0FBE94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45437" y="4171518"/>
                  <a:ext cx="109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6AF02C7-CFD3-CD35-A8CD-8D42AE56C9D3}"/>
                    </a:ext>
                  </a:extLst>
                </p14:cNvPr>
                <p14:cNvContentPartPr/>
                <p14:nvPr/>
              </p14:nvContentPartPr>
              <p14:xfrm>
                <a:off x="10124437" y="4197438"/>
                <a:ext cx="16200" cy="28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6AF02C7-CFD3-CD35-A8CD-8D42AE56C9D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06797" y="4179438"/>
                  <a:ext cx="51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ABF72F2-CE21-F017-B2ED-C67A10568C9A}"/>
                    </a:ext>
                  </a:extLst>
                </p14:cNvPr>
                <p14:cNvContentPartPr/>
                <p14:nvPr/>
              </p14:nvContentPartPr>
              <p14:xfrm>
                <a:off x="4086157" y="4938678"/>
                <a:ext cx="42120" cy="327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ABF72F2-CE21-F017-B2ED-C67A10568C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68517" y="4920678"/>
                  <a:ext cx="777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51EB48-F8F3-80B8-7FAD-34D5D3D9DF54}"/>
                    </a:ext>
                  </a:extLst>
                </p14:cNvPr>
                <p14:cNvContentPartPr/>
                <p14:nvPr/>
              </p14:nvContentPartPr>
              <p14:xfrm>
                <a:off x="4109197" y="4886118"/>
                <a:ext cx="176760" cy="217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51EB48-F8F3-80B8-7FAD-34D5D3D9DF5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91197" y="4868478"/>
                  <a:ext cx="212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E443EF7-F980-A982-FC86-1690ED99E584}"/>
                    </a:ext>
                  </a:extLst>
                </p14:cNvPr>
                <p14:cNvContentPartPr/>
                <p14:nvPr/>
              </p14:nvContentPartPr>
              <p14:xfrm>
                <a:off x="4382797" y="5027238"/>
                <a:ext cx="155880" cy="162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E443EF7-F980-A982-FC86-1690ED99E58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365157" y="5009238"/>
                  <a:ext cx="191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226FEF7-EE7B-6A95-5702-DD47866EB7BF}"/>
                    </a:ext>
                  </a:extLst>
                </p14:cNvPr>
                <p14:cNvContentPartPr/>
                <p14:nvPr/>
              </p14:nvContentPartPr>
              <p14:xfrm>
                <a:off x="4895797" y="5030838"/>
                <a:ext cx="548280" cy="42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226FEF7-EE7B-6A95-5702-DD47866EB7B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78157" y="5013198"/>
                  <a:ext cx="583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577123-7C0E-33BB-1FF3-10E7E36C8EC3}"/>
                    </a:ext>
                  </a:extLst>
                </p14:cNvPr>
                <p14:cNvContentPartPr/>
                <p14:nvPr/>
              </p14:nvContentPartPr>
              <p14:xfrm>
                <a:off x="5332837" y="4925358"/>
                <a:ext cx="182160" cy="265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577123-7C0E-33BB-1FF3-10E7E36C8EC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15197" y="4907718"/>
                  <a:ext cx="217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408FCB9-BE28-E525-D5DF-3530BE7FA019}"/>
                    </a:ext>
                  </a:extLst>
                </p14:cNvPr>
                <p14:cNvContentPartPr/>
                <p14:nvPr/>
              </p14:nvContentPartPr>
              <p14:xfrm>
                <a:off x="5956357" y="4994118"/>
                <a:ext cx="54720" cy="311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408FCB9-BE28-E525-D5DF-3530BE7FA01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38717" y="4976478"/>
                  <a:ext cx="90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64B4D9B-4C72-020D-24A3-4FDB90741832}"/>
                    </a:ext>
                  </a:extLst>
                </p14:cNvPr>
                <p14:cNvContentPartPr/>
                <p14:nvPr/>
              </p14:nvContentPartPr>
              <p14:xfrm>
                <a:off x="5908837" y="5160798"/>
                <a:ext cx="142200" cy="59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64B4D9B-4C72-020D-24A3-4FDB9074183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891197" y="5143158"/>
                  <a:ext cx="177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5D00B28-5A78-0D63-1F79-DDDD6A15582F}"/>
                    </a:ext>
                  </a:extLst>
                </p14:cNvPr>
                <p14:cNvContentPartPr/>
                <p14:nvPr/>
              </p14:nvContentPartPr>
              <p14:xfrm>
                <a:off x="6220237" y="5080518"/>
                <a:ext cx="106560" cy="116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5D00B28-5A78-0D63-1F79-DDDD6A15582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02597" y="5062518"/>
                  <a:ext cx="14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CEE8B2-E084-25CD-0639-49CF6380FCBD}"/>
                    </a:ext>
                  </a:extLst>
                </p14:cNvPr>
                <p14:cNvContentPartPr/>
                <p14:nvPr/>
              </p14:nvContentPartPr>
              <p14:xfrm>
                <a:off x="6466477" y="5095638"/>
                <a:ext cx="70920" cy="90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CEE8B2-E084-25CD-0639-49CF6380FC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448477" y="5077998"/>
                  <a:ext cx="106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E5CBBD4-D07F-D3C4-57A6-3FF8E307FF6A}"/>
                    </a:ext>
                  </a:extLst>
                </p14:cNvPr>
                <p14:cNvContentPartPr/>
                <p14:nvPr/>
              </p14:nvContentPartPr>
              <p14:xfrm>
                <a:off x="6617677" y="5077998"/>
                <a:ext cx="222480" cy="115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E5CBBD4-D07F-D3C4-57A6-3FF8E307FF6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00037" y="5059998"/>
                  <a:ext cx="258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E876B14-A245-7534-19B4-3ACC8D03CD2B}"/>
                    </a:ext>
                  </a:extLst>
                </p14:cNvPr>
                <p14:cNvContentPartPr/>
                <p14:nvPr/>
              </p14:nvContentPartPr>
              <p14:xfrm>
                <a:off x="7286197" y="4856598"/>
                <a:ext cx="211680" cy="308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E876B14-A245-7534-19B4-3ACC8D03CD2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68197" y="4838958"/>
                  <a:ext cx="247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12D4A5B-6A60-793E-6CEE-221A8BEC29CC}"/>
                    </a:ext>
                  </a:extLst>
                </p14:cNvPr>
                <p14:cNvContentPartPr/>
                <p14:nvPr/>
              </p14:nvContentPartPr>
              <p14:xfrm>
                <a:off x="7554397" y="5013918"/>
                <a:ext cx="153000" cy="1227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12D4A5B-6A60-793E-6CEE-221A8BEC29C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36397" y="4996278"/>
                  <a:ext cx="188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23F6A4A-5493-0D59-4C99-80C15D76AE38}"/>
                    </a:ext>
                  </a:extLst>
                </p14:cNvPr>
                <p14:cNvContentPartPr/>
                <p14:nvPr/>
              </p14:nvContentPartPr>
              <p14:xfrm>
                <a:off x="7764277" y="4891518"/>
                <a:ext cx="86760" cy="216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23F6A4A-5493-0D59-4C99-80C15D76AE3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46637" y="4873518"/>
                  <a:ext cx="122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F422C5C-3FED-B5CB-316B-4D262C6D4BA3}"/>
                    </a:ext>
                  </a:extLst>
                </p14:cNvPr>
                <p14:cNvContentPartPr/>
                <p14:nvPr/>
              </p14:nvContentPartPr>
              <p14:xfrm>
                <a:off x="7795237" y="4994478"/>
                <a:ext cx="166680" cy="11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F422C5C-3FED-B5CB-316B-4D262C6D4BA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77597" y="4976838"/>
                  <a:ext cx="202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C317374-A435-F914-52C3-765F8F3EF5B6}"/>
                    </a:ext>
                  </a:extLst>
                </p14:cNvPr>
                <p14:cNvContentPartPr/>
                <p14:nvPr/>
              </p14:nvContentPartPr>
              <p14:xfrm>
                <a:off x="7993597" y="5011398"/>
                <a:ext cx="155880" cy="835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C317374-A435-F914-52C3-765F8F3EF5B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75957" y="4993398"/>
                  <a:ext cx="191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2055478-2967-23CD-1891-6374FB3DD3BB}"/>
                    </a:ext>
                  </a:extLst>
                </p14:cNvPr>
                <p14:cNvContentPartPr/>
                <p14:nvPr/>
              </p14:nvContentPartPr>
              <p14:xfrm>
                <a:off x="8610277" y="4956318"/>
                <a:ext cx="12240" cy="7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2055478-2967-23CD-1891-6374FB3DD3B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92637" y="4938678"/>
                  <a:ext cx="47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EC1B3F-B9ED-5E7F-8B3B-563ED1783EDD}"/>
                    </a:ext>
                  </a:extLst>
                </p14:cNvPr>
                <p14:cNvContentPartPr/>
                <p14:nvPr/>
              </p14:nvContentPartPr>
              <p14:xfrm>
                <a:off x="8416237" y="4966758"/>
                <a:ext cx="111600" cy="164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EC1B3F-B9ED-5E7F-8B3B-563ED1783ED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98597" y="4949118"/>
                  <a:ext cx="147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0354F51-510A-E8E6-58C6-9DDCBA54448B}"/>
                    </a:ext>
                  </a:extLst>
                </p14:cNvPr>
                <p14:cNvContentPartPr/>
                <p14:nvPr/>
              </p14:nvContentPartPr>
              <p14:xfrm>
                <a:off x="8576077" y="4860918"/>
                <a:ext cx="262440" cy="271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0354F51-510A-E8E6-58C6-9DDCBA54448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58437" y="4843278"/>
                  <a:ext cx="298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CED4647-C670-3E0A-33F1-2FC1AEC8AC6A}"/>
                    </a:ext>
                  </a:extLst>
                </p14:cNvPr>
                <p14:cNvContentPartPr/>
                <p14:nvPr/>
              </p14:nvContentPartPr>
              <p14:xfrm>
                <a:off x="8887837" y="4982238"/>
                <a:ext cx="125280" cy="83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CED4647-C670-3E0A-33F1-2FC1AEC8AC6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69837" y="4964598"/>
                  <a:ext cx="160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8F8AAE-6AED-90E5-E6CC-213DDF2E1953}"/>
                    </a:ext>
                  </a:extLst>
                </p14:cNvPr>
                <p14:cNvContentPartPr/>
                <p14:nvPr/>
              </p14:nvContentPartPr>
              <p14:xfrm>
                <a:off x="9132997" y="4964238"/>
                <a:ext cx="167040" cy="88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8F8AAE-6AED-90E5-E6CC-213DDF2E19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15357" y="4946598"/>
                  <a:ext cx="202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EF75D6-B3E2-3129-DEBC-90FD6574D095}"/>
                    </a:ext>
                  </a:extLst>
                </p14:cNvPr>
                <p14:cNvContentPartPr/>
                <p14:nvPr/>
              </p14:nvContentPartPr>
              <p14:xfrm>
                <a:off x="9344677" y="4820958"/>
                <a:ext cx="120600" cy="312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EF75D6-B3E2-3129-DEBC-90FD6574D09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327037" y="4803318"/>
                  <a:ext cx="1562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CBA03DA-B6A2-651E-6FAA-8D0ED1E0E673}"/>
                    </a:ext>
                  </a:extLst>
                </p14:cNvPr>
                <p14:cNvContentPartPr/>
                <p14:nvPr/>
              </p14:nvContentPartPr>
              <p14:xfrm>
                <a:off x="9361237" y="4896558"/>
                <a:ext cx="204840" cy="58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CBA03DA-B6A2-651E-6FAA-8D0ED1E0E67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43597" y="4878918"/>
                  <a:ext cx="240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B86D0EA-B316-9B53-9995-034764D05F4F}"/>
                    </a:ext>
                  </a:extLst>
                </p14:cNvPr>
                <p14:cNvContentPartPr/>
                <p14:nvPr/>
              </p14:nvContentPartPr>
              <p14:xfrm>
                <a:off x="9922477" y="4929318"/>
                <a:ext cx="20520" cy="6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B86D0EA-B316-9B53-9995-034764D05F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04477" y="4911318"/>
                  <a:ext cx="56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8D0B0F5-A560-D720-599A-63898250AF7D}"/>
                    </a:ext>
                  </a:extLst>
                </p14:cNvPr>
                <p14:cNvContentPartPr/>
                <p14:nvPr/>
              </p14:nvContentPartPr>
              <p14:xfrm>
                <a:off x="4276237" y="5579838"/>
                <a:ext cx="31680" cy="382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8D0B0F5-A560-D720-599A-63898250AF7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258237" y="5561838"/>
                  <a:ext cx="67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86B40E6-9C9D-EFBC-AA89-FC8FD46D8A37}"/>
                    </a:ext>
                  </a:extLst>
                </p14:cNvPr>
                <p14:cNvContentPartPr/>
                <p14:nvPr/>
              </p14:nvContentPartPr>
              <p14:xfrm>
                <a:off x="4303597" y="5485158"/>
                <a:ext cx="189360" cy="303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86B40E6-9C9D-EFBC-AA89-FC8FD46D8A3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85957" y="5467158"/>
                  <a:ext cx="2250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866EDE6-917C-152B-25D6-EEBC3051CA51}"/>
                    </a:ext>
                  </a:extLst>
                </p14:cNvPr>
                <p14:cNvContentPartPr/>
                <p14:nvPr/>
              </p14:nvContentPartPr>
              <p14:xfrm>
                <a:off x="5044477" y="5610798"/>
                <a:ext cx="563760" cy="601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866EDE6-917C-152B-25D6-EEBC3051CA5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26477" y="5593158"/>
                  <a:ext cx="5994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5E62695-073D-4D15-8ED6-16BE2939C990}"/>
                    </a:ext>
                  </a:extLst>
                </p14:cNvPr>
                <p14:cNvContentPartPr/>
                <p14:nvPr/>
              </p14:nvContentPartPr>
              <p14:xfrm>
                <a:off x="5493037" y="5516838"/>
                <a:ext cx="158040" cy="218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5E62695-073D-4D15-8ED6-16BE2939C99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75037" y="5499198"/>
                  <a:ext cx="193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34109A1-E871-749A-4B0B-1A397C8679A2}"/>
                    </a:ext>
                  </a:extLst>
                </p14:cNvPr>
                <p14:cNvContentPartPr/>
                <p14:nvPr/>
              </p14:nvContentPartPr>
              <p14:xfrm>
                <a:off x="6528037" y="5548518"/>
                <a:ext cx="23760" cy="96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34109A1-E871-749A-4B0B-1A397C8679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510037" y="5530518"/>
                  <a:ext cx="59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D103111-2032-7AA8-4D13-3A06F8AD8602}"/>
                    </a:ext>
                  </a:extLst>
                </p14:cNvPr>
                <p14:cNvContentPartPr/>
                <p14:nvPr/>
              </p14:nvContentPartPr>
              <p14:xfrm>
                <a:off x="6645397" y="5542758"/>
                <a:ext cx="33480" cy="75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D103111-2032-7AA8-4D13-3A06F8AD860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627757" y="5524758"/>
                  <a:ext cx="69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FA282E7-FF48-E080-0A8F-908992E82C7A}"/>
                    </a:ext>
                  </a:extLst>
                </p14:cNvPr>
                <p14:cNvContentPartPr/>
                <p14:nvPr/>
              </p14:nvContentPartPr>
              <p14:xfrm>
                <a:off x="8448277" y="5526558"/>
                <a:ext cx="37080" cy="128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FA282E7-FF48-E080-0A8F-908992E82C7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430637" y="5508558"/>
                  <a:ext cx="72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6C4F47-9094-217F-BF3D-A0621E60F7E1}"/>
                    </a:ext>
                  </a:extLst>
                </p14:cNvPr>
                <p14:cNvContentPartPr/>
                <p14:nvPr/>
              </p14:nvContentPartPr>
              <p14:xfrm>
                <a:off x="8583277" y="5553198"/>
                <a:ext cx="28800" cy="507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6C4F47-9094-217F-BF3D-A0621E60F7E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565277" y="5535198"/>
                  <a:ext cx="64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AEE72FE-DD73-C39D-ED3C-B28B59BBE7C3}"/>
                    </a:ext>
                  </a:extLst>
                </p14:cNvPr>
                <p14:cNvContentPartPr/>
                <p14:nvPr/>
              </p14:nvContentPartPr>
              <p14:xfrm>
                <a:off x="4210717" y="6263478"/>
                <a:ext cx="402480" cy="50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AEE72FE-DD73-C39D-ED3C-B28B59BBE7C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92717" y="6245838"/>
                  <a:ext cx="438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518A26-D36A-3E38-D357-6F235288CD64}"/>
                    </a:ext>
                  </a:extLst>
                </p14:cNvPr>
                <p14:cNvContentPartPr/>
                <p14:nvPr/>
              </p14:nvContentPartPr>
              <p14:xfrm>
                <a:off x="4410877" y="6280758"/>
                <a:ext cx="56160" cy="306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518A26-D36A-3E38-D357-6F235288CD6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93237" y="6263118"/>
                  <a:ext cx="91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0FA5A3-4F24-59A2-DAFC-5A0BE39CEAEE}"/>
                    </a:ext>
                  </a:extLst>
                </p14:cNvPr>
                <p14:cNvContentPartPr/>
                <p14:nvPr/>
              </p14:nvContentPartPr>
              <p14:xfrm>
                <a:off x="4607437" y="6490278"/>
                <a:ext cx="141120" cy="126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0FA5A3-4F24-59A2-DAFC-5A0BE39CEAE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589797" y="6472638"/>
                  <a:ext cx="176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D568A65-4FEE-D51C-7F9D-1C771F3326E7}"/>
                    </a:ext>
                  </a:extLst>
                </p14:cNvPr>
                <p14:cNvContentPartPr/>
                <p14:nvPr/>
              </p14:nvContentPartPr>
              <p14:xfrm>
                <a:off x="5294317" y="6285798"/>
                <a:ext cx="638640" cy="61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D568A65-4FEE-D51C-7F9D-1C771F3326E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276677" y="6267798"/>
                  <a:ext cx="674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0796780-1050-88D5-D159-E91E39424175}"/>
                    </a:ext>
                  </a:extLst>
                </p14:cNvPr>
                <p14:cNvContentPartPr/>
                <p14:nvPr/>
              </p14:nvContentPartPr>
              <p14:xfrm>
                <a:off x="5818837" y="6175278"/>
                <a:ext cx="115920" cy="234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0796780-1050-88D5-D159-E91E394241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801197" y="6157638"/>
                  <a:ext cx="1515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2E94CB8-6D8B-98D1-6FC2-17BA3995F741}"/>
                    </a:ext>
                  </a:extLst>
                </p14:cNvPr>
                <p14:cNvContentPartPr/>
                <p14:nvPr/>
              </p14:nvContentPartPr>
              <p14:xfrm>
                <a:off x="6586717" y="6173838"/>
                <a:ext cx="63000" cy="72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2E94CB8-6D8B-98D1-6FC2-17BA3995F74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68717" y="6155838"/>
                  <a:ext cx="98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F405034-2F98-4C34-6A6C-6149EC7CB434}"/>
                    </a:ext>
                  </a:extLst>
                </p14:cNvPr>
                <p14:cNvContentPartPr/>
                <p14:nvPr/>
              </p14:nvContentPartPr>
              <p14:xfrm>
                <a:off x="6699757" y="6178158"/>
                <a:ext cx="48240" cy="399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F405034-2F98-4C34-6A6C-6149EC7CB43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82117" y="6160518"/>
                  <a:ext cx="8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3524D3B-2925-4EEA-AA2A-C3916A889CDC}"/>
                    </a:ext>
                  </a:extLst>
                </p14:cNvPr>
                <p14:cNvContentPartPr/>
                <p14:nvPr/>
              </p14:nvContentPartPr>
              <p14:xfrm>
                <a:off x="8567797" y="6096078"/>
                <a:ext cx="69480" cy="131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3524D3B-2925-4EEA-AA2A-C3916A889CD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550157" y="6078078"/>
                  <a:ext cx="105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7919DB0-851D-4B5C-1EE6-BC82C0A4C2C7}"/>
                    </a:ext>
                  </a:extLst>
                </p14:cNvPr>
                <p14:cNvContentPartPr/>
                <p14:nvPr/>
              </p14:nvContentPartPr>
              <p14:xfrm>
                <a:off x="8729077" y="6085278"/>
                <a:ext cx="20160" cy="101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7919DB0-851D-4B5C-1EE6-BC82C0A4C2C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711077" y="6067278"/>
                  <a:ext cx="55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BAB1724-D660-D8FC-CF09-42AFCE075031}"/>
                    </a:ext>
                  </a:extLst>
                </p14:cNvPr>
                <p14:cNvContentPartPr/>
                <p14:nvPr/>
              </p14:nvContentPartPr>
              <p14:xfrm>
                <a:off x="9979357" y="2480238"/>
                <a:ext cx="502200" cy="3906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BAB1724-D660-D8FC-CF09-42AFCE07503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61717" y="2462598"/>
                  <a:ext cx="537840" cy="39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92A5FE5-0D0C-CC3F-C627-2BB51C37BEE3}"/>
                    </a:ext>
                  </a:extLst>
                </p14:cNvPr>
                <p14:cNvContentPartPr/>
                <p14:nvPr/>
              </p14:nvContentPartPr>
              <p14:xfrm>
                <a:off x="10302277" y="2707758"/>
                <a:ext cx="216720" cy="304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92A5FE5-0D0C-CC3F-C627-2BB51C37BEE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284637" y="2690118"/>
                  <a:ext cx="2523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BDB5328-B467-65AB-916D-BA517086CC72}"/>
                    </a:ext>
                  </a:extLst>
                </p14:cNvPr>
                <p14:cNvContentPartPr/>
                <p14:nvPr/>
              </p14:nvContentPartPr>
              <p14:xfrm>
                <a:off x="10623037" y="2885238"/>
                <a:ext cx="136440" cy="91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BDB5328-B467-65AB-916D-BA517086CC7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05397" y="2867598"/>
                  <a:ext cx="172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298C404-82E4-B3BB-17A8-0B3891722BEF}"/>
                    </a:ext>
                  </a:extLst>
                </p14:cNvPr>
                <p14:cNvContentPartPr/>
                <p14:nvPr/>
              </p14:nvContentPartPr>
              <p14:xfrm>
                <a:off x="10839757" y="2741958"/>
                <a:ext cx="32040" cy="160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298C404-82E4-B3BB-17A8-0B3891722BE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821757" y="2724318"/>
                  <a:ext cx="67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F42F31D-D7EE-9676-4946-375258FE3FF0}"/>
                    </a:ext>
                  </a:extLst>
                </p14:cNvPr>
                <p14:cNvContentPartPr/>
                <p14:nvPr/>
              </p14:nvContentPartPr>
              <p14:xfrm>
                <a:off x="10944157" y="2843838"/>
                <a:ext cx="147600" cy="157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F42F31D-D7EE-9676-4946-375258FE3FF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926157" y="2825838"/>
                  <a:ext cx="183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444717F-5F42-C28C-38EF-ECF0ED21BDC2}"/>
                    </a:ext>
                  </a:extLst>
                </p14:cNvPr>
                <p14:cNvContentPartPr/>
                <p14:nvPr/>
              </p14:nvContentPartPr>
              <p14:xfrm>
                <a:off x="10313437" y="3437118"/>
                <a:ext cx="462600" cy="150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444717F-5F42-C28C-38EF-ECF0ED21BDC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95437" y="3419478"/>
                  <a:ext cx="498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5382C25-6ADC-9A02-3A25-FB72D440C3B9}"/>
                    </a:ext>
                  </a:extLst>
                </p14:cNvPr>
                <p14:cNvContentPartPr/>
                <p14:nvPr/>
              </p14:nvContentPartPr>
              <p14:xfrm>
                <a:off x="10837237" y="3321558"/>
                <a:ext cx="50760" cy="245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5382C25-6ADC-9A02-3A25-FB72D440C3B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819597" y="3303558"/>
                  <a:ext cx="86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6685F00-F902-E7B2-B7AB-AB897CA96564}"/>
                    </a:ext>
                  </a:extLst>
                </p14:cNvPr>
                <p14:cNvContentPartPr/>
                <p14:nvPr/>
              </p14:nvContentPartPr>
              <p14:xfrm>
                <a:off x="10878637" y="3441438"/>
                <a:ext cx="93240" cy="95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6685F00-F902-E7B2-B7AB-AB897CA9656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860997" y="3423798"/>
                  <a:ext cx="128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5358CFA-859B-223D-903A-9B67D4453D7C}"/>
                    </a:ext>
                  </a:extLst>
                </p14:cNvPr>
                <p14:cNvContentPartPr/>
                <p14:nvPr/>
              </p14:nvContentPartPr>
              <p14:xfrm>
                <a:off x="11060437" y="3477078"/>
                <a:ext cx="152280" cy="88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5358CFA-859B-223D-903A-9B67D4453D7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42437" y="3459078"/>
                  <a:ext cx="187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DB476D8-C262-03F0-008D-E32B3C5F8DE3}"/>
                    </a:ext>
                  </a:extLst>
                </p14:cNvPr>
                <p14:cNvContentPartPr/>
                <p14:nvPr/>
              </p14:nvContentPartPr>
              <p14:xfrm>
                <a:off x="11263837" y="3465918"/>
                <a:ext cx="77400" cy="82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DB476D8-C262-03F0-008D-E32B3C5F8DE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245837" y="3448278"/>
                  <a:ext cx="113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11E0F2C-E418-08D8-0ADF-934B74F080F9}"/>
                    </a:ext>
                  </a:extLst>
                </p14:cNvPr>
                <p14:cNvContentPartPr/>
                <p14:nvPr/>
              </p14:nvContentPartPr>
              <p14:xfrm>
                <a:off x="11389837" y="3473118"/>
                <a:ext cx="126720" cy="82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11E0F2C-E418-08D8-0ADF-934B74F080F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371837" y="3455118"/>
                  <a:ext cx="162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62089EA-AB7C-DA22-23CB-351EE9CD6DBF}"/>
                    </a:ext>
                  </a:extLst>
                </p14:cNvPr>
                <p14:cNvContentPartPr/>
                <p14:nvPr/>
              </p14:nvContentPartPr>
              <p14:xfrm>
                <a:off x="11640397" y="3430998"/>
                <a:ext cx="178560" cy="98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62089EA-AB7C-DA22-23CB-351EE9CD6DB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622757" y="3413358"/>
                  <a:ext cx="214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8826C31-5EC1-D9CE-2FC7-85EDC7A1F191}"/>
                    </a:ext>
                  </a:extLst>
                </p14:cNvPr>
                <p14:cNvContentPartPr/>
                <p14:nvPr/>
              </p14:nvContentPartPr>
              <p14:xfrm>
                <a:off x="10713397" y="3907638"/>
                <a:ext cx="379440" cy="28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8826C31-5EC1-D9CE-2FC7-85EDC7A1F19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695397" y="3889638"/>
                  <a:ext cx="415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3B5D4D1-4403-B670-E7DC-2F4E6CB6008A}"/>
                    </a:ext>
                  </a:extLst>
                </p14:cNvPr>
                <p14:cNvContentPartPr/>
                <p14:nvPr/>
              </p14:nvContentPartPr>
              <p14:xfrm>
                <a:off x="10841197" y="3932118"/>
                <a:ext cx="26640" cy="30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3B5D4D1-4403-B670-E7DC-2F4E6CB6008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823197" y="3914118"/>
                  <a:ext cx="62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184F0FB-B797-D690-A0A9-7914DD5D0365}"/>
                    </a:ext>
                  </a:extLst>
                </p14:cNvPr>
                <p14:cNvContentPartPr/>
                <p14:nvPr/>
              </p14:nvContentPartPr>
              <p14:xfrm>
                <a:off x="10890517" y="3927078"/>
                <a:ext cx="78480" cy="234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184F0FB-B797-D690-A0A9-7914DD5D036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72877" y="3909438"/>
                  <a:ext cx="11412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45A62F7-6C02-188A-97F8-544013B3940C}"/>
                  </a:ext>
                </a:extLst>
              </p14:cNvPr>
              <p14:cNvContentPartPr/>
              <p14:nvPr/>
            </p14:nvContentPartPr>
            <p14:xfrm>
              <a:off x="6843757" y="1334358"/>
              <a:ext cx="326160" cy="2707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45A62F7-6C02-188A-97F8-544013B3940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6789757" y="1226358"/>
                <a:ext cx="43380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1D5BA80-F73A-1B14-9FCA-C4E346F6F3BC}"/>
                  </a:ext>
                </a:extLst>
              </p14:cNvPr>
              <p14:cNvContentPartPr/>
              <p14:nvPr/>
            </p14:nvContentPartPr>
            <p14:xfrm>
              <a:off x="6951037" y="1492038"/>
              <a:ext cx="124200" cy="1839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1D5BA80-F73A-1B14-9FCA-C4E346F6F3B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6897397" y="1384038"/>
                <a:ext cx="2318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C113486-2B3D-77EA-1577-7D9069628C86}"/>
                  </a:ext>
                </a:extLst>
              </p14:cNvPr>
              <p14:cNvContentPartPr/>
              <p14:nvPr/>
            </p14:nvContentPartPr>
            <p14:xfrm>
              <a:off x="7123477" y="1552158"/>
              <a:ext cx="45000" cy="792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C113486-2B3D-77EA-1577-7D9069628C8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7069477" y="1444518"/>
                <a:ext cx="1526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FA570CC7-6ED5-BAA2-B9F1-6FBFA38D9A36}"/>
                  </a:ext>
                </a:extLst>
              </p14:cNvPr>
              <p14:cNvContentPartPr/>
              <p14:nvPr/>
            </p14:nvContentPartPr>
            <p14:xfrm>
              <a:off x="6828277" y="1399518"/>
              <a:ext cx="450000" cy="29844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FA570CC7-6ED5-BAA2-B9F1-6FBFA38D9A36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6774637" y="1291518"/>
                <a:ext cx="55764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3301779F-2FA4-EF99-502F-FBFD9AC7F785}"/>
                  </a:ext>
                </a:extLst>
              </p14:cNvPr>
              <p14:cNvContentPartPr/>
              <p14:nvPr/>
            </p14:nvContentPartPr>
            <p14:xfrm>
              <a:off x="10682077" y="3750318"/>
              <a:ext cx="459360" cy="53316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3301779F-2FA4-EF99-502F-FBFD9AC7F785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0628437" y="3642678"/>
                <a:ext cx="56700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FF80107D-0294-0BD0-D5B9-70305EEE8A15}"/>
                  </a:ext>
                </a:extLst>
              </p14:cNvPr>
              <p14:cNvContentPartPr/>
              <p14:nvPr/>
            </p14:nvContentPartPr>
            <p14:xfrm>
              <a:off x="10958557" y="4242438"/>
              <a:ext cx="19440" cy="4392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FF80107D-0294-0BD0-D5B9-70305EEE8A15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0904917" y="4134798"/>
                <a:ext cx="127080" cy="25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45E9612-35A6-36C6-437A-3312466F0B29}"/>
              </a:ext>
            </a:extLst>
          </p:cNvPr>
          <p:cNvGrpSpPr/>
          <p:nvPr/>
        </p:nvGrpSpPr>
        <p:grpSpPr>
          <a:xfrm>
            <a:off x="10537717" y="4615038"/>
            <a:ext cx="635760" cy="236520"/>
            <a:chOff x="10537717" y="4615038"/>
            <a:chExt cx="63576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D030A35-52C8-06FB-BE3A-46E3D27123A1}"/>
                    </a:ext>
                  </a:extLst>
                </p14:cNvPr>
                <p14:cNvContentPartPr/>
                <p14:nvPr/>
              </p14:nvContentPartPr>
              <p14:xfrm>
                <a:off x="10537717" y="4636278"/>
                <a:ext cx="237960" cy="215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D030A35-52C8-06FB-BE3A-46E3D27123A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20077" y="4618278"/>
                  <a:ext cx="27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EE44783-91CB-7F73-1D1B-36541C6C9F64}"/>
                    </a:ext>
                  </a:extLst>
                </p14:cNvPr>
                <p14:cNvContentPartPr/>
                <p14:nvPr/>
              </p14:nvContentPartPr>
              <p14:xfrm>
                <a:off x="10819957" y="4684878"/>
                <a:ext cx="112680" cy="139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EE44783-91CB-7F73-1D1B-36541C6C9F6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801957" y="4667238"/>
                  <a:ext cx="148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727C964-6978-0F39-F72D-CDF715724BFE}"/>
                    </a:ext>
                  </a:extLst>
                </p14:cNvPr>
                <p14:cNvContentPartPr/>
                <p14:nvPr/>
              </p14:nvContentPartPr>
              <p14:xfrm>
                <a:off x="10987357" y="4615038"/>
                <a:ext cx="186120" cy="187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727C964-6978-0F39-F72D-CDF715724BF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969717" y="4597398"/>
                  <a:ext cx="22176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10A2B13-656F-99C1-688F-0733FED675A7}"/>
              </a:ext>
            </a:extLst>
          </p:cNvPr>
          <p:cNvGrpSpPr/>
          <p:nvPr/>
        </p:nvGrpSpPr>
        <p:grpSpPr>
          <a:xfrm>
            <a:off x="10732477" y="5104638"/>
            <a:ext cx="963360" cy="306000"/>
            <a:chOff x="10732477" y="5104638"/>
            <a:chExt cx="9633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B38A864-BC63-89AB-A713-3EC541D48F9D}"/>
                    </a:ext>
                  </a:extLst>
                </p14:cNvPr>
                <p14:cNvContentPartPr/>
                <p14:nvPr/>
              </p14:nvContentPartPr>
              <p14:xfrm>
                <a:off x="10749757" y="5104638"/>
                <a:ext cx="87840" cy="306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B38A864-BC63-89AB-A713-3EC541D48F9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732117" y="5086638"/>
                  <a:ext cx="123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0F932FF-A496-2E44-A3CD-0A518CF42B0D}"/>
                    </a:ext>
                  </a:extLst>
                </p14:cNvPr>
                <p14:cNvContentPartPr/>
                <p14:nvPr/>
              </p14:nvContentPartPr>
              <p14:xfrm>
                <a:off x="10732477" y="5187078"/>
                <a:ext cx="131400" cy="820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0F932FF-A496-2E44-A3CD-0A518CF42B0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714477" y="5169078"/>
                  <a:ext cx="167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8E5931F-D78A-9921-1E29-F4991F028BDC}"/>
                    </a:ext>
                  </a:extLst>
                </p14:cNvPr>
                <p14:cNvContentPartPr/>
                <p14:nvPr/>
              </p14:nvContentPartPr>
              <p14:xfrm>
                <a:off x="10964317" y="5178438"/>
                <a:ext cx="447480" cy="110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8E5931F-D78A-9921-1E29-F4991F028BD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946317" y="5160438"/>
                  <a:ext cx="483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EDFDE1C-00F4-9819-7ECB-C658C20AB374}"/>
                    </a:ext>
                  </a:extLst>
                </p14:cNvPr>
                <p14:cNvContentPartPr/>
                <p14:nvPr/>
              </p14:nvContentPartPr>
              <p14:xfrm>
                <a:off x="11443117" y="5143518"/>
                <a:ext cx="79200" cy="2455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EDFDE1C-00F4-9819-7ECB-C658C20AB37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425117" y="5125518"/>
                  <a:ext cx="114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3358675-8D02-5CD8-FBC7-08A39E9AF7E9}"/>
                    </a:ext>
                  </a:extLst>
                </p14:cNvPr>
                <p14:cNvContentPartPr/>
                <p14:nvPr/>
              </p14:nvContentPartPr>
              <p14:xfrm>
                <a:off x="11463637" y="5134158"/>
                <a:ext cx="127800" cy="117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3358675-8D02-5CD8-FBC7-08A39E9AF7E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445997" y="5116518"/>
                  <a:ext cx="16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9E275CC-4B83-5ACC-6AA7-BAF0B19FEB41}"/>
                    </a:ext>
                  </a:extLst>
                </p14:cNvPr>
                <p14:cNvContentPartPr/>
                <p14:nvPr/>
              </p14:nvContentPartPr>
              <p14:xfrm>
                <a:off x="11687197" y="5211558"/>
                <a:ext cx="8640" cy="17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9E275CC-4B83-5ACC-6AA7-BAF0B19FEB4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669557" y="5193558"/>
                  <a:ext cx="44280" cy="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392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26E5-0B27-63C0-536E-053DA427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sensors in circuits</a:t>
            </a:r>
          </a:p>
        </p:txBody>
      </p:sp>
      <p:pic>
        <p:nvPicPr>
          <p:cNvPr id="6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31BE6536-AD84-5544-1B1A-4AE54EBE6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316" y="1763990"/>
            <a:ext cx="8249367" cy="33300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B9199-A193-909C-50B0-E07215A8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EF6774-DEA5-6A02-0C57-261A56EDF74F}"/>
              </a:ext>
            </a:extLst>
          </p:cNvPr>
          <p:cNvGrpSpPr/>
          <p:nvPr/>
        </p:nvGrpSpPr>
        <p:grpSpPr>
          <a:xfrm>
            <a:off x="2720501" y="1347032"/>
            <a:ext cx="628200" cy="537480"/>
            <a:chOff x="2720501" y="1347032"/>
            <a:chExt cx="6282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FEB76C-A78C-7F39-FDE7-1FFF46A7072D}"/>
                    </a:ext>
                  </a:extLst>
                </p14:cNvPr>
                <p14:cNvContentPartPr/>
                <p14:nvPr/>
              </p14:nvContentPartPr>
              <p14:xfrm>
                <a:off x="2720501" y="1603712"/>
                <a:ext cx="206640" cy="280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FEB76C-A78C-7F39-FDE7-1FFF46A7072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02861" y="1586072"/>
                  <a:ext cx="242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BDD6DB-5559-6E12-866C-66E99D18BA2B}"/>
                    </a:ext>
                  </a:extLst>
                </p14:cNvPr>
                <p14:cNvContentPartPr/>
                <p14:nvPr/>
              </p14:nvContentPartPr>
              <p14:xfrm>
                <a:off x="2924621" y="1670312"/>
                <a:ext cx="12960" cy="1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BDD6DB-5559-6E12-866C-66E99D18BA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6981" y="1652312"/>
                  <a:ext cx="48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EFDF56-5380-FDBE-0E72-A3B0928F8D17}"/>
                    </a:ext>
                  </a:extLst>
                </p14:cNvPr>
                <p14:cNvContentPartPr/>
                <p14:nvPr/>
              </p14:nvContentPartPr>
              <p14:xfrm>
                <a:off x="3019661" y="1521992"/>
                <a:ext cx="113400" cy="191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EFDF56-5380-FDBE-0E72-A3B0928F8D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01661" y="1504352"/>
                  <a:ext cx="149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339818-EC28-18ED-6711-5DBCAA649C53}"/>
                    </a:ext>
                  </a:extLst>
                </p14:cNvPr>
                <p14:cNvContentPartPr/>
                <p14:nvPr/>
              </p14:nvContentPartPr>
              <p14:xfrm>
                <a:off x="3199301" y="1347032"/>
                <a:ext cx="149400" cy="21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339818-EC28-18ED-6711-5DBCAA649C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81661" y="1329032"/>
                  <a:ext cx="18504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8ABE39-A3C5-B18C-8CB6-BDC5455DBF7D}"/>
              </a:ext>
            </a:extLst>
          </p:cNvPr>
          <p:cNvGrpSpPr/>
          <p:nvPr/>
        </p:nvGrpSpPr>
        <p:grpSpPr>
          <a:xfrm>
            <a:off x="3764141" y="3905192"/>
            <a:ext cx="577080" cy="474120"/>
            <a:chOff x="3764141" y="3905192"/>
            <a:chExt cx="57708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656166-AA63-5CEB-CE64-8EDEFC2182BA}"/>
                    </a:ext>
                  </a:extLst>
                </p14:cNvPr>
                <p14:cNvContentPartPr/>
                <p14:nvPr/>
              </p14:nvContentPartPr>
              <p14:xfrm>
                <a:off x="3804101" y="4178432"/>
                <a:ext cx="1440" cy="2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656166-AA63-5CEB-CE64-8EDEFC2182B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86461" y="4160432"/>
                  <a:ext cx="3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7D1F8C-82C4-6856-F8D9-3401409D3A5C}"/>
                    </a:ext>
                  </a:extLst>
                </p14:cNvPr>
                <p14:cNvContentPartPr/>
                <p14:nvPr/>
              </p14:nvContentPartPr>
              <p14:xfrm>
                <a:off x="3764141" y="4127672"/>
                <a:ext cx="12204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7D1F8C-82C4-6856-F8D9-3401409D3A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6501" y="4109672"/>
                  <a:ext cx="157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BF0BC0-9A0D-A172-610A-BC949CA1ADF4}"/>
                    </a:ext>
                  </a:extLst>
                </p14:cNvPr>
                <p14:cNvContentPartPr/>
                <p14:nvPr/>
              </p14:nvContentPartPr>
              <p14:xfrm>
                <a:off x="3922541" y="4058192"/>
                <a:ext cx="129240" cy="15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BF0BC0-9A0D-A172-610A-BC949CA1AD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04541" y="4040192"/>
                  <a:ext cx="164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E13939-3E93-BE58-1EC3-B0851C52160B}"/>
                    </a:ext>
                  </a:extLst>
                </p14:cNvPr>
                <p14:cNvContentPartPr/>
                <p14:nvPr/>
              </p14:nvContentPartPr>
              <p14:xfrm>
                <a:off x="4101461" y="3907712"/>
                <a:ext cx="104040" cy="21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E13939-3E93-BE58-1EC3-B0851C5216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83461" y="3889712"/>
                  <a:ext cx="139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983686-E6A1-FE3B-C811-17E0E99981B6}"/>
                    </a:ext>
                  </a:extLst>
                </p14:cNvPr>
                <p14:cNvContentPartPr/>
                <p14:nvPr/>
              </p14:nvContentPartPr>
              <p14:xfrm>
                <a:off x="4203701" y="3905192"/>
                <a:ext cx="137520" cy="11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983686-E6A1-FE3B-C811-17E0E99981B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86061" y="3887192"/>
                  <a:ext cx="17316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DCD24E-FB6B-E73C-91E2-E0BA11D6C27F}"/>
                  </a:ext>
                </a:extLst>
              </p14:cNvPr>
              <p14:cNvContentPartPr/>
              <p14:nvPr/>
            </p14:nvContentPartPr>
            <p14:xfrm>
              <a:off x="4886621" y="3350792"/>
              <a:ext cx="202320" cy="22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DCD24E-FB6B-E73C-91E2-E0BA11D6C27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68621" y="3332792"/>
                <a:ext cx="23796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3739CD6-B6FA-C5FB-6264-63013EC301FC}"/>
              </a:ext>
            </a:extLst>
          </p:cNvPr>
          <p:cNvGrpSpPr/>
          <p:nvPr/>
        </p:nvGrpSpPr>
        <p:grpSpPr>
          <a:xfrm>
            <a:off x="5011901" y="2828432"/>
            <a:ext cx="406080" cy="388440"/>
            <a:chOff x="5011901" y="2828432"/>
            <a:chExt cx="40608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487E66-6B8A-0D21-9105-77A76068F08A}"/>
                    </a:ext>
                  </a:extLst>
                </p14:cNvPr>
                <p14:cNvContentPartPr/>
                <p14:nvPr/>
              </p14:nvContentPartPr>
              <p14:xfrm>
                <a:off x="5011901" y="2886752"/>
                <a:ext cx="26280" cy="330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487E66-6B8A-0D21-9105-77A76068F0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94261" y="2868752"/>
                  <a:ext cx="619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9232E7-3E1F-F0D8-ABCF-DCDB7F9C606A}"/>
                    </a:ext>
                  </a:extLst>
                </p14:cNvPr>
                <p14:cNvContentPartPr/>
                <p14:nvPr/>
              </p14:nvContentPartPr>
              <p14:xfrm>
                <a:off x="5041421" y="2870192"/>
                <a:ext cx="196560" cy="19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9232E7-3E1F-F0D8-ABCF-DCDB7F9C606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23421" y="2852552"/>
                  <a:ext cx="232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BED918-10CE-666F-D535-36D32894FCD6}"/>
                    </a:ext>
                  </a:extLst>
                </p14:cNvPr>
                <p14:cNvContentPartPr/>
                <p14:nvPr/>
              </p14:nvContentPartPr>
              <p14:xfrm>
                <a:off x="5076701" y="2959832"/>
                <a:ext cx="71280" cy="8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BED918-10CE-666F-D535-36D32894FC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58701" y="2941832"/>
                  <a:ext cx="106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ACAAA0-37C1-EF43-5734-720DE19B5C18}"/>
                    </a:ext>
                  </a:extLst>
                </p14:cNvPr>
                <p14:cNvContentPartPr/>
                <p14:nvPr/>
              </p14:nvContentPartPr>
              <p14:xfrm>
                <a:off x="5219621" y="2833832"/>
                <a:ext cx="129600" cy="18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ACAAA0-37C1-EF43-5734-720DE19B5C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01981" y="2815832"/>
                  <a:ext cx="165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05269D-D569-56BD-E433-0D09C50D14F9}"/>
                    </a:ext>
                  </a:extLst>
                </p14:cNvPr>
                <p14:cNvContentPartPr/>
                <p14:nvPr/>
              </p14:nvContentPartPr>
              <p14:xfrm>
                <a:off x="5199461" y="2828432"/>
                <a:ext cx="4644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05269D-D569-56BD-E433-0D09C50D14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81821" y="2810432"/>
                  <a:ext cx="82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248200-02DD-2989-0F9F-6A865EF248CA}"/>
                    </a:ext>
                  </a:extLst>
                </p14:cNvPr>
                <p14:cNvContentPartPr/>
                <p14:nvPr/>
              </p14:nvContentPartPr>
              <p14:xfrm>
                <a:off x="5332661" y="2983592"/>
                <a:ext cx="8532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248200-02DD-2989-0F9F-6A865EF248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14661" y="2965952"/>
                  <a:ext cx="1209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285610-A352-143F-AF3F-F440CF104CCF}"/>
              </a:ext>
            </a:extLst>
          </p:cNvPr>
          <p:cNvGrpSpPr/>
          <p:nvPr/>
        </p:nvGrpSpPr>
        <p:grpSpPr>
          <a:xfrm>
            <a:off x="5976877" y="485118"/>
            <a:ext cx="950760" cy="388440"/>
            <a:chOff x="5976877" y="485118"/>
            <a:chExt cx="95076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15FA99-9D28-B65C-4DD6-A5968CB8BF79}"/>
                    </a:ext>
                  </a:extLst>
                </p14:cNvPr>
                <p14:cNvContentPartPr/>
                <p14:nvPr/>
              </p14:nvContentPartPr>
              <p14:xfrm>
                <a:off x="5976877" y="527238"/>
                <a:ext cx="33840" cy="346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15FA99-9D28-B65C-4DD6-A5968CB8BF7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58877" y="509238"/>
                  <a:ext cx="694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9C39FD-383F-BCE8-662B-ED93020B1D8B}"/>
                    </a:ext>
                  </a:extLst>
                </p14:cNvPr>
                <p14:cNvContentPartPr/>
                <p14:nvPr/>
              </p14:nvContentPartPr>
              <p14:xfrm>
                <a:off x="5991637" y="485118"/>
                <a:ext cx="262080" cy="281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9C39FD-383F-BCE8-662B-ED93020B1D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73997" y="467118"/>
                  <a:ext cx="297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3DE30E-7066-0E00-FB60-819461D03B14}"/>
                    </a:ext>
                  </a:extLst>
                </p14:cNvPr>
                <p14:cNvContentPartPr/>
                <p14:nvPr/>
              </p14:nvContentPartPr>
              <p14:xfrm>
                <a:off x="6373597" y="553878"/>
                <a:ext cx="196560" cy="3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3DE30E-7066-0E00-FB60-819461D03B1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55597" y="536238"/>
                  <a:ext cx="232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C219D3-A684-665A-5ADB-8E88A720FF07}"/>
                    </a:ext>
                  </a:extLst>
                </p14:cNvPr>
                <p14:cNvContentPartPr/>
                <p14:nvPr/>
              </p14:nvContentPartPr>
              <p14:xfrm>
                <a:off x="6495277" y="572958"/>
                <a:ext cx="46440" cy="221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C219D3-A684-665A-5ADB-8E88A720FF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77637" y="555318"/>
                  <a:ext cx="82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DACDB9A-26CA-AE1C-68CD-74955ED1EDA2}"/>
                    </a:ext>
                  </a:extLst>
                </p14:cNvPr>
                <p14:cNvContentPartPr/>
                <p14:nvPr/>
              </p14:nvContentPartPr>
              <p14:xfrm>
                <a:off x="6696157" y="529398"/>
                <a:ext cx="231480" cy="246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DACDB9A-26CA-AE1C-68CD-74955ED1EDA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78157" y="511398"/>
                  <a:ext cx="26712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AF075D0-A315-E556-0599-9419C74434E7}"/>
              </a:ext>
            </a:extLst>
          </p:cNvPr>
          <p:cNvGrpSpPr/>
          <p:nvPr/>
        </p:nvGrpSpPr>
        <p:grpSpPr>
          <a:xfrm>
            <a:off x="5962477" y="1108278"/>
            <a:ext cx="762120" cy="407880"/>
            <a:chOff x="5962477" y="1108278"/>
            <a:chExt cx="76212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9111B2-11DE-DA07-28C8-205691819F73}"/>
                    </a:ext>
                  </a:extLst>
                </p14:cNvPr>
                <p14:cNvContentPartPr/>
                <p14:nvPr/>
              </p14:nvContentPartPr>
              <p14:xfrm>
                <a:off x="5962477" y="1161198"/>
                <a:ext cx="88920" cy="354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9111B2-11DE-DA07-28C8-205691819F7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44837" y="1143558"/>
                  <a:ext cx="1245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E79A34-9D7E-711A-436B-586EE65102E3}"/>
                    </a:ext>
                  </a:extLst>
                </p14:cNvPr>
                <p14:cNvContentPartPr/>
                <p14:nvPr/>
              </p14:nvContentPartPr>
              <p14:xfrm>
                <a:off x="6024037" y="1141398"/>
                <a:ext cx="271080" cy="25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E79A34-9D7E-711A-436B-586EE65102E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06397" y="1123398"/>
                  <a:ext cx="306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92464B-EBEC-302A-596D-666BC61F3370}"/>
                    </a:ext>
                  </a:extLst>
                </p14:cNvPr>
                <p14:cNvContentPartPr/>
                <p14:nvPr/>
              </p14:nvContentPartPr>
              <p14:xfrm>
                <a:off x="6507157" y="1108278"/>
                <a:ext cx="99360" cy="398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92464B-EBEC-302A-596D-666BC61F337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89517" y="1090638"/>
                  <a:ext cx="1350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F9F43F-46D6-78E4-049B-76ACF888A115}"/>
                    </a:ext>
                  </a:extLst>
                </p14:cNvPr>
                <p14:cNvContentPartPr/>
                <p14:nvPr/>
              </p14:nvContentPartPr>
              <p14:xfrm>
                <a:off x="6467917" y="1273518"/>
                <a:ext cx="256680" cy="214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F9F43F-46D6-78E4-049B-76ACF888A11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50277" y="1255518"/>
                  <a:ext cx="29232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605252-B356-A795-2F11-F65505B769BA}"/>
              </a:ext>
            </a:extLst>
          </p:cNvPr>
          <p:cNvGrpSpPr/>
          <p:nvPr/>
        </p:nvGrpSpPr>
        <p:grpSpPr>
          <a:xfrm>
            <a:off x="5961757" y="1730358"/>
            <a:ext cx="801000" cy="410760"/>
            <a:chOff x="5961757" y="1730358"/>
            <a:chExt cx="80100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F77911-06A3-7FFC-6371-607E084D2A62}"/>
                    </a:ext>
                  </a:extLst>
                </p14:cNvPr>
                <p14:cNvContentPartPr/>
                <p14:nvPr/>
              </p14:nvContentPartPr>
              <p14:xfrm>
                <a:off x="5961757" y="1764198"/>
                <a:ext cx="312120" cy="4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F77911-06A3-7FFC-6371-607E084D2A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44117" y="1746198"/>
                  <a:ext cx="347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9FE70B-63C8-BCC4-30F0-D54119103E38}"/>
                    </a:ext>
                  </a:extLst>
                </p14:cNvPr>
                <p14:cNvContentPartPr/>
                <p14:nvPr/>
              </p14:nvContentPartPr>
              <p14:xfrm>
                <a:off x="6137797" y="1775718"/>
                <a:ext cx="103320" cy="365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9FE70B-63C8-BCC4-30F0-D54119103E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19797" y="1757718"/>
                  <a:ext cx="1389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CB3A43-EB0C-787F-3481-F5396FE0852D}"/>
                    </a:ext>
                  </a:extLst>
                </p14:cNvPr>
                <p14:cNvContentPartPr/>
                <p14:nvPr/>
              </p14:nvContentPartPr>
              <p14:xfrm>
                <a:off x="6537397" y="1778598"/>
                <a:ext cx="138240" cy="35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CB3A43-EB0C-787F-3481-F5396FE0852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19397" y="1760598"/>
                  <a:ext cx="173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C88F169-69E8-557A-CCE7-C4B4767D45E4}"/>
                    </a:ext>
                  </a:extLst>
                </p14:cNvPr>
                <p14:cNvContentPartPr/>
                <p14:nvPr/>
              </p14:nvContentPartPr>
              <p14:xfrm>
                <a:off x="6463237" y="1730358"/>
                <a:ext cx="29952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C88F169-69E8-557A-CCE7-C4B4767D45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45237" y="1712358"/>
                  <a:ext cx="3351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468B6A-2E3F-B410-2792-489D6E11AA1B}"/>
              </a:ext>
            </a:extLst>
          </p:cNvPr>
          <p:cNvGrpSpPr/>
          <p:nvPr/>
        </p:nvGrpSpPr>
        <p:grpSpPr>
          <a:xfrm>
            <a:off x="8404717" y="371718"/>
            <a:ext cx="911880" cy="381960"/>
            <a:chOff x="8404717" y="371718"/>
            <a:chExt cx="911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CDAACC-3A38-8348-3C51-3136BF7C4F7B}"/>
                    </a:ext>
                  </a:extLst>
                </p14:cNvPr>
                <p14:cNvContentPartPr/>
                <p14:nvPr/>
              </p14:nvContentPartPr>
              <p14:xfrm>
                <a:off x="8414077" y="420318"/>
                <a:ext cx="86760" cy="333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CDAACC-3A38-8348-3C51-3136BF7C4F7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96437" y="402318"/>
                  <a:ext cx="1224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23B81E-0C7D-507B-C808-7E49EAE5730E}"/>
                    </a:ext>
                  </a:extLst>
                </p14:cNvPr>
                <p14:cNvContentPartPr/>
                <p14:nvPr/>
              </p14:nvContentPartPr>
              <p14:xfrm>
                <a:off x="8404717" y="371718"/>
                <a:ext cx="181440" cy="211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23B81E-0C7D-507B-C808-7E49EAE5730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87077" y="354078"/>
                  <a:ext cx="217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851C55-685F-2AB9-92D3-0F5E3ED4BE1A}"/>
                    </a:ext>
                  </a:extLst>
                </p14:cNvPr>
                <p14:cNvContentPartPr/>
                <p14:nvPr/>
              </p14:nvContentPartPr>
              <p14:xfrm>
                <a:off x="8720437" y="426078"/>
                <a:ext cx="218880" cy="3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851C55-685F-2AB9-92D3-0F5E3ED4BE1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02437" y="408438"/>
                  <a:ext cx="254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1C2ACC-5840-735B-2F24-91592799FA35}"/>
                    </a:ext>
                  </a:extLst>
                </p14:cNvPr>
                <p14:cNvContentPartPr/>
                <p14:nvPr/>
              </p14:nvContentPartPr>
              <p14:xfrm>
                <a:off x="8841037" y="439398"/>
                <a:ext cx="45360" cy="215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1C2ACC-5840-735B-2F24-91592799FA3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23397" y="421398"/>
                  <a:ext cx="81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F99C83-91AC-05F1-67C8-0FBBE8AD427C}"/>
                    </a:ext>
                  </a:extLst>
                </p14:cNvPr>
                <p14:cNvContentPartPr/>
                <p14:nvPr/>
              </p14:nvContentPartPr>
              <p14:xfrm>
                <a:off x="9052357" y="429678"/>
                <a:ext cx="264240" cy="21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F99C83-91AC-05F1-67C8-0FBBE8AD427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034717" y="412038"/>
                  <a:ext cx="2998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D321B4-7442-4C6B-5125-92D7D63FB4B6}"/>
              </a:ext>
            </a:extLst>
          </p:cNvPr>
          <p:cNvGrpSpPr/>
          <p:nvPr/>
        </p:nvGrpSpPr>
        <p:grpSpPr>
          <a:xfrm>
            <a:off x="8594077" y="943758"/>
            <a:ext cx="699480" cy="385200"/>
            <a:chOff x="8594077" y="943758"/>
            <a:chExt cx="69948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6E0632-7CDB-61E4-4E93-D021E2A2188A}"/>
                    </a:ext>
                  </a:extLst>
                </p14:cNvPr>
                <p14:cNvContentPartPr/>
                <p14:nvPr/>
              </p14:nvContentPartPr>
              <p14:xfrm>
                <a:off x="8607757" y="974718"/>
                <a:ext cx="68400" cy="340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6E0632-7CDB-61E4-4E93-D021E2A2188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89757" y="957078"/>
                  <a:ext cx="1040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2CCB33-E1E6-8DF0-7FAF-029253EE6B95}"/>
                    </a:ext>
                  </a:extLst>
                </p14:cNvPr>
                <p14:cNvContentPartPr/>
                <p14:nvPr/>
              </p14:nvContentPartPr>
              <p14:xfrm>
                <a:off x="8594077" y="943758"/>
                <a:ext cx="119160" cy="187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2CCB33-E1E6-8DF0-7FAF-029253EE6B9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76437" y="926118"/>
                  <a:ext cx="154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1A862E-4BFB-4593-7981-822563B82E62}"/>
                    </a:ext>
                  </a:extLst>
                </p14:cNvPr>
                <p14:cNvContentPartPr/>
                <p14:nvPr/>
              </p14:nvContentPartPr>
              <p14:xfrm>
                <a:off x="8609197" y="1115118"/>
                <a:ext cx="264600" cy="9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1A862E-4BFB-4593-7981-822563B82E6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91557" y="1097118"/>
                  <a:ext cx="300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58E846-8AD3-3E1C-99CC-C87010F124D3}"/>
                    </a:ext>
                  </a:extLst>
                </p14:cNvPr>
                <p14:cNvContentPartPr/>
                <p14:nvPr/>
              </p14:nvContentPartPr>
              <p14:xfrm>
                <a:off x="9104197" y="991998"/>
                <a:ext cx="90720" cy="336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58E846-8AD3-3E1C-99CC-C87010F124D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86197" y="974358"/>
                  <a:ext cx="1263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90CA09-E8B9-AE95-19B5-4E7A8CC9BABF}"/>
                    </a:ext>
                  </a:extLst>
                </p14:cNvPr>
                <p14:cNvContentPartPr/>
                <p14:nvPr/>
              </p14:nvContentPartPr>
              <p14:xfrm>
                <a:off x="9034717" y="976158"/>
                <a:ext cx="258840" cy="136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90CA09-E8B9-AE95-19B5-4E7A8CC9BAB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17077" y="958158"/>
                  <a:ext cx="2944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EC7119-30CC-7256-1E89-36F54CFF9E51}"/>
              </a:ext>
            </a:extLst>
          </p:cNvPr>
          <p:cNvGrpSpPr/>
          <p:nvPr/>
        </p:nvGrpSpPr>
        <p:grpSpPr>
          <a:xfrm>
            <a:off x="8735197" y="1567998"/>
            <a:ext cx="774360" cy="416520"/>
            <a:chOff x="8735197" y="1567998"/>
            <a:chExt cx="77436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9ABABC-ED6B-7919-0523-DF541B459958}"/>
                    </a:ext>
                  </a:extLst>
                </p14:cNvPr>
                <p14:cNvContentPartPr/>
                <p14:nvPr/>
              </p14:nvContentPartPr>
              <p14:xfrm>
                <a:off x="8735197" y="1571238"/>
                <a:ext cx="287280" cy="20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9ABABC-ED6B-7919-0523-DF541B45995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17197" y="1553238"/>
                  <a:ext cx="32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AA3483-2A4C-6FF1-EE71-121834DACDC5}"/>
                    </a:ext>
                  </a:extLst>
                </p14:cNvPr>
                <p14:cNvContentPartPr/>
                <p14:nvPr/>
              </p14:nvContentPartPr>
              <p14:xfrm>
                <a:off x="8891437" y="1567998"/>
                <a:ext cx="108720" cy="334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AA3483-2A4C-6FF1-EE71-121834DACDC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73797" y="1550358"/>
                  <a:ext cx="1443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FD17C8-242C-A81D-72B9-A3B7150C45AC}"/>
                    </a:ext>
                  </a:extLst>
                </p14:cNvPr>
                <p14:cNvContentPartPr/>
                <p14:nvPr/>
              </p14:nvContentPartPr>
              <p14:xfrm>
                <a:off x="9290677" y="1633878"/>
                <a:ext cx="91800" cy="350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FD17C8-242C-A81D-72B9-A3B7150C45A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72677" y="1615878"/>
                  <a:ext cx="1274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59CB0B-36F4-FA02-0C3D-5141D594F665}"/>
                    </a:ext>
                  </a:extLst>
                </p14:cNvPr>
                <p14:cNvContentPartPr/>
                <p14:nvPr/>
              </p14:nvContentPartPr>
              <p14:xfrm>
                <a:off x="9208237" y="1612998"/>
                <a:ext cx="301320" cy="159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59CB0B-36F4-FA02-0C3D-5141D594F66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90237" y="1595358"/>
                  <a:ext cx="33696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490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CF801-3D67-CAA5-7A8F-ADC1E2302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F43C4F-7AE4-3FE4-D9B0-2E37F953B501}"/>
              </a:ext>
            </a:extLst>
          </p:cNvPr>
          <p:cNvGrpSpPr/>
          <p:nvPr/>
        </p:nvGrpSpPr>
        <p:grpSpPr>
          <a:xfrm>
            <a:off x="572917" y="317006"/>
            <a:ext cx="1487520" cy="533880"/>
            <a:chOff x="572917" y="317006"/>
            <a:chExt cx="148752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A79A68-5F18-9BDC-B179-9431AFEAB587}"/>
                    </a:ext>
                  </a:extLst>
                </p14:cNvPr>
                <p14:cNvContentPartPr/>
                <p14:nvPr/>
              </p14:nvContentPartPr>
              <p14:xfrm>
                <a:off x="591637" y="324566"/>
                <a:ext cx="48960" cy="526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A79A68-5F18-9BDC-B179-9431AFEAB5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3637" y="306566"/>
                  <a:ext cx="8460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BCF142-3204-85A8-23E2-A509E47A4815}"/>
                    </a:ext>
                  </a:extLst>
                </p14:cNvPr>
                <p14:cNvContentPartPr/>
                <p14:nvPr/>
              </p14:nvContentPartPr>
              <p14:xfrm>
                <a:off x="572917" y="331406"/>
                <a:ext cx="234000" cy="38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BCF142-3204-85A8-23E2-A509E47A48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917" y="313406"/>
                  <a:ext cx="2696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573241-1C4B-39B2-231A-45175C0369DB}"/>
                    </a:ext>
                  </a:extLst>
                </p14:cNvPr>
                <p14:cNvContentPartPr/>
                <p14:nvPr/>
              </p14:nvContentPartPr>
              <p14:xfrm>
                <a:off x="901957" y="482966"/>
                <a:ext cx="119520" cy="179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573241-1C4B-39B2-231A-45175C036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4317" y="465326"/>
                  <a:ext cx="155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5B71B8-59E5-8BB5-697A-B4E6647CDECF}"/>
                    </a:ext>
                  </a:extLst>
                </p14:cNvPr>
                <p14:cNvContentPartPr/>
                <p14:nvPr/>
              </p14:nvContentPartPr>
              <p14:xfrm>
                <a:off x="1161157" y="513926"/>
                <a:ext cx="32040" cy="156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5B71B8-59E5-8BB5-697A-B4E6647CDE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3157" y="496286"/>
                  <a:ext cx="67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4B25DF-6BEC-83F2-35C4-95D0B91BB4F7}"/>
                    </a:ext>
                  </a:extLst>
                </p14:cNvPr>
                <p14:cNvContentPartPr/>
                <p14:nvPr/>
              </p14:nvContentPartPr>
              <p14:xfrm>
                <a:off x="1158277" y="392246"/>
                <a:ext cx="14400" cy="1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4B25DF-6BEC-83F2-35C4-95D0B91BB4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0637" y="374606"/>
                  <a:ext cx="50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D17BFB-960C-F0E0-FF50-D5487C538EFE}"/>
                    </a:ext>
                  </a:extLst>
                </p14:cNvPr>
                <p14:cNvContentPartPr/>
                <p14:nvPr/>
              </p14:nvContentPartPr>
              <p14:xfrm>
                <a:off x="1354477" y="317006"/>
                <a:ext cx="111960" cy="400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D17BFB-960C-F0E0-FF50-D5487C538E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6837" y="299366"/>
                  <a:ext cx="1476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74F8BB-FD8F-FCB8-B7FA-010FDBBE8778}"/>
                    </a:ext>
                  </a:extLst>
                </p14:cNvPr>
                <p14:cNvContentPartPr/>
                <p14:nvPr/>
              </p14:nvContentPartPr>
              <p14:xfrm>
                <a:off x="1553917" y="489086"/>
                <a:ext cx="155520" cy="31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74F8BB-FD8F-FCB8-B7FA-010FDBBE87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6277" y="471086"/>
                  <a:ext cx="191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C11BEB-ADBB-5AB8-2613-2C4D6CBDD215}"/>
                    </a:ext>
                  </a:extLst>
                </p14:cNvPr>
                <p14:cNvContentPartPr/>
                <p14:nvPr/>
              </p14:nvContentPartPr>
              <p14:xfrm>
                <a:off x="1867477" y="486566"/>
                <a:ext cx="192960" cy="23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C11BEB-ADBB-5AB8-2613-2C4D6CBDD2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9477" y="468926"/>
                  <a:ext cx="228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07BAD4-573F-80A9-F0B2-ABA35593084B}"/>
              </a:ext>
            </a:extLst>
          </p:cNvPr>
          <p:cNvGrpSpPr/>
          <p:nvPr/>
        </p:nvGrpSpPr>
        <p:grpSpPr>
          <a:xfrm>
            <a:off x="2742997" y="311966"/>
            <a:ext cx="483840" cy="341280"/>
            <a:chOff x="2742997" y="311966"/>
            <a:chExt cx="48384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A69010-99B6-3A9E-84F3-34131A4EB464}"/>
                    </a:ext>
                  </a:extLst>
                </p14:cNvPr>
                <p14:cNvContentPartPr/>
                <p14:nvPr/>
              </p14:nvContentPartPr>
              <p14:xfrm>
                <a:off x="2742997" y="413486"/>
                <a:ext cx="255960" cy="23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A69010-99B6-3A9E-84F3-34131A4EB4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4997" y="395846"/>
                  <a:ext cx="291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7DEB36-E394-9760-F5B6-01CE6A1DC9BF}"/>
                    </a:ext>
                  </a:extLst>
                </p14:cNvPr>
                <p14:cNvContentPartPr/>
                <p14:nvPr/>
              </p14:nvContentPartPr>
              <p14:xfrm>
                <a:off x="2986357" y="311966"/>
                <a:ext cx="17280" cy="8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7DEB36-E394-9760-F5B6-01CE6A1DC9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8357" y="293966"/>
                  <a:ext cx="52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1BE78C-F378-B294-B0CB-E44E9157C7BF}"/>
                    </a:ext>
                  </a:extLst>
                </p14:cNvPr>
                <p14:cNvContentPartPr/>
                <p14:nvPr/>
              </p14:nvContentPartPr>
              <p14:xfrm>
                <a:off x="3104437" y="454166"/>
                <a:ext cx="122400" cy="173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1BE78C-F378-B294-B0CB-E44E9157C7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86437" y="436166"/>
                  <a:ext cx="1580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6AF9E0-4835-28A6-C9BD-3A9C57790106}"/>
              </a:ext>
            </a:extLst>
          </p:cNvPr>
          <p:cNvGrpSpPr/>
          <p:nvPr/>
        </p:nvGrpSpPr>
        <p:grpSpPr>
          <a:xfrm>
            <a:off x="3411157" y="279566"/>
            <a:ext cx="767160" cy="358560"/>
            <a:chOff x="3411157" y="279566"/>
            <a:chExt cx="76716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DB80A5-4C47-3D8A-C241-AFA9C59B34D3}"/>
                    </a:ext>
                  </a:extLst>
                </p14:cNvPr>
                <p14:cNvContentPartPr/>
                <p14:nvPr/>
              </p14:nvContentPartPr>
              <p14:xfrm>
                <a:off x="3411157" y="457766"/>
                <a:ext cx="369360" cy="12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DB80A5-4C47-3D8A-C241-AFA9C59B34D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3157" y="439766"/>
                  <a:ext cx="405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1977F7-9CE0-C0DE-3B92-03872FE4193A}"/>
                    </a:ext>
                  </a:extLst>
                </p14:cNvPr>
                <p14:cNvContentPartPr/>
                <p14:nvPr/>
              </p14:nvContentPartPr>
              <p14:xfrm>
                <a:off x="3874837" y="453086"/>
                <a:ext cx="9000" cy="18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1977F7-9CE0-C0DE-3B92-03872FE419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56837" y="435446"/>
                  <a:ext cx="44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427F13-E33F-DD9A-AD71-7494D263E0D6}"/>
                    </a:ext>
                  </a:extLst>
                </p14:cNvPr>
                <p14:cNvContentPartPr/>
                <p14:nvPr/>
              </p14:nvContentPartPr>
              <p14:xfrm>
                <a:off x="3893557" y="323126"/>
                <a:ext cx="24840" cy="4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427F13-E33F-DD9A-AD71-7494D263E0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75917" y="305486"/>
                  <a:ext cx="60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236D01-F097-4449-648F-77B58D1BD601}"/>
                    </a:ext>
                  </a:extLst>
                </p14:cNvPr>
                <p14:cNvContentPartPr/>
                <p14:nvPr/>
              </p14:nvContentPartPr>
              <p14:xfrm>
                <a:off x="4041517" y="279566"/>
                <a:ext cx="58680" cy="358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236D01-F097-4449-648F-77B58D1BD60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3877" y="261926"/>
                  <a:ext cx="943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79FCCB-6B76-BB6F-E7D0-5F37DF9E95B9}"/>
                    </a:ext>
                  </a:extLst>
                </p14:cNvPr>
                <p14:cNvContentPartPr/>
                <p14:nvPr/>
              </p14:nvContentPartPr>
              <p14:xfrm>
                <a:off x="4001917" y="443006"/>
                <a:ext cx="176400" cy="53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79FCCB-6B76-BB6F-E7D0-5F37DF9E95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3917" y="425006"/>
                  <a:ext cx="21204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9D4289-D5C1-FC0E-381D-878F67599021}"/>
                  </a:ext>
                </a:extLst>
              </p14:cNvPr>
              <p14:cNvContentPartPr/>
              <p14:nvPr/>
            </p14:nvContentPartPr>
            <p14:xfrm>
              <a:off x="4390717" y="443006"/>
              <a:ext cx="32400" cy="4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F9D4289-D5C1-FC0E-381D-878F6759902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72717" y="425006"/>
                <a:ext cx="6804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D967611-62A2-CD26-D178-EA33BA0D8688}"/>
              </a:ext>
            </a:extLst>
          </p:cNvPr>
          <p:cNvGrpSpPr/>
          <p:nvPr/>
        </p:nvGrpSpPr>
        <p:grpSpPr>
          <a:xfrm>
            <a:off x="2305957" y="1125206"/>
            <a:ext cx="2676240" cy="4564080"/>
            <a:chOff x="2305957" y="1125206"/>
            <a:chExt cx="2676240" cy="45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37A65E-CA5B-CE08-EB94-43D3007C0368}"/>
                    </a:ext>
                  </a:extLst>
                </p14:cNvPr>
                <p14:cNvContentPartPr/>
                <p14:nvPr/>
              </p14:nvContentPartPr>
              <p14:xfrm>
                <a:off x="2345557" y="2673926"/>
                <a:ext cx="640800" cy="783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37A65E-CA5B-CE08-EB94-43D3007C036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7557" y="2656286"/>
                  <a:ext cx="67644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F0DA28-F565-3185-E469-C7A204A506A5}"/>
                    </a:ext>
                  </a:extLst>
                </p14:cNvPr>
                <p14:cNvContentPartPr/>
                <p14:nvPr/>
              </p14:nvContentPartPr>
              <p14:xfrm>
                <a:off x="3034237" y="2055446"/>
                <a:ext cx="491400" cy="59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F0DA28-F565-3185-E469-C7A204A506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16237" y="2037806"/>
                  <a:ext cx="52704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2126B9-CC1B-CCFD-E939-6573A9774539}"/>
                    </a:ext>
                  </a:extLst>
                </p14:cNvPr>
                <p14:cNvContentPartPr/>
                <p14:nvPr/>
              </p14:nvContentPartPr>
              <p14:xfrm>
                <a:off x="2356717" y="3485366"/>
                <a:ext cx="519120" cy="403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2126B9-CC1B-CCFD-E939-6573A97745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38717" y="3467366"/>
                  <a:ext cx="554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C3A94C-C674-1B2F-F4EC-B06F2C40ADA8}"/>
                    </a:ext>
                  </a:extLst>
                </p14:cNvPr>
                <p14:cNvContentPartPr/>
                <p14:nvPr/>
              </p14:nvContentPartPr>
              <p14:xfrm>
                <a:off x="2932717" y="3877046"/>
                <a:ext cx="722520" cy="716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C3A94C-C674-1B2F-F4EC-B06F2C40AD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15077" y="3859046"/>
                  <a:ext cx="7581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B780082-4565-F706-DB9F-BB8D34DFD78B}"/>
                    </a:ext>
                  </a:extLst>
                </p14:cNvPr>
                <p14:cNvContentPartPr/>
                <p14:nvPr/>
              </p14:nvContentPartPr>
              <p14:xfrm>
                <a:off x="3539677" y="2017286"/>
                <a:ext cx="545760" cy="40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B780082-4565-F706-DB9F-BB8D34DFD78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21677" y="1999286"/>
                  <a:ext cx="581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172B0F-6F93-9BEA-C74C-3218CDA2E24E}"/>
                    </a:ext>
                  </a:extLst>
                </p14:cNvPr>
                <p14:cNvContentPartPr/>
                <p14:nvPr/>
              </p14:nvContentPartPr>
              <p14:xfrm>
                <a:off x="4127917" y="2451806"/>
                <a:ext cx="660960" cy="766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172B0F-6F93-9BEA-C74C-3218CDA2E2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10277" y="2434166"/>
                  <a:ext cx="6966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F13AF8-987E-53DB-72EC-84B0797863BE}"/>
                    </a:ext>
                  </a:extLst>
                </p14:cNvPr>
                <p14:cNvContentPartPr/>
                <p14:nvPr/>
              </p14:nvContentPartPr>
              <p14:xfrm>
                <a:off x="3667837" y="3728366"/>
                <a:ext cx="706320" cy="833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F13AF8-987E-53DB-72EC-84B0797863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49837" y="3710726"/>
                  <a:ext cx="74196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BFE204-3E66-3504-83EA-43A34DC4DD18}"/>
                    </a:ext>
                  </a:extLst>
                </p14:cNvPr>
                <p14:cNvContentPartPr/>
                <p14:nvPr/>
              </p14:nvContentPartPr>
              <p14:xfrm>
                <a:off x="4365877" y="3301406"/>
                <a:ext cx="418320" cy="45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BFE204-3E66-3504-83EA-43A34DC4DD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7877" y="3283406"/>
                  <a:ext cx="4539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6B20A8-D9FC-6B0D-791B-E2713B5EC15F}"/>
                    </a:ext>
                  </a:extLst>
                </p14:cNvPr>
                <p14:cNvContentPartPr/>
                <p14:nvPr/>
              </p14:nvContentPartPr>
              <p14:xfrm>
                <a:off x="3539677" y="1515086"/>
                <a:ext cx="63720" cy="58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6B20A8-D9FC-6B0D-791B-E2713B5EC1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22037" y="1497446"/>
                  <a:ext cx="9936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768162-4ACD-1405-8E2E-7DDF5585CEA6}"/>
                    </a:ext>
                  </a:extLst>
                </p14:cNvPr>
                <p14:cNvContentPartPr/>
                <p14:nvPr/>
              </p14:nvContentPartPr>
              <p14:xfrm>
                <a:off x="3255997" y="1476926"/>
                <a:ext cx="809640" cy="8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768162-4ACD-1405-8E2E-7DDF5585CE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38357" y="1458926"/>
                  <a:ext cx="845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7C5CFD-47AE-AC0D-5F53-403BC15215E9}"/>
                    </a:ext>
                  </a:extLst>
                </p14:cNvPr>
                <p14:cNvContentPartPr/>
                <p14:nvPr/>
              </p14:nvContentPartPr>
              <p14:xfrm>
                <a:off x="4243477" y="1125206"/>
                <a:ext cx="201240" cy="321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7C5CFD-47AE-AC0D-5F53-403BC15215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25837" y="1107206"/>
                  <a:ext cx="236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D2A3BF-9273-80A6-A0DE-49589077F755}"/>
                    </a:ext>
                  </a:extLst>
                </p14:cNvPr>
                <p14:cNvContentPartPr/>
                <p14:nvPr/>
              </p14:nvContentPartPr>
              <p14:xfrm>
                <a:off x="4596637" y="1364966"/>
                <a:ext cx="41400" cy="210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D2A3BF-9273-80A6-A0DE-49589077F7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78997" y="1346966"/>
                  <a:ext cx="77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01E825-68E2-F613-F1DD-DA59117E01ED}"/>
                    </a:ext>
                  </a:extLst>
                </p14:cNvPr>
                <p14:cNvContentPartPr/>
                <p14:nvPr/>
              </p14:nvContentPartPr>
              <p14:xfrm>
                <a:off x="4587277" y="1359206"/>
                <a:ext cx="105840" cy="227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01E825-68E2-F613-F1DD-DA59117E01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69277" y="1341566"/>
                  <a:ext cx="141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C344D7-7964-327B-E2A5-51585F4054A1}"/>
                    </a:ext>
                  </a:extLst>
                </p14:cNvPr>
                <p14:cNvContentPartPr/>
                <p14:nvPr/>
              </p14:nvContentPartPr>
              <p14:xfrm>
                <a:off x="4785997" y="1354166"/>
                <a:ext cx="76680" cy="231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C344D7-7964-327B-E2A5-51585F4054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7997" y="1336526"/>
                  <a:ext cx="112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2B5D88-1C7E-EFA1-BA79-4BFA3DA7E465}"/>
                    </a:ext>
                  </a:extLst>
                </p14:cNvPr>
                <p14:cNvContentPartPr/>
                <p14:nvPr/>
              </p14:nvContentPartPr>
              <p14:xfrm>
                <a:off x="4812997" y="1341566"/>
                <a:ext cx="102240" cy="242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2B5D88-1C7E-EFA1-BA79-4BFA3DA7E4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95357" y="1323566"/>
                  <a:ext cx="137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2A80C8-0A8A-0B56-DECB-C4563CD23170}"/>
                    </a:ext>
                  </a:extLst>
                </p14:cNvPr>
                <p14:cNvContentPartPr/>
                <p14:nvPr/>
              </p14:nvContentPartPr>
              <p14:xfrm>
                <a:off x="3650197" y="4577246"/>
                <a:ext cx="66960" cy="713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2A80C8-0A8A-0B56-DECB-C4563CD231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2557" y="4559606"/>
                  <a:ext cx="10260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2D2966-12C1-4EF3-93B0-ACE2E0556DE6}"/>
                    </a:ext>
                  </a:extLst>
                </p14:cNvPr>
                <p14:cNvContentPartPr/>
                <p14:nvPr/>
              </p14:nvContentPartPr>
              <p14:xfrm>
                <a:off x="3636157" y="5688926"/>
                <a:ext cx="108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2D2966-12C1-4EF3-93B0-ACE2E0556D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18157" y="5671286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2DEC36-B889-7265-AF9B-4075061CEC6C}"/>
                    </a:ext>
                  </a:extLst>
                </p14:cNvPr>
                <p14:cNvContentPartPr/>
                <p14:nvPr/>
              </p14:nvContentPartPr>
              <p14:xfrm>
                <a:off x="3604477" y="5378246"/>
                <a:ext cx="33480" cy="120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2DEC36-B889-7265-AF9B-4075061CEC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86477" y="5360246"/>
                  <a:ext cx="69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C0C40F2-FDE5-714E-BBFC-FAF523479F1E}"/>
                    </a:ext>
                  </a:extLst>
                </p14:cNvPr>
                <p14:cNvContentPartPr/>
                <p14:nvPr/>
              </p14:nvContentPartPr>
              <p14:xfrm>
                <a:off x="3528157" y="5299406"/>
                <a:ext cx="330840" cy="2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C0C40F2-FDE5-714E-BBFC-FAF523479F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10517" y="5281766"/>
                  <a:ext cx="366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DB5537A-21DB-0C7F-EA48-14FD6EF69B9F}"/>
                    </a:ext>
                  </a:extLst>
                </p14:cNvPr>
                <p14:cNvContentPartPr/>
                <p14:nvPr/>
              </p14:nvContentPartPr>
              <p14:xfrm>
                <a:off x="3612757" y="5337926"/>
                <a:ext cx="153720" cy="157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DB5537A-21DB-0C7F-EA48-14FD6EF69B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94757" y="5319926"/>
                  <a:ext cx="189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3953BD-679A-07A8-5E64-AEC640DEBA11}"/>
                    </a:ext>
                  </a:extLst>
                </p14:cNvPr>
                <p14:cNvContentPartPr/>
                <p14:nvPr/>
              </p14:nvContentPartPr>
              <p14:xfrm>
                <a:off x="3754597" y="5327846"/>
                <a:ext cx="169200" cy="22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3953BD-679A-07A8-5E64-AEC640DEBA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36597" y="5310206"/>
                  <a:ext cx="204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591DC9-336E-F33C-AACC-BA50DCAAC622}"/>
                    </a:ext>
                  </a:extLst>
                </p14:cNvPr>
                <p14:cNvContentPartPr/>
                <p14:nvPr/>
              </p14:nvContentPartPr>
              <p14:xfrm>
                <a:off x="4200277" y="5292926"/>
                <a:ext cx="192600" cy="24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591DC9-336E-F33C-AACC-BA50DCAAC6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2637" y="5275286"/>
                  <a:ext cx="228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20D69C-D548-7D01-CFDD-C882C6F287B3}"/>
                    </a:ext>
                  </a:extLst>
                </p14:cNvPr>
                <p14:cNvContentPartPr/>
                <p14:nvPr/>
              </p14:nvContentPartPr>
              <p14:xfrm>
                <a:off x="4470637" y="5323166"/>
                <a:ext cx="71640" cy="265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20D69C-D548-7D01-CFDD-C882C6F287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52997" y="5305526"/>
                  <a:ext cx="107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60D16B9-52D0-0E58-1896-821939F5E108}"/>
                    </a:ext>
                  </a:extLst>
                </p14:cNvPr>
                <p14:cNvContentPartPr/>
                <p14:nvPr/>
              </p14:nvContentPartPr>
              <p14:xfrm>
                <a:off x="4506637" y="5276366"/>
                <a:ext cx="181800" cy="276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60D16B9-52D0-0E58-1896-821939F5E10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88637" y="5258726"/>
                  <a:ext cx="217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31BD57-EBE6-770D-E422-02EDFBCFCEB3}"/>
                    </a:ext>
                  </a:extLst>
                </p14:cNvPr>
                <p14:cNvContentPartPr/>
                <p14:nvPr/>
              </p14:nvContentPartPr>
              <p14:xfrm>
                <a:off x="4776277" y="5242886"/>
                <a:ext cx="128160" cy="276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31BD57-EBE6-770D-E422-02EDFBCFCE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8277" y="5225246"/>
                  <a:ext cx="163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5D28AF9-01C8-575F-B09C-B02A23751E32}"/>
                    </a:ext>
                  </a:extLst>
                </p14:cNvPr>
                <p14:cNvContentPartPr/>
                <p14:nvPr/>
              </p14:nvContentPartPr>
              <p14:xfrm>
                <a:off x="4789237" y="5217686"/>
                <a:ext cx="192960" cy="27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5D28AF9-01C8-575F-B09C-B02A23751E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71237" y="5199686"/>
                  <a:ext cx="2286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E165D9-FB46-3910-7EF4-0D26E5288BB3}"/>
                    </a:ext>
                  </a:extLst>
                </p14:cNvPr>
                <p14:cNvContentPartPr/>
                <p14:nvPr/>
              </p14:nvContentPartPr>
              <p14:xfrm>
                <a:off x="2345917" y="3230846"/>
                <a:ext cx="777600" cy="197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E165D9-FB46-3910-7EF4-0D26E5288B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27917" y="3213206"/>
                  <a:ext cx="81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89EC9E-C7D0-3BA7-951E-461B36A5F1BC}"/>
                    </a:ext>
                  </a:extLst>
                </p14:cNvPr>
                <p14:cNvContentPartPr/>
                <p14:nvPr/>
              </p14:nvContentPartPr>
              <p14:xfrm>
                <a:off x="4130437" y="3251726"/>
                <a:ext cx="641160" cy="10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89EC9E-C7D0-3BA7-951E-461B36A5F1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12797" y="3234086"/>
                  <a:ext cx="676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5305E2A-76C4-3CD8-42E1-75C896585702}"/>
                    </a:ext>
                  </a:extLst>
                </p14:cNvPr>
                <p14:cNvContentPartPr/>
                <p14:nvPr/>
              </p14:nvContentPartPr>
              <p14:xfrm>
                <a:off x="3028117" y="2776166"/>
                <a:ext cx="181800" cy="25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5305E2A-76C4-3CD8-42E1-75C8965857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0477" y="2758526"/>
                  <a:ext cx="2174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35B1F0-F7E2-9C00-F589-872837E558A1}"/>
                    </a:ext>
                  </a:extLst>
                </p14:cNvPr>
                <p14:cNvContentPartPr/>
                <p14:nvPr/>
              </p14:nvContentPartPr>
              <p14:xfrm>
                <a:off x="3321157" y="2896406"/>
                <a:ext cx="136080" cy="11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35B1F0-F7E2-9C00-F589-872837E558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03157" y="2878406"/>
                  <a:ext cx="171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6F6B75-028F-D343-88C0-57D842DEC5D6}"/>
                    </a:ext>
                  </a:extLst>
                </p14:cNvPr>
                <p14:cNvContentPartPr/>
                <p14:nvPr/>
              </p14:nvContentPartPr>
              <p14:xfrm>
                <a:off x="3393877" y="2913686"/>
                <a:ext cx="87840" cy="184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6F6B75-028F-D343-88C0-57D842DEC5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76237" y="2896046"/>
                  <a:ext cx="123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DA1653-AB93-C0F7-0AB1-648DEB93E6D4}"/>
                    </a:ext>
                  </a:extLst>
                </p14:cNvPr>
                <p14:cNvContentPartPr/>
                <p14:nvPr/>
              </p14:nvContentPartPr>
              <p14:xfrm>
                <a:off x="3813637" y="2865086"/>
                <a:ext cx="25920" cy="1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DA1653-AB93-C0F7-0AB1-648DEB93E6D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95997" y="2847086"/>
                  <a:ext cx="61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A89C47-FEB6-8A04-69FB-1F1EF19B4C9E}"/>
                    </a:ext>
                  </a:extLst>
                </p14:cNvPr>
                <p14:cNvContentPartPr/>
                <p14:nvPr/>
              </p14:nvContentPartPr>
              <p14:xfrm>
                <a:off x="3811117" y="2834846"/>
                <a:ext cx="164160" cy="160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A89C47-FEB6-8A04-69FB-1F1EF19B4C9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93477" y="2817206"/>
                  <a:ext cx="199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15BB636-CF06-EC6B-E6C7-DAF6A601FF51}"/>
                    </a:ext>
                  </a:extLst>
                </p14:cNvPr>
                <p14:cNvContentPartPr/>
                <p14:nvPr/>
              </p14:nvContentPartPr>
              <p14:xfrm>
                <a:off x="4071757" y="2937086"/>
                <a:ext cx="139320" cy="79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15BB636-CF06-EC6B-E6C7-DAF6A601FF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53757" y="2919086"/>
                  <a:ext cx="174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01BE962-B17B-0FCF-C5CE-7C28117D6D8D}"/>
                    </a:ext>
                  </a:extLst>
                </p14:cNvPr>
                <p14:cNvContentPartPr/>
                <p14:nvPr/>
              </p14:nvContentPartPr>
              <p14:xfrm>
                <a:off x="4195597" y="2898566"/>
                <a:ext cx="51840" cy="11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01BE962-B17B-0FCF-C5CE-7C28117D6D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77597" y="2880926"/>
                  <a:ext cx="87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7BA3448-2D56-4251-ED02-C2CA1C3325C5}"/>
                    </a:ext>
                  </a:extLst>
                </p14:cNvPr>
                <p14:cNvContentPartPr/>
                <p14:nvPr/>
              </p14:nvContentPartPr>
              <p14:xfrm>
                <a:off x="4225477" y="3011246"/>
                <a:ext cx="28440" cy="12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7BA3448-2D56-4251-ED02-C2CA1C3325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7837" y="2993606"/>
                  <a:ext cx="64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5067EAA-3C8A-2D15-32CD-25A998101751}"/>
                    </a:ext>
                  </a:extLst>
                </p14:cNvPr>
                <p14:cNvContentPartPr/>
                <p14:nvPr/>
              </p14:nvContentPartPr>
              <p14:xfrm>
                <a:off x="2305957" y="2292686"/>
                <a:ext cx="173880" cy="27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5067EAA-3C8A-2D15-32CD-25A9981017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88317" y="2274686"/>
                  <a:ext cx="209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F22326-FFFC-FE2F-FB42-5036EEB9B79F}"/>
                    </a:ext>
                  </a:extLst>
                </p14:cNvPr>
                <p14:cNvContentPartPr/>
                <p14:nvPr/>
              </p14:nvContentPartPr>
              <p14:xfrm>
                <a:off x="2342317" y="2204126"/>
                <a:ext cx="241560" cy="239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F22326-FFFC-FE2F-FB42-5036EEB9B7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24317" y="2186126"/>
                  <a:ext cx="277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13B166-2508-8FA6-1827-4492D03CB9A0}"/>
                    </a:ext>
                  </a:extLst>
                </p14:cNvPr>
                <p14:cNvContentPartPr/>
                <p14:nvPr/>
              </p14:nvContentPartPr>
              <p14:xfrm>
                <a:off x="2651197" y="2269646"/>
                <a:ext cx="40680" cy="201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13B166-2508-8FA6-1827-4492D03CB9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33557" y="2252006"/>
                  <a:ext cx="763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5A83C4C-C263-2677-BB7B-DF04BD3DF1BF}"/>
              </a:ext>
            </a:extLst>
          </p:cNvPr>
          <p:cNvGrpSpPr/>
          <p:nvPr/>
        </p:nvGrpSpPr>
        <p:grpSpPr>
          <a:xfrm>
            <a:off x="2602957" y="4091246"/>
            <a:ext cx="472320" cy="351360"/>
            <a:chOff x="2602957" y="4091246"/>
            <a:chExt cx="4723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739D300-57B1-860D-AD0D-B5033AC57CEB}"/>
                    </a:ext>
                  </a:extLst>
                </p14:cNvPr>
                <p14:cNvContentPartPr/>
                <p14:nvPr/>
              </p14:nvContentPartPr>
              <p14:xfrm>
                <a:off x="2602957" y="4166126"/>
                <a:ext cx="150480" cy="273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739D300-57B1-860D-AD0D-B5033AC57C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84957" y="4148486"/>
                  <a:ext cx="1861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EC715F-8EF2-5458-B34C-2F074F1EFB51}"/>
                    </a:ext>
                  </a:extLst>
                </p14:cNvPr>
                <p14:cNvContentPartPr/>
                <p14:nvPr/>
              </p14:nvContentPartPr>
              <p14:xfrm>
                <a:off x="2660557" y="4091246"/>
                <a:ext cx="173160" cy="190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EC715F-8EF2-5458-B34C-2F074F1EFB5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42917" y="4073606"/>
                  <a:ext cx="208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215C69-5A6A-F192-F1B1-6CECEB84AA18}"/>
                    </a:ext>
                  </a:extLst>
                </p14:cNvPr>
                <p14:cNvContentPartPr/>
                <p14:nvPr/>
              </p14:nvContentPartPr>
              <p14:xfrm>
                <a:off x="2933797" y="4287806"/>
                <a:ext cx="141480" cy="154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215C69-5A6A-F192-F1B1-6CECEB84AA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15797" y="4269806"/>
                  <a:ext cx="1771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C1C0BA1-C8C0-DE8B-B258-71F4D1ADF7D8}"/>
              </a:ext>
            </a:extLst>
          </p:cNvPr>
          <p:cNvGrpSpPr/>
          <p:nvPr/>
        </p:nvGrpSpPr>
        <p:grpSpPr>
          <a:xfrm>
            <a:off x="4533997" y="2253806"/>
            <a:ext cx="428400" cy="274680"/>
            <a:chOff x="4533997" y="2253806"/>
            <a:chExt cx="4284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910D3A5-867E-801C-636E-155D56C49117}"/>
                    </a:ext>
                  </a:extLst>
                </p14:cNvPr>
                <p14:cNvContentPartPr/>
                <p14:nvPr/>
              </p14:nvContentPartPr>
              <p14:xfrm>
                <a:off x="4533997" y="2295566"/>
                <a:ext cx="110520" cy="23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910D3A5-867E-801C-636E-155D56C4911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16357" y="2277566"/>
                  <a:ext cx="146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CDF94F3-802D-045D-12AB-44E088E0D511}"/>
                    </a:ext>
                  </a:extLst>
                </p14:cNvPr>
                <p14:cNvContentPartPr/>
                <p14:nvPr/>
              </p14:nvContentPartPr>
              <p14:xfrm>
                <a:off x="4541197" y="2253806"/>
                <a:ext cx="185760" cy="152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CDF94F3-802D-045D-12AB-44E088E0D5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23557" y="2235806"/>
                  <a:ext cx="221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70FB85-04D0-6042-F828-959535B7B549}"/>
                    </a:ext>
                  </a:extLst>
                </p14:cNvPr>
                <p14:cNvContentPartPr/>
                <p14:nvPr/>
              </p14:nvContentPartPr>
              <p14:xfrm>
                <a:off x="4796797" y="2311406"/>
                <a:ext cx="165600" cy="199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70FB85-04D0-6042-F828-959535B7B54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79157" y="2293406"/>
                  <a:ext cx="2012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15AF7C6-F0CB-0F4B-EC40-9BF19897617D}"/>
              </a:ext>
            </a:extLst>
          </p:cNvPr>
          <p:cNvGrpSpPr/>
          <p:nvPr/>
        </p:nvGrpSpPr>
        <p:grpSpPr>
          <a:xfrm>
            <a:off x="4561357" y="4003766"/>
            <a:ext cx="615600" cy="380160"/>
            <a:chOff x="4561357" y="4003766"/>
            <a:chExt cx="61560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6B7A927-47CA-2A5C-7C25-CD13023BB574}"/>
                    </a:ext>
                  </a:extLst>
                </p14:cNvPr>
                <p14:cNvContentPartPr/>
                <p14:nvPr/>
              </p14:nvContentPartPr>
              <p14:xfrm>
                <a:off x="4561357" y="4043366"/>
                <a:ext cx="109080" cy="285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6B7A927-47CA-2A5C-7C25-CD13023BB5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43717" y="4025726"/>
                  <a:ext cx="144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6E3FEB-F0D1-6403-EBE1-1A613B53DC9E}"/>
                    </a:ext>
                  </a:extLst>
                </p14:cNvPr>
                <p14:cNvContentPartPr/>
                <p14:nvPr/>
              </p14:nvContentPartPr>
              <p14:xfrm>
                <a:off x="4576477" y="4003766"/>
                <a:ext cx="288720" cy="241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6E3FEB-F0D1-6403-EBE1-1A613B53DC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58477" y="3985766"/>
                  <a:ext cx="324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F0D4CC3-16C2-B175-3DDC-B5ADCF47199F}"/>
                    </a:ext>
                  </a:extLst>
                </p14:cNvPr>
                <p14:cNvContentPartPr/>
                <p14:nvPr/>
              </p14:nvContentPartPr>
              <p14:xfrm>
                <a:off x="4953757" y="4115006"/>
                <a:ext cx="2026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F0D4CC3-16C2-B175-3DDC-B5ADCF4719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6117" y="4097006"/>
                  <a:ext cx="238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6E94D7-702F-2854-2567-8058D7D108A6}"/>
                    </a:ext>
                  </a:extLst>
                </p14:cNvPr>
                <p14:cNvContentPartPr/>
                <p14:nvPr/>
              </p14:nvContentPartPr>
              <p14:xfrm>
                <a:off x="5101357" y="4092326"/>
                <a:ext cx="75600" cy="29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6E94D7-702F-2854-2567-8058D7D108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83357" y="4074686"/>
                  <a:ext cx="11124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0A6D349-C202-17F6-1875-6A8432DAA021}"/>
              </a:ext>
            </a:extLst>
          </p:cNvPr>
          <p:cNvGrpSpPr/>
          <p:nvPr/>
        </p:nvGrpSpPr>
        <p:grpSpPr>
          <a:xfrm>
            <a:off x="6578077" y="1106846"/>
            <a:ext cx="922320" cy="470160"/>
            <a:chOff x="6578077" y="1106846"/>
            <a:chExt cx="92232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852FFC4-EDA9-36FC-4188-2853C0C9525D}"/>
                    </a:ext>
                  </a:extLst>
                </p14:cNvPr>
                <p14:cNvContentPartPr/>
                <p14:nvPr/>
              </p14:nvContentPartPr>
              <p14:xfrm>
                <a:off x="6578077" y="1106846"/>
                <a:ext cx="377640" cy="376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852FFC4-EDA9-36FC-4188-2853C0C9525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60077" y="1089206"/>
                  <a:ext cx="4132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B61285-FDD3-3B0C-12AA-CF1359F75100}"/>
                    </a:ext>
                  </a:extLst>
                </p14:cNvPr>
                <p14:cNvContentPartPr/>
                <p14:nvPr/>
              </p14:nvContentPartPr>
              <p14:xfrm>
                <a:off x="7008997" y="1358486"/>
                <a:ext cx="207720" cy="152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B61285-FDD3-3B0C-12AA-CF1359F751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90997" y="1340486"/>
                  <a:ext cx="243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39E481-525D-5A75-46D8-D2B69740300C}"/>
                    </a:ext>
                  </a:extLst>
                </p14:cNvPr>
                <p14:cNvContentPartPr/>
                <p14:nvPr/>
              </p14:nvContentPartPr>
              <p14:xfrm>
                <a:off x="7081357" y="1312766"/>
                <a:ext cx="125280" cy="264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39E481-525D-5A75-46D8-D2B69740300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63717" y="1294766"/>
                  <a:ext cx="1609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D36292D-C123-DCE4-5874-DA8B3F273AEE}"/>
                    </a:ext>
                  </a:extLst>
                </p14:cNvPr>
                <p14:cNvContentPartPr/>
                <p14:nvPr/>
              </p14:nvContentPartPr>
              <p14:xfrm>
                <a:off x="7375477" y="1296206"/>
                <a:ext cx="77400" cy="16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D36292D-C123-DCE4-5874-DA8B3F273AE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57837" y="1278206"/>
                  <a:ext cx="113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701E5E-391B-9F13-71A3-8E50CEB6073B}"/>
                    </a:ext>
                  </a:extLst>
                </p14:cNvPr>
                <p14:cNvContentPartPr/>
                <p14:nvPr/>
              </p14:nvContentPartPr>
              <p14:xfrm>
                <a:off x="7432717" y="1363886"/>
                <a:ext cx="67680" cy="19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701E5E-391B-9F13-71A3-8E50CEB6073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14717" y="1346246"/>
                  <a:ext cx="10332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E01F8D8-FB9E-DB75-08A9-167DE68D44AE}"/>
                  </a:ext>
                </a:extLst>
              </p14:cNvPr>
              <p14:cNvContentPartPr/>
              <p14:nvPr/>
            </p14:nvContentPartPr>
            <p14:xfrm>
              <a:off x="7838437" y="1155446"/>
              <a:ext cx="120600" cy="2408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E01F8D8-FB9E-DB75-08A9-167DE68D44A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820437" y="1137806"/>
                <a:ext cx="1562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2580790-D0EC-653F-C0E3-3332969A0037}"/>
                  </a:ext>
                </a:extLst>
              </p14:cNvPr>
              <p14:cNvContentPartPr/>
              <p14:nvPr/>
            </p14:nvContentPartPr>
            <p14:xfrm>
              <a:off x="7988557" y="1567286"/>
              <a:ext cx="14400" cy="176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2580790-D0EC-653F-C0E3-3332969A003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970557" y="1549286"/>
                <a:ext cx="500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EDEF5E3-FD3A-6BB9-7F03-F62C5BB1BF39}"/>
              </a:ext>
            </a:extLst>
          </p:cNvPr>
          <p:cNvGrpSpPr/>
          <p:nvPr/>
        </p:nvGrpSpPr>
        <p:grpSpPr>
          <a:xfrm>
            <a:off x="6705877" y="1965086"/>
            <a:ext cx="572040" cy="543240"/>
            <a:chOff x="6705877" y="1965086"/>
            <a:chExt cx="57204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202C69-EC43-45EB-D2D3-1C941FC47287}"/>
                    </a:ext>
                  </a:extLst>
                </p14:cNvPr>
                <p14:cNvContentPartPr/>
                <p14:nvPr/>
              </p14:nvContentPartPr>
              <p14:xfrm>
                <a:off x="6705877" y="1965086"/>
                <a:ext cx="328680" cy="296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202C69-EC43-45EB-D2D3-1C941FC472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87877" y="1947446"/>
                  <a:ext cx="364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64C7E0-0BC0-9066-CA2F-14F653097B42}"/>
                    </a:ext>
                  </a:extLst>
                </p14:cNvPr>
                <p14:cNvContentPartPr/>
                <p14:nvPr/>
              </p14:nvContentPartPr>
              <p14:xfrm>
                <a:off x="7072717" y="2200166"/>
                <a:ext cx="147240" cy="117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64C7E0-0BC0-9066-CA2F-14F653097B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55077" y="2182166"/>
                  <a:ext cx="182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A211244-DF80-1B65-3B7C-775CC0A0AF78}"/>
                    </a:ext>
                  </a:extLst>
                </p14:cNvPr>
                <p14:cNvContentPartPr/>
                <p14:nvPr/>
              </p14:nvContentPartPr>
              <p14:xfrm>
                <a:off x="7202317" y="2200166"/>
                <a:ext cx="75600" cy="117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A211244-DF80-1B65-3B7C-775CC0A0AF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84317" y="2182166"/>
                  <a:ext cx="111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8F79DAE-EF77-F529-DBEF-4D622FCE8566}"/>
                    </a:ext>
                  </a:extLst>
                </p14:cNvPr>
                <p14:cNvContentPartPr/>
                <p14:nvPr/>
              </p14:nvContentPartPr>
              <p14:xfrm>
                <a:off x="7238317" y="2293046"/>
                <a:ext cx="38880" cy="215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8F79DAE-EF77-F529-DBEF-4D622FCE856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20317" y="2275046"/>
                  <a:ext cx="7452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EF76BD5-6371-C75E-349D-D5A968D851BA}"/>
              </a:ext>
            </a:extLst>
          </p:cNvPr>
          <p:cNvGrpSpPr/>
          <p:nvPr/>
        </p:nvGrpSpPr>
        <p:grpSpPr>
          <a:xfrm>
            <a:off x="7539277" y="2118446"/>
            <a:ext cx="396720" cy="251640"/>
            <a:chOff x="7539277" y="2118446"/>
            <a:chExt cx="39672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7485B6A-EA1A-D807-3DEE-0A69215744F8}"/>
                    </a:ext>
                  </a:extLst>
                </p14:cNvPr>
                <p14:cNvContentPartPr/>
                <p14:nvPr/>
              </p14:nvContentPartPr>
              <p14:xfrm>
                <a:off x="7539277" y="2213486"/>
                <a:ext cx="77400" cy="12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7485B6A-EA1A-D807-3DEE-0A69215744F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21637" y="2195846"/>
                  <a:ext cx="113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441505-277B-57F7-1249-FECF4CEB1369}"/>
                    </a:ext>
                  </a:extLst>
                </p14:cNvPr>
                <p14:cNvContentPartPr/>
                <p14:nvPr/>
              </p14:nvContentPartPr>
              <p14:xfrm>
                <a:off x="7584277" y="2288726"/>
                <a:ext cx="84240" cy="44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441505-277B-57F7-1249-FECF4CEB136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66637" y="2270726"/>
                  <a:ext cx="119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34A16E-06F0-CC15-DA88-B88B6302BA6D}"/>
                    </a:ext>
                  </a:extLst>
                </p14:cNvPr>
                <p14:cNvContentPartPr/>
                <p14:nvPr/>
              </p14:nvContentPartPr>
              <p14:xfrm>
                <a:off x="7868317" y="2118446"/>
                <a:ext cx="67680" cy="251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34A16E-06F0-CC15-DA88-B88B6302BA6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50317" y="2100446"/>
                  <a:ext cx="10332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19BD7A8-E9E0-6C2C-21F0-BDFED95BF7E4}"/>
                  </a:ext>
                </a:extLst>
              </p14:cNvPr>
              <p14:cNvContentPartPr/>
              <p14:nvPr/>
            </p14:nvContentPartPr>
            <p14:xfrm>
              <a:off x="7969477" y="2505806"/>
              <a:ext cx="20520" cy="97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19BD7A8-E9E0-6C2C-21F0-BDFED95BF7E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951477" y="2487806"/>
                <a:ext cx="561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69A2326-DF51-5C1D-0377-0DC06E0EB5F5}"/>
              </a:ext>
            </a:extLst>
          </p:cNvPr>
          <p:cNvGrpSpPr/>
          <p:nvPr/>
        </p:nvGrpSpPr>
        <p:grpSpPr>
          <a:xfrm>
            <a:off x="6393757" y="3174686"/>
            <a:ext cx="405720" cy="373680"/>
            <a:chOff x="6393757" y="3174686"/>
            <a:chExt cx="40572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6A12B8D-9DB1-F8A0-8C41-BD9BE570AF51}"/>
                    </a:ext>
                  </a:extLst>
                </p14:cNvPr>
                <p14:cNvContentPartPr/>
                <p14:nvPr/>
              </p14:nvContentPartPr>
              <p14:xfrm>
                <a:off x="6457477" y="3299966"/>
                <a:ext cx="44280" cy="248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6A12B8D-9DB1-F8A0-8C41-BD9BE570AF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39837" y="3282326"/>
                  <a:ext cx="799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545122B-878F-455F-CB1F-69FAD0DD8600}"/>
                    </a:ext>
                  </a:extLst>
                </p14:cNvPr>
                <p14:cNvContentPartPr/>
                <p14:nvPr/>
              </p14:nvContentPartPr>
              <p14:xfrm>
                <a:off x="6393757" y="3174686"/>
                <a:ext cx="24840" cy="102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545122B-878F-455F-CB1F-69FAD0DD860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75757" y="3156686"/>
                  <a:ext cx="60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36DE8A7-DB07-E008-853D-5A590D72182C}"/>
                    </a:ext>
                  </a:extLst>
                </p14:cNvPr>
                <p14:cNvContentPartPr/>
                <p14:nvPr/>
              </p14:nvContentPartPr>
              <p14:xfrm>
                <a:off x="6686437" y="3210326"/>
                <a:ext cx="56520" cy="311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36DE8A7-DB07-E008-853D-5A590D72182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68797" y="3192686"/>
                  <a:ext cx="92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425800-A02A-ABC7-6358-6C842BA0D5D4}"/>
                    </a:ext>
                  </a:extLst>
                </p14:cNvPr>
                <p14:cNvContentPartPr/>
                <p14:nvPr/>
              </p14:nvContentPartPr>
              <p14:xfrm>
                <a:off x="6663757" y="3364046"/>
                <a:ext cx="135720" cy="61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425800-A02A-ABC7-6358-6C842BA0D5D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46117" y="3346406"/>
                  <a:ext cx="1713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A366434-6526-874C-9FA3-C175F5F97674}"/>
              </a:ext>
            </a:extLst>
          </p:cNvPr>
          <p:cNvGrpSpPr/>
          <p:nvPr/>
        </p:nvGrpSpPr>
        <p:grpSpPr>
          <a:xfrm>
            <a:off x="7297357" y="3158126"/>
            <a:ext cx="1137240" cy="367200"/>
            <a:chOff x="7297357" y="3158126"/>
            <a:chExt cx="113724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976F7C-F69B-449A-C951-429685480438}"/>
                    </a:ext>
                  </a:extLst>
                </p14:cNvPr>
                <p14:cNvContentPartPr/>
                <p14:nvPr/>
              </p14:nvContentPartPr>
              <p14:xfrm>
                <a:off x="7297357" y="3209246"/>
                <a:ext cx="74160" cy="316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976F7C-F69B-449A-C951-4296854804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79357" y="3191606"/>
                  <a:ext cx="1098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490A07E-3D91-5FA3-09CE-325661CD56B4}"/>
                    </a:ext>
                  </a:extLst>
                </p14:cNvPr>
                <p14:cNvContentPartPr/>
                <p14:nvPr/>
              </p14:nvContentPartPr>
              <p14:xfrm>
                <a:off x="7342717" y="3158126"/>
                <a:ext cx="168120" cy="171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490A07E-3D91-5FA3-09CE-325661CD56B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24717" y="3140486"/>
                  <a:ext cx="203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0CC4B9-1FED-4B40-8DC4-AB28BD617E87}"/>
                    </a:ext>
                  </a:extLst>
                </p14:cNvPr>
                <p14:cNvContentPartPr/>
                <p14:nvPr/>
              </p14:nvContentPartPr>
              <p14:xfrm>
                <a:off x="7608757" y="3335246"/>
                <a:ext cx="19440" cy="153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0CC4B9-1FED-4B40-8DC4-AB28BD617E8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91117" y="3317606"/>
                  <a:ext cx="55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7B8BCC1-2F6A-F78B-B8E3-DCEABDD49AA0}"/>
                    </a:ext>
                  </a:extLst>
                </p14:cNvPr>
                <p14:cNvContentPartPr/>
                <p14:nvPr/>
              </p14:nvContentPartPr>
              <p14:xfrm>
                <a:off x="7760677" y="3335606"/>
                <a:ext cx="96480" cy="34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7B8BCC1-2F6A-F78B-B8E3-DCEABDD49AA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42677" y="3317606"/>
                  <a:ext cx="132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BFF223C-E246-EAEE-EADE-F1902708ADAB}"/>
                    </a:ext>
                  </a:extLst>
                </p14:cNvPr>
                <p14:cNvContentPartPr/>
                <p14:nvPr/>
              </p14:nvContentPartPr>
              <p14:xfrm>
                <a:off x="7826197" y="3415886"/>
                <a:ext cx="90000" cy="36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BFF223C-E246-EAEE-EADE-F1902708ADA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08557" y="3397886"/>
                  <a:ext cx="125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F25851-BBB0-8ACC-8D89-1511D85925D8}"/>
                    </a:ext>
                  </a:extLst>
                </p14:cNvPr>
                <p14:cNvContentPartPr/>
                <p14:nvPr/>
              </p14:nvContentPartPr>
              <p14:xfrm>
                <a:off x="8034997" y="3262886"/>
                <a:ext cx="34920" cy="205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F25851-BBB0-8ACC-8D89-1511D85925D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17357" y="3245246"/>
                  <a:ext cx="70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6AD829-530B-4D6D-7394-3F44D92B08C8}"/>
                    </a:ext>
                  </a:extLst>
                </p14:cNvPr>
                <p14:cNvContentPartPr/>
                <p14:nvPr/>
              </p14:nvContentPartPr>
              <p14:xfrm>
                <a:off x="8032837" y="3199886"/>
                <a:ext cx="162720" cy="207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6AD829-530B-4D6D-7394-3F44D92B08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14837" y="3181886"/>
                  <a:ext cx="198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9A884D1-E6F6-D521-58C7-2BB30B17781B}"/>
                    </a:ext>
                  </a:extLst>
                </p14:cNvPr>
                <p14:cNvContentPartPr/>
                <p14:nvPr/>
              </p14:nvContentPartPr>
              <p14:xfrm>
                <a:off x="8278717" y="3369806"/>
                <a:ext cx="155880" cy="135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9A884D1-E6F6-D521-58C7-2BB30B17781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61077" y="3352166"/>
                  <a:ext cx="19152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B3994FF-D684-E067-7053-A6B2BA61F3C7}"/>
              </a:ext>
            </a:extLst>
          </p:cNvPr>
          <p:cNvGrpSpPr/>
          <p:nvPr/>
        </p:nvGrpSpPr>
        <p:grpSpPr>
          <a:xfrm>
            <a:off x="8626837" y="3185846"/>
            <a:ext cx="897120" cy="377640"/>
            <a:chOff x="8626837" y="3185846"/>
            <a:chExt cx="8971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69300AC-2848-E659-C836-33D36F20DC34}"/>
                    </a:ext>
                  </a:extLst>
                </p14:cNvPr>
                <p14:cNvContentPartPr/>
                <p14:nvPr/>
              </p14:nvContentPartPr>
              <p14:xfrm>
                <a:off x="8626837" y="3333086"/>
                <a:ext cx="51840" cy="15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69300AC-2848-E659-C836-33D36F20DC3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09197" y="3315446"/>
                  <a:ext cx="87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5D47329-8678-5D20-7837-8C998C11A817}"/>
                    </a:ext>
                  </a:extLst>
                </p14:cNvPr>
                <p14:cNvContentPartPr/>
                <p14:nvPr/>
              </p14:nvContentPartPr>
              <p14:xfrm>
                <a:off x="8680837" y="3376286"/>
                <a:ext cx="76680" cy="19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5D47329-8678-5D20-7837-8C998C11A81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63197" y="3358286"/>
                  <a:ext cx="112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8C9959C-349E-F944-C773-C64A02FF214D}"/>
                    </a:ext>
                  </a:extLst>
                </p14:cNvPr>
                <p14:cNvContentPartPr/>
                <p14:nvPr/>
              </p14:nvContentPartPr>
              <p14:xfrm>
                <a:off x="8847517" y="3229766"/>
                <a:ext cx="53640" cy="239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8C9959C-349E-F944-C773-C64A02FF21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29517" y="3211766"/>
                  <a:ext cx="89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AF61AF1-63E6-0C54-D6A7-1D3403C051E2}"/>
                    </a:ext>
                  </a:extLst>
                </p14:cNvPr>
                <p14:cNvContentPartPr/>
                <p14:nvPr/>
              </p14:nvContentPartPr>
              <p14:xfrm>
                <a:off x="8891077" y="3185846"/>
                <a:ext cx="145440" cy="161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AF61AF1-63E6-0C54-D6A7-1D3403C051E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73077" y="3167846"/>
                  <a:ext cx="181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354535A-B5C1-AFC7-D7A4-0B5E7D7CE839}"/>
                    </a:ext>
                  </a:extLst>
                </p14:cNvPr>
                <p14:cNvContentPartPr/>
                <p14:nvPr/>
              </p14:nvContentPartPr>
              <p14:xfrm>
                <a:off x="9118237" y="3353246"/>
                <a:ext cx="168120" cy="210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354535A-B5C1-AFC7-D7A4-0B5E7D7CE83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00237" y="3335606"/>
                  <a:ext cx="203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91B82E1-B74B-546F-1692-23B24013DAD8}"/>
                    </a:ext>
                  </a:extLst>
                </p14:cNvPr>
                <p14:cNvContentPartPr/>
                <p14:nvPr/>
              </p14:nvContentPartPr>
              <p14:xfrm>
                <a:off x="9414157" y="3334526"/>
                <a:ext cx="91080" cy="26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91B82E1-B74B-546F-1692-23B24013DAD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96157" y="3316526"/>
                  <a:ext cx="126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8F891D-7A0F-E354-ED07-C1781B0AECEC}"/>
                    </a:ext>
                  </a:extLst>
                </p14:cNvPr>
                <p14:cNvContentPartPr/>
                <p14:nvPr/>
              </p14:nvContentPartPr>
              <p14:xfrm>
                <a:off x="9443317" y="3402206"/>
                <a:ext cx="80640" cy="24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8F891D-7A0F-E354-ED07-C1781B0AECE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25677" y="3384566"/>
                  <a:ext cx="1162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9A66149-63E4-F491-AACB-C56E6A6CEC03}"/>
              </a:ext>
            </a:extLst>
          </p:cNvPr>
          <p:cNvGrpSpPr/>
          <p:nvPr/>
        </p:nvGrpSpPr>
        <p:grpSpPr>
          <a:xfrm>
            <a:off x="9706477" y="3152006"/>
            <a:ext cx="487080" cy="447480"/>
            <a:chOff x="9706477" y="3152006"/>
            <a:chExt cx="48708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116EF8-A5D3-A355-6B38-9C561603F70D}"/>
                    </a:ext>
                  </a:extLst>
                </p14:cNvPr>
                <p14:cNvContentPartPr/>
                <p14:nvPr/>
              </p14:nvContentPartPr>
              <p14:xfrm>
                <a:off x="9761557" y="3240206"/>
                <a:ext cx="42840" cy="249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116EF8-A5D3-A355-6B38-9C561603F7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43557" y="3222206"/>
                  <a:ext cx="78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9AF9E7-28F8-EB36-B9DE-8F35FC02B486}"/>
                    </a:ext>
                  </a:extLst>
                </p14:cNvPr>
                <p14:cNvContentPartPr/>
                <p14:nvPr/>
              </p14:nvContentPartPr>
              <p14:xfrm>
                <a:off x="9706477" y="3152006"/>
                <a:ext cx="204120" cy="213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9AF9E7-28F8-EB36-B9DE-8F35FC02B48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88837" y="3134366"/>
                  <a:ext cx="23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00A51DD-9FD5-992C-0DF7-AD7C33619C26}"/>
                    </a:ext>
                  </a:extLst>
                </p14:cNvPr>
                <p14:cNvContentPartPr/>
                <p14:nvPr/>
              </p14:nvContentPartPr>
              <p14:xfrm>
                <a:off x="10054597" y="3308246"/>
                <a:ext cx="125280" cy="155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00A51DD-9FD5-992C-0DF7-AD7C33619C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36597" y="3290606"/>
                  <a:ext cx="160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265F51F-42E4-9DD8-1A38-A6C8F93ACA4C}"/>
                    </a:ext>
                  </a:extLst>
                </p14:cNvPr>
                <p14:cNvContentPartPr/>
                <p14:nvPr/>
              </p14:nvContentPartPr>
              <p14:xfrm>
                <a:off x="10140637" y="3376646"/>
                <a:ext cx="52920" cy="222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265F51F-42E4-9DD8-1A38-A6C8F93ACA4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22997" y="3359006"/>
                  <a:ext cx="885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5B3AEDF-AC8A-1421-6646-B169A875C117}"/>
              </a:ext>
            </a:extLst>
          </p:cNvPr>
          <p:cNvGrpSpPr/>
          <p:nvPr/>
        </p:nvGrpSpPr>
        <p:grpSpPr>
          <a:xfrm>
            <a:off x="6507157" y="4126166"/>
            <a:ext cx="527040" cy="365400"/>
            <a:chOff x="6507157" y="4126166"/>
            <a:chExt cx="5270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4D2D122-EB4F-D208-C94F-08F49727C408}"/>
                    </a:ext>
                  </a:extLst>
                </p14:cNvPr>
                <p14:cNvContentPartPr/>
                <p14:nvPr/>
              </p14:nvContentPartPr>
              <p14:xfrm>
                <a:off x="6507157" y="4126166"/>
                <a:ext cx="258480" cy="203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4D2D122-EB4F-D208-C94F-08F49727C4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89157" y="4108166"/>
                  <a:ext cx="294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4AF1C32-E32D-D5A9-637D-0C788F83DEC2}"/>
                    </a:ext>
                  </a:extLst>
                </p14:cNvPr>
                <p14:cNvContentPartPr/>
                <p14:nvPr/>
              </p14:nvContentPartPr>
              <p14:xfrm>
                <a:off x="6862477" y="4294286"/>
                <a:ext cx="142920" cy="164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4AF1C32-E32D-D5A9-637D-0C788F83DE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844477" y="4276646"/>
                  <a:ext cx="178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33CE94D-D520-3891-F580-0EEABFB9F3BD}"/>
                    </a:ext>
                  </a:extLst>
                </p14:cNvPr>
                <p14:cNvContentPartPr/>
                <p14:nvPr/>
              </p14:nvContentPartPr>
              <p14:xfrm>
                <a:off x="6891277" y="4293206"/>
                <a:ext cx="142920" cy="198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33CE94D-D520-3891-F580-0EEABFB9F3B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873637" y="4275566"/>
                  <a:ext cx="17856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5676A39-6EC5-E7DD-3407-EE127480E68C}"/>
              </a:ext>
            </a:extLst>
          </p:cNvPr>
          <p:cNvGrpSpPr/>
          <p:nvPr/>
        </p:nvGrpSpPr>
        <p:grpSpPr>
          <a:xfrm>
            <a:off x="7252357" y="4218686"/>
            <a:ext cx="357480" cy="274680"/>
            <a:chOff x="7252357" y="4218686"/>
            <a:chExt cx="35748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6499379-BDBB-0FE1-5AC3-6442CE20E8CE}"/>
                    </a:ext>
                  </a:extLst>
                </p14:cNvPr>
                <p14:cNvContentPartPr/>
                <p14:nvPr/>
              </p14:nvContentPartPr>
              <p14:xfrm>
                <a:off x="7252357" y="4260086"/>
                <a:ext cx="90720" cy="28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6499379-BDBB-0FE1-5AC3-6442CE20E8C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34357" y="4242086"/>
                  <a:ext cx="126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1B20FB7-C2A5-88A1-FD51-FCB9ACA8F2D3}"/>
                    </a:ext>
                  </a:extLst>
                </p14:cNvPr>
                <p14:cNvContentPartPr/>
                <p14:nvPr/>
              </p14:nvContentPartPr>
              <p14:xfrm>
                <a:off x="7272877" y="4359806"/>
                <a:ext cx="82080" cy="48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1B20FB7-C2A5-88A1-FD51-FCB9ACA8F2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54877" y="4341806"/>
                  <a:ext cx="117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4FFBCC2-E3EA-F7F7-8E3F-0A3521CBA8F9}"/>
                    </a:ext>
                  </a:extLst>
                </p14:cNvPr>
                <p14:cNvContentPartPr/>
                <p14:nvPr/>
              </p14:nvContentPartPr>
              <p14:xfrm>
                <a:off x="7510837" y="4218686"/>
                <a:ext cx="73080" cy="159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4FFBCC2-E3EA-F7F7-8E3F-0A3521CBA8F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93197" y="4201046"/>
                  <a:ext cx="108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702DCB3-8E91-2C63-B34F-62C24831659A}"/>
                    </a:ext>
                  </a:extLst>
                </p14:cNvPr>
                <p14:cNvContentPartPr/>
                <p14:nvPr/>
              </p14:nvContentPartPr>
              <p14:xfrm>
                <a:off x="7593637" y="4465646"/>
                <a:ext cx="16200" cy="27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702DCB3-8E91-2C63-B34F-62C2483165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75997" y="4448006"/>
                  <a:ext cx="5184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9A99815-EB21-4FDE-CC4F-9D71F884E38A}"/>
              </a:ext>
            </a:extLst>
          </p:cNvPr>
          <p:cNvGrpSpPr/>
          <p:nvPr/>
        </p:nvGrpSpPr>
        <p:grpSpPr>
          <a:xfrm>
            <a:off x="6719197" y="4873526"/>
            <a:ext cx="1014120" cy="282960"/>
            <a:chOff x="6719197" y="4873526"/>
            <a:chExt cx="10141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F1D34DB-47C8-E1EB-19DF-E153B1CB76F8}"/>
                    </a:ext>
                  </a:extLst>
                </p14:cNvPr>
                <p14:cNvContentPartPr/>
                <p14:nvPr/>
              </p14:nvContentPartPr>
              <p14:xfrm>
                <a:off x="6719197" y="4873886"/>
                <a:ext cx="235800" cy="152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F1D34DB-47C8-E1EB-19DF-E153B1CB76F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01197" y="4856246"/>
                  <a:ext cx="271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97A435D-B9B7-5462-0B7F-0F7D4A1279B8}"/>
                    </a:ext>
                  </a:extLst>
                </p14:cNvPr>
                <p14:cNvContentPartPr/>
                <p14:nvPr/>
              </p14:nvContentPartPr>
              <p14:xfrm>
                <a:off x="7040677" y="4999166"/>
                <a:ext cx="138960" cy="95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97A435D-B9B7-5462-0B7F-0F7D4A1279B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23037" y="4981526"/>
                  <a:ext cx="174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7205A7C-9170-57A6-F2B3-D85FF71A8C26}"/>
                    </a:ext>
                  </a:extLst>
                </p14:cNvPr>
                <p14:cNvContentPartPr/>
                <p14:nvPr/>
              </p14:nvContentPartPr>
              <p14:xfrm>
                <a:off x="7142917" y="5080166"/>
                <a:ext cx="14040" cy="76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7205A7C-9170-57A6-F2B3-D85FF71A8C2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25277" y="5062166"/>
                  <a:ext cx="49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CA876F-C835-6A7B-B189-65357AE91D99}"/>
                    </a:ext>
                  </a:extLst>
                </p14:cNvPr>
                <p14:cNvContentPartPr/>
                <p14:nvPr/>
              </p14:nvContentPartPr>
              <p14:xfrm>
                <a:off x="7309237" y="4948406"/>
                <a:ext cx="78120" cy="31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8CA876F-C835-6A7B-B189-65357AE91D9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91597" y="4930406"/>
                  <a:ext cx="113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90AC127-F612-99E6-97F9-1C51D5730A2E}"/>
                    </a:ext>
                  </a:extLst>
                </p14:cNvPr>
                <p14:cNvContentPartPr/>
                <p14:nvPr/>
              </p14:nvContentPartPr>
              <p14:xfrm>
                <a:off x="7380517" y="5017526"/>
                <a:ext cx="75240" cy="48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90AC127-F612-99E6-97F9-1C51D5730A2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62517" y="4999886"/>
                  <a:ext cx="110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1E5DBB0-81B0-D6E2-8044-4D1EBFA3A74E}"/>
                    </a:ext>
                  </a:extLst>
                </p14:cNvPr>
                <p14:cNvContentPartPr/>
                <p14:nvPr/>
              </p14:nvContentPartPr>
              <p14:xfrm>
                <a:off x="7602277" y="4873526"/>
                <a:ext cx="95040" cy="218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1E5DBB0-81B0-D6E2-8044-4D1EBFA3A74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84637" y="4855526"/>
                  <a:ext cx="1306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486F774-B7E7-6870-E712-82BC5C388342}"/>
                    </a:ext>
                  </a:extLst>
                </p14:cNvPr>
                <p14:cNvContentPartPr/>
                <p14:nvPr/>
              </p14:nvContentPartPr>
              <p14:xfrm>
                <a:off x="7724677" y="5130206"/>
                <a:ext cx="8640" cy="12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486F774-B7E7-6870-E712-82BC5C38834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07037" y="5112206"/>
                  <a:ext cx="4428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DB2D0EA-254D-D920-2F6E-252BF1CE04CE}"/>
                  </a:ext>
                </a:extLst>
              </p14:cNvPr>
              <p14:cNvContentPartPr/>
              <p14:nvPr/>
            </p14:nvContentPartPr>
            <p14:xfrm>
              <a:off x="2423317" y="2057246"/>
              <a:ext cx="1171080" cy="2529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DB2D0EA-254D-D920-2F6E-252BF1CE04C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369317" y="1949246"/>
                <a:ext cx="1278720" cy="27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8B93C10-AC4F-9897-BAD8-65AACA2375B4}"/>
                  </a:ext>
                </a:extLst>
              </p14:cNvPr>
              <p14:cNvContentPartPr/>
              <p14:nvPr/>
            </p14:nvContentPartPr>
            <p14:xfrm>
              <a:off x="3604117" y="2057966"/>
              <a:ext cx="1123560" cy="2473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8B93C10-AC4F-9897-BAD8-65AACA2375B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550117" y="1950326"/>
                <a:ext cx="1231200" cy="268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35DB95D-122F-46AB-B141-6ADD4A9630F8}"/>
              </a:ext>
            </a:extLst>
          </p:cNvPr>
          <p:cNvGrpSpPr/>
          <p:nvPr/>
        </p:nvGrpSpPr>
        <p:grpSpPr>
          <a:xfrm>
            <a:off x="7905037" y="3770846"/>
            <a:ext cx="1030680" cy="693000"/>
            <a:chOff x="7905037" y="3770846"/>
            <a:chExt cx="1030680" cy="69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5930F2D-6BA8-7A63-1C9B-3043422A89F7}"/>
                    </a:ext>
                  </a:extLst>
                </p14:cNvPr>
                <p14:cNvContentPartPr/>
                <p14:nvPr/>
              </p14:nvContentPartPr>
              <p14:xfrm>
                <a:off x="7905037" y="3770846"/>
                <a:ext cx="292320" cy="223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5930F2D-6BA8-7A63-1C9B-3043422A89F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887037" y="3752846"/>
                  <a:ext cx="327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4D6BEFB-CFD2-DC32-4B5C-EDA7B6EFCF67}"/>
                    </a:ext>
                  </a:extLst>
                </p14:cNvPr>
                <p14:cNvContentPartPr/>
                <p14:nvPr/>
              </p14:nvContentPartPr>
              <p14:xfrm>
                <a:off x="8256037" y="3982166"/>
                <a:ext cx="57600" cy="178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4D6BEFB-CFD2-DC32-4B5C-EDA7B6EFCF6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238397" y="3964166"/>
                  <a:ext cx="93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3A77E9E-FAF0-A4C7-7FAD-3E9D19F8D0DB}"/>
                    </a:ext>
                  </a:extLst>
                </p14:cNvPr>
                <p14:cNvContentPartPr/>
                <p14:nvPr/>
              </p14:nvContentPartPr>
              <p14:xfrm>
                <a:off x="8269717" y="3956966"/>
                <a:ext cx="105120" cy="157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3A77E9E-FAF0-A4C7-7FAD-3E9D19F8D0D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51717" y="3939326"/>
                  <a:ext cx="140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CF5E93F-B946-BD3B-CF5D-33403AB78E5D}"/>
                    </a:ext>
                  </a:extLst>
                </p14:cNvPr>
                <p14:cNvContentPartPr/>
                <p14:nvPr/>
              </p14:nvContentPartPr>
              <p14:xfrm>
                <a:off x="8431357" y="3995486"/>
                <a:ext cx="50400" cy="161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CF5E93F-B946-BD3B-CF5D-33403AB78E5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413357" y="3977846"/>
                  <a:ext cx="86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9E650D3-3C95-6DE3-5B90-B2371AD37215}"/>
                    </a:ext>
                  </a:extLst>
                </p14:cNvPr>
                <p14:cNvContentPartPr/>
                <p14:nvPr/>
              </p14:nvContentPartPr>
              <p14:xfrm>
                <a:off x="8460157" y="3970286"/>
                <a:ext cx="107280" cy="180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9E650D3-3C95-6DE3-5B90-B2371AD3721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42517" y="3952646"/>
                  <a:ext cx="142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0917B9-2DF7-E210-22DB-D9A5AFF55FCA}"/>
                    </a:ext>
                  </a:extLst>
                </p14:cNvPr>
                <p14:cNvContentPartPr/>
                <p14:nvPr/>
              </p14:nvContentPartPr>
              <p14:xfrm>
                <a:off x="8590117" y="3871646"/>
                <a:ext cx="175320" cy="592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F0917B9-2DF7-E210-22DB-D9A5AFF55FC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72477" y="3854006"/>
                  <a:ext cx="2109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4DF38B-A9D7-D1DE-D995-CE4FB9D07BA9}"/>
                    </a:ext>
                  </a:extLst>
                </p14:cNvPr>
                <p14:cNvContentPartPr/>
                <p14:nvPr/>
              </p14:nvContentPartPr>
              <p14:xfrm>
                <a:off x="8732677" y="4226966"/>
                <a:ext cx="203040" cy="148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4DF38B-A9D7-D1DE-D995-CE4FB9D07BA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15037" y="4209326"/>
                  <a:ext cx="2386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AF77DFA-6CC2-D83C-7D73-5005B1547A72}"/>
              </a:ext>
            </a:extLst>
          </p:cNvPr>
          <p:cNvGrpSpPr/>
          <p:nvPr/>
        </p:nvGrpSpPr>
        <p:grpSpPr>
          <a:xfrm>
            <a:off x="8041477" y="4817006"/>
            <a:ext cx="1168200" cy="680760"/>
            <a:chOff x="8041477" y="4817006"/>
            <a:chExt cx="1168200" cy="68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7C7F99D-AFBE-3214-0927-4146A5FFE1B8}"/>
                    </a:ext>
                  </a:extLst>
                </p14:cNvPr>
                <p14:cNvContentPartPr/>
                <p14:nvPr/>
              </p14:nvContentPartPr>
              <p14:xfrm>
                <a:off x="8041477" y="4817006"/>
                <a:ext cx="251640" cy="228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7C7F99D-AFBE-3214-0927-4146A5FFE1B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23837" y="4799006"/>
                  <a:ext cx="2872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EB76561-724A-2B1D-393A-87195C450B08}"/>
                    </a:ext>
                  </a:extLst>
                </p14:cNvPr>
                <p14:cNvContentPartPr/>
                <p14:nvPr/>
              </p14:nvContentPartPr>
              <p14:xfrm>
                <a:off x="8392477" y="5021486"/>
                <a:ext cx="181080" cy="230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EB76561-724A-2B1D-393A-87195C450B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74477" y="5003846"/>
                  <a:ext cx="216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6F34CB-934B-57CB-11B0-9229F69E3E15}"/>
                    </a:ext>
                  </a:extLst>
                </p14:cNvPr>
                <p14:cNvContentPartPr/>
                <p14:nvPr/>
              </p14:nvContentPartPr>
              <p14:xfrm>
                <a:off x="8680837" y="5112206"/>
                <a:ext cx="48960" cy="134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6F34CB-934B-57CB-11B0-9229F69E3E1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63197" y="5094566"/>
                  <a:ext cx="84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1C3F0F-C421-4171-2BEE-D61679B3A419}"/>
                    </a:ext>
                  </a:extLst>
                </p14:cNvPr>
                <p14:cNvContentPartPr/>
                <p14:nvPr/>
              </p14:nvContentPartPr>
              <p14:xfrm>
                <a:off x="8654557" y="5021126"/>
                <a:ext cx="138600" cy="214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1C3F0F-C421-4171-2BEE-D61679B3A41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36557" y="5003126"/>
                  <a:ext cx="1742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88E4733-C605-9265-DBC5-E4ED37D66F96}"/>
                    </a:ext>
                  </a:extLst>
                </p14:cNvPr>
                <p14:cNvContentPartPr/>
                <p14:nvPr/>
              </p14:nvContentPartPr>
              <p14:xfrm>
                <a:off x="8828437" y="4988006"/>
                <a:ext cx="184680" cy="490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88E4733-C605-9265-DBC5-E4ED37D66F9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10437" y="4970006"/>
                  <a:ext cx="22032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A4998C-CC27-F004-87D6-73A9F18CA87D}"/>
                    </a:ext>
                  </a:extLst>
                </p14:cNvPr>
                <p14:cNvContentPartPr/>
                <p14:nvPr/>
              </p14:nvContentPartPr>
              <p14:xfrm>
                <a:off x="9031477" y="5282126"/>
                <a:ext cx="178200" cy="215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A4998C-CC27-F004-87D6-73A9F18CA87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13837" y="5264126"/>
                  <a:ext cx="2138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4A46D1C-7A86-C170-E195-1B42E545BB7D}"/>
              </a:ext>
            </a:extLst>
          </p:cNvPr>
          <p:cNvGrpSpPr/>
          <p:nvPr/>
        </p:nvGrpSpPr>
        <p:grpSpPr>
          <a:xfrm>
            <a:off x="6615157" y="5746526"/>
            <a:ext cx="813240" cy="773280"/>
            <a:chOff x="6615157" y="5746526"/>
            <a:chExt cx="81324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D5851CA-3FA9-9C27-9FDD-581D0DA0C201}"/>
                    </a:ext>
                  </a:extLst>
                </p14:cNvPr>
                <p14:cNvContentPartPr/>
                <p14:nvPr/>
              </p14:nvContentPartPr>
              <p14:xfrm>
                <a:off x="6615157" y="5830766"/>
                <a:ext cx="377280" cy="474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D5851CA-3FA9-9C27-9FDD-581D0DA0C20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97157" y="5812766"/>
                  <a:ext cx="41292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3FF959-EC0A-47F3-7FBC-A2C50A709402}"/>
                    </a:ext>
                  </a:extLst>
                </p14:cNvPr>
                <p14:cNvContentPartPr/>
                <p14:nvPr/>
              </p14:nvContentPartPr>
              <p14:xfrm>
                <a:off x="7008637" y="5746526"/>
                <a:ext cx="152280" cy="515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3FF959-EC0A-47F3-7FBC-A2C50A70940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90637" y="5728886"/>
                  <a:ext cx="18792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71BE646-617B-6FCD-31A7-1437E76CE20F}"/>
                    </a:ext>
                  </a:extLst>
                </p14:cNvPr>
                <p14:cNvContentPartPr/>
                <p14:nvPr/>
              </p14:nvContentPartPr>
              <p14:xfrm>
                <a:off x="7179277" y="6243326"/>
                <a:ext cx="238680" cy="211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71BE646-617B-6FCD-31A7-1437E76CE20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161277" y="6225326"/>
                  <a:ext cx="274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F5A7A5B-1846-BE8C-1A7F-E5ACAE18DD8C}"/>
                    </a:ext>
                  </a:extLst>
                </p14:cNvPr>
                <p14:cNvContentPartPr/>
                <p14:nvPr/>
              </p14:nvContentPartPr>
              <p14:xfrm>
                <a:off x="7276837" y="6216326"/>
                <a:ext cx="151560" cy="303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F5A7A5B-1846-BE8C-1A7F-E5ACAE18DD8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258837" y="6198686"/>
                  <a:ext cx="187200" cy="33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9623BAD-A09A-C4E1-7B20-D6D459ACA423}"/>
                  </a:ext>
                </a:extLst>
              </p14:cNvPr>
              <p14:cNvContentPartPr/>
              <p14:nvPr/>
            </p14:nvContentPartPr>
            <p14:xfrm>
              <a:off x="7619917" y="6100766"/>
              <a:ext cx="214560" cy="828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9623BAD-A09A-C4E1-7B20-D6D459ACA42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601917" y="6082766"/>
                <a:ext cx="25020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AD96029-9146-3424-4C92-C6427899673F}"/>
              </a:ext>
            </a:extLst>
          </p:cNvPr>
          <p:cNvGrpSpPr/>
          <p:nvPr/>
        </p:nvGrpSpPr>
        <p:grpSpPr>
          <a:xfrm>
            <a:off x="8059117" y="5753006"/>
            <a:ext cx="605880" cy="677520"/>
            <a:chOff x="8059117" y="5753006"/>
            <a:chExt cx="605880" cy="67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AD98DE5-A3DA-3A2B-B520-1C0884053429}"/>
                    </a:ext>
                  </a:extLst>
                </p14:cNvPr>
                <p14:cNvContentPartPr/>
                <p14:nvPr/>
              </p14:nvContentPartPr>
              <p14:xfrm>
                <a:off x="8059117" y="5753006"/>
                <a:ext cx="324360" cy="375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AD98DE5-A3DA-3A2B-B520-1C088405342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1117" y="5735006"/>
                  <a:ext cx="3600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2C5E6E7-C0D7-BA7A-5B8B-459D3467A9AD}"/>
                    </a:ext>
                  </a:extLst>
                </p14:cNvPr>
                <p14:cNvContentPartPr/>
                <p14:nvPr/>
              </p14:nvContentPartPr>
              <p14:xfrm>
                <a:off x="8461597" y="6040646"/>
                <a:ext cx="199440" cy="157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2C5E6E7-C0D7-BA7A-5B8B-459D3467A9A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43957" y="6022646"/>
                  <a:ext cx="235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29D9E8B-B759-1A8B-BE47-896C5F670393}"/>
                    </a:ext>
                  </a:extLst>
                </p14:cNvPr>
                <p14:cNvContentPartPr/>
                <p14:nvPr/>
              </p14:nvContentPartPr>
              <p14:xfrm>
                <a:off x="8613157" y="6223166"/>
                <a:ext cx="51840" cy="207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29D9E8B-B759-1A8B-BE47-896C5F6703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95157" y="6205166"/>
                  <a:ext cx="8748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BF04AC7-6D81-713E-F783-87337BEAE1E3}"/>
              </a:ext>
            </a:extLst>
          </p:cNvPr>
          <p:cNvGrpSpPr/>
          <p:nvPr/>
        </p:nvGrpSpPr>
        <p:grpSpPr>
          <a:xfrm>
            <a:off x="8947957" y="6141086"/>
            <a:ext cx="186120" cy="123480"/>
            <a:chOff x="8947957" y="6141086"/>
            <a:chExt cx="18612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30CDA1A-7A7F-D5DD-BE52-7C9C495053C8}"/>
                    </a:ext>
                  </a:extLst>
                </p14:cNvPr>
                <p14:cNvContentPartPr/>
                <p14:nvPr/>
              </p14:nvContentPartPr>
              <p14:xfrm>
                <a:off x="8947957" y="6141086"/>
                <a:ext cx="122760" cy="22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30CDA1A-7A7F-D5DD-BE52-7C9C495053C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30317" y="6123446"/>
                  <a:ext cx="158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0673B51-6B95-6B92-20F3-6C4C19DD2E83}"/>
                    </a:ext>
                  </a:extLst>
                </p14:cNvPr>
                <p14:cNvContentPartPr/>
                <p14:nvPr/>
              </p14:nvContentPartPr>
              <p14:xfrm>
                <a:off x="8978917" y="6208766"/>
                <a:ext cx="155160" cy="55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0673B51-6B95-6B92-20F3-6C4C19DD2E8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61277" y="6191126"/>
                  <a:ext cx="19080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15A7A37-4ED8-1855-F1F6-68C9591E10FC}"/>
                  </a:ext>
                </a:extLst>
              </p14:cNvPr>
              <p14:cNvContentPartPr/>
              <p14:nvPr/>
            </p14:nvContentPartPr>
            <p14:xfrm>
              <a:off x="9356917" y="5842286"/>
              <a:ext cx="356040" cy="5295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15A7A37-4ED8-1855-F1F6-68C9591E10FC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339277" y="5824646"/>
                <a:ext cx="391680" cy="56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F060CC8-979B-52C4-28B2-C1DD3AAA6F5C}"/>
              </a:ext>
            </a:extLst>
          </p:cNvPr>
          <p:cNvGrpSpPr/>
          <p:nvPr/>
        </p:nvGrpSpPr>
        <p:grpSpPr>
          <a:xfrm>
            <a:off x="5861317" y="2298446"/>
            <a:ext cx="5339160" cy="4503600"/>
            <a:chOff x="5861317" y="2298446"/>
            <a:chExt cx="5339160" cy="450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A6DE97-578D-ED3D-204C-92240F175913}"/>
                    </a:ext>
                  </a:extLst>
                </p14:cNvPr>
                <p14:cNvContentPartPr/>
                <p14:nvPr/>
              </p14:nvContentPartPr>
              <p14:xfrm>
                <a:off x="5913517" y="2979926"/>
                <a:ext cx="326520" cy="3172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A6DE97-578D-ED3D-204C-92240F17591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95877" y="2961926"/>
                  <a:ext cx="362160" cy="32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5280C88-F31F-BFE2-6613-898E27B3D1D1}"/>
                    </a:ext>
                  </a:extLst>
                </p14:cNvPr>
                <p14:cNvContentPartPr/>
                <p14:nvPr/>
              </p14:nvContentPartPr>
              <p14:xfrm>
                <a:off x="5861317" y="2799926"/>
                <a:ext cx="5339160" cy="4002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5280C88-F31F-BFE2-6613-898E27B3D1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43677" y="2782286"/>
                  <a:ext cx="5374800" cy="40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32A1288-4B75-4822-2974-A60F9FDFEED4}"/>
                    </a:ext>
                  </a:extLst>
                </p14:cNvPr>
                <p14:cNvContentPartPr/>
                <p14:nvPr/>
              </p14:nvContentPartPr>
              <p14:xfrm>
                <a:off x="6185317" y="6204086"/>
                <a:ext cx="174600" cy="558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32A1288-4B75-4822-2974-A60F9FDFEED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67677" y="6186086"/>
                  <a:ext cx="2102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36B9A48-B0A4-438F-5039-1FE8DCB6C37C}"/>
                    </a:ext>
                  </a:extLst>
                </p14:cNvPr>
                <p14:cNvContentPartPr/>
                <p14:nvPr/>
              </p14:nvContentPartPr>
              <p14:xfrm>
                <a:off x="8654557" y="2410046"/>
                <a:ext cx="54360" cy="368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36B9A48-B0A4-438F-5039-1FE8DCB6C37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36557" y="2392046"/>
                  <a:ext cx="900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E3B4470-B05B-1502-FF35-BE32F92F10DB}"/>
                    </a:ext>
                  </a:extLst>
                </p14:cNvPr>
                <p14:cNvContentPartPr/>
                <p14:nvPr/>
              </p14:nvContentPartPr>
              <p14:xfrm>
                <a:off x="8628277" y="2380886"/>
                <a:ext cx="247320" cy="340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E3B4470-B05B-1502-FF35-BE32F92F10D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10637" y="2363246"/>
                  <a:ext cx="282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00EC27-E27E-BD09-CAC1-84027CDE1FBE}"/>
                    </a:ext>
                  </a:extLst>
                </p14:cNvPr>
                <p14:cNvContentPartPr/>
                <p14:nvPr/>
              </p14:nvContentPartPr>
              <p14:xfrm>
                <a:off x="8958037" y="2536406"/>
                <a:ext cx="169560" cy="156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00EC27-E27E-BD09-CAC1-84027CDE1FB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40037" y="2518766"/>
                  <a:ext cx="205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F62A84B-5A83-FE74-B34A-40609B68BE3C}"/>
                    </a:ext>
                  </a:extLst>
                </p14:cNvPr>
                <p14:cNvContentPartPr/>
                <p14:nvPr/>
              </p14:nvContentPartPr>
              <p14:xfrm>
                <a:off x="9193117" y="2378366"/>
                <a:ext cx="37440" cy="323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F62A84B-5A83-FE74-B34A-40609B68BE3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175477" y="2360726"/>
                  <a:ext cx="73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42B38D1-3BAA-5952-2833-65724EE9157E}"/>
                    </a:ext>
                  </a:extLst>
                </p14:cNvPr>
                <p14:cNvContentPartPr/>
                <p14:nvPr/>
              </p14:nvContentPartPr>
              <p14:xfrm>
                <a:off x="9279517" y="2525246"/>
                <a:ext cx="438120" cy="176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42B38D1-3BAA-5952-2833-65724EE9157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261877" y="2507246"/>
                  <a:ext cx="473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EA6800B-1786-7382-6F8E-6552B83B578F}"/>
                    </a:ext>
                  </a:extLst>
                </p14:cNvPr>
                <p14:cNvContentPartPr/>
                <p14:nvPr/>
              </p14:nvContentPartPr>
              <p14:xfrm>
                <a:off x="9873877" y="2504366"/>
                <a:ext cx="81720" cy="147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EA6800B-1786-7382-6F8E-6552B83B578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55877" y="2486726"/>
                  <a:ext cx="117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1FDC373-C965-AA4F-6DD2-23C896F42939}"/>
                    </a:ext>
                  </a:extLst>
                </p14:cNvPr>
                <p14:cNvContentPartPr/>
                <p14:nvPr/>
              </p14:nvContentPartPr>
              <p14:xfrm>
                <a:off x="10002397" y="2517326"/>
                <a:ext cx="229680" cy="166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1FDC373-C965-AA4F-6DD2-23C896F429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984397" y="2499326"/>
                  <a:ext cx="265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D8273E0-EEF9-2B03-01E7-5B6DE1DB80E8}"/>
                    </a:ext>
                  </a:extLst>
                </p14:cNvPr>
                <p14:cNvContentPartPr/>
                <p14:nvPr/>
              </p14:nvContentPartPr>
              <p14:xfrm>
                <a:off x="10239997" y="2298446"/>
                <a:ext cx="235080" cy="3837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D8273E0-EEF9-2B03-01E7-5B6DE1DB80E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22357" y="2280446"/>
                  <a:ext cx="2707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4F9993F-BC3C-FF54-6EDB-80C9C5CCDA0F}"/>
                    </a:ext>
                  </a:extLst>
                </p14:cNvPr>
                <p14:cNvContentPartPr/>
                <p14:nvPr/>
              </p14:nvContentPartPr>
              <p14:xfrm>
                <a:off x="10622677" y="2578526"/>
                <a:ext cx="1440" cy="6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4F9993F-BC3C-FF54-6EDB-80C9C5CCDA0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04677" y="2560526"/>
                  <a:ext cx="370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2C67D41E-6AF5-C959-4712-E90C78E88774}"/>
              </a:ext>
            </a:extLst>
          </p:cNvPr>
          <p:cNvGrpSpPr/>
          <p:nvPr/>
        </p:nvGrpSpPr>
        <p:grpSpPr>
          <a:xfrm>
            <a:off x="10840117" y="2318246"/>
            <a:ext cx="1128600" cy="358920"/>
            <a:chOff x="10840117" y="2318246"/>
            <a:chExt cx="112860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67B9E61-37C4-7525-E828-005875700039}"/>
                    </a:ext>
                  </a:extLst>
                </p14:cNvPr>
                <p14:cNvContentPartPr/>
                <p14:nvPr/>
              </p14:nvContentPartPr>
              <p14:xfrm>
                <a:off x="10889077" y="2332646"/>
                <a:ext cx="51480" cy="288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67B9E61-37C4-7525-E828-00587570003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71077" y="2314646"/>
                  <a:ext cx="87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51CF4C-7D83-86BB-2E9A-462BD10CDACF}"/>
                    </a:ext>
                  </a:extLst>
                </p14:cNvPr>
                <p14:cNvContentPartPr/>
                <p14:nvPr/>
              </p14:nvContentPartPr>
              <p14:xfrm>
                <a:off x="10840117" y="2348126"/>
                <a:ext cx="257760" cy="253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51CF4C-7D83-86BB-2E9A-462BD10CDA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22477" y="2330486"/>
                  <a:ext cx="293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49A6E19-BBFB-6EEF-C6F8-BFB78735199D}"/>
                    </a:ext>
                  </a:extLst>
                </p14:cNvPr>
                <p14:cNvContentPartPr/>
                <p14:nvPr/>
              </p14:nvContentPartPr>
              <p14:xfrm>
                <a:off x="11159797" y="2464406"/>
                <a:ext cx="94320" cy="161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49A6E19-BBFB-6EEF-C6F8-BFB78735199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42157" y="2446406"/>
                  <a:ext cx="129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F9AC60E-E8F0-570C-9FFE-E0A23674F0CB}"/>
                    </a:ext>
                  </a:extLst>
                </p14:cNvPr>
                <p14:cNvContentPartPr/>
                <p14:nvPr/>
              </p14:nvContentPartPr>
              <p14:xfrm>
                <a:off x="11377957" y="2481326"/>
                <a:ext cx="9000" cy="128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F9AC60E-E8F0-570C-9FFE-E0A23674F0C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59957" y="2463326"/>
                  <a:ext cx="44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FAD2E50-2530-EB49-6B9D-4411BFC4E5F3}"/>
                    </a:ext>
                  </a:extLst>
                </p14:cNvPr>
                <p14:cNvContentPartPr/>
                <p14:nvPr/>
              </p14:nvContentPartPr>
              <p14:xfrm>
                <a:off x="11373637" y="2325806"/>
                <a:ext cx="21600" cy="18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FAD2E50-2530-EB49-6B9D-4411BFC4E5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355637" y="2307806"/>
                  <a:ext cx="57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0A5877E-1628-C0FF-92A1-3E86DDD5A7B7}"/>
                    </a:ext>
                  </a:extLst>
                </p14:cNvPr>
                <p14:cNvContentPartPr/>
                <p14:nvPr/>
              </p14:nvContentPartPr>
              <p14:xfrm>
                <a:off x="11459317" y="2318246"/>
                <a:ext cx="172080" cy="287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0A5877E-1628-C0FF-92A1-3E86DDD5A7B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441317" y="2300606"/>
                  <a:ext cx="207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B207049-E564-15BD-D99D-AC241D36CE53}"/>
                    </a:ext>
                  </a:extLst>
                </p14:cNvPr>
                <p14:cNvContentPartPr/>
                <p14:nvPr/>
              </p14:nvContentPartPr>
              <p14:xfrm>
                <a:off x="11670277" y="2471966"/>
                <a:ext cx="151560" cy="2052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B207049-E564-15BD-D99D-AC241D36CE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652637" y="2454326"/>
                  <a:ext cx="187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D641FF4-F10A-DA86-8369-1F06EDAFFBFC}"/>
                    </a:ext>
                  </a:extLst>
                </p14:cNvPr>
                <p14:cNvContentPartPr/>
                <p14:nvPr/>
              </p14:nvContentPartPr>
              <p14:xfrm>
                <a:off x="11862157" y="2443886"/>
                <a:ext cx="106560" cy="144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D641FF4-F10A-DA86-8369-1F06EDAFFBF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844517" y="2425886"/>
                  <a:ext cx="1422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8BD6F8DA-CD1E-508A-6751-20B1FCF39257}"/>
              </a:ext>
            </a:extLst>
          </p:cNvPr>
          <p:cNvGrpSpPr/>
          <p:nvPr/>
        </p:nvGrpSpPr>
        <p:grpSpPr>
          <a:xfrm>
            <a:off x="11279677" y="2925926"/>
            <a:ext cx="739440" cy="309960"/>
            <a:chOff x="11279677" y="2925926"/>
            <a:chExt cx="73944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7631D34-AB24-C428-02CB-9CDFC98A3D3F}"/>
                    </a:ext>
                  </a:extLst>
                </p14:cNvPr>
                <p14:cNvContentPartPr/>
                <p14:nvPr/>
              </p14:nvContentPartPr>
              <p14:xfrm>
                <a:off x="11279677" y="2925926"/>
                <a:ext cx="256320" cy="202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7631D34-AB24-C428-02CB-9CDFC98A3D3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61677" y="2908286"/>
                  <a:ext cx="291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072F81D-15F9-B824-5FAA-751422976DC3}"/>
                    </a:ext>
                  </a:extLst>
                </p14:cNvPr>
                <p14:cNvContentPartPr/>
                <p14:nvPr/>
              </p14:nvContentPartPr>
              <p14:xfrm>
                <a:off x="11581717" y="2946446"/>
                <a:ext cx="44280" cy="215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072F81D-15F9-B824-5FAA-751422976DC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564077" y="2928806"/>
                  <a:ext cx="79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1A605B-45B8-05FD-A8CC-7E28BF4BCE9D}"/>
                    </a:ext>
                  </a:extLst>
                </p14:cNvPr>
                <p14:cNvContentPartPr/>
                <p14:nvPr/>
              </p14:nvContentPartPr>
              <p14:xfrm>
                <a:off x="11630677" y="3002246"/>
                <a:ext cx="164880" cy="149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1A605B-45B8-05FD-A8CC-7E28BF4BCE9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613037" y="2984606"/>
                  <a:ext cx="200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E795DFB-EF51-A5C5-69AB-75495C44F6BA}"/>
                    </a:ext>
                  </a:extLst>
                </p14:cNvPr>
                <p14:cNvContentPartPr/>
                <p14:nvPr/>
              </p14:nvContentPartPr>
              <p14:xfrm>
                <a:off x="11853157" y="2967686"/>
                <a:ext cx="61200" cy="268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E795DFB-EF51-A5C5-69AB-75495C44F6B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835157" y="2949686"/>
                  <a:ext cx="96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9FD1969-5E88-CD69-4341-111ACCA71460}"/>
                    </a:ext>
                  </a:extLst>
                </p14:cNvPr>
                <p14:cNvContentPartPr/>
                <p14:nvPr/>
              </p14:nvContentPartPr>
              <p14:xfrm>
                <a:off x="11793397" y="2949686"/>
                <a:ext cx="140040" cy="27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9FD1969-5E88-CD69-4341-111ACCA714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75397" y="2932046"/>
                  <a:ext cx="175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933C40E-D3AB-274B-F8C0-8553C3EDBB24}"/>
                    </a:ext>
                  </a:extLst>
                </p14:cNvPr>
                <p14:cNvContentPartPr/>
                <p14:nvPr/>
              </p14:nvContentPartPr>
              <p14:xfrm>
                <a:off x="11994997" y="3137966"/>
                <a:ext cx="24120" cy="14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933C40E-D3AB-274B-F8C0-8553C3EDBB2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976997" y="3120326"/>
                  <a:ext cx="59760" cy="4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04813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DAF7-A245-260C-D754-8FF1693C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F2E8A-FDFE-F39C-0F79-FB6B0720B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58027B-5251-7F2E-308F-0567DF296D1C}"/>
              </a:ext>
            </a:extLst>
          </p:cNvPr>
          <p:cNvGrpSpPr/>
          <p:nvPr/>
        </p:nvGrpSpPr>
        <p:grpSpPr>
          <a:xfrm>
            <a:off x="572917" y="317006"/>
            <a:ext cx="1487520" cy="533880"/>
            <a:chOff x="572917" y="317006"/>
            <a:chExt cx="148752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63B7EC-2C3F-5461-EB52-66F6AC0B6FF2}"/>
                    </a:ext>
                  </a:extLst>
                </p14:cNvPr>
                <p14:cNvContentPartPr/>
                <p14:nvPr/>
              </p14:nvContentPartPr>
              <p14:xfrm>
                <a:off x="591637" y="324566"/>
                <a:ext cx="48960" cy="526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63B7EC-2C3F-5461-EB52-66F6AC0B6F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3637" y="306566"/>
                  <a:ext cx="8460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6B8562-D3DC-B13E-3776-FEC29E8349DB}"/>
                    </a:ext>
                  </a:extLst>
                </p14:cNvPr>
                <p14:cNvContentPartPr/>
                <p14:nvPr/>
              </p14:nvContentPartPr>
              <p14:xfrm>
                <a:off x="572917" y="331406"/>
                <a:ext cx="234000" cy="38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6B8562-D3DC-B13E-3776-FEC29E8349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917" y="313406"/>
                  <a:ext cx="26964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F03E4F-45B4-4B09-C54C-5FACE8DC4053}"/>
                    </a:ext>
                  </a:extLst>
                </p14:cNvPr>
                <p14:cNvContentPartPr/>
                <p14:nvPr/>
              </p14:nvContentPartPr>
              <p14:xfrm>
                <a:off x="901957" y="482966"/>
                <a:ext cx="119520" cy="179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F03E4F-45B4-4B09-C54C-5FACE8DC40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3957" y="464966"/>
                  <a:ext cx="155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5461922-DFB1-4D05-7EE0-2494E4B33DC2}"/>
                    </a:ext>
                  </a:extLst>
                </p14:cNvPr>
                <p14:cNvContentPartPr/>
                <p14:nvPr/>
              </p14:nvContentPartPr>
              <p14:xfrm>
                <a:off x="1161157" y="513926"/>
                <a:ext cx="32040" cy="156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5461922-DFB1-4D05-7EE0-2494E4B33D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3157" y="495926"/>
                  <a:ext cx="67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5CAA83-7529-3104-761C-38D3F196A5E2}"/>
                    </a:ext>
                  </a:extLst>
                </p14:cNvPr>
                <p14:cNvContentPartPr/>
                <p14:nvPr/>
              </p14:nvContentPartPr>
              <p14:xfrm>
                <a:off x="1158277" y="392246"/>
                <a:ext cx="14400" cy="1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5CAA83-7529-3104-761C-38D3F196A5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0277" y="374246"/>
                  <a:ext cx="50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71070A-B34F-EB1C-27CA-B8CF54C15AF5}"/>
                    </a:ext>
                  </a:extLst>
                </p14:cNvPr>
                <p14:cNvContentPartPr/>
                <p14:nvPr/>
              </p14:nvContentPartPr>
              <p14:xfrm>
                <a:off x="1354477" y="317006"/>
                <a:ext cx="111960" cy="400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71070A-B34F-EB1C-27CA-B8CF54C15A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6419" y="298990"/>
                  <a:ext cx="147715" cy="435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F64B16A-3B32-6C11-DD12-E975FF0E3C8D}"/>
                    </a:ext>
                  </a:extLst>
                </p14:cNvPr>
                <p14:cNvContentPartPr/>
                <p14:nvPr/>
              </p14:nvContentPartPr>
              <p14:xfrm>
                <a:off x="1553917" y="489086"/>
                <a:ext cx="155520" cy="31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F64B16A-3B32-6C11-DD12-E975FF0E3C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5917" y="471107"/>
                  <a:ext cx="191160" cy="3462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3F9F3D-DDA5-E3A0-1AF2-5373681E275D}"/>
                    </a:ext>
                  </a:extLst>
                </p14:cNvPr>
                <p14:cNvContentPartPr/>
                <p14:nvPr/>
              </p14:nvContentPartPr>
              <p14:xfrm>
                <a:off x="1867477" y="486566"/>
                <a:ext cx="192960" cy="23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3F9F3D-DDA5-E3A0-1AF2-5373681E27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9477" y="468566"/>
                  <a:ext cx="228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BF9DC7-48DA-0316-2FD7-B61497AE65C5}"/>
              </a:ext>
            </a:extLst>
          </p:cNvPr>
          <p:cNvGrpSpPr/>
          <p:nvPr/>
        </p:nvGrpSpPr>
        <p:grpSpPr>
          <a:xfrm>
            <a:off x="2742997" y="311966"/>
            <a:ext cx="483840" cy="341280"/>
            <a:chOff x="2742997" y="311966"/>
            <a:chExt cx="48384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C70ED7-3989-FC03-F11E-0AA08A68006F}"/>
                    </a:ext>
                  </a:extLst>
                </p14:cNvPr>
                <p14:cNvContentPartPr/>
                <p14:nvPr/>
              </p14:nvContentPartPr>
              <p14:xfrm>
                <a:off x="2742997" y="413486"/>
                <a:ext cx="255960" cy="23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C70ED7-3989-FC03-F11E-0AA08A6800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4997" y="395486"/>
                  <a:ext cx="291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D35F0A-70E8-55A5-84D8-DE662ACBB7A0}"/>
                    </a:ext>
                  </a:extLst>
                </p14:cNvPr>
                <p14:cNvContentPartPr/>
                <p14:nvPr/>
              </p14:nvContentPartPr>
              <p14:xfrm>
                <a:off x="2986357" y="311966"/>
                <a:ext cx="17280" cy="8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D35F0A-70E8-55A5-84D8-DE662ACBB7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8357" y="293966"/>
                  <a:ext cx="52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575F0B-2523-0099-D518-E61D81F00B80}"/>
                    </a:ext>
                  </a:extLst>
                </p14:cNvPr>
                <p14:cNvContentPartPr/>
                <p14:nvPr/>
              </p14:nvContentPartPr>
              <p14:xfrm>
                <a:off x="3104437" y="454166"/>
                <a:ext cx="122400" cy="173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575F0B-2523-0099-D518-E61D81F00B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86490" y="436166"/>
                  <a:ext cx="157935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331257-B0BD-5715-109C-01375CFE9C20}"/>
              </a:ext>
            </a:extLst>
          </p:cNvPr>
          <p:cNvGrpSpPr/>
          <p:nvPr/>
        </p:nvGrpSpPr>
        <p:grpSpPr>
          <a:xfrm>
            <a:off x="3411157" y="279566"/>
            <a:ext cx="767160" cy="358560"/>
            <a:chOff x="3411157" y="279566"/>
            <a:chExt cx="76716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965EFE-4B25-A77A-C5D0-1147A0E764B5}"/>
                    </a:ext>
                  </a:extLst>
                </p14:cNvPr>
                <p14:cNvContentPartPr/>
                <p14:nvPr/>
              </p14:nvContentPartPr>
              <p14:xfrm>
                <a:off x="3411157" y="457766"/>
                <a:ext cx="369360" cy="122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965EFE-4B25-A77A-C5D0-1147A0E764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3157" y="439766"/>
                  <a:ext cx="405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1B8CF7-22A3-AF70-4C52-8AEAE039B3E2}"/>
                    </a:ext>
                  </a:extLst>
                </p14:cNvPr>
                <p14:cNvContentPartPr/>
                <p14:nvPr/>
              </p14:nvContentPartPr>
              <p14:xfrm>
                <a:off x="3874837" y="453086"/>
                <a:ext cx="9000" cy="18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1B8CF7-22A3-AF70-4C52-8AEAE039B3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56837" y="435086"/>
                  <a:ext cx="44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B72080-6BC0-ECF3-53CC-7795544BCD16}"/>
                    </a:ext>
                  </a:extLst>
                </p14:cNvPr>
                <p14:cNvContentPartPr/>
                <p14:nvPr/>
              </p14:nvContentPartPr>
              <p14:xfrm>
                <a:off x="3893557" y="323126"/>
                <a:ext cx="24840" cy="43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B72080-6BC0-ECF3-53CC-7795544BCD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75557" y="305126"/>
                  <a:ext cx="60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1AEBC1-AF9E-95A1-C171-357FAE8972CA}"/>
                    </a:ext>
                  </a:extLst>
                </p14:cNvPr>
                <p14:cNvContentPartPr/>
                <p14:nvPr/>
              </p14:nvContentPartPr>
              <p14:xfrm>
                <a:off x="4041517" y="279566"/>
                <a:ext cx="58680" cy="358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1AEBC1-AF9E-95A1-C171-357FAE8972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3406" y="261566"/>
                  <a:ext cx="945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435028-4ADB-1D8D-E39D-07FE2AACDFFF}"/>
                    </a:ext>
                  </a:extLst>
                </p14:cNvPr>
                <p14:cNvContentPartPr/>
                <p14:nvPr/>
              </p14:nvContentPartPr>
              <p14:xfrm>
                <a:off x="4001917" y="443006"/>
                <a:ext cx="176400" cy="53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435028-4ADB-1D8D-E39D-07FE2AACDF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3954" y="425006"/>
                  <a:ext cx="211967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BF6F230-33A7-4BC5-00E8-746A6F1C06E8}"/>
                  </a:ext>
                </a:extLst>
              </p14:cNvPr>
              <p14:cNvContentPartPr/>
              <p14:nvPr/>
            </p14:nvContentPartPr>
            <p14:xfrm>
              <a:off x="4390717" y="443006"/>
              <a:ext cx="32400" cy="4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BF6F230-33A7-4BC5-00E8-746A6F1C06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72717" y="425006"/>
                <a:ext cx="6804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117F3D3B-E62E-3047-086F-3267F60DBE00}"/>
              </a:ext>
            </a:extLst>
          </p:cNvPr>
          <p:cNvGrpSpPr/>
          <p:nvPr/>
        </p:nvGrpSpPr>
        <p:grpSpPr>
          <a:xfrm>
            <a:off x="2305957" y="1125206"/>
            <a:ext cx="2676240" cy="4564080"/>
            <a:chOff x="2305957" y="1125206"/>
            <a:chExt cx="2676240" cy="45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3B5E0F-882D-0519-D323-17358ED06129}"/>
                    </a:ext>
                  </a:extLst>
                </p14:cNvPr>
                <p14:cNvContentPartPr/>
                <p14:nvPr/>
              </p14:nvContentPartPr>
              <p14:xfrm>
                <a:off x="2345557" y="2673926"/>
                <a:ext cx="640800" cy="783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3B5E0F-882D-0519-D323-17358ED061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7557" y="2655926"/>
                  <a:ext cx="67644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88B6D9-2341-D6B9-D087-45435C6FA386}"/>
                    </a:ext>
                  </a:extLst>
                </p14:cNvPr>
                <p14:cNvContentPartPr/>
                <p14:nvPr/>
              </p14:nvContentPartPr>
              <p14:xfrm>
                <a:off x="3034237" y="2055446"/>
                <a:ext cx="491400" cy="59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88B6D9-2341-D6B9-D087-45435C6FA3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16237" y="2037435"/>
                  <a:ext cx="527040" cy="6318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D8A341-9901-13A2-D8D0-BB5ACEDFE181}"/>
                    </a:ext>
                  </a:extLst>
                </p14:cNvPr>
                <p14:cNvContentPartPr/>
                <p14:nvPr/>
              </p14:nvContentPartPr>
              <p14:xfrm>
                <a:off x="2356717" y="3485366"/>
                <a:ext cx="519120" cy="403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D8A341-9901-13A2-D8D0-BB5ACEDFE18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38717" y="3467366"/>
                  <a:ext cx="554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B4CDC9E-1A2E-C05F-D0C5-3E2CDD7E86DC}"/>
                    </a:ext>
                  </a:extLst>
                </p14:cNvPr>
                <p14:cNvContentPartPr/>
                <p14:nvPr/>
              </p14:nvContentPartPr>
              <p14:xfrm>
                <a:off x="2932717" y="3877046"/>
                <a:ext cx="722520" cy="716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B4CDC9E-1A2E-C05F-D0C5-3E2CDD7E86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14717" y="3859046"/>
                  <a:ext cx="7581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BAC919-255D-B8CD-C09C-584C86238BF7}"/>
                    </a:ext>
                  </a:extLst>
                </p14:cNvPr>
                <p14:cNvContentPartPr/>
                <p14:nvPr/>
              </p14:nvContentPartPr>
              <p14:xfrm>
                <a:off x="3539677" y="2017286"/>
                <a:ext cx="545760" cy="40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BAC919-255D-B8CD-C09C-584C86238B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21689" y="1999302"/>
                  <a:ext cx="581377" cy="441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2B186D-518D-A9C7-C311-16A12986A2C7}"/>
                    </a:ext>
                  </a:extLst>
                </p14:cNvPr>
                <p14:cNvContentPartPr/>
                <p14:nvPr/>
              </p14:nvContentPartPr>
              <p14:xfrm>
                <a:off x="4127917" y="2451806"/>
                <a:ext cx="660960" cy="766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2B186D-518D-A9C7-C311-16A12986A2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09917" y="2433806"/>
                  <a:ext cx="6966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18B659-5BA8-C528-F41C-8098A35E2DF0}"/>
                    </a:ext>
                  </a:extLst>
                </p14:cNvPr>
                <p14:cNvContentPartPr/>
                <p14:nvPr/>
              </p14:nvContentPartPr>
              <p14:xfrm>
                <a:off x="3667837" y="3728366"/>
                <a:ext cx="706320" cy="833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18B659-5BA8-C528-F41C-8098A35E2D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49846" y="3710366"/>
                  <a:ext cx="741942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0AD897-1890-9B9F-F717-55CE8FCFCDB7}"/>
                    </a:ext>
                  </a:extLst>
                </p14:cNvPr>
                <p14:cNvContentPartPr/>
                <p14:nvPr/>
              </p14:nvContentPartPr>
              <p14:xfrm>
                <a:off x="4365877" y="3301406"/>
                <a:ext cx="418320" cy="45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0AD897-1890-9B9F-F717-55CE8FCFCD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7877" y="3283406"/>
                  <a:ext cx="4539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4BDA279-1A5D-CD76-97BE-35ACF3BCE1E4}"/>
                    </a:ext>
                  </a:extLst>
                </p14:cNvPr>
                <p14:cNvContentPartPr/>
                <p14:nvPr/>
              </p14:nvContentPartPr>
              <p14:xfrm>
                <a:off x="3539677" y="1515086"/>
                <a:ext cx="63720" cy="58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4BDA279-1A5D-CD76-97BE-35ACF3BCE1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21677" y="1497086"/>
                  <a:ext cx="9936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072C6C-52D5-09D2-801B-E9E35F760EFB}"/>
                    </a:ext>
                  </a:extLst>
                </p14:cNvPr>
                <p14:cNvContentPartPr/>
                <p14:nvPr/>
              </p14:nvContentPartPr>
              <p14:xfrm>
                <a:off x="3255997" y="1476926"/>
                <a:ext cx="809640" cy="8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072C6C-52D5-09D2-801B-E9E35F760EF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37997" y="1459005"/>
                  <a:ext cx="845280" cy="1168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BBB27C-BA11-6372-22F5-786216C7D727}"/>
                    </a:ext>
                  </a:extLst>
                </p14:cNvPr>
                <p14:cNvContentPartPr/>
                <p14:nvPr/>
              </p14:nvContentPartPr>
              <p14:xfrm>
                <a:off x="4243477" y="1125206"/>
                <a:ext cx="201240" cy="321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BBB27C-BA11-6372-22F5-786216C7D7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25477" y="1107206"/>
                  <a:ext cx="236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EDDFC1-17A6-091E-226B-2E295D3EDB98}"/>
                    </a:ext>
                  </a:extLst>
                </p14:cNvPr>
                <p14:cNvContentPartPr/>
                <p14:nvPr/>
              </p14:nvContentPartPr>
              <p14:xfrm>
                <a:off x="4596637" y="1364966"/>
                <a:ext cx="41400" cy="210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EDDFC1-17A6-091E-226B-2E295D3EDB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78637" y="1346966"/>
                  <a:ext cx="77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924B7E-999F-403B-E0AB-7DEF802D171D}"/>
                    </a:ext>
                  </a:extLst>
                </p14:cNvPr>
                <p14:cNvContentPartPr/>
                <p14:nvPr/>
              </p14:nvContentPartPr>
              <p14:xfrm>
                <a:off x="4587277" y="1359206"/>
                <a:ext cx="105840" cy="227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924B7E-999F-403B-E0AB-7DEF802D17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69277" y="1341177"/>
                  <a:ext cx="141480" cy="262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408275C-A6C0-7D3C-9AD4-AB8BEED4CA37}"/>
                    </a:ext>
                  </a:extLst>
                </p14:cNvPr>
                <p14:cNvContentPartPr/>
                <p14:nvPr/>
              </p14:nvContentPartPr>
              <p14:xfrm>
                <a:off x="4785997" y="1354166"/>
                <a:ext cx="76680" cy="231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408275C-A6C0-7D3C-9AD4-AB8BEED4CA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8081" y="1336166"/>
                  <a:ext cx="112153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C4B23A-5804-BCD2-10E7-EC5748C89ED1}"/>
                    </a:ext>
                  </a:extLst>
                </p14:cNvPr>
                <p14:cNvContentPartPr/>
                <p14:nvPr/>
              </p14:nvContentPartPr>
              <p14:xfrm>
                <a:off x="4812997" y="1341566"/>
                <a:ext cx="102240" cy="242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C4B23A-5804-BCD2-10E7-EC5748C89E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94997" y="1323593"/>
                  <a:ext cx="137880" cy="277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1110BF2-B7D8-EB6D-C7D5-2572626829E9}"/>
                    </a:ext>
                  </a:extLst>
                </p14:cNvPr>
                <p14:cNvContentPartPr/>
                <p14:nvPr/>
              </p14:nvContentPartPr>
              <p14:xfrm>
                <a:off x="3650197" y="4577246"/>
                <a:ext cx="66960" cy="713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1110BF2-B7D8-EB6D-C7D5-2572626829E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2100" y="4559237"/>
                  <a:ext cx="102793" cy="7491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F330D4-EFE1-2C64-0C4D-D599821F20AD}"/>
                    </a:ext>
                  </a:extLst>
                </p14:cNvPr>
                <p14:cNvContentPartPr/>
                <p14:nvPr/>
              </p14:nvContentPartPr>
              <p14:xfrm>
                <a:off x="3636157" y="5688926"/>
                <a:ext cx="108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F330D4-EFE1-2C64-0C4D-D599821F20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18157" y="5670926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6FAAF8-7287-2826-F87D-5E8F2753C07C}"/>
                    </a:ext>
                  </a:extLst>
                </p14:cNvPr>
                <p14:cNvContentPartPr/>
                <p14:nvPr/>
              </p14:nvContentPartPr>
              <p14:xfrm>
                <a:off x="3604477" y="5378246"/>
                <a:ext cx="33480" cy="120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6FAAF8-7287-2826-F87D-5E8F2753C0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86477" y="5360246"/>
                  <a:ext cx="69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913BE15-13F2-1004-56CC-9107986A19C3}"/>
                    </a:ext>
                  </a:extLst>
                </p14:cNvPr>
                <p14:cNvContentPartPr/>
                <p14:nvPr/>
              </p14:nvContentPartPr>
              <p14:xfrm>
                <a:off x="3528157" y="5299406"/>
                <a:ext cx="330840" cy="2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913BE15-13F2-1004-56CC-9107986A19C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10157" y="5281406"/>
                  <a:ext cx="366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F8BB78A-A2F2-1765-005B-CCA71181D40F}"/>
                    </a:ext>
                  </a:extLst>
                </p14:cNvPr>
                <p14:cNvContentPartPr/>
                <p14:nvPr/>
              </p14:nvContentPartPr>
              <p14:xfrm>
                <a:off x="3612757" y="5337926"/>
                <a:ext cx="153720" cy="157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F8BB78A-A2F2-1765-005B-CCA71181D40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94757" y="5319967"/>
                  <a:ext cx="189360" cy="1928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C865D10-60FD-4B80-0778-194ACBC07A33}"/>
                    </a:ext>
                  </a:extLst>
                </p14:cNvPr>
                <p14:cNvContentPartPr/>
                <p14:nvPr/>
              </p14:nvContentPartPr>
              <p14:xfrm>
                <a:off x="3754597" y="5327846"/>
                <a:ext cx="169200" cy="22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C865D10-60FD-4B80-0778-194ACBC07A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36597" y="5309846"/>
                  <a:ext cx="204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D46EB24-45F8-2FF3-7E25-5E36D67F6971}"/>
                    </a:ext>
                  </a:extLst>
                </p14:cNvPr>
                <p14:cNvContentPartPr/>
                <p14:nvPr/>
              </p14:nvContentPartPr>
              <p14:xfrm>
                <a:off x="4200277" y="5292926"/>
                <a:ext cx="192600" cy="24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D46EB24-45F8-2FF3-7E25-5E36D67F697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2277" y="5274899"/>
                  <a:ext cx="228240" cy="2801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4D6438-1999-0E0B-D0BD-5FC1F66EFDB3}"/>
                    </a:ext>
                  </a:extLst>
                </p14:cNvPr>
                <p14:cNvContentPartPr/>
                <p14:nvPr/>
              </p14:nvContentPartPr>
              <p14:xfrm>
                <a:off x="4470637" y="5323166"/>
                <a:ext cx="71640" cy="265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4D6438-1999-0E0B-D0BD-5FC1F66EFD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52637" y="5305166"/>
                  <a:ext cx="107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7C09ED-923C-7FC3-29AE-2192C7934F19}"/>
                    </a:ext>
                  </a:extLst>
                </p14:cNvPr>
                <p14:cNvContentPartPr/>
                <p14:nvPr/>
              </p14:nvContentPartPr>
              <p14:xfrm>
                <a:off x="4506637" y="5276366"/>
                <a:ext cx="181800" cy="276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7C09ED-923C-7FC3-29AE-2192C7934F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88673" y="5258343"/>
                  <a:ext cx="217370" cy="311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08CE05-DF58-9D7F-62A1-870791CB88E1}"/>
                    </a:ext>
                  </a:extLst>
                </p14:cNvPr>
                <p14:cNvContentPartPr/>
                <p14:nvPr/>
              </p14:nvContentPartPr>
              <p14:xfrm>
                <a:off x="4776277" y="5242886"/>
                <a:ext cx="128160" cy="276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08CE05-DF58-9D7F-62A1-870791CB88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8277" y="5224886"/>
                  <a:ext cx="163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AE53C7B-44E5-05D5-B66D-FB770CF3BAA2}"/>
                    </a:ext>
                  </a:extLst>
                </p14:cNvPr>
                <p14:cNvContentPartPr/>
                <p14:nvPr/>
              </p14:nvContentPartPr>
              <p14:xfrm>
                <a:off x="4789237" y="5217686"/>
                <a:ext cx="192960" cy="27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AE53C7B-44E5-05D5-B66D-FB770CF3BAA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71271" y="5199686"/>
                  <a:ext cx="228534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6DF07A-10A8-2C71-065F-FF501D2DCD2C}"/>
                    </a:ext>
                  </a:extLst>
                </p14:cNvPr>
                <p14:cNvContentPartPr/>
                <p14:nvPr/>
              </p14:nvContentPartPr>
              <p14:xfrm>
                <a:off x="2345917" y="3230846"/>
                <a:ext cx="777600" cy="197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6DF07A-10A8-2C71-065F-FF501D2DCD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27917" y="3212846"/>
                  <a:ext cx="81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6F0872-7AC3-F6F5-EAA5-B220882CC9E6}"/>
                    </a:ext>
                  </a:extLst>
                </p14:cNvPr>
                <p14:cNvContentPartPr/>
                <p14:nvPr/>
              </p14:nvContentPartPr>
              <p14:xfrm>
                <a:off x="4130437" y="3251726"/>
                <a:ext cx="641160" cy="10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6F0872-7AC3-F6F5-EAA5-B220882CC9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12437" y="3233726"/>
                  <a:ext cx="676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F807A0-6141-213B-B7E2-FE0E2BD1018A}"/>
                    </a:ext>
                  </a:extLst>
                </p14:cNvPr>
                <p14:cNvContentPartPr/>
                <p14:nvPr/>
              </p14:nvContentPartPr>
              <p14:xfrm>
                <a:off x="3028117" y="2776166"/>
                <a:ext cx="181800" cy="25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F807A0-6141-213B-B7E2-FE0E2BD101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0117" y="2758140"/>
                  <a:ext cx="217440" cy="286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4A3018-0ABA-088D-EBA8-8428798292A0}"/>
                    </a:ext>
                  </a:extLst>
                </p14:cNvPr>
                <p14:cNvContentPartPr/>
                <p14:nvPr/>
              </p14:nvContentPartPr>
              <p14:xfrm>
                <a:off x="3321157" y="2896406"/>
                <a:ext cx="136080" cy="11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4A3018-0ABA-088D-EBA8-8428798292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03157" y="2878406"/>
                  <a:ext cx="171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601231F-80E7-8445-3977-E471D60CE0F1}"/>
                    </a:ext>
                  </a:extLst>
                </p14:cNvPr>
                <p14:cNvContentPartPr/>
                <p14:nvPr/>
              </p14:nvContentPartPr>
              <p14:xfrm>
                <a:off x="3393877" y="2913686"/>
                <a:ext cx="87840" cy="184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601231F-80E7-8445-3977-E471D60CE0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75877" y="2895686"/>
                  <a:ext cx="123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35E745-C116-2E97-1933-12268E286CD2}"/>
                    </a:ext>
                  </a:extLst>
                </p14:cNvPr>
                <p14:cNvContentPartPr/>
                <p14:nvPr/>
              </p14:nvContentPartPr>
              <p14:xfrm>
                <a:off x="3813637" y="2865086"/>
                <a:ext cx="25920" cy="1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35E745-C116-2E97-1933-12268E286C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95637" y="2847426"/>
                  <a:ext cx="61560" cy="53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7E5765E-8484-E266-1681-4B8A4F8D3781}"/>
                    </a:ext>
                  </a:extLst>
                </p14:cNvPr>
                <p14:cNvContentPartPr/>
                <p14:nvPr/>
              </p14:nvContentPartPr>
              <p14:xfrm>
                <a:off x="3811117" y="2834846"/>
                <a:ext cx="164160" cy="160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7E5765E-8484-E266-1681-4B8A4F8D37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93117" y="2816846"/>
                  <a:ext cx="199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9ADF384-647E-9D44-94F2-79E9C159CD2B}"/>
                    </a:ext>
                  </a:extLst>
                </p14:cNvPr>
                <p14:cNvContentPartPr/>
                <p14:nvPr/>
              </p14:nvContentPartPr>
              <p14:xfrm>
                <a:off x="4071757" y="2937086"/>
                <a:ext cx="139320" cy="79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9ADF384-647E-9D44-94F2-79E9C159CD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53757" y="2919086"/>
                  <a:ext cx="174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3EAF06-08CC-EB41-DCA1-2485B3EB1DD6}"/>
                    </a:ext>
                  </a:extLst>
                </p14:cNvPr>
                <p14:cNvContentPartPr/>
                <p14:nvPr/>
              </p14:nvContentPartPr>
              <p14:xfrm>
                <a:off x="4195597" y="2898566"/>
                <a:ext cx="51840" cy="11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3EAF06-08CC-EB41-DCA1-2485B3EB1DD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77721" y="2880566"/>
                  <a:ext cx="87234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2CAEF35-5662-D402-6AFE-6CE8A167D757}"/>
                    </a:ext>
                  </a:extLst>
                </p14:cNvPr>
                <p14:cNvContentPartPr/>
                <p14:nvPr/>
              </p14:nvContentPartPr>
              <p14:xfrm>
                <a:off x="4225477" y="3011246"/>
                <a:ext cx="28440" cy="12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2CAEF35-5662-D402-6AFE-6CE8A167D7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07477" y="2993246"/>
                  <a:ext cx="64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D191238-3C88-FD3A-CB15-8B43602A520F}"/>
                    </a:ext>
                  </a:extLst>
                </p14:cNvPr>
                <p14:cNvContentPartPr/>
                <p14:nvPr/>
              </p14:nvContentPartPr>
              <p14:xfrm>
                <a:off x="2305957" y="2292686"/>
                <a:ext cx="173880" cy="27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D191238-3C88-FD3A-CB15-8B43602A52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87957" y="2274686"/>
                  <a:ext cx="209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A64265-159C-F224-C4EF-D71B161C0C34}"/>
                    </a:ext>
                  </a:extLst>
                </p14:cNvPr>
                <p14:cNvContentPartPr/>
                <p14:nvPr/>
              </p14:nvContentPartPr>
              <p14:xfrm>
                <a:off x="2342317" y="2204126"/>
                <a:ext cx="241560" cy="239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A64265-159C-F224-C4EF-D71B161C0C3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24317" y="2186126"/>
                  <a:ext cx="2772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BC49AC-FD6C-465E-3B43-D8F450514A53}"/>
                    </a:ext>
                  </a:extLst>
                </p14:cNvPr>
                <p14:cNvContentPartPr/>
                <p14:nvPr/>
              </p14:nvContentPartPr>
              <p14:xfrm>
                <a:off x="2651197" y="2269646"/>
                <a:ext cx="40680" cy="201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BC49AC-FD6C-465E-3B43-D8F450514A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33197" y="2251646"/>
                  <a:ext cx="763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B2DB8B-3545-FA97-F450-F2F477F2BD96}"/>
              </a:ext>
            </a:extLst>
          </p:cNvPr>
          <p:cNvGrpSpPr/>
          <p:nvPr/>
        </p:nvGrpSpPr>
        <p:grpSpPr>
          <a:xfrm>
            <a:off x="2602957" y="4091246"/>
            <a:ext cx="472320" cy="351360"/>
            <a:chOff x="2602957" y="4091246"/>
            <a:chExt cx="4723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7B218C-3C2A-26DE-79FF-BF7C376986CC}"/>
                    </a:ext>
                  </a:extLst>
                </p14:cNvPr>
                <p14:cNvContentPartPr/>
                <p14:nvPr/>
              </p14:nvContentPartPr>
              <p14:xfrm>
                <a:off x="2602957" y="4166126"/>
                <a:ext cx="150480" cy="273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7B218C-3C2A-26DE-79FF-BF7C376986C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84957" y="4148126"/>
                  <a:ext cx="1861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CA93E3-20FC-E656-201F-5347A8FA6F4D}"/>
                    </a:ext>
                  </a:extLst>
                </p14:cNvPr>
                <p14:cNvContentPartPr/>
                <p14:nvPr/>
              </p14:nvContentPartPr>
              <p14:xfrm>
                <a:off x="2660557" y="4091246"/>
                <a:ext cx="173160" cy="190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CA93E3-20FC-E656-201F-5347A8FA6F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42557" y="4073246"/>
                  <a:ext cx="208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A71DBE-03E7-C8DA-9FC0-586DDC4A72B6}"/>
                    </a:ext>
                  </a:extLst>
                </p14:cNvPr>
                <p14:cNvContentPartPr/>
                <p14:nvPr/>
              </p14:nvContentPartPr>
              <p14:xfrm>
                <a:off x="2933797" y="4287806"/>
                <a:ext cx="141480" cy="154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A71DBE-03E7-C8DA-9FC0-586DDC4A72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15797" y="4269848"/>
                  <a:ext cx="177120" cy="1903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99B1EFC-0EC7-0727-C599-2B69AA7C6797}"/>
              </a:ext>
            </a:extLst>
          </p:cNvPr>
          <p:cNvGrpSpPr/>
          <p:nvPr/>
        </p:nvGrpSpPr>
        <p:grpSpPr>
          <a:xfrm>
            <a:off x="4533997" y="2253806"/>
            <a:ext cx="428400" cy="274680"/>
            <a:chOff x="4533997" y="2253806"/>
            <a:chExt cx="4284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B1A09E-CACB-A457-5DD8-3C0ECDE8C762}"/>
                    </a:ext>
                  </a:extLst>
                </p14:cNvPr>
                <p14:cNvContentPartPr/>
                <p14:nvPr/>
              </p14:nvContentPartPr>
              <p14:xfrm>
                <a:off x="4533997" y="2295566"/>
                <a:ext cx="110520" cy="23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B1A09E-CACB-A457-5DD8-3C0ECDE8C76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15997" y="2277594"/>
                  <a:ext cx="146160" cy="268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C08DCF7-C796-51DB-11D5-FB3198B89F75}"/>
                    </a:ext>
                  </a:extLst>
                </p14:cNvPr>
                <p14:cNvContentPartPr/>
                <p14:nvPr/>
              </p14:nvContentPartPr>
              <p14:xfrm>
                <a:off x="4541197" y="2253806"/>
                <a:ext cx="185760" cy="152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C08DCF7-C796-51DB-11D5-FB3198B89F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23197" y="2235806"/>
                  <a:ext cx="221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11A52D-FCEF-302B-7806-1B0ED1635113}"/>
                    </a:ext>
                  </a:extLst>
                </p14:cNvPr>
                <p14:cNvContentPartPr/>
                <p14:nvPr/>
              </p14:nvContentPartPr>
              <p14:xfrm>
                <a:off x="4796797" y="2311406"/>
                <a:ext cx="165600" cy="199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11A52D-FCEF-302B-7806-1B0ED16351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78797" y="2293438"/>
                  <a:ext cx="201240" cy="23501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AF916A9-2593-9637-6B72-3AAFF8BDB6CF}"/>
              </a:ext>
            </a:extLst>
          </p:cNvPr>
          <p:cNvGrpSpPr/>
          <p:nvPr/>
        </p:nvGrpSpPr>
        <p:grpSpPr>
          <a:xfrm>
            <a:off x="4561357" y="4003766"/>
            <a:ext cx="615600" cy="380160"/>
            <a:chOff x="4561357" y="4003766"/>
            <a:chExt cx="61560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87F4B6B-A50B-145D-9F7E-CBA376DD913A}"/>
                    </a:ext>
                  </a:extLst>
                </p14:cNvPr>
                <p14:cNvContentPartPr/>
                <p14:nvPr/>
              </p14:nvContentPartPr>
              <p14:xfrm>
                <a:off x="4561357" y="4043366"/>
                <a:ext cx="109080" cy="285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87F4B6B-A50B-145D-9F7E-CBA376DD91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43357" y="4025366"/>
                  <a:ext cx="144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5C1C25-8027-4FF9-A276-D29D8AE45CF3}"/>
                    </a:ext>
                  </a:extLst>
                </p14:cNvPr>
                <p14:cNvContentPartPr/>
                <p14:nvPr/>
              </p14:nvContentPartPr>
              <p14:xfrm>
                <a:off x="4576477" y="4003766"/>
                <a:ext cx="288720" cy="241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5C1C25-8027-4FF9-A276-D29D8AE45CF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58477" y="3985766"/>
                  <a:ext cx="324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AC13962-2276-DF22-9790-21FB0343A2A5}"/>
                    </a:ext>
                  </a:extLst>
                </p14:cNvPr>
                <p14:cNvContentPartPr/>
                <p14:nvPr/>
              </p14:nvContentPartPr>
              <p14:xfrm>
                <a:off x="4953757" y="4115006"/>
                <a:ext cx="202680" cy="10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AC13962-2276-DF22-9790-21FB0343A2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5757" y="4097069"/>
                  <a:ext cx="238320" cy="138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FDA450-2888-9FF2-29B5-56F0F34CAEC7}"/>
                    </a:ext>
                  </a:extLst>
                </p14:cNvPr>
                <p14:cNvContentPartPr/>
                <p14:nvPr/>
              </p14:nvContentPartPr>
              <p14:xfrm>
                <a:off x="5101357" y="4092326"/>
                <a:ext cx="75600" cy="29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FDA450-2888-9FF2-29B5-56F0F34CAEC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83357" y="4074326"/>
                  <a:ext cx="11124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7CB72D9-3E91-7FA4-E67C-DF20B941AC86}"/>
                  </a:ext>
                </a:extLst>
              </p14:cNvPr>
              <p14:cNvContentPartPr/>
              <p14:nvPr/>
            </p14:nvContentPartPr>
            <p14:xfrm>
              <a:off x="2423317" y="2057246"/>
              <a:ext cx="1171080" cy="2529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7CB72D9-3E91-7FA4-E67C-DF20B941AC8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69334" y="1949246"/>
                <a:ext cx="1278687" cy="27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7767D67-C461-19F9-F4B2-55AC9F658429}"/>
                  </a:ext>
                </a:extLst>
              </p14:cNvPr>
              <p14:cNvContentPartPr/>
              <p14:nvPr/>
            </p14:nvContentPartPr>
            <p14:xfrm>
              <a:off x="3604117" y="2057966"/>
              <a:ext cx="1123560" cy="2473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7767D67-C461-19F9-F4B2-55AC9F65842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50117" y="1949950"/>
                <a:ext cx="1231200" cy="2689591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44EEDB6-9D5C-C036-C47E-132A4711A48B}"/>
              </a:ext>
            </a:extLst>
          </p:cNvPr>
          <p:cNvGrpSpPr/>
          <p:nvPr/>
        </p:nvGrpSpPr>
        <p:grpSpPr>
          <a:xfrm>
            <a:off x="3727237" y="3690206"/>
            <a:ext cx="2458800" cy="998640"/>
            <a:chOff x="3727237" y="3690206"/>
            <a:chExt cx="2458800" cy="9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634E3C4-5ACB-E5B3-4B92-21C2AE0DE7C0}"/>
                    </a:ext>
                  </a:extLst>
                </p14:cNvPr>
                <p14:cNvContentPartPr/>
                <p14:nvPr/>
              </p14:nvContentPartPr>
              <p14:xfrm>
                <a:off x="3727237" y="3830966"/>
                <a:ext cx="1287360" cy="108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634E3C4-5ACB-E5B3-4B92-21C2AE0DE7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09597" y="3813326"/>
                  <a:ext cx="1323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5ABE015-3389-23FA-CF6F-B9EA2CFE92BF}"/>
                    </a:ext>
                  </a:extLst>
                </p14:cNvPr>
                <p14:cNvContentPartPr/>
                <p14:nvPr/>
              </p14:nvContentPartPr>
              <p14:xfrm>
                <a:off x="4902277" y="3690206"/>
                <a:ext cx="155160" cy="230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5ABE015-3389-23FA-CF6F-B9EA2CFE92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84637" y="3672566"/>
                  <a:ext cx="190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E9CD550-72A7-37DC-C318-FFD5882B4A63}"/>
                    </a:ext>
                  </a:extLst>
                </p14:cNvPr>
                <p14:cNvContentPartPr/>
                <p14:nvPr/>
              </p14:nvContentPartPr>
              <p14:xfrm>
                <a:off x="5462077" y="4243886"/>
                <a:ext cx="81720" cy="3002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E9CD550-72A7-37DC-C318-FFD5882B4A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44077" y="4225886"/>
                  <a:ext cx="1173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4E2F899-1E6C-7283-B9D7-BF20CA8A0742}"/>
                    </a:ext>
                  </a:extLst>
                </p14:cNvPr>
                <p14:cNvContentPartPr/>
                <p14:nvPr/>
              </p14:nvContentPartPr>
              <p14:xfrm>
                <a:off x="5463877" y="4219406"/>
                <a:ext cx="241920" cy="186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4E2F899-1E6C-7283-B9D7-BF20CA8A07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46237" y="4201406"/>
                  <a:ext cx="277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49E1CE0-8A0F-4BC7-E4D9-E78689498E7B}"/>
                    </a:ext>
                  </a:extLst>
                </p14:cNvPr>
                <p14:cNvContentPartPr/>
                <p14:nvPr/>
              </p14:nvContentPartPr>
              <p14:xfrm>
                <a:off x="5786437" y="4359086"/>
                <a:ext cx="150840" cy="12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49E1CE0-8A0F-4BC7-E4D9-E78689498E7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68797" y="4341086"/>
                  <a:ext cx="186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479A5BF-900E-A27D-7BB7-5F036936D314}"/>
                    </a:ext>
                  </a:extLst>
                </p14:cNvPr>
                <p14:cNvContentPartPr/>
                <p14:nvPr/>
              </p14:nvContentPartPr>
              <p14:xfrm>
                <a:off x="5879317" y="4342886"/>
                <a:ext cx="29520" cy="230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479A5BF-900E-A27D-7BB7-5F036936D31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61677" y="4324886"/>
                  <a:ext cx="65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18CA3CF-CD6B-19C9-0DA2-57528A1AB12A}"/>
                    </a:ext>
                  </a:extLst>
                </p14:cNvPr>
                <p14:cNvContentPartPr/>
                <p14:nvPr/>
              </p14:nvContentPartPr>
              <p14:xfrm>
                <a:off x="5273797" y="4087286"/>
                <a:ext cx="374760" cy="538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18CA3CF-CD6B-19C9-0DA2-57528A1AB1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56157" y="4069646"/>
                  <a:ext cx="41040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02289B0-C94C-B44E-E195-0CADCA1AA163}"/>
                    </a:ext>
                  </a:extLst>
                </p14:cNvPr>
                <p14:cNvContentPartPr/>
                <p14:nvPr/>
              </p14:nvContentPartPr>
              <p14:xfrm>
                <a:off x="6006397" y="4095566"/>
                <a:ext cx="179640" cy="593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02289B0-C94C-B44E-E195-0CADCA1AA16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88757" y="4077566"/>
                  <a:ext cx="215280" cy="62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06E1068-A321-A43E-9BE7-794E45B96AC9}"/>
              </a:ext>
            </a:extLst>
          </p:cNvPr>
          <p:cNvGrpSpPr/>
          <p:nvPr/>
        </p:nvGrpSpPr>
        <p:grpSpPr>
          <a:xfrm>
            <a:off x="6836197" y="4115726"/>
            <a:ext cx="1281960" cy="394560"/>
            <a:chOff x="6836197" y="4115726"/>
            <a:chExt cx="12819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CD75659-1898-9EAD-DC9E-142D269B66FC}"/>
                    </a:ext>
                  </a:extLst>
                </p14:cNvPr>
                <p14:cNvContentPartPr/>
                <p14:nvPr/>
              </p14:nvContentPartPr>
              <p14:xfrm>
                <a:off x="6843757" y="4142726"/>
                <a:ext cx="50760" cy="343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CD75659-1898-9EAD-DC9E-142D269B66F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26117" y="4125086"/>
                  <a:ext cx="864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74536D0-928C-204B-6667-1E391F2BCC28}"/>
                    </a:ext>
                  </a:extLst>
                </p14:cNvPr>
                <p14:cNvContentPartPr/>
                <p14:nvPr/>
              </p14:nvContentPartPr>
              <p14:xfrm>
                <a:off x="6836197" y="4121846"/>
                <a:ext cx="248040" cy="310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74536D0-928C-204B-6667-1E391F2BCC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18557" y="4104206"/>
                  <a:ext cx="2836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E35E809-0E54-E63C-E4D1-9825D1B16EA4}"/>
                    </a:ext>
                  </a:extLst>
                </p14:cNvPr>
                <p14:cNvContentPartPr/>
                <p14:nvPr/>
              </p14:nvContentPartPr>
              <p14:xfrm>
                <a:off x="7189717" y="4257566"/>
                <a:ext cx="95400" cy="123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E35E809-0E54-E63C-E4D1-9825D1B16EA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71717" y="4239566"/>
                  <a:ext cx="13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D8DC40A-8AE7-11F2-3323-1ED987A04452}"/>
                    </a:ext>
                  </a:extLst>
                </p14:cNvPr>
                <p14:cNvContentPartPr/>
                <p14:nvPr/>
              </p14:nvContentPartPr>
              <p14:xfrm>
                <a:off x="7395637" y="4273406"/>
                <a:ext cx="24840" cy="1249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D8DC40A-8AE7-11F2-3323-1ED987A0445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77997" y="4255406"/>
                  <a:ext cx="60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23BEE6F-6057-0FC5-28C4-79CB2133927D}"/>
                    </a:ext>
                  </a:extLst>
                </p14:cNvPr>
                <p14:cNvContentPartPr/>
                <p14:nvPr/>
              </p14:nvContentPartPr>
              <p14:xfrm>
                <a:off x="7408237" y="4176926"/>
                <a:ext cx="4320" cy="17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23BEE6F-6057-0FC5-28C4-79CB213392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90597" y="4159286"/>
                  <a:ext cx="39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B5BB35A-3BB3-42F9-C1D2-8A66C7F023BD}"/>
                    </a:ext>
                  </a:extLst>
                </p14:cNvPr>
                <p14:cNvContentPartPr/>
                <p14:nvPr/>
              </p14:nvContentPartPr>
              <p14:xfrm>
                <a:off x="7506517" y="4115726"/>
                <a:ext cx="175680" cy="321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B5BB35A-3BB3-42F9-C1D2-8A66C7F023B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88517" y="4097726"/>
                  <a:ext cx="2113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E4DBA82-1D81-2F90-2516-0CA968DBA750}"/>
                    </a:ext>
                  </a:extLst>
                </p14:cNvPr>
                <p14:cNvContentPartPr/>
                <p14:nvPr/>
              </p14:nvContentPartPr>
              <p14:xfrm>
                <a:off x="7802797" y="4289966"/>
                <a:ext cx="119880" cy="220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E4DBA82-1D81-2F90-2516-0CA968DBA75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84797" y="4271966"/>
                  <a:ext cx="155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7A4E4DA-3D60-6FC3-94BF-303E0AA0635F}"/>
                    </a:ext>
                  </a:extLst>
                </p14:cNvPr>
                <p14:cNvContentPartPr/>
                <p14:nvPr/>
              </p14:nvContentPartPr>
              <p14:xfrm>
                <a:off x="8014837" y="4244246"/>
                <a:ext cx="103320" cy="129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7A4E4DA-3D60-6FC3-94BF-303E0AA0635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96837" y="4226606"/>
                  <a:ext cx="13896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D055EDF-A502-D683-3004-139317AC008F}"/>
              </a:ext>
            </a:extLst>
          </p:cNvPr>
          <p:cNvGrpSpPr/>
          <p:nvPr/>
        </p:nvGrpSpPr>
        <p:grpSpPr>
          <a:xfrm>
            <a:off x="8588677" y="4093766"/>
            <a:ext cx="228240" cy="304200"/>
            <a:chOff x="8588677" y="4093766"/>
            <a:chExt cx="2282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00311A5-9424-4710-A6BA-102AA9AE93EF}"/>
                    </a:ext>
                  </a:extLst>
                </p14:cNvPr>
                <p14:cNvContentPartPr/>
                <p14:nvPr/>
              </p14:nvContentPartPr>
              <p14:xfrm>
                <a:off x="8608837" y="4279166"/>
                <a:ext cx="47520" cy="118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00311A5-9424-4710-A6BA-102AA9AE93E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590837" y="4261526"/>
                  <a:ext cx="83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6AE8E3A-6843-43DA-FEA8-55657390D0AC}"/>
                    </a:ext>
                  </a:extLst>
                </p14:cNvPr>
                <p14:cNvContentPartPr/>
                <p14:nvPr/>
              </p14:nvContentPartPr>
              <p14:xfrm>
                <a:off x="8588677" y="4093766"/>
                <a:ext cx="23040" cy="32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6AE8E3A-6843-43DA-FEA8-55657390D0A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70677" y="4076126"/>
                  <a:ext cx="58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78B929-A3AA-BF4B-A13C-2E43FE334007}"/>
                    </a:ext>
                  </a:extLst>
                </p14:cNvPr>
                <p14:cNvContentPartPr/>
                <p14:nvPr/>
              </p14:nvContentPartPr>
              <p14:xfrm>
                <a:off x="8739877" y="4237766"/>
                <a:ext cx="77040" cy="155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78B929-A3AA-BF4B-A13C-2E43FE33400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21877" y="4220126"/>
                  <a:ext cx="11268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D80DFC-B3F5-0058-1D89-5B4FD964BA06}"/>
              </a:ext>
            </a:extLst>
          </p:cNvPr>
          <p:cNvGrpSpPr/>
          <p:nvPr/>
        </p:nvGrpSpPr>
        <p:grpSpPr>
          <a:xfrm>
            <a:off x="9253597" y="4104926"/>
            <a:ext cx="2386440" cy="313920"/>
            <a:chOff x="9253597" y="4104926"/>
            <a:chExt cx="238644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AE8714E-8449-055E-47E9-2CE5DC83ABD3}"/>
                    </a:ext>
                  </a:extLst>
                </p14:cNvPr>
                <p14:cNvContentPartPr/>
                <p14:nvPr/>
              </p14:nvContentPartPr>
              <p14:xfrm>
                <a:off x="9253597" y="4241366"/>
                <a:ext cx="491400" cy="132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AE8714E-8449-055E-47E9-2CE5DC83ABD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235597" y="4223726"/>
                  <a:ext cx="527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ACAA65A-09EC-77BE-ABB8-3102BAFD47BC}"/>
                    </a:ext>
                  </a:extLst>
                </p14:cNvPr>
                <p14:cNvContentPartPr/>
                <p14:nvPr/>
              </p14:nvContentPartPr>
              <p14:xfrm>
                <a:off x="9862717" y="4248566"/>
                <a:ext cx="46800" cy="33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ACAA65A-09EC-77BE-ABB8-3102BAFD47B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44717" y="4230566"/>
                  <a:ext cx="82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5331A8-B9D3-FFC5-52CF-A80B2A3FD043}"/>
                    </a:ext>
                  </a:extLst>
                </p14:cNvPr>
                <p14:cNvContentPartPr/>
                <p14:nvPr/>
              </p14:nvContentPartPr>
              <p14:xfrm>
                <a:off x="9882517" y="4108886"/>
                <a:ext cx="97920" cy="309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5331A8-B9D3-FFC5-52CF-A80B2A3FD0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64877" y="4090886"/>
                  <a:ext cx="1335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F0295C1-0DD9-F451-1B4D-860075CB9B35}"/>
                    </a:ext>
                  </a:extLst>
                </p14:cNvPr>
                <p14:cNvContentPartPr/>
                <p14:nvPr/>
              </p14:nvContentPartPr>
              <p14:xfrm>
                <a:off x="9869557" y="4246766"/>
                <a:ext cx="195480" cy="146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F0295C1-0DD9-F451-1B4D-860075CB9B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51917" y="4228766"/>
                  <a:ext cx="231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080F756-E3E4-81E3-2D59-42E764E2D21C}"/>
                    </a:ext>
                  </a:extLst>
                </p14:cNvPr>
                <p14:cNvContentPartPr/>
                <p14:nvPr/>
              </p14:nvContentPartPr>
              <p14:xfrm>
                <a:off x="10107157" y="4286726"/>
                <a:ext cx="131400" cy="103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080F756-E3E4-81E3-2D59-42E764E2D21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089157" y="4268726"/>
                  <a:ext cx="167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11FD20A-80A9-41BE-4C70-AAADE2C4928D}"/>
                    </a:ext>
                  </a:extLst>
                </p14:cNvPr>
                <p14:cNvContentPartPr/>
                <p14:nvPr/>
              </p14:nvContentPartPr>
              <p14:xfrm>
                <a:off x="10276357" y="4162886"/>
                <a:ext cx="70920" cy="1908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11FD20A-80A9-41BE-4C70-AAADE2C492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58357" y="4144886"/>
                  <a:ext cx="106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9101976-5FE2-A0B7-8073-1437E9096008}"/>
                    </a:ext>
                  </a:extLst>
                </p14:cNvPr>
                <p14:cNvContentPartPr/>
                <p14:nvPr/>
              </p14:nvContentPartPr>
              <p14:xfrm>
                <a:off x="10384357" y="4270526"/>
                <a:ext cx="466560" cy="115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9101976-5FE2-A0B7-8073-1437E909600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66717" y="4252526"/>
                  <a:ext cx="502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AFE4086-FED8-1C42-9E44-FE7EDADF096A}"/>
                    </a:ext>
                  </a:extLst>
                </p14:cNvPr>
                <p14:cNvContentPartPr/>
                <p14:nvPr/>
              </p14:nvContentPartPr>
              <p14:xfrm>
                <a:off x="10936597" y="4255766"/>
                <a:ext cx="71280" cy="1332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AFE4086-FED8-1C42-9E44-FE7EDADF096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18597" y="4238126"/>
                  <a:ext cx="106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7FCF586-F02A-2CF6-053A-4731C9BA0563}"/>
                    </a:ext>
                  </a:extLst>
                </p14:cNvPr>
                <p14:cNvContentPartPr/>
                <p14:nvPr/>
              </p14:nvContentPartPr>
              <p14:xfrm>
                <a:off x="11086357" y="4104926"/>
                <a:ext cx="383760" cy="304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7FCF586-F02A-2CF6-053A-4731C9BA056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68717" y="4086926"/>
                  <a:ext cx="4194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AF38901-243A-E092-5D83-CF461ADD3FC2}"/>
                    </a:ext>
                  </a:extLst>
                </p14:cNvPr>
                <p14:cNvContentPartPr/>
                <p14:nvPr/>
              </p14:nvContentPartPr>
              <p14:xfrm>
                <a:off x="11637877" y="4346126"/>
                <a:ext cx="2160" cy="4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AF38901-243A-E092-5D83-CF461ADD3FC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19877" y="4328126"/>
                  <a:ext cx="378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A92BC803-582C-5067-6715-FEDA8B75027E}"/>
              </a:ext>
            </a:extLst>
          </p:cNvPr>
          <p:cNvGrpSpPr/>
          <p:nvPr/>
        </p:nvGrpSpPr>
        <p:grpSpPr>
          <a:xfrm>
            <a:off x="6366397" y="4785326"/>
            <a:ext cx="3971880" cy="1690560"/>
            <a:chOff x="6366397" y="4785326"/>
            <a:chExt cx="3971880" cy="169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BE0774-82FC-AFCD-F9F8-3738E195D503}"/>
                    </a:ext>
                  </a:extLst>
                </p14:cNvPr>
                <p14:cNvContentPartPr/>
                <p14:nvPr/>
              </p14:nvContentPartPr>
              <p14:xfrm>
                <a:off x="6709477" y="5123726"/>
                <a:ext cx="303840" cy="384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BE0774-82FC-AFCD-F9F8-3738E195D5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91477" y="5106086"/>
                  <a:ext cx="3394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32D6BF4-EE91-C273-1928-DBE591E71283}"/>
                    </a:ext>
                  </a:extLst>
                </p14:cNvPr>
                <p14:cNvContentPartPr/>
                <p14:nvPr/>
              </p14:nvContentPartPr>
              <p14:xfrm>
                <a:off x="7039597" y="5401286"/>
                <a:ext cx="183600" cy="182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32D6BF4-EE91-C273-1928-DBE591E712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21957" y="5383646"/>
                  <a:ext cx="219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B6ECC44-2CDA-CCAA-D383-0F4A49F032BD}"/>
                    </a:ext>
                  </a:extLst>
                </p14:cNvPr>
                <p14:cNvContentPartPr/>
                <p14:nvPr/>
              </p14:nvContentPartPr>
              <p14:xfrm>
                <a:off x="7066237" y="5403806"/>
                <a:ext cx="156240" cy="255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B6ECC44-2CDA-CCAA-D383-0F4A49F032B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048597" y="5385806"/>
                  <a:ext cx="1918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19A08E1-57C5-3805-D68F-F3880A25964F}"/>
                    </a:ext>
                  </a:extLst>
                </p14:cNvPr>
                <p14:cNvContentPartPr/>
                <p14:nvPr/>
              </p14:nvContentPartPr>
              <p14:xfrm>
                <a:off x="7431997" y="5375366"/>
                <a:ext cx="135360" cy="25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19A08E1-57C5-3805-D68F-F3880A2596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14357" y="5357366"/>
                  <a:ext cx="171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94FCCF4-694E-6DCF-C33C-062C6C451A86}"/>
                    </a:ext>
                  </a:extLst>
                </p14:cNvPr>
                <p14:cNvContentPartPr/>
                <p14:nvPr/>
              </p14:nvContentPartPr>
              <p14:xfrm>
                <a:off x="7749877" y="5112206"/>
                <a:ext cx="227520" cy="2541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94FCCF4-694E-6DCF-C33C-062C6C451A8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32237" y="5094206"/>
                  <a:ext cx="263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34014FF-20AE-2CE8-3FB7-6A05B2983B67}"/>
                    </a:ext>
                  </a:extLst>
                </p14:cNvPr>
                <p14:cNvContentPartPr/>
                <p14:nvPr/>
              </p14:nvContentPartPr>
              <p14:xfrm>
                <a:off x="8019157" y="5377166"/>
                <a:ext cx="151920" cy="97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34014FF-20AE-2CE8-3FB7-6A05B2983B6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01517" y="5359526"/>
                  <a:ext cx="187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3D4E61-A858-2ADD-D24B-840D262DE736}"/>
                    </a:ext>
                  </a:extLst>
                </p14:cNvPr>
                <p14:cNvContentPartPr/>
                <p14:nvPr/>
              </p14:nvContentPartPr>
              <p14:xfrm>
                <a:off x="8125357" y="5463566"/>
                <a:ext cx="25200" cy="158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3D4E61-A858-2ADD-D24B-840D262DE73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07717" y="5445566"/>
                  <a:ext cx="60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E88CA5D-ABB6-111F-DEC5-6E4E9F947F38}"/>
                    </a:ext>
                  </a:extLst>
                </p14:cNvPr>
                <p14:cNvContentPartPr/>
                <p14:nvPr/>
              </p14:nvContentPartPr>
              <p14:xfrm>
                <a:off x="8480677" y="5321726"/>
                <a:ext cx="361800" cy="44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E88CA5D-ABB6-111F-DEC5-6E4E9F947F3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62677" y="5304086"/>
                  <a:ext cx="397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99590E7-C1CC-552A-9EBD-19F3292ED5A2}"/>
                    </a:ext>
                  </a:extLst>
                </p14:cNvPr>
                <p14:cNvContentPartPr/>
                <p14:nvPr/>
              </p14:nvContentPartPr>
              <p14:xfrm>
                <a:off x="8524597" y="5438366"/>
                <a:ext cx="290520" cy="29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99590E7-C1CC-552A-9EBD-19F3292ED5A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06597" y="5420366"/>
                  <a:ext cx="326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FEC980B-D1A5-F329-2649-E15D4CCB2E1E}"/>
                    </a:ext>
                  </a:extLst>
                </p14:cNvPr>
                <p14:cNvContentPartPr/>
                <p14:nvPr/>
              </p14:nvContentPartPr>
              <p14:xfrm>
                <a:off x="8634397" y="5074406"/>
                <a:ext cx="130320" cy="725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FEC980B-D1A5-F329-2649-E15D4CCB2E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16397" y="5056406"/>
                  <a:ext cx="16596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C72D373-96F8-E0A9-134F-15150F467997}"/>
                    </a:ext>
                  </a:extLst>
                </p14:cNvPr>
                <p14:cNvContentPartPr/>
                <p14:nvPr/>
              </p14:nvContentPartPr>
              <p14:xfrm>
                <a:off x="9148477" y="5216606"/>
                <a:ext cx="255960" cy="396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C72D373-96F8-E0A9-134F-15150F46799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30477" y="5198606"/>
                  <a:ext cx="2916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1C5F8FA-F3AF-649C-3312-8F2E56242AF2}"/>
                    </a:ext>
                  </a:extLst>
                </p14:cNvPr>
                <p14:cNvContentPartPr/>
                <p14:nvPr/>
              </p14:nvContentPartPr>
              <p14:xfrm>
                <a:off x="6466837" y="4785326"/>
                <a:ext cx="3871440" cy="1634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1C5F8FA-F3AF-649C-3312-8F2E56242AF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48837" y="4767686"/>
                  <a:ext cx="3907080" cy="16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CCBCB7F-8DDF-B215-DD63-952185EBA788}"/>
                    </a:ext>
                  </a:extLst>
                </p14:cNvPr>
                <p14:cNvContentPartPr/>
                <p14:nvPr/>
              </p14:nvContentPartPr>
              <p14:xfrm>
                <a:off x="6366397" y="4863086"/>
                <a:ext cx="304920" cy="16128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CCBCB7F-8DDF-B215-DD63-952185EBA78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348757" y="4845446"/>
                  <a:ext cx="340560" cy="164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A630723-EB56-CE38-E2A9-8725EF1CFC6E}"/>
              </a:ext>
            </a:extLst>
          </p:cNvPr>
          <p:cNvGrpSpPr/>
          <p:nvPr/>
        </p:nvGrpSpPr>
        <p:grpSpPr>
          <a:xfrm>
            <a:off x="7753837" y="6267086"/>
            <a:ext cx="1322280" cy="410400"/>
            <a:chOff x="7753837" y="6267086"/>
            <a:chExt cx="132228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5B0ED9F-69B8-A614-6E47-E49680770CD4}"/>
                    </a:ext>
                  </a:extLst>
                </p14:cNvPr>
                <p14:cNvContentPartPr/>
                <p14:nvPr/>
              </p14:nvContentPartPr>
              <p14:xfrm>
                <a:off x="7753837" y="6362846"/>
                <a:ext cx="183240" cy="2764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5B0ED9F-69B8-A614-6E47-E49680770CD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735837" y="6345206"/>
                  <a:ext cx="218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0009F7B-796D-4106-99FE-37C6869B9A26}"/>
                    </a:ext>
                  </a:extLst>
                </p14:cNvPr>
                <p14:cNvContentPartPr/>
                <p14:nvPr/>
              </p14:nvContentPartPr>
              <p14:xfrm>
                <a:off x="8037877" y="6548246"/>
                <a:ext cx="209160" cy="60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0009F7B-796D-4106-99FE-37C6869B9A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19877" y="6530606"/>
                  <a:ext cx="244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6F4AD86-C94F-5D55-BC67-E179E4DA0984}"/>
                    </a:ext>
                  </a:extLst>
                </p14:cNvPr>
                <p14:cNvContentPartPr/>
                <p14:nvPr/>
              </p14:nvContentPartPr>
              <p14:xfrm>
                <a:off x="8147317" y="6494606"/>
                <a:ext cx="73800" cy="1602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6F4AD86-C94F-5D55-BC67-E179E4DA098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29317" y="6476606"/>
                  <a:ext cx="109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B3108DE-0B23-AFD5-DE89-3796A4CEB994}"/>
                    </a:ext>
                  </a:extLst>
                </p14:cNvPr>
                <p14:cNvContentPartPr/>
                <p14:nvPr/>
              </p14:nvContentPartPr>
              <p14:xfrm>
                <a:off x="8407237" y="6498926"/>
                <a:ext cx="120600" cy="370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B3108DE-0B23-AFD5-DE89-3796A4CEB9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89597" y="6481286"/>
                  <a:ext cx="156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18F839B-3578-5EE8-86FA-3D5A652A5D55}"/>
                    </a:ext>
                  </a:extLst>
                </p14:cNvPr>
                <p14:cNvContentPartPr/>
                <p14:nvPr/>
              </p14:nvContentPartPr>
              <p14:xfrm>
                <a:off x="8658517" y="6267086"/>
                <a:ext cx="193320" cy="190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18F839B-3578-5EE8-86FA-3D5A652A5D5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40517" y="6249446"/>
                  <a:ext cx="22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5F2D23C-C2F1-276C-B915-CA41CC72B94D}"/>
                    </a:ext>
                  </a:extLst>
                </p14:cNvPr>
                <p14:cNvContentPartPr/>
                <p14:nvPr/>
              </p14:nvContentPartPr>
              <p14:xfrm>
                <a:off x="8943277" y="6431246"/>
                <a:ext cx="132840" cy="246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5F2D23C-C2F1-276C-B915-CA41CC72B94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25637" y="6413246"/>
                  <a:ext cx="16848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579FEDCA-B9C2-8594-EA66-AEC9785DE7A2}"/>
              </a:ext>
            </a:extLst>
          </p:cNvPr>
          <p:cNvGrpSpPr/>
          <p:nvPr/>
        </p:nvGrpSpPr>
        <p:grpSpPr>
          <a:xfrm>
            <a:off x="9546637" y="6316046"/>
            <a:ext cx="239760" cy="239760"/>
            <a:chOff x="9546637" y="6316046"/>
            <a:chExt cx="23976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7479641-1C59-EDDE-23A8-86774A3E4B54}"/>
                    </a:ext>
                  </a:extLst>
                </p14:cNvPr>
                <p14:cNvContentPartPr/>
                <p14:nvPr/>
              </p14:nvContentPartPr>
              <p14:xfrm>
                <a:off x="9546637" y="6442046"/>
                <a:ext cx="33480" cy="105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7479641-1C59-EDDE-23A8-86774A3E4B5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28997" y="6424406"/>
                  <a:ext cx="69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B2CD644-E3C5-A480-EDA3-9077A8C7C51B}"/>
                    </a:ext>
                  </a:extLst>
                </p14:cNvPr>
                <p14:cNvContentPartPr/>
                <p14:nvPr/>
              </p14:nvContentPartPr>
              <p14:xfrm>
                <a:off x="9556357" y="6316046"/>
                <a:ext cx="17280" cy="55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B2CD644-E3C5-A480-EDA3-9077A8C7C51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38717" y="6298046"/>
                  <a:ext cx="52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AA61B-E363-BF8D-ABA2-43865EF3EBC6}"/>
                    </a:ext>
                  </a:extLst>
                </p14:cNvPr>
                <p14:cNvContentPartPr/>
                <p14:nvPr/>
              </p14:nvContentPartPr>
              <p14:xfrm>
                <a:off x="9718717" y="6388766"/>
                <a:ext cx="67680" cy="167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AA61B-E363-BF8D-ABA2-43865EF3EBC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00717" y="6370766"/>
                  <a:ext cx="10332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4F618C9-C63F-6316-1002-40441CC49036}"/>
              </a:ext>
            </a:extLst>
          </p:cNvPr>
          <p:cNvGrpSpPr/>
          <p:nvPr/>
        </p:nvGrpSpPr>
        <p:grpSpPr>
          <a:xfrm>
            <a:off x="10050637" y="5958206"/>
            <a:ext cx="1809720" cy="873000"/>
            <a:chOff x="10050637" y="5958206"/>
            <a:chExt cx="180972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FBC58B6-BFBF-0A6D-E335-1A6AA72F67F2}"/>
                    </a:ext>
                  </a:extLst>
                </p14:cNvPr>
                <p14:cNvContentPartPr/>
                <p14:nvPr/>
              </p14:nvContentPartPr>
              <p14:xfrm>
                <a:off x="10089157" y="5958206"/>
                <a:ext cx="1771200" cy="844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FBC58B6-BFBF-0A6D-E335-1A6AA72F67F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71517" y="5940206"/>
                  <a:ext cx="1806840" cy="87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127ADB4-A4CF-FE6E-F3B6-EB2A19E17DB8}"/>
                    </a:ext>
                  </a:extLst>
                </p14:cNvPr>
                <p14:cNvContentPartPr/>
                <p14:nvPr/>
              </p14:nvContentPartPr>
              <p14:xfrm>
                <a:off x="10050637" y="6241166"/>
                <a:ext cx="186120" cy="5900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127ADB4-A4CF-FE6E-F3B6-EB2A19E17DB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32997" y="6223526"/>
                  <a:ext cx="22176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2886539-D184-D870-749A-CEF46D4355B1}"/>
                    </a:ext>
                  </a:extLst>
                </p14:cNvPr>
                <p14:cNvContentPartPr/>
                <p14:nvPr/>
              </p14:nvContentPartPr>
              <p14:xfrm>
                <a:off x="10250437" y="6392726"/>
                <a:ext cx="134280" cy="2203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2886539-D184-D870-749A-CEF46D4355B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232797" y="6374726"/>
                  <a:ext cx="169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CC7D5B9-90D0-9790-F282-2907204B39B4}"/>
                    </a:ext>
                  </a:extLst>
                </p14:cNvPr>
                <p14:cNvContentPartPr/>
                <p14:nvPr/>
              </p14:nvContentPartPr>
              <p14:xfrm>
                <a:off x="10188877" y="6479126"/>
                <a:ext cx="130320" cy="601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CC7D5B9-90D0-9790-F282-2907204B39B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70877" y="6461126"/>
                  <a:ext cx="165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53FD39B-FCA9-0BFD-9E3E-D49B06F718D8}"/>
                    </a:ext>
                  </a:extLst>
                </p14:cNvPr>
                <p14:cNvContentPartPr/>
                <p14:nvPr/>
              </p14:nvContentPartPr>
              <p14:xfrm>
                <a:off x="10449517" y="6439526"/>
                <a:ext cx="173520" cy="1440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53FD39B-FCA9-0BFD-9E3E-D49B06F718D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31877" y="6421526"/>
                  <a:ext cx="209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95E91F2-B1B4-830F-CDD2-AB39472C793B}"/>
                    </a:ext>
                  </a:extLst>
                </p14:cNvPr>
                <p14:cNvContentPartPr/>
                <p14:nvPr/>
              </p14:nvContentPartPr>
              <p14:xfrm>
                <a:off x="10666597" y="6449966"/>
                <a:ext cx="145440" cy="105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95E91F2-B1B4-830F-CDD2-AB39472C79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48957" y="6431966"/>
                  <a:ext cx="181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5AA0CA90-496E-DAA4-344E-20C44BC88A50}"/>
                    </a:ext>
                  </a:extLst>
                </p14:cNvPr>
                <p14:cNvContentPartPr/>
                <p14:nvPr/>
              </p14:nvContentPartPr>
              <p14:xfrm>
                <a:off x="10837597" y="6318926"/>
                <a:ext cx="293040" cy="232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5AA0CA90-496E-DAA4-344E-20C44BC88A5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819597" y="6300926"/>
                  <a:ext cx="328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B220A9B-4F4B-DA54-535B-2ED90ECCA558}"/>
                    </a:ext>
                  </a:extLst>
                </p14:cNvPr>
                <p14:cNvContentPartPr/>
                <p14:nvPr/>
              </p14:nvContentPartPr>
              <p14:xfrm>
                <a:off x="11228557" y="6250526"/>
                <a:ext cx="38520" cy="204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B220A9B-4F4B-DA54-535B-2ED90ECCA55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10557" y="6232526"/>
                  <a:ext cx="74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16420B6-91FB-F544-AD5E-6B07B623D826}"/>
                    </a:ext>
                  </a:extLst>
                </p14:cNvPr>
                <p14:cNvContentPartPr/>
                <p14:nvPr/>
              </p14:nvContentPartPr>
              <p14:xfrm>
                <a:off x="11316397" y="6360326"/>
                <a:ext cx="95040" cy="1256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16420B6-91FB-F544-AD5E-6B07B623D82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98757" y="6342326"/>
                  <a:ext cx="1306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8BA8E9D-75E7-3600-2F0E-11867C47ED47}"/>
                    </a:ext>
                  </a:extLst>
                </p14:cNvPr>
                <p14:cNvContentPartPr/>
                <p14:nvPr/>
              </p14:nvContentPartPr>
              <p14:xfrm>
                <a:off x="11605837" y="6436286"/>
                <a:ext cx="10800" cy="5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8BA8E9D-75E7-3600-2F0E-11867C47ED4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587837" y="6418286"/>
                  <a:ext cx="4644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66F9A01A-AAE3-FCA7-3D95-35B416B730BA}"/>
                  </a:ext>
                </a:extLst>
              </p14:cNvPr>
              <p14:cNvContentPartPr/>
              <p14:nvPr/>
            </p14:nvContentPartPr>
            <p14:xfrm>
              <a:off x="3259237" y="2890646"/>
              <a:ext cx="65160" cy="10224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66F9A01A-AAE3-FCA7-3D95-35B416B730B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41237" y="2872646"/>
                <a:ext cx="1008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AA97B129-3FBD-48E9-5042-67EAC767D083}"/>
              </a:ext>
            </a:extLst>
          </p:cNvPr>
          <p:cNvGrpSpPr/>
          <p:nvPr/>
        </p:nvGrpSpPr>
        <p:grpSpPr>
          <a:xfrm>
            <a:off x="3672877" y="259406"/>
            <a:ext cx="8386560" cy="3273840"/>
            <a:chOff x="3672877" y="259406"/>
            <a:chExt cx="8386560" cy="327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CFDF3BD-48D2-D8FD-AC09-CC7DB919662A}"/>
                    </a:ext>
                  </a:extLst>
                </p14:cNvPr>
                <p14:cNvContentPartPr/>
                <p14:nvPr/>
              </p14:nvContentPartPr>
              <p14:xfrm>
                <a:off x="10701517" y="3060926"/>
                <a:ext cx="63360" cy="3002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CFDF3BD-48D2-D8FD-AC09-CC7DB919662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683517" y="3042926"/>
                  <a:ext cx="99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6700D6B-C427-742C-A171-0CD378460F85}"/>
                    </a:ext>
                  </a:extLst>
                </p14:cNvPr>
                <p14:cNvContentPartPr/>
                <p14:nvPr/>
              </p14:nvContentPartPr>
              <p14:xfrm>
                <a:off x="10689997" y="2977406"/>
                <a:ext cx="257040" cy="235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6700D6B-C427-742C-A171-0CD378460F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672357" y="2959766"/>
                  <a:ext cx="292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3473160-5C43-D3BF-A8DC-17D7C3D6A95A}"/>
                    </a:ext>
                  </a:extLst>
                </p14:cNvPr>
                <p14:cNvContentPartPr/>
                <p14:nvPr/>
              </p14:nvContentPartPr>
              <p14:xfrm>
                <a:off x="11017237" y="3146606"/>
                <a:ext cx="233640" cy="29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3473160-5C43-D3BF-A8DC-17D7C3D6A95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999597" y="3128966"/>
                  <a:ext cx="269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7219067-68C1-257D-E1D6-00CFFD160599}"/>
                    </a:ext>
                  </a:extLst>
                </p14:cNvPr>
                <p14:cNvContentPartPr/>
                <p14:nvPr/>
              </p14:nvContentPartPr>
              <p14:xfrm>
                <a:off x="11127037" y="3138686"/>
                <a:ext cx="77040" cy="2509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7219067-68C1-257D-E1D6-00CFFD1605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109397" y="3120686"/>
                  <a:ext cx="112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D387C55-18A4-9F1E-C2D3-61C912E09367}"/>
                    </a:ext>
                  </a:extLst>
                </p14:cNvPr>
                <p14:cNvContentPartPr/>
                <p14:nvPr/>
              </p14:nvContentPartPr>
              <p14:xfrm>
                <a:off x="6043837" y="3029966"/>
                <a:ext cx="489960" cy="364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D387C55-18A4-9F1E-C2D3-61C912E0936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026197" y="3012326"/>
                  <a:ext cx="5256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CD84267-DCBB-E622-9A70-9DBCE439323A}"/>
                    </a:ext>
                  </a:extLst>
                </p14:cNvPr>
                <p14:cNvContentPartPr/>
                <p14:nvPr/>
              </p14:nvContentPartPr>
              <p14:xfrm>
                <a:off x="6605797" y="3122486"/>
                <a:ext cx="460080" cy="19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CD84267-DCBB-E622-9A70-9DBCE439323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88157" y="3104486"/>
                  <a:ext cx="495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241971-5D93-B6D6-0A92-58B9808F6269}"/>
                    </a:ext>
                  </a:extLst>
                </p14:cNvPr>
                <p14:cNvContentPartPr/>
                <p14:nvPr/>
              </p14:nvContentPartPr>
              <p14:xfrm>
                <a:off x="7156597" y="3122846"/>
                <a:ext cx="157680" cy="41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241971-5D93-B6D6-0A92-58B9808F626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138597" y="3105206"/>
                  <a:ext cx="193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91BF8C-BD3D-F1E3-2BC4-FD23B31E5D9C}"/>
                    </a:ext>
                  </a:extLst>
                </p14:cNvPr>
                <p14:cNvContentPartPr/>
                <p14:nvPr/>
              </p14:nvContentPartPr>
              <p14:xfrm>
                <a:off x="7429837" y="3146966"/>
                <a:ext cx="201600" cy="232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91BF8C-BD3D-F1E3-2BC4-FD23B31E5D9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412197" y="3128966"/>
                  <a:ext cx="237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02740D-B7CB-047F-FD36-7AAF9F93645E}"/>
                    </a:ext>
                  </a:extLst>
                </p14:cNvPr>
                <p14:cNvContentPartPr/>
                <p14:nvPr/>
              </p14:nvContentPartPr>
              <p14:xfrm>
                <a:off x="8059117" y="3013406"/>
                <a:ext cx="106920" cy="339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02740D-B7CB-047F-FD36-7AAF9F9364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1117" y="2995406"/>
                  <a:ext cx="1425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ACE897-F06C-8ECA-31E5-3EF59F5935ED}"/>
                    </a:ext>
                  </a:extLst>
                </p14:cNvPr>
                <p14:cNvContentPartPr/>
                <p14:nvPr/>
              </p14:nvContentPartPr>
              <p14:xfrm>
                <a:off x="8092237" y="2915486"/>
                <a:ext cx="232560" cy="26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ACE897-F06C-8ECA-31E5-3EF59F5935E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74237" y="2897486"/>
                  <a:ext cx="268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904C20-EEF3-1008-1D2A-220BD28C36ED}"/>
                    </a:ext>
                  </a:extLst>
                </p14:cNvPr>
                <p14:cNvContentPartPr/>
                <p14:nvPr/>
              </p14:nvContentPartPr>
              <p14:xfrm>
                <a:off x="8477077" y="3103406"/>
                <a:ext cx="167760" cy="185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904C20-EEF3-1008-1D2A-220BD28C36E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59437" y="3085766"/>
                  <a:ext cx="203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6A0017-75B2-6609-B07F-684BC55CF9F3}"/>
                    </a:ext>
                  </a:extLst>
                </p14:cNvPr>
                <p14:cNvContentPartPr/>
                <p14:nvPr/>
              </p14:nvContentPartPr>
              <p14:xfrm>
                <a:off x="8652757" y="3164606"/>
                <a:ext cx="9720" cy="242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6A0017-75B2-6609-B07F-684BC55CF9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35117" y="3146966"/>
                  <a:ext cx="45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86A391E-DB32-8FD5-F3D1-164396149F7B}"/>
                    </a:ext>
                  </a:extLst>
                </p14:cNvPr>
                <p14:cNvContentPartPr/>
                <p14:nvPr/>
              </p14:nvContentPartPr>
              <p14:xfrm>
                <a:off x="9163597" y="3142286"/>
                <a:ext cx="309240" cy="169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86A391E-DB32-8FD5-F3D1-164396149F7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45597" y="3124646"/>
                  <a:ext cx="344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C7AA538-E4F8-5552-A10D-F2EE5A8C8D18}"/>
                    </a:ext>
                  </a:extLst>
                </p14:cNvPr>
                <p14:cNvContentPartPr/>
                <p14:nvPr/>
              </p14:nvContentPartPr>
              <p14:xfrm>
                <a:off x="9637357" y="3135806"/>
                <a:ext cx="19800" cy="188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C7AA538-E4F8-5552-A10D-F2EE5A8C8D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19717" y="3118166"/>
                  <a:ext cx="55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897618-F86C-B015-E715-3C8A25DC0D34}"/>
                    </a:ext>
                  </a:extLst>
                </p14:cNvPr>
                <p14:cNvContentPartPr/>
                <p14:nvPr/>
              </p14:nvContentPartPr>
              <p14:xfrm>
                <a:off x="9582637" y="2920886"/>
                <a:ext cx="20520" cy="66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4897618-F86C-B015-E715-3C8A25DC0D3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564637" y="2903246"/>
                  <a:ext cx="56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9FDAB78-5CAC-36E7-E6B9-ECB693318680}"/>
                    </a:ext>
                  </a:extLst>
                </p14:cNvPr>
                <p14:cNvContentPartPr/>
                <p14:nvPr/>
              </p14:nvContentPartPr>
              <p14:xfrm>
                <a:off x="9818077" y="2966606"/>
                <a:ext cx="64800" cy="263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9FDAB78-5CAC-36E7-E6B9-ECB69331868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800437" y="2948606"/>
                  <a:ext cx="100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4406F75-235F-9253-9D9E-3F378360551B}"/>
                    </a:ext>
                  </a:extLst>
                </p14:cNvPr>
                <p14:cNvContentPartPr/>
                <p14:nvPr/>
              </p14:nvContentPartPr>
              <p14:xfrm>
                <a:off x="9759757" y="3040766"/>
                <a:ext cx="323280" cy="166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4406F75-235F-9253-9D9E-3F37836055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742117" y="3022766"/>
                  <a:ext cx="358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C29670-4D34-0451-5F12-C39487642730}"/>
                    </a:ext>
                  </a:extLst>
                </p14:cNvPr>
                <p14:cNvContentPartPr/>
                <p14:nvPr/>
              </p14:nvContentPartPr>
              <p14:xfrm>
                <a:off x="10116157" y="3133646"/>
                <a:ext cx="129240" cy="1443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C29670-4D34-0451-5F12-C3948764273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98157" y="3116006"/>
                  <a:ext cx="164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A0B1A6D-6BF9-CF93-5B5B-AE95056E264B}"/>
                    </a:ext>
                  </a:extLst>
                </p14:cNvPr>
                <p14:cNvContentPartPr/>
                <p14:nvPr/>
              </p14:nvContentPartPr>
              <p14:xfrm>
                <a:off x="7939957" y="268766"/>
                <a:ext cx="20880" cy="3366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A0B1A6D-6BF9-CF93-5B5B-AE95056E26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21957" y="251126"/>
                  <a:ext cx="565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250DE90-26C7-AAF7-D3AB-655495376ED2}"/>
                    </a:ext>
                  </a:extLst>
                </p14:cNvPr>
                <p14:cNvContentPartPr/>
                <p14:nvPr/>
              </p14:nvContentPartPr>
              <p14:xfrm>
                <a:off x="7938517" y="291806"/>
                <a:ext cx="185400" cy="2682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250DE90-26C7-AAF7-D3AB-655495376ED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20517" y="274166"/>
                  <a:ext cx="22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48005D0-5F12-2665-AED7-AF4BE735E1EB}"/>
                    </a:ext>
                  </a:extLst>
                </p14:cNvPr>
                <p14:cNvContentPartPr/>
                <p14:nvPr/>
              </p14:nvContentPartPr>
              <p14:xfrm>
                <a:off x="7988917" y="451646"/>
                <a:ext cx="93240" cy="219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48005D0-5F12-2665-AED7-AF4BE735E1E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971277" y="433646"/>
                  <a:ext cx="128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FEDDF56-2F75-7A93-2100-FB8A8DBF299C}"/>
                    </a:ext>
                  </a:extLst>
                </p14:cNvPr>
                <p14:cNvContentPartPr/>
                <p14:nvPr/>
              </p14:nvContentPartPr>
              <p14:xfrm>
                <a:off x="8238037" y="414566"/>
                <a:ext cx="245160" cy="1080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FEDDF56-2F75-7A93-2100-FB8A8DBF299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20037" y="396566"/>
                  <a:ext cx="280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A2FDCEB-0B2F-E665-F3AB-0D8E904100B1}"/>
                    </a:ext>
                  </a:extLst>
                </p14:cNvPr>
                <p14:cNvContentPartPr/>
                <p14:nvPr/>
              </p14:nvContentPartPr>
              <p14:xfrm>
                <a:off x="8641597" y="411686"/>
                <a:ext cx="50040" cy="2264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1A2FDCEB-0B2F-E665-F3AB-0D8E904100B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23597" y="394046"/>
                  <a:ext cx="85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1573828-99C1-9F9E-F51F-CB84E3C6C2E4}"/>
                    </a:ext>
                  </a:extLst>
                </p14:cNvPr>
                <p14:cNvContentPartPr/>
                <p14:nvPr/>
              </p14:nvContentPartPr>
              <p14:xfrm>
                <a:off x="8641237" y="400886"/>
                <a:ext cx="164160" cy="145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1573828-99C1-9F9E-F51F-CB84E3C6C2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23597" y="382886"/>
                  <a:ext cx="199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5EB250A-C6C1-A804-FB9E-8E0AD776E989}"/>
                    </a:ext>
                  </a:extLst>
                </p14:cNvPr>
                <p14:cNvContentPartPr/>
                <p14:nvPr/>
              </p14:nvContentPartPr>
              <p14:xfrm>
                <a:off x="8900077" y="493766"/>
                <a:ext cx="10800" cy="108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5EB250A-C6C1-A804-FB9E-8E0AD776E9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882437" y="476126"/>
                  <a:ext cx="46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E6D0005-F3C2-6B4C-67B7-8A4A1115F5C0}"/>
                    </a:ext>
                  </a:extLst>
                </p14:cNvPr>
                <p14:cNvContentPartPr/>
                <p14:nvPr/>
              </p14:nvContentPartPr>
              <p14:xfrm>
                <a:off x="6542437" y="741086"/>
                <a:ext cx="150840" cy="15343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E6D0005-F3C2-6B4C-67B7-8A4A1115F5C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524437" y="723446"/>
                  <a:ext cx="186480" cy="15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773CDE4-DED0-5F5D-06F7-8BD7BE5745AB}"/>
                    </a:ext>
                  </a:extLst>
                </p14:cNvPr>
                <p14:cNvContentPartPr/>
                <p14:nvPr/>
              </p14:nvContentPartPr>
              <p14:xfrm>
                <a:off x="6486637" y="828566"/>
                <a:ext cx="1158480" cy="15757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773CDE4-DED0-5F5D-06F7-8BD7BE5745A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68637" y="810566"/>
                  <a:ext cx="1194120" cy="16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E6848E1-9E94-27C2-D00A-C63DB2F57ED9}"/>
                    </a:ext>
                  </a:extLst>
                </p14:cNvPr>
                <p14:cNvContentPartPr/>
                <p14:nvPr/>
              </p14:nvContentPartPr>
              <p14:xfrm>
                <a:off x="6766717" y="259406"/>
                <a:ext cx="72720" cy="3787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E6848E1-9E94-27C2-D00A-C63DB2F57ED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748717" y="241406"/>
                  <a:ext cx="1083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E4C162B-31EB-884F-3163-E4429C489E67}"/>
                    </a:ext>
                  </a:extLst>
                </p14:cNvPr>
                <p14:cNvContentPartPr/>
                <p14:nvPr/>
              </p14:nvContentPartPr>
              <p14:xfrm>
                <a:off x="6760957" y="287126"/>
                <a:ext cx="182520" cy="3034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E4C162B-31EB-884F-3163-E4429C489E6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43317" y="269486"/>
                  <a:ext cx="218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918FEED-CBFA-A5B0-1024-B119543833FA}"/>
                    </a:ext>
                  </a:extLst>
                </p14:cNvPr>
                <p14:cNvContentPartPr/>
                <p14:nvPr/>
              </p14:nvContentPartPr>
              <p14:xfrm>
                <a:off x="7047877" y="458486"/>
                <a:ext cx="31320" cy="1411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918FEED-CBFA-A5B0-1024-B119543833F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029877" y="440846"/>
                  <a:ext cx="66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E92425-737D-164A-D74C-F817C0F3CC0F}"/>
                    </a:ext>
                  </a:extLst>
                </p14:cNvPr>
                <p14:cNvContentPartPr/>
                <p14:nvPr/>
              </p14:nvContentPartPr>
              <p14:xfrm>
                <a:off x="7048237" y="325286"/>
                <a:ext cx="5760" cy="662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E92425-737D-164A-D74C-F817C0F3CC0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30597" y="307646"/>
                  <a:ext cx="41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969FEB9-D499-E971-D4DA-D7A08FDA2508}"/>
                    </a:ext>
                  </a:extLst>
                </p14:cNvPr>
                <p14:cNvContentPartPr/>
                <p14:nvPr/>
              </p14:nvContentPartPr>
              <p14:xfrm>
                <a:off x="7246957" y="272726"/>
                <a:ext cx="91080" cy="3146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969FEB9-D499-E971-D4DA-D7A08FDA250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228957" y="254726"/>
                  <a:ext cx="126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CEEAC9B-8B03-09EA-0266-794E3DB401C7}"/>
                    </a:ext>
                  </a:extLst>
                </p14:cNvPr>
                <p14:cNvContentPartPr/>
                <p14:nvPr/>
              </p14:nvContentPartPr>
              <p14:xfrm>
                <a:off x="7200877" y="440126"/>
                <a:ext cx="178200" cy="86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CEEAC9B-8B03-09EA-0266-794E3DB401C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83237" y="422126"/>
                  <a:ext cx="213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165E541-9A6B-66FC-82A8-76374C9FC45E}"/>
                    </a:ext>
                  </a:extLst>
                </p14:cNvPr>
                <p14:cNvContentPartPr/>
                <p14:nvPr/>
              </p14:nvContentPartPr>
              <p14:xfrm>
                <a:off x="7410037" y="329246"/>
                <a:ext cx="58320" cy="2451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165E541-9A6B-66FC-82A8-76374C9FC45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92037" y="311246"/>
                  <a:ext cx="93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E5CDF0A-0240-8C1F-AEB5-FAA5A61A72D2}"/>
                    </a:ext>
                  </a:extLst>
                </p14:cNvPr>
                <p14:cNvContentPartPr/>
                <p14:nvPr/>
              </p14:nvContentPartPr>
              <p14:xfrm>
                <a:off x="7418677" y="467846"/>
                <a:ext cx="66600" cy="954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E5CDF0A-0240-8C1F-AEB5-FAA5A61A72D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00677" y="449846"/>
                  <a:ext cx="102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75F79B-C5AF-F75E-BF3D-8263CC7AED05}"/>
                    </a:ext>
                  </a:extLst>
                </p14:cNvPr>
                <p14:cNvContentPartPr/>
                <p14:nvPr/>
              </p14:nvContentPartPr>
              <p14:xfrm>
                <a:off x="7647997" y="483686"/>
                <a:ext cx="2520" cy="21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75F79B-C5AF-F75E-BF3D-8263CC7AED0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630357" y="465686"/>
                  <a:ext cx="38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4FBB646-698A-FA18-9C42-7B23D80D97F6}"/>
                    </a:ext>
                  </a:extLst>
                </p14:cNvPr>
                <p14:cNvContentPartPr/>
                <p14:nvPr/>
              </p14:nvContentPartPr>
              <p14:xfrm>
                <a:off x="6651517" y="1398806"/>
                <a:ext cx="151560" cy="385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4FBB646-698A-FA18-9C42-7B23D80D97F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633517" y="1380806"/>
                  <a:ext cx="187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1B5732C-660C-DB8E-1CFC-4C1A3A9EFDE7}"/>
                    </a:ext>
                  </a:extLst>
                </p14:cNvPr>
                <p14:cNvContentPartPr/>
                <p14:nvPr/>
              </p14:nvContentPartPr>
              <p14:xfrm>
                <a:off x="6816037" y="1878326"/>
                <a:ext cx="109800" cy="9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1B5732C-660C-DB8E-1CFC-4C1A3A9EFDE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798397" y="1860326"/>
                  <a:ext cx="145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F458C08-9B1E-303C-3BC6-F718E848347F}"/>
                    </a:ext>
                  </a:extLst>
                </p14:cNvPr>
                <p14:cNvContentPartPr/>
                <p14:nvPr/>
              </p14:nvContentPartPr>
              <p14:xfrm>
                <a:off x="6883717" y="1811726"/>
                <a:ext cx="15480" cy="57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F458C08-9B1E-303C-3BC6-F718E848347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865717" y="1794086"/>
                  <a:ext cx="51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87CD365-84A3-ABF1-2FB6-2807620DC9FA}"/>
                    </a:ext>
                  </a:extLst>
                </p14:cNvPr>
                <p14:cNvContentPartPr/>
                <p14:nvPr/>
              </p14:nvContentPartPr>
              <p14:xfrm>
                <a:off x="6805237" y="1854206"/>
                <a:ext cx="162720" cy="352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87CD365-84A3-ABF1-2FB6-2807620DC9F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87597" y="1836566"/>
                  <a:ext cx="198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7D91E10-A9AD-8BA5-9A49-258856546E2F}"/>
                    </a:ext>
                  </a:extLst>
                </p14:cNvPr>
                <p14:cNvContentPartPr/>
                <p14:nvPr/>
              </p14:nvContentPartPr>
              <p14:xfrm>
                <a:off x="6849517" y="1794446"/>
                <a:ext cx="63720" cy="186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7D91E10-A9AD-8BA5-9A49-258856546E2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831517" y="1776806"/>
                  <a:ext cx="99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47BD694-CF97-8155-EA59-13BEB2677D65}"/>
                    </a:ext>
                  </a:extLst>
                </p14:cNvPr>
                <p14:cNvContentPartPr/>
                <p14:nvPr/>
              </p14:nvContentPartPr>
              <p14:xfrm>
                <a:off x="3672877" y="2538206"/>
                <a:ext cx="131760" cy="918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47BD694-CF97-8155-EA59-13BEB2677D6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55237" y="2520566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978980C-AA3F-A36B-8C3C-2909D3261274}"/>
                    </a:ext>
                  </a:extLst>
                </p14:cNvPr>
                <p14:cNvContentPartPr/>
                <p14:nvPr/>
              </p14:nvContentPartPr>
              <p14:xfrm>
                <a:off x="3902917" y="2186486"/>
                <a:ext cx="862560" cy="2890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978980C-AA3F-A36B-8C3C-2909D326127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885277" y="2168846"/>
                  <a:ext cx="898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6AE51DE-0209-B15F-C6C2-A7CAAF92B5FD}"/>
                    </a:ext>
                  </a:extLst>
                </p14:cNvPr>
                <p14:cNvContentPartPr/>
                <p14:nvPr/>
              </p14:nvContentPartPr>
              <p14:xfrm>
                <a:off x="4858357" y="2006126"/>
                <a:ext cx="1612080" cy="1548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6AE51DE-0209-B15F-C6C2-A7CAAF92B5F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40357" y="1988126"/>
                  <a:ext cx="1647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BB42628-D9D4-01F9-D3DE-04F3BE71431B}"/>
                    </a:ext>
                  </a:extLst>
                </p14:cNvPr>
                <p14:cNvContentPartPr/>
                <p14:nvPr/>
              </p14:nvContentPartPr>
              <p14:xfrm>
                <a:off x="6674917" y="1943846"/>
                <a:ext cx="24120" cy="86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BB42628-D9D4-01F9-D3DE-04F3BE71431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656917" y="1926206"/>
                  <a:ext cx="59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C928AAD-CED9-C23F-3AE8-013E7E692EA0}"/>
                    </a:ext>
                  </a:extLst>
                </p14:cNvPr>
                <p14:cNvContentPartPr/>
                <p14:nvPr/>
              </p14:nvContentPartPr>
              <p14:xfrm>
                <a:off x="4259677" y="1465766"/>
                <a:ext cx="2226240" cy="16704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C928AAD-CED9-C23F-3AE8-013E7E692EA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241677" y="1447766"/>
                  <a:ext cx="2261880" cy="17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DAF692E-190B-79A5-C43C-DF7775016980}"/>
                    </a:ext>
                  </a:extLst>
                </p14:cNvPr>
                <p14:cNvContentPartPr/>
                <p14:nvPr/>
              </p14:nvContentPartPr>
              <p14:xfrm>
                <a:off x="6504277" y="1408886"/>
                <a:ext cx="33120" cy="21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DAF692E-190B-79A5-C43C-DF777501698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486637" y="1391246"/>
                  <a:ext cx="68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24B1A70-3AE6-6454-9F5F-72D03F163444}"/>
                    </a:ext>
                  </a:extLst>
                </p14:cNvPr>
                <p14:cNvContentPartPr/>
                <p14:nvPr/>
              </p14:nvContentPartPr>
              <p14:xfrm>
                <a:off x="7659157" y="1530206"/>
                <a:ext cx="1388880" cy="1674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24B1A70-3AE6-6454-9F5F-72D03F16344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641157" y="1512566"/>
                  <a:ext cx="1424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CA76273-912B-5D6B-FC4F-B23260FDD802}"/>
                    </a:ext>
                  </a:extLst>
                </p14:cNvPr>
                <p14:cNvContentPartPr/>
                <p14:nvPr/>
              </p14:nvContentPartPr>
              <p14:xfrm>
                <a:off x="5915677" y="745766"/>
                <a:ext cx="49320" cy="8578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CA76273-912B-5D6B-FC4F-B23260FDD80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98037" y="728126"/>
                  <a:ext cx="84960" cy="89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4DA814B-C93C-DCCF-CE7D-AD33FB6B5DE2}"/>
                    </a:ext>
                  </a:extLst>
                </p14:cNvPr>
                <p14:cNvContentPartPr/>
                <p14:nvPr/>
              </p14:nvContentPartPr>
              <p14:xfrm>
                <a:off x="5945557" y="656126"/>
                <a:ext cx="1140120" cy="1270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4DA814B-C93C-DCCF-CE7D-AD33FB6B5DE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927917" y="638126"/>
                  <a:ext cx="1175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09B8A90-3738-213C-8282-8CB099496C74}"/>
                    </a:ext>
                  </a:extLst>
                </p14:cNvPr>
                <p14:cNvContentPartPr/>
                <p14:nvPr/>
              </p14:nvContentPartPr>
              <p14:xfrm>
                <a:off x="7098997" y="535526"/>
                <a:ext cx="488160" cy="1904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09B8A90-3738-213C-8282-8CB099496C7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80997" y="517526"/>
                  <a:ext cx="523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A212687-F7EB-6CA3-E94F-A5C4C57668C4}"/>
                    </a:ext>
                  </a:extLst>
                </p14:cNvPr>
                <p14:cNvContentPartPr/>
                <p14:nvPr/>
              </p14:nvContentPartPr>
              <p14:xfrm>
                <a:off x="7689397" y="626606"/>
                <a:ext cx="265320" cy="885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A212687-F7EB-6CA3-E94F-A5C4C57668C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71397" y="608606"/>
                  <a:ext cx="300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09A6918-23E1-3786-AB7C-B111E1B1846D}"/>
                    </a:ext>
                  </a:extLst>
                </p14:cNvPr>
                <p14:cNvContentPartPr/>
                <p14:nvPr/>
              </p14:nvContentPartPr>
              <p14:xfrm>
                <a:off x="7994317" y="630566"/>
                <a:ext cx="207360" cy="879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09A6918-23E1-3786-AB7C-B111E1B1846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976677" y="612566"/>
                  <a:ext cx="24300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8A982E9-4710-29E6-E027-BC74037523EB}"/>
                    </a:ext>
                  </a:extLst>
                </p14:cNvPr>
                <p14:cNvContentPartPr/>
                <p14:nvPr/>
              </p14:nvContentPartPr>
              <p14:xfrm>
                <a:off x="8209237" y="1529846"/>
                <a:ext cx="15480" cy="129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8A982E9-4710-29E6-E027-BC74037523E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91237" y="1511846"/>
                  <a:ext cx="51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9A7CB53-EED2-FD21-3CC3-18BB9E9421C1}"/>
                    </a:ext>
                  </a:extLst>
                </p14:cNvPr>
                <p14:cNvContentPartPr/>
                <p14:nvPr/>
              </p14:nvContentPartPr>
              <p14:xfrm>
                <a:off x="9026437" y="1501046"/>
                <a:ext cx="90000" cy="918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9A7CB53-EED2-FD21-3CC3-18BB9E9421C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08437" y="1483406"/>
                  <a:ext cx="125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0EA1348-D365-5595-42D8-1854B510CE62}"/>
                    </a:ext>
                  </a:extLst>
                </p14:cNvPr>
                <p14:cNvContentPartPr/>
                <p14:nvPr/>
              </p14:nvContentPartPr>
              <p14:xfrm>
                <a:off x="8829517" y="1902086"/>
                <a:ext cx="255600" cy="3146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0EA1348-D365-5595-42D8-1854B510CE6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811877" y="1884086"/>
                  <a:ext cx="2912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2E4262F-C494-D452-403C-DF56EEDB7D06}"/>
                    </a:ext>
                  </a:extLst>
                </p14:cNvPr>
                <p14:cNvContentPartPr/>
                <p14:nvPr/>
              </p14:nvContentPartPr>
              <p14:xfrm>
                <a:off x="9186277" y="2116286"/>
                <a:ext cx="91440" cy="1544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2E4262F-C494-D452-403C-DF56EEDB7D0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168277" y="2098646"/>
                  <a:ext cx="127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B9B46EB-2577-29D6-AC05-4D1E71F39515}"/>
                    </a:ext>
                  </a:extLst>
                </p14:cNvPr>
                <p14:cNvContentPartPr/>
                <p14:nvPr/>
              </p14:nvContentPartPr>
              <p14:xfrm>
                <a:off x="9381397" y="2122406"/>
                <a:ext cx="245160" cy="1454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B9B46EB-2577-29D6-AC05-4D1E71F3951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63397" y="2104406"/>
                  <a:ext cx="280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B53E948-8CAC-9F3A-63F8-01924F41A66A}"/>
                    </a:ext>
                  </a:extLst>
                </p14:cNvPr>
                <p14:cNvContentPartPr/>
                <p14:nvPr/>
              </p14:nvContentPartPr>
              <p14:xfrm>
                <a:off x="9667957" y="2026286"/>
                <a:ext cx="104040" cy="2862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B53E948-8CAC-9F3A-63F8-01924F41A66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649957" y="2008286"/>
                  <a:ext cx="1396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951F671-6124-1F0C-26ED-6E95ABD135D1}"/>
                    </a:ext>
                  </a:extLst>
                </p14:cNvPr>
                <p14:cNvContentPartPr/>
                <p14:nvPr/>
              </p14:nvContentPartPr>
              <p14:xfrm>
                <a:off x="9678397" y="2171366"/>
                <a:ext cx="136080" cy="244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951F671-6124-1F0C-26ED-6E95ABD135D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60757" y="2153366"/>
                  <a:ext cx="171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8EFC812-F13E-785D-7C62-EC3B510F86A7}"/>
                    </a:ext>
                  </a:extLst>
                </p14:cNvPr>
                <p14:cNvContentPartPr/>
                <p14:nvPr/>
              </p14:nvContentPartPr>
              <p14:xfrm>
                <a:off x="9997357" y="2152646"/>
                <a:ext cx="78480" cy="108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8EFC812-F13E-785D-7C62-EC3B510F86A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979717" y="2135006"/>
                  <a:ext cx="114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4A164EF8-0F82-AFD5-2BEF-FB9C193AF028}"/>
                    </a:ext>
                  </a:extLst>
                </p14:cNvPr>
                <p14:cNvContentPartPr/>
                <p14:nvPr/>
              </p14:nvContentPartPr>
              <p14:xfrm>
                <a:off x="10043437" y="2176766"/>
                <a:ext cx="90720" cy="464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4A164EF8-0F82-AFD5-2BEF-FB9C193AF02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025797" y="2158766"/>
                  <a:ext cx="126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AA5A8F4-A355-A44F-F830-96B24D561AA4}"/>
                    </a:ext>
                  </a:extLst>
                </p14:cNvPr>
                <p14:cNvContentPartPr/>
                <p14:nvPr/>
              </p14:nvContentPartPr>
              <p14:xfrm>
                <a:off x="10291477" y="1868606"/>
                <a:ext cx="56880" cy="4294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AA5A8F4-A355-A44F-F830-96B24D561AA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273837" y="1850966"/>
                  <a:ext cx="925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4076B4F-2737-5AAC-8702-5C74D4932521}"/>
                    </a:ext>
                  </a:extLst>
                </p14:cNvPr>
                <p14:cNvContentPartPr/>
                <p14:nvPr/>
              </p14:nvContentPartPr>
              <p14:xfrm>
                <a:off x="10322437" y="1920806"/>
                <a:ext cx="266040" cy="3193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4076B4F-2737-5AAC-8702-5C74D493252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04797" y="1903166"/>
                  <a:ext cx="3016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A4A3D20-8C05-E00D-34F4-5C18325459D3}"/>
                    </a:ext>
                  </a:extLst>
                </p14:cNvPr>
                <p14:cNvContentPartPr/>
                <p14:nvPr/>
              </p14:nvContentPartPr>
              <p14:xfrm>
                <a:off x="10332877" y="2129246"/>
                <a:ext cx="110160" cy="338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A4A3D20-8C05-E00D-34F4-5C18325459D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315237" y="2111606"/>
                  <a:ext cx="145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A620294-5563-C101-01F2-EADD52994AB5}"/>
                    </a:ext>
                  </a:extLst>
                </p14:cNvPr>
                <p14:cNvContentPartPr/>
                <p14:nvPr/>
              </p14:nvContentPartPr>
              <p14:xfrm>
                <a:off x="10662997" y="2072726"/>
                <a:ext cx="27360" cy="183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A620294-5563-C101-01F2-EADD52994AB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44997" y="2054726"/>
                  <a:ext cx="63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08286CF-FC6D-D136-4DA8-009D29D8DAD4}"/>
                    </a:ext>
                  </a:extLst>
                </p14:cNvPr>
                <p14:cNvContentPartPr/>
                <p14:nvPr/>
              </p14:nvContentPartPr>
              <p14:xfrm>
                <a:off x="10725637" y="1789046"/>
                <a:ext cx="304200" cy="578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08286CF-FC6D-D136-4DA8-009D29D8DAD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707637" y="1771406"/>
                  <a:ext cx="33984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FEC968A-9ECF-346E-1230-0365D3FF8DA5}"/>
                    </a:ext>
                  </a:extLst>
                </p14:cNvPr>
                <p14:cNvContentPartPr/>
                <p14:nvPr/>
              </p14:nvContentPartPr>
              <p14:xfrm>
                <a:off x="10879357" y="1946006"/>
                <a:ext cx="203760" cy="1965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FEC968A-9ECF-346E-1230-0365D3FF8DA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861357" y="1928366"/>
                  <a:ext cx="239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614C29E-1E92-F4B4-4FCC-7F0BB1D9410C}"/>
                    </a:ext>
                  </a:extLst>
                </p14:cNvPr>
                <p14:cNvContentPartPr/>
                <p14:nvPr/>
              </p14:nvContentPartPr>
              <p14:xfrm>
                <a:off x="11133157" y="2098286"/>
                <a:ext cx="151920" cy="1314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614C29E-1E92-F4B4-4FCC-7F0BB1D9410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15517" y="2080646"/>
                  <a:ext cx="187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C0A85EB-3907-82C4-1351-3C23510EB996}"/>
                    </a:ext>
                  </a:extLst>
                </p14:cNvPr>
                <p14:cNvContentPartPr/>
                <p14:nvPr/>
              </p14:nvContentPartPr>
              <p14:xfrm>
                <a:off x="11193997" y="2095766"/>
                <a:ext cx="65520" cy="1663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C0A85EB-3907-82C4-1351-3C23510EB99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176357" y="2077766"/>
                  <a:ext cx="101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A7ED243-0208-7C64-8A16-EADDE4A6B6FD}"/>
                    </a:ext>
                  </a:extLst>
                </p14:cNvPr>
                <p14:cNvContentPartPr/>
                <p14:nvPr/>
              </p14:nvContentPartPr>
              <p14:xfrm>
                <a:off x="11407117" y="2074886"/>
                <a:ext cx="76320" cy="129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A7ED243-0208-7C64-8A16-EADDE4A6B6F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389477" y="2057246"/>
                  <a:ext cx="111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AC15959-22AE-1903-394F-B9DB4AB117ED}"/>
                    </a:ext>
                  </a:extLst>
                </p14:cNvPr>
                <p14:cNvContentPartPr/>
                <p14:nvPr/>
              </p14:nvContentPartPr>
              <p14:xfrm>
                <a:off x="11603317" y="1915766"/>
                <a:ext cx="159120" cy="1602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AC15959-22AE-1903-394F-B9DB4AB117E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585677" y="1897766"/>
                  <a:ext cx="194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4F63319-8D73-3F6A-AD42-E401572A326E}"/>
                    </a:ext>
                  </a:extLst>
                </p14:cNvPr>
                <p14:cNvContentPartPr/>
                <p14:nvPr/>
              </p14:nvContentPartPr>
              <p14:xfrm>
                <a:off x="11793757" y="2134286"/>
                <a:ext cx="117720" cy="367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4F63319-8D73-3F6A-AD42-E401572A326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776117" y="2116646"/>
                  <a:ext cx="153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71D287-4CAE-F6D7-21E9-99A8EE616E7E}"/>
                    </a:ext>
                  </a:extLst>
                </p14:cNvPr>
                <p14:cNvContentPartPr/>
                <p14:nvPr/>
              </p14:nvContentPartPr>
              <p14:xfrm>
                <a:off x="11803837" y="2085326"/>
                <a:ext cx="113760" cy="990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71D287-4CAE-F6D7-21E9-99A8EE616E7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786197" y="2067686"/>
                  <a:ext cx="149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6331360-4EFB-2222-3287-8AEFFEC322F2}"/>
                    </a:ext>
                  </a:extLst>
                </p14:cNvPr>
                <p14:cNvContentPartPr/>
                <p14:nvPr/>
              </p14:nvContentPartPr>
              <p14:xfrm>
                <a:off x="11882317" y="2179286"/>
                <a:ext cx="23760" cy="1051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6331360-4EFB-2222-3287-8AEFFEC322F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864677" y="2161646"/>
                  <a:ext cx="59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AC1FB46-27E8-10B1-7C1E-3611CD51F529}"/>
                    </a:ext>
                  </a:extLst>
                </p14:cNvPr>
                <p14:cNvContentPartPr/>
                <p14:nvPr/>
              </p14:nvContentPartPr>
              <p14:xfrm>
                <a:off x="11921557" y="1905326"/>
                <a:ext cx="137880" cy="4604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AC1FB46-27E8-10B1-7C1E-3611CD51F52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903917" y="1887326"/>
                  <a:ext cx="1735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5C1A2CB-DD86-A638-3DD5-650526E8FDEE}"/>
                    </a:ext>
                  </a:extLst>
                </p14:cNvPr>
                <p14:cNvContentPartPr/>
                <p14:nvPr/>
              </p14:nvContentPartPr>
              <p14:xfrm>
                <a:off x="10268797" y="1633166"/>
                <a:ext cx="368280" cy="12844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5C1A2CB-DD86-A638-3DD5-650526E8FDE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50797" y="1615166"/>
                  <a:ext cx="403920" cy="13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196404B5-46B0-20B3-C3C1-D124DBDFD281}"/>
                    </a:ext>
                  </a:extLst>
                </p14:cNvPr>
                <p14:cNvContentPartPr/>
                <p14:nvPr/>
              </p14:nvContentPartPr>
              <p14:xfrm>
                <a:off x="10446637" y="1642886"/>
                <a:ext cx="252720" cy="1130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196404B5-46B0-20B3-C3C1-D124DBDFD28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428637" y="1625246"/>
                  <a:ext cx="288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9DFBC0E-ED68-26F6-E9A2-5E1C65F44FEE}"/>
                    </a:ext>
                  </a:extLst>
                </p14:cNvPr>
                <p14:cNvContentPartPr/>
                <p14:nvPr/>
              </p14:nvContentPartPr>
              <p14:xfrm>
                <a:off x="10276717" y="1161566"/>
                <a:ext cx="234720" cy="285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9DFBC0E-ED68-26F6-E9A2-5E1C65F44FE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259077" y="1143926"/>
                  <a:ext cx="2703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B64B8D3-2ABB-2D01-E509-B46CCA93F6D0}"/>
                    </a:ext>
                  </a:extLst>
                </p14:cNvPr>
                <p14:cNvContentPartPr/>
                <p14:nvPr/>
              </p14:nvContentPartPr>
              <p14:xfrm>
                <a:off x="10567957" y="1244006"/>
                <a:ext cx="248400" cy="137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B64B8D3-2ABB-2D01-E509-B46CCA93F6D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550317" y="1226366"/>
                  <a:ext cx="284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62DCBE92-A0AB-0FA0-D876-B8A87BDA1051}"/>
                    </a:ext>
                  </a:extLst>
                </p14:cNvPr>
                <p14:cNvContentPartPr/>
                <p14:nvPr/>
              </p14:nvContentPartPr>
              <p14:xfrm>
                <a:off x="10790437" y="1163726"/>
                <a:ext cx="10440" cy="806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62DCBE92-A0AB-0FA0-D876-B8A87BDA105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772437" y="1145726"/>
                  <a:ext cx="46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1CAEAB1-F256-1B90-AF60-E168B0FBAB92}"/>
                    </a:ext>
                  </a:extLst>
                </p14:cNvPr>
                <p14:cNvContentPartPr/>
                <p14:nvPr/>
              </p14:nvContentPartPr>
              <p14:xfrm>
                <a:off x="10904197" y="1231766"/>
                <a:ext cx="180720" cy="864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1CAEAB1-F256-1B90-AF60-E168B0FBAB9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886557" y="1213766"/>
                  <a:ext cx="216360" cy="12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1608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F97A-A87A-2AA2-90E6-AD368140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Wheatstone bridge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9EB7AC6-C31D-1B81-3E6A-81952F368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5" y="752787"/>
            <a:ext cx="3550080" cy="267621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1B292E96-A51A-350B-F482-3370774E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2" y="3922710"/>
            <a:ext cx="1870248" cy="1528130"/>
          </a:xfrm>
          <a:prstGeom prst="rect">
            <a:avLst/>
          </a:prstGeom>
        </p:spPr>
      </p:pic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EADC09EC-B1E0-943E-75C9-A1BD0DBC2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945" y="889445"/>
            <a:ext cx="6837714" cy="46145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4B58E7-72AC-8C25-25E7-607607F9019F}"/>
              </a:ext>
            </a:extLst>
          </p:cNvPr>
          <p:cNvSpPr/>
          <p:nvPr/>
        </p:nvSpPr>
        <p:spPr>
          <a:xfrm>
            <a:off x="9560560" y="999327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00D14-AEA9-4892-68EF-50B3E9786445}"/>
              </a:ext>
            </a:extLst>
          </p:cNvPr>
          <p:cNvSpPr/>
          <p:nvPr/>
        </p:nvSpPr>
        <p:spPr>
          <a:xfrm>
            <a:off x="9463618" y="1732671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A7AA2-B607-A433-1C60-6058E33074B8}"/>
              </a:ext>
            </a:extLst>
          </p:cNvPr>
          <p:cNvSpPr/>
          <p:nvPr/>
        </p:nvSpPr>
        <p:spPr>
          <a:xfrm>
            <a:off x="8214645" y="4561215"/>
            <a:ext cx="477292" cy="349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E9659-F86F-AAFB-6101-8F5E72950089}"/>
              </a:ext>
            </a:extLst>
          </p:cNvPr>
          <p:cNvSpPr/>
          <p:nvPr/>
        </p:nvSpPr>
        <p:spPr>
          <a:xfrm>
            <a:off x="10365537" y="2134482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15E89-AA61-6D59-1652-3A952AFF32BB}"/>
              </a:ext>
            </a:extLst>
          </p:cNvPr>
          <p:cNvSpPr/>
          <p:nvPr/>
        </p:nvSpPr>
        <p:spPr>
          <a:xfrm>
            <a:off x="10363139" y="1427427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4F4CA-1730-F128-6E7F-0A22D196F895}"/>
              </a:ext>
            </a:extLst>
          </p:cNvPr>
          <p:cNvSpPr/>
          <p:nvPr/>
        </p:nvSpPr>
        <p:spPr>
          <a:xfrm>
            <a:off x="10343179" y="3742793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FF50-3B77-2813-64FC-8DA3FA16EA16}"/>
              </a:ext>
            </a:extLst>
          </p:cNvPr>
          <p:cNvSpPr/>
          <p:nvPr/>
        </p:nvSpPr>
        <p:spPr>
          <a:xfrm>
            <a:off x="10428608" y="5039103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C6BB0-9D24-937A-0462-1AD31F75B6C6}"/>
              </a:ext>
            </a:extLst>
          </p:cNvPr>
          <p:cNvSpPr/>
          <p:nvPr/>
        </p:nvSpPr>
        <p:spPr>
          <a:xfrm>
            <a:off x="10602869" y="3094638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D13F69-ADBE-C44D-1712-BE8C3305660A}"/>
              </a:ext>
            </a:extLst>
          </p:cNvPr>
          <p:cNvGrpSpPr/>
          <p:nvPr/>
        </p:nvGrpSpPr>
        <p:grpSpPr>
          <a:xfrm>
            <a:off x="3483701" y="3074741"/>
            <a:ext cx="399960" cy="330120"/>
            <a:chOff x="3483701" y="3074741"/>
            <a:chExt cx="39996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0EB967-3B77-B11A-F2F8-69501CC68B86}"/>
                    </a:ext>
                  </a:extLst>
                </p14:cNvPr>
                <p14:cNvContentPartPr/>
                <p14:nvPr/>
              </p14:nvContentPartPr>
              <p14:xfrm>
                <a:off x="3483701" y="3243221"/>
                <a:ext cx="186480" cy="16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0EB967-3B77-B11A-F2F8-69501CC68B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65701" y="3225581"/>
                  <a:ext cx="222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B0ABB61-F9F1-EF0C-5901-269C2BA96905}"/>
                    </a:ext>
                  </a:extLst>
                </p14:cNvPr>
                <p14:cNvContentPartPr/>
                <p14:nvPr/>
              </p14:nvContentPartPr>
              <p14:xfrm>
                <a:off x="3715901" y="3222341"/>
                <a:ext cx="10440" cy="7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B0ABB61-F9F1-EF0C-5901-269C2BA969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8261" y="3204701"/>
                  <a:ext cx="46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B11F4A-9A01-0067-F979-F18129DCF285}"/>
                    </a:ext>
                  </a:extLst>
                </p14:cNvPr>
                <p14:cNvContentPartPr/>
                <p14:nvPr/>
              </p14:nvContentPartPr>
              <p14:xfrm>
                <a:off x="3765581" y="3074741"/>
                <a:ext cx="118080" cy="15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B11F4A-9A01-0067-F979-F18129DCF2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47941" y="3056741"/>
                  <a:ext cx="1537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D423CB-FBC0-F4FC-3F14-9A6C7D011009}"/>
              </a:ext>
            </a:extLst>
          </p:cNvPr>
          <p:cNvGrpSpPr/>
          <p:nvPr/>
        </p:nvGrpSpPr>
        <p:grpSpPr>
          <a:xfrm>
            <a:off x="2909861" y="3600341"/>
            <a:ext cx="1423080" cy="2550960"/>
            <a:chOff x="2909861" y="3600341"/>
            <a:chExt cx="1423080" cy="25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D8E3DF-D3E5-76B7-6A21-7007BE0D3D90}"/>
                    </a:ext>
                  </a:extLst>
                </p14:cNvPr>
                <p14:cNvContentPartPr/>
                <p14:nvPr/>
              </p14:nvContentPartPr>
              <p14:xfrm>
                <a:off x="2985461" y="4702301"/>
                <a:ext cx="66960" cy="74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D8E3DF-D3E5-76B7-6A21-7007BE0D3D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67821" y="4684661"/>
                  <a:ext cx="102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2E62C0-852F-BAD0-1168-E989E2EACB1A}"/>
                    </a:ext>
                  </a:extLst>
                </p14:cNvPr>
                <p14:cNvContentPartPr/>
                <p14:nvPr/>
              </p14:nvContentPartPr>
              <p14:xfrm>
                <a:off x="3043421" y="4414301"/>
                <a:ext cx="266400" cy="300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2E62C0-852F-BAD0-1168-E989E2EACB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25421" y="4396301"/>
                  <a:ext cx="302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FDBCC9-0BB7-5F2C-6623-65B26492CEF0}"/>
                    </a:ext>
                  </a:extLst>
                </p14:cNvPr>
                <p14:cNvContentPartPr/>
                <p14:nvPr/>
              </p14:nvContentPartPr>
              <p14:xfrm>
                <a:off x="3336821" y="4125581"/>
                <a:ext cx="202320" cy="257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FDBCC9-0BB7-5F2C-6623-65B26492CE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8821" y="4107581"/>
                  <a:ext cx="23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8A3EEF-FA3C-C6F8-B085-30EECAFEC224}"/>
                    </a:ext>
                  </a:extLst>
                </p14:cNvPr>
                <p14:cNvContentPartPr/>
                <p14:nvPr/>
              </p14:nvContentPartPr>
              <p14:xfrm>
                <a:off x="2909861" y="4827581"/>
                <a:ext cx="23400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8A3EEF-FA3C-C6F8-B085-30EECAFEC2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91861" y="4809581"/>
                  <a:ext cx="269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B3F425-E2A3-F802-6E33-87576E401A25}"/>
                    </a:ext>
                  </a:extLst>
                </p14:cNvPr>
                <p14:cNvContentPartPr/>
                <p14:nvPr/>
              </p14:nvContentPartPr>
              <p14:xfrm>
                <a:off x="3132701" y="5018381"/>
                <a:ext cx="154800" cy="145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B3F425-E2A3-F802-6E33-87576E401A2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14701" y="5000381"/>
                  <a:ext cx="190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4AE984-2F82-85F8-EB3C-35D7E3F4F840}"/>
                    </a:ext>
                  </a:extLst>
                </p14:cNvPr>
                <p14:cNvContentPartPr/>
                <p14:nvPr/>
              </p14:nvContentPartPr>
              <p14:xfrm>
                <a:off x="3303341" y="5179661"/>
                <a:ext cx="206640" cy="22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4AE984-2F82-85F8-EB3C-35D7E3F4F84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85701" y="5162021"/>
                  <a:ext cx="242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4F2CED-4733-D11A-F54B-1F5A0E7F795A}"/>
                    </a:ext>
                  </a:extLst>
                </p14:cNvPr>
                <p14:cNvContentPartPr/>
                <p14:nvPr/>
              </p14:nvContentPartPr>
              <p14:xfrm>
                <a:off x="3565421" y="4112261"/>
                <a:ext cx="416880" cy="34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4F2CED-4733-D11A-F54B-1F5A0E7F795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47781" y="4094261"/>
                  <a:ext cx="452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BDBBD4-6D03-A2B2-0779-DA1D64EC94A8}"/>
                    </a:ext>
                  </a:extLst>
                </p14:cNvPr>
                <p14:cNvContentPartPr/>
                <p14:nvPr/>
              </p14:nvContentPartPr>
              <p14:xfrm>
                <a:off x="3972941" y="4454261"/>
                <a:ext cx="116640" cy="129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BDBBD4-6D03-A2B2-0779-DA1D64EC94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54941" y="4436621"/>
                  <a:ext cx="152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B8549D-C670-4441-64F1-2A4F03762254}"/>
                    </a:ext>
                  </a:extLst>
                </p14:cNvPr>
                <p14:cNvContentPartPr/>
                <p14:nvPr/>
              </p14:nvContentPartPr>
              <p14:xfrm>
                <a:off x="4090661" y="4569821"/>
                <a:ext cx="17964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B8549D-C670-4441-64F1-2A4F037622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72661" y="4552181"/>
                  <a:ext cx="21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D031A8-7B71-372E-5A53-6F640DB0DEAE}"/>
                    </a:ext>
                  </a:extLst>
                </p14:cNvPr>
                <p14:cNvContentPartPr/>
                <p14:nvPr/>
              </p14:nvContentPartPr>
              <p14:xfrm>
                <a:off x="3515021" y="5165621"/>
                <a:ext cx="324720" cy="321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D031A8-7B71-372E-5A53-6F640DB0DE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97021" y="5147981"/>
                  <a:ext cx="360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F132B0-372C-51FD-A493-8CA98E123D01}"/>
                    </a:ext>
                  </a:extLst>
                </p14:cNvPr>
                <p14:cNvContentPartPr/>
                <p14:nvPr/>
              </p14:nvContentPartPr>
              <p14:xfrm>
                <a:off x="3796181" y="5057621"/>
                <a:ext cx="163440" cy="15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F132B0-372C-51FD-A493-8CA98E123D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78181" y="5039981"/>
                  <a:ext cx="199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A3856C-9A1F-27EE-D9BB-7151F6AF0034}"/>
                    </a:ext>
                  </a:extLst>
                </p14:cNvPr>
                <p14:cNvContentPartPr/>
                <p14:nvPr/>
              </p14:nvContentPartPr>
              <p14:xfrm>
                <a:off x="3985541" y="4709861"/>
                <a:ext cx="342720" cy="34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A3856C-9A1F-27EE-D9BB-7151F6AF00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67901" y="4691861"/>
                  <a:ext cx="3783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9E53CA-0A09-F337-B2A3-8A74157FA021}"/>
                    </a:ext>
                  </a:extLst>
                </p14:cNvPr>
                <p14:cNvContentPartPr/>
                <p14:nvPr/>
              </p14:nvContentPartPr>
              <p14:xfrm>
                <a:off x="2973221" y="4811021"/>
                <a:ext cx="337680" cy="2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9E53CA-0A09-F337-B2A3-8A74157FA0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5581" y="4793021"/>
                  <a:ext cx="373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A26052-7DCE-3105-90EA-2D20242D3E50}"/>
                    </a:ext>
                  </a:extLst>
                </p14:cNvPr>
                <p14:cNvContentPartPr/>
                <p14:nvPr/>
              </p14:nvContentPartPr>
              <p14:xfrm>
                <a:off x="3345821" y="4754861"/>
                <a:ext cx="70920" cy="86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A26052-7DCE-3105-90EA-2D20242D3E5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28181" y="4737221"/>
                  <a:ext cx="106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497E07-89DF-3AF9-2CBE-4824A4D41CBC}"/>
                    </a:ext>
                  </a:extLst>
                </p14:cNvPr>
                <p14:cNvContentPartPr/>
                <p14:nvPr/>
              </p14:nvContentPartPr>
              <p14:xfrm>
                <a:off x="3443021" y="4512221"/>
                <a:ext cx="79560" cy="11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497E07-89DF-3AF9-2CBE-4824A4D41C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5021" y="4494581"/>
                  <a:ext cx="115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F5D7E8-D572-55BD-FFB5-D3B747551E6B}"/>
                    </a:ext>
                  </a:extLst>
                </p14:cNvPr>
                <p14:cNvContentPartPr/>
                <p14:nvPr/>
              </p14:nvContentPartPr>
              <p14:xfrm>
                <a:off x="3635981" y="4549661"/>
                <a:ext cx="40680" cy="80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F5D7E8-D572-55BD-FFB5-D3B747551E6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17981" y="4532021"/>
                  <a:ext cx="7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9A2F5B-64EA-A175-C492-7393A17182D0}"/>
                    </a:ext>
                  </a:extLst>
                </p14:cNvPr>
                <p14:cNvContentPartPr/>
                <p14:nvPr/>
              </p14:nvContentPartPr>
              <p14:xfrm>
                <a:off x="3768821" y="4696901"/>
                <a:ext cx="564120" cy="10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9A2F5B-64EA-A175-C492-7393A17182D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50821" y="4678901"/>
                  <a:ext cx="599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D3631E-6D70-F236-EA1E-627256647534}"/>
                    </a:ext>
                  </a:extLst>
                </p14:cNvPr>
                <p14:cNvContentPartPr/>
                <p14:nvPr/>
              </p14:nvContentPartPr>
              <p14:xfrm>
                <a:off x="3744701" y="4766021"/>
                <a:ext cx="53640" cy="9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D3631E-6D70-F236-EA1E-62725664753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27061" y="4748021"/>
                  <a:ext cx="89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35E82C-67AB-CA79-98AA-4B42DDE81543}"/>
                    </a:ext>
                  </a:extLst>
                </p14:cNvPr>
                <p14:cNvContentPartPr/>
                <p14:nvPr/>
              </p14:nvContentPartPr>
              <p14:xfrm>
                <a:off x="3530141" y="3602141"/>
                <a:ext cx="31320" cy="452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35E82C-67AB-CA79-98AA-4B42DDE815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12141" y="3584501"/>
                  <a:ext cx="669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C080BA-C541-E326-9341-25A5CFDBD9B2}"/>
                    </a:ext>
                  </a:extLst>
                </p14:cNvPr>
                <p14:cNvContentPartPr/>
                <p14:nvPr/>
              </p14:nvContentPartPr>
              <p14:xfrm>
                <a:off x="3528341" y="5474501"/>
                <a:ext cx="26280" cy="55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C080BA-C541-E326-9341-25A5CFDBD9B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10341" y="5456501"/>
                  <a:ext cx="6192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3E40D2-0149-B254-428A-B111FF4D15E3}"/>
                    </a:ext>
                  </a:extLst>
                </p14:cNvPr>
                <p14:cNvContentPartPr/>
                <p14:nvPr/>
              </p14:nvContentPartPr>
              <p14:xfrm>
                <a:off x="3415301" y="5994341"/>
                <a:ext cx="261000" cy="22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3E40D2-0149-B254-428A-B111FF4D15E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97301" y="5976701"/>
                  <a:ext cx="296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17515C-FB8C-FD5E-D54D-84442DF7AC2A}"/>
                    </a:ext>
                  </a:extLst>
                </p14:cNvPr>
                <p14:cNvContentPartPr/>
                <p14:nvPr/>
              </p14:nvContentPartPr>
              <p14:xfrm>
                <a:off x="3460301" y="6043661"/>
                <a:ext cx="109800" cy="107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17515C-FB8C-FD5E-D54D-84442DF7AC2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42301" y="6025661"/>
                  <a:ext cx="145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178CEB-5301-4932-FD9A-3FF2A9CF8023}"/>
                    </a:ext>
                  </a:extLst>
                </p14:cNvPr>
                <p14:cNvContentPartPr/>
                <p14:nvPr/>
              </p14:nvContentPartPr>
              <p14:xfrm>
                <a:off x="3578021" y="5977421"/>
                <a:ext cx="64800" cy="14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178CEB-5301-4932-FD9A-3FF2A9CF802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60381" y="5959421"/>
                  <a:ext cx="100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FBA8C9-8754-5ACF-B522-9CA095FF4E67}"/>
                    </a:ext>
                  </a:extLst>
                </p14:cNvPr>
                <p14:cNvContentPartPr/>
                <p14:nvPr/>
              </p14:nvContentPartPr>
              <p14:xfrm>
                <a:off x="3301181" y="3600341"/>
                <a:ext cx="52452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FBA8C9-8754-5ACF-B522-9CA095FF4E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83181" y="3582341"/>
                  <a:ext cx="560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57ECCD-1D9F-B3BD-25ED-13304FD53F49}"/>
                    </a:ext>
                  </a:extLst>
                </p14:cNvPr>
                <p14:cNvContentPartPr/>
                <p14:nvPr/>
              </p14:nvContentPartPr>
              <p14:xfrm>
                <a:off x="3687821" y="5110901"/>
                <a:ext cx="603720" cy="2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57ECCD-1D9F-B3BD-25ED-13304FD53F4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69821" y="5093261"/>
                  <a:ext cx="639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0E5716-7AE6-084E-2A1F-EF5B433D47C1}"/>
                    </a:ext>
                  </a:extLst>
                </p14:cNvPr>
                <p14:cNvContentPartPr/>
                <p14:nvPr/>
              </p14:nvContentPartPr>
              <p14:xfrm>
                <a:off x="4190741" y="5041781"/>
                <a:ext cx="137160" cy="22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0E5716-7AE6-084E-2A1F-EF5B433D47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73101" y="5024141"/>
                  <a:ext cx="17280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11A5986-CD84-8818-E8FB-56784ACB2921}"/>
                  </a:ext>
                </a:extLst>
              </p14:cNvPr>
              <p14:cNvContentPartPr/>
              <p14:nvPr/>
            </p14:nvContentPartPr>
            <p14:xfrm>
              <a:off x="3035896" y="1156166"/>
              <a:ext cx="297000" cy="441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11A5986-CD84-8818-E8FB-56784ACB292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018256" y="1138526"/>
                <a:ext cx="332640" cy="4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383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E4BA-CDD9-8C8B-6C5C-D641968B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Precise thermistor measurement steps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A81C9FC-5599-D148-90D1-997ECE41C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461" y="2209743"/>
            <a:ext cx="6131853" cy="3286132"/>
          </a:xfrm>
          <a:prstGeom prst="rect">
            <a:avLst/>
          </a:prstGeom>
        </p:spPr>
      </p:pic>
      <p:pic>
        <p:nvPicPr>
          <p:cNvPr id="8" name="Picture 7" descr="Chart&#10;&#10;Description automatically generated with medium confidence">
            <a:extLst>
              <a:ext uri="{FF2B5EF4-FFF2-40B4-BE49-F238E27FC236}">
                <a16:creationId xmlns:a16="http://schemas.microsoft.com/office/drawing/2014/main" id="{6F627327-A072-8C2B-DBC4-5BDF7C30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0" y="709326"/>
            <a:ext cx="5340760" cy="19137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08665E-726C-22A8-57A6-6BD1E09D0E64}"/>
              </a:ext>
            </a:extLst>
          </p:cNvPr>
          <p:cNvSpPr/>
          <p:nvPr/>
        </p:nvSpPr>
        <p:spPr>
          <a:xfrm>
            <a:off x="11182332" y="2284951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574A4-6DF7-207C-A9F0-B19F522C3812}"/>
              </a:ext>
            </a:extLst>
          </p:cNvPr>
          <p:cNvSpPr/>
          <p:nvPr/>
        </p:nvSpPr>
        <p:spPr>
          <a:xfrm>
            <a:off x="11017946" y="2952524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126BD3-0529-E7BD-8A76-FBE77AB87DD7}"/>
              </a:ext>
            </a:extLst>
          </p:cNvPr>
          <p:cNvGrpSpPr/>
          <p:nvPr/>
        </p:nvGrpSpPr>
        <p:grpSpPr>
          <a:xfrm>
            <a:off x="7466021" y="1533221"/>
            <a:ext cx="407160" cy="403560"/>
            <a:chOff x="7466021" y="1533221"/>
            <a:chExt cx="4071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936713-10B1-E213-9FC5-9A648EFA97C0}"/>
                    </a:ext>
                  </a:extLst>
                </p14:cNvPr>
                <p14:cNvContentPartPr/>
                <p14:nvPr/>
              </p14:nvContentPartPr>
              <p14:xfrm>
                <a:off x="7494821" y="1558421"/>
                <a:ext cx="46800" cy="343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936713-10B1-E213-9FC5-9A648EFA97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77181" y="1540781"/>
                  <a:ext cx="82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3A1EAE-44F7-49F4-ADCF-A87AF14A4321}"/>
                    </a:ext>
                  </a:extLst>
                </p14:cNvPr>
                <p14:cNvContentPartPr/>
                <p14:nvPr/>
              </p14:nvContentPartPr>
              <p14:xfrm>
                <a:off x="7466021" y="1533221"/>
                <a:ext cx="218880" cy="364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3A1EAE-44F7-49F4-ADCF-A87AF14A43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48021" y="1515221"/>
                  <a:ext cx="254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C9D08A1-70E8-9006-53CA-C29433F0B1FE}"/>
                    </a:ext>
                  </a:extLst>
                </p14:cNvPr>
                <p14:cNvContentPartPr/>
                <p14:nvPr/>
              </p14:nvContentPartPr>
              <p14:xfrm>
                <a:off x="7711181" y="1746341"/>
                <a:ext cx="162000" cy="27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C9D08A1-70E8-9006-53CA-C29433F0B1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93181" y="1728701"/>
                  <a:ext cx="197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61B027-243C-ECE0-BE8C-BDE6FB56C10C}"/>
                    </a:ext>
                  </a:extLst>
                </p14:cNvPr>
                <p14:cNvContentPartPr/>
                <p14:nvPr/>
              </p14:nvContentPartPr>
              <p14:xfrm>
                <a:off x="7818101" y="1745981"/>
                <a:ext cx="19800" cy="19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61B027-243C-ECE0-BE8C-BDE6FB56C1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00461" y="1728341"/>
                  <a:ext cx="5544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0C8277-78D9-DDA3-89A3-C74F4F3D55BD}"/>
              </a:ext>
            </a:extLst>
          </p:cNvPr>
          <p:cNvGrpSpPr/>
          <p:nvPr/>
        </p:nvGrpSpPr>
        <p:grpSpPr>
          <a:xfrm>
            <a:off x="8079461" y="1692341"/>
            <a:ext cx="131040" cy="114120"/>
            <a:chOff x="8079461" y="1692341"/>
            <a:chExt cx="13104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6541CB-424E-A2DF-5B61-DA66A8F010E0}"/>
                    </a:ext>
                  </a:extLst>
                </p14:cNvPr>
                <p14:cNvContentPartPr/>
                <p14:nvPr/>
              </p14:nvContentPartPr>
              <p14:xfrm>
                <a:off x="8079461" y="1692341"/>
                <a:ext cx="95040" cy="19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6541CB-424E-A2DF-5B61-DA66A8F010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1821" y="1674341"/>
                  <a:ext cx="130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25EDCB-A990-AB60-8D28-FC74CB8FA276}"/>
                    </a:ext>
                  </a:extLst>
                </p14:cNvPr>
                <p14:cNvContentPartPr/>
                <p14:nvPr/>
              </p14:nvContentPartPr>
              <p14:xfrm>
                <a:off x="8133101" y="1763621"/>
                <a:ext cx="77400" cy="4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25EDCB-A990-AB60-8D28-FC74CB8FA2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15461" y="1745621"/>
                  <a:ext cx="113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9895E7-BCB2-2DA9-DB7A-F0C046E1029C}"/>
              </a:ext>
            </a:extLst>
          </p:cNvPr>
          <p:cNvGrpSpPr/>
          <p:nvPr/>
        </p:nvGrpSpPr>
        <p:grpSpPr>
          <a:xfrm>
            <a:off x="8397341" y="1359701"/>
            <a:ext cx="988920" cy="570960"/>
            <a:chOff x="8397341" y="1359701"/>
            <a:chExt cx="988920" cy="57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EC4B36-C7A2-1E9D-1AC6-2FEC021E7861}"/>
                    </a:ext>
                  </a:extLst>
                </p14:cNvPr>
                <p14:cNvContentPartPr/>
                <p14:nvPr/>
              </p14:nvContentPartPr>
              <p14:xfrm>
                <a:off x="8397341" y="1585061"/>
                <a:ext cx="39240" cy="316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EC4B36-C7A2-1E9D-1AC6-2FEC021E78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79341" y="1567421"/>
                  <a:ext cx="74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194C9D-FA56-9843-3FB8-1907F79F4468}"/>
                    </a:ext>
                  </a:extLst>
                </p14:cNvPr>
                <p14:cNvContentPartPr/>
                <p14:nvPr/>
              </p14:nvContentPartPr>
              <p14:xfrm>
                <a:off x="8417141" y="1560941"/>
                <a:ext cx="161640" cy="21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194C9D-FA56-9843-3FB8-1907F79F44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9141" y="1542941"/>
                  <a:ext cx="197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BDECB2-8FDE-9794-672A-458FB272EF3E}"/>
                    </a:ext>
                  </a:extLst>
                </p14:cNvPr>
                <p14:cNvContentPartPr/>
                <p14:nvPr/>
              </p14:nvContentPartPr>
              <p14:xfrm>
                <a:off x="8694341" y="1718621"/>
                <a:ext cx="124560" cy="10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BDECB2-8FDE-9794-672A-458FB272EF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6701" y="1700621"/>
                  <a:ext cx="160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DA8F03-6927-1D4A-4A74-6BE702A524D4}"/>
                    </a:ext>
                  </a:extLst>
                </p14:cNvPr>
                <p14:cNvContentPartPr/>
                <p14:nvPr/>
              </p14:nvContentPartPr>
              <p14:xfrm>
                <a:off x="8916821" y="1359701"/>
                <a:ext cx="293400" cy="57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DA8F03-6927-1D4A-4A74-6BE702A524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98821" y="1341701"/>
                  <a:ext cx="3290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7F1592-F8F0-BCCC-7422-32606823A76E}"/>
                    </a:ext>
                  </a:extLst>
                </p14:cNvPr>
                <p14:cNvContentPartPr/>
                <p14:nvPr/>
              </p14:nvContentPartPr>
              <p14:xfrm>
                <a:off x="9166301" y="1678661"/>
                <a:ext cx="28080" cy="5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7F1592-F8F0-BCCC-7422-32606823A7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8301" y="1661021"/>
                  <a:ext cx="63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04092F-75A2-1724-27ED-FACCEC0CCCD7}"/>
                    </a:ext>
                  </a:extLst>
                </p14:cNvPr>
                <p14:cNvContentPartPr/>
                <p14:nvPr/>
              </p14:nvContentPartPr>
              <p14:xfrm>
                <a:off x="9134621" y="1502981"/>
                <a:ext cx="251640" cy="267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04092F-75A2-1724-27ED-FACCEC0CCC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16981" y="1485341"/>
                  <a:ext cx="28728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71433-D7C2-587E-505F-EA6D3953C96D}"/>
              </a:ext>
            </a:extLst>
          </p:cNvPr>
          <p:cNvGrpSpPr/>
          <p:nvPr/>
        </p:nvGrpSpPr>
        <p:grpSpPr>
          <a:xfrm>
            <a:off x="9566621" y="1366901"/>
            <a:ext cx="1092960" cy="553320"/>
            <a:chOff x="9566621" y="1366901"/>
            <a:chExt cx="109296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99DE58-0FEE-0146-09B8-715DB99F8031}"/>
                    </a:ext>
                  </a:extLst>
                </p14:cNvPr>
                <p14:cNvContentPartPr/>
                <p14:nvPr/>
              </p14:nvContentPartPr>
              <p14:xfrm>
                <a:off x="9566621" y="1526021"/>
                <a:ext cx="49680" cy="27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99DE58-0FEE-0146-09B8-715DB99F80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8981" y="1508021"/>
                  <a:ext cx="85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B0E8DE-0BDC-D95E-A2B3-BA1C3BC057A6}"/>
                    </a:ext>
                  </a:extLst>
                </p14:cNvPr>
                <p14:cNvContentPartPr/>
                <p14:nvPr/>
              </p14:nvContentPartPr>
              <p14:xfrm>
                <a:off x="9566981" y="1571021"/>
                <a:ext cx="13896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B0E8DE-0BDC-D95E-A2B3-BA1C3BC057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9341" y="1553021"/>
                  <a:ext cx="174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CF5BC7-6FA3-18DF-8F1A-151049F9211E}"/>
                    </a:ext>
                  </a:extLst>
                </p14:cNvPr>
                <p14:cNvContentPartPr/>
                <p14:nvPr/>
              </p14:nvContentPartPr>
              <p14:xfrm>
                <a:off x="9572021" y="1665701"/>
                <a:ext cx="138960" cy="3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CF5BC7-6FA3-18DF-8F1A-151049F921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54381" y="1648061"/>
                  <a:ext cx="174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1A2EE0-EC56-12B3-2860-499257CC5C4B}"/>
                    </a:ext>
                  </a:extLst>
                </p14:cNvPr>
                <p14:cNvContentPartPr/>
                <p14:nvPr/>
              </p14:nvContentPartPr>
              <p14:xfrm>
                <a:off x="9828341" y="1698101"/>
                <a:ext cx="10440" cy="16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1A2EE0-EC56-12B3-2860-499257CC5C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10701" y="1680101"/>
                  <a:ext cx="46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552D4C-6A00-3571-B1DE-541940F0C0E8}"/>
                    </a:ext>
                  </a:extLst>
                </p14:cNvPr>
                <p14:cNvContentPartPr/>
                <p14:nvPr/>
              </p14:nvContentPartPr>
              <p14:xfrm>
                <a:off x="9930941" y="1562741"/>
                <a:ext cx="17280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552D4C-6A00-3571-B1DE-541940F0C0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12941" y="1544741"/>
                  <a:ext cx="20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F9B2F5-ADAD-0229-B59A-ED36BAA388DB}"/>
                    </a:ext>
                  </a:extLst>
                </p14:cNvPr>
                <p14:cNvContentPartPr/>
                <p14:nvPr/>
              </p14:nvContentPartPr>
              <p14:xfrm>
                <a:off x="10045421" y="1583621"/>
                <a:ext cx="10440" cy="17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F9B2F5-ADAD-0229-B59A-ED36BAA388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27421" y="1565981"/>
                  <a:ext cx="46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B205FE-8468-80BD-7991-38ABF41ABFB5}"/>
                    </a:ext>
                  </a:extLst>
                </p14:cNvPr>
                <p14:cNvContentPartPr/>
                <p14:nvPr/>
              </p14:nvContentPartPr>
              <p14:xfrm>
                <a:off x="10183301" y="1682261"/>
                <a:ext cx="51840" cy="202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B205FE-8468-80BD-7991-38ABF41ABFB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5661" y="1664621"/>
                  <a:ext cx="87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41A162-C9A1-74FA-D400-F6D279BB6936}"/>
                    </a:ext>
                  </a:extLst>
                </p14:cNvPr>
                <p14:cNvContentPartPr/>
                <p14:nvPr/>
              </p14:nvContentPartPr>
              <p14:xfrm>
                <a:off x="10026701" y="1576061"/>
                <a:ext cx="24120" cy="236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41A162-C9A1-74FA-D400-F6D279BB69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8701" y="1558061"/>
                  <a:ext cx="59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608CD7-D40E-0338-8857-516C3D386934}"/>
                    </a:ext>
                  </a:extLst>
                </p14:cNvPr>
                <p14:cNvContentPartPr/>
                <p14:nvPr/>
              </p14:nvContentPartPr>
              <p14:xfrm>
                <a:off x="10031381" y="1545101"/>
                <a:ext cx="97200" cy="25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608CD7-D40E-0338-8857-516C3D3869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13741" y="1527461"/>
                  <a:ext cx="1328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6E8EFE-E4E7-50BB-D647-7906B6E77073}"/>
                    </a:ext>
                  </a:extLst>
                </p14:cNvPr>
                <p14:cNvContentPartPr/>
                <p14:nvPr/>
              </p14:nvContentPartPr>
              <p14:xfrm>
                <a:off x="10330541" y="1568861"/>
                <a:ext cx="258480" cy="158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6E8EFE-E4E7-50BB-D647-7906B6E770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12541" y="1550861"/>
                  <a:ext cx="294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F691D4-BE0C-3F6B-6663-98E4409720A9}"/>
                    </a:ext>
                  </a:extLst>
                </p14:cNvPr>
                <p14:cNvContentPartPr/>
                <p14:nvPr/>
              </p14:nvContentPartPr>
              <p14:xfrm>
                <a:off x="10535741" y="1366901"/>
                <a:ext cx="123840" cy="55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F691D4-BE0C-3F6B-6663-98E4409720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18101" y="1348901"/>
                  <a:ext cx="159480" cy="58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07701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7876-3862-46E8-E98D-6880CBD4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BE1135C5-0DF4-8B58-233F-2BA6AC3D1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453" y="2227982"/>
            <a:ext cx="5619791" cy="3295674"/>
          </a:xfrm>
          <a:prstGeom prst="rect">
            <a:avLst/>
          </a:prstGeom>
        </p:spPr>
      </p:pic>
      <p:pic>
        <p:nvPicPr>
          <p:cNvPr id="12" name="Picture 11" descr="Logo&#10;&#10;Description automatically generated with low confidence">
            <a:extLst>
              <a:ext uri="{FF2B5EF4-FFF2-40B4-BE49-F238E27FC236}">
                <a16:creationId xmlns:a16="http://schemas.microsoft.com/office/drawing/2014/main" id="{B4B3E789-A283-76D8-99C9-C779BA770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344" y="2307660"/>
            <a:ext cx="1155607" cy="376546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089C9ED0-C5EE-E01E-567F-97FC6E1D4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756" y="429988"/>
            <a:ext cx="2380488" cy="809055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B59FC36E-8EAD-A4BB-A304-48D90B825D45}"/>
              </a:ext>
            </a:extLst>
          </p:cNvPr>
          <p:cNvGrpSpPr/>
          <p:nvPr/>
        </p:nvGrpSpPr>
        <p:grpSpPr>
          <a:xfrm>
            <a:off x="7834661" y="3236021"/>
            <a:ext cx="2733120" cy="1171080"/>
            <a:chOff x="7834661" y="3236021"/>
            <a:chExt cx="273312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741C0E-4C28-BE75-7A19-BF7515706F5A}"/>
                    </a:ext>
                  </a:extLst>
                </p14:cNvPr>
                <p14:cNvContentPartPr/>
                <p14:nvPr/>
              </p14:nvContentPartPr>
              <p14:xfrm>
                <a:off x="8433341" y="3442301"/>
                <a:ext cx="70200" cy="37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741C0E-4C28-BE75-7A19-BF7515706F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15701" y="3424661"/>
                  <a:ext cx="1058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53D3F6-C57E-AA1A-6B3A-919D9124D5D8}"/>
                    </a:ext>
                  </a:extLst>
                </p14:cNvPr>
                <p14:cNvContentPartPr/>
                <p14:nvPr/>
              </p14:nvContentPartPr>
              <p14:xfrm>
                <a:off x="8456741" y="3489821"/>
                <a:ext cx="161280" cy="24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53D3F6-C57E-AA1A-6B3A-919D9124D5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39101" y="3472181"/>
                  <a:ext cx="196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7B5A55-1532-555F-BD8A-6ABDD4A1894E}"/>
                    </a:ext>
                  </a:extLst>
                </p14:cNvPr>
                <p14:cNvContentPartPr/>
                <p14:nvPr/>
              </p14:nvContentPartPr>
              <p14:xfrm>
                <a:off x="8440541" y="3750821"/>
                <a:ext cx="99360" cy="50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7B5A55-1532-555F-BD8A-6ABDD4A189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22541" y="3732821"/>
                  <a:ext cx="135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C5F887-E34C-46FE-87EE-F03E29EB1AA2}"/>
                    </a:ext>
                  </a:extLst>
                </p14:cNvPr>
                <p14:cNvContentPartPr/>
                <p14:nvPr/>
              </p14:nvContentPartPr>
              <p14:xfrm>
                <a:off x="8828621" y="3504221"/>
                <a:ext cx="69840" cy="20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C5F887-E34C-46FE-87EE-F03E29EB1A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10621" y="3486221"/>
                  <a:ext cx="105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65B0D7-1AF6-6052-DAFF-073BE347FD06}"/>
                    </a:ext>
                  </a:extLst>
                </p14:cNvPr>
                <p14:cNvContentPartPr/>
                <p14:nvPr/>
              </p14:nvContentPartPr>
              <p14:xfrm>
                <a:off x="8975141" y="3514301"/>
                <a:ext cx="47160" cy="120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65B0D7-1AF6-6052-DAFF-073BE347FD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57141" y="3496301"/>
                  <a:ext cx="82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5BC8F1-B27E-C980-4E15-4648EA114757}"/>
                    </a:ext>
                  </a:extLst>
                </p14:cNvPr>
                <p14:cNvContentPartPr/>
                <p14:nvPr/>
              </p14:nvContentPartPr>
              <p14:xfrm>
                <a:off x="9048941" y="3502061"/>
                <a:ext cx="90360" cy="113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5BC8F1-B27E-C980-4E15-4648EA11475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30941" y="3484061"/>
                  <a:ext cx="126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9414B7-F0C5-A8AA-2419-C7150B0C58BD}"/>
                    </a:ext>
                  </a:extLst>
                </p14:cNvPr>
                <p14:cNvContentPartPr/>
                <p14:nvPr/>
              </p14:nvContentPartPr>
              <p14:xfrm>
                <a:off x="9032021" y="3584501"/>
                <a:ext cx="76320" cy="67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9414B7-F0C5-A8AA-2419-C7150B0C58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14381" y="3566861"/>
                  <a:ext cx="111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1C85A9-85F1-041B-4D22-81D330279FD0}"/>
                    </a:ext>
                  </a:extLst>
                </p14:cNvPr>
                <p14:cNvContentPartPr/>
                <p14:nvPr/>
              </p14:nvContentPartPr>
              <p14:xfrm>
                <a:off x="9196901" y="3446261"/>
                <a:ext cx="86400" cy="160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1C85A9-85F1-041B-4D22-81D330279F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79261" y="3428621"/>
                  <a:ext cx="122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7B444F-5F29-6FD1-2EC2-45978DAD8715}"/>
                    </a:ext>
                  </a:extLst>
                </p14:cNvPr>
                <p14:cNvContentPartPr/>
                <p14:nvPr/>
              </p14:nvContentPartPr>
              <p14:xfrm>
                <a:off x="9324341" y="3455981"/>
                <a:ext cx="71280" cy="119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7B444F-5F29-6FD1-2EC2-45978DAD87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06701" y="3438341"/>
                  <a:ext cx="106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396C19-5A16-A912-8CA1-B7FDC6EAEF13}"/>
                    </a:ext>
                  </a:extLst>
                </p14:cNvPr>
                <p14:cNvContentPartPr/>
                <p14:nvPr/>
              </p14:nvContentPartPr>
              <p14:xfrm>
                <a:off x="9462221" y="3410621"/>
                <a:ext cx="9216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396C19-5A16-A912-8CA1-B7FDC6EAEF1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44581" y="3392981"/>
                  <a:ext cx="127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2D5946-F182-F035-FDB7-EAFE12589A87}"/>
                    </a:ext>
                  </a:extLst>
                </p14:cNvPr>
                <p14:cNvContentPartPr/>
                <p14:nvPr/>
              </p14:nvContentPartPr>
              <p14:xfrm>
                <a:off x="9683981" y="3398021"/>
                <a:ext cx="133920" cy="129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2D5946-F182-F035-FDB7-EAFE12589A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66341" y="3380381"/>
                  <a:ext cx="169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E2F7FD4-CB62-609C-3955-A56F9AA975C8}"/>
                    </a:ext>
                  </a:extLst>
                </p14:cNvPr>
                <p14:cNvContentPartPr/>
                <p14:nvPr/>
              </p14:nvContentPartPr>
              <p14:xfrm>
                <a:off x="9840941" y="3236021"/>
                <a:ext cx="105840" cy="190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E2F7FD4-CB62-609C-3955-A56F9AA975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22941" y="3218381"/>
                  <a:ext cx="14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46D118-AC85-1B64-6612-514F4041C325}"/>
                    </a:ext>
                  </a:extLst>
                </p14:cNvPr>
                <p14:cNvContentPartPr/>
                <p14:nvPr/>
              </p14:nvContentPartPr>
              <p14:xfrm>
                <a:off x="9845261" y="3283901"/>
                <a:ext cx="216720" cy="92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46D118-AC85-1B64-6612-514F4041C3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27621" y="3266261"/>
                  <a:ext cx="252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A17BCE-2F90-A9EC-75E8-1C2F3E748E52}"/>
                    </a:ext>
                  </a:extLst>
                </p14:cNvPr>
                <p14:cNvContentPartPr/>
                <p14:nvPr/>
              </p14:nvContentPartPr>
              <p14:xfrm>
                <a:off x="8274581" y="3506741"/>
                <a:ext cx="2293200" cy="531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A17BCE-2F90-A9EC-75E8-1C2F3E748E5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56941" y="3489101"/>
                  <a:ext cx="23288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F26613-C8A1-B38B-272F-365ECB78B118}"/>
                    </a:ext>
                  </a:extLst>
                </p14:cNvPr>
                <p14:cNvContentPartPr/>
                <p14:nvPr/>
              </p14:nvContentPartPr>
              <p14:xfrm>
                <a:off x="8831141" y="4089221"/>
                <a:ext cx="30240" cy="317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F26613-C8A1-B38B-272F-365ECB78B11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13141" y="4071581"/>
                  <a:ext cx="65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FA26DC-C333-6C56-3C3E-4976874C34D4}"/>
                    </a:ext>
                  </a:extLst>
                </p14:cNvPr>
                <p14:cNvContentPartPr/>
                <p14:nvPr/>
              </p14:nvContentPartPr>
              <p14:xfrm>
                <a:off x="8833301" y="4060781"/>
                <a:ext cx="220320" cy="30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FA26DC-C333-6C56-3C3E-4976874C34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15661" y="4042781"/>
                  <a:ext cx="255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5CAF0E6-6297-F29C-033E-36F89B25BB63}"/>
                    </a:ext>
                  </a:extLst>
                </p14:cNvPr>
                <p14:cNvContentPartPr/>
                <p14:nvPr/>
              </p14:nvContentPartPr>
              <p14:xfrm>
                <a:off x="9172061" y="4037021"/>
                <a:ext cx="189000" cy="159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5CAF0E6-6297-F29C-033E-36F89B25BB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54061" y="4019021"/>
                  <a:ext cx="224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41A44A-38B7-9A08-345A-986FA47C5FA9}"/>
                    </a:ext>
                  </a:extLst>
                </p14:cNvPr>
                <p14:cNvContentPartPr/>
                <p14:nvPr/>
              </p14:nvContentPartPr>
              <p14:xfrm>
                <a:off x="9317501" y="3953861"/>
                <a:ext cx="33120" cy="2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41A44A-38B7-9A08-345A-986FA47C5FA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99861" y="3936221"/>
                  <a:ext cx="68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7066EA-AF24-1EE2-8D51-24F0D00ABA44}"/>
                    </a:ext>
                  </a:extLst>
                </p14:cNvPr>
                <p14:cNvContentPartPr/>
                <p14:nvPr/>
              </p14:nvContentPartPr>
              <p14:xfrm>
                <a:off x="9456821" y="3986981"/>
                <a:ext cx="241560" cy="178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7066EA-AF24-1EE2-8D51-24F0D00ABA4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38821" y="3968981"/>
                  <a:ext cx="27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F72929-DFD7-BA01-A304-926F7AC8ABBC}"/>
                    </a:ext>
                  </a:extLst>
                </p14:cNvPr>
                <p14:cNvContentPartPr/>
                <p14:nvPr/>
              </p14:nvContentPartPr>
              <p14:xfrm>
                <a:off x="9647981" y="3894461"/>
                <a:ext cx="48240" cy="119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F72929-DFD7-BA01-A304-926F7AC8ABB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29981" y="3876821"/>
                  <a:ext cx="83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635AD6-ECFB-0001-429B-31DB6B3044B3}"/>
                    </a:ext>
                  </a:extLst>
                </p14:cNvPr>
                <p14:cNvContentPartPr/>
                <p14:nvPr/>
              </p14:nvContentPartPr>
              <p14:xfrm>
                <a:off x="9710621" y="3946661"/>
                <a:ext cx="156600" cy="196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635AD6-ECFB-0001-429B-31DB6B3044B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92621" y="3928661"/>
                  <a:ext cx="192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9301C01-9DBA-3C7B-C065-242E206E0C88}"/>
                    </a:ext>
                  </a:extLst>
                </p14:cNvPr>
                <p14:cNvContentPartPr/>
                <p14:nvPr/>
              </p14:nvContentPartPr>
              <p14:xfrm>
                <a:off x="9862541" y="3824981"/>
                <a:ext cx="179640" cy="21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9301C01-9DBA-3C7B-C065-242E206E0C8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44541" y="3806981"/>
                  <a:ext cx="215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32D46A-45C6-0E6D-9DEB-77FEF2D4E085}"/>
                    </a:ext>
                  </a:extLst>
                </p14:cNvPr>
                <p14:cNvContentPartPr/>
                <p14:nvPr/>
              </p14:nvContentPartPr>
              <p14:xfrm>
                <a:off x="7834661" y="4053221"/>
                <a:ext cx="149400" cy="6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32D46A-45C6-0E6D-9DEB-77FEF2D4E0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817021" y="4035221"/>
                  <a:ext cx="185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0C7DB4-B16B-8BBD-8354-EE86B174A9DF}"/>
                    </a:ext>
                  </a:extLst>
                </p14:cNvPr>
                <p14:cNvContentPartPr/>
                <p14:nvPr/>
              </p14:nvContentPartPr>
              <p14:xfrm>
                <a:off x="7937981" y="4082381"/>
                <a:ext cx="102600" cy="84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0C7DB4-B16B-8BBD-8354-EE86B174A9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19981" y="4064741"/>
                  <a:ext cx="13824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EA6E8DA-AD03-B8CD-F0C6-514863BC56DE}"/>
                  </a:ext>
                </a:extLst>
              </p14:cNvPr>
              <p14:cNvContentPartPr/>
              <p14:nvPr/>
            </p14:nvContentPartPr>
            <p14:xfrm>
              <a:off x="7211141" y="4229981"/>
              <a:ext cx="163440" cy="284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EA6E8DA-AD03-B8CD-F0C6-514863BC56D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193141" y="4212341"/>
                <a:ext cx="19908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52530693-74E3-1D42-BBF6-CD7F28E966E2}"/>
              </a:ext>
            </a:extLst>
          </p:cNvPr>
          <p:cNvGrpSpPr/>
          <p:nvPr/>
        </p:nvGrpSpPr>
        <p:grpSpPr>
          <a:xfrm>
            <a:off x="4294456" y="1336526"/>
            <a:ext cx="2467440" cy="511560"/>
            <a:chOff x="4294456" y="1336526"/>
            <a:chExt cx="246744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C7F3AC5-B800-B1BF-5004-430A68378C2B}"/>
                    </a:ext>
                  </a:extLst>
                </p14:cNvPr>
                <p14:cNvContentPartPr/>
                <p14:nvPr/>
              </p14:nvContentPartPr>
              <p14:xfrm>
                <a:off x="4294456" y="1379366"/>
                <a:ext cx="235080" cy="338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C7F3AC5-B800-B1BF-5004-430A68378C2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76456" y="1361366"/>
                  <a:ext cx="2707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97E351-C08C-9EF7-EB07-C5A296F8F169}"/>
                    </a:ext>
                  </a:extLst>
                </p14:cNvPr>
                <p14:cNvContentPartPr/>
                <p14:nvPr/>
              </p14:nvContentPartPr>
              <p14:xfrm>
                <a:off x="4646896" y="1496366"/>
                <a:ext cx="428400" cy="16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97E351-C08C-9EF7-EB07-C5A296F8F16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629256" y="1478726"/>
                  <a:ext cx="464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B2F175-8AD4-42F6-089B-53D44F6819A0}"/>
                    </a:ext>
                  </a:extLst>
                </p14:cNvPr>
                <p14:cNvContentPartPr/>
                <p14:nvPr/>
              </p14:nvContentPartPr>
              <p14:xfrm>
                <a:off x="5189416" y="1471886"/>
                <a:ext cx="129960" cy="225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B2F175-8AD4-42F6-089B-53D44F6819A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71416" y="1453886"/>
                  <a:ext cx="1656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71AD3D-E32E-D2D0-4FCE-C035BD8EDB2C}"/>
                    </a:ext>
                  </a:extLst>
                </p14:cNvPr>
                <p14:cNvContentPartPr/>
                <p14:nvPr/>
              </p14:nvContentPartPr>
              <p14:xfrm>
                <a:off x="5395696" y="1538126"/>
                <a:ext cx="55800" cy="120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71AD3D-E32E-D2D0-4FCE-C035BD8EDB2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77696" y="1520126"/>
                  <a:ext cx="91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271B3F-0776-AE80-DE83-3048F3CB933E}"/>
                    </a:ext>
                  </a:extLst>
                </p14:cNvPr>
                <p14:cNvContentPartPr/>
                <p14:nvPr/>
              </p14:nvContentPartPr>
              <p14:xfrm>
                <a:off x="5446096" y="1366766"/>
                <a:ext cx="11160" cy="74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271B3F-0776-AE80-DE83-3048F3CB933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28456" y="1348766"/>
                  <a:ext cx="46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CB52EB-DA3B-9088-29FA-BB446CE9E4A6}"/>
                    </a:ext>
                  </a:extLst>
                </p14:cNvPr>
                <p14:cNvContentPartPr/>
                <p14:nvPr/>
              </p14:nvContentPartPr>
              <p14:xfrm>
                <a:off x="5641576" y="1346246"/>
                <a:ext cx="55800" cy="30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CB52EB-DA3B-9088-29FA-BB446CE9E4A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23576" y="1328246"/>
                  <a:ext cx="914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BDADC2-D62F-6925-9AE9-200688788642}"/>
                    </a:ext>
                  </a:extLst>
                </p14:cNvPr>
                <p14:cNvContentPartPr/>
                <p14:nvPr/>
              </p14:nvContentPartPr>
              <p14:xfrm>
                <a:off x="5627176" y="1518686"/>
                <a:ext cx="231480" cy="8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BDADC2-D62F-6925-9AE9-2006887886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09536" y="1501046"/>
                  <a:ext cx="267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C28422-5579-9B97-6E79-DFA2AD7A460D}"/>
                    </a:ext>
                  </a:extLst>
                </p14:cNvPr>
                <p14:cNvContentPartPr/>
                <p14:nvPr/>
              </p14:nvContentPartPr>
              <p14:xfrm>
                <a:off x="5848936" y="1376486"/>
                <a:ext cx="12240" cy="59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C28422-5579-9B97-6E79-DFA2AD7A460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30936" y="1358486"/>
                  <a:ext cx="47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3C133C-05B6-6645-53E8-7BD68C398DB8}"/>
                    </a:ext>
                  </a:extLst>
                </p14:cNvPr>
                <p14:cNvContentPartPr/>
                <p14:nvPr/>
              </p14:nvContentPartPr>
              <p14:xfrm>
                <a:off x="5988256" y="1456406"/>
                <a:ext cx="92160" cy="124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3C133C-05B6-6645-53E8-7BD68C398DB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70256" y="1438766"/>
                  <a:ext cx="127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A7FB23-C54F-174D-A207-24D80A010748}"/>
                    </a:ext>
                  </a:extLst>
                </p14:cNvPr>
                <p14:cNvContentPartPr/>
                <p14:nvPr/>
              </p14:nvContentPartPr>
              <p14:xfrm>
                <a:off x="6264016" y="1489886"/>
                <a:ext cx="32040" cy="98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A7FB23-C54F-174D-A207-24D80A01074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46016" y="1472246"/>
                  <a:ext cx="67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6CDAB9-9D61-87B2-06FA-04A8DC87DEE5}"/>
                    </a:ext>
                  </a:extLst>
                </p14:cNvPr>
                <p14:cNvContentPartPr/>
                <p14:nvPr/>
              </p14:nvContentPartPr>
              <p14:xfrm>
                <a:off x="6216496" y="1350926"/>
                <a:ext cx="32400" cy="53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6CDAB9-9D61-87B2-06FA-04A8DC87DE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98856" y="1332926"/>
                  <a:ext cx="68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825189-504A-A7E2-F4F9-22D11DE852FE}"/>
                    </a:ext>
                  </a:extLst>
                </p14:cNvPr>
                <p14:cNvContentPartPr/>
                <p14:nvPr/>
              </p14:nvContentPartPr>
              <p14:xfrm>
                <a:off x="6407656" y="1336526"/>
                <a:ext cx="83880" cy="26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825189-504A-A7E2-F4F9-22D11DE852F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90016" y="1318886"/>
                  <a:ext cx="119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7ADA9F-B559-87B1-C5C2-FD8AF72C071D}"/>
                    </a:ext>
                  </a:extLst>
                </p14:cNvPr>
                <p14:cNvContentPartPr/>
                <p14:nvPr/>
              </p14:nvContentPartPr>
              <p14:xfrm>
                <a:off x="6408736" y="1445246"/>
                <a:ext cx="353160" cy="402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7ADA9F-B559-87B1-C5C2-FD8AF72C071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90736" y="1427606"/>
                  <a:ext cx="38880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DD9541-BA4C-6518-15B1-F74982CFE78F}"/>
              </a:ext>
            </a:extLst>
          </p:cNvPr>
          <p:cNvGrpSpPr/>
          <p:nvPr/>
        </p:nvGrpSpPr>
        <p:grpSpPr>
          <a:xfrm>
            <a:off x="6977176" y="1517606"/>
            <a:ext cx="109800" cy="99000"/>
            <a:chOff x="6977176" y="1517606"/>
            <a:chExt cx="10980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40BF2A-615E-ACEA-5CB6-6A8F130FE08F}"/>
                    </a:ext>
                  </a:extLst>
                </p14:cNvPr>
                <p14:cNvContentPartPr/>
                <p14:nvPr/>
              </p14:nvContentPartPr>
              <p14:xfrm>
                <a:off x="6977176" y="1517606"/>
                <a:ext cx="53640" cy="7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40BF2A-615E-ACEA-5CB6-6A8F130FE08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59536" y="1499966"/>
                  <a:ext cx="89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B73A56-FA39-0AF9-3A22-EC5AD53590F1}"/>
                    </a:ext>
                  </a:extLst>
                </p14:cNvPr>
                <p14:cNvContentPartPr/>
                <p14:nvPr/>
              </p14:nvContentPartPr>
              <p14:xfrm>
                <a:off x="7004536" y="1586366"/>
                <a:ext cx="82440" cy="30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B73A56-FA39-0AF9-3A22-EC5AD53590F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6896" y="1568366"/>
                  <a:ext cx="11808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144AE0D-8CE3-94D4-4FB9-CD0978B855DC}"/>
              </a:ext>
            </a:extLst>
          </p:cNvPr>
          <p:cNvGrpSpPr/>
          <p:nvPr/>
        </p:nvGrpSpPr>
        <p:grpSpPr>
          <a:xfrm>
            <a:off x="7476856" y="998846"/>
            <a:ext cx="2766600" cy="525600"/>
            <a:chOff x="7476856" y="998846"/>
            <a:chExt cx="276660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F7D0A26-C6B4-63D6-85A3-A4EF492574C3}"/>
                    </a:ext>
                  </a:extLst>
                </p14:cNvPr>
                <p14:cNvContentPartPr/>
                <p14:nvPr/>
              </p14:nvContentPartPr>
              <p14:xfrm>
                <a:off x="7543816" y="1000286"/>
                <a:ext cx="37080" cy="303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F7D0A26-C6B4-63D6-85A3-A4EF492574C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25816" y="982286"/>
                  <a:ext cx="727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783B73-11E2-656C-0D44-0CB39225030E}"/>
                    </a:ext>
                  </a:extLst>
                </p14:cNvPr>
                <p14:cNvContentPartPr/>
                <p14:nvPr/>
              </p14:nvContentPartPr>
              <p14:xfrm>
                <a:off x="7580896" y="1007846"/>
                <a:ext cx="210600" cy="31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783B73-11E2-656C-0D44-0CB39225030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62896" y="989846"/>
                  <a:ext cx="246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2415568-0141-E02F-A95F-36AE50B7D5A8}"/>
                    </a:ext>
                  </a:extLst>
                </p14:cNvPr>
                <p14:cNvContentPartPr/>
                <p14:nvPr/>
              </p14:nvContentPartPr>
              <p14:xfrm>
                <a:off x="8033776" y="1124846"/>
                <a:ext cx="123120" cy="167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2415568-0141-E02F-A95F-36AE50B7D5A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15776" y="1106846"/>
                  <a:ext cx="158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0B9A68-CDC1-69F8-28F9-4CAE54DA68AF}"/>
                    </a:ext>
                  </a:extLst>
                </p14:cNvPr>
                <p14:cNvContentPartPr/>
                <p14:nvPr/>
              </p14:nvContentPartPr>
              <p14:xfrm>
                <a:off x="8260936" y="1160486"/>
                <a:ext cx="213120" cy="103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0B9A68-CDC1-69F8-28F9-4CAE54DA68A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43296" y="1142846"/>
                  <a:ext cx="248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58D0002-EA7A-4602-CB33-75553A74A02D}"/>
                    </a:ext>
                  </a:extLst>
                </p14:cNvPr>
                <p14:cNvContentPartPr/>
                <p14:nvPr/>
              </p14:nvContentPartPr>
              <p14:xfrm>
                <a:off x="8560456" y="1010366"/>
                <a:ext cx="65520" cy="294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58D0002-EA7A-4602-CB33-75553A74A02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542816" y="992726"/>
                  <a:ext cx="101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5E6D5B4-C986-D4A7-5ADD-03BD1A31492B}"/>
                    </a:ext>
                  </a:extLst>
                </p14:cNvPr>
                <p14:cNvContentPartPr/>
                <p14:nvPr/>
              </p14:nvContentPartPr>
              <p14:xfrm>
                <a:off x="8529136" y="1138886"/>
                <a:ext cx="145080" cy="20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5E6D5B4-C986-D4A7-5ADD-03BD1A31492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11136" y="1120886"/>
                  <a:ext cx="180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AB3D43-C22F-1562-AC77-54025A9EC948}"/>
                    </a:ext>
                  </a:extLst>
                </p14:cNvPr>
                <p14:cNvContentPartPr/>
                <p14:nvPr/>
              </p14:nvContentPartPr>
              <p14:xfrm>
                <a:off x="8799136" y="1150766"/>
                <a:ext cx="50760" cy="171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BAB3D43-C22F-1562-AC77-54025A9EC94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81496" y="1132766"/>
                  <a:ext cx="86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F787AD3-FBEB-DE35-ABB9-5F7EB8D2D5CB}"/>
                    </a:ext>
                  </a:extLst>
                </p14:cNvPr>
                <p14:cNvContentPartPr/>
                <p14:nvPr/>
              </p14:nvContentPartPr>
              <p14:xfrm>
                <a:off x="8839456" y="1105406"/>
                <a:ext cx="82440" cy="122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F787AD3-FBEB-DE35-ABB9-5F7EB8D2D5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821816" y="1087406"/>
                  <a:ext cx="118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877AF5C-2D7B-702F-E3D1-6230ABB5FC6E}"/>
                    </a:ext>
                  </a:extLst>
                </p14:cNvPr>
                <p14:cNvContentPartPr/>
                <p14:nvPr/>
              </p14:nvContentPartPr>
              <p14:xfrm>
                <a:off x="8985256" y="1147526"/>
                <a:ext cx="185760" cy="7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877AF5C-2D7B-702F-E3D1-6230ABB5FC6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67256" y="1129526"/>
                  <a:ext cx="22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4E021C-99EA-10D9-98F8-30BAF41C75F7}"/>
                    </a:ext>
                  </a:extLst>
                </p14:cNvPr>
                <p14:cNvContentPartPr/>
                <p14:nvPr/>
              </p14:nvContentPartPr>
              <p14:xfrm>
                <a:off x="9262456" y="998846"/>
                <a:ext cx="52560" cy="28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4E021C-99EA-10D9-98F8-30BAF41C75F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244816" y="981206"/>
                  <a:ext cx="88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DF60D6-0658-E61C-EC5A-934B39341D18}"/>
                    </a:ext>
                  </a:extLst>
                </p14:cNvPr>
                <p14:cNvContentPartPr/>
                <p14:nvPr/>
              </p14:nvContentPartPr>
              <p14:xfrm>
                <a:off x="9258856" y="1125566"/>
                <a:ext cx="285120" cy="23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DF60D6-0658-E61C-EC5A-934B39341D1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240856" y="1107926"/>
                  <a:ext cx="320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8B7E209-C303-ACE4-45E8-E86D5A9FFFA7}"/>
                    </a:ext>
                  </a:extLst>
                </p14:cNvPr>
                <p14:cNvContentPartPr/>
                <p14:nvPr/>
              </p14:nvContentPartPr>
              <p14:xfrm>
                <a:off x="7476856" y="1378646"/>
                <a:ext cx="2766600" cy="145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8B7E209-C303-ACE4-45E8-E86D5A9FFFA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58856" y="1360646"/>
                  <a:ext cx="28022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1BC1C1A-EC7C-B235-A97D-EC95ECA630BF}"/>
              </a:ext>
            </a:extLst>
          </p:cNvPr>
          <p:cNvGrpSpPr/>
          <p:nvPr/>
        </p:nvGrpSpPr>
        <p:grpSpPr>
          <a:xfrm>
            <a:off x="7673416" y="1717766"/>
            <a:ext cx="234360" cy="349560"/>
            <a:chOff x="7673416" y="1717766"/>
            <a:chExt cx="23436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6F18A2-9656-76FF-3927-195C521D6C69}"/>
                    </a:ext>
                  </a:extLst>
                </p14:cNvPr>
                <p14:cNvContentPartPr/>
                <p14:nvPr/>
              </p14:nvContentPartPr>
              <p14:xfrm>
                <a:off x="7683496" y="1717766"/>
                <a:ext cx="60480" cy="331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6F18A2-9656-76FF-3927-195C521D6C6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665856" y="1699766"/>
                  <a:ext cx="96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C150D12-5B8F-FB6F-8DCA-7F57B316A312}"/>
                    </a:ext>
                  </a:extLst>
                </p14:cNvPr>
                <p14:cNvContentPartPr/>
                <p14:nvPr/>
              </p14:nvContentPartPr>
              <p14:xfrm>
                <a:off x="7673416" y="1780406"/>
                <a:ext cx="234360" cy="286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C150D12-5B8F-FB6F-8DCA-7F57B316A31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55416" y="1762406"/>
                  <a:ext cx="27000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CC34B3B-B1B4-BF7A-5502-5F372FA23BD3}"/>
              </a:ext>
            </a:extLst>
          </p:cNvPr>
          <p:cNvGrpSpPr/>
          <p:nvPr/>
        </p:nvGrpSpPr>
        <p:grpSpPr>
          <a:xfrm>
            <a:off x="8243656" y="1733606"/>
            <a:ext cx="1163880" cy="360000"/>
            <a:chOff x="8243656" y="1733606"/>
            <a:chExt cx="116388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6149252-17D1-B375-423C-8429505EC176}"/>
                    </a:ext>
                  </a:extLst>
                </p14:cNvPr>
                <p14:cNvContentPartPr/>
                <p14:nvPr/>
              </p14:nvContentPartPr>
              <p14:xfrm>
                <a:off x="8287576" y="1900646"/>
                <a:ext cx="39600" cy="116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6149252-17D1-B375-423C-8429505EC17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69936" y="1882646"/>
                  <a:ext cx="75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7909C8-055E-6FBE-E5F9-5274F8B24D0D}"/>
                    </a:ext>
                  </a:extLst>
                </p14:cNvPr>
                <p14:cNvContentPartPr/>
                <p14:nvPr/>
              </p14:nvContentPartPr>
              <p14:xfrm>
                <a:off x="8243656" y="1753766"/>
                <a:ext cx="42840" cy="34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7909C8-055E-6FBE-E5F9-5274F8B24D0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225656" y="1735766"/>
                  <a:ext cx="7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B80F7F-C551-D635-6163-A31670519279}"/>
                    </a:ext>
                  </a:extLst>
                </p14:cNvPr>
                <p14:cNvContentPartPr/>
                <p14:nvPr/>
              </p14:nvContentPartPr>
              <p14:xfrm>
                <a:off x="8410696" y="1875446"/>
                <a:ext cx="163440" cy="69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B80F7F-C551-D635-6163-A3167051927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92696" y="1857806"/>
                  <a:ext cx="199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B76D30B-3B68-6B0B-29C5-32263B4A2584}"/>
                    </a:ext>
                  </a:extLst>
                </p14:cNvPr>
                <p14:cNvContentPartPr/>
                <p14:nvPr/>
              </p14:nvContentPartPr>
              <p14:xfrm>
                <a:off x="8678176" y="1875446"/>
                <a:ext cx="43560" cy="218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B76D30B-3B68-6B0B-29C5-32263B4A258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60176" y="1857806"/>
                  <a:ext cx="792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ABD2646-4F1E-4737-D3A7-74881BD51B97}"/>
                    </a:ext>
                  </a:extLst>
                </p14:cNvPr>
                <p14:cNvContentPartPr/>
                <p14:nvPr/>
              </p14:nvContentPartPr>
              <p14:xfrm>
                <a:off x="8637856" y="1849886"/>
                <a:ext cx="147600" cy="9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ABD2646-4F1E-4737-D3A7-74881BD51B9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19856" y="1832246"/>
                  <a:ext cx="183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6199B8F-AEFA-20DB-065A-A9C0F3FFD994}"/>
                    </a:ext>
                  </a:extLst>
                </p14:cNvPr>
                <p14:cNvContentPartPr/>
                <p14:nvPr/>
              </p14:nvContentPartPr>
              <p14:xfrm>
                <a:off x="8875816" y="1733606"/>
                <a:ext cx="262440" cy="244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6199B8F-AEFA-20DB-065A-A9C0F3FFD99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857816" y="1715966"/>
                  <a:ext cx="298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6A2E81D-B712-F4C4-78F0-FE8020066CA0}"/>
                    </a:ext>
                  </a:extLst>
                </p14:cNvPr>
                <p14:cNvContentPartPr/>
                <p14:nvPr/>
              </p14:nvContentPartPr>
              <p14:xfrm>
                <a:off x="9039616" y="1843406"/>
                <a:ext cx="179280" cy="24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6A2E81D-B712-F4C4-78F0-FE8020066CA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21616" y="1825766"/>
                  <a:ext cx="214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B4E54C-5AE9-F251-6C55-0C0B43EBB762}"/>
                    </a:ext>
                  </a:extLst>
                </p14:cNvPr>
                <p14:cNvContentPartPr/>
                <p14:nvPr/>
              </p14:nvContentPartPr>
              <p14:xfrm>
                <a:off x="9405016" y="1846646"/>
                <a:ext cx="2520" cy="1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5B4E54C-5AE9-F251-6C55-0C0B43EBB76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87016" y="1829006"/>
                  <a:ext cx="3816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26A07D3-225B-FA09-DC27-0ADFD1FFB2A8}"/>
                  </a:ext>
                </a:extLst>
              </p14:cNvPr>
              <p14:cNvContentPartPr/>
              <p14:nvPr/>
            </p14:nvContentPartPr>
            <p14:xfrm>
              <a:off x="3603616" y="5813126"/>
              <a:ext cx="309240" cy="3801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26A07D3-225B-FA09-DC27-0ADFD1FFB2A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585616" y="5795486"/>
                <a:ext cx="34488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5370FCB7-DAA2-FBC0-17C8-457C2CF8D49B}"/>
              </a:ext>
            </a:extLst>
          </p:cNvPr>
          <p:cNvGrpSpPr/>
          <p:nvPr/>
        </p:nvGrpSpPr>
        <p:grpSpPr>
          <a:xfrm>
            <a:off x="4086376" y="5858846"/>
            <a:ext cx="1382760" cy="363960"/>
            <a:chOff x="4086376" y="5858846"/>
            <a:chExt cx="13827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D088368-3D7C-4EF1-1E9A-BA6A1F8C0828}"/>
                    </a:ext>
                  </a:extLst>
                </p14:cNvPr>
                <p14:cNvContentPartPr/>
                <p14:nvPr/>
              </p14:nvContentPartPr>
              <p14:xfrm>
                <a:off x="4086376" y="5858846"/>
                <a:ext cx="51480" cy="308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D088368-3D7C-4EF1-1E9A-BA6A1F8C082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068736" y="5840846"/>
                  <a:ext cx="871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2A9103-1C81-937B-D730-77D448116E3F}"/>
                    </a:ext>
                  </a:extLst>
                </p14:cNvPr>
                <p14:cNvContentPartPr/>
                <p14:nvPr/>
              </p14:nvContentPartPr>
              <p14:xfrm>
                <a:off x="4278256" y="6020126"/>
                <a:ext cx="230040" cy="124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2A9103-1C81-937B-D730-77D448116E3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260256" y="6002126"/>
                  <a:ext cx="265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16473FE-BDC5-EC39-50A4-326ECADEB0C3}"/>
                    </a:ext>
                  </a:extLst>
                </p14:cNvPr>
                <p14:cNvContentPartPr/>
                <p14:nvPr/>
              </p14:nvContentPartPr>
              <p14:xfrm>
                <a:off x="4636456" y="5996366"/>
                <a:ext cx="55080" cy="151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16473FE-BDC5-EC39-50A4-326ECADEB0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618456" y="5978366"/>
                  <a:ext cx="90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7E59B2A-9323-6A68-9C7F-55BB46D09FF4}"/>
                    </a:ext>
                  </a:extLst>
                </p14:cNvPr>
                <p14:cNvContentPartPr/>
                <p14:nvPr/>
              </p14:nvContentPartPr>
              <p14:xfrm>
                <a:off x="4803496" y="6037766"/>
                <a:ext cx="105120" cy="78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7E59B2A-9323-6A68-9C7F-55BB46D09FF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85856" y="6019766"/>
                  <a:ext cx="140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76298A3-CCF5-4E75-54FD-854BDA21225B}"/>
                    </a:ext>
                  </a:extLst>
                </p14:cNvPr>
                <p14:cNvContentPartPr/>
                <p14:nvPr/>
              </p14:nvContentPartPr>
              <p14:xfrm>
                <a:off x="5019136" y="6006806"/>
                <a:ext cx="118080" cy="216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76298A3-CCF5-4E75-54FD-854BDA21225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001136" y="5989166"/>
                  <a:ext cx="153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650C425-0153-A51A-FD9D-BB9477F66CE6}"/>
                    </a:ext>
                  </a:extLst>
                </p14:cNvPr>
                <p14:cNvContentPartPr/>
                <p14:nvPr/>
              </p14:nvContentPartPr>
              <p14:xfrm>
                <a:off x="5271136" y="6040646"/>
                <a:ext cx="198000" cy="159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650C425-0153-A51A-FD9D-BB9477F66CE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253496" y="6023006"/>
                  <a:ext cx="23364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0B3A802-CD30-DD8A-475A-D3D77C67265F}"/>
              </a:ext>
            </a:extLst>
          </p:cNvPr>
          <p:cNvGrpSpPr/>
          <p:nvPr/>
        </p:nvGrpSpPr>
        <p:grpSpPr>
          <a:xfrm>
            <a:off x="5918056" y="5863166"/>
            <a:ext cx="2260440" cy="318960"/>
            <a:chOff x="5918056" y="5863166"/>
            <a:chExt cx="226044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6FEEC5-EF1E-9354-6823-3DBE57DAEFAE}"/>
                    </a:ext>
                  </a:extLst>
                </p14:cNvPr>
                <p14:cNvContentPartPr/>
                <p14:nvPr/>
              </p14:nvContentPartPr>
              <p14:xfrm>
                <a:off x="5918056" y="5979806"/>
                <a:ext cx="121680" cy="197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6FEEC5-EF1E-9354-6823-3DBE57DAEFA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900416" y="5961806"/>
                  <a:ext cx="157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F0488F-9496-1464-03A9-92A3A74E2815}"/>
                    </a:ext>
                  </a:extLst>
                </p14:cNvPr>
                <p14:cNvContentPartPr/>
                <p14:nvPr/>
              </p14:nvContentPartPr>
              <p14:xfrm>
                <a:off x="6148816" y="5998886"/>
                <a:ext cx="105480" cy="125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F0488F-9496-1464-03A9-92A3A74E281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30816" y="5981246"/>
                  <a:ext cx="141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6A1A362-4C21-F709-8939-47A6DF919AC2}"/>
                    </a:ext>
                  </a:extLst>
                </p14:cNvPr>
                <p14:cNvContentPartPr/>
                <p14:nvPr/>
              </p14:nvContentPartPr>
              <p14:xfrm>
                <a:off x="6321976" y="6037766"/>
                <a:ext cx="165600" cy="11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6A1A362-4C21-F709-8939-47A6DF919AC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04336" y="6020126"/>
                  <a:ext cx="2012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51487F-0125-ED8C-8BD4-BC6DB87AC6D3}"/>
                    </a:ext>
                  </a:extLst>
                </p14:cNvPr>
                <p14:cNvContentPartPr/>
                <p14:nvPr/>
              </p14:nvContentPartPr>
              <p14:xfrm>
                <a:off x="6628696" y="6019406"/>
                <a:ext cx="88560" cy="162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51487F-0125-ED8C-8BD4-BC6DB87AC6D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11056" y="6001406"/>
                  <a:ext cx="124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D6F5463-2E03-666D-A315-EE1A2487C41C}"/>
                    </a:ext>
                  </a:extLst>
                </p14:cNvPr>
                <p14:cNvContentPartPr/>
                <p14:nvPr/>
              </p14:nvContentPartPr>
              <p14:xfrm>
                <a:off x="6887176" y="6134966"/>
                <a:ext cx="25920" cy="46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D6F5463-2E03-666D-A315-EE1A2487C41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869176" y="6116966"/>
                  <a:ext cx="61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7741D3A-2591-390B-E558-A35EC59BCFA2}"/>
                    </a:ext>
                  </a:extLst>
                </p14:cNvPr>
                <p14:cNvContentPartPr/>
                <p14:nvPr/>
              </p14:nvContentPartPr>
              <p14:xfrm>
                <a:off x="7140616" y="5931566"/>
                <a:ext cx="1001880" cy="92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7741D3A-2591-390B-E558-A35EC59BCFA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122976" y="5913566"/>
                  <a:ext cx="1037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76B5F81-B95E-8EC1-4F00-9C40C88F599B}"/>
                    </a:ext>
                  </a:extLst>
                </p14:cNvPr>
                <p14:cNvContentPartPr/>
                <p14:nvPr/>
              </p14:nvContentPartPr>
              <p14:xfrm>
                <a:off x="7990576" y="5863166"/>
                <a:ext cx="187920" cy="255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76B5F81-B95E-8EC1-4F00-9C40C88F599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972576" y="5845166"/>
                  <a:ext cx="22356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7457C94-5A69-3B44-06E1-B2B6A6EFDE4C}"/>
              </a:ext>
            </a:extLst>
          </p:cNvPr>
          <p:cNvGrpSpPr/>
          <p:nvPr/>
        </p:nvGrpSpPr>
        <p:grpSpPr>
          <a:xfrm>
            <a:off x="2561056" y="5801246"/>
            <a:ext cx="748080" cy="467280"/>
            <a:chOff x="2561056" y="5801246"/>
            <a:chExt cx="74808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9C5B1C6-41F9-4F1C-4212-6064AE4F2EDC}"/>
                    </a:ext>
                  </a:extLst>
                </p14:cNvPr>
                <p14:cNvContentPartPr/>
                <p14:nvPr/>
              </p14:nvContentPartPr>
              <p14:xfrm>
                <a:off x="2561056" y="5801246"/>
                <a:ext cx="250200" cy="409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9C5B1C6-41F9-4F1C-4212-6064AE4F2E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43056" y="5783246"/>
                  <a:ext cx="2858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A8D8825-148E-152D-FF91-B3B5A7F69B32}"/>
                    </a:ext>
                  </a:extLst>
                </p14:cNvPr>
                <p14:cNvContentPartPr/>
                <p14:nvPr/>
              </p14:nvContentPartPr>
              <p14:xfrm>
                <a:off x="2821336" y="5960366"/>
                <a:ext cx="282240" cy="179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A8D8825-148E-152D-FF91-B3B5A7F69B3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803696" y="5942726"/>
                  <a:ext cx="317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2D275B5-2EF2-8C07-5E81-C3CFC5DF76C3}"/>
                    </a:ext>
                  </a:extLst>
                </p14:cNvPr>
                <p14:cNvContentPartPr/>
                <p14:nvPr/>
              </p14:nvContentPartPr>
              <p14:xfrm>
                <a:off x="2913136" y="5930846"/>
                <a:ext cx="159840" cy="280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2D275B5-2EF2-8C07-5E81-C3CFC5DF76C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895136" y="5913206"/>
                  <a:ext cx="195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8A24F52-A4D4-DBAD-B918-676C6A418A3C}"/>
                    </a:ext>
                  </a:extLst>
                </p14:cNvPr>
                <p14:cNvContentPartPr/>
                <p14:nvPr/>
              </p14:nvContentPartPr>
              <p14:xfrm>
                <a:off x="3167296" y="5806286"/>
                <a:ext cx="141840" cy="462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8A24F52-A4D4-DBAD-B918-676C6A418A3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149296" y="5788646"/>
                  <a:ext cx="17748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A2BDA51-C66E-5A04-F5F5-21F429FDD835}"/>
              </a:ext>
            </a:extLst>
          </p:cNvPr>
          <p:cNvGrpSpPr/>
          <p:nvPr/>
        </p:nvGrpSpPr>
        <p:grpSpPr>
          <a:xfrm>
            <a:off x="919456" y="4349726"/>
            <a:ext cx="663120" cy="375840"/>
            <a:chOff x="919456" y="4349726"/>
            <a:chExt cx="66312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0532B1F-065C-442B-CF31-7D6C587A94A9}"/>
                    </a:ext>
                  </a:extLst>
                </p14:cNvPr>
                <p14:cNvContentPartPr/>
                <p14:nvPr/>
              </p14:nvContentPartPr>
              <p14:xfrm>
                <a:off x="919456" y="4382846"/>
                <a:ext cx="245880" cy="342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0532B1F-065C-442B-CF31-7D6C587A94A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01456" y="4365206"/>
                  <a:ext cx="281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5D4F510-B231-048D-B008-E09BC0CAE46C}"/>
                    </a:ext>
                  </a:extLst>
                </p14:cNvPr>
                <p14:cNvContentPartPr/>
                <p14:nvPr/>
              </p14:nvContentPartPr>
              <p14:xfrm>
                <a:off x="1149496" y="4354406"/>
                <a:ext cx="176400" cy="142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5D4F510-B231-048D-B008-E09BC0CAE46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1856" y="4336406"/>
                  <a:ext cx="212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326C6E1-247B-8467-487A-9C324739CDCE}"/>
                    </a:ext>
                  </a:extLst>
                </p14:cNvPr>
                <p14:cNvContentPartPr/>
                <p14:nvPr/>
              </p14:nvContentPartPr>
              <p14:xfrm>
                <a:off x="1336336" y="4472846"/>
                <a:ext cx="55440" cy="110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326C6E1-247B-8467-487A-9C324739CDC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18696" y="4454846"/>
                  <a:ext cx="91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C4D8C8E-AA01-6C6F-64E0-4CFA875D0863}"/>
                    </a:ext>
                  </a:extLst>
                </p14:cNvPr>
                <p14:cNvContentPartPr/>
                <p14:nvPr/>
              </p14:nvContentPartPr>
              <p14:xfrm>
                <a:off x="1430296" y="4349726"/>
                <a:ext cx="152280" cy="336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C4D8C8E-AA01-6C6F-64E0-4CFA875D086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12296" y="4332086"/>
                  <a:ext cx="18792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E8CB838-F9F0-B4E7-100D-7E661EED3739}"/>
              </a:ext>
            </a:extLst>
          </p:cNvPr>
          <p:cNvGrpSpPr/>
          <p:nvPr/>
        </p:nvGrpSpPr>
        <p:grpSpPr>
          <a:xfrm>
            <a:off x="504376" y="2417606"/>
            <a:ext cx="1360080" cy="946800"/>
            <a:chOff x="504376" y="2417606"/>
            <a:chExt cx="1360080" cy="9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5B8E6B2-8092-45B8-B62B-02215747ED5E}"/>
                    </a:ext>
                  </a:extLst>
                </p14:cNvPr>
                <p14:cNvContentPartPr/>
                <p14:nvPr/>
              </p14:nvContentPartPr>
              <p14:xfrm>
                <a:off x="504376" y="2658806"/>
                <a:ext cx="154440" cy="299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5B8E6B2-8092-45B8-B62B-02215747ED5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6376" y="2641166"/>
                  <a:ext cx="1900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B232E1C-3327-7AFF-ADB8-BF02A89C9E12}"/>
                    </a:ext>
                  </a:extLst>
                </p14:cNvPr>
                <p14:cNvContentPartPr/>
                <p14:nvPr/>
              </p14:nvContentPartPr>
              <p14:xfrm>
                <a:off x="734776" y="2663846"/>
                <a:ext cx="293760" cy="158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B232E1C-3327-7AFF-ADB8-BF02A89C9E1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16776" y="2646206"/>
                  <a:ext cx="329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38311D8-1271-677E-26B1-AD2C727316C9}"/>
                    </a:ext>
                  </a:extLst>
                </p14:cNvPr>
                <p14:cNvContentPartPr/>
                <p14:nvPr/>
              </p14:nvContentPartPr>
              <p14:xfrm>
                <a:off x="1073896" y="2559086"/>
                <a:ext cx="120960" cy="199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38311D8-1271-677E-26B1-AD2C727316C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56256" y="2541446"/>
                  <a:ext cx="156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8B56A5-A0D1-B619-5CF5-BDB70AF4A1A8}"/>
                    </a:ext>
                  </a:extLst>
                </p14:cNvPr>
                <p14:cNvContentPartPr/>
                <p14:nvPr/>
              </p14:nvContentPartPr>
              <p14:xfrm>
                <a:off x="1250656" y="2561606"/>
                <a:ext cx="60480" cy="109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8B56A5-A0D1-B619-5CF5-BDB70AF4A1A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233016" y="2543966"/>
                  <a:ext cx="96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04F484D-6D78-A72F-EDCA-EEB4CB419B42}"/>
                    </a:ext>
                  </a:extLst>
                </p14:cNvPr>
                <p14:cNvContentPartPr/>
                <p14:nvPr/>
              </p14:nvContentPartPr>
              <p14:xfrm>
                <a:off x="1402576" y="2417606"/>
                <a:ext cx="63000" cy="157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04F484D-6D78-A72F-EDCA-EEB4CB419B4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384936" y="2399606"/>
                  <a:ext cx="98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EF9F1AC-5C3C-E52E-FA66-98BA9D220D96}"/>
                    </a:ext>
                  </a:extLst>
                </p14:cNvPr>
                <p14:cNvContentPartPr/>
                <p14:nvPr/>
              </p14:nvContentPartPr>
              <p14:xfrm>
                <a:off x="685456" y="3148766"/>
                <a:ext cx="370080" cy="215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EF9F1AC-5C3C-E52E-FA66-98BA9D220D9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67816" y="3130766"/>
                  <a:ext cx="40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11C356-D970-A338-1BE4-118B1CEF8B48}"/>
                    </a:ext>
                  </a:extLst>
                </p14:cNvPr>
                <p14:cNvContentPartPr/>
                <p14:nvPr/>
              </p14:nvContentPartPr>
              <p14:xfrm>
                <a:off x="1075336" y="3094046"/>
                <a:ext cx="102600" cy="131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11C356-D970-A338-1BE4-118B1CEF8B4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57696" y="3076046"/>
                  <a:ext cx="138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B5DF523-4314-1F03-E637-1E9ACBDC2A7D}"/>
                    </a:ext>
                  </a:extLst>
                </p14:cNvPr>
                <p14:cNvContentPartPr/>
                <p14:nvPr/>
              </p14:nvContentPartPr>
              <p14:xfrm>
                <a:off x="1207096" y="3035366"/>
                <a:ext cx="126360" cy="136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B5DF523-4314-1F03-E637-1E9ACBDC2A7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89096" y="3017366"/>
                  <a:ext cx="162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18D1C52-5101-57F5-CD87-4B121044EE95}"/>
                    </a:ext>
                  </a:extLst>
                </p14:cNvPr>
                <p14:cNvContentPartPr/>
                <p14:nvPr/>
              </p14:nvContentPartPr>
              <p14:xfrm>
                <a:off x="1391416" y="2941406"/>
                <a:ext cx="291240" cy="166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18D1C52-5101-57F5-CD87-4B121044EE9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373416" y="2923766"/>
                  <a:ext cx="326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53637C0-77FA-1936-7AC0-D475419D8A1F}"/>
                    </a:ext>
                  </a:extLst>
                </p14:cNvPr>
                <p14:cNvContentPartPr/>
                <p14:nvPr/>
              </p14:nvContentPartPr>
              <p14:xfrm>
                <a:off x="1696336" y="2765726"/>
                <a:ext cx="64080" cy="215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53637C0-77FA-1936-7AC0-D475419D8A1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678336" y="2747726"/>
                  <a:ext cx="997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C681789-153E-4845-5393-3FD4803FCF04}"/>
                    </a:ext>
                  </a:extLst>
                </p14:cNvPr>
                <p14:cNvContentPartPr/>
                <p14:nvPr/>
              </p14:nvContentPartPr>
              <p14:xfrm>
                <a:off x="1721176" y="2868686"/>
                <a:ext cx="143280" cy="48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C681789-153E-4845-5393-3FD4803FCF0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03536" y="2851046"/>
                  <a:ext cx="17892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836D4F2-73A4-2CB4-7D80-0E8A1DEC7B2F}"/>
              </a:ext>
            </a:extLst>
          </p:cNvPr>
          <p:cNvGrpSpPr/>
          <p:nvPr/>
        </p:nvGrpSpPr>
        <p:grpSpPr>
          <a:xfrm>
            <a:off x="907576" y="3494726"/>
            <a:ext cx="954000" cy="317520"/>
            <a:chOff x="907576" y="3494726"/>
            <a:chExt cx="95400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3A94B0-F0A2-E502-79E3-B9C9E97F6F06}"/>
                    </a:ext>
                  </a:extLst>
                </p14:cNvPr>
                <p14:cNvContentPartPr/>
                <p14:nvPr/>
              </p14:nvContentPartPr>
              <p14:xfrm>
                <a:off x="907576" y="3595526"/>
                <a:ext cx="335160" cy="216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3A94B0-F0A2-E502-79E3-B9C9E97F6F0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89576" y="3577526"/>
                  <a:ext cx="370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7E54043-6AD1-1781-8065-EA2EE0B2D2F4}"/>
                    </a:ext>
                  </a:extLst>
                </p14:cNvPr>
                <p14:cNvContentPartPr/>
                <p14:nvPr/>
              </p14:nvContentPartPr>
              <p14:xfrm>
                <a:off x="1270096" y="3573926"/>
                <a:ext cx="347760" cy="132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7E54043-6AD1-1781-8065-EA2EE0B2D2F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252456" y="3556286"/>
                  <a:ext cx="383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DADD13F-B7E2-3B1F-FDD2-5ECFA11FF3C2}"/>
                    </a:ext>
                  </a:extLst>
                </p14:cNvPr>
                <p14:cNvContentPartPr/>
                <p14:nvPr/>
              </p14:nvContentPartPr>
              <p14:xfrm>
                <a:off x="1644136" y="3494726"/>
                <a:ext cx="77760" cy="234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DADD13F-B7E2-3B1F-FDD2-5ECFA11FF3C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26496" y="3477086"/>
                  <a:ext cx="113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FFB20F-929E-5917-F234-C8D493A8F381}"/>
                    </a:ext>
                  </a:extLst>
                </p14:cNvPr>
                <p14:cNvContentPartPr/>
                <p14:nvPr/>
              </p14:nvContentPartPr>
              <p14:xfrm>
                <a:off x="1763296" y="3497966"/>
                <a:ext cx="98280" cy="172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FFB20F-929E-5917-F234-C8D493A8F38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745296" y="3479966"/>
                  <a:ext cx="1339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C3BC299-68B0-7321-A72D-0EE73943DD3D}"/>
              </a:ext>
            </a:extLst>
          </p:cNvPr>
          <p:cNvGrpSpPr/>
          <p:nvPr/>
        </p:nvGrpSpPr>
        <p:grpSpPr>
          <a:xfrm>
            <a:off x="4837696" y="3480686"/>
            <a:ext cx="438480" cy="308520"/>
            <a:chOff x="4837696" y="3480686"/>
            <a:chExt cx="43848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EE2B04-E11E-984E-B8DD-EB3525EABB12}"/>
                    </a:ext>
                  </a:extLst>
                </p14:cNvPr>
                <p14:cNvContentPartPr/>
                <p14:nvPr/>
              </p14:nvContentPartPr>
              <p14:xfrm>
                <a:off x="4837696" y="3480686"/>
                <a:ext cx="155880" cy="308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EE2B04-E11E-984E-B8DD-EB3525EABB1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819696" y="3462686"/>
                  <a:ext cx="191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8E4319-2325-00A2-CDAF-D57835B1EF05}"/>
                    </a:ext>
                  </a:extLst>
                </p14:cNvPr>
                <p14:cNvContentPartPr/>
                <p14:nvPr/>
              </p14:nvContentPartPr>
              <p14:xfrm>
                <a:off x="5149096" y="3600926"/>
                <a:ext cx="123480" cy="37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8E4319-2325-00A2-CDAF-D57835B1EF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31096" y="3583286"/>
                  <a:ext cx="159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FCE9BC-CA95-69F8-1326-1FCB189AF00E}"/>
                    </a:ext>
                  </a:extLst>
                </p14:cNvPr>
                <p14:cNvContentPartPr/>
                <p14:nvPr/>
              </p14:nvContentPartPr>
              <p14:xfrm>
                <a:off x="5211376" y="3689846"/>
                <a:ext cx="64800" cy="29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FCE9BC-CA95-69F8-1326-1FCB189AF00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193736" y="3672206"/>
                  <a:ext cx="100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8DD9D08-52E9-4084-62A3-6215DE851209}"/>
              </a:ext>
            </a:extLst>
          </p:cNvPr>
          <p:cNvGrpSpPr/>
          <p:nvPr/>
        </p:nvGrpSpPr>
        <p:grpSpPr>
          <a:xfrm>
            <a:off x="5486416" y="3022406"/>
            <a:ext cx="999720" cy="894960"/>
            <a:chOff x="5486416" y="3022406"/>
            <a:chExt cx="99972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08AE512-E7BB-249C-EDB0-CA7C3C731425}"/>
                    </a:ext>
                  </a:extLst>
                </p14:cNvPr>
                <p14:cNvContentPartPr/>
                <p14:nvPr/>
              </p14:nvContentPartPr>
              <p14:xfrm>
                <a:off x="5486416" y="3137966"/>
                <a:ext cx="37800" cy="329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08AE512-E7BB-249C-EDB0-CA7C3C73142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468776" y="3120326"/>
                  <a:ext cx="734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4E161E5-F044-A7C2-DD78-82EB617C550C}"/>
                    </a:ext>
                  </a:extLst>
                </p14:cNvPr>
                <p14:cNvContentPartPr/>
                <p14:nvPr/>
              </p14:nvContentPartPr>
              <p14:xfrm>
                <a:off x="5515576" y="3161726"/>
                <a:ext cx="147600" cy="273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4E161E5-F044-A7C2-DD78-82EB617C550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497576" y="3143726"/>
                  <a:ext cx="183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BF468D-B2AC-5F46-DD70-13B730CAE6FA}"/>
                    </a:ext>
                  </a:extLst>
                </p14:cNvPr>
                <p14:cNvContentPartPr/>
                <p14:nvPr/>
              </p14:nvContentPartPr>
              <p14:xfrm>
                <a:off x="5797456" y="3212486"/>
                <a:ext cx="90000" cy="147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BF468D-B2AC-5F46-DD70-13B730CAE6F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779456" y="3194486"/>
                  <a:ext cx="125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C6C1892-47DA-624B-D265-684620B5FADF}"/>
                    </a:ext>
                  </a:extLst>
                </p14:cNvPr>
                <p14:cNvContentPartPr/>
                <p14:nvPr/>
              </p14:nvContentPartPr>
              <p14:xfrm>
                <a:off x="5947936" y="3181166"/>
                <a:ext cx="176040" cy="135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C6C1892-47DA-624B-D265-684620B5FAD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30296" y="3163526"/>
                  <a:ext cx="211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5A49861-2913-7D63-1CF7-EE9EC305C266}"/>
                    </a:ext>
                  </a:extLst>
                </p14:cNvPr>
                <p14:cNvContentPartPr/>
                <p14:nvPr/>
              </p14:nvContentPartPr>
              <p14:xfrm>
                <a:off x="6154576" y="3022406"/>
                <a:ext cx="99720" cy="209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5A49861-2913-7D63-1CF7-EE9EC305C26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36936" y="3004766"/>
                  <a:ext cx="135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478E735-CDB3-E0EA-DEAC-7BC4F4808971}"/>
                    </a:ext>
                  </a:extLst>
                </p14:cNvPr>
                <p14:cNvContentPartPr/>
                <p14:nvPr/>
              </p14:nvContentPartPr>
              <p14:xfrm>
                <a:off x="6202816" y="3074966"/>
                <a:ext cx="163440" cy="87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478E735-CDB3-E0EA-DEAC-7BC4F480897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185176" y="3057326"/>
                  <a:ext cx="199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4DC8E64-223A-A503-5AEE-FAB787A3ED8A}"/>
                    </a:ext>
                  </a:extLst>
                </p14:cNvPr>
                <p14:cNvContentPartPr/>
                <p14:nvPr/>
              </p14:nvContentPartPr>
              <p14:xfrm>
                <a:off x="5694496" y="3289526"/>
                <a:ext cx="791640" cy="280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4DC8E64-223A-A503-5AEE-FAB787A3ED8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676856" y="3271526"/>
                  <a:ext cx="827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437D75A-3E01-8322-9510-8129C3018FDC}"/>
                    </a:ext>
                  </a:extLst>
                </p14:cNvPr>
                <p14:cNvContentPartPr/>
                <p14:nvPr/>
              </p14:nvContentPartPr>
              <p14:xfrm>
                <a:off x="5826976" y="3692006"/>
                <a:ext cx="18360" cy="225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437D75A-3E01-8322-9510-8129C3018FD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808976" y="3674006"/>
                  <a:ext cx="54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C23804-D570-9E83-8E6F-280760B02F06}"/>
                    </a:ext>
                  </a:extLst>
                </p14:cNvPr>
                <p14:cNvContentPartPr/>
                <p14:nvPr/>
              </p14:nvContentPartPr>
              <p14:xfrm>
                <a:off x="5843536" y="3707486"/>
                <a:ext cx="146160" cy="202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C23804-D570-9E83-8E6F-280760B02F0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825896" y="3689846"/>
                  <a:ext cx="181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15D2F0-F950-A77B-915E-408C80274FA7}"/>
                    </a:ext>
                  </a:extLst>
                </p14:cNvPr>
                <p14:cNvContentPartPr/>
                <p14:nvPr/>
              </p14:nvContentPartPr>
              <p14:xfrm>
                <a:off x="6101296" y="3709286"/>
                <a:ext cx="22680" cy="95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15D2F0-F950-A77B-915E-408C80274FA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083656" y="3691646"/>
                  <a:ext cx="58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4BB7F39-692F-1B48-4506-251975E4B06C}"/>
                    </a:ext>
                  </a:extLst>
                </p14:cNvPr>
                <p14:cNvContentPartPr/>
                <p14:nvPr/>
              </p14:nvContentPartPr>
              <p14:xfrm>
                <a:off x="6079336" y="3609926"/>
                <a:ext cx="22320" cy="34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4BB7F39-692F-1B48-4506-251975E4B06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061696" y="3592286"/>
                  <a:ext cx="57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E347CAA-C1AC-2102-7F1A-2F88627EFB1D}"/>
                    </a:ext>
                  </a:extLst>
                </p14:cNvPr>
                <p14:cNvContentPartPr/>
                <p14:nvPr/>
              </p14:nvContentPartPr>
              <p14:xfrm>
                <a:off x="6229816" y="3658886"/>
                <a:ext cx="112320" cy="94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E347CAA-C1AC-2102-7F1A-2F88627EFB1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11816" y="3641246"/>
                  <a:ext cx="147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2A97DF4-ACD6-8620-A6BD-FA51D55FDA29}"/>
                    </a:ext>
                  </a:extLst>
                </p14:cNvPr>
                <p14:cNvContentPartPr/>
                <p14:nvPr/>
              </p14:nvContentPartPr>
              <p14:xfrm>
                <a:off x="6461296" y="3684806"/>
                <a:ext cx="3240" cy="1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2A97DF4-ACD6-8620-A6BD-FA51D55FDA2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443656" y="3667166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6E2AD93-FB9A-AE8C-BB3B-867C2C18A442}"/>
                  </a:ext>
                </a:extLst>
              </p14:cNvPr>
              <p14:cNvContentPartPr/>
              <p14:nvPr/>
            </p14:nvContentPartPr>
            <p14:xfrm>
              <a:off x="3015016" y="4064246"/>
              <a:ext cx="57600" cy="388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6E2AD93-FB9A-AE8C-BB3B-867C2C18A442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2997376" y="4046246"/>
                <a:ext cx="932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C399EE1-A2B9-EFD7-A2E6-34002C69C4F6}"/>
                  </a:ext>
                </a:extLst>
              </p14:cNvPr>
              <p14:cNvContentPartPr/>
              <p14:nvPr/>
            </p14:nvContentPartPr>
            <p14:xfrm>
              <a:off x="3069016" y="3334166"/>
              <a:ext cx="711720" cy="7117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C399EE1-A2B9-EFD7-A2E6-34002C69C4F6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3051016" y="3316166"/>
                <a:ext cx="747360" cy="74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1E50C0D2-8A92-D6D4-47BB-3AAD456682CB}"/>
                  </a:ext>
                </a:extLst>
              </p14:cNvPr>
              <p14:cNvContentPartPr/>
              <p14:nvPr/>
            </p14:nvContentPartPr>
            <p14:xfrm>
              <a:off x="3027256" y="4095566"/>
              <a:ext cx="959400" cy="475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1E50C0D2-8A92-D6D4-47BB-3AAD456682C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009616" y="4077926"/>
                <a:ext cx="9950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10E6053-2563-573E-458A-076907F4A81C}"/>
                  </a:ext>
                </a:extLst>
              </p14:cNvPr>
              <p14:cNvContentPartPr/>
              <p14:nvPr/>
            </p14:nvContentPartPr>
            <p14:xfrm>
              <a:off x="3880096" y="5202566"/>
              <a:ext cx="192960" cy="3643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10E6053-2563-573E-458A-076907F4A81C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862456" y="5184926"/>
                <a:ext cx="2286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511F581-D219-0260-EB7D-C75B290DC4C4}"/>
                  </a:ext>
                </a:extLst>
              </p14:cNvPr>
              <p14:cNvContentPartPr/>
              <p14:nvPr/>
            </p14:nvContentPartPr>
            <p14:xfrm>
              <a:off x="4965136" y="5156486"/>
              <a:ext cx="162000" cy="400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511F581-D219-0260-EB7D-C75B290DC4C4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4947496" y="5138486"/>
                <a:ext cx="197640" cy="43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06F39E4-F4C9-5467-D898-D728D728FB8E}"/>
              </a:ext>
            </a:extLst>
          </p:cNvPr>
          <p:cNvGrpSpPr/>
          <p:nvPr/>
        </p:nvGrpSpPr>
        <p:grpSpPr>
          <a:xfrm>
            <a:off x="6769096" y="3004406"/>
            <a:ext cx="1213560" cy="509760"/>
            <a:chOff x="6769096" y="3004406"/>
            <a:chExt cx="1213560" cy="50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DFEFAF3-B9EF-79EC-EDD1-18BD6E11FFDF}"/>
                    </a:ext>
                  </a:extLst>
                </p14:cNvPr>
                <p14:cNvContentPartPr/>
                <p14:nvPr/>
              </p14:nvContentPartPr>
              <p14:xfrm>
                <a:off x="6769096" y="3190166"/>
                <a:ext cx="73800" cy="34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DFEFAF3-B9EF-79EC-EDD1-18BD6E11FFD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51096" y="3172526"/>
                  <a:ext cx="109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C30CFD-6AAB-3982-4CD5-EFEF99C21673}"/>
                    </a:ext>
                  </a:extLst>
                </p14:cNvPr>
                <p14:cNvContentPartPr/>
                <p14:nvPr/>
              </p14:nvContentPartPr>
              <p14:xfrm>
                <a:off x="6810496" y="3237326"/>
                <a:ext cx="87840" cy="37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C30CFD-6AAB-3982-4CD5-EFEF99C2167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792496" y="3219686"/>
                  <a:ext cx="123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FB7063D-8034-4B32-7E13-821B6D027FF6}"/>
                    </a:ext>
                  </a:extLst>
                </p14:cNvPr>
                <p14:cNvContentPartPr/>
                <p14:nvPr/>
              </p14:nvContentPartPr>
              <p14:xfrm>
                <a:off x="7048456" y="3004406"/>
                <a:ext cx="635040" cy="185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FB7063D-8034-4B32-7E13-821B6D027FF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30456" y="2986406"/>
                  <a:ext cx="670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C72F457-17D3-89A5-C4AA-65BF8A385172}"/>
                    </a:ext>
                  </a:extLst>
                </p14:cNvPr>
                <p14:cNvContentPartPr/>
                <p14:nvPr/>
              </p14:nvContentPartPr>
              <p14:xfrm>
                <a:off x="7231696" y="3296726"/>
                <a:ext cx="106920" cy="47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C72F457-17D3-89A5-C4AA-65BF8A38517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14056" y="3279086"/>
                  <a:ext cx="142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8C17D4-F067-3BE5-8B9D-E99123B54896}"/>
                    </a:ext>
                  </a:extLst>
                </p14:cNvPr>
                <p14:cNvContentPartPr/>
                <p14:nvPr/>
              </p14:nvContentPartPr>
              <p14:xfrm>
                <a:off x="7232056" y="3325526"/>
                <a:ext cx="122040" cy="188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8C17D4-F067-3BE5-8B9D-E99123B5489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214056" y="3307886"/>
                  <a:ext cx="157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C9EFAED-27ED-6937-2621-52A478F3788D}"/>
                    </a:ext>
                  </a:extLst>
                </p14:cNvPr>
                <p14:cNvContentPartPr/>
                <p14:nvPr/>
              </p14:nvContentPartPr>
              <p14:xfrm>
                <a:off x="7410256" y="3289526"/>
                <a:ext cx="225000" cy="125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C9EFAED-27ED-6937-2621-52A478F3788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392256" y="3271886"/>
                  <a:ext cx="260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A05F1C-F5BA-5DA4-B6FE-DAA1CFF90106}"/>
                    </a:ext>
                  </a:extLst>
                </p14:cNvPr>
                <p14:cNvContentPartPr/>
                <p14:nvPr/>
              </p14:nvContentPartPr>
              <p14:xfrm>
                <a:off x="7760896" y="3123206"/>
                <a:ext cx="48600" cy="178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A05F1C-F5BA-5DA4-B6FE-DAA1CFF9010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742896" y="3105566"/>
                  <a:ext cx="84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9A7EAE-5A5B-8FF2-6549-112B7F98F4D5}"/>
                    </a:ext>
                  </a:extLst>
                </p14:cNvPr>
                <p14:cNvContentPartPr/>
                <p14:nvPr/>
              </p14:nvContentPartPr>
              <p14:xfrm>
                <a:off x="7755136" y="3083606"/>
                <a:ext cx="227520" cy="107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9A7EAE-5A5B-8FF2-6549-112B7F98F4D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737136" y="3065606"/>
                  <a:ext cx="2631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F62259C-0779-155B-B112-2349BEC9570D}"/>
              </a:ext>
            </a:extLst>
          </p:cNvPr>
          <p:cNvGrpSpPr/>
          <p:nvPr/>
        </p:nvGrpSpPr>
        <p:grpSpPr>
          <a:xfrm>
            <a:off x="3828976" y="3277286"/>
            <a:ext cx="199800" cy="842760"/>
            <a:chOff x="3828976" y="3277286"/>
            <a:chExt cx="199800" cy="84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0174E59-4E39-151B-3970-5ECC0F4D9B2C}"/>
                    </a:ext>
                  </a:extLst>
                </p14:cNvPr>
                <p14:cNvContentPartPr/>
                <p14:nvPr/>
              </p14:nvContentPartPr>
              <p14:xfrm>
                <a:off x="3895576" y="3309326"/>
                <a:ext cx="36360" cy="810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0174E59-4E39-151B-3970-5ECC0F4D9B2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877576" y="3291686"/>
                  <a:ext cx="7200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317A97E-695B-232C-8DDB-C12BC919E38D}"/>
                    </a:ext>
                  </a:extLst>
                </p14:cNvPr>
                <p14:cNvContentPartPr/>
                <p14:nvPr/>
              </p14:nvContentPartPr>
              <p14:xfrm>
                <a:off x="3843016" y="3967766"/>
                <a:ext cx="124560" cy="77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317A97E-695B-232C-8DDB-C12BC919E38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825376" y="3949766"/>
                  <a:ext cx="160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DB0BB5F-9DAF-E90A-B9A3-96E71615F5F0}"/>
                    </a:ext>
                  </a:extLst>
                </p14:cNvPr>
                <p14:cNvContentPartPr/>
                <p14:nvPr/>
              </p14:nvContentPartPr>
              <p14:xfrm>
                <a:off x="3828976" y="3277286"/>
                <a:ext cx="199800" cy="140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DB0BB5F-9DAF-E90A-B9A3-96E71615F5F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810976" y="3259286"/>
                  <a:ext cx="2354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BDC67C5-5B2E-E272-03CC-D7569A7C59BC}"/>
              </a:ext>
            </a:extLst>
          </p:cNvPr>
          <p:cNvGrpSpPr/>
          <p:nvPr/>
        </p:nvGrpSpPr>
        <p:grpSpPr>
          <a:xfrm>
            <a:off x="6893656" y="2582486"/>
            <a:ext cx="820440" cy="416160"/>
            <a:chOff x="6893656" y="2582486"/>
            <a:chExt cx="82044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25B0DCC-CA1E-ADF2-6E25-224D4EC868B0}"/>
                    </a:ext>
                  </a:extLst>
                </p14:cNvPr>
                <p14:cNvContentPartPr/>
                <p14:nvPr/>
              </p14:nvContentPartPr>
              <p14:xfrm>
                <a:off x="6893656" y="2856086"/>
                <a:ext cx="42120" cy="41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25B0DCC-CA1E-ADF2-6E25-224D4EC868B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875656" y="2838086"/>
                  <a:ext cx="7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1C3BCA7-84A6-A696-DF54-86E787F33618}"/>
                    </a:ext>
                  </a:extLst>
                </p14:cNvPr>
                <p14:cNvContentPartPr/>
                <p14:nvPr/>
              </p14:nvContentPartPr>
              <p14:xfrm>
                <a:off x="7015336" y="2755286"/>
                <a:ext cx="116280" cy="243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1C3BCA7-84A6-A696-DF54-86E787F3361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997696" y="2737286"/>
                  <a:ext cx="151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57BCBC-A7DD-E183-3BAA-7283F08F143A}"/>
                    </a:ext>
                  </a:extLst>
                </p14:cNvPr>
                <p14:cNvContentPartPr/>
                <p14:nvPr/>
              </p14:nvContentPartPr>
              <p14:xfrm>
                <a:off x="7269136" y="2808926"/>
                <a:ext cx="14760" cy="160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57BCBC-A7DD-E183-3BAA-7283F08F143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251136" y="2790926"/>
                  <a:ext cx="50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17E8C5C-3FD5-C2CF-54DB-C596DD8F7EDC}"/>
                    </a:ext>
                  </a:extLst>
                </p14:cNvPr>
                <p14:cNvContentPartPr/>
                <p14:nvPr/>
              </p14:nvContentPartPr>
              <p14:xfrm>
                <a:off x="7259776" y="2784446"/>
                <a:ext cx="199080" cy="97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17E8C5C-3FD5-C2CF-54DB-C596DD8F7ED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241776" y="2766806"/>
                  <a:ext cx="234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DE05555-E7B0-8CC4-276A-CFF737E9FA48}"/>
                    </a:ext>
                  </a:extLst>
                </p14:cNvPr>
                <p14:cNvContentPartPr/>
                <p14:nvPr/>
              </p14:nvContentPartPr>
              <p14:xfrm>
                <a:off x="7519336" y="2591126"/>
                <a:ext cx="39960" cy="257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DE05555-E7B0-8CC4-276A-CFF737E9FA4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501696" y="2573126"/>
                  <a:ext cx="756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60E7245-CB05-73C9-FF92-0132260B6346}"/>
                    </a:ext>
                  </a:extLst>
                </p14:cNvPr>
                <p14:cNvContentPartPr/>
                <p14:nvPr/>
              </p14:nvContentPartPr>
              <p14:xfrm>
                <a:off x="7532656" y="2582486"/>
                <a:ext cx="181440" cy="163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60E7245-CB05-73C9-FF92-0132260B634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514656" y="2564846"/>
                  <a:ext cx="217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158C115-222A-953B-A1E9-D8CCEE763A7D}"/>
                    </a:ext>
                  </a:extLst>
                </p14:cNvPr>
                <p14:cNvContentPartPr/>
                <p14:nvPr/>
              </p14:nvContentPartPr>
              <p14:xfrm>
                <a:off x="7537696" y="2648006"/>
                <a:ext cx="118440" cy="70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158C115-222A-953B-A1E9-D8CCEE763A7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520056" y="2630366"/>
                  <a:ext cx="15408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1E13811-213C-0F8D-FF04-655097A402B9}"/>
                  </a:ext>
                </a:extLst>
              </p14:cNvPr>
              <p14:cNvContentPartPr/>
              <p14:nvPr/>
            </p14:nvContentPartPr>
            <p14:xfrm>
              <a:off x="1765816" y="3346406"/>
              <a:ext cx="2468520" cy="6865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1E13811-213C-0F8D-FF04-655097A402B9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712176" y="3238406"/>
                <a:ext cx="2576160" cy="90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E083E40-D45D-E92A-98EE-C8AD1B4D16A1}"/>
                  </a:ext>
                </a:extLst>
              </p14:cNvPr>
              <p14:cNvContentPartPr/>
              <p14:nvPr/>
            </p14:nvContentPartPr>
            <p14:xfrm>
              <a:off x="6709336" y="2536046"/>
              <a:ext cx="1247040" cy="5050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E083E40-D45D-E92A-98EE-C8AD1B4D16A1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6655696" y="2428406"/>
                <a:ext cx="135468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5169377-7D1C-849B-E35B-5FA4BF3B139B}"/>
                  </a:ext>
                </a:extLst>
              </p14:cNvPr>
              <p14:cNvContentPartPr/>
              <p14:nvPr/>
            </p14:nvContentPartPr>
            <p14:xfrm>
              <a:off x="3074056" y="2778686"/>
              <a:ext cx="829440" cy="256032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5169377-7D1C-849B-E35B-5FA4BF3B139B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020056" y="2671046"/>
                <a:ext cx="937080" cy="27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CC83155-845B-21EF-F4A2-13C6E5630257}"/>
                  </a:ext>
                </a:extLst>
              </p14:cNvPr>
              <p14:cNvContentPartPr/>
              <p14:nvPr/>
            </p14:nvContentPartPr>
            <p14:xfrm>
              <a:off x="3314896" y="2829086"/>
              <a:ext cx="289800" cy="9871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CC83155-845B-21EF-F4A2-13C6E5630257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260896" y="2721086"/>
                <a:ext cx="397440" cy="12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5DE8231-4982-55F6-8B54-8C013E8720C8}"/>
                  </a:ext>
                </a:extLst>
              </p14:cNvPr>
              <p14:cNvContentPartPr/>
              <p14:nvPr/>
            </p14:nvContentPartPr>
            <p14:xfrm>
              <a:off x="7157896" y="3074966"/>
              <a:ext cx="979200" cy="4536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5DE8231-4982-55F6-8B54-8C013E8720C8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7104256" y="2967326"/>
                <a:ext cx="108684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7889EB0-3D70-1BB4-F134-0B2C9C6B9654}"/>
                  </a:ext>
                </a:extLst>
              </p14:cNvPr>
              <p14:cNvContentPartPr/>
              <p14:nvPr/>
            </p14:nvContentPartPr>
            <p14:xfrm>
              <a:off x="5589736" y="3475286"/>
              <a:ext cx="970200" cy="4600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7889EB0-3D70-1BB4-F134-0B2C9C6B9654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5536096" y="3367286"/>
                <a:ext cx="1077840" cy="67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3920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1978-B596-76F3-1D1B-19F6DC95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our temperature sensor circuit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3F926-C455-594A-D55E-FDD498B57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3240D1B-3DA2-DEBA-0928-26BE3423C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5643"/>
            <a:ext cx="12192000" cy="46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45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4CF6-CCCA-4477-177D-8CF72ACB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is needed to create this circuit?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2959-B44F-E798-1A7B-829A94A55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lose up of a diagram&#10;&#10;Description automatically generated with medium confidence">
            <a:extLst>
              <a:ext uri="{FF2B5EF4-FFF2-40B4-BE49-F238E27FC236}">
                <a16:creationId xmlns:a16="http://schemas.microsoft.com/office/drawing/2014/main" id="{D05BC472-DFEE-5833-84DD-73FD3FF41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170" y="1350449"/>
            <a:ext cx="6294344" cy="359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90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844B-98C3-348A-9B1D-045B4E2F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board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658A-0E9E-0BB8-130B-4DF2680A1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Close-up of a circuit board and a diagram&#10;&#10;Description automatically generated">
            <a:extLst>
              <a:ext uri="{FF2B5EF4-FFF2-40B4-BE49-F238E27FC236}">
                <a16:creationId xmlns:a16="http://schemas.microsoft.com/office/drawing/2014/main" id="{EEC69ECB-C04A-99B4-74D6-E4FEAC348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5" y="1235075"/>
            <a:ext cx="714375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35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A321-1CDC-60A6-F60E-90552D6B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circuit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392D6-DB24-4F19-7441-FA4033015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48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B287-21C7-E3DC-EAC5-B925561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sketch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E2C2-81D3-C552-6FBF-BCA1B1214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E3A5F2D-50CE-A59F-BC38-B411A429B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6" y="442037"/>
            <a:ext cx="9644120" cy="6415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B4A944-BE79-3EE5-D019-9C94ED53FB46}"/>
                  </a:ext>
                </a:extLst>
              </p14:cNvPr>
              <p14:cNvContentPartPr/>
              <p14:nvPr/>
            </p14:nvContentPartPr>
            <p14:xfrm>
              <a:off x="1423421" y="1511261"/>
              <a:ext cx="243720" cy="303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B4A944-BE79-3EE5-D019-9C94ED53FB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5421" y="1493261"/>
                <a:ext cx="27936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D50697D-740B-548A-10A4-9703E9632781}"/>
              </a:ext>
            </a:extLst>
          </p:cNvPr>
          <p:cNvGrpSpPr/>
          <p:nvPr/>
        </p:nvGrpSpPr>
        <p:grpSpPr>
          <a:xfrm>
            <a:off x="1486781" y="4750901"/>
            <a:ext cx="460440" cy="161280"/>
            <a:chOff x="1486781" y="4750901"/>
            <a:chExt cx="46044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EB18AA7-2A2E-6A72-6E90-A8EA32ADBB8A}"/>
                    </a:ext>
                  </a:extLst>
                </p14:cNvPr>
                <p14:cNvContentPartPr/>
                <p14:nvPr/>
              </p14:nvContentPartPr>
              <p14:xfrm>
                <a:off x="1486781" y="4784021"/>
                <a:ext cx="39924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EB18AA7-2A2E-6A72-6E90-A8EA32ADBB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68781" y="4766381"/>
                  <a:ext cx="434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428FC6-1D73-7ECE-9961-C24831D18A79}"/>
                    </a:ext>
                  </a:extLst>
                </p14:cNvPr>
                <p14:cNvContentPartPr/>
                <p14:nvPr/>
              </p14:nvContentPartPr>
              <p14:xfrm>
                <a:off x="1826621" y="4750901"/>
                <a:ext cx="120600" cy="161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428FC6-1D73-7ECE-9961-C24831D18A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8621" y="4732901"/>
                  <a:ext cx="1562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E517E6-D0E2-CE46-6369-5859A542F3C2}"/>
              </a:ext>
            </a:extLst>
          </p:cNvPr>
          <p:cNvGrpSpPr/>
          <p:nvPr/>
        </p:nvGrpSpPr>
        <p:grpSpPr>
          <a:xfrm>
            <a:off x="3473621" y="1196981"/>
            <a:ext cx="1189080" cy="1787400"/>
            <a:chOff x="3473621" y="1196981"/>
            <a:chExt cx="1189080" cy="17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C230BF-AC13-4C95-E7E3-911045BFFFD5}"/>
                    </a:ext>
                  </a:extLst>
                </p14:cNvPr>
                <p14:cNvContentPartPr/>
                <p14:nvPr/>
              </p14:nvContentPartPr>
              <p14:xfrm>
                <a:off x="3490901" y="1196981"/>
                <a:ext cx="228600" cy="1147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C230BF-AC13-4C95-E7E3-911045BFFF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73261" y="1179341"/>
                  <a:ext cx="2642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03272D-C4FF-6CD2-7414-0B756A8A31F3}"/>
                    </a:ext>
                  </a:extLst>
                </p14:cNvPr>
                <p14:cNvContentPartPr/>
                <p14:nvPr/>
              </p14:nvContentPartPr>
              <p14:xfrm>
                <a:off x="3473621" y="2262941"/>
                <a:ext cx="171360" cy="68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03272D-C4FF-6CD2-7414-0B756A8A31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55621" y="2244941"/>
                  <a:ext cx="207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2F08D7-98AA-5065-091A-1E2A7D3AC7DB}"/>
                    </a:ext>
                  </a:extLst>
                </p14:cNvPr>
                <p14:cNvContentPartPr/>
                <p14:nvPr/>
              </p14:nvContentPartPr>
              <p14:xfrm>
                <a:off x="3867461" y="1862261"/>
                <a:ext cx="97920" cy="152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2F08D7-98AA-5065-091A-1E2A7D3AC7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49821" y="1844261"/>
                  <a:ext cx="133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FE34D5-450C-3BB8-8674-A6A12C1673AA}"/>
                    </a:ext>
                  </a:extLst>
                </p14:cNvPr>
                <p14:cNvContentPartPr/>
                <p14:nvPr/>
              </p14:nvContentPartPr>
              <p14:xfrm>
                <a:off x="4039901" y="1897541"/>
                <a:ext cx="100800" cy="96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FE34D5-450C-3BB8-8674-A6A12C1673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21901" y="1879541"/>
                  <a:ext cx="136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F4677F-8E88-DDC5-4D54-05800F5E3FF7}"/>
                    </a:ext>
                  </a:extLst>
                </p14:cNvPr>
                <p14:cNvContentPartPr/>
                <p14:nvPr/>
              </p14:nvContentPartPr>
              <p14:xfrm>
                <a:off x="4139981" y="1828061"/>
                <a:ext cx="5904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F4677F-8E88-DDC5-4D54-05800F5E3F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22341" y="1810061"/>
                  <a:ext cx="94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8D983F-03AC-8CF2-ECBD-E1222D5DC92C}"/>
                    </a:ext>
                  </a:extLst>
                </p14:cNvPr>
                <p14:cNvContentPartPr/>
                <p14:nvPr/>
              </p14:nvContentPartPr>
              <p14:xfrm>
                <a:off x="3507461" y="2401181"/>
                <a:ext cx="143640" cy="5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8D983F-03AC-8CF2-ECBD-E1222D5DC9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89821" y="2383181"/>
                  <a:ext cx="179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FA4005-E790-213A-7BC5-156645BCA7F4}"/>
                    </a:ext>
                  </a:extLst>
                </p14:cNvPr>
                <p14:cNvContentPartPr/>
                <p14:nvPr/>
              </p14:nvContentPartPr>
              <p14:xfrm>
                <a:off x="3686021" y="2474261"/>
                <a:ext cx="3960" cy="1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FA4005-E790-213A-7BC5-156645BCA7F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68021" y="2456621"/>
                  <a:ext cx="39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518BB8-C562-E44C-764D-09D437557BAA}"/>
                    </a:ext>
                  </a:extLst>
                </p14:cNvPr>
                <p14:cNvContentPartPr/>
                <p14:nvPr/>
              </p14:nvContentPartPr>
              <p14:xfrm>
                <a:off x="3640661" y="2440061"/>
                <a:ext cx="34560" cy="54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518BB8-C562-E44C-764D-09D437557B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22661" y="2422061"/>
                  <a:ext cx="7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76EEEA-6393-938A-1AC4-A59566C26B84}"/>
                    </a:ext>
                  </a:extLst>
                </p14:cNvPr>
                <p14:cNvContentPartPr/>
                <p14:nvPr/>
              </p14:nvContentPartPr>
              <p14:xfrm>
                <a:off x="3482261" y="2948021"/>
                <a:ext cx="168840" cy="1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76EEEA-6393-938A-1AC4-A59566C26B8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64261" y="2930021"/>
                  <a:ext cx="204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89E7C0-5348-D291-036C-72C833C58B71}"/>
                    </a:ext>
                  </a:extLst>
                </p14:cNvPr>
                <p14:cNvContentPartPr/>
                <p14:nvPr/>
              </p14:nvContentPartPr>
              <p14:xfrm>
                <a:off x="4014701" y="2512061"/>
                <a:ext cx="9180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89E7C0-5348-D291-036C-72C833C58B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96701" y="2494061"/>
                  <a:ext cx="127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0A6930-B5FF-0599-1E5B-87D880385632}"/>
                    </a:ext>
                  </a:extLst>
                </p14:cNvPr>
                <p14:cNvContentPartPr/>
                <p14:nvPr/>
              </p14:nvContentPartPr>
              <p14:xfrm>
                <a:off x="4153301" y="2484701"/>
                <a:ext cx="91800" cy="8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0A6930-B5FF-0599-1E5B-87D8803856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35661" y="2467061"/>
                  <a:ext cx="12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B1D77C-4B92-35E5-F364-A161BF9FBD18}"/>
                    </a:ext>
                  </a:extLst>
                </p14:cNvPr>
                <p14:cNvContentPartPr/>
                <p14:nvPr/>
              </p14:nvContentPartPr>
              <p14:xfrm>
                <a:off x="4257341" y="2356901"/>
                <a:ext cx="96120" cy="169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B1D77C-4B92-35E5-F364-A161BF9FBD1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39341" y="2339261"/>
                  <a:ext cx="131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99C6D5-7369-9A3B-D6D0-92E20FD7C377}"/>
                    </a:ext>
                  </a:extLst>
                </p14:cNvPr>
                <p14:cNvContentPartPr/>
                <p14:nvPr/>
              </p14:nvContentPartPr>
              <p14:xfrm>
                <a:off x="4297661" y="2428181"/>
                <a:ext cx="43920" cy="2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99C6D5-7369-9A3B-D6D0-92E20FD7C37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80021" y="2410181"/>
                  <a:ext cx="79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BED30E-3FEF-E2C1-8D5A-CD990521311D}"/>
                    </a:ext>
                  </a:extLst>
                </p14:cNvPr>
                <p14:cNvContentPartPr/>
                <p14:nvPr/>
              </p14:nvContentPartPr>
              <p14:xfrm>
                <a:off x="4391261" y="2338541"/>
                <a:ext cx="140400" cy="112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BED30E-3FEF-E2C1-8D5A-CD99052131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73261" y="2320901"/>
                  <a:ext cx="176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9746EC-8FAB-3FDD-5CD1-987A3DDBD497}"/>
                    </a:ext>
                  </a:extLst>
                </p14:cNvPr>
                <p14:cNvContentPartPr/>
                <p14:nvPr/>
              </p14:nvContentPartPr>
              <p14:xfrm>
                <a:off x="4594661" y="2245301"/>
                <a:ext cx="68040" cy="138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9746EC-8FAB-3FDD-5CD1-987A3DDBD4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76661" y="2227301"/>
                  <a:ext cx="103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3E46AF-0D01-4024-D319-975FBE6F2D4A}"/>
                    </a:ext>
                  </a:extLst>
                </p14:cNvPr>
                <p14:cNvContentPartPr/>
                <p14:nvPr/>
              </p14:nvContentPartPr>
              <p14:xfrm>
                <a:off x="4574861" y="2194901"/>
                <a:ext cx="81000" cy="9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3E46AF-0D01-4024-D319-975FBE6F2D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56861" y="2177261"/>
                  <a:ext cx="1166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FE1A68-3B79-A83D-CFF0-F74DE042D47F}"/>
              </a:ext>
            </a:extLst>
          </p:cNvPr>
          <p:cNvGrpSpPr/>
          <p:nvPr/>
        </p:nvGrpSpPr>
        <p:grpSpPr>
          <a:xfrm>
            <a:off x="6986861" y="3331781"/>
            <a:ext cx="264600" cy="2508480"/>
            <a:chOff x="6986861" y="3331781"/>
            <a:chExt cx="264600" cy="25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58C7B8-1E54-9E69-C86F-29445DE9F0BE}"/>
                    </a:ext>
                  </a:extLst>
                </p14:cNvPr>
                <p14:cNvContentPartPr/>
                <p14:nvPr/>
              </p14:nvContentPartPr>
              <p14:xfrm>
                <a:off x="7009181" y="3331781"/>
                <a:ext cx="210240" cy="4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58C7B8-1E54-9E69-C86F-29445DE9F0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91181" y="3314141"/>
                  <a:ext cx="245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1376197-F257-461D-CD34-66CC8A4E3E5A}"/>
                    </a:ext>
                  </a:extLst>
                </p14:cNvPr>
                <p14:cNvContentPartPr/>
                <p14:nvPr/>
              </p14:nvContentPartPr>
              <p14:xfrm>
                <a:off x="7191701" y="3354461"/>
                <a:ext cx="59760" cy="225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1376197-F257-461D-CD34-66CC8A4E3E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74061" y="3336461"/>
                  <a:ext cx="95400" cy="22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230616-2691-51A8-69CA-D81CE67AF347}"/>
                    </a:ext>
                  </a:extLst>
                </p14:cNvPr>
                <p14:cNvContentPartPr/>
                <p14:nvPr/>
              </p14:nvContentPartPr>
              <p14:xfrm>
                <a:off x="6986861" y="5597621"/>
                <a:ext cx="262080" cy="242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230616-2691-51A8-69CA-D81CE67AF34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69221" y="5579621"/>
                  <a:ext cx="2977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FA820A-A167-5781-F5EF-597A90078DE6}"/>
              </a:ext>
            </a:extLst>
          </p:cNvPr>
          <p:cNvGrpSpPr/>
          <p:nvPr/>
        </p:nvGrpSpPr>
        <p:grpSpPr>
          <a:xfrm>
            <a:off x="7480421" y="3889421"/>
            <a:ext cx="792000" cy="817560"/>
            <a:chOff x="7480421" y="3889421"/>
            <a:chExt cx="79200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DCB043-7C87-7CC0-8968-15A6AC608111}"/>
                    </a:ext>
                  </a:extLst>
                </p14:cNvPr>
                <p14:cNvContentPartPr/>
                <p14:nvPr/>
              </p14:nvContentPartPr>
              <p14:xfrm>
                <a:off x="7513541" y="4235021"/>
                <a:ext cx="30240" cy="234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DCB043-7C87-7CC0-8968-15A6AC6081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95541" y="4217021"/>
                  <a:ext cx="65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D5E0544-BDA2-BD0A-AAE5-23481905204D}"/>
                    </a:ext>
                  </a:extLst>
                </p14:cNvPr>
                <p14:cNvContentPartPr/>
                <p14:nvPr/>
              </p14:nvContentPartPr>
              <p14:xfrm>
                <a:off x="7480421" y="4240061"/>
                <a:ext cx="150480" cy="12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D5E0544-BDA2-BD0A-AAE5-23481905204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62781" y="4222421"/>
                  <a:ext cx="186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F55F7A-812E-C7CA-B092-867A7AF5C5A3}"/>
                    </a:ext>
                  </a:extLst>
                </p14:cNvPr>
                <p14:cNvContentPartPr/>
                <p14:nvPr/>
              </p14:nvContentPartPr>
              <p14:xfrm>
                <a:off x="7558541" y="4155461"/>
                <a:ext cx="245160" cy="21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F55F7A-812E-C7CA-B092-867A7AF5C5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40901" y="4137461"/>
                  <a:ext cx="280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9BF2C4-1EAF-22BA-DF8D-DB5F2C019B96}"/>
                    </a:ext>
                  </a:extLst>
                </p14:cNvPr>
                <p14:cNvContentPartPr/>
                <p14:nvPr/>
              </p14:nvContentPartPr>
              <p14:xfrm>
                <a:off x="7883261" y="4016141"/>
                <a:ext cx="101160" cy="13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9BF2C4-1EAF-22BA-DF8D-DB5F2C019B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65261" y="3998141"/>
                  <a:ext cx="136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DB7B0E-06A2-F761-67B5-A7EE95ADF827}"/>
                    </a:ext>
                  </a:extLst>
                </p14:cNvPr>
                <p14:cNvContentPartPr/>
                <p14:nvPr/>
              </p14:nvContentPartPr>
              <p14:xfrm>
                <a:off x="7943741" y="3966101"/>
                <a:ext cx="223920" cy="20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DB7B0E-06A2-F761-67B5-A7EE95ADF82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26101" y="3948101"/>
                  <a:ext cx="259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A17ED3-D364-493E-29FE-BE17D062E5EC}"/>
                    </a:ext>
                  </a:extLst>
                </p14:cNvPr>
                <p14:cNvContentPartPr/>
                <p14:nvPr/>
              </p14:nvContentPartPr>
              <p14:xfrm>
                <a:off x="8181341" y="3889421"/>
                <a:ext cx="66600" cy="123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A17ED3-D364-493E-29FE-BE17D062E5E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63341" y="3871781"/>
                  <a:ext cx="102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4D9846-8EBA-6594-BB52-A3FB6A123602}"/>
                    </a:ext>
                  </a:extLst>
                </p14:cNvPr>
                <p14:cNvContentPartPr/>
                <p14:nvPr/>
              </p14:nvContentPartPr>
              <p14:xfrm>
                <a:off x="7761941" y="4550381"/>
                <a:ext cx="86400" cy="15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4D9846-8EBA-6594-BB52-A3FB6A12360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43941" y="4532741"/>
                  <a:ext cx="122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31048B-9352-182A-BE4F-44C9D7D70D11}"/>
                    </a:ext>
                  </a:extLst>
                </p14:cNvPr>
                <p14:cNvContentPartPr/>
                <p14:nvPr/>
              </p14:nvContentPartPr>
              <p14:xfrm>
                <a:off x="7788941" y="4578461"/>
                <a:ext cx="142560" cy="11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31048B-9352-182A-BE4F-44C9D7D70D1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70941" y="4560821"/>
                  <a:ext cx="178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CD7A6C-11D3-94F1-FC1C-50AD2F7A3B35}"/>
                    </a:ext>
                  </a:extLst>
                </p14:cNvPr>
                <p14:cNvContentPartPr/>
                <p14:nvPr/>
              </p14:nvContentPartPr>
              <p14:xfrm>
                <a:off x="7860941" y="4453541"/>
                <a:ext cx="51840" cy="5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CD7A6C-11D3-94F1-FC1C-50AD2F7A3B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43301" y="4435901"/>
                  <a:ext cx="87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5907EE8-2C91-3FE4-95DD-C341A633121E}"/>
                    </a:ext>
                  </a:extLst>
                </p14:cNvPr>
                <p14:cNvContentPartPr/>
                <p14:nvPr/>
              </p14:nvContentPartPr>
              <p14:xfrm>
                <a:off x="7952021" y="4485941"/>
                <a:ext cx="150840" cy="11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5907EE8-2C91-3FE4-95DD-C341A633121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34021" y="4468301"/>
                  <a:ext cx="186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73B46C-A84A-D1AE-FB0A-5DD624AD90AD}"/>
                    </a:ext>
                  </a:extLst>
                </p14:cNvPr>
                <p14:cNvContentPartPr/>
                <p14:nvPr/>
              </p14:nvContentPartPr>
              <p14:xfrm>
                <a:off x="8073341" y="4434101"/>
                <a:ext cx="86400" cy="109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73B46C-A84A-D1AE-FB0A-5DD624AD90A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55341" y="4416101"/>
                  <a:ext cx="122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F62D0D-61DE-37A6-317E-B27148310673}"/>
                    </a:ext>
                  </a:extLst>
                </p14:cNvPr>
                <p14:cNvContentPartPr/>
                <p14:nvPr/>
              </p14:nvContentPartPr>
              <p14:xfrm>
                <a:off x="8200061" y="4339781"/>
                <a:ext cx="72360" cy="129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F62D0D-61DE-37A6-317E-B271483106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82421" y="4321781"/>
                  <a:ext cx="1080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8019ED5-CF4D-35C1-F2B2-BA93B4009323}"/>
              </a:ext>
            </a:extLst>
          </p:cNvPr>
          <p:cNvGrpSpPr/>
          <p:nvPr/>
        </p:nvGrpSpPr>
        <p:grpSpPr>
          <a:xfrm>
            <a:off x="8845901" y="1652021"/>
            <a:ext cx="3115440" cy="1520640"/>
            <a:chOff x="8845901" y="1652021"/>
            <a:chExt cx="3115440" cy="15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C60619-D398-8C99-F944-DC05659B5244}"/>
                    </a:ext>
                  </a:extLst>
                </p14:cNvPr>
                <p14:cNvContentPartPr/>
                <p14:nvPr/>
              </p14:nvContentPartPr>
              <p14:xfrm>
                <a:off x="9006461" y="1825181"/>
                <a:ext cx="25920" cy="249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C60619-D398-8C99-F944-DC05659B52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88821" y="1807541"/>
                  <a:ext cx="61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8057D4-10F4-4A6E-E6D0-A4FA36189C48}"/>
                    </a:ext>
                  </a:extLst>
                </p14:cNvPr>
                <p14:cNvContentPartPr/>
                <p14:nvPr/>
              </p14:nvContentPartPr>
              <p14:xfrm>
                <a:off x="8864621" y="1695941"/>
                <a:ext cx="438840" cy="55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8057D4-10F4-4A6E-E6D0-A4FA36189C4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46981" y="1678301"/>
                  <a:ext cx="4744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3FB4D2-0C3B-D958-40A0-5A8C90298A25}"/>
                    </a:ext>
                  </a:extLst>
                </p14:cNvPr>
                <p14:cNvContentPartPr/>
                <p14:nvPr/>
              </p14:nvContentPartPr>
              <p14:xfrm>
                <a:off x="9569141" y="1785221"/>
                <a:ext cx="217440" cy="20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3FB4D2-0C3B-D958-40A0-5A8C90298A2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51501" y="1767221"/>
                  <a:ext cx="253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0A3217-5BCD-43FE-F0BD-B8F8D7509E54}"/>
                    </a:ext>
                  </a:extLst>
                </p14:cNvPr>
                <p14:cNvContentPartPr/>
                <p14:nvPr/>
              </p14:nvContentPartPr>
              <p14:xfrm>
                <a:off x="9907541" y="1759661"/>
                <a:ext cx="151560" cy="246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0A3217-5BCD-43FE-F0BD-B8F8D7509E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89901" y="1741661"/>
                  <a:ext cx="187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330BEC3-E5BA-8EF0-9FFA-605E933650C2}"/>
                    </a:ext>
                  </a:extLst>
                </p14:cNvPr>
                <p14:cNvContentPartPr/>
                <p14:nvPr/>
              </p14:nvContentPartPr>
              <p14:xfrm>
                <a:off x="10097981" y="1864061"/>
                <a:ext cx="115200" cy="149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330BEC3-E5BA-8EF0-9FFA-605E933650C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80341" y="1846061"/>
                  <a:ext cx="150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11E5C5-ACB4-EFFA-02D5-35E916B7569D}"/>
                    </a:ext>
                  </a:extLst>
                </p14:cNvPr>
                <p14:cNvContentPartPr/>
                <p14:nvPr/>
              </p14:nvContentPartPr>
              <p14:xfrm>
                <a:off x="10282301" y="1708901"/>
                <a:ext cx="133920" cy="305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11E5C5-ACB4-EFFA-02D5-35E916B756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64301" y="1690901"/>
                  <a:ext cx="169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4A31D6-DBF5-2902-7A44-CB426C034231}"/>
                    </a:ext>
                  </a:extLst>
                </p14:cNvPr>
                <p14:cNvContentPartPr/>
                <p14:nvPr/>
              </p14:nvContentPartPr>
              <p14:xfrm>
                <a:off x="10282661" y="1772261"/>
                <a:ext cx="191880" cy="9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4A31D6-DBF5-2902-7A44-CB426C0342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64661" y="1754621"/>
                  <a:ext cx="227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533009-1774-6FEE-5F45-1FDF679EAEBE}"/>
                    </a:ext>
                  </a:extLst>
                </p14:cNvPr>
                <p14:cNvContentPartPr/>
                <p14:nvPr/>
              </p14:nvContentPartPr>
              <p14:xfrm>
                <a:off x="10796021" y="1656341"/>
                <a:ext cx="37080" cy="343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533009-1774-6FEE-5F45-1FDF679EAEB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78381" y="1638701"/>
                  <a:ext cx="72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DB6A2C-C0B9-7FA5-6577-25DEDD28610F}"/>
                    </a:ext>
                  </a:extLst>
                </p14:cNvPr>
                <p14:cNvContentPartPr/>
                <p14:nvPr/>
              </p14:nvContentPartPr>
              <p14:xfrm>
                <a:off x="10842461" y="1652021"/>
                <a:ext cx="132120" cy="203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DB6A2C-C0B9-7FA5-6577-25DEDD28610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24461" y="1634381"/>
                  <a:ext cx="167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D009AF2-6DD8-FBAD-9074-B86E8BC4FE2E}"/>
                    </a:ext>
                  </a:extLst>
                </p14:cNvPr>
                <p14:cNvContentPartPr/>
                <p14:nvPr/>
              </p14:nvContentPartPr>
              <p14:xfrm>
                <a:off x="10801421" y="1699541"/>
                <a:ext cx="254880" cy="22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D009AF2-6DD8-FBAD-9074-B86E8BC4FE2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83781" y="1681541"/>
                  <a:ext cx="29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87F0F8-B795-4C2D-079B-0E7CC8A1C1D0}"/>
                    </a:ext>
                  </a:extLst>
                </p14:cNvPr>
                <p14:cNvContentPartPr/>
                <p14:nvPr/>
              </p14:nvContentPartPr>
              <p14:xfrm>
                <a:off x="11027861" y="1700981"/>
                <a:ext cx="119880" cy="22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87F0F8-B795-4C2D-079B-0E7CC8A1C1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09861" y="1683341"/>
                  <a:ext cx="155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C195CD-2C61-2FB8-C746-C855E59A33D0}"/>
                    </a:ext>
                  </a:extLst>
                </p14:cNvPr>
                <p14:cNvContentPartPr/>
                <p14:nvPr/>
              </p14:nvContentPartPr>
              <p14:xfrm>
                <a:off x="11247461" y="1672181"/>
                <a:ext cx="172800" cy="146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C195CD-2C61-2FB8-C746-C855E59A33D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29821" y="1654541"/>
                  <a:ext cx="208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39DC94-8E44-0A67-6958-733612FCEECE}"/>
                    </a:ext>
                  </a:extLst>
                </p14:cNvPr>
                <p14:cNvContentPartPr/>
                <p14:nvPr/>
              </p14:nvContentPartPr>
              <p14:xfrm>
                <a:off x="9031301" y="2615741"/>
                <a:ext cx="218520" cy="225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39DC94-8E44-0A67-6958-733612FCEEC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13661" y="2597741"/>
                  <a:ext cx="254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CC94CE-1871-34C4-0F5D-4E9A63F8D923}"/>
                    </a:ext>
                  </a:extLst>
                </p14:cNvPr>
                <p14:cNvContentPartPr/>
                <p14:nvPr/>
              </p14:nvContentPartPr>
              <p14:xfrm>
                <a:off x="8845901" y="2420261"/>
                <a:ext cx="573840" cy="703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CC94CE-1871-34C4-0F5D-4E9A63F8D9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828261" y="2402621"/>
                  <a:ext cx="60948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07984C-1949-72D8-B690-EA9CB57A1A3B}"/>
                    </a:ext>
                  </a:extLst>
                </p14:cNvPr>
                <p14:cNvContentPartPr/>
                <p14:nvPr/>
              </p14:nvContentPartPr>
              <p14:xfrm>
                <a:off x="9701621" y="2624381"/>
                <a:ext cx="108000" cy="147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07984C-1949-72D8-B690-EA9CB57A1A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83621" y="2606741"/>
                  <a:ext cx="143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616429-1ED6-A05E-8245-DA11E1EC8099}"/>
                    </a:ext>
                  </a:extLst>
                </p14:cNvPr>
                <p14:cNvContentPartPr/>
                <p14:nvPr/>
              </p14:nvContentPartPr>
              <p14:xfrm>
                <a:off x="9893861" y="2620061"/>
                <a:ext cx="61920" cy="118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3616429-1ED6-A05E-8245-DA11E1EC80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875861" y="2602061"/>
                  <a:ext cx="97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776DC0-A770-D309-6930-2DB75866F046}"/>
                    </a:ext>
                  </a:extLst>
                </p14:cNvPr>
                <p14:cNvContentPartPr/>
                <p14:nvPr/>
              </p14:nvContentPartPr>
              <p14:xfrm>
                <a:off x="10044701" y="2598101"/>
                <a:ext cx="114120" cy="93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776DC0-A770-D309-6930-2DB75866F0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6701" y="2580101"/>
                  <a:ext cx="149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A4FDACB-1370-1EED-2EFE-6910052785FE}"/>
                    </a:ext>
                  </a:extLst>
                </p14:cNvPr>
                <p14:cNvContentPartPr/>
                <p14:nvPr/>
              </p14:nvContentPartPr>
              <p14:xfrm>
                <a:off x="10221461" y="2588021"/>
                <a:ext cx="115200" cy="89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A4FDACB-1370-1EED-2EFE-6910052785F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03821" y="2570021"/>
                  <a:ext cx="150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9A547F-8D87-2055-C273-903F8EB75086}"/>
                    </a:ext>
                  </a:extLst>
                </p14:cNvPr>
                <p14:cNvContentPartPr/>
                <p14:nvPr/>
              </p14:nvContentPartPr>
              <p14:xfrm>
                <a:off x="10360421" y="2462021"/>
                <a:ext cx="96120" cy="176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9A547F-8D87-2055-C273-903F8EB7508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42421" y="2444381"/>
                  <a:ext cx="131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E3C442-6974-1D27-F6F4-D816D3034156}"/>
                    </a:ext>
                  </a:extLst>
                </p14:cNvPr>
                <p14:cNvContentPartPr/>
                <p14:nvPr/>
              </p14:nvContentPartPr>
              <p14:xfrm>
                <a:off x="10377341" y="2487221"/>
                <a:ext cx="113760" cy="77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E3C442-6974-1D27-F6F4-D816D303415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59701" y="2469221"/>
                  <a:ext cx="149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3B8235-E481-E4CB-37FB-E6BE54FEABF5}"/>
                    </a:ext>
                  </a:extLst>
                </p14:cNvPr>
                <p14:cNvContentPartPr/>
                <p14:nvPr/>
              </p14:nvContentPartPr>
              <p14:xfrm>
                <a:off x="10540421" y="2501981"/>
                <a:ext cx="98640" cy="123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3B8235-E481-E4CB-37FB-E6BE54FEABF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22421" y="2483981"/>
                  <a:ext cx="134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A6DEF0-C617-1DEA-CE1B-381A575A43E5}"/>
                    </a:ext>
                  </a:extLst>
                </p14:cNvPr>
                <p14:cNvContentPartPr/>
                <p14:nvPr/>
              </p14:nvContentPartPr>
              <p14:xfrm>
                <a:off x="10687661" y="2483261"/>
                <a:ext cx="50760" cy="93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A6DEF0-C617-1DEA-CE1B-381A575A43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69661" y="2465621"/>
                  <a:ext cx="86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700C887-50A6-A154-A32F-1061541C0191}"/>
                    </a:ext>
                  </a:extLst>
                </p14:cNvPr>
                <p14:cNvContentPartPr/>
                <p14:nvPr/>
              </p14:nvContentPartPr>
              <p14:xfrm>
                <a:off x="10885661" y="2402261"/>
                <a:ext cx="87840" cy="5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700C887-50A6-A154-A32F-1061541C019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867661" y="2384261"/>
                  <a:ext cx="123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30AE5B-B57C-4534-EFD8-96626CBDE721}"/>
                    </a:ext>
                  </a:extLst>
                </p14:cNvPr>
                <p14:cNvContentPartPr/>
                <p14:nvPr/>
              </p14:nvContentPartPr>
              <p14:xfrm>
                <a:off x="10943261" y="2453741"/>
                <a:ext cx="89640" cy="49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30AE5B-B57C-4534-EFD8-96626CBDE72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925261" y="2436101"/>
                  <a:ext cx="125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5A63B8-929E-BBD5-12F9-61E7F9368C54}"/>
                    </a:ext>
                  </a:extLst>
                </p14:cNvPr>
                <p14:cNvContentPartPr/>
                <p14:nvPr/>
              </p14:nvContentPartPr>
              <p14:xfrm>
                <a:off x="11303981" y="2308661"/>
                <a:ext cx="71640" cy="26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5A63B8-929E-BBD5-12F9-61E7F9368C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285981" y="2291021"/>
                  <a:ext cx="10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81F5E3-54B1-52B9-310E-68267AFA9740}"/>
                    </a:ext>
                  </a:extLst>
                </p14:cNvPr>
                <p14:cNvContentPartPr/>
                <p14:nvPr/>
              </p14:nvContentPartPr>
              <p14:xfrm>
                <a:off x="11504141" y="2254661"/>
                <a:ext cx="101880" cy="25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81F5E3-54B1-52B9-310E-68267AFA97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486501" y="2236661"/>
                  <a:ext cx="137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A0BADF-2EC7-7A83-84B8-12D69554509A}"/>
                    </a:ext>
                  </a:extLst>
                </p14:cNvPr>
                <p14:cNvContentPartPr/>
                <p14:nvPr/>
              </p14:nvContentPartPr>
              <p14:xfrm>
                <a:off x="11767661" y="2300021"/>
                <a:ext cx="89640" cy="174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A0BADF-2EC7-7A83-84B8-12D69554509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749661" y="2282021"/>
                  <a:ext cx="125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9A646C4-C15C-5114-229C-C3C40AF4683B}"/>
                    </a:ext>
                  </a:extLst>
                </p14:cNvPr>
                <p14:cNvContentPartPr/>
                <p14:nvPr/>
              </p14:nvContentPartPr>
              <p14:xfrm>
                <a:off x="11155301" y="2035781"/>
                <a:ext cx="806040" cy="851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9A646C4-C15C-5114-229C-C3C40AF468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37661" y="2018141"/>
                  <a:ext cx="84168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20782FB-4AAD-238D-2AC5-F5A03E68E4AE}"/>
                    </a:ext>
                  </a:extLst>
                </p14:cNvPr>
                <p14:cNvContentPartPr/>
                <p14:nvPr/>
              </p14:nvContentPartPr>
              <p14:xfrm>
                <a:off x="10984661" y="2610341"/>
                <a:ext cx="362880" cy="544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20782FB-4AAD-238D-2AC5-F5A03E68E4A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967021" y="2592341"/>
                  <a:ext cx="3985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B2EB3D-6352-AEC9-1EB2-1C972E179065}"/>
                    </a:ext>
                  </a:extLst>
                </p14:cNvPr>
                <p14:cNvContentPartPr/>
                <p14:nvPr/>
              </p14:nvContentPartPr>
              <p14:xfrm>
                <a:off x="10905461" y="3041261"/>
                <a:ext cx="241560" cy="131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B2EB3D-6352-AEC9-1EB2-1C972E1790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87821" y="3023261"/>
                  <a:ext cx="2772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4580D12-7E91-0315-838E-01C4AFDB1A6B}"/>
              </a:ext>
            </a:extLst>
          </p:cNvPr>
          <p:cNvGrpSpPr/>
          <p:nvPr/>
        </p:nvGrpSpPr>
        <p:grpSpPr>
          <a:xfrm>
            <a:off x="10452581" y="3310901"/>
            <a:ext cx="160920" cy="364680"/>
            <a:chOff x="10452581" y="3310901"/>
            <a:chExt cx="1609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937902F-BA45-513E-1801-756BD1AA1EE0}"/>
                    </a:ext>
                  </a:extLst>
                </p14:cNvPr>
                <p14:cNvContentPartPr/>
                <p14:nvPr/>
              </p14:nvContentPartPr>
              <p14:xfrm>
                <a:off x="10452581" y="3310901"/>
                <a:ext cx="100440" cy="239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937902F-BA45-513E-1801-756BD1AA1EE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34581" y="3292901"/>
                  <a:ext cx="136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52C852A-11AA-3076-2368-CC21F9224FE3}"/>
                    </a:ext>
                  </a:extLst>
                </p14:cNvPr>
                <p14:cNvContentPartPr/>
                <p14:nvPr/>
              </p14:nvContentPartPr>
              <p14:xfrm>
                <a:off x="10596941" y="3667661"/>
                <a:ext cx="16560" cy="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2C852A-11AA-3076-2368-CC21F9224F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78941" y="3649661"/>
                  <a:ext cx="522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A1DFD7C-EEE1-FBF6-39AF-1FEFD9EDF03A}"/>
              </a:ext>
            </a:extLst>
          </p:cNvPr>
          <p:cNvGrpSpPr/>
          <p:nvPr/>
        </p:nvGrpSpPr>
        <p:grpSpPr>
          <a:xfrm>
            <a:off x="2947661" y="439541"/>
            <a:ext cx="1085400" cy="1101600"/>
            <a:chOff x="2947661" y="439541"/>
            <a:chExt cx="1085400" cy="11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C9F8BC-943C-0E48-5B29-37274DA8998E}"/>
                    </a:ext>
                  </a:extLst>
                </p14:cNvPr>
                <p14:cNvContentPartPr/>
                <p14:nvPr/>
              </p14:nvContentPartPr>
              <p14:xfrm>
                <a:off x="2947661" y="831221"/>
                <a:ext cx="643320" cy="70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C9F8BC-943C-0E48-5B29-37274DA8998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930021" y="813581"/>
                  <a:ext cx="67896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1E1C8B8-B2DC-4AEA-ECED-F533B75B8BDC}"/>
                    </a:ext>
                  </a:extLst>
                </p14:cNvPr>
                <p14:cNvContentPartPr/>
                <p14:nvPr/>
              </p14:nvContentPartPr>
              <p14:xfrm>
                <a:off x="3708341" y="553661"/>
                <a:ext cx="96480" cy="30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1E1C8B8-B2DC-4AEA-ECED-F533B75B8BD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90701" y="536021"/>
                  <a:ext cx="132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6BC047-529A-43C2-B77F-A90BBC8240AC}"/>
                    </a:ext>
                  </a:extLst>
                </p14:cNvPr>
                <p14:cNvContentPartPr/>
                <p14:nvPr/>
              </p14:nvContentPartPr>
              <p14:xfrm>
                <a:off x="3711581" y="513341"/>
                <a:ext cx="183240" cy="179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6BC047-529A-43C2-B77F-A90BBC8240A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93941" y="495701"/>
                  <a:ext cx="218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6786099-2543-B15E-12A8-DC04088D950E}"/>
                    </a:ext>
                  </a:extLst>
                </p14:cNvPr>
                <p14:cNvContentPartPr/>
                <p14:nvPr/>
              </p14:nvContentPartPr>
              <p14:xfrm>
                <a:off x="3727421" y="588941"/>
                <a:ext cx="138960" cy="122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6786099-2543-B15E-12A8-DC04088D950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709781" y="570941"/>
                  <a:ext cx="17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9BF104-112D-B1A9-7AD5-AF1556564151}"/>
                    </a:ext>
                  </a:extLst>
                </p14:cNvPr>
                <p14:cNvContentPartPr/>
                <p14:nvPr/>
              </p14:nvContentPartPr>
              <p14:xfrm>
                <a:off x="3938381" y="439541"/>
                <a:ext cx="94680" cy="21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9BF104-112D-B1A9-7AD5-AF155656415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20741" y="421541"/>
                  <a:ext cx="1303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023617E-86B2-49BB-5056-A4BC2F638DAB}"/>
              </a:ext>
            </a:extLst>
          </p:cNvPr>
          <p:cNvGrpSpPr/>
          <p:nvPr/>
        </p:nvGrpSpPr>
        <p:grpSpPr>
          <a:xfrm>
            <a:off x="2843621" y="3824621"/>
            <a:ext cx="2484360" cy="930240"/>
            <a:chOff x="2843621" y="3824621"/>
            <a:chExt cx="2484360" cy="9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2E1C5E1-E25E-2643-3E36-A37B2309B6A2}"/>
                    </a:ext>
                  </a:extLst>
                </p14:cNvPr>
                <p14:cNvContentPartPr/>
                <p14:nvPr/>
              </p14:nvContentPartPr>
              <p14:xfrm>
                <a:off x="2843621" y="4206941"/>
                <a:ext cx="1417320" cy="547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2E1C5E1-E25E-2643-3E36-A37B2309B6A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25981" y="4189301"/>
                  <a:ext cx="14529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B38076-8035-A65C-9DF6-0B11A4DDFDD2}"/>
                    </a:ext>
                  </a:extLst>
                </p14:cNvPr>
                <p14:cNvContentPartPr/>
                <p14:nvPr/>
              </p14:nvContentPartPr>
              <p14:xfrm>
                <a:off x="4418261" y="4129541"/>
                <a:ext cx="143640" cy="263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B38076-8035-A65C-9DF6-0B11A4DDFDD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00621" y="4111901"/>
                  <a:ext cx="1792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E79C38-AB19-34BF-472A-A286360765B3}"/>
                    </a:ext>
                  </a:extLst>
                </p14:cNvPr>
                <p14:cNvContentPartPr/>
                <p14:nvPr/>
              </p14:nvContentPartPr>
              <p14:xfrm>
                <a:off x="4629221" y="4075901"/>
                <a:ext cx="160560" cy="241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E79C38-AB19-34BF-472A-A286360765B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611221" y="4057901"/>
                  <a:ext cx="196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EC2F35-E3B0-5F04-D170-EE8E246ED5DC}"/>
                    </a:ext>
                  </a:extLst>
                </p14:cNvPr>
                <p14:cNvContentPartPr/>
                <p14:nvPr/>
              </p14:nvContentPartPr>
              <p14:xfrm>
                <a:off x="4824701" y="4053581"/>
                <a:ext cx="141840" cy="17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EC2F35-E3B0-5F04-D170-EE8E246ED5D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806701" y="4035581"/>
                  <a:ext cx="177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2A1A8E0-59E9-F0D1-1ECE-0C08D1440DB0}"/>
                    </a:ext>
                  </a:extLst>
                </p14:cNvPr>
                <p14:cNvContentPartPr/>
                <p14:nvPr/>
              </p14:nvContentPartPr>
              <p14:xfrm>
                <a:off x="5035661" y="3939821"/>
                <a:ext cx="117000" cy="199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2A1A8E0-59E9-F0D1-1ECE-0C08D1440DB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17661" y="3922181"/>
                  <a:ext cx="152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CCC21DD-C46C-011E-9BB3-22E6F5914F83}"/>
                    </a:ext>
                  </a:extLst>
                </p14:cNvPr>
                <p14:cNvContentPartPr/>
                <p14:nvPr/>
              </p14:nvContentPartPr>
              <p14:xfrm>
                <a:off x="5228621" y="3824621"/>
                <a:ext cx="99360" cy="16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CCC21DD-C46C-011E-9BB3-22E6F5914F8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10981" y="3806621"/>
                  <a:ext cx="13500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88AD920-8485-2ECC-D47D-20F93D42C5A3}"/>
              </a:ext>
            </a:extLst>
          </p:cNvPr>
          <p:cNvGrpSpPr/>
          <p:nvPr/>
        </p:nvGrpSpPr>
        <p:grpSpPr>
          <a:xfrm>
            <a:off x="232901" y="1160912"/>
            <a:ext cx="925200" cy="914760"/>
            <a:chOff x="232901" y="1160912"/>
            <a:chExt cx="925200" cy="91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B68CEB-0751-AB98-7ABA-041105E04957}"/>
                    </a:ext>
                  </a:extLst>
                </p14:cNvPr>
                <p14:cNvContentPartPr/>
                <p14:nvPr/>
              </p14:nvContentPartPr>
              <p14:xfrm>
                <a:off x="232901" y="1916192"/>
                <a:ext cx="131400" cy="159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B68CEB-0751-AB98-7ABA-041105E0495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5261" y="1898192"/>
                  <a:ext cx="167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DB8D61-ACDC-6379-6C7B-913DC44457E3}"/>
                    </a:ext>
                  </a:extLst>
                </p14:cNvPr>
                <p14:cNvContentPartPr/>
                <p14:nvPr/>
              </p14:nvContentPartPr>
              <p14:xfrm>
                <a:off x="419021" y="1824752"/>
                <a:ext cx="127800" cy="108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DB8D61-ACDC-6379-6C7B-913DC44457E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1381" y="1807112"/>
                  <a:ext cx="163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3074DD-3138-FA59-F8D2-1820C277034C}"/>
                    </a:ext>
                  </a:extLst>
                </p14:cNvPr>
                <p14:cNvContentPartPr/>
                <p14:nvPr/>
              </p14:nvContentPartPr>
              <p14:xfrm>
                <a:off x="544661" y="1659872"/>
                <a:ext cx="68400" cy="11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3074DD-3138-FA59-F8D2-1820C277034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7021" y="1642232"/>
                  <a:ext cx="104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632A53-3E0B-FFB1-8960-7260497684D7}"/>
                    </a:ext>
                  </a:extLst>
                </p14:cNvPr>
                <p14:cNvContentPartPr/>
                <p14:nvPr/>
              </p14:nvContentPartPr>
              <p14:xfrm>
                <a:off x="624581" y="1607672"/>
                <a:ext cx="41400" cy="94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632A53-3E0B-FFB1-8960-7260497684D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6581" y="1590032"/>
                  <a:ext cx="77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DA4B642-29F1-FC79-C99C-B1278EC35BD2}"/>
                    </a:ext>
                  </a:extLst>
                </p14:cNvPr>
                <p14:cNvContentPartPr/>
                <p14:nvPr/>
              </p14:nvContentPartPr>
              <p14:xfrm>
                <a:off x="570941" y="1505072"/>
                <a:ext cx="26280" cy="14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DA4B642-29F1-FC79-C99C-B1278EC35BD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2941" y="1487072"/>
                  <a:ext cx="61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AD6C22-0DA7-CF76-5C04-EE2FB3C93856}"/>
                    </a:ext>
                  </a:extLst>
                </p14:cNvPr>
                <p14:cNvContentPartPr/>
                <p14:nvPr/>
              </p14:nvContentPartPr>
              <p14:xfrm>
                <a:off x="711701" y="1474112"/>
                <a:ext cx="90360" cy="108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AD6C22-0DA7-CF76-5C04-EE2FB3C938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94061" y="1456472"/>
                  <a:ext cx="126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7AC289-3ED7-72C3-7B58-B1F8B439BE3B}"/>
                    </a:ext>
                  </a:extLst>
                </p14:cNvPr>
                <p14:cNvContentPartPr/>
                <p14:nvPr/>
              </p14:nvContentPartPr>
              <p14:xfrm>
                <a:off x="776861" y="1306352"/>
                <a:ext cx="131760" cy="10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7AC289-3ED7-72C3-7B58-B1F8B439BE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9221" y="1288352"/>
                  <a:ext cx="167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4A968EC-1804-2A63-6DA6-C688C3E0562F}"/>
                    </a:ext>
                  </a:extLst>
                </p14:cNvPr>
                <p14:cNvContentPartPr/>
                <p14:nvPr/>
              </p14:nvContentPartPr>
              <p14:xfrm>
                <a:off x="892421" y="1221392"/>
                <a:ext cx="105480" cy="96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4A968EC-1804-2A63-6DA6-C688C3E0562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4781" y="1203392"/>
                  <a:ext cx="141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4F06384-E207-5A20-DFF5-CB514863AB92}"/>
                    </a:ext>
                  </a:extLst>
                </p14:cNvPr>
                <p14:cNvContentPartPr/>
                <p14:nvPr/>
              </p14:nvContentPartPr>
              <p14:xfrm>
                <a:off x="1044701" y="1160912"/>
                <a:ext cx="113400" cy="164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4F06384-E207-5A20-DFF5-CB514863AB9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7061" y="1142912"/>
                  <a:ext cx="14904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B048360-A935-5FF1-E685-CD9BB0CDF41E}"/>
              </a:ext>
            </a:extLst>
          </p:cNvPr>
          <p:cNvGrpSpPr/>
          <p:nvPr/>
        </p:nvGrpSpPr>
        <p:grpSpPr>
          <a:xfrm>
            <a:off x="1356461" y="1263512"/>
            <a:ext cx="159480" cy="1780200"/>
            <a:chOff x="1356461" y="1263512"/>
            <a:chExt cx="159480" cy="17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330EE9-E5CE-D624-3CA1-4F21F7678192}"/>
                    </a:ext>
                  </a:extLst>
                </p14:cNvPr>
                <p14:cNvContentPartPr/>
                <p14:nvPr/>
              </p14:nvContentPartPr>
              <p14:xfrm>
                <a:off x="1356461" y="1263512"/>
                <a:ext cx="159480" cy="4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330EE9-E5CE-D624-3CA1-4F21F767819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338461" y="1245872"/>
                  <a:ext cx="195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BA2D44-CCED-E23B-3F7D-4C6A59BC703A}"/>
                    </a:ext>
                  </a:extLst>
                </p14:cNvPr>
                <p14:cNvContentPartPr/>
                <p14:nvPr/>
              </p14:nvContentPartPr>
              <p14:xfrm>
                <a:off x="1366181" y="1266032"/>
                <a:ext cx="65520" cy="104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BA2D44-CCED-E23B-3F7D-4C6A59BC703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348541" y="1248392"/>
                  <a:ext cx="101160" cy="10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B69A98-C120-0D92-A722-1591E5ADE3B5}"/>
                    </a:ext>
                  </a:extLst>
                </p14:cNvPr>
                <p14:cNvContentPartPr/>
                <p14:nvPr/>
              </p14:nvContentPartPr>
              <p14:xfrm>
                <a:off x="1367261" y="2285552"/>
                <a:ext cx="75600" cy="1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B69A98-C120-0D92-A722-1591E5ADE3B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349261" y="2267552"/>
                  <a:ext cx="111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1A824A-F579-1B00-C721-88E86095C1C4}"/>
                    </a:ext>
                  </a:extLst>
                </p14:cNvPr>
                <p14:cNvContentPartPr/>
                <p14:nvPr/>
              </p14:nvContentPartPr>
              <p14:xfrm>
                <a:off x="1405061" y="2401112"/>
                <a:ext cx="49320" cy="27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1A824A-F579-1B00-C721-88E86095C1C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87421" y="2383472"/>
                  <a:ext cx="84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DF816CA-FFD7-780D-6C27-6954F9C24C37}"/>
                    </a:ext>
                  </a:extLst>
                </p14:cNvPr>
                <p14:cNvContentPartPr/>
                <p14:nvPr/>
              </p14:nvContentPartPr>
              <p14:xfrm>
                <a:off x="1402181" y="2433872"/>
                <a:ext cx="17280" cy="578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DF816CA-FFD7-780D-6C27-6954F9C24C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84541" y="2415872"/>
                  <a:ext cx="5292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BA8BCED-6831-7737-2154-4C7644B4462A}"/>
                    </a:ext>
                  </a:extLst>
                </p14:cNvPr>
                <p14:cNvContentPartPr/>
                <p14:nvPr/>
              </p14:nvContentPartPr>
              <p14:xfrm>
                <a:off x="1412621" y="3019952"/>
                <a:ext cx="59400" cy="2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BA8BCED-6831-7737-2154-4C7644B4462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394621" y="3001952"/>
                  <a:ext cx="95040" cy="5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345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6A3B-C0EA-239A-67DA-631402CD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Serial plotter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4D1CF-3FB7-6C6E-153C-ABB8F3E50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D65BAB82-9FF3-BC28-C9AD-F2543EAA8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55" y="1763316"/>
            <a:ext cx="5168833" cy="3270404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824BB01C-9879-CFC7-A204-50AD4B75B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714" y="1763316"/>
            <a:ext cx="5272583" cy="327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21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57B4-7C39-06B6-B835-FD361FCA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40B8-8CA3-A152-EFCC-10F029BCB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blue barcode on a white background&#10;&#10;Description automatically generated">
            <a:extLst>
              <a:ext uri="{FF2B5EF4-FFF2-40B4-BE49-F238E27FC236}">
                <a16:creationId xmlns:a16="http://schemas.microsoft.com/office/drawing/2014/main" id="{D8562B9F-E8FB-1D3D-52F7-DBDA301CE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29" y="1458647"/>
            <a:ext cx="5800896" cy="3338251"/>
          </a:xfrm>
          <a:prstGeom prst="rect">
            <a:avLst/>
          </a:prstGeom>
        </p:spPr>
      </p:pic>
      <p:pic>
        <p:nvPicPr>
          <p:cNvPr id="14" name="Picture 13" descr="A red line graph with white text&#10;&#10;Description automatically generated">
            <a:extLst>
              <a:ext uri="{FF2B5EF4-FFF2-40B4-BE49-F238E27FC236}">
                <a16:creationId xmlns:a16="http://schemas.microsoft.com/office/drawing/2014/main" id="{4D91CEC2-C4E0-AD27-2047-EB9FDBF4B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25" y="1458647"/>
            <a:ext cx="5888779" cy="33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8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668-0C16-0194-3B90-6B457A9D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97BEE7A5-F919-BB13-28D0-2FD56FF22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87" y="653027"/>
            <a:ext cx="8629713" cy="23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13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92C5-84BC-E56D-BDA0-38619DBD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15EB-EB05-6B5A-45D9-A8730A925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0757E2-F684-F449-5B6B-A6733781A0D0}"/>
              </a:ext>
            </a:extLst>
          </p:cNvPr>
          <p:cNvGrpSpPr/>
          <p:nvPr/>
        </p:nvGrpSpPr>
        <p:grpSpPr>
          <a:xfrm>
            <a:off x="1805056" y="1002078"/>
            <a:ext cx="313200" cy="501480"/>
            <a:chOff x="1805056" y="1002078"/>
            <a:chExt cx="31320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36A8C8A-2A14-BA74-F940-B3C26EC265CF}"/>
                    </a:ext>
                  </a:extLst>
                </p14:cNvPr>
                <p14:cNvContentPartPr/>
                <p14:nvPr/>
              </p14:nvContentPartPr>
              <p14:xfrm>
                <a:off x="1805056" y="1002078"/>
                <a:ext cx="313200" cy="351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36A8C8A-2A14-BA74-F940-B3C26EC265C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87416" y="984438"/>
                  <a:ext cx="3488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664587-87A9-0955-3E5F-E3EADAD051BD}"/>
                    </a:ext>
                  </a:extLst>
                </p14:cNvPr>
                <p14:cNvContentPartPr/>
                <p14:nvPr/>
              </p14:nvContentPartPr>
              <p14:xfrm>
                <a:off x="2041576" y="1192518"/>
                <a:ext cx="40320" cy="311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664587-87A9-0955-3E5F-E3EADAD051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3936" y="1174878"/>
                  <a:ext cx="7596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A6E0B1-5C40-7F8B-4495-CDBEB3A70D6C}"/>
              </a:ext>
            </a:extLst>
          </p:cNvPr>
          <p:cNvGrpSpPr/>
          <p:nvPr/>
        </p:nvGrpSpPr>
        <p:grpSpPr>
          <a:xfrm>
            <a:off x="2697496" y="1047438"/>
            <a:ext cx="349560" cy="324720"/>
            <a:chOff x="2697496" y="1047438"/>
            <a:chExt cx="3495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A477B7-CE03-ADFF-D197-6C04EA407DC4}"/>
                    </a:ext>
                  </a:extLst>
                </p14:cNvPr>
                <p14:cNvContentPartPr/>
                <p14:nvPr/>
              </p14:nvContentPartPr>
              <p14:xfrm>
                <a:off x="2786776" y="1047438"/>
                <a:ext cx="24840" cy="324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A477B7-CE03-ADFF-D197-6C04EA407D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69136" y="1029438"/>
                  <a:ext cx="604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4B35E3-A159-32C8-DF58-880BAAAA5473}"/>
                    </a:ext>
                  </a:extLst>
                </p14:cNvPr>
                <p14:cNvContentPartPr/>
                <p14:nvPr/>
              </p14:nvContentPartPr>
              <p14:xfrm>
                <a:off x="2697496" y="1206558"/>
                <a:ext cx="97200" cy="73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4B35E3-A159-32C8-DF58-880BAAAA547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79496" y="1188558"/>
                  <a:ext cx="132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3D21AC-6770-A376-F5FE-4C5A1C45C03E}"/>
                    </a:ext>
                  </a:extLst>
                </p14:cNvPr>
                <p14:cNvContentPartPr/>
                <p14:nvPr/>
              </p14:nvContentPartPr>
              <p14:xfrm>
                <a:off x="2938336" y="1185318"/>
                <a:ext cx="108720" cy="109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3D21AC-6770-A376-F5FE-4C5A1C45C0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0696" y="1167318"/>
                  <a:ext cx="14436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1FA4D4-AC93-1B1D-D863-DF4F04176FB1}"/>
                  </a:ext>
                </a:extLst>
              </p14:cNvPr>
              <p14:cNvContentPartPr/>
              <p14:nvPr/>
            </p14:nvContentPartPr>
            <p14:xfrm>
              <a:off x="3744376" y="913878"/>
              <a:ext cx="195120" cy="403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21FA4D4-AC93-1B1D-D863-DF4F04176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26736" y="895878"/>
                <a:ext cx="230760" cy="43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C75F7-0D60-24D0-A7C8-6BAFF9288E4C}"/>
              </a:ext>
            </a:extLst>
          </p:cNvPr>
          <p:cNvGrpSpPr/>
          <p:nvPr/>
        </p:nvGrpSpPr>
        <p:grpSpPr>
          <a:xfrm>
            <a:off x="4572736" y="1020438"/>
            <a:ext cx="1931760" cy="361080"/>
            <a:chOff x="4572736" y="1020438"/>
            <a:chExt cx="19317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777B98-882F-EE14-9454-607420CF0E77}"/>
                    </a:ext>
                  </a:extLst>
                </p14:cNvPr>
                <p14:cNvContentPartPr/>
                <p14:nvPr/>
              </p14:nvContentPartPr>
              <p14:xfrm>
                <a:off x="4572736" y="1168038"/>
                <a:ext cx="400680" cy="156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777B98-882F-EE14-9454-607420CF0E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54736" y="1150038"/>
                  <a:ext cx="436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EEE56F-426E-813E-3509-A08B8C74BC96}"/>
                    </a:ext>
                  </a:extLst>
                </p14:cNvPr>
                <p14:cNvContentPartPr/>
                <p14:nvPr/>
              </p14:nvContentPartPr>
              <p14:xfrm>
                <a:off x="5026336" y="1193238"/>
                <a:ext cx="577080" cy="140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EEE56F-426E-813E-3509-A08B8C74B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08696" y="1175598"/>
                  <a:ext cx="612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A37A97F-8F1A-EA8E-A597-B743FD7474BE}"/>
                    </a:ext>
                  </a:extLst>
                </p14:cNvPr>
                <p14:cNvContentPartPr/>
                <p14:nvPr/>
              </p14:nvContentPartPr>
              <p14:xfrm>
                <a:off x="5761456" y="1020438"/>
                <a:ext cx="100800" cy="293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A37A97F-8F1A-EA8E-A597-B743FD7474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3816" y="1002798"/>
                  <a:ext cx="136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A215F5-5F21-6630-C45F-97CC5005184A}"/>
                    </a:ext>
                  </a:extLst>
                </p14:cNvPr>
                <p14:cNvContentPartPr/>
                <p14:nvPr/>
              </p14:nvContentPartPr>
              <p14:xfrm>
                <a:off x="5918776" y="1208718"/>
                <a:ext cx="150480" cy="165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A215F5-5F21-6630-C45F-97CC500518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00776" y="1190718"/>
                  <a:ext cx="186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0B20EC-7E61-F707-77C0-D4E77C31286F}"/>
                    </a:ext>
                  </a:extLst>
                </p14:cNvPr>
                <p14:cNvContentPartPr/>
                <p14:nvPr/>
              </p14:nvContentPartPr>
              <p14:xfrm>
                <a:off x="6138016" y="1143918"/>
                <a:ext cx="171360" cy="17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0B20EC-7E61-F707-77C0-D4E77C3128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20016" y="1126278"/>
                  <a:ext cx="207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1E3CB3-8E83-91CD-A6C0-7CD397BD1DC8}"/>
                    </a:ext>
                  </a:extLst>
                </p14:cNvPr>
                <p14:cNvContentPartPr/>
                <p14:nvPr/>
              </p14:nvContentPartPr>
              <p14:xfrm>
                <a:off x="6411256" y="1161198"/>
                <a:ext cx="93240" cy="220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1E3CB3-8E83-91CD-A6C0-7CD397BD1D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93616" y="1143198"/>
                  <a:ext cx="1288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39B0DDA-E8D9-8BA3-113A-155E0291D884}"/>
              </a:ext>
            </a:extLst>
          </p:cNvPr>
          <p:cNvGrpSpPr/>
          <p:nvPr/>
        </p:nvGrpSpPr>
        <p:grpSpPr>
          <a:xfrm>
            <a:off x="1889656" y="2013318"/>
            <a:ext cx="528840" cy="523800"/>
            <a:chOff x="1889656" y="2013318"/>
            <a:chExt cx="52884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29E505B-C538-C314-88EC-78403127191B}"/>
                    </a:ext>
                  </a:extLst>
                </p14:cNvPr>
                <p14:cNvContentPartPr/>
                <p14:nvPr/>
              </p14:nvContentPartPr>
              <p14:xfrm>
                <a:off x="1959496" y="2088918"/>
                <a:ext cx="45360" cy="432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29E505B-C538-C314-88EC-7840312719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41856" y="2070918"/>
                  <a:ext cx="810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465E05-6817-5F72-DED8-F6CBAEDFAA02}"/>
                    </a:ext>
                  </a:extLst>
                </p14:cNvPr>
                <p14:cNvContentPartPr/>
                <p14:nvPr/>
              </p14:nvContentPartPr>
              <p14:xfrm>
                <a:off x="1889656" y="2013318"/>
                <a:ext cx="280800" cy="11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465E05-6817-5F72-DED8-F6CBAEDFAA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72016" y="1995678"/>
                  <a:ext cx="316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73350CB-C77A-D0E3-B15E-16A15BD23EB2}"/>
                    </a:ext>
                  </a:extLst>
                </p14:cNvPr>
                <p14:cNvContentPartPr/>
                <p14:nvPr/>
              </p14:nvContentPartPr>
              <p14:xfrm>
                <a:off x="2033656" y="2200518"/>
                <a:ext cx="133920" cy="90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73350CB-C77A-D0E3-B15E-16A15BD23E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15656" y="2182878"/>
                  <a:ext cx="169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DF837A2-38FC-BBBA-FF6D-2860C4E8A42A}"/>
                    </a:ext>
                  </a:extLst>
                </p14:cNvPr>
                <p14:cNvContentPartPr/>
                <p14:nvPr/>
              </p14:nvContentPartPr>
              <p14:xfrm>
                <a:off x="1989376" y="2431998"/>
                <a:ext cx="206280" cy="64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DF837A2-38FC-BBBA-FF6D-2860C4E8A4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1736" y="2413998"/>
                  <a:ext cx="241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3E4479-65D8-D583-66B4-C586E9DE7AC1}"/>
                    </a:ext>
                  </a:extLst>
                </p14:cNvPr>
                <p14:cNvContentPartPr/>
                <p14:nvPr/>
              </p14:nvContentPartPr>
              <p14:xfrm>
                <a:off x="2252176" y="2305278"/>
                <a:ext cx="156240" cy="142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3E4479-65D8-D583-66B4-C586E9DE7A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34176" y="2287278"/>
                  <a:ext cx="191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9FF3C5-A843-6D5C-9088-CA0D55A65717}"/>
                    </a:ext>
                  </a:extLst>
                </p14:cNvPr>
                <p14:cNvContentPartPr/>
                <p14:nvPr/>
              </p14:nvContentPartPr>
              <p14:xfrm>
                <a:off x="2279536" y="2277918"/>
                <a:ext cx="138960" cy="25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9FF3C5-A843-6D5C-9088-CA0D55A657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1896" y="2260278"/>
                  <a:ext cx="17460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6888B8-BCA3-D6EC-2DC1-9349C341CAC9}"/>
              </a:ext>
            </a:extLst>
          </p:cNvPr>
          <p:cNvGrpSpPr/>
          <p:nvPr/>
        </p:nvGrpSpPr>
        <p:grpSpPr>
          <a:xfrm>
            <a:off x="2723416" y="2173518"/>
            <a:ext cx="1333800" cy="498600"/>
            <a:chOff x="2723416" y="2173518"/>
            <a:chExt cx="133380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CBF329-E26D-1F4E-5EDE-0374347C3663}"/>
                    </a:ext>
                  </a:extLst>
                </p14:cNvPr>
                <p14:cNvContentPartPr/>
                <p14:nvPr/>
              </p14:nvContentPartPr>
              <p14:xfrm>
                <a:off x="2723416" y="2173518"/>
                <a:ext cx="419760" cy="297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CBF329-E26D-1F4E-5EDE-0374347C36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05776" y="2155518"/>
                  <a:ext cx="455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FC26F0-196A-348E-5759-EB3403163625}"/>
                    </a:ext>
                  </a:extLst>
                </p14:cNvPr>
                <p14:cNvContentPartPr/>
                <p14:nvPr/>
              </p14:nvContentPartPr>
              <p14:xfrm>
                <a:off x="3180616" y="2266758"/>
                <a:ext cx="399240" cy="157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FC26F0-196A-348E-5759-EB34031636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2616" y="2249118"/>
                  <a:ext cx="434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C2D038-EF19-5BE7-1460-70DE2715682B}"/>
                    </a:ext>
                  </a:extLst>
                </p14:cNvPr>
                <p14:cNvContentPartPr/>
                <p14:nvPr/>
              </p14:nvContentPartPr>
              <p14:xfrm>
                <a:off x="3637816" y="2268198"/>
                <a:ext cx="114480" cy="40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C2D038-EF19-5BE7-1460-70DE271568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0176" y="2250558"/>
                  <a:ext cx="1501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3A42B17-ECBD-2D47-C985-C1B5C7A7929C}"/>
                    </a:ext>
                  </a:extLst>
                </p14:cNvPr>
                <p14:cNvContentPartPr/>
                <p14:nvPr/>
              </p14:nvContentPartPr>
              <p14:xfrm>
                <a:off x="3926896" y="2352798"/>
                <a:ext cx="130320" cy="167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3A42B17-ECBD-2D47-C985-C1B5C7A792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09256" y="2334798"/>
                  <a:ext cx="16596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96C2C0-F844-3E37-3B8C-6AEC5A2F0953}"/>
              </a:ext>
            </a:extLst>
          </p:cNvPr>
          <p:cNvGrpSpPr/>
          <p:nvPr/>
        </p:nvGrpSpPr>
        <p:grpSpPr>
          <a:xfrm>
            <a:off x="4789096" y="2170278"/>
            <a:ext cx="1744920" cy="374040"/>
            <a:chOff x="4789096" y="2170278"/>
            <a:chExt cx="174492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E69134-D369-3310-F50E-7CB4CEB71074}"/>
                    </a:ext>
                  </a:extLst>
                </p14:cNvPr>
                <p14:cNvContentPartPr/>
                <p14:nvPr/>
              </p14:nvContentPartPr>
              <p14:xfrm>
                <a:off x="4789096" y="2298798"/>
                <a:ext cx="132120" cy="225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E69134-D369-3310-F50E-7CB4CEB710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71456" y="2281158"/>
                  <a:ext cx="167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2C9645-BAB7-A690-F56A-BED47600A5B7}"/>
                    </a:ext>
                  </a:extLst>
                </p14:cNvPr>
                <p14:cNvContentPartPr/>
                <p14:nvPr/>
              </p14:nvContentPartPr>
              <p14:xfrm>
                <a:off x="5015536" y="2343438"/>
                <a:ext cx="138240" cy="117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2C9645-BAB7-A690-F56A-BED47600A5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97896" y="2325438"/>
                  <a:ext cx="173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D9202FE-9982-502F-C78C-6BBA1AF3834A}"/>
                    </a:ext>
                  </a:extLst>
                </p14:cNvPr>
                <p14:cNvContentPartPr/>
                <p14:nvPr/>
              </p14:nvContentPartPr>
              <p14:xfrm>
                <a:off x="5302816" y="2340918"/>
                <a:ext cx="139320" cy="104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D9202FE-9982-502F-C78C-6BBA1AF383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85176" y="2323278"/>
                  <a:ext cx="174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93C0C3-689C-8CD4-63E2-CA9B572B6CD0}"/>
                    </a:ext>
                  </a:extLst>
                </p14:cNvPr>
                <p14:cNvContentPartPr/>
                <p14:nvPr/>
              </p14:nvContentPartPr>
              <p14:xfrm>
                <a:off x="5592976" y="2170278"/>
                <a:ext cx="66240" cy="278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93C0C3-689C-8CD4-63E2-CA9B572B6C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75336" y="2152638"/>
                  <a:ext cx="101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4B406C9-A7CA-0A65-0D48-AC1706A825EA}"/>
                    </a:ext>
                  </a:extLst>
                </p14:cNvPr>
                <p14:cNvContentPartPr/>
                <p14:nvPr/>
              </p14:nvContentPartPr>
              <p14:xfrm>
                <a:off x="5569216" y="2335158"/>
                <a:ext cx="112680" cy="1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4B406C9-A7CA-0A65-0D48-AC1706A825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51576" y="2317158"/>
                  <a:ext cx="148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40F1BC-1D4B-112E-FD95-E118293458E2}"/>
                    </a:ext>
                  </a:extLst>
                </p14:cNvPr>
                <p14:cNvContentPartPr/>
                <p14:nvPr/>
              </p14:nvContentPartPr>
              <p14:xfrm>
                <a:off x="5793136" y="2304198"/>
                <a:ext cx="216000" cy="174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40F1BC-1D4B-112E-FD95-E118293458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75496" y="2286198"/>
                  <a:ext cx="251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A6F425-EB14-CC78-E570-F2A8D64642F7}"/>
                    </a:ext>
                  </a:extLst>
                </p14:cNvPr>
                <p14:cNvContentPartPr/>
                <p14:nvPr/>
              </p14:nvContentPartPr>
              <p14:xfrm>
                <a:off x="6158536" y="2183238"/>
                <a:ext cx="313560" cy="361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A6F425-EB14-CC78-E570-F2A8D64642F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40536" y="2165598"/>
                  <a:ext cx="3492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81768C-A6D9-0B7E-14F5-1A32304ED1F6}"/>
                    </a:ext>
                  </a:extLst>
                </p14:cNvPr>
                <p14:cNvContentPartPr/>
                <p14:nvPr/>
              </p14:nvContentPartPr>
              <p14:xfrm>
                <a:off x="6409096" y="2345598"/>
                <a:ext cx="124920" cy="16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81768C-A6D9-0B7E-14F5-1A32304ED1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91456" y="2327958"/>
                  <a:ext cx="1605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6B6EDAA-63A0-0845-ED4F-95DFAA96A0F6}"/>
              </a:ext>
            </a:extLst>
          </p:cNvPr>
          <p:cNvGrpSpPr/>
          <p:nvPr/>
        </p:nvGrpSpPr>
        <p:grpSpPr>
          <a:xfrm>
            <a:off x="7113616" y="2206278"/>
            <a:ext cx="811800" cy="402480"/>
            <a:chOff x="7113616" y="2206278"/>
            <a:chExt cx="81180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274551C-E656-3421-1209-4C5189DA2FBF}"/>
                    </a:ext>
                  </a:extLst>
                </p14:cNvPr>
                <p14:cNvContentPartPr/>
                <p14:nvPr/>
              </p14:nvContentPartPr>
              <p14:xfrm>
                <a:off x="7125136" y="2406798"/>
                <a:ext cx="15480" cy="135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274551C-E656-3421-1209-4C5189DA2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07496" y="2389158"/>
                  <a:ext cx="51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30CF4D-B5CF-180E-3135-C9BB41CB9E95}"/>
                    </a:ext>
                  </a:extLst>
                </p14:cNvPr>
                <p14:cNvContentPartPr/>
                <p14:nvPr/>
              </p14:nvContentPartPr>
              <p14:xfrm>
                <a:off x="7113616" y="2242998"/>
                <a:ext cx="21960" cy="38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30CF4D-B5CF-180E-3135-C9BB41CB9E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95976" y="2224998"/>
                  <a:ext cx="57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2DA60D-9722-9C4E-F4AE-BC41B10D5362}"/>
                    </a:ext>
                  </a:extLst>
                </p14:cNvPr>
                <p14:cNvContentPartPr/>
                <p14:nvPr/>
              </p14:nvContentPartPr>
              <p14:xfrm>
                <a:off x="7276336" y="2381238"/>
                <a:ext cx="158400" cy="86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2DA60D-9722-9C4E-F4AE-BC41B10D536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58696" y="2363598"/>
                  <a:ext cx="194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9EB12F7-9B25-C991-1523-7EA61C9DD510}"/>
                    </a:ext>
                  </a:extLst>
                </p14:cNvPr>
                <p14:cNvContentPartPr/>
                <p14:nvPr/>
              </p14:nvContentPartPr>
              <p14:xfrm>
                <a:off x="7625536" y="2206278"/>
                <a:ext cx="96480" cy="40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9EB12F7-9B25-C991-1523-7EA61C9DD5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07536" y="2188278"/>
                  <a:ext cx="1321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AA20D3-40CC-F95C-D323-64C04616DFAE}"/>
                    </a:ext>
                  </a:extLst>
                </p14:cNvPr>
                <p14:cNvContentPartPr/>
                <p14:nvPr/>
              </p14:nvContentPartPr>
              <p14:xfrm>
                <a:off x="7623376" y="2415798"/>
                <a:ext cx="302040" cy="127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AA20D3-40CC-F95C-D323-64C04616DF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05736" y="2397798"/>
                  <a:ext cx="33768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2FF719D-6F06-5A8E-31C0-706CFFBD5F3C}"/>
                  </a:ext>
                </a:extLst>
              </p14:cNvPr>
              <p14:cNvContentPartPr/>
              <p14:nvPr/>
            </p14:nvContentPartPr>
            <p14:xfrm>
              <a:off x="8178856" y="2492838"/>
              <a:ext cx="9000" cy="10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2FF719D-6F06-5A8E-31C0-706CFFBD5F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161216" y="2475198"/>
                <a:ext cx="4464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395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23339</TotalTime>
  <Words>173</Words>
  <Application>Microsoft Office PowerPoint</Application>
  <PresentationFormat>Widescreen</PresentationFormat>
  <Paragraphs>61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Google Sans</vt:lpstr>
      <vt:lpstr>PT Sans</vt:lpstr>
      <vt:lpstr>Times New Roman</vt:lpstr>
      <vt:lpstr>Office Theme</vt:lpstr>
      <vt:lpstr>ECE 105: Introduction to Electrical Engineering</vt:lpstr>
      <vt:lpstr>What is a sensor?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sensor?</vt:lpstr>
      <vt:lpstr>What is a sensor?</vt:lpstr>
      <vt:lpstr>PowerPoint Presentation</vt:lpstr>
      <vt:lpstr>PowerPoint Presentation</vt:lpstr>
      <vt:lpstr>Sensors in circuits: </vt:lpstr>
      <vt:lpstr>Types of sensors </vt:lpstr>
      <vt:lpstr>Types of sensors </vt:lpstr>
      <vt:lpstr>Temperature sensor</vt:lpstr>
      <vt:lpstr>Sensor calibration</vt:lpstr>
      <vt:lpstr>PowerPoint Presentation</vt:lpstr>
      <vt:lpstr>Sensor calibration</vt:lpstr>
      <vt:lpstr>PowerPoint Presentation</vt:lpstr>
      <vt:lpstr>Using sensors in circuits</vt:lpstr>
      <vt:lpstr>PowerPoint Presentation</vt:lpstr>
      <vt:lpstr>PowerPoint Presentation</vt:lpstr>
      <vt:lpstr>Wheatstone bridge</vt:lpstr>
      <vt:lpstr>Precise thermistor measurement steps</vt:lpstr>
      <vt:lpstr>Sensitivity</vt:lpstr>
      <vt:lpstr>Let’s build our temperature sensor circuit </vt:lpstr>
      <vt:lpstr>What else is needed to create this circuit? </vt:lpstr>
      <vt:lpstr>Demo board setup</vt:lpstr>
      <vt:lpstr>Sensor circuit </vt:lpstr>
      <vt:lpstr>Arduino sketch</vt:lpstr>
      <vt:lpstr>Serial plotter</vt:lpstr>
      <vt:lpstr>Temperature plots</vt:lpstr>
      <vt:lpstr>Noise</vt:lpstr>
      <vt:lpstr>Project teaming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925</cp:revision>
  <cp:lastPrinted>2017-03-30T23:40:26Z</cp:lastPrinted>
  <dcterms:created xsi:type="dcterms:W3CDTF">2014-02-24T21:19:39Z</dcterms:created>
  <dcterms:modified xsi:type="dcterms:W3CDTF">2026-03-03T23:31:17Z</dcterms:modified>
</cp:coreProperties>
</file>